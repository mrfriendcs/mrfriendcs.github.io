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3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906" r:id="rId284"/>
    <p:sldId id="907" r:id="rId285"/>
    <p:sldId id="908" r:id="rId286"/>
    <p:sldId id="507" r:id="rId287"/>
    <p:sldId id="751" r:id="rId288"/>
    <p:sldId id="494" r:id="rId289"/>
    <p:sldId id="495" r:id="rId290"/>
    <p:sldId id="496" r:id="rId291"/>
    <p:sldId id="548" r:id="rId292"/>
    <p:sldId id="549" r:id="rId293"/>
    <p:sldId id="420" r:id="rId294"/>
    <p:sldId id="550" r:id="rId295"/>
    <p:sldId id="554" r:id="rId296"/>
    <p:sldId id="557" r:id="rId297"/>
    <p:sldId id="551" r:id="rId298"/>
    <p:sldId id="862" r:id="rId299"/>
    <p:sldId id="861" r:id="rId300"/>
    <p:sldId id="556" r:id="rId301"/>
    <p:sldId id="552" r:id="rId302"/>
    <p:sldId id="419" r:id="rId303"/>
    <p:sldId id="558" r:id="rId304"/>
    <p:sldId id="559" r:id="rId305"/>
    <p:sldId id="561" r:id="rId306"/>
    <p:sldId id="560" r:id="rId307"/>
    <p:sldId id="562" r:id="rId308"/>
    <p:sldId id="579" r:id="rId309"/>
    <p:sldId id="831" r:id="rId310"/>
    <p:sldId id="581" r:id="rId311"/>
    <p:sldId id="832" r:id="rId312"/>
    <p:sldId id="580" r:id="rId313"/>
    <p:sldId id="833" r:id="rId314"/>
    <p:sldId id="585" r:id="rId315"/>
    <p:sldId id="834" r:id="rId316"/>
    <p:sldId id="822" r:id="rId317"/>
    <p:sldId id="837" r:id="rId318"/>
    <p:sldId id="553" r:id="rId319"/>
    <p:sldId id="418" r:id="rId320"/>
    <p:sldId id="654" r:id="rId321"/>
    <p:sldId id="586" r:id="rId322"/>
    <p:sldId id="632" r:id="rId323"/>
    <p:sldId id="500" r:id="rId324"/>
    <p:sldId id="565" r:id="rId325"/>
    <p:sldId id="634" r:id="rId326"/>
    <p:sldId id="587" r:id="rId327"/>
    <p:sldId id="657" r:id="rId328"/>
    <p:sldId id="838" r:id="rId329"/>
    <p:sldId id="503" r:id="rId330"/>
    <p:sldId id="504" r:id="rId331"/>
    <p:sldId id="798" r:id="rId332"/>
    <p:sldId id="808" r:id="rId333"/>
    <p:sldId id="803" r:id="rId334"/>
    <p:sldId id="809" r:id="rId335"/>
    <p:sldId id="804" r:id="rId336"/>
    <p:sldId id="810" r:id="rId337"/>
    <p:sldId id="802" r:id="rId338"/>
    <p:sldId id="811" r:id="rId339"/>
    <p:sldId id="841" r:id="rId340"/>
    <p:sldId id="842" r:id="rId341"/>
    <p:sldId id="799" r:id="rId342"/>
    <p:sldId id="812" r:id="rId343"/>
    <p:sldId id="800" r:id="rId344"/>
    <p:sldId id="813" r:id="rId345"/>
    <p:sldId id="801" r:id="rId346"/>
    <p:sldId id="814" r:id="rId347"/>
    <p:sldId id="860" r:id="rId348"/>
    <p:sldId id="806" r:id="rId349"/>
    <p:sldId id="807" r:id="rId350"/>
    <p:sldId id="847" r:id="rId351"/>
    <p:sldId id="848" r:id="rId352"/>
    <p:sldId id="849" r:id="rId353"/>
    <p:sldId id="850" r:id="rId354"/>
    <p:sldId id="851" r:id="rId355"/>
    <p:sldId id="852" r:id="rId356"/>
    <p:sldId id="853" r:id="rId357"/>
    <p:sldId id="854" r:id="rId358"/>
    <p:sldId id="891" r:id="rId359"/>
    <p:sldId id="678" r:id="rId360"/>
    <p:sldId id="888" r:id="rId361"/>
    <p:sldId id="690" r:id="rId362"/>
    <p:sldId id="680" r:id="rId363"/>
    <p:sldId id="679" r:id="rId364"/>
    <p:sldId id="681" r:id="rId365"/>
    <p:sldId id="684" r:id="rId366"/>
    <p:sldId id="889" r:id="rId367"/>
    <p:sldId id="890" r:id="rId368"/>
    <p:sldId id="595" r:id="rId369"/>
    <p:sldId id="683" r:id="rId370"/>
    <p:sldId id="458" r:id="rId371"/>
    <p:sldId id="459" r:id="rId372"/>
    <p:sldId id="481" r:id="rId373"/>
    <p:sldId id="796" r:id="rId374"/>
    <p:sldId id="899" r:id="rId375"/>
    <p:sldId id="904" r:id="rId376"/>
    <p:sldId id="905" r:id="rId377"/>
    <p:sldId id="731" r:id="rId378"/>
    <p:sldId id="732" r:id="rId379"/>
    <p:sldId id="734" r:id="rId380"/>
    <p:sldId id="733" r:id="rId381"/>
    <p:sldId id="735" r:id="rId38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352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tableStyles" Target="tableStyles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notesMaster" Target="notesMasters/notesMaster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commentAuthors" Target="commentAuthor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presProps" Target="presProp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viewProps" Target="view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theme" Target="theme/theme1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05/06/2026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05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14553</Words>
  <Application>Microsoft Office PowerPoint</Application>
  <PresentationFormat>Widescreen</PresentationFormat>
  <Paragraphs>3629</Paragraphs>
  <Slides>381</Slides>
  <Notes>296</Notes>
  <HiddenSlides>164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2026-06-05T09:45:00Z</dcterms:modified>
</cp:coreProperties>
</file>