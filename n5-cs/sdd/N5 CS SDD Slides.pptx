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391"/>
  </p:notesMasterIdLst>
  <p:sldIdLst>
    <p:sldId id="262" r:id="rId5"/>
    <p:sldId id="424" r:id="rId6"/>
    <p:sldId id="505" r:id="rId7"/>
    <p:sldId id="829" r:id="rId8"/>
    <p:sldId id="830" r:id="rId9"/>
    <p:sldId id="488" r:id="rId10"/>
    <p:sldId id="596" r:id="rId11"/>
    <p:sldId id="614" r:id="rId12"/>
    <p:sldId id="658" r:id="rId13"/>
    <p:sldId id="260" r:id="rId14"/>
    <p:sldId id="659" r:id="rId15"/>
    <p:sldId id="660" r:id="rId16"/>
    <p:sldId id="661" r:id="rId17"/>
    <p:sldId id="825" r:id="rId18"/>
    <p:sldId id="383" r:id="rId19"/>
    <p:sldId id="282" r:id="rId20"/>
    <p:sldId id="738" r:id="rId21"/>
    <p:sldId id="283" r:id="rId22"/>
    <p:sldId id="739" r:id="rId23"/>
    <p:sldId id="284" r:id="rId24"/>
    <p:sldId id="740" r:id="rId25"/>
    <p:sldId id="285" r:id="rId26"/>
    <p:sldId id="741" r:id="rId27"/>
    <p:sldId id="286" r:id="rId28"/>
    <p:sldId id="742" r:id="rId29"/>
    <p:sldId id="287" r:id="rId30"/>
    <p:sldId id="323" r:id="rId31"/>
    <p:sldId id="264" r:id="rId32"/>
    <p:sldId id="320" r:id="rId33"/>
    <p:sldId id="382" r:id="rId34"/>
    <p:sldId id="384" r:id="rId35"/>
    <p:sldId id="385" r:id="rId36"/>
    <p:sldId id="280" r:id="rId37"/>
    <p:sldId id="281" r:id="rId38"/>
    <p:sldId id="605" r:id="rId39"/>
    <p:sldId id="616" r:id="rId40"/>
    <p:sldId id="615" r:id="rId41"/>
    <p:sldId id="617" r:id="rId42"/>
    <p:sldId id="370" r:id="rId43"/>
    <p:sldId id="754" r:id="rId44"/>
    <p:sldId id="638" r:id="rId45"/>
    <p:sldId id="755" r:id="rId46"/>
    <p:sldId id="663" r:id="rId47"/>
    <p:sldId id="265" r:id="rId48"/>
    <p:sldId id="626" r:id="rId49"/>
    <p:sldId id="266" r:id="rId50"/>
    <p:sldId id="625" r:id="rId51"/>
    <p:sldId id="542" r:id="rId52"/>
    <p:sldId id="296" r:id="rId53"/>
    <p:sldId id="544" r:id="rId54"/>
    <p:sldId id="664" r:id="rId55"/>
    <p:sldId id="665" r:id="rId56"/>
    <p:sldId id="667" r:id="rId57"/>
    <p:sldId id="913" r:id="rId58"/>
    <p:sldId id="909" r:id="rId59"/>
    <p:sldId id="914" r:id="rId60"/>
    <p:sldId id="911" r:id="rId61"/>
    <p:sldId id="912" r:id="rId62"/>
    <p:sldId id="823" r:id="rId63"/>
    <p:sldId id="826" r:id="rId64"/>
    <p:sldId id="827" r:id="rId65"/>
    <p:sldId id="535" r:id="rId66"/>
    <p:sldId id="840" r:id="rId67"/>
    <p:sldId id="839" r:id="rId68"/>
    <p:sldId id="470" r:id="rId69"/>
    <p:sldId id="824" r:id="rId70"/>
    <p:sldId id="828" r:id="rId71"/>
    <p:sldId id="772" r:id="rId72"/>
    <p:sldId id="781" r:id="rId73"/>
    <p:sldId id="782" r:id="rId74"/>
    <p:sldId id="784" r:id="rId75"/>
    <p:sldId id="785" r:id="rId76"/>
    <p:sldId id="815" r:id="rId77"/>
    <p:sldId id="816" r:id="rId78"/>
    <p:sldId id="267" r:id="rId79"/>
    <p:sldId id="288" r:id="rId80"/>
    <p:sldId id="289" r:id="rId81"/>
    <p:sldId id="290" r:id="rId82"/>
    <p:sldId id="619" r:id="rId83"/>
    <p:sldId id="291" r:id="rId84"/>
    <p:sldId id="322" r:id="rId85"/>
    <p:sldId id="844" r:id="rId86"/>
    <p:sldId id="512" r:id="rId87"/>
    <p:sldId id="516" r:id="rId88"/>
    <p:sldId id="514" r:id="rId89"/>
    <p:sldId id="515" r:id="rId90"/>
    <p:sldId id="620" r:id="rId91"/>
    <p:sldId id="621" r:id="rId92"/>
    <p:sldId id="268" r:id="rId93"/>
    <p:sldId id="529" r:id="rId94"/>
    <p:sldId id="531" r:id="rId95"/>
    <p:sldId id="259" r:id="rId96"/>
    <p:sldId id="300" r:id="rId97"/>
    <p:sldId id="608" r:id="rId98"/>
    <p:sldId id="609" r:id="rId99"/>
    <p:sldId id="843" r:id="rId100"/>
    <p:sldId id="517" r:id="rId101"/>
    <p:sldId id="518" r:id="rId102"/>
    <p:sldId id="519" r:id="rId103"/>
    <p:sldId id="524" r:id="rId104"/>
    <p:sldId id="520" r:id="rId105"/>
    <p:sldId id="521" r:id="rId106"/>
    <p:sldId id="522" r:id="rId107"/>
    <p:sldId id="523" r:id="rId108"/>
    <p:sldId id="532" r:id="rId109"/>
    <p:sldId id="533" r:id="rId110"/>
    <p:sldId id="534" r:id="rId111"/>
    <p:sldId id="545" r:id="rId112"/>
    <p:sldId id="371" r:id="rId113"/>
    <p:sldId id="607" r:id="rId114"/>
    <p:sldId id="410" r:id="rId115"/>
    <p:sldId id="764" r:id="rId116"/>
    <p:sldId id="411" r:id="rId117"/>
    <p:sldId id="413" r:id="rId118"/>
    <p:sldId id="412" r:id="rId119"/>
    <p:sldId id="606" r:id="rId120"/>
    <p:sldId id="845" r:id="rId121"/>
    <p:sldId id="846" r:id="rId122"/>
    <p:sldId id="269" r:id="rId123"/>
    <p:sldId id="737" r:id="rId124"/>
    <p:sldId id="855" r:id="rId125"/>
    <p:sldId id="856" r:id="rId126"/>
    <p:sldId id="858" r:id="rId127"/>
    <p:sldId id="857" r:id="rId128"/>
    <p:sldId id="859" r:id="rId129"/>
    <p:sldId id="758" r:id="rId130"/>
    <p:sldId id="759" r:id="rId131"/>
    <p:sldId id="760" r:id="rId132"/>
    <p:sldId id="276" r:id="rId133"/>
    <p:sldId id="381" r:id="rId134"/>
    <p:sldId id="766" r:id="rId135"/>
    <p:sldId id="271" r:id="rId136"/>
    <p:sldId id="311" r:id="rId137"/>
    <p:sldId id="312" r:id="rId138"/>
    <p:sldId id="313" r:id="rId139"/>
    <p:sldId id="427" r:id="rId140"/>
    <p:sldId id="316" r:id="rId141"/>
    <p:sldId id="642" r:id="rId142"/>
    <p:sldId id="318" r:id="rId143"/>
    <p:sldId id="442" r:id="rId144"/>
    <p:sldId id="451" r:id="rId145"/>
    <p:sldId id="452" r:id="rId146"/>
    <p:sldId id="874" r:id="rId147"/>
    <p:sldId id="875" r:id="rId148"/>
    <p:sldId id="879" r:id="rId149"/>
    <p:sldId id="863" r:id="rId150"/>
    <p:sldId id="867" r:id="rId151"/>
    <p:sldId id="688" r:id="rId152"/>
    <p:sldId id="871" r:id="rId153"/>
    <p:sldId id="878" r:id="rId154"/>
    <p:sldId id="443" r:id="rId155"/>
    <p:sldId id="453" r:id="rId156"/>
    <p:sldId id="669" r:id="rId157"/>
    <p:sldId id="876" r:id="rId158"/>
    <p:sldId id="877" r:id="rId159"/>
    <p:sldId id="786" r:id="rId160"/>
    <p:sldId id="773" r:id="rId161"/>
    <p:sldId id="774" r:id="rId162"/>
    <p:sldId id="775" r:id="rId163"/>
    <p:sldId id="776" r:id="rId164"/>
    <p:sldId id="880" r:id="rId165"/>
    <p:sldId id="685" r:id="rId166"/>
    <p:sldId id="868" r:id="rId167"/>
    <p:sldId id="872" r:id="rId168"/>
    <p:sldId id="873" r:id="rId169"/>
    <p:sldId id="881" r:id="rId170"/>
    <p:sldId id="272" r:id="rId171"/>
    <p:sldId id="343" r:id="rId172"/>
    <p:sldId id="352" r:id="rId173"/>
    <p:sldId id="349" r:id="rId174"/>
    <p:sldId id="671" r:id="rId175"/>
    <p:sldId id="340" r:id="rId176"/>
    <p:sldId id="351" r:id="rId177"/>
    <p:sldId id="348" r:id="rId178"/>
    <p:sldId id="670" r:id="rId179"/>
    <p:sldId id="346" r:id="rId180"/>
    <p:sldId id="353" r:id="rId181"/>
    <p:sldId id="350" r:id="rId182"/>
    <p:sldId id="672" r:id="rId183"/>
    <p:sldId id="319" r:id="rId184"/>
    <p:sldId id="589" r:id="rId185"/>
    <p:sldId id="884" r:id="rId186"/>
    <p:sldId id="883" r:id="rId187"/>
    <p:sldId id="677" r:id="rId188"/>
    <p:sldId id="592" r:id="rId189"/>
    <p:sldId id="882" r:id="rId190"/>
    <p:sldId id="430" r:id="rId191"/>
    <p:sldId id="622" r:id="rId192"/>
    <p:sldId id="767" r:id="rId193"/>
    <p:sldId id="327" r:id="rId194"/>
    <p:sldId id="429" r:id="rId195"/>
    <p:sldId id="437" r:id="rId196"/>
    <p:sldId id="768" r:id="rId197"/>
    <p:sldId id="594" r:id="rId198"/>
    <p:sldId id="275" r:id="rId199"/>
    <p:sldId id="473" r:id="rId200"/>
    <p:sldId id="563" r:id="rId201"/>
    <p:sldId id="474" r:id="rId202"/>
    <p:sldId id="652" r:id="rId203"/>
    <p:sldId id="655" r:id="rId204"/>
    <p:sldId id="402" r:id="rId205"/>
    <p:sldId id="571" r:id="rId206"/>
    <p:sldId id="572" r:id="rId207"/>
    <p:sldId id="564" r:id="rId208"/>
    <p:sldId id="566" r:id="rId209"/>
    <p:sldId id="404" r:id="rId210"/>
    <p:sldId id="405" r:id="rId211"/>
    <p:sldId id="391" r:id="rId212"/>
    <p:sldId id="567" r:id="rId213"/>
    <p:sldId id="885" r:id="rId214"/>
    <p:sldId id="393" r:id="rId215"/>
    <p:sldId id="394" r:id="rId216"/>
    <p:sldId id="270" r:id="rId217"/>
    <p:sldId id="363" r:id="rId218"/>
    <p:sldId id="367" r:id="rId219"/>
    <p:sldId id="362" r:id="rId220"/>
    <p:sldId id="682" r:id="rId221"/>
    <p:sldId id="763" r:id="rId222"/>
    <p:sldId id="274" r:id="rId223"/>
    <p:sldId id="365" r:id="rId224"/>
    <p:sldId id="886" r:id="rId225"/>
    <p:sldId id="887" r:id="rId226"/>
    <p:sldId id="769" r:id="rId227"/>
    <p:sldId id="770" r:id="rId228"/>
    <p:sldId id="892" r:id="rId229"/>
    <p:sldId id="893" r:id="rId230"/>
    <p:sldId id="894" r:id="rId231"/>
    <p:sldId id="895" r:id="rId232"/>
    <p:sldId id="673" r:id="rId233"/>
    <p:sldId id="674" r:id="rId234"/>
    <p:sldId id="675" r:id="rId235"/>
    <p:sldId id="406" r:id="rId236"/>
    <p:sldId id="644" r:id="rId237"/>
    <p:sldId id="771" r:id="rId238"/>
    <p:sldId id="612" r:id="rId239"/>
    <p:sldId id="613" r:id="rId240"/>
    <p:sldId id="820" r:id="rId241"/>
    <p:sldId id="821" r:id="rId242"/>
    <p:sldId id="817" r:id="rId243"/>
    <p:sldId id="818" r:id="rId244"/>
    <p:sldId id="897" r:id="rId245"/>
    <p:sldId id="898" r:id="rId246"/>
    <p:sldId id="273" r:id="rId247"/>
    <p:sldId id="354" r:id="rId248"/>
    <p:sldId id="356" r:id="rId249"/>
    <p:sldId id="805" r:id="rId250"/>
    <p:sldId id="258" r:id="rId251"/>
    <p:sldId id="357" r:id="rId252"/>
    <p:sldId id="358" r:id="rId253"/>
    <p:sldId id="647" r:id="rId254"/>
    <p:sldId id="629" r:id="rId255"/>
    <p:sldId id="636" r:id="rId256"/>
    <p:sldId id="361" r:id="rId257"/>
    <p:sldId id="637" r:id="rId258"/>
    <p:sldId id="797" r:id="rId259"/>
    <p:sldId id="787" r:id="rId260"/>
    <p:sldId id="792" r:id="rId261"/>
    <p:sldId id="793" r:id="rId262"/>
    <p:sldId id="794" r:id="rId263"/>
    <p:sldId id="795" r:id="rId264"/>
    <p:sldId id="277" r:id="rId265"/>
    <p:sldId id="434" r:id="rId266"/>
    <p:sldId id="648" r:id="rId267"/>
    <p:sldId id="380" r:id="rId268"/>
    <p:sldId id="689" r:id="rId269"/>
    <p:sldId id="439" r:id="rId270"/>
    <p:sldId id="440" r:id="rId271"/>
    <p:sldId id="461" r:id="rId272"/>
    <p:sldId id="743" r:id="rId273"/>
    <p:sldId id="729" r:id="rId274"/>
    <p:sldId id="819" r:id="rId275"/>
    <p:sldId id="490" r:id="rId276"/>
    <p:sldId id="487" r:id="rId277"/>
    <p:sldId id="744" r:id="rId278"/>
    <p:sldId id="745" r:id="rId279"/>
    <p:sldId id="482" r:id="rId280"/>
    <p:sldId id="483" r:id="rId281"/>
    <p:sldId id="752" r:id="rId282"/>
    <p:sldId id="753" r:id="rId283"/>
    <p:sldId id="484" r:id="rId284"/>
    <p:sldId id="489" r:id="rId285"/>
    <p:sldId id="748" r:id="rId286"/>
    <p:sldId id="749" r:id="rId287"/>
    <p:sldId id="492" r:id="rId288"/>
    <p:sldId id="493" r:id="rId289"/>
    <p:sldId id="525" r:id="rId290"/>
    <p:sldId id="526" r:id="rId291"/>
    <p:sldId id="906" r:id="rId292"/>
    <p:sldId id="907" r:id="rId293"/>
    <p:sldId id="908" r:id="rId294"/>
    <p:sldId id="507" r:id="rId295"/>
    <p:sldId id="751" r:id="rId296"/>
    <p:sldId id="494" r:id="rId297"/>
    <p:sldId id="495" r:id="rId298"/>
    <p:sldId id="496" r:id="rId299"/>
    <p:sldId id="548" r:id="rId300"/>
    <p:sldId id="549" r:id="rId301"/>
    <p:sldId id="420" r:id="rId302"/>
    <p:sldId id="550" r:id="rId303"/>
    <p:sldId id="554" r:id="rId304"/>
    <p:sldId id="557" r:id="rId305"/>
    <p:sldId id="551" r:id="rId306"/>
    <p:sldId id="862" r:id="rId307"/>
    <p:sldId id="861" r:id="rId308"/>
    <p:sldId id="556" r:id="rId309"/>
    <p:sldId id="552" r:id="rId310"/>
    <p:sldId id="419" r:id="rId311"/>
    <p:sldId id="558" r:id="rId312"/>
    <p:sldId id="559" r:id="rId313"/>
    <p:sldId id="561" r:id="rId314"/>
    <p:sldId id="560" r:id="rId315"/>
    <p:sldId id="562" r:id="rId316"/>
    <p:sldId id="579" r:id="rId317"/>
    <p:sldId id="831" r:id="rId318"/>
    <p:sldId id="581" r:id="rId319"/>
    <p:sldId id="832" r:id="rId320"/>
    <p:sldId id="580" r:id="rId321"/>
    <p:sldId id="833" r:id="rId322"/>
    <p:sldId id="585" r:id="rId323"/>
    <p:sldId id="834" r:id="rId324"/>
    <p:sldId id="822" r:id="rId325"/>
    <p:sldId id="837" r:id="rId326"/>
    <p:sldId id="553" r:id="rId327"/>
    <p:sldId id="418" r:id="rId328"/>
    <p:sldId id="654" r:id="rId329"/>
    <p:sldId id="586" r:id="rId330"/>
    <p:sldId id="632" r:id="rId331"/>
    <p:sldId id="500" r:id="rId332"/>
    <p:sldId id="565" r:id="rId333"/>
    <p:sldId id="634" r:id="rId334"/>
    <p:sldId id="587" r:id="rId335"/>
    <p:sldId id="657" r:id="rId336"/>
    <p:sldId id="838" r:id="rId337"/>
    <p:sldId id="503" r:id="rId338"/>
    <p:sldId id="504" r:id="rId339"/>
    <p:sldId id="798" r:id="rId340"/>
    <p:sldId id="808" r:id="rId341"/>
    <p:sldId id="803" r:id="rId342"/>
    <p:sldId id="809" r:id="rId343"/>
    <p:sldId id="804" r:id="rId344"/>
    <p:sldId id="810" r:id="rId345"/>
    <p:sldId id="802" r:id="rId346"/>
    <p:sldId id="811" r:id="rId347"/>
    <p:sldId id="841" r:id="rId348"/>
    <p:sldId id="842" r:id="rId349"/>
    <p:sldId id="799" r:id="rId350"/>
    <p:sldId id="812" r:id="rId351"/>
    <p:sldId id="800" r:id="rId352"/>
    <p:sldId id="813" r:id="rId353"/>
    <p:sldId id="801" r:id="rId354"/>
    <p:sldId id="814" r:id="rId355"/>
    <p:sldId id="860" r:id="rId356"/>
    <p:sldId id="806" r:id="rId357"/>
    <p:sldId id="807" r:id="rId358"/>
    <p:sldId id="847" r:id="rId359"/>
    <p:sldId id="848" r:id="rId360"/>
    <p:sldId id="849" r:id="rId361"/>
    <p:sldId id="850" r:id="rId362"/>
    <p:sldId id="851" r:id="rId363"/>
    <p:sldId id="852" r:id="rId364"/>
    <p:sldId id="853" r:id="rId365"/>
    <p:sldId id="854" r:id="rId366"/>
    <p:sldId id="891" r:id="rId367"/>
    <p:sldId id="678" r:id="rId368"/>
    <p:sldId id="888" r:id="rId369"/>
    <p:sldId id="690" r:id="rId370"/>
    <p:sldId id="680" r:id="rId371"/>
    <p:sldId id="679" r:id="rId372"/>
    <p:sldId id="681" r:id="rId373"/>
    <p:sldId id="684" r:id="rId374"/>
    <p:sldId id="889" r:id="rId375"/>
    <p:sldId id="890" r:id="rId376"/>
    <p:sldId id="595" r:id="rId377"/>
    <p:sldId id="683" r:id="rId378"/>
    <p:sldId id="458" r:id="rId379"/>
    <p:sldId id="459" r:id="rId380"/>
    <p:sldId id="481" r:id="rId381"/>
    <p:sldId id="796" r:id="rId382"/>
    <p:sldId id="899" r:id="rId383"/>
    <p:sldId id="904" r:id="rId384"/>
    <p:sldId id="905" r:id="rId385"/>
    <p:sldId id="731" r:id="rId386"/>
    <p:sldId id="732" r:id="rId387"/>
    <p:sldId id="734" r:id="rId388"/>
    <p:sldId id="733" r:id="rId389"/>
    <p:sldId id="735" r:id="rId390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Type Hinting" id="{D5151E64-844C-4DDC-9BD9-3775F2A81EE9}">
          <p14:sldIdLst>
            <p14:sldId id="913"/>
            <p14:sldId id="909"/>
            <p14:sldId id="914"/>
            <p14:sldId id="911"/>
            <p14:sldId id="912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1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841"/>
            <p14:sldId id="842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06"/>
            <p14:sldId id="807"/>
          </p14:sldIdLst>
        </p14:section>
        <p14:section name="Fxed loop 2" id="{CBC31685-3044-4267-8198-D5DC304E5F81}">
          <p14:sldIdLst>
            <p14:sldId id="847"/>
            <p14:sldId id="848"/>
            <p14:sldId id="849"/>
            <p14:sldId id="850"/>
            <p14:sldId id="851"/>
            <p14:sldId id="852"/>
            <p14:sldId id="853"/>
            <p14:sldId id="854"/>
          </p14:sldIdLst>
        </p14:section>
        <p14:section name="Input validation 2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890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Traversing 1-D Array 2" id="{A7979518-F93C-47A9-BB09-869261A0E69B}">
          <p14:sldIdLst>
            <p14:sldId id="899"/>
            <p14:sldId id="904"/>
            <p14:sldId id="905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3" autoAdjust="0"/>
    <p:restoredTop sz="79595" autoAdjust="0"/>
  </p:normalViewPr>
  <p:slideViewPr>
    <p:cSldViewPr snapToGrid="0" showGuides="1">
      <p:cViewPr varScale="1">
        <p:scale>
          <a:sx n="53" d="100"/>
          <a:sy n="53" d="100"/>
        </p:scale>
        <p:origin x="928" y="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99" Type="http://schemas.openxmlformats.org/officeDocument/2006/relationships/slide" Target="slides/slide295.xml"/><Relationship Id="rId21" Type="http://schemas.openxmlformats.org/officeDocument/2006/relationships/slide" Target="slides/slide17.xml"/><Relationship Id="rId63" Type="http://schemas.openxmlformats.org/officeDocument/2006/relationships/slide" Target="slides/slide59.xml"/><Relationship Id="rId159" Type="http://schemas.openxmlformats.org/officeDocument/2006/relationships/slide" Target="slides/slide155.xml"/><Relationship Id="rId324" Type="http://schemas.openxmlformats.org/officeDocument/2006/relationships/slide" Target="slides/slide320.xml"/><Relationship Id="rId366" Type="http://schemas.openxmlformats.org/officeDocument/2006/relationships/slide" Target="slides/slide362.xml"/><Relationship Id="rId170" Type="http://schemas.openxmlformats.org/officeDocument/2006/relationships/slide" Target="slides/slide166.xml"/><Relationship Id="rId226" Type="http://schemas.openxmlformats.org/officeDocument/2006/relationships/slide" Target="slides/slide222.xml"/><Relationship Id="rId268" Type="http://schemas.openxmlformats.org/officeDocument/2006/relationships/slide" Target="slides/slide264.xml"/><Relationship Id="rId32" Type="http://schemas.openxmlformats.org/officeDocument/2006/relationships/slide" Target="slides/slide28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335" Type="http://schemas.openxmlformats.org/officeDocument/2006/relationships/slide" Target="slides/slide331.xml"/><Relationship Id="rId377" Type="http://schemas.openxmlformats.org/officeDocument/2006/relationships/slide" Target="slides/slide373.xml"/><Relationship Id="rId5" Type="http://schemas.openxmlformats.org/officeDocument/2006/relationships/slide" Target="slides/slide1.xml"/><Relationship Id="rId181" Type="http://schemas.openxmlformats.org/officeDocument/2006/relationships/slide" Target="slides/slide177.xml"/><Relationship Id="rId237" Type="http://schemas.openxmlformats.org/officeDocument/2006/relationships/slide" Target="slides/slide233.xml"/><Relationship Id="rId279" Type="http://schemas.openxmlformats.org/officeDocument/2006/relationships/slide" Target="slides/slide275.xml"/><Relationship Id="rId43" Type="http://schemas.openxmlformats.org/officeDocument/2006/relationships/slide" Target="slides/slide39.xml"/><Relationship Id="rId139" Type="http://schemas.openxmlformats.org/officeDocument/2006/relationships/slide" Target="slides/slide135.xml"/><Relationship Id="rId290" Type="http://schemas.openxmlformats.org/officeDocument/2006/relationships/slide" Target="slides/slide286.xml"/><Relationship Id="rId304" Type="http://schemas.openxmlformats.org/officeDocument/2006/relationships/slide" Target="slides/slide300.xml"/><Relationship Id="rId346" Type="http://schemas.openxmlformats.org/officeDocument/2006/relationships/slide" Target="slides/slide342.xml"/><Relationship Id="rId388" Type="http://schemas.openxmlformats.org/officeDocument/2006/relationships/slide" Target="slides/slide384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248" Type="http://schemas.openxmlformats.org/officeDocument/2006/relationships/slide" Target="slides/slide244.xml"/><Relationship Id="rId12" Type="http://schemas.openxmlformats.org/officeDocument/2006/relationships/slide" Target="slides/slide8.xml"/><Relationship Id="rId108" Type="http://schemas.openxmlformats.org/officeDocument/2006/relationships/slide" Target="slides/slide104.xml"/><Relationship Id="rId315" Type="http://schemas.openxmlformats.org/officeDocument/2006/relationships/slide" Target="slides/slide311.xml"/><Relationship Id="rId357" Type="http://schemas.openxmlformats.org/officeDocument/2006/relationships/slide" Target="slides/slide353.xml"/><Relationship Id="rId54" Type="http://schemas.openxmlformats.org/officeDocument/2006/relationships/slide" Target="slides/slide50.xml"/><Relationship Id="rId96" Type="http://schemas.openxmlformats.org/officeDocument/2006/relationships/slide" Target="slides/slide92.xml"/><Relationship Id="rId161" Type="http://schemas.openxmlformats.org/officeDocument/2006/relationships/slide" Target="slides/slide157.xml"/><Relationship Id="rId217" Type="http://schemas.openxmlformats.org/officeDocument/2006/relationships/slide" Target="slides/slide213.xml"/><Relationship Id="rId259" Type="http://schemas.openxmlformats.org/officeDocument/2006/relationships/slide" Target="slides/slide255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270" Type="http://schemas.openxmlformats.org/officeDocument/2006/relationships/slide" Target="slides/slide266.xml"/><Relationship Id="rId326" Type="http://schemas.openxmlformats.org/officeDocument/2006/relationships/slide" Target="slides/slide322.xml"/><Relationship Id="rId65" Type="http://schemas.openxmlformats.org/officeDocument/2006/relationships/slide" Target="slides/slide61.xml"/><Relationship Id="rId130" Type="http://schemas.openxmlformats.org/officeDocument/2006/relationships/slide" Target="slides/slide126.xml"/><Relationship Id="rId368" Type="http://schemas.openxmlformats.org/officeDocument/2006/relationships/slide" Target="slides/slide364.xml"/><Relationship Id="rId172" Type="http://schemas.openxmlformats.org/officeDocument/2006/relationships/slide" Target="slides/slide168.xml"/><Relationship Id="rId228" Type="http://schemas.openxmlformats.org/officeDocument/2006/relationships/slide" Target="slides/slide224.xml"/><Relationship Id="rId281" Type="http://schemas.openxmlformats.org/officeDocument/2006/relationships/slide" Target="slides/slide277.xml"/><Relationship Id="rId337" Type="http://schemas.openxmlformats.org/officeDocument/2006/relationships/slide" Target="slides/slide333.xml"/><Relationship Id="rId34" Type="http://schemas.openxmlformats.org/officeDocument/2006/relationships/slide" Target="slides/slide30.xml"/><Relationship Id="rId76" Type="http://schemas.openxmlformats.org/officeDocument/2006/relationships/slide" Target="slides/slide72.xml"/><Relationship Id="rId141" Type="http://schemas.openxmlformats.org/officeDocument/2006/relationships/slide" Target="slides/slide137.xml"/><Relationship Id="rId379" Type="http://schemas.openxmlformats.org/officeDocument/2006/relationships/slide" Target="slides/slide375.xml"/><Relationship Id="rId7" Type="http://schemas.openxmlformats.org/officeDocument/2006/relationships/slide" Target="slides/slide3.xml"/><Relationship Id="rId183" Type="http://schemas.openxmlformats.org/officeDocument/2006/relationships/slide" Target="slides/slide179.xml"/><Relationship Id="rId239" Type="http://schemas.openxmlformats.org/officeDocument/2006/relationships/slide" Target="slides/slide235.xml"/><Relationship Id="rId390" Type="http://schemas.openxmlformats.org/officeDocument/2006/relationships/slide" Target="slides/slide386.xml"/><Relationship Id="rId250" Type="http://schemas.openxmlformats.org/officeDocument/2006/relationships/slide" Target="slides/slide246.xml"/><Relationship Id="rId292" Type="http://schemas.openxmlformats.org/officeDocument/2006/relationships/slide" Target="slides/slide288.xml"/><Relationship Id="rId306" Type="http://schemas.openxmlformats.org/officeDocument/2006/relationships/slide" Target="slides/slide302.xml"/><Relationship Id="rId45" Type="http://schemas.openxmlformats.org/officeDocument/2006/relationships/slide" Target="slides/slide41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348" Type="http://schemas.openxmlformats.org/officeDocument/2006/relationships/slide" Target="slides/slide344.xml"/><Relationship Id="rId152" Type="http://schemas.openxmlformats.org/officeDocument/2006/relationships/slide" Target="slides/slide148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261" Type="http://schemas.openxmlformats.org/officeDocument/2006/relationships/slide" Target="slides/slide257.xml"/><Relationship Id="rId14" Type="http://schemas.openxmlformats.org/officeDocument/2006/relationships/slide" Target="slides/slide10.xml"/><Relationship Id="rId56" Type="http://schemas.openxmlformats.org/officeDocument/2006/relationships/slide" Target="slides/slide52.xml"/><Relationship Id="rId317" Type="http://schemas.openxmlformats.org/officeDocument/2006/relationships/slide" Target="slides/slide313.xml"/><Relationship Id="rId359" Type="http://schemas.openxmlformats.org/officeDocument/2006/relationships/slide" Target="slides/slide355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63" Type="http://schemas.openxmlformats.org/officeDocument/2006/relationships/slide" Target="slides/slide159.xml"/><Relationship Id="rId219" Type="http://schemas.openxmlformats.org/officeDocument/2006/relationships/slide" Target="slides/slide215.xml"/><Relationship Id="rId370" Type="http://schemas.openxmlformats.org/officeDocument/2006/relationships/slide" Target="slides/slide366.xml"/><Relationship Id="rId230" Type="http://schemas.openxmlformats.org/officeDocument/2006/relationships/slide" Target="slides/slide226.xml"/><Relationship Id="rId25" Type="http://schemas.openxmlformats.org/officeDocument/2006/relationships/slide" Target="slides/slide21.xml"/><Relationship Id="rId67" Type="http://schemas.openxmlformats.org/officeDocument/2006/relationships/slide" Target="slides/slide63.xml"/><Relationship Id="rId272" Type="http://schemas.openxmlformats.org/officeDocument/2006/relationships/slide" Target="slides/slide268.xml"/><Relationship Id="rId328" Type="http://schemas.openxmlformats.org/officeDocument/2006/relationships/slide" Target="slides/slide324.xml"/><Relationship Id="rId132" Type="http://schemas.openxmlformats.org/officeDocument/2006/relationships/slide" Target="slides/slide128.xml"/><Relationship Id="rId174" Type="http://schemas.openxmlformats.org/officeDocument/2006/relationships/slide" Target="slides/slide170.xml"/><Relationship Id="rId381" Type="http://schemas.openxmlformats.org/officeDocument/2006/relationships/slide" Target="slides/slide377.xml"/><Relationship Id="rId241" Type="http://schemas.openxmlformats.org/officeDocument/2006/relationships/slide" Target="slides/slide237.xml"/><Relationship Id="rId36" Type="http://schemas.openxmlformats.org/officeDocument/2006/relationships/slide" Target="slides/slide32.xml"/><Relationship Id="rId283" Type="http://schemas.openxmlformats.org/officeDocument/2006/relationships/slide" Target="slides/slide279.xml"/><Relationship Id="rId339" Type="http://schemas.openxmlformats.org/officeDocument/2006/relationships/slide" Target="slides/slide335.xml"/><Relationship Id="rId78" Type="http://schemas.openxmlformats.org/officeDocument/2006/relationships/slide" Target="slides/slide74.xml"/><Relationship Id="rId101" Type="http://schemas.openxmlformats.org/officeDocument/2006/relationships/slide" Target="slides/slide97.xml"/><Relationship Id="rId143" Type="http://schemas.openxmlformats.org/officeDocument/2006/relationships/slide" Target="slides/slide139.xml"/><Relationship Id="rId185" Type="http://schemas.openxmlformats.org/officeDocument/2006/relationships/slide" Target="slides/slide181.xml"/><Relationship Id="rId350" Type="http://schemas.openxmlformats.org/officeDocument/2006/relationships/slide" Target="slides/slide346.xml"/><Relationship Id="rId9" Type="http://schemas.openxmlformats.org/officeDocument/2006/relationships/slide" Target="slides/slide5.xml"/><Relationship Id="rId210" Type="http://schemas.openxmlformats.org/officeDocument/2006/relationships/slide" Target="slides/slide206.xml"/><Relationship Id="rId392" Type="http://schemas.openxmlformats.org/officeDocument/2006/relationships/commentAuthors" Target="commentAuthors.xml"/><Relationship Id="rId252" Type="http://schemas.openxmlformats.org/officeDocument/2006/relationships/slide" Target="slides/slide248.xml"/><Relationship Id="rId294" Type="http://schemas.openxmlformats.org/officeDocument/2006/relationships/slide" Target="slides/slide290.xml"/><Relationship Id="rId308" Type="http://schemas.openxmlformats.org/officeDocument/2006/relationships/slide" Target="slides/slide304.xml"/><Relationship Id="rId47" Type="http://schemas.openxmlformats.org/officeDocument/2006/relationships/slide" Target="slides/slide43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54" Type="http://schemas.openxmlformats.org/officeDocument/2006/relationships/slide" Target="slides/slide150.xml"/><Relationship Id="rId361" Type="http://schemas.openxmlformats.org/officeDocument/2006/relationships/slide" Target="slides/slide357.xml"/><Relationship Id="rId196" Type="http://schemas.openxmlformats.org/officeDocument/2006/relationships/slide" Target="slides/slide192.xml"/><Relationship Id="rId16" Type="http://schemas.openxmlformats.org/officeDocument/2006/relationships/slide" Target="slides/slide12.xml"/><Relationship Id="rId221" Type="http://schemas.openxmlformats.org/officeDocument/2006/relationships/slide" Target="slides/slide217.xml"/><Relationship Id="rId242" Type="http://schemas.openxmlformats.org/officeDocument/2006/relationships/slide" Target="slides/slide238.xml"/><Relationship Id="rId263" Type="http://schemas.openxmlformats.org/officeDocument/2006/relationships/slide" Target="slides/slide259.xml"/><Relationship Id="rId284" Type="http://schemas.openxmlformats.org/officeDocument/2006/relationships/slide" Target="slides/slide280.xml"/><Relationship Id="rId319" Type="http://schemas.openxmlformats.org/officeDocument/2006/relationships/slide" Target="slides/slide315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330" Type="http://schemas.openxmlformats.org/officeDocument/2006/relationships/slide" Target="slides/slide326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186" Type="http://schemas.openxmlformats.org/officeDocument/2006/relationships/slide" Target="slides/slide182.xml"/><Relationship Id="rId351" Type="http://schemas.openxmlformats.org/officeDocument/2006/relationships/slide" Target="slides/slide347.xml"/><Relationship Id="rId372" Type="http://schemas.openxmlformats.org/officeDocument/2006/relationships/slide" Target="slides/slide368.xml"/><Relationship Id="rId393" Type="http://schemas.openxmlformats.org/officeDocument/2006/relationships/presProps" Target="presProps.xml"/><Relationship Id="rId211" Type="http://schemas.openxmlformats.org/officeDocument/2006/relationships/slide" Target="slides/slide207.xml"/><Relationship Id="rId232" Type="http://schemas.openxmlformats.org/officeDocument/2006/relationships/slide" Target="slides/slide228.xml"/><Relationship Id="rId253" Type="http://schemas.openxmlformats.org/officeDocument/2006/relationships/slide" Target="slides/slide249.xml"/><Relationship Id="rId274" Type="http://schemas.openxmlformats.org/officeDocument/2006/relationships/slide" Target="slides/slide270.xml"/><Relationship Id="rId295" Type="http://schemas.openxmlformats.org/officeDocument/2006/relationships/slide" Target="slides/slide291.xml"/><Relationship Id="rId309" Type="http://schemas.openxmlformats.org/officeDocument/2006/relationships/slide" Target="slides/slide305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320" Type="http://schemas.openxmlformats.org/officeDocument/2006/relationships/slide" Target="slides/slide316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openxmlformats.org/officeDocument/2006/relationships/slide" Target="slides/slide172.xml"/><Relationship Id="rId197" Type="http://schemas.openxmlformats.org/officeDocument/2006/relationships/slide" Target="slides/slide193.xml"/><Relationship Id="rId341" Type="http://schemas.openxmlformats.org/officeDocument/2006/relationships/slide" Target="slides/slide337.xml"/><Relationship Id="rId362" Type="http://schemas.openxmlformats.org/officeDocument/2006/relationships/slide" Target="slides/slide358.xml"/><Relationship Id="rId383" Type="http://schemas.openxmlformats.org/officeDocument/2006/relationships/slide" Target="slides/slide379.xml"/><Relationship Id="rId201" Type="http://schemas.openxmlformats.org/officeDocument/2006/relationships/slide" Target="slides/slide197.xml"/><Relationship Id="rId222" Type="http://schemas.openxmlformats.org/officeDocument/2006/relationships/slide" Target="slides/slide218.xml"/><Relationship Id="rId243" Type="http://schemas.openxmlformats.org/officeDocument/2006/relationships/slide" Target="slides/slide239.xml"/><Relationship Id="rId264" Type="http://schemas.openxmlformats.org/officeDocument/2006/relationships/slide" Target="slides/slide260.xml"/><Relationship Id="rId285" Type="http://schemas.openxmlformats.org/officeDocument/2006/relationships/slide" Target="slides/slide28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310" Type="http://schemas.openxmlformats.org/officeDocument/2006/relationships/slide" Target="slides/slide306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331" Type="http://schemas.openxmlformats.org/officeDocument/2006/relationships/slide" Target="slides/slide327.xml"/><Relationship Id="rId352" Type="http://schemas.openxmlformats.org/officeDocument/2006/relationships/slide" Target="slides/slide348.xml"/><Relationship Id="rId373" Type="http://schemas.openxmlformats.org/officeDocument/2006/relationships/slide" Target="slides/slide369.xml"/><Relationship Id="rId394" Type="http://schemas.openxmlformats.org/officeDocument/2006/relationships/viewProps" Target="viewProps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33" Type="http://schemas.openxmlformats.org/officeDocument/2006/relationships/slide" Target="slides/slide229.xml"/><Relationship Id="rId254" Type="http://schemas.openxmlformats.org/officeDocument/2006/relationships/slide" Target="slides/slide250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275" Type="http://schemas.openxmlformats.org/officeDocument/2006/relationships/slide" Target="slides/slide271.xml"/><Relationship Id="rId296" Type="http://schemas.openxmlformats.org/officeDocument/2006/relationships/slide" Target="slides/slide292.xml"/><Relationship Id="rId300" Type="http://schemas.openxmlformats.org/officeDocument/2006/relationships/slide" Target="slides/slide296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321" Type="http://schemas.openxmlformats.org/officeDocument/2006/relationships/slide" Target="slides/slide317.xml"/><Relationship Id="rId342" Type="http://schemas.openxmlformats.org/officeDocument/2006/relationships/slide" Target="slides/slide338.xml"/><Relationship Id="rId363" Type="http://schemas.openxmlformats.org/officeDocument/2006/relationships/slide" Target="slides/slide359.xml"/><Relationship Id="rId384" Type="http://schemas.openxmlformats.org/officeDocument/2006/relationships/slide" Target="slides/slide380.xml"/><Relationship Id="rId202" Type="http://schemas.openxmlformats.org/officeDocument/2006/relationships/slide" Target="slides/slide198.xml"/><Relationship Id="rId223" Type="http://schemas.openxmlformats.org/officeDocument/2006/relationships/slide" Target="slides/slide219.xml"/><Relationship Id="rId244" Type="http://schemas.openxmlformats.org/officeDocument/2006/relationships/slide" Target="slides/slide240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265" Type="http://schemas.openxmlformats.org/officeDocument/2006/relationships/slide" Target="slides/slide261.xml"/><Relationship Id="rId286" Type="http://schemas.openxmlformats.org/officeDocument/2006/relationships/slide" Target="slides/slide282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311" Type="http://schemas.openxmlformats.org/officeDocument/2006/relationships/slide" Target="slides/slide307.xml"/><Relationship Id="rId332" Type="http://schemas.openxmlformats.org/officeDocument/2006/relationships/slide" Target="slides/slide328.xml"/><Relationship Id="rId353" Type="http://schemas.openxmlformats.org/officeDocument/2006/relationships/slide" Target="slides/slide349.xml"/><Relationship Id="rId374" Type="http://schemas.openxmlformats.org/officeDocument/2006/relationships/slide" Target="slides/slide370.xml"/><Relationship Id="rId395" Type="http://schemas.openxmlformats.org/officeDocument/2006/relationships/theme" Target="theme/theme1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34" Type="http://schemas.openxmlformats.org/officeDocument/2006/relationships/slide" Target="slides/slide230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55" Type="http://schemas.openxmlformats.org/officeDocument/2006/relationships/slide" Target="slides/slide251.xml"/><Relationship Id="rId276" Type="http://schemas.openxmlformats.org/officeDocument/2006/relationships/slide" Target="slides/slide272.xml"/><Relationship Id="rId297" Type="http://schemas.openxmlformats.org/officeDocument/2006/relationships/slide" Target="slides/slide293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301" Type="http://schemas.openxmlformats.org/officeDocument/2006/relationships/slide" Target="slides/slide297.xml"/><Relationship Id="rId322" Type="http://schemas.openxmlformats.org/officeDocument/2006/relationships/slide" Target="slides/slide318.xml"/><Relationship Id="rId343" Type="http://schemas.openxmlformats.org/officeDocument/2006/relationships/slide" Target="slides/slide339.xml"/><Relationship Id="rId364" Type="http://schemas.openxmlformats.org/officeDocument/2006/relationships/slide" Target="slides/slide360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385" Type="http://schemas.openxmlformats.org/officeDocument/2006/relationships/slide" Target="slides/slide381.xml"/><Relationship Id="rId19" Type="http://schemas.openxmlformats.org/officeDocument/2006/relationships/slide" Target="slides/slide15.xml"/><Relationship Id="rId224" Type="http://schemas.openxmlformats.org/officeDocument/2006/relationships/slide" Target="slides/slide220.xml"/><Relationship Id="rId245" Type="http://schemas.openxmlformats.org/officeDocument/2006/relationships/slide" Target="slides/slide241.xml"/><Relationship Id="rId266" Type="http://schemas.openxmlformats.org/officeDocument/2006/relationships/slide" Target="slides/slide262.xml"/><Relationship Id="rId287" Type="http://schemas.openxmlformats.org/officeDocument/2006/relationships/slide" Target="slides/slide283.xml"/><Relationship Id="rId30" Type="http://schemas.openxmlformats.org/officeDocument/2006/relationships/slide" Target="slides/slide2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312" Type="http://schemas.openxmlformats.org/officeDocument/2006/relationships/slide" Target="slides/slide308.xml"/><Relationship Id="rId333" Type="http://schemas.openxmlformats.org/officeDocument/2006/relationships/slide" Target="slides/slide329.xml"/><Relationship Id="rId354" Type="http://schemas.openxmlformats.org/officeDocument/2006/relationships/slide" Target="slides/slide350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189" Type="http://schemas.openxmlformats.org/officeDocument/2006/relationships/slide" Target="slides/slide185.xml"/><Relationship Id="rId375" Type="http://schemas.openxmlformats.org/officeDocument/2006/relationships/slide" Target="slides/slide371.xml"/><Relationship Id="rId39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4" Type="http://schemas.openxmlformats.org/officeDocument/2006/relationships/slide" Target="slides/slide210.xml"/><Relationship Id="rId235" Type="http://schemas.openxmlformats.org/officeDocument/2006/relationships/slide" Target="slides/slide231.xml"/><Relationship Id="rId256" Type="http://schemas.openxmlformats.org/officeDocument/2006/relationships/slide" Target="slides/slide252.xml"/><Relationship Id="rId277" Type="http://schemas.openxmlformats.org/officeDocument/2006/relationships/slide" Target="slides/slide273.xml"/><Relationship Id="rId298" Type="http://schemas.openxmlformats.org/officeDocument/2006/relationships/slide" Target="slides/slide294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302" Type="http://schemas.openxmlformats.org/officeDocument/2006/relationships/slide" Target="slides/slide298.xml"/><Relationship Id="rId323" Type="http://schemas.openxmlformats.org/officeDocument/2006/relationships/slide" Target="slides/slide319.xml"/><Relationship Id="rId344" Type="http://schemas.openxmlformats.org/officeDocument/2006/relationships/slide" Target="slides/slide340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179" Type="http://schemas.openxmlformats.org/officeDocument/2006/relationships/slide" Target="slides/slide175.xml"/><Relationship Id="rId365" Type="http://schemas.openxmlformats.org/officeDocument/2006/relationships/slide" Target="slides/slide361.xml"/><Relationship Id="rId386" Type="http://schemas.openxmlformats.org/officeDocument/2006/relationships/slide" Target="slides/slide382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225" Type="http://schemas.openxmlformats.org/officeDocument/2006/relationships/slide" Target="slides/slide221.xml"/><Relationship Id="rId246" Type="http://schemas.openxmlformats.org/officeDocument/2006/relationships/slide" Target="slides/slide242.xml"/><Relationship Id="rId267" Type="http://schemas.openxmlformats.org/officeDocument/2006/relationships/slide" Target="slides/slide263.xml"/><Relationship Id="rId288" Type="http://schemas.openxmlformats.org/officeDocument/2006/relationships/slide" Target="slides/slide284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313" Type="http://schemas.openxmlformats.org/officeDocument/2006/relationships/slide" Target="slides/slide309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94" Type="http://schemas.openxmlformats.org/officeDocument/2006/relationships/slide" Target="slides/slide90.xml"/><Relationship Id="rId148" Type="http://schemas.openxmlformats.org/officeDocument/2006/relationships/slide" Target="slides/slide144.xml"/><Relationship Id="rId169" Type="http://schemas.openxmlformats.org/officeDocument/2006/relationships/slide" Target="slides/slide165.xml"/><Relationship Id="rId334" Type="http://schemas.openxmlformats.org/officeDocument/2006/relationships/slide" Target="slides/slide330.xml"/><Relationship Id="rId355" Type="http://schemas.openxmlformats.org/officeDocument/2006/relationships/slide" Target="slides/slide351.xml"/><Relationship Id="rId376" Type="http://schemas.openxmlformats.org/officeDocument/2006/relationships/slide" Target="slides/slide372.xml"/><Relationship Id="rId4" Type="http://schemas.openxmlformats.org/officeDocument/2006/relationships/slideMaster" Target="slideMasters/slideMaster1.xml"/><Relationship Id="rId180" Type="http://schemas.openxmlformats.org/officeDocument/2006/relationships/slide" Target="slides/slide176.xml"/><Relationship Id="rId215" Type="http://schemas.openxmlformats.org/officeDocument/2006/relationships/slide" Target="slides/slide211.xml"/><Relationship Id="rId236" Type="http://schemas.openxmlformats.org/officeDocument/2006/relationships/slide" Target="slides/slide232.xml"/><Relationship Id="rId257" Type="http://schemas.openxmlformats.org/officeDocument/2006/relationships/slide" Target="slides/slide253.xml"/><Relationship Id="rId278" Type="http://schemas.openxmlformats.org/officeDocument/2006/relationships/slide" Target="slides/slide274.xml"/><Relationship Id="rId303" Type="http://schemas.openxmlformats.org/officeDocument/2006/relationships/slide" Target="slides/slide299.xml"/><Relationship Id="rId42" Type="http://schemas.openxmlformats.org/officeDocument/2006/relationships/slide" Target="slides/slide38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345" Type="http://schemas.openxmlformats.org/officeDocument/2006/relationships/slide" Target="slides/slide341.xml"/><Relationship Id="rId387" Type="http://schemas.openxmlformats.org/officeDocument/2006/relationships/slide" Target="slides/slide383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247" Type="http://schemas.openxmlformats.org/officeDocument/2006/relationships/slide" Target="slides/slide243.xml"/><Relationship Id="rId107" Type="http://schemas.openxmlformats.org/officeDocument/2006/relationships/slide" Target="slides/slide103.xml"/><Relationship Id="rId289" Type="http://schemas.openxmlformats.org/officeDocument/2006/relationships/slide" Target="slides/slide285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9" Type="http://schemas.openxmlformats.org/officeDocument/2006/relationships/slide" Target="slides/slide145.xml"/><Relationship Id="rId314" Type="http://schemas.openxmlformats.org/officeDocument/2006/relationships/slide" Target="slides/slide310.xml"/><Relationship Id="rId356" Type="http://schemas.openxmlformats.org/officeDocument/2006/relationships/slide" Target="slides/slide352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16" Type="http://schemas.openxmlformats.org/officeDocument/2006/relationships/slide" Target="slides/slide212.xml"/><Relationship Id="rId258" Type="http://schemas.openxmlformats.org/officeDocument/2006/relationships/slide" Target="slides/slide254.xml"/><Relationship Id="rId22" Type="http://schemas.openxmlformats.org/officeDocument/2006/relationships/slide" Target="slides/slide18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325" Type="http://schemas.openxmlformats.org/officeDocument/2006/relationships/slide" Target="slides/slide321.xml"/><Relationship Id="rId367" Type="http://schemas.openxmlformats.org/officeDocument/2006/relationships/slide" Target="slides/slide363.xml"/><Relationship Id="rId171" Type="http://schemas.openxmlformats.org/officeDocument/2006/relationships/slide" Target="slides/slide167.xml"/><Relationship Id="rId227" Type="http://schemas.openxmlformats.org/officeDocument/2006/relationships/slide" Target="slides/slide223.xml"/><Relationship Id="rId269" Type="http://schemas.openxmlformats.org/officeDocument/2006/relationships/slide" Target="slides/slide265.xml"/><Relationship Id="rId33" Type="http://schemas.openxmlformats.org/officeDocument/2006/relationships/slide" Target="slides/slide29.xml"/><Relationship Id="rId129" Type="http://schemas.openxmlformats.org/officeDocument/2006/relationships/slide" Target="slides/slide125.xml"/><Relationship Id="rId280" Type="http://schemas.openxmlformats.org/officeDocument/2006/relationships/slide" Target="slides/slide276.xml"/><Relationship Id="rId336" Type="http://schemas.openxmlformats.org/officeDocument/2006/relationships/slide" Target="slides/slide332.xml"/><Relationship Id="rId75" Type="http://schemas.openxmlformats.org/officeDocument/2006/relationships/slide" Target="slides/slide71.xml"/><Relationship Id="rId140" Type="http://schemas.openxmlformats.org/officeDocument/2006/relationships/slide" Target="slides/slide136.xml"/><Relationship Id="rId182" Type="http://schemas.openxmlformats.org/officeDocument/2006/relationships/slide" Target="slides/slide178.xml"/><Relationship Id="rId378" Type="http://schemas.openxmlformats.org/officeDocument/2006/relationships/slide" Target="slides/slide374.xml"/><Relationship Id="rId6" Type="http://schemas.openxmlformats.org/officeDocument/2006/relationships/slide" Target="slides/slide2.xml"/><Relationship Id="rId238" Type="http://schemas.openxmlformats.org/officeDocument/2006/relationships/slide" Target="slides/slide234.xml"/><Relationship Id="rId291" Type="http://schemas.openxmlformats.org/officeDocument/2006/relationships/slide" Target="slides/slide287.xml"/><Relationship Id="rId305" Type="http://schemas.openxmlformats.org/officeDocument/2006/relationships/slide" Target="slides/slide301.xml"/><Relationship Id="rId347" Type="http://schemas.openxmlformats.org/officeDocument/2006/relationships/slide" Target="slides/slide343.xml"/><Relationship Id="rId44" Type="http://schemas.openxmlformats.org/officeDocument/2006/relationships/slide" Target="slides/slide40.xml"/><Relationship Id="rId86" Type="http://schemas.openxmlformats.org/officeDocument/2006/relationships/slide" Target="slides/slide82.xml"/><Relationship Id="rId151" Type="http://schemas.openxmlformats.org/officeDocument/2006/relationships/slide" Target="slides/slide147.xml"/><Relationship Id="rId389" Type="http://schemas.openxmlformats.org/officeDocument/2006/relationships/slide" Target="slides/slide385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249" Type="http://schemas.openxmlformats.org/officeDocument/2006/relationships/slide" Target="slides/slide245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260" Type="http://schemas.openxmlformats.org/officeDocument/2006/relationships/slide" Target="slides/slide256.xml"/><Relationship Id="rId316" Type="http://schemas.openxmlformats.org/officeDocument/2006/relationships/slide" Target="slides/slide312.xml"/><Relationship Id="rId55" Type="http://schemas.openxmlformats.org/officeDocument/2006/relationships/slide" Target="slides/slide51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358" Type="http://schemas.openxmlformats.org/officeDocument/2006/relationships/slide" Target="slides/slide354.xml"/><Relationship Id="rId162" Type="http://schemas.openxmlformats.org/officeDocument/2006/relationships/slide" Target="slides/slide158.xml"/><Relationship Id="rId218" Type="http://schemas.openxmlformats.org/officeDocument/2006/relationships/slide" Target="slides/slide214.xml"/><Relationship Id="rId271" Type="http://schemas.openxmlformats.org/officeDocument/2006/relationships/slide" Target="slides/slide267.xml"/><Relationship Id="rId24" Type="http://schemas.openxmlformats.org/officeDocument/2006/relationships/slide" Target="slides/slide20.xml"/><Relationship Id="rId66" Type="http://schemas.openxmlformats.org/officeDocument/2006/relationships/slide" Target="slides/slide62.xml"/><Relationship Id="rId131" Type="http://schemas.openxmlformats.org/officeDocument/2006/relationships/slide" Target="slides/slide127.xml"/><Relationship Id="rId327" Type="http://schemas.openxmlformats.org/officeDocument/2006/relationships/slide" Target="slides/slide323.xml"/><Relationship Id="rId369" Type="http://schemas.openxmlformats.org/officeDocument/2006/relationships/slide" Target="slides/slide365.xml"/><Relationship Id="rId173" Type="http://schemas.openxmlformats.org/officeDocument/2006/relationships/slide" Target="slides/slide169.xml"/><Relationship Id="rId229" Type="http://schemas.openxmlformats.org/officeDocument/2006/relationships/slide" Target="slides/slide225.xml"/><Relationship Id="rId380" Type="http://schemas.openxmlformats.org/officeDocument/2006/relationships/slide" Target="slides/slide376.xml"/><Relationship Id="rId240" Type="http://schemas.openxmlformats.org/officeDocument/2006/relationships/slide" Target="slides/slide236.xml"/><Relationship Id="rId35" Type="http://schemas.openxmlformats.org/officeDocument/2006/relationships/slide" Target="slides/slide31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282" Type="http://schemas.openxmlformats.org/officeDocument/2006/relationships/slide" Target="slides/slide278.xml"/><Relationship Id="rId338" Type="http://schemas.openxmlformats.org/officeDocument/2006/relationships/slide" Target="slides/slide334.xml"/><Relationship Id="rId8" Type="http://schemas.openxmlformats.org/officeDocument/2006/relationships/slide" Target="slides/slide4.xml"/><Relationship Id="rId142" Type="http://schemas.openxmlformats.org/officeDocument/2006/relationships/slide" Target="slides/slide138.xml"/><Relationship Id="rId184" Type="http://schemas.openxmlformats.org/officeDocument/2006/relationships/slide" Target="slides/slide180.xml"/><Relationship Id="rId391" Type="http://schemas.openxmlformats.org/officeDocument/2006/relationships/notesMaster" Target="notesMasters/notesMaster1.xml"/><Relationship Id="rId251" Type="http://schemas.openxmlformats.org/officeDocument/2006/relationships/slide" Target="slides/slide247.xml"/><Relationship Id="rId46" Type="http://schemas.openxmlformats.org/officeDocument/2006/relationships/slide" Target="slides/slide42.xml"/><Relationship Id="rId293" Type="http://schemas.openxmlformats.org/officeDocument/2006/relationships/slide" Target="slides/slide289.xml"/><Relationship Id="rId307" Type="http://schemas.openxmlformats.org/officeDocument/2006/relationships/slide" Target="slides/slide303.xml"/><Relationship Id="rId349" Type="http://schemas.openxmlformats.org/officeDocument/2006/relationships/slide" Target="slides/slide345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3" Type="http://schemas.openxmlformats.org/officeDocument/2006/relationships/slide" Target="slides/slide149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360" Type="http://schemas.openxmlformats.org/officeDocument/2006/relationships/slide" Target="slides/slide356.xml"/><Relationship Id="rId220" Type="http://schemas.openxmlformats.org/officeDocument/2006/relationships/slide" Target="slides/slide216.xml"/><Relationship Id="rId15" Type="http://schemas.openxmlformats.org/officeDocument/2006/relationships/slide" Target="slides/slide11.xml"/><Relationship Id="rId57" Type="http://schemas.openxmlformats.org/officeDocument/2006/relationships/slide" Target="slides/slide53.xml"/><Relationship Id="rId262" Type="http://schemas.openxmlformats.org/officeDocument/2006/relationships/slide" Target="slides/slide258.xml"/><Relationship Id="rId318" Type="http://schemas.openxmlformats.org/officeDocument/2006/relationships/slide" Target="slides/slide314.xml"/><Relationship Id="rId99" Type="http://schemas.openxmlformats.org/officeDocument/2006/relationships/slide" Target="slides/slide95.xml"/><Relationship Id="rId122" Type="http://schemas.openxmlformats.org/officeDocument/2006/relationships/slide" Target="slides/slide118.xml"/><Relationship Id="rId164" Type="http://schemas.openxmlformats.org/officeDocument/2006/relationships/slide" Target="slides/slide160.xml"/><Relationship Id="rId371" Type="http://schemas.openxmlformats.org/officeDocument/2006/relationships/slide" Target="slides/slide367.xml"/><Relationship Id="rId26" Type="http://schemas.openxmlformats.org/officeDocument/2006/relationships/slide" Target="slides/slide22.xml"/><Relationship Id="rId231" Type="http://schemas.openxmlformats.org/officeDocument/2006/relationships/slide" Target="slides/slide227.xml"/><Relationship Id="rId273" Type="http://schemas.openxmlformats.org/officeDocument/2006/relationships/slide" Target="slides/slide269.xml"/><Relationship Id="rId329" Type="http://schemas.openxmlformats.org/officeDocument/2006/relationships/slide" Target="slides/slide325.xml"/><Relationship Id="rId68" Type="http://schemas.openxmlformats.org/officeDocument/2006/relationships/slide" Target="slides/slide64.xml"/><Relationship Id="rId133" Type="http://schemas.openxmlformats.org/officeDocument/2006/relationships/slide" Target="slides/slide129.xml"/><Relationship Id="rId175" Type="http://schemas.openxmlformats.org/officeDocument/2006/relationships/slide" Target="slides/slide171.xml"/><Relationship Id="rId340" Type="http://schemas.openxmlformats.org/officeDocument/2006/relationships/slide" Target="slides/slide336.xml"/><Relationship Id="rId200" Type="http://schemas.openxmlformats.org/officeDocument/2006/relationships/slide" Target="slides/slide196.xml"/><Relationship Id="rId382" Type="http://schemas.openxmlformats.org/officeDocument/2006/relationships/slide" Target="slides/slide37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0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1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8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1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2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8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_rels/notesSlide2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1.xml"/><Relationship Id="rId1" Type="http://schemas.openxmlformats.org/officeDocument/2006/relationships/notesMaster" Target="../notesMasters/notesMaster1.xml"/></Relationships>
</file>

<file path=ppt/notesSlides/_rels/notesSlide2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2.xml"/><Relationship Id="rId1" Type="http://schemas.openxmlformats.org/officeDocument/2006/relationships/notesMaster" Target="../notesMasters/notesMaster1.xml"/></Relationships>
</file>

<file path=ppt/notesSlides/_rels/notesSlide2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3.xml"/><Relationship Id="rId1" Type="http://schemas.openxmlformats.org/officeDocument/2006/relationships/notesMaster" Target="../notesMasters/notesMaster1.xml"/></Relationships>
</file>

<file path=ppt/notesSlides/_rels/notesSlide3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4.xml"/><Relationship Id="rId1" Type="http://schemas.openxmlformats.org/officeDocument/2006/relationships/notesMaster" Target="../notesMasters/notesMaster1.xml"/></Relationships>
</file>

<file path=ppt/notesSlides/_rels/notesSlide3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5.xml"/><Relationship Id="rId1" Type="http://schemas.openxmlformats.org/officeDocument/2006/relationships/notesMaster" Target="../notesMasters/notesMaster1.xml"/></Relationships>
</file>

<file path=ppt/notesSlides/_rels/notesSlide3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Doing it better!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940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07604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https://docs.python.org/3/library/typing.html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738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0438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"Height</a:t>
            </a:r>
            <a:r>
              <a:rPr lang="en-GB"/>
              <a:t>: "</a:t>
            </a:r>
            <a:r>
              <a:rPr lang="en-GB" baseline="0"/>
              <a:t>, but </a:t>
            </a:r>
            <a:r>
              <a:rPr lang="en-GB" baseline="0" dirty="0"/>
              <a:t>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Add two values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72985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829573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398604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Keywords:  for,  in</a:t>
            </a:r>
          </a:p>
          <a:p>
            <a:r>
              <a:rPr lang="en-GB"/>
              <a:t>Function:</a:t>
            </a:r>
            <a:r>
              <a:rPr lang="en-GB" baseline="0"/>
              <a:t> range( )</a:t>
            </a:r>
          </a:p>
          <a:p>
            <a:endParaRPr lang="en-GB"/>
          </a:p>
          <a:p>
            <a:r>
              <a:rPr lang="en-GB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268198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97985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867964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18/08/2026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2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5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5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5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5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5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5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5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6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6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6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6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6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4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4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6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6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5.xml"/></Relationships>
</file>

<file path=ppt/slides/_rels/slide2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5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3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6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3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6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6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2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2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6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6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6.xml"/></Relationships>
</file>

<file path=ppt/slides/_rels/slide3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6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6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6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6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6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6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6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6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2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2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2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2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6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6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6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7.xml"/><Relationship Id="rId1" Type="http://schemas.openxmlformats.org/officeDocument/2006/relationships/slideLayout" Target="../slideLayouts/slideLayout2.xml"/></Relationships>
</file>

<file path=ppt/slides/_rels/slide3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8.xml"/><Relationship Id="rId1" Type="http://schemas.openxmlformats.org/officeDocument/2006/relationships/slideLayout" Target="../slideLayouts/slideLayout2.xml"/></Relationships>
</file>

<file path=ppt/slides/_rels/slide3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9.xml"/><Relationship Id="rId1" Type="http://schemas.openxmlformats.org/officeDocument/2006/relationships/slideLayout" Target="../slideLayouts/slideLayout2.xml"/></Relationships>
</file>

<file path=ppt/slides/_rels/slide3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0.xml"/><Relationship Id="rId1" Type="http://schemas.openxmlformats.org/officeDocument/2006/relationships/slideLayout" Target="../slideLayouts/slideLayout2.xml"/></Relationships>
</file>

<file path=ppt/slides/_rels/slide3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1.xml"/><Relationship Id="rId1" Type="http://schemas.openxmlformats.org/officeDocument/2006/relationships/slideLayout" Target="../slideLayouts/slideLayout2.xml"/></Relationships>
</file>

<file path=ppt/slides/_rels/slide3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18 August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4419A6D-C5AC-4ABE-87ED-5BF49D15A388}"/>
              </a:ext>
            </a:extLst>
          </p:cNvPr>
          <p:cNvSpPr txBox="1"/>
          <p:nvPr/>
        </p:nvSpPr>
        <p:spPr>
          <a:xfrm>
            <a:off x="2945202" y="6134984"/>
            <a:ext cx="6301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Division always gives a real value</a:t>
            </a:r>
          </a:p>
        </p:txBody>
      </p: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5740312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>
            <a:off x="6621309" y="2239976"/>
            <a:ext cx="196710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-15697"/>
              <a:gd name="adj6" fmla="val -40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Initial 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5696020" y="914413"/>
            <a:ext cx="1677054" cy="558699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181273"/>
              <a:gd name="adj6" fmla="val -6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94DFF-E38C-4342-8D2D-C19E2158F9FA}"/>
              </a:ext>
            </a:extLst>
          </p:cNvPr>
          <p:cNvSpPr txBox="1"/>
          <p:nvPr/>
        </p:nvSpPr>
        <p:spPr>
          <a:xfrm>
            <a:off x="6621309" y="4608151"/>
            <a:ext cx="488604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Initialise variables to the correct data type!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1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8" grpId="0" animBg="1"/>
      <p:bldP spid="10" grpId="0" animBg="1"/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</p:spTree>
    <p:extLst>
      <p:ext uri="{BB962C8B-B14F-4D97-AF65-F5344CB8AC3E}">
        <p14:creationId xmlns:p14="http://schemas.microsoft.com/office/powerpoint/2010/main" val="32308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1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1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float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list[str]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list[float]</a:t>
            </a:r>
          </a:p>
        </p:txBody>
      </p:sp>
    </p:spTree>
    <p:extLst>
      <p:ext uri="{BB962C8B-B14F-4D97-AF65-F5344CB8AC3E}">
        <p14:creationId xmlns:p14="http://schemas.microsoft.com/office/powerpoint/2010/main" val="117704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7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" grpId="0" uiExpand="1" build="p"/>
      <p:bldP spid="6" grpId="0" build="p"/>
      <p:bldP spid="4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56851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</a:t>
            </a:r>
            <a:r>
              <a:rPr lang="en-GB" dirty="0"/>
              <a:t> </a:t>
            </a:r>
            <a:r>
              <a:rPr lang="en-GB" noProof="0" dirty="0"/>
              <a:t>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not design, and expected output</a:t>
            </a:r>
          </a:p>
          <a:p>
            <a:r>
              <a:rPr lang="en-GB" noProof="0" dirty="0"/>
              <a:t>Does it do the requirements identified during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repetition of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386077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985129834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1"/>
            <a:ext cx="1800000" cy="792000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(exclusive)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99337" y="1441302"/>
            <a:ext cx="1800000" cy="790654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(inclusive)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43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93561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GB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091528" y="3241404"/>
            <a:ext cx="3933923" cy="954107"/>
            <a:chOff x="7619999" y="3451213"/>
            <a:chExt cx="3933923" cy="95410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451213"/>
              <a:ext cx="331455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066477" y="1467915"/>
            <a:ext cx="3389514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07171"/>
              <a:gd name="adj5" fmla="val 141135"/>
              <a:gd name="adj6" fmla="val 1072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374E9A7B-5E59-46D3-B595-4C3A5B733AD4}"/>
              </a:ext>
            </a:extLst>
          </p:cNvPr>
          <p:cNvSpPr/>
          <p:nvPr/>
        </p:nvSpPr>
        <p:spPr>
          <a:xfrm>
            <a:off x="1166549" y="3997965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0639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535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1" grpId="0" animBg="1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</p:spTree>
    <p:extLst>
      <p:ext uri="{BB962C8B-B14F-4D97-AF65-F5344CB8AC3E}">
        <p14:creationId xmlns:p14="http://schemas.microsoft.com/office/powerpoint/2010/main" val="1514352709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2650028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7239071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40" ma:contentTypeDescription="Create a new document." ma:contentTypeScope="" ma:versionID="fe3e59b61fa9c36d25aefe94ff9968f9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6670ee7dcdb63f2d7da68b906cddbd7f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  <xsd:element name="MediaServiceObjectDetectorVersions" ma:index="4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4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Props1.xml><?xml version="1.0" encoding="utf-8"?>
<ds:datastoreItem xmlns:ds="http://schemas.openxmlformats.org/officeDocument/2006/customXml" ds:itemID="{41D82733-D72F-482E-B6AA-2A147DEA6D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FEEAFB-DE97-4291-8DE1-FA13009F03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D744E4-5029-4C96-8ED3-62CEBEC220D3}">
  <ds:schemaRefs>
    <ds:schemaRef ds:uri="http://schemas.microsoft.com/office/2006/metadata/properties"/>
    <ds:schemaRef ds:uri="http://purl.org/dc/elements/1.1/"/>
    <ds:schemaRef ds:uri="http://www.w3.org/XML/1998/namespace"/>
    <ds:schemaRef ds:uri="http://schemas.microsoft.com/office/2006/documentManagement/types"/>
    <ds:schemaRef ds:uri="fb00f1ab-d075-4e01-ab9b-b3f8a42839f0"/>
    <ds:schemaRef ds:uri="http://purl.org/dc/terms/"/>
    <ds:schemaRef ds:uri="7870b3cf-1289-4874-b3fd-2340ee2bd0a7"/>
    <ds:schemaRef ds:uri="http://schemas.microsoft.com/office/infopath/2007/PartnerControls"/>
    <ds:schemaRef ds:uri="http://schemas.openxmlformats.org/package/2006/metadata/core-propertie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14707</Words>
  <Application>Microsoft Office PowerPoint</Application>
  <PresentationFormat>Widescreen</PresentationFormat>
  <Paragraphs>3682</Paragraphs>
  <Slides>386</Slides>
  <Notes>302</Notes>
  <HiddenSlides>167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386</vt:i4>
      </vt:variant>
    </vt:vector>
  </HeadingPairs>
  <TitlesOfParts>
    <vt:vector size="391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Type Hinting</vt:lpstr>
      <vt:lpstr>Type Hinting</vt:lpstr>
      <vt:lpstr>Type Hinting</vt:lpstr>
      <vt:lpstr>Type Hinting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Special Comments</vt:lpstr>
      <vt:lpstr>Special Comments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Sequences</vt:lpstr>
      <vt:lpstr>Fixed Loop – Example 1</vt:lpstr>
      <vt:lpstr>Fixed Loop – Example 1</vt:lpstr>
      <vt:lpstr>Fixed Loop – Example 2</vt:lpstr>
      <vt:lpstr>Fixed Loop – Example 2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Traversing an array – Data out (2)</vt:lpstr>
      <vt:lpstr>Traversing an array – Data out (2)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2026-08-18T11:07:18Z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