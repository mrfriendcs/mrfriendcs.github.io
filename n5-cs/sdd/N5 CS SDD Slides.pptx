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3D3350-929B-4CFA-BF3B-E18EAE404C53}" v="2" dt="2026-06-14T21:35:07.5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microsoft.com/office/2015/10/relationships/revisionInfo" Target="revisionInfo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15/06/2026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15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14564</Words>
  <Application>Microsoft Office PowerPoint</Application>
  <PresentationFormat>Widescreen</PresentationFormat>
  <Paragraphs>3621</Paragraphs>
  <Slides>381</Slides>
  <Notes>297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2026-06-15T12:05:46Z</dcterms:modified>
</cp:coreProperties>
</file>