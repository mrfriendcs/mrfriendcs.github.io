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410" r:id="rId124"/>
    <p:sldId id="764" r:id="rId125"/>
    <p:sldId id="411" r:id="rId126"/>
    <p:sldId id="413" r:id="rId127"/>
    <p:sldId id="412" r:id="rId128"/>
    <p:sldId id="606" r:id="rId129"/>
    <p:sldId id="845" r:id="rId130"/>
    <p:sldId id="846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07/09/2026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07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infopath/2007/PartnerControls"/>
    <ds:schemaRef ds:uri="http://purl.org/dc/terms/"/>
    <ds:schemaRef ds:uri="fb00f1ab-d075-4e01-ab9b-b3f8a42839f0"/>
    <ds:schemaRef ds:uri="7870b3cf-1289-4874-b3fd-2340ee2bd0a7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14370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2026-09-07T12:12:09Z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