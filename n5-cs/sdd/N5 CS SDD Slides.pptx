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8" r:id="rId151"/>
    <p:sldId id="443" r:id="rId152"/>
    <p:sldId id="453" r:id="rId153"/>
    <p:sldId id="669" r:id="rId154"/>
    <p:sldId id="876" r:id="rId155"/>
    <p:sldId id="877" r:id="rId156"/>
    <p:sldId id="879" r:id="rId157"/>
    <p:sldId id="863" r:id="rId158"/>
    <p:sldId id="867" r:id="rId159"/>
    <p:sldId id="688" r:id="rId160"/>
    <p:sldId id="871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25/09/2026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25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Import code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types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473349" y="53772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473349" y="3930870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473349" y="4654079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Import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04851241"/>
              </p:ext>
            </p:extLst>
          </p:nvPr>
        </p:nvGraphicFramePr>
        <p:xfrm>
          <a:off x="836613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2395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477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71553754"/>
              </p:ext>
            </p:extLst>
          </p:nvPr>
        </p:nvGraphicFramePr>
        <p:xfrm>
          <a:off x="6172200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6974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943210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869755" y="4127401"/>
            <a:ext cx="477042" cy="516787"/>
          </a:xfrm>
          <a:prstGeom prst="bentArrow">
            <a:avLst>
              <a:gd name="adj1" fmla="val 29997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226841" y="4165399"/>
            <a:ext cx="577283" cy="2022876"/>
          </a:xfrm>
          <a:prstGeom prst="bentArrow">
            <a:avLst>
              <a:gd name="adj1" fmla="val 222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254122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1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471612" y="2947381"/>
            <a:ext cx="2610853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58379455"/>
              </p:ext>
            </p:extLst>
          </p:nvPr>
        </p:nvGraphicFramePr>
        <p:xfrm>
          <a:off x="836612" y="2498769"/>
          <a:ext cx="4472400" cy="3960000"/>
        </p:xfrm>
        <a:graphic>
          <a:graphicData uri="http://schemas.openxmlformats.org/drawingml/2006/table">
            <a:tbl>
              <a:tblPr/>
              <a:tblGrid>
                <a:gridCol w="548087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24313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96894451"/>
              </p:ext>
            </p:extLst>
          </p:nvPr>
        </p:nvGraphicFramePr>
        <p:xfrm>
          <a:off x="6172199" y="2498769"/>
          <a:ext cx="4472399" cy="3960000"/>
        </p:xfrm>
        <a:graphic>
          <a:graphicData uri="http://schemas.openxmlformats.org/drawingml/2006/table">
            <a:tbl>
              <a:tblPr/>
              <a:tblGrid>
                <a:gridCol w="58429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888102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fb00f1ab-d075-4e01-ab9b-b3f8a42839f0"/>
    <ds:schemaRef ds:uri="http://purl.org/dc/elements/1.1/"/>
    <ds:schemaRef ds:uri="http://www.w3.org/XML/1998/namespace"/>
    <ds:schemaRef ds:uri="http://schemas.microsoft.com/office/2006/metadata/properties"/>
    <ds:schemaRef ds:uri="7870b3cf-1289-4874-b3fd-2340ee2bd0a7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14386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</vt:lpstr>
      <vt:lpstr>Program Layout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2026-09-25T08:49:26Z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