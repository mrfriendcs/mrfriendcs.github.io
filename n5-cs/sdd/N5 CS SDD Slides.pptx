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410" r:id="rId117"/>
    <p:sldId id="764" r:id="rId118"/>
    <p:sldId id="411" r:id="rId119"/>
    <p:sldId id="413" r:id="rId120"/>
    <p:sldId id="412" r:id="rId121"/>
    <p:sldId id="606" r:id="rId122"/>
    <p:sldId id="845" r:id="rId123"/>
    <p:sldId id="846" r:id="rId124"/>
    <p:sldId id="269" r:id="rId125"/>
    <p:sldId id="737" r:id="rId126"/>
    <p:sldId id="855" r:id="rId127"/>
    <p:sldId id="856" r:id="rId128"/>
    <p:sldId id="858" r:id="rId129"/>
    <p:sldId id="857" r:id="rId130"/>
    <p:sldId id="859" r:id="rId131"/>
    <p:sldId id="758" r:id="rId132"/>
    <p:sldId id="759" r:id="rId133"/>
    <p:sldId id="760" r:id="rId134"/>
    <p:sldId id="276" r:id="rId135"/>
    <p:sldId id="381" r:id="rId136"/>
    <p:sldId id="76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68" d="100"/>
          <a:sy n="68" d="100"/>
        </p:scale>
        <p:origin x="466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04/09/2026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04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fb00f1ab-d075-4e01-ab9b-b3f8a42839f0"/>
    <ds:schemaRef ds:uri="http://schemas.microsoft.com/office/2006/metadata/properties"/>
    <ds:schemaRef ds:uri="7870b3cf-1289-4874-b3fd-2340ee2bd0a7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14370</Words>
  <Application>Microsoft Office PowerPoint</Application>
  <PresentationFormat>Widescreen</PresentationFormat>
  <Paragraphs>3628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2026-09-04T10:33:46Z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