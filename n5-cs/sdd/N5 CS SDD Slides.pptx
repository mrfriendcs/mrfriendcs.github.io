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Fxed loop 2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77" d="100"/>
          <a:sy n="77" d="100"/>
        </p:scale>
        <p:origin x="396" y="5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23/08/2026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23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7870b3cf-1289-4874-b3fd-2340ee2bd0a7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13369</Words>
  <Application>Microsoft Office PowerPoint</Application>
  <PresentationFormat>Widescreen</PresentationFormat>
  <Paragraphs>3615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2026-08-23T12:30:44Z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