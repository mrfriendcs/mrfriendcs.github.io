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9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847" r:id="rId357"/>
    <p:sldId id="848" r:id="rId358"/>
    <p:sldId id="849" r:id="rId359"/>
    <p:sldId id="850" r:id="rId360"/>
    <p:sldId id="851" r:id="rId361"/>
    <p:sldId id="852" r:id="rId362"/>
    <p:sldId id="853" r:id="rId363"/>
    <p:sldId id="854" r:id="rId364"/>
    <p:sldId id="891" r:id="rId365"/>
    <p:sldId id="678" r:id="rId366"/>
    <p:sldId id="888" r:id="rId367"/>
    <p:sldId id="690" r:id="rId368"/>
    <p:sldId id="680" r:id="rId369"/>
    <p:sldId id="679" r:id="rId370"/>
    <p:sldId id="681" r:id="rId371"/>
    <p:sldId id="684" r:id="rId372"/>
    <p:sldId id="889" r:id="rId373"/>
    <p:sldId id="890" r:id="rId374"/>
    <p:sldId id="595" r:id="rId375"/>
    <p:sldId id="683" r:id="rId376"/>
    <p:sldId id="458" r:id="rId377"/>
    <p:sldId id="459" r:id="rId378"/>
    <p:sldId id="481" r:id="rId379"/>
    <p:sldId id="796" r:id="rId380"/>
    <p:sldId id="899" r:id="rId381"/>
    <p:sldId id="904" r:id="rId382"/>
    <p:sldId id="905" r:id="rId383"/>
    <p:sldId id="731" r:id="rId384"/>
    <p:sldId id="732" r:id="rId385"/>
    <p:sldId id="734" r:id="rId386"/>
    <p:sldId id="733" r:id="rId387"/>
    <p:sldId id="735" r:id="rId38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commentAuthors" Target="commentAuthor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viewProps" Target="viewProp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theme" Target="theme/theme1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tableStyles" Target="tableStyle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notesMaster" Target="notesMasters/notesMaster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presProps" Target="presProps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19/08/2026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19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7870b3cf-1289-4874-b3fd-2340ee2bd0a7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14642</Words>
  <Application>Microsoft Office PowerPoint</Application>
  <PresentationFormat>Widescreen</PresentationFormat>
  <Paragraphs>3664</Paragraphs>
  <Slides>384</Slides>
  <Notes>300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384</vt:i4>
      </vt:variant>
    </vt:vector>
  </HeadingPairs>
  <TitlesOfParts>
    <vt:vector size="389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2026-08-19T14:52:52Z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