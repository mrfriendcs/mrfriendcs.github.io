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1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72"/>
  </p:notesMasterIdLst>
  <p:sldIdLst>
    <p:sldId id="262" r:id="rId2"/>
    <p:sldId id="424" r:id="rId3"/>
    <p:sldId id="505" r:id="rId4"/>
    <p:sldId id="829" r:id="rId5"/>
    <p:sldId id="830" r:id="rId6"/>
    <p:sldId id="488" r:id="rId7"/>
    <p:sldId id="596" r:id="rId8"/>
    <p:sldId id="614" r:id="rId9"/>
    <p:sldId id="658" r:id="rId10"/>
    <p:sldId id="260" r:id="rId11"/>
    <p:sldId id="659" r:id="rId12"/>
    <p:sldId id="660" r:id="rId13"/>
    <p:sldId id="661" r:id="rId14"/>
    <p:sldId id="825" r:id="rId15"/>
    <p:sldId id="383" r:id="rId16"/>
    <p:sldId id="282" r:id="rId17"/>
    <p:sldId id="738" r:id="rId18"/>
    <p:sldId id="283" r:id="rId19"/>
    <p:sldId id="739" r:id="rId20"/>
    <p:sldId id="284" r:id="rId21"/>
    <p:sldId id="740" r:id="rId22"/>
    <p:sldId id="285" r:id="rId23"/>
    <p:sldId id="741" r:id="rId24"/>
    <p:sldId id="286" r:id="rId25"/>
    <p:sldId id="742" r:id="rId26"/>
    <p:sldId id="287" r:id="rId27"/>
    <p:sldId id="323" r:id="rId28"/>
    <p:sldId id="264" r:id="rId29"/>
    <p:sldId id="320" r:id="rId30"/>
    <p:sldId id="382" r:id="rId31"/>
    <p:sldId id="384" r:id="rId32"/>
    <p:sldId id="385" r:id="rId33"/>
    <p:sldId id="280" r:id="rId34"/>
    <p:sldId id="281" r:id="rId35"/>
    <p:sldId id="605" r:id="rId36"/>
    <p:sldId id="616" r:id="rId37"/>
    <p:sldId id="615" r:id="rId38"/>
    <p:sldId id="617" r:id="rId39"/>
    <p:sldId id="370" r:id="rId40"/>
    <p:sldId id="754" r:id="rId41"/>
    <p:sldId id="638" r:id="rId42"/>
    <p:sldId id="755" r:id="rId43"/>
    <p:sldId id="663" r:id="rId44"/>
    <p:sldId id="265" r:id="rId45"/>
    <p:sldId id="626" r:id="rId46"/>
    <p:sldId id="266" r:id="rId47"/>
    <p:sldId id="625" r:id="rId48"/>
    <p:sldId id="542" r:id="rId49"/>
    <p:sldId id="296" r:id="rId50"/>
    <p:sldId id="544" r:id="rId51"/>
    <p:sldId id="664" r:id="rId52"/>
    <p:sldId id="665" r:id="rId53"/>
    <p:sldId id="667" r:id="rId54"/>
    <p:sldId id="823" r:id="rId55"/>
    <p:sldId id="826" r:id="rId56"/>
    <p:sldId id="827" r:id="rId57"/>
    <p:sldId id="535" r:id="rId58"/>
    <p:sldId id="840" r:id="rId59"/>
    <p:sldId id="839" r:id="rId60"/>
    <p:sldId id="470" r:id="rId61"/>
    <p:sldId id="824" r:id="rId62"/>
    <p:sldId id="828" r:id="rId63"/>
    <p:sldId id="772" r:id="rId64"/>
    <p:sldId id="781" r:id="rId65"/>
    <p:sldId id="782" r:id="rId66"/>
    <p:sldId id="784" r:id="rId67"/>
    <p:sldId id="785" r:id="rId68"/>
    <p:sldId id="815" r:id="rId69"/>
    <p:sldId id="816" r:id="rId70"/>
    <p:sldId id="267" r:id="rId71"/>
    <p:sldId id="288" r:id="rId72"/>
    <p:sldId id="289" r:id="rId73"/>
    <p:sldId id="290" r:id="rId74"/>
    <p:sldId id="619" r:id="rId75"/>
    <p:sldId id="291" r:id="rId76"/>
    <p:sldId id="322" r:id="rId77"/>
    <p:sldId id="844" r:id="rId78"/>
    <p:sldId id="512" r:id="rId79"/>
    <p:sldId id="516" r:id="rId80"/>
    <p:sldId id="514" r:id="rId81"/>
    <p:sldId id="515" r:id="rId82"/>
    <p:sldId id="620" r:id="rId83"/>
    <p:sldId id="621" r:id="rId84"/>
    <p:sldId id="268" r:id="rId85"/>
    <p:sldId id="529" r:id="rId86"/>
    <p:sldId id="531" r:id="rId87"/>
    <p:sldId id="259" r:id="rId88"/>
    <p:sldId id="300" r:id="rId89"/>
    <p:sldId id="608" r:id="rId90"/>
    <p:sldId id="609" r:id="rId91"/>
    <p:sldId id="843" r:id="rId92"/>
    <p:sldId id="517" r:id="rId93"/>
    <p:sldId id="518" r:id="rId94"/>
    <p:sldId id="519" r:id="rId95"/>
    <p:sldId id="524" r:id="rId96"/>
    <p:sldId id="520" r:id="rId97"/>
    <p:sldId id="521" r:id="rId98"/>
    <p:sldId id="522" r:id="rId99"/>
    <p:sldId id="523" r:id="rId100"/>
    <p:sldId id="532" r:id="rId101"/>
    <p:sldId id="533" r:id="rId102"/>
    <p:sldId id="534" r:id="rId103"/>
    <p:sldId id="545" r:id="rId104"/>
    <p:sldId id="371" r:id="rId105"/>
    <p:sldId id="607" r:id="rId106"/>
    <p:sldId id="410" r:id="rId107"/>
    <p:sldId id="764" r:id="rId108"/>
    <p:sldId id="411" r:id="rId109"/>
    <p:sldId id="413" r:id="rId110"/>
    <p:sldId id="412" r:id="rId111"/>
    <p:sldId id="606" r:id="rId112"/>
    <p:sldId id="845" r:id="rId113"/>
    <p:sldId id="846" r:id="rId114"/>
    <p:sldId id="269" r:id="rId115"/>
    <p:sldId id="737" r:id="rId116"/>
    <p:sldId id="855" r:id="rId117"/>
    <p:sldId id="856" r:id="rId118"/>
    <p:sldId id="858" r:id="rId119"/>
    <p:sldId id="857" r:id="rId120"/>
    <p:sldId id="859" r:id="rId121"/>
    <p:sldId id="758" r:id="rId122"/>
    <p:sldId id="759" r:id="rId123"/>
    <p:sldId id="760" r:id="rId124"/>
    <p:sldId id="276" r:id="rId125"/>
    <p:sldId id="381" r:id="rId126"/>
    <p:sldId id="766" r:id="rId127"/>
    <p:sldId id="271" r:id="rId128"/>
    <p:sldId id="311" r:id="rId129"/>
    <p:sldId id="312" r:id="rId130"/>
    <p:sldId id="313" r:id="rId131"/>
    <p:sldId id="427" r:id="rId132"/>
    <p:sldId id="316" r:id="rId133"/>
    <p:sldId id="642" r:id="rId134"/>
    <p:sldId id="318" r:id="rId135"/>
    <p:sldId id="442" r:id="rId136"/>
    <p:sldId id="451" r:id="rId137"/>
    <p:sldId id="452" r:id="rId138"/>
    <p:sldId id="874" r:id="rId139"/>
    <p:sldId id="875" r:id="rId140"/>
    <p:sldId id="878" r:id="rId141"/>
    <p:sldId id="443" r:id="rId142"/>
    <p:sldId id="453" r:id="rId143"/>
    <p:sldId id="669" r:id="rId144"/>
    <p:sldId id="876" r:id="rId145"/>
    <p:sldId id="877" r:id="rId146"/>
    <p:sldId id="879" r:id="rId147"/>
    <p:sldId id="863" r:id="rId148"/>
    <p:sldId id="867" r:id="rId149"/>
    <p:sldId id="688" r:id="rId150"/>
    <p:sldId id="871" r:id="rId151"/>
    <p:sldId id="786" r:id="rId152"/>
    <p:sldId id="773" r:id="rId153"/>
    <p:sldId id="774" r:id="rId154"/>
    <p:sldId id="775" r:id="rId155"/>
    <p:sldId id="776" r:id="rId156"/>
    <p:sldId id="880" r:id="rId157"/>
    <p:sldId id="685" r:id="rId158"/>
    <p:sldId id="868" r:id="rId159"/>
    <p:sldId id="872" r:id="rId160"/>
    <p:sldId id="873" r:id="rId161"/>
    <p:sldId id="881" r:id="rId162"/>
    <p:sldId id="272" r:id="rId163"/>
    <p:sldId id="343" r:id="rId164"/>
    <p:sldId id="352" r:id="rId165"/>
    <p:sldId id="349" r:id="rId166"/>
    <p:sldId id="671" r:id="rId167"/>
    <p:sldId id="340" r:id="rId168"/>
    <p:sldId id="351" r:id="rId169"/>
    <p:sldId id="348" r:id="rId170"/>
    <p:sldId id="670" r:id="rId171"/>
    <p:sldId id="346" r:id="rId172"/>
    <p:sldId id="353" r:id="rId173"/>
    <p:sldId id="350" r:id="rId174"/>
    <p:sldId id="672" r:id="rId175"/>
    <p:sldId id="319" r:id="rId176"/>
    <p:sldId id="589" r:id="rId177"/>
    <p:sldId id="884" r:id="rId178"/>
    <p:sldId id="883" r:id="rId179"/>
    <p:sldId id="677" r:id="rId180"/>
    <p:sldId id="592" r:id="rId181"/>
    <p:sldId id="882" r:id="rId182"/>
    <p:sldId id="430" r:id="rId183"/>
    <p:sldId id="622" r:id="rId184"/>
    <p:sldId id="767" r:id="rId185"/>
    <p:sldId id="327" r:id="rId186"/>
    <p:sldId id="429" r:id="rId187"/>
    <p:sldId id="437" r:id="rId188"/>
    <p:sldId id="768" r:id="rId189"/>
    <p:sldId id="594" r:id="rId190"/>
    <p:sldId id="275" r:id="rId191"/>
    <p:sldId id="473" r:id="rId192"/>
    <p:sldId id="563" r:id="rId193"/>
    <p:sldId id="474" r:id="rId194"/>
    <p:sldId id="652" r:id="rId195"/>
    <p:sldId id="655" r:id="rId196"/>
    <p:sldId id="402" r:id="rId197"/>
    <p:sldId id="571" r:id="rId198"/>
    <p:sldId id="572" r:id="rId199"/>
    <p:sldId id="564" r:id="rId200"/>
    <p:sldId id="566" r:id="rId201"/>
    <p:sldId id="404" r:id="rId202"/>
    <p:sldId id="405" r:id="rId203"/>
    <p:sldId id="391" r:id="rId204"/>
    <p:sldId id="567" r:id="rId205"/>
    <p:sldId id="885" r:id="rId206"/>
    <p:sldId id="393" r:id="rId207"/>
    <p:sldId id="394" r:id="rId208"/>
    <p:sldId id="817" r:id="rId209"/>
    <p:sldId id="818" r:id="rId210"/>
    <p:sldId id="270" r:id="rId211"/>
    <p:sldId id="363" r:id="rId212"/>
    <p:sldId id="367" r:id="rId213"/>
    <p:sldId id="362" r:id="rId214"/>
    <p:sldId id="682" r:id="rId215"/>
    <p:sldId id="763" r:id="rId216"/>
    <p:sldId id="274" r:id="rId217"/>
    <p:sldId id="365" r:id="rId218"/>
    <p:sldId id="886" r:id="rId219"/>
    <p:sldId id="887" r:id="rId220"/>
    <p:sldId id="769" r:id="rId221"/>
    <p:sldId id="770" r:id="rId222"/>
    <p:sldId id="678" r:id="rId223"/>
    <p:sldId id="888" r:id="rId224"/>
    <p:sldId id="690" r:id="rId225"/>
    <p:sldId id="680" r:id="rId226"/>
    <p:sldId id="679" r:id="rId227"/>
    <p:sldId id="681" r:id="rId228"/>
    <p:sldId id="684" r:id="rId229"/>
    <p:sldId id="889" r:id="rId230"/>
    <p:sldId id="890" r:id="rId231"/>
    <p:sldId id="595" r:id="rId232"/>
    <p:sldId id="683" r:id="rId233"/>
    <p:sldId id="673" r:id="rId234"/>
    <p:sldId id="674" r:id="rId235"/>
    <p:sldId id="675" r:id="rId236"/>
    <p:sldId id="458" r:id="rId237"/>
    <p:sldId id="459" r:id="rId238"/>
    <p:sldId id="481" r:id="rId239"/>
    <p:sldId id="796" r:id="rId240"/>
    <p:sldId id="406" r:id="rId241"/>
    <p:sldId id="644" r:id="rId242"/>
    <p:sldId id="771" r:id="rId243"/>
    <p:sldId id="612" r:id="rId244"/>
    <p:sldId id="613" r:id="rId245"/>
    <p:sldId id="820" r:id="rId246"/>
    <p:sldId id="821" r:id="rId247"/>
    <p:sldId id="273" r:id="rId248"/>
    <p:sldId id="354" r:id="rId249"/>
    <p:sldId id="356" r:id="rId250"/>
    <p:sldId id="805" r:id="rId251"/>
    <p:sldId id="258" r:id="rId252"/>
    <p:sldId id="357" r:id="rId253"/>
    <p:sldId id="358" r:id="rId254"/>
    <p:sldId id="647" r:id="rId255"/>
    <p:sldId id="629" r:id="rId256"/>
    <p:sldId id="636" r:id="rId257"/>
    <p:sldId id="361" r:id="rId258"/>
    <p:sldId id="637" r:id="rId259"/>
    <p:sldId id="797" r:id="rId260"/>
    <p:sldId id="787" r:id="rId261"/>
    <p:sldId id="792" r:id="rId262"/>
    <p:sldId id="793" r:id="rId263"/>
    <p:sldId id="794" r:id="rId264"/>
    <p:sldId id="795" r:id="rId265"/>
    <p:sldId id="277" r:id="rId266"/>
    <p:sldId id="434" r:id="rId267"/>
    <p:sldId id="648" r:id="rId268"/>
    <p:sldId id="380" r:id="rId269"/>
    <p:sldId id="689" r:id="rId270"/>
    <p:sldId id="455" r:id="rId271"/>
    <p:sldId id="649" r:id="rId272"/>
    <p:sldId id="439" r:id="rId273"/>
    <p:sldId id="440" r:id="rId274"/>
    <p:sldId id="461" r:id="rId275"/>
    <p:sldId id="743" r:id="rId276"/>
    <p:sldId id="729" r:id="rId277"/>
    <p:sldId id="819" r:id="rId278"/>
    <p:sldId id="490" r:id="rId279"/>
    <p:sldId id="487" r:id="rId280"/>
    <p:sldId id="744" r:id="rId281"/>
    <p:sldId id="745" r:id="rId282"/>
    <p:sldId id="482" r:id="rId283"/>
    <p:sldId id="483" r:id="rId284"/>
    <p:sldId id="752" r:id="rId285"/>
    <p:sldId id="753" r:id="rId286"/>
    <p:sldId id="484" r:id="rId287"/>
    <p:sldId id="489" r:id="rId288"/>
    <p:sldId id="748" r:id="rId289"/>
    <p:sldId id="749" r:id="rId290"/>
    <p:sldId id="492" r:id="rId291"/>
    <p:sldId id="493" r:id="rId292"/>
    <p:sldId id="525" r:id="rId293"/>
    <p:sldId id="526" r:id="rId294"/>
    <p:sldId id="507" r:id="rId295"/>
    <p:sldId id="751" r:id="rId296"/>
    <p:sldId id="494" r:id="rId297"/>
    <p:sldId id="495" r:id="rId298"/>
    <p:sldId id="496" r:id="rId299"/>
    <p:sldId id="548" r:id="rId300"/>
    <p:sldId id="549" r:id="rId301"/>
    <p:sldId id="420" r:id="rId302"/>
    <p:sldId id="550" r:id="rId303"/>
    <p:sldId id="554" r:id="rId304"/>
    <p:sldId id="557" r:id="rId305"/>
    <p:sldId id="551" r:id="rId306"/>
    <p:sldId id="862" r:id="rId307"/>
    <p:sldId id="861" r:id="rId308"/>
    <p:sldId id="556" r:id="rId309"/>
    <p:sldId id="552" r:id="rId310"/>
    <p:sldId id="419" r:id="rId311"/>
    <p:sldId id="558" r:id="rId312"/>
    <p:sldId id="559" r:id="rId313"/>
    <p:sldId id="561" r:id="rId314"/>
    <p:sldId id="560" r:id="rId315"/>
    <p:sldId id="562" r:id="rId316"/>
    <p:sldId id="579" r:id="rId317"/>
    <p:sldId id="831" r:id="rId318"/>
    <p:sldId id="581" r:id="rId319"/>
    <p:sldId id="832" r:id="rId320"/>
    <p:sldId id="580" r:id="rId321"/>
    <p:sldId id="833" r:id="rId322"/>
    <p:sldId id="585" r:id="rId323"/>
    <p:sldId id="834" r:id="rId324"/>
    <p:sldId id="822" r:id="rId325"/>
    <p:sldId id="837" r:id="rId326"/>
    <p:sldId id="553" r:id="rId327"/>
    <p:sldId id="418" r:id="rId328"/>
    <p:sldId id="654" r:id="rId329"/>
    <p:sldId id="586" r:id="rId330"/>
    <p:sldId id="632" r:id="rId331"/>
    <p:sldId id="500" r:id="rId332"/>
    <p:sldId id="565" r:id="rId333"/>
    <p:sldId id="634" r:id="rId334"/>
    <p:sldId id="587" r:id="rId335"/>
    <p:sldId id="657" r:id="rId336"/>
    <p:sldId id="838" r:id="rId337"/>
    <p:sldId id="503" r:id="rId338"/>
    <p:sldId id="504" r:id="rId339"/>
    <p:sldId id="798" r:id="rId340"/>
    <p:sldId id="808" r:id="rId341"/>
    <p:sldId id="803" r:id="rId342"/>
    <p:sldId id="809" r:id="rId343"/>
    <p:sldId id="804" r:id="rId344"/>
    <p:sldId id="810" r:id="rId345"/>
    <p:sldId id="802" r:id="rId346"/>
    <p:sldId id="811" r:id="rId347"/>
    <p:sldId id="841" r:id="rId348"/>
    <p:sldId id="842" r:id="rId349"/>
    <p:sldId id="799" r:id="rId350"/>
    <p:sldId id="812" r:id="rId351"/>
    <p:sldId id="800" r:id="rId352"/>
    <p:sldId id="813" r:id="rId353"/>
    <p:sldId id="801" r:id="rId354"/>
    <p:sldId id="814" r:id="rId355"/>
    <p:sldId id="860" r:id="rId356"/>
    <p:sldId id="806" r:id="rId357"/>
    <p:sldId id="807" r:id="rId358"/>
    <p:sldId id="847" r:id="rId359"/>
    <p:sldId id="848" r:id="rId360"/>
    <p:sldId id="849" r:id="rId361"/>
    <p:sldId id="850" r:id="rId362"/>
    <p:sldId id="851" r:id="rId363"/>
    <p:sldId id="852" r:id="rId364"/>
    <p:sldId id="853" r:id="rId365"/>
    <p:sldId id="854" r:id="rId366"/>
    <p:sldId id="731" r:id="rId367"/>
    <p:sldId id="732" r:id="rId368"/>
    <p:sldId id="734" r:id="rId369"/>
    <p:sldId id="733" r:id="rId370"/>
    <p:sldId id="735" r:id="rId371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Testing - Random" id="{B53A5A28-8189-4647-8F53-925E15674DD6}">
          <p14:sldIdLst>
            <p14:sldId id="817"/>
            <p14:sldId id="818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890"/>
            <p14:sldId id="595"/>
            <p14:sldId id="683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  <p14:sldId id="455"/>
            <p14:sldId id="64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82181" autoAdjust="0"/>
  </p:normalViewPr>
  <p:slideViewPr>
    <p:cSldViewPr snapToGrid="0" showGuides="1">
      <p:cViewPr varScale="1">
        <p:scale>
          <a:sx n="55" d="100"/>
          <a:sy n="55" d="100"/>
        </p:scale>
        <p:origin x="848" y="2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377" Type="http://schemas.openxmlformats.org/officeDocument/2006/relationships/tableStyles" Target="tableStyles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46" Type="http://schemas.openxmlformats.org/officeDocument/2006/relationships/slide" Target="slides/slide345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281" Type="http://schemas.openxmlformats.org/officeDocument/2006/relationships/slide" Target="slides/slide280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152" Type="http://schemas.openxmlformats.org/officeDocument/2006/relationships/slide" Target="slides/slide15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56" Type="http://schemas.openxmlformats.org/officeDocument/2006/relationships/slide" Target="slides/slide55.xml"/><Relationship Id="rId317" Type="http://schemas.openxmlformats.org/officeDocument/2006/relationships/slide" Target="slides/slide316.xml"/><Relationship Id="rId359" Type="http://schemas.openxmlformats.org/officeDocument/2006/relationships/slide" Target="slides/slide358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63" Type="http://schemas.openxmlformats.org/officeDocument/2006/relationships/slide" Target="slides/slide162.xml"/><Relationship Id="rId219" Type="http://schemas.openxmlformats.org/officeDocument/2006/relationships/slide" Target="slides/slide218.xml"/><Relationship Id="rId370" Type="http://schemas.openxmlformats.org/officeDocument/2006/relationships/slide" Target="slides/slide369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328" Type="http://schemas.openxmlformats.org/officeDocument/2006/relationships/slide" Target="slides/slide327.xml"/><Relationship Id="rId132" Type="http://schemas.openxmlformats.org/officeDocument/2006/relationships/slide" Target="slides/slide131.xml"/><Relationship Id="rId174" Type="http://schemas.openxmlformats.org/officeDocument/2006/relationships/slide" Target="slides/slide173.xml"/><Relationship Id="rId241" Type="http://schemas.openxmlformats.org/officeDocument/2006/relationships/slide" Target="slides/slide240.xml"/><Relationship Id="rId36" Type="http://schemas.openxmlformats.org/officeDocument/2006/relationships/slide" Target="slides/slide35.xml"/><Relationship Id="rId283" Type="http://schemas.openxmlformats.org/officeDocument/2006/relationships/slide" Target="slides/slide282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101" Type="http://schemas.openxmlformats.org/officeDocument/2006/relationships/slide" Target="slides/slide100.xml"/><Relationship Id="rId143" Type="http://schemas.openxmlformats.org/officeDocument/2006/relationships/slide" Target="slides/slide142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273" Type="http://schemas.openxmlformats.org/officeDocument/2006/relationships/slide" Target="slides/slide272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329" Type="http://schemas.openxmlformats.org/officeDocument/2006/relationships/slide" Target="slides/slide328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72" Type="http://schemas.openxmlformats.org/officeDocument/2006/relationships/notesMaster" Target="notesMasters/notesMaster1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341" Type="http://schemas.openxmlformats.org/officeDocument/2006/relationships/slide" Target="slides/slide340.xml"/><Relationship Id="rId362" Type="http://schemas.openxmlformats.org/officeDocument/2006/relationships/slide" Target="slides/slide361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352" Type="http://schemas.openxmlformats.org/officeDocument/2006/relationships/slide" Target="slides/slide351.xml"/><Relationship Id="rId373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42" Type="http://schemas.openxmlformats.org/officeDocument/2006/relationships/slide" Target="slides/slide341.xml"/><Relationship Id="rId363" Type="http://schemas.openxmlformats.org/officeDocument/2006/relationships/slide" Target="slides/slide362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353" Type="http://schemas.openxmlformats.org/officeDocument/2006/relationships/slide" Target="slides/slide352.xml"/><Relationship Id="rId374" Type="http://schemas.openxmlformats.org/officeDocument/2006/relationships/presProps" Target="presProps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343" Type="http://schemas.openxmlformats.org/officeDocument/2006/relationships/slide" Target="slides/slide342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75" Type="http://schemas.openxmlformats.org/officeDocument/2006/relationships/viewProps" Target="viewProps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376" Type="http://schemas.openxmlformats.org/officeDocument/2006/relationships/theme" Target="theme/theme1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slide" Target="slides/slide368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251" Type="http://schemas.openxmlformats.org/officeDocument/2006/relationships/slide" Target="slides/slide250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220" Type="http://schemas.openxmlformats.org/officeDocument/2006/relationships/slide" Target="slides/slide219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Relationship Id="rId99" Type="http://schemas.openxmlformats.org/officeDocument/2006/relationships/slide" Target="slides/slide98.xml"/><Relationship Id="rId122" Type="http://schemas.openxmlformats.org/officeDocument/2006/relationships/slide" Target="slides/slide121.xml"/><Relationship Id="rId164" Type="http://schemas.openxmlformats.org/officeDocument/2006/relationships/slide" Target="slides/slide163.xml"/><Relationship Id="rId371" Type="http://schemas.openxmlformats.org/officeDocument/2006/relationships/slide" Target="slides/slide37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5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8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7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4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6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5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Camel case – lower case with humps</a:t>
            </a:r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  <a:p>
            <a:r>
              <a:rPr lang="en-GB" dirty="0"/>
              <a:t>Task.  Create variables &amp; display result: add = 3 + 7    print(add)    </a:t>
            </a:r>
            <a:r>
              <a:rPr lang="en-GB" dirty="0" err="1"/>
              <a:t>powerOf</a:t>
            </a:r>
            <a:r>
              <a:rPr lang="en-GB" dirty="0"/>
              <a:t> = 3**2    print(</a:t>
            </a:r>
            <a:r>
              <a:rPr lang="en-GB" dirty="0" err="1"/>
              <a:t>powerOf</a:t>
            </a:r>
            <a:r>
              <a:rPr lang="en-GB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867964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181403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8029592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13/11/2025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5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5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5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5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5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5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6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6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6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6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4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4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4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6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6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6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6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2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7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5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5.xml"/></Relationships>
</file>

<file path=ppt/slides/_rels/slide2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3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6.xml"/></Relationships>
</file>

<file path=ppt/slides/_rels/slide2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6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6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3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3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6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6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2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2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2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6.xml"/></Relationships>
</file>

<file path=ppt/slides/_rels/slide3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6.xml"/></Relationships>
</file>

<file path=ppt/slides/_rels/slide3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6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4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4.xml"/></Relationships>
</file>

<file path=ppt/slides/_rels/slide3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4.xml"/></Relationships>
</file>

<file path=ppt/slides/_rels/slide3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6.xml"/></Relationships>
</file>

<file path=ppt/slides/_rels/slide3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6.xml"/></Relationships>
</file>

<file path=ppt/slides/_rels/slide3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6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6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6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6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Thonny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Sharepoint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Use internal commentary in all </a:t>
            </a:r>
            <a:r>
              <a:rPr lang="en-GB" b="1" i="1" dirty="0"/>
              <a:t>programs</a:t>
            </a:r>
          </a:p>
          <a:p>
            <a:r>
              <a:rPr lang="en-GB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smtClean="0">
                <a:effectLst/>
                <a:latin typeface="Consolas" panose="020B0609020204030204" pitchFamily="49" charset="0"/>
              </a:rPr>
              <a:t>13 November 2025</a:t>
            </a:fld>
            <a:endParaRPr lang="en-GB" sz="32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Start all programs with internal commentary</a:t>
            </a:r>
          </a:p>
          <a:p>
            <a:r>
              <a:rPr lang="en-GB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output to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098884" y="3573767"/>
            <a:ext cx="2573935" cy="429983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467787" y="5904900"/>
            <a:ext cx="3020368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395955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(4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</a:t>
            </a:r>
            <a:r>
              <a:rPr lang="en-GB" b="1" dirty="0"/>
              <a:t>string</a:t>
            </a:r>
            <a:r>
              <a:rPr lang="en-GB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Letters  –  "</a:t>
            </a:r>
            <a:r>
              <a:rPr lang="en-GB" dirty="0" err="1"/>
              <a:t>abcXYZ</a:t>
            </a:r>
            <a:r>
              <a:rPr lang="en-GB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dirty="0"/>
              <a:t> </a:t>
            </a:r>
            <a:endParaRPr lang="en-GB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Letters  –  "</a:t>
            </a:r>
            <a:r>
              <a:rPr lang="en-GB" dirty="0" err="1"/>
              <a:t>abcXYZ</a:t>
            </a:r>
            <a:r>
              <a:rPr lang="en-GB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dirty="0"/>
              <a:t>–9999</a:t>
            </a:r>
          </a:p>
          <a:p>
            <a:pPr>
              <a:spcBef>
                <a:spcPts val="0"/>
              </a:spcBef>
            </a:pPr>
            <a:r>
              <a:rPr lang="en-GB" dirty="0"/>
              <a:t>0</a:t>
            </a:r>
          </a:p>
          <a:p>
            <a:pPr>
              <a:spcBef>
                <a:spcPts val="0"/>
              </a:spcBef>
            </a:pPr>
            <a:r>
              <a:rPr lang="en-GB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–9999</a:t>
            </a:r>
          </a:p>
          <a:p>
            <a:pPr>
              <a:spcBef>
                <a:spcPts val="0"/>
              </a:spcBef>
            </a:pPr>
            <a:r>
              <a:rPr lang="en-GB" dirty="0"/>
              <a:t>0</a:t>
            </a:r>
          </a:p>
          <a:p>
            <a:pPr>
              <a:spcBef>
                <a:spcPts val="0"/>
              </a:spcBef>
            </a:pPr>
            <a:r>
              <a:rPr lang="en-GB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dirty="0"/>
              <a:t>0·0</a:t>
            </a:r>
          </a:p>
          <a:p>
            <a:pPr>
              <a:spcBef>
                <a:spcPts val="0"/>
              </a:spcBef>
            </a:pPr>
            <a:r>
              <a:rPr lang="en-GB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dirty="0"/>
              <a:t>0·0</a:t>
            </a:r>
          </a:p>
          <a:p>
            <a:pPr>
              <a:spcBef>
                <a:spcPts val="0"/>
              </a:spcBef>
            </a:pPr>
            <a:r>
              <a:rPr lang="en-GB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dirty="0"/>
              <a:t>True</a:t>
            </a:r>
            <a:r>
              <a:rPr lang="en-GB" dirty="0"/>
              <a:t> or </a:t>
            </a:r>
            <a:r>
              <a:rPr lang="en-GB" b="1" dirty="0"/>
              <a:t>False</a:t>
            </a:r>
          </a:p>
          <a:p>
            <a:pPr>
              <a:spcBef>
                <a:spcPts val="0"/>
              </a:spcBef>
            </a:pPr>
            <a:r>
              <a:rPr lang="en-GB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b="1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Somewhere to store information</a:t>
            </a:r>
          </a:p>
          <a:p>
            <a:r>
              <a:rPr lang="en-GB" dirty="0"/>
              <a:t>Has a name</a:t>
            </a:r>
          </a:p>
          <a:p>
            <a:r>
              <a:rPr lang="en-GB" dirty="0"/>
              <a:t>Can be thought of as a box</a:t>
            </a:r>
          </a:p>
          <a:p>
            <a:r>
              <a:rPr lang="en-GB" i="1" dirty="0"/>
              <a:t>Can only store </a:t>
            </a:r>
            <a:r>
              <a:rPr lang="en-GB" b="1" i="1" dirty="0"/>
              <a:t>1</a:t>
            </a:r>
            <a:r>
              <a:rPr lang="en-GB" i="1" dirty="0"/>
              <a:t> piece of info</a:t>
            </a:r>
          </a:p>
          <a:p>
            <a:endParaRPr lang="en-GB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Store 11 in variable1</a:t>
            </a:r>
          </a:p>
          <a:p>
            <a:endParaRPr lang="en-GB" dirty="0"/>
          </a:p>
          <a:p>
            <a:r>
              <a:rPr lang="en-GB" dirty="0"/>
              <a:t>Copy variable1 to variable2</a:t>
            </a:r>
          </a:p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dirty="0"/>
              <a:t>Variable created, with a name</a:t>
            </a:r>
          </a:p>
          <a:p>
            <a:r>
              <a:rPr lang="en-GB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 do not!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dirty="0"/>
              <a:t>Unique</a:t>
            </a: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  <a:endParaRPr lang="en-GB" sz="120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7030A0"/>
                </a:solidFill>
              </a:rPr>
              <a:t>age		number_2			number1	</a:t>
            </a:r>
            <a:r>
              <a:rPr lang="en-GB" sz="32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dirty="0"/>
              <a:t> </a:t>
            </a: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  <a:r>
              <a:rPr lang="en-GB" sz="320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Camel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 err="1">
                <a:solidFill>
                  <a:srgbClr val="7030A0"/>
                </a:solidFill>
              </a:rPr>
              <a:t>pupilAge</a:t>
            </a:r>
            <a:r>
              <a:rPr lang="en-GB" sz="3200" dirty="0">
                <a:solidFill>
                  <a:srgbClr val="7030A0"/>
                </a:solidFill>
              </a:rPr>
              <a:t>		</a:t>
            </a:r>
            <a:r>
              <a:rPr lang="en-GB" sz="3200" dirty="0" err="1">
                <a:solidFill>
                  <a:srgbClr val="7030A0"/>
                </a:solidFill>
              </a:rPr>
              <a:t>costPerKilo</a:t>
            </a:r>
            <a:r>
              <a:rPr lang="en-GB" sz="320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 err="1">
                <a:solidFill>
                  <a:srgbClr val="7030A0"/>
                </a:solidFill>
              </a:rPr>
              <a:t>petName</a:t>
            </a:r>
            <a:r>
              <a:rPr lang="en-GB" sz="3200" dirty="0">
                <a:solidFill>
                  <a:srgbClr val="7030A0"/>
                </a:solidFill>
              </a:rPr>
              <a:t>		</a:t>
            </a:r>
            <a:r>
              <a:rPr lang="en-GB" sz="3200" dirty="0" err="1">
                <a:solidFill>
                  <a:srgbClr val="7030A0"/>
                </a:solidFill>
              </a:rPr>
              <a:t>examGrade</a:t>
            </a:r>
            <a:endParaRPr lang="en-GB" sz="32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Describe and use:</a:t>
            </a:r>
          </a:p>
          <a:p>
            <a:pPr lvl="1"/>
            <a:r>
              <a:rPr lang="en-GB" sz="3200">
                <a:ea typeface="Calibri"/>
                <a:cs typeface="Calibri"/>
              </a:rPr>
              <a:t>Python shell</a:t>
            </a:r>
            <a:endParaRPr lang="en-GB" sz="3200" dirty="0">
              <a:ea typeface="Calibri"/>
              <a:cs typeface="Calibri"/>
            </a:endParaRPr>
          </a:p>
          <a:p>
            <a:pPr lvl="1"/>
            <a:r>
              <a:rPr lang="en-GB" sz="3200">
                <a:ea typeface="Calibri"/>
                <a:cs typeface="Calibri"/>
              </a:rPr>
              <a:t>print</a:t>
            </a:r>
            <a:endParaRPr lang="en-GB" sz="3200" dirty="0">
              <a:ea typeface="Calibri"/>
              <a:cs typeface="Calibri"/>
            </a:endParaRPr>
          </a:p>
          <a:p>
            <a:pPr lvl="1"/>
            <a:r>
              <a:rPr lang="en-GB" sz="3200" i="1"/>
              <a:t>input</a:t>
            </a:r>
            <a:endParaRPr lang="en-GB" sz="3200" i="1" dirty="0"/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use:</a:t>
            </a:r>
          </a:p>
          <a:p>
            <a:pPr lvl="1"/>
            <a:r>
              <a:rPr lang="en-GB" sz="3200" dirty="0"/>
              <a:t>meaningful identifiers</a:t>
            </a:r>
          </a:p>
          <a:p>
            <a:pPr lvl="1"/>
            <a:r>
              <a:rPr lang="en-GB" sz="3200" dirty="0"/>
              <a:t>internal commentary</a:t>
            </a:r>
          </a:p>
          <a:p>
            <a:pPr lvl="1"/>
            <a:r>
              <a:rPr lang="en-GB" sz="3200" dirty="0"/>
              <a:t>white space</a:t>
            </a:r>
          </a:p>
          <a:p>
            <a:pPr lvl="1"/>
            <a:r>
              <a:rPr lang="en-GB" sz="3200" i="1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use:</a:t>
            </a:r>
          </a:p>
          <a:p>
            <a:pPr lvl="1"/>
            <a:r>
              <a:rPr lang="en-GB" sz="3200" dirty="0"/>
              <a:t>meaningful identifiers</a:t>
            </a:r>
          </a:p>
          <a:p>
            <a:pPr lvl="1"/>
            <a:r>
              <a:rPr lang="en-GB" sz="3200" dirty="0"/>
              <a:t>internal commentary</a:t>
            </a:r>
          </a:p>
          <a:p>
            <a:pPr lvl="1"/>
            <a:r>
              <a:rPr lang="en-GB" sz="3200" dirty="0"/>
              <a:t>white space</a:t>
            </a:r>
          </a:p>
          <a:p>
            <a:pPr lvl="1"/>
            <a:r>
              <a:rPr lang="en-GB" sz="3200" b="1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dirty="0"/>
              <a:t>spaces at the start of a line</a:t>
            </a:r>
          </a:p>
          <a:p>
            <a:r>
              <a:rPr lang="en-GB" dirty="0"/>
              <a:t>indicates a block of code</a:t>
            </a:r>
          </a:p>
          <a:p>
            <a:r>
              <a:rPr lang="en-GB" dirty="0"/>
              <a:t>Python: very important</a:t>
            </a:r>
          </a:p>
          <a:p>
            <a:r>
              <a:rPr lang="en-GB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dirty="0"/>
              <a:t>spaces at the </a:t>
            </a:r>
          </a:p>
          <a:p>
            <a:r>
              <a:rPr lang="en-GB" dirty="0"/>
              <a:t>indicates a </a:t>
            </a:r>
          </a:p>
          <a:p>
            <a:r>
              <a:rPr lang="en-GB" dirty="0"/>
              <a:t>Python: </a:t>
            </a:r>
          </a:p>
          <a:p>
            <a:r>
              <a:rPr lang="en-GB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40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40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/>
              <a:t>True</a:t>
            </a:r>
          </a:p>
          <a:p>
            <a:pPr marL="0" indent="0" algn="ctr">
              <a:buNone/>
            </a:pPr>
            <a:r>
              <a:rPr lang="en-GB"/>
              <a:t>1</a:t>
            </a:r>
          </a:p>
          <a:p>
            <a:pPr marL="0" indent="0" algn="ctr">
              <a:buNone/>
            </a:pPr>
            <a:r>
              <a:rPr lang="en-GB"/>
              <a:t>On</a:t>
            </a:r>
          </a:p>
          <a:p>
            <a:pPr marL="0" indent="0" algn="ctr">
              <a:buNone/>
            </a:pPr>
            <a:r>
              <a:rPr lang="en-GB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/>
              <a:t>False</a:t>
            </a:r>
          </a:p>
          <a:p>
            <a:pPr marL="0" indent="0" algn="ctr">
              <a:buNone/>
            </a:pPr>
            <a:r>
              <a:rPr lang="en-GB"/>
              <a:t>0</a:t>
            </a:r>
          </a:p>
          <a:p>
            <a:pPr marL="0" indent="0" algn="ctr">
              <a:buNone/>
            </a:pPr>
            <a:r>
              <a:rPr lang="en-GB"/>
              <a:t>Off</a:t>
            </a:r>
          </a:p>
          <a:p>
            <a:pPr marL="0" indent="0" algn="ctr">
              <a:buNone/>
            </a:pPr>
            <a:r>
              <a:rPr lang="en-GB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your eyes are blue, raise your hand</a:t>
            </a:r>
          </a:p>
          <a:p>
            <a:endParaRPr lang="en-GB" dirty="0"/>
          </a:p>
          <a:p>
            <a:r>
              <a:rPr lang="en-GB" dirty="0"/>
              <a:t>If your hair is dark, put a finger </a:t>
            </a:r>
            <a:r>
              <a:rPr lang="en-GB" b="1" i="1" dirty="0"/>
              <a:t>on</a:t>
            </a:r>
            <a:r>
              <a:rPr lang="en-GB" dirty="0"/>
              <a:t> your nose</a:t>
            </a:r>
          </a:p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dirty="0"/>
              <a:t>Otherwise, put a finger </a:t>
            </a:r>
            <a:r>
              <a:rPr lang="en-GB" sz="3200" b="1" i="1" dirty="0"/>
              <a:t>on</a:t>
            </a:r>
            <a:r>
              <a:rPr lang="en-GB" sz="3200" dirty="0"/>
              <a:t> your nose</a:t>
            </a:r>
            <a:endParaRPr lang="en-GB" dirty="0"/>
          </a:p>
          <a:p>
            <a:pPr>
              <a:spcBef>
                <a:spcPts val="2400"/>
              </a:spcBef>
            </a:pPr>
            <a:r>
              <a:rPr lang="en-GB" dirty="0"/>
              <a:t>If your hair is dark, put a finger </a:t>
            </a:r>
            <a:r>
              <a:rPr lang="en-GB" b="1" i="1" dirty="0"/>
              <a:t>on</a:t>
            </a:r>
            <a:r>
              <a:rPr lang="en-GB" dirty="0"/>
              <a:t> your nose</a:t>
            </a:r>
          </a:p>
          <a:p>
            <a:pPr marL="914400" lvl="2" indent="0">
              <a:buNone/>
            </a:pPr>
            <a:r>
              <a:rPr lang="en-GB" sz="320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36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  <a:endParaRPr lang="en-GB" sz="360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36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  <a:endParaRPr lang="en-GB" sz="360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en-GB" sz="2800" dirty="0"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la-Latn" sz="2800" dirty="0">
                <a:latin typeface="Consolas" panose="020B0609020204030204" pitchFamily="49" charset="0"/>
              </a:rPr>
              <a:t>   </a:t>
            </a:r>
            <a:r>
              <a:rPr lang="en-GB" sz="2800" dirty="0">
                <a:latin typeface="Consolas" panose="020B0609020204030204" pitchFamily="49" charset="0"/>
              </a:rPr>
              <a:t> 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en-GB" sz="2800" dirty="0"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la-Latn" sz="2800" dirty="0">
                <a:latin typeface="Consolas" panose="020B0609020204030204" pitchFamily="49" charset="0"/>
              </a:rPr>
              <a:t>   </a:t>
            </a:r>
            <a:r>
              <a:rPr lang="en-GB" sz="2800" dirty="0">
                <a:latin typeface="Consolas" panose="020B0609020204030204" pitchFamily="49" charset="0"/>
              </a:rPr>
              <a:t> 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</a:t>
            </a:r>
            <a:r>
              <a:rPr lang="en-GB" dirty="0" err="1"/>
              <a:t>elif</a:t>
            </a:r>
            <a:r>
              <a:rPr lang="en-GB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"Body temp (deg C):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"Body temp (deg C):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>
                <a:solidFill>
                  <a:srgbClr val="183691"/>
                </a:solidFill>
                <a:latin typeface="Consolas" panose="020B0609020204030204" pitchFamily="49" charset="0"/>
              </a:rPr>
              <a:t>Height 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metres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"Height (</a:t>
            </a:r>
            <a:r>
              <a:rPr lang="en-US" altLang="en-US" dirty="0" err="1">
                <a:solidFill>
                  <a:srgbClr val="183691"/>
                </a:solidFill>
                <a:latin typeface="Consolas" panose="020B0609020204030204" pitchFamily="49" charset="0"/>
              </a:rPr>
              <a:t>metres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	Maximum height of 1 metre,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Maximum weight </a:t>
            </a:r>
            <a:r>
              <a:rPr lang="en-GB" dirty="0">
                <a:latin typeface="Consolas" panose="020B0609020204030204" pitchFamily="49" charset="0"/>
              </a:rPr>
              <a:t>of</a:t>
            </a:r>
            <a:r>
              <a:rPr lang="en-GB" sz="3200" dirty="0">
                <a:latin typeface="Consolas" panose="020B0609020204030204" pitchFamily="49" charset="0"/>
              </a:rPr>
              <a:t> 15 kg,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	Maximum height of 1 metre,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Maximum weight </a:t>
            </a:r>
            <a:r>
              <a:rPr lang="en-GB" dirty="0">
                <a:latin typeface="Consolas" panose="020B0609020204030204" pitchFamily="49" charset="0"/>
              </a:rPr>
              <a:t>of</a:t>
            </a:r>
            <a:r>
              <a:rPr lang="en-GB" sz="3200" dirty="0">
                <a:latin typeface="Consolas" panose="020B0609020204030204" pitchFamily="49" charset="0"/>
              </a:rPr>
              <a:t> 15 kg,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/>
              <a:t>Generic</a:t>
            </a:r>
            <a:endParaRPr lang="en-GB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/>
              <a:t>IF &lt;condition 1&gt; is true THEN</a:t>
            </a:r>
          </a:p>
          <a:p>
            <a:pPr marL="0" indent="0">
              <a:buNone/>
            </a:pPr>
            <a:r>
              <a:rPr lang="en-GB"/>
              <a:t> 	do something</a:t>
            </a:r>
          </a:p>
          <a:p>
            <a:pPr marL="0" indent="0">
              <a:buNone/>
            </a:pPr>
            <a:r>
              <a:rPr lang="en-GB"/>
              <a:t>ELSE IF &lt;condition 2&gt; is true THEN</a:t>
            </a:r>
          </a:p>
          <a:p>
            <a:pPr marL="0" indent="0">
              <a:buNone/>
            </a:pPr>
            <a:r>
              <a:rPr lang="en-GB"/>
              <a:t> 	do something else</a:t>
            </a:r>
          </a:p>
          <a:p>
            <a:pPr marL="0" indent="0">
              <a:buNone/>
            </a:pPr>
            <a:r>
              <a:rPr lang="en-GB"/>
              <a:t>ELSE</a:t>
            </a:r>
          </a:p>
          <a:p>
            <a:pPr marL="0" indent="0">
              <a:buNone/>
            </a:pPr>
            <a:r>
              <a:rPr lang="en-GB"/>
              <a:t> 	do this instead</a:t>
            </a:r>
          </a:p>
          <a:p>
            <a:pPr marL="0" indent="0">
              <a:buNone/>
            </a:pPr>
            <a:r>
              <a:rPr lang="en-GB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/>
              <a:t>if 5 &lt; 2:</a:t>
            </a:r>
          </a:p>
          <a:p>
            <a:pPr marL="0" indent="361950">
              <a:buNone/>
            </a:pPr>
            <a:r>
              <a:rPr lang="en-GB"/>
              <a:t>print("True")</a:t>
            </a:r>
          </a:p>
          <a:p>
            <a:pPr marL="0" indent="0">
              <a:buNone/>
            </a:pPr>
            <a:r>
              <a:rPr lang="en-GB" err="1"/>
              <a:t>elif</a:t>
            </a:r>
            <a:r>
              <a:rPr lang="en-GB"/>
              <a:t> 5 == 2:</a:t>
            </a:r>
          </a:p>
          <a:p>
            <a:pPr marL="0" indent="361950">
              <a:buNone/>
            </a:pPr>
            <a:r>
              <a:rPr lang="en-GB"/>
              <a:t>print("Another option")</a:t>
            </a:r>
          </a:p>
          <a:p>
            <a:pPr marL="0" indent="0">
              <a:buNone/>
            </a:pPr>
            <a:r>
              <a:rPr lang="en-GB"/>
              <a:t>else:</a:t>
            </a:r>
          </a:p>
          <a:p>
            <a:pPr marL="0" indent="361950">
              <a:buNone/>
            </a:pPr>
            <a:r>
              <a:rPr lang="en-GB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/>
              <a:t>Generic</a:t>
            </a:r>
            <a:endParaRPr lang="en-GB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/>
              <a:t>IF &lt;condition 1&gt; is true THEN</a:t>
            </a:r>
          </a:p>
          <a:p>
            <a:pPr marL="0" indent="0">
              <a:buNone/>
            </a:pPr>
            <a:r>
              <a:rPr lang="en-GB"/>
              <a:t> 	do something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/>
              <a:t>ELSE</a:t>
            </a:r>
          </a:p>
          <a:p>
            <a:pPr marL="0" indent="0">
              <a:buNone/>
            </a:pPr>
            <a:r>
              <a:rPr lang="en-GB"/>
              <a:t> 	do this instead</a:t>
            </a:r>
          </a:p>
          <a:p>
            <a:pPr marL="0" indent="0">
              <a:buNone/>
            </a:pPr>
            <a:r>
              <a:rPr lang="en-GB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/>
              <a:t>if 5 &lt; 2:</a:t>
            </a:r>
          </a:p>
          <a:p>
            <a:pPr marL="0" indent="361950">
              <a:buNone/>
            </a:pPr>
            <a:r>
              <a:rPr lang="en-GB"/>
              <a:t>print("True")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/>
              <a:t>else:</a:t>
            </a:r>
          </a:p>
          <a:p>
            <a:pPr marL="0" indent="361950">
              <a:buNone/>
            </a:pPr>
            <a:r>
              <a:rPr lang="en-GB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 </a:t>
            </a:r>
            <a:r>
              <a:rPr lang="en-GB" sz="2400" b="1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dirty="0">
                <a:latin typeface="Consolas" panose="020B0609020204030204" pitchFamily="49" charset="0"/>
              </a:rPr>
              <a:t>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 </a:t>
            </a:r>
            <a:r>
              <a:rPr lang="en-GB" sz="2400" b="1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dirty="0">
                <a:latin typeface="Consolas" panose="020B0609020204030204" pitchFamily="49" charset="0"/>
              </a:rPr>
              <a:t>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SQA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SQA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random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Get extra code for random</a:t>
            </a:r>
          </a:p>
          <a:p>
            <a:r>
              <a:rPr lang="en-GB" dirty="0"/>
              <a:t>Loop 5 times</a:t>
            </a:r>
          </a:p>
          <a:p>
            <a:pPr lvl="1"/>
            <a:r>
              <a:rPr lang="en-GB" sz="3200" dirty="0"/>
              <a:t>'Throw' a dice</a:t>
            </a:r>
          </a:p>
          <a:p>
            <a:pPr lvl="1"/>
            <a:r>
              <a:rPr lang="en-GB" sz="320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normal test data in a test table</a:t>
            </a:r>
          </a:p>
          <a:p>
            <a:r>
              <a:rPr lang="en-GB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extreme test data in a test table</a:t>
            </a:r>
          </a:p>
          <a:p>
            <a:r>
              <a:rPr lang="en-GB" dirty="0"/>
              <a:t>Describe and identify syntax, execution, and </a:t>
            </a:r>
            <a:r>
              <a:rPr lang="en-GB" b="1" dirty="0"/>
              <a:t>logic errors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at limit of </a:t>
            </a:r>
            <a:r>
              <a:rPr lang="en-GB" sz="320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at limit of </a:t>
            </a:r>
            <a:r>
              <a:rPr lang="en-GB" sz="320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score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50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26938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score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50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(pax))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Before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Before Loop</a:t>
            </a:r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Initialise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Initialise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650028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Replit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N5 SDD Ask Questions – Loops: </a:t>
            </a:r>
            <a:r>
              <a:rPr lang="en-GB" sz="32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dirty="0"/>
              <a:t>N5 SDD School Days Left – Days: </a:t>
            </a:r>
            <a:r>
              <a:rPr lang="en-GB" sz="3200" dirty="0">
                <a:solidFill>
                  <a:srgbClr val="FF0000"/>
                </a:solidFill>
              </a:rPr>
              <a:t>Min 0</a:t>
            </a:r>
            <a:r>
              <a:rPr lang="en-GB" sz="3200" dirty="0"/>
              <a:t>, </a:t>
            </a:r>
            <a:r>
              <a:rPr lang="en-GB" sz="320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dirty="0"/>
              <a:t>N5 SDD - Decisions </a:t>
            </a:r>
            <a:r>
              <a:rPr lang="en-GB" sz="3200" dirty="0" err="1"/>
              <a:t>Decisions</a:t>
            </a:r>
            <a:r>
              <a:rPr lang="en-GB" sz="3200" dirty="0"/>
              <a:t> – Voucher: </a:t>
            </a:r>
            <a:r>
              <a:rPr lang="en-GB" sz="3200" dirty="0">
                <a:solidFill>
                  <a:srgbClr val="FF0000"/>
                </a:solidFill>
              </a:rPr>
              <a:t>"yes" </a:t>
            </a:r>
            <a:r>
              <a:rPr lang="en-GB" sz="3200" dirty="0"/>
              <a:t>or </a:t>
            </a:r>
            <a:r>
              <a:rPr lang="en-GB" sz="320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extreme test data in a test table</a:t>
            </a:r>
          </a:p>
          <a:p>
            <a:r>
              <a:rPr lang="en-GB" dirty="0"/>
              <a:t>Describe and identify execution and logic errors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normal test data but at limit of:</a:t>
            </a:r>
          </a:p>
          <a:p>
            <a:pPr lvl="1"/>
            <a:r>
              <a:rPr lang="en-GB" sz="3200" dirty="0"/>
              <a:t>acceptable values</a:t>
            </a:r>
          </a:p>
          <a:p>
            <a:pPr lvl="1"/>
            <a:r>
              <a:rPr lang="en-GB" sz="320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normal test data but at limit of:</a:t>
            </a:r>
          </a:p>
          <a:p>
            <a:pPr lvl="1"/>
            <a:r>
              <a:rPr lang="en-GB" sz="3200" dirty="0"/>
              <a:t>acceptable values</a:t>
            </a:r>
          </a:p>
          <a:p>
            <a:pPr lvl="1"/>
            <a:r>
              <a:rPr lang="en-GB" sz="320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exceptional test data in a test table</a:t>
            </a:r>
          </a:p>
          <a:p>
            <a:r>
              <a:rPr lang="en-GB" dirty="0"/>
              <a:t>Describe and identify syntax, execution, and logic errors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Stay in the loop – exceptional test (if appropriate)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6739637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Exit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152421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Exit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dirty="0"/>
              <a:t>The ages of 5 pupils</a:t>
            </a:r>
          </a:p>
          <a:p>
            <a:pPr>
              <a:spcAft>
                <a:spcPts val="0"/>
              </a:spcAft>
            </a:pPr>
            <a:endParaRPr lang="en-GB" dirty="0"/>
          </a:p>
          <a:p>
            <a:pPr>
              <a:spcAft>
                <a:spcPts val="0"/>
              </a:spcAft>
            </a:pPr>
            <a:endParaRPr lang="en-GB" dirty="0"/>
          </a:p>
          <a:p>
            <a:pPr>
              <a:spcAft>
                <a:spcPts val="0"/>
              </a:spcAft>
            </a:pPr>
            <a:endParaRPr lang="en-GB" dirty="0"/>
          </a:p>
          <a:p>
            <a:pPr>
              <a:spcAft>
                <a:spcPts val="600"/>
              </a:spcAft>
            </a:pPr>
            <a:endParaRPr lang="en-GB" dirty="0"/>
          </a:p>
          <a:p>
            <a:pPr>
              <a:spcAft>
                <a:spcPts val="600"/>
              </a:spcAft>
            </a:pPr>
            <a:r>
              <a:rPr lang="en-GB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>
                <a:latin typeface="Consolas" panose="020B0609020204030204" pitchFamily="49" charset="0"/>
              </a:rPr>
              <a:t>postcode = "</a:t>
            </a:r>
            <a:r>
              <a:rPr lang="en-GB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age1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age2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age3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age4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dirty="0">
                <a:latin typeface="Consolas" panose="020B0609020204030204" pitchFamily="49" charset="0"/>
              </a:rPr>
              <a:t>age5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age1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age2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age3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age4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age5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age1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age2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age3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age4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age5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ages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0252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6884303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533146"/>
      </p:ext>
    </p:extLst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919498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 / crash program</a:t>
                      </a:r>
                      <a:endParaRPr lang="en-GB" sz="32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6169832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8426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634681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SDD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DDD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SDD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DDD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10 – 14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dirty="0"/>
              <a:t>inputs</a:t>
            </a:r>
          </a:p>
          <a:p>
            <a:pPr lvl="1"/>
            <a:r>
              <a:rPr lang="en-GB" sz="3200" dirty="0"/>
              <a:t>processes</a:t>
            </a:r>
          </a:p>
          <a:p>
            <a:pPr lvl="1"/>
            <a:r>
              <a:rPr lang="en-GB" sz="32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inputs, processes, and outputs </a:t>
            </a:r>
          </a:p>
          <a:p>
            <a:pPr marL="0" indent="0">
              <a:buNone/>
            </a:pPr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identify, and be able to read and understand:</a:t>
            </a:r>
          </a:p>
          <a:p>
            <a:pPr lvl="1"/>
            <a:r>
              <a:rPr lang="en-GB" sz="3200" b="1" dirty="0"/>
              <a:t>structure diagrams</a:t>
            </a:r>
          </a:p>
          <a:p>
            <a:pPr lvl="1"/>
            <a:r>
              <a:rPr lang="en-GB" sz="3200" dirty="0"/>
              <a:t>flowcharts</a:t>
            </a:r>
          </a:p>
          <a:p>
            <a:pPr lvl="1"/>
            <a:r>
              <a:rPr lang="en-GB" sz="3200" dirty="0"/>
              <a:t>pseudocode</a:t>
            </a:r>
          </a:p>
          <a:p>
            <a:r>
              <a:rPr lang="en-GB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identify, and be able to read and understand:</a:t>
            </a:r>
          </a:p>
          <a:p>
            <a:pPr lvl="1"/>
            <a:r>
              <a:rPr lang="en-GB" sz="3200" dirty="0"/>
              <a:t>structure diagrams</a:t>
            </a:r>
          </a:p>
          <a:p>
            <a:pPr lvl="1"/>
            <a:r>
              <a:rPr lang="en-GB" sz="3200" b="1" dirty="0"/>
              <a:t>flowcharts</a:t>
            </a:r>
          </a:p>
          <a:p>
            <a:pPr lvl="1"/>
            <a:r>
              <a:rPr lang="en-GB" sz="3200" dirty="0"/>
              <a:t>pseudocode</a:t>
            </a:r>
          </a:p>
          <a:p>
            <a:r>
              <a:rPr lang="en-GB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Begin at </a:t>
            </a:r>
            <a:r>
              <a:rPr lang="en-GB" i="1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Follow the </a:t>
            </a:r>
            <a:r>
              <a:rPr lang="en-GB" i="1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Finish at </a:t>
            </a:r>
            <a:r>
              <a:rPr lang="en-GB" i="1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437868" y="3272009"/>
            <a:ext cx="3323969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identify, and be able to read and understand:</a:t>
            </a:r>
          </a:p>
          <a:p>
            <a:pPr lvl="1"/>
            <a:r>
              <a:rPr lang="en-GB" sz="3200" dirty="0"/>
              <a:t>structure diagrams</a:t>
            </a:r>
          </a:p>
          <a:p>
            <a:pPr lvl="1"/>
            <a:r>
              <a:rPr lang="en-GB" sz="3200" dirty="0"/>
              <a:t>flowcharts</a:t>
            </a:r>
          </a:p>
          <a:p>
            <a:pPr lvl="1"/>
            <a:r>
              <a:rPr lang="en-GB" sz="3200" b="1" dirty="0"/>
              <a:t>pseudocode</a:t>
            </a:r>
          </a:p>
          <a:p>
            <a:r>
              <a:rPr lang="en-GB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Written in structured English</a:t>
            </a:r>
          </a:p>
          <a:p>
            <a:r>
              <a:rPr lang="en-GB" dirty="0"/>
              <a:t>Main steps show algorithm</a:t>
            </a:r>
          </a:p>
          <a:p>
            <a:r>
              <a:rPr lang="en-GB" dirty="0"/>
              <a:t>Refinements show detail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SQA Reference Language (</a:t>
            </a:r>
            <a:r>
              <a:rPr lang="en-GB" dirty="0" err="1"/>
              <a:t>SQARL</a:t>
            </a:r>
            <a:r>
              <a:rPr lang="en-GB" dirty="0"/>
              <a:t>) </a:t>
            </a:r>
            <a:r>
              <a:rPr lang="en-GB" b="1" dirty="0">
                <a:solidFill>
                  <a:srgbClr val="FF0000"/>
                </a:solidFill>
              </a:rPr>
              <a:t>!=</a:t>
            </a:r>
            <a:r>
              <a:rPr lang="en-GB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Written in</a:t>
            </a:r>
          </a:p>
          <a:p>
            <a:r>
              <a:rPr lang="en-GB" dirty="0"/>
              <a:t>Main steps</a:t>
            </a:r>
          </a:p>
          <a:p>
            <a:r>
              <a:rPr lang="en-GB" dirty="0"/>
              <a:t>Refinements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SQA Reference Language (</a:t>
            </a:r>
            <a:r>
              <a:rPr lang="en-GB" dirty="0" err="1"/>
              <a:t>SQARL</a:t>
            </a:r>
            <a:r>
              <a:rPr lang="en-GB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Comparison of solution (code and testing) with program analysis, not design, and expected output</a:t>
            </a:r>
          </a:p>
          <a:p>
            <a:r>
              <a:rPr lang="en-GB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Comparison of solution (code and testing) with program 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 efficiencies or inefficiencies such as</a:t>
            </a:r>
          </a:p>
          <a:p>
            <a:pPr lvl="1"/>
            <a:r>
              <a:rPr lang="en-GB" sz="3200" dirty="0"/>
              <a:t>Array vs multiple variables</a:t>
            </a:r>
          </a:p>
          <a:p>
            <a:pPr lvl="1"/>
            <a:r>
              <a:rPr lang="en-GB" sz="3200" dirty="0"/>
              <a:t>Nested ifs (else ifs) vs individual ifs</a:t>
            </a:r>
          </a:p>
          <a:p>
            <a:pPr lvl="1"/>
            <a:r>
              <a:rPr lang="en-GB" sz="320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Input validation (exceptional tests), or lack of it</a:t>
            </a:r>
          </a:p>
          <a:p>
            <a:r>
              <a:rPr lang="en-GB" dirty="0"/>
              <a:t>Potential for errors – possible to enter incorrect values?</a:t>
            </a:r>
          </a:p>
          <a:p>
            <a:r>
              <a:rPr lang="en-GB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Input validation (exceptional tests)</a:t>
            </a:r>
          </a:p>
          <a:p>
            <a:r>
              <a:rPr lang="en-GB" dirty="0"/>
              <a:t>Potential for errors </a:t>
            </a:r>
          </a:p>
          <a:p>
            <a:r>
              <a:rPr lang="en-GB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Explains what the code does</a:t>
            </a:r>
          </a:p>
          <a:p>
            <a:r>
              <a:rPr lang="en-GB" dirty="0"/>
              <a:t>Helps clarify complex code</a:t>
            </a:r>
          </a:p>
          <a:p>
            <a:r>
              <a:rPr lang="en-GB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Explains what </a:t>
            </a:r>
          </a:p>
          <a:p>
            <a:r>
              <a:rPr lang="en-GB" dirty="0"/>
              <a:t>Helps clarify</a:t>
            </a:r>
          </a:p>
          <a:p>
            <a:r>
              <a:rPr lang="en-GB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Names relate to the data</a:t>
            </a:r>
          </a:p>
          <a:p>
            <a:r>
              <a:rPr lang="en-GB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Names</a:t>
            </a:r>
          </a:p>
          <a:p>
            <a:r>
              <a:rPr lang="en-GB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Between structures in program</a:t>
            </a:r>
          </a:p>
          <a:p>
            <a:r>
              <a:rPr lang="en-GB" dirty="0"/>
              <a:t>Easier to see sections of code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Between</a:t>
            </a:r>
          </a:p>
          <a:p>
            <a:r>
              <a:rPr lang="en-GB" dirty="0"/>
              <a:t>Easier to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dirty="0"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dirty="0"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US" altLang="en-US" sz="400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US" altLang="en-US" sz="400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13893</Words>
  <Application>Microsoft Office PowerPoint</Application>
  <PresentationFormat>Widescreen</PresentationFormat>
  <Paragraphs>3486</Paragraphs>
  <Slides>370</Slides>
  <Notes>287</Notes>
  <HiddenSlides>157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370</vt:i4>
      </vt:variant>
    </vt:vector>
  </HeadingPairs>
  <TitlesOfParts>
    <vt:vector size="375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random – Testing</vt:lpstr>
      <vt:lpstr>random – Testing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Input Before Loop</vt:lpstr>
      <vt:lpstr>Input validation – Input Before Loop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Extreme Test Data</vt:lpstr>
      <vt:lpstr>Extreme Test Data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Traversing an array – Data out (2)</vt:lpstr>
      <vt:lpstr>Traversing an array – Data out (2)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4</vt:lpstr>
      <vt:lpstr>Structure Diagrams – Example 4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2025-11-13T10:32:22Z</dcterms:modified>
</cp:coreProperties>
</file>