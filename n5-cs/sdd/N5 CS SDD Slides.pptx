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5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731" r:id="rId357"/>
    <p:sldId id="732" r:id="rId358"/>
    <p:sldId id="734" r:id="rId359"/>
    <p:sldId id="733" r:id="rId360"/>
    <p:sldId id="735" r:id="rId361"/>
    <p:sldId id="899" r:id="rId362"/>
    <p:sldId id="904" r:id="rId363"/>
    <p:sldId id="905" r:id="rId364"/>
    <p:sldId id="847" r:id="rId365"/>
    <p:sldId id="849" r:id="rId366"/>
    <p:sldId id="850" r:id="rId367"/>
    <p:sldId id="853" r:id="rId368"/>
    <p:sldId id="854" r:id="rId369"/>
    <p:sldId id="891" r:id="rId370"/>
    <p:sldId id="678" r:id="rId371"/>
    <p:sldId id="888" r:id="rId372"/>
    <p:sldId id="690" r:id="rId373"/>
    <p:sldId id="680" r:id="rId374"/>
    <p:sldId id="679" r:id="rId375"/>
    <p:sldId id="681" r:id="rId376"/>
    <p:sldId id="684" r:id="rId377"/>
    <p:sldId id="889" r:id="rId378"/>
    <p:sldId id="595" r:id="rId379"/>
    <p:sldId id="683" r:id="rId380"/>
    <p:sldId id="458" r:id="rId381"/>
    <p:sldId id="459" r:id="rId382"/>
    <p:sldId id="481" r:id="rId383"/>
    <p:sldId id="796" r:id="rId38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viewProps" Target="view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ableStyles" Target="tableStyle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commentAuthors" Target="commentAuthor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presProps" Target="presProp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theme" Target="theme/theme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28/08/2026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6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6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28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dcmitype/"/>
    <ds:schemaRef ds:uri="fb00f1ab-d075-4e01-ab9b-b3f8a42839f0"/>
    <ds:schemaRef ds:uri="http://schemas.openxmlformats.org/package/2006/metadata/core-properties"/>
    <ds:schemaRef ds:uri="http://schemas.microsoft.com/office/infopath/2007/PartnerControls"/>
    <ds:schemaRef ds:uri="7870b3cf-1289-4874-b3fd-2340ee2bd0a7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14338</Words>
  <Application>Microsoft Office PowerPoint</Application>
  <PresentationFormat>Widescreen</PresentationFormat>
  <Paragraphs>3619</Paragraphs>
  <Slides>380</Slides>
  <Notes>296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- Fixed Loop</vt:lpstr>
      <vt:lpstr>Running total - Fixed Loop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2026-08-28T10:53:12Z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