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410" r:id="rId117"/>
    <p:sldId id="764" r:id="rId118"/>
    <p:sldId id="411" r:id="rId119"/>
    <p:sldId id="413" r:id="rId120"/>
    <p:sldId id="412" r:id="rId121"/>
    <p:sldId id="606" r:id="rId122"/>
    <p:sldId id="845" r:id="rId123"/>
    <p:sldId id="846" r:id="rId124"/>
    <p:sldId id="269" r:id="rId125"/>
    <p:sldId id="737" r:id="rId126"/>
    <p:sldId id="855" r:id="rId127"/>
    <p:sldId id="856" r:id="rId128"/>
    <p:sldId id="858" r:id="rId129"/>
    <p:sldId id="857" r:id="rId130"/>
    <p:sldId id="859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A7AF7-BFE0-4D39-B310-170BB4BB4621}" v="166" dt="2026-08-31T19:56:58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72" d="100"/>
          <a:sy n="72" d="100"/>
        </p:scale>
        <p:origin x="57" y="141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393" Type="http://schemas.microsoft.com/office/2015/10/relationships/revisionInfo" Target="revisionInfo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31/08/2026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31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terms/"/>
    <ds:schemaRef ds:uri="http://purl.org/dc/elements/1.1/"/>
    <ds:schemaRef ds:uri="http://www.w3.org/XML/1998/namespace"/>
    <ds:schemaRef ds:uri="http://purl.org/dc/dcmitype/"/>
    <ds:schemaRef ds:uri="http://schemas.microsoft.com/office/2006/documentManagement/types"/>
    <ds:schemaRef ds:uri="7870b3cf-1289-4874-b3fd-2340ee2bd0a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13395</Words>
  <Application>Microsoft Office PowerPoint</Application>
  <PresentationFormat>Widescreen</PresentationFormat>
  <Paragraphs>3629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2026-08-31T19:57:22Z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