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21/09/2026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21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Import code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types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473349" y="53772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473349" y="3930870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473349" y="4654079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Import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fb00f1ab-d075-4e01-ab9b-b3f8a42839f0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7870b3cf-1289-4874-b3fd-2340ee2bd0a7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14374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</vt:lpstr>
      <vt:lpstr>Program Layout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2026-09-21T12:10:48Z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