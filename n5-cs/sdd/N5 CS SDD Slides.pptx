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17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77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817" r:id="rId209"/>
    <p:sldId id="818" r:id="rId210"/>
    <p:sldId id="270" r:id="rId211"/>
    <p:sldId id="363" r:id="rId212"/>
    <p:sldId id="367" r:id="rId213"/>
    <p:sldId id="362" r:id="rId214"/>
    <p:sldId id="682" r:id="rId215"/>
    <p:sldId id="763" r:id="rId216"/>
    <p:sldId id="274" r:id="rId217"/>
    <p:sldId id="365" r:id="rId218"/>
    <p:sldId id="886" r:id="rId219"/>
    <p:sldId id="887" r:id="rId220"/>
    <p:sldId id="769" r:id="rId221"/>
    <p:sldId id="770" r:id="rId222"/>
    <p:sldId id="892" r:id="rId223"/>
    <p:sldId id="893" r:id="rId224"/>
    <p:sldId id="894" r:id="rId225"/>
    <p:sldId id="895" r:id="rId226"/>
    <p:sldId id="673" r:id="rId227"/>
    <p:sldId id="674" r:id="rId228"/>
    <p:sldId id="675" r:id="rId229"/>
    <p:sldId id="406" r:id="rId230"/>
    <p:sldId id="644" r:id="rId231"/>
    <p:sldId id="771" r:id="rId232"/>
    <p:sldId id="612" r:id="rId233"/>
    <p:sldId id="613" r:id="rId234"/>
    <p:sldId id="820" r:id="rId235"/>
    <p:sldId id="821" r:id="rId236"/>
    <p:sldId id="891" r:id="rId237"/>
    <p:sldId id="678" r:id="rId238"/>
    <p:sldId id="888" r:id="rId239"/>
    <p:sldId id="690" r:id="rId240"/>
    <p:sldId id="680" r:id="rId241"/>
    <p:sldId id="679" r:id="rId242"/>
    <p:sldId id="681" r:id="rId243"/>
    <p:sldId id="684" r:id="rId244"/>
    <p:sldId id="889" r:id="rId245"/>
    <p:sldId id="890" r:id="rId246"/>
    <p:sldId id="595" r:id="rId247"/>
    <p:sldId id="683" r:id="rId248"/>
    <p:sldId id="458" r:id="rId249"/>
    <p:sldId id="459" r:id="rId250"/>
    <p:sldId id="481" r:id="rId251"/>
    <p:sldId id="796" r:id="rId252"/>
    <p:sldId id="273" r:id="rId253"/>
    <p:sldId id="354" r:id="rId254"/>
    <p:sldId id="356" r:id="rId255"/>
    <p:sldId id="805" r:id="rId256"/>
    <p:sldId id="258" r:id="rId257"/>
    <p:sldId id="357" r:id="rId258"/>
    <p:sldId id="358" r:id="rId259"/>
    <p:sldId id="647" r:id="rId260"/>
    <p:sldId id="629" r:id="rId261"/>
    <p:sldId id="636" r:id="rId262"/>
    <p:sldId id="361" r:id="rId263"/>
    <p:sldId id="637" r:id="rId264"/>
    <p:sldId id="797" r:id="rId265"/>
    <p:sldId id="787" r:id="rId266"/>
    <p:sldId id="792" r:id="rId267"/>
    <p:sldId id="793" r:id="rId268"/>
    <p:sldId id="794" r:id="rId269"/>
    <p:sldId id="795" r:id="rId270"/>
    <p:sldId id="277" r:id="rId271"/>
    <p:sldId id="434" r:id="rId272"/>
    <p:sldId id="648" r:id="rId273"/>
    <p:sldId id="380" r:id="rId274"/>
    <p:sldId id="689" r:id="rId275"/>
    <p:sldId id="455" r:id="rId276"/>
    <p:sldId id="649" r:id="rId277"/>
    <p:sldId id="439" r:id="rId278"/>
    <p:sldId id="440" r:id="rId279"/>
    <p:sldId id="461" r:id="rId280"/>
    <p:sldId id="743" r:id="rId281"/>
    <p:sldId id="729" r:id="rId282"/>
    <p:sldId id="819" r:id="rId283"/>
    <p:sldId id="490" r:id="rId284"/>
    <p:sldId id="487" r:id="rId285"/>
    <p:sldId id="744" r:id="rId286"/>
    <p:sldId id="745" r:id="rId287"/>
    <p:sldId id="482" r:id="rId288"/>
    <p:sldId id="483" r:id="rId289"/>
    <p:sldId id="752" r:id="rId290"/>
    <p:sldId id="753" r:id="rId291"/>
    <p:sldId id="484" r:id="rId292"/>
    <p:sldId id="489" r:id="rId293"/>
    <p:sldId id="748" r:id="rId294"/>
    <p:sldId id="749" r:id="rId295"/>
    <p:sldId id="492" r:id="rId296"/>
    <p:sldId id="493" r:id="rId297"/>
    <p:sldId id="525" r:id="rId298"/>
    <p:sldId id="526" r:id="rId299"/>
    <p:sldId id="507" r:id="rId300"/>
    <p:sldId id="751" r:id="rId301"/>
    <p:sldId id="494" r:id="rId302"/>
    <p:sldId id="495" r:id="rId303"/>
    <p:sldId id="496" r:id="rId304"/>
    <p:sldId id="548" r:id="rId305"/>
    <p:sldId id="549" r:id="rId306"/>
    <p:sldId id="420" r:id="rId307"/>
    <p:sldId id="550" r:id="rId308"/>
    <p:sldId id="554" r:id="rId309"/>
    <p:sldId id="557" r:id="rId310"/>
    <p:sldId id="551" r:id="rId311"/>
    <p:sldId id="862" r:id="rId312"/>
    <p:sldId id="861" r:id="rId313"/>
    <p:sldId id="556" r:id="rId314"/>
    <p:sldId id="552" r:id="rId315"/>
    <p:sldId id="419" r:id="rId316"/>
    <p:sldId id="558" r:id="rId317"/>
    <p:sldId id="559" r:id="rId318"/>
    <p:sldId id="561" r:id="rId319"/>
    <p:sldId id="560" r:id="rId320"/>
    <p:sldId id="562" r:id="rId321"/>
    <p:sldId id="579" r:id="rId322"/>
    <p:sldId id="831" r:id="rId323"/>
    <p:sldId id="581" r:id="rId324"/>
    <p:sldId id="832" r:id="rId325"/>
    <p:sldId id="580" r:id="rId326"/>
    <p:sldId id="833" r:id="rId327"/>
    <p:sldId id="585" r:id="rId328"/>
    <p:sldId id="834" r:id="rId329"/>
    <p:sldId id="822" r:id="rId330"/>
    <p:sldId id="837" r:id="rId331"/>
    <p:sldId id="553" r:id="rId332"/>
    <p:sldId id="418" r:id="rId333"/>
    <p:sldId id="654" r:id="rId334"/>
    <p:sldId id="586" r:id="rId335"/>
    <p:sldId id="632" r:id="rId336"/>
    <p:sldId id="500" r:id="rId337"/>
    <p:sldId id="565" r:id="rId338"/>
    <p:sldId id="634" r:id="rId339"/>
    <p:sldId id="587" r:id="rId340"/>
    <p:sldId id="657" r:id="rId341"/>
    <p:sldId id="838" r:id="rId342"/>
    <p:sldId id="503" r:id="rId343"/>
    <p:sldId id="504" r:id="rId344"/>
    <p:sldId id="798" r:id="rId345"/>
    <p:sldId id="808" r:id="rId346"/>
    <p:sldId id="803" r:id="rId347"/>
    <p:sldId id="809" r:id="rId348"/>
    <p:sldId id="804" r:id="rId349"/>
    <p:sldId id="810" r:id="rId350"/>
    <p:sldId id="802" r:id="rId351"/>
    <p:sldId id="811" r:id="rId352"/>
    <p:sldId id="841" r:id="rId353"/>
    <p:sldId id="842" r:id="rId354"/>
    <p:sldId id="799" r:id="rId355"/>
    <p:sldId id="812" r:id="rId356"/>
    <p:sldId id="800" r:id="rId357"/>
    <p:sldId id="813" r:id="rId358"/>
    <p:sldId id="801" r:id="rId359"/>
    <p:sldId id="814" r:id="rId360"/>
    <p:sldId id="860" r:id="rId361"/>
    <p:sldId id="806" r:id="rId362"/>
    <p:sldId id="807" r:id="rId363"/>
    <p:sldId id="847" r:id="rId364"/>
    <p:sldId id="848" r:id="rId365"/>
    <p:sldId id="849" r:id="rId366"/>
    <p:sldId id="850" r:id="rId367"/>
    <p:sldId id="851" r:id="rId368"/>
    <p:sldId id="852" r:id="rId369"/>
    <p:sldId id="853" r:id="rId370"/>
    <p:sldId id="854" r:id="rId371"/>
    <p:sldId id="731" r:id="rId372"/>
    <p:sldId id="732" r:id="rId373"/>
    <p:sldId id="734" r:id="rId374"/>
    <p:sldId id="733" r:id="rId375"/>
    <p:sldId id="735" r:id="rId376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62" autoAdjust="0"/>
  </p:normalViewPr>
  <p:slideViewPr>
    <p:cSldViewPr snapToGrid="0" showGuides="1">
      <p:cViewPr varScale="1">
        <p:scale>
          <a:sx n="93" d="100"/>
          <a:sy n="93" d="100"/>
        </p:scale>
        <p:origin x="900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presProps" Target="presProps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theme" Target="theme/theme1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tableStyles" Target="tableStyles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commentAuthors" Target="commentAuthors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viewProps" Target="viewProps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8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1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2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265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20/11/2025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4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4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4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6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6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6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8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5.xml"/></Relationships>
</file>

<file path=ppt/slides/_rels/slide2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5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3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3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6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6.xml"/></Relationships>
</file>

<file path=ppt/slides/_rels/slide3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6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6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4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4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4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4.xml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4.xml"/></Relationships>
</file>

<file path=ppt/slides/_rels/slide3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4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4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4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6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6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6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6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6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20 November 2025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26938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14232</Words>
  <Application>Microsoft Office PowerPoint</Application>
  <PresentationFormat>Widescreen</PresentationFormat>
  <Paragraphs>3537</Paragraphs>
  <Slides>375</Slides>
  <Notes>292</Notes>
  <HiddenSlides>160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375</vt:i4>
      </vt:variant>
    </vt:vector>
  </HeadingPairs>
  <TitlesOfParts>
    <vt:vector size="380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2025-11-20T09:36:55Z</dcterms:modified>
</cp:coreProperties>
</file>