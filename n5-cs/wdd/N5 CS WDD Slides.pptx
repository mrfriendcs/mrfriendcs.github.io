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5"/>
  </p:notesMasterIdLst>
  <p:sldIdLst>
    <p:sldId id="262" r:id="rId5"/>
    <p:sldId id="696" r:id="rId6"/>
    <p:sldId id="424" r:id="rId7"/>
    <p:sldId id="587" r:id="rId8"/>
    <p:sldId id="651" r:id="rId9"/>
    <p:sldId id="582" r:id="rId10"/>
    <p:sldId id="438" r:id="rId11"/>
    <p:sldId id="618" r:id="rId12"/>
    <p:sldId id="590" r:id="rId13"/>
    <p:sldId id="697" r:id="rId14"/>
    <p:sldId id="620" r:id="rId15"/>
    <p:sldId id="698" r:id="rId16"/>
    <p:sldId id="726" r:id="rId17"/>
    <p:sldId id="722" r:id="rId18"/>
    <p:sldId id="699" r:id="rId19"/>
    <p:sldId id="668" r:id="rId20"/>
    <p:sldId id="727" r:id="rId21"/>
    <p:sldId id="749" r:id="rId22"/>
    <p:sldId id="750" r:id="rId23"/>
    <p:sldId id="583" r:id="rId24"/>
    <p:sldId id="592" r:id="rId25"/>
    <p:sldId id="700" r:id="rId26"/>
    <p:sldId id="593" r:id="rId27"/>
    <p:sldId id="701" r:id="rId28"/>
    <p:sldId id="581" r:id="rId29"/>
    <p:sldId id="594" r:id="rId30"/>
    <p:sldId id="702" r:id="rId31"/>
    <p:sldId id="703" r:id="rId32"/>
    <p:sldId id="704" r:id="rId33"/>
    <p:sldId id="580" r:id="rId34"/>
    <p:sldId id="724" r:id="rId35"/>
    <p:sldId id="725" r:id="rId36"/>
    <p:sldId id="597" r:id="rId37"/>
    <p:sldId id="626" r:id="rId38"/>
    <p:sldId id="598" r:id="rId39"/>
    <p:sldId id="688" r:id="rId40"/>
    <p:sldId id="737" r:id="rId41"/>
    <p:sldId id="683" r:id="rId42"/>
    <p:sldId id="718" r:id="rId43"/>
    <p:sldId id="601" r:id="rId44"/>
    <p:sldId id="705" r:id="rId45"/>
    <p:sldId id="685" r:id="rId46"/>
    <p:sldId id="706" r:id="rId47"/>
    <p:sldId id="584" r:id="rId48"/>
    <p:sldId id="604" r:id="rId49"/>
    <p:sldId id="653" r:id="rId50"/>
    <p:sldId id="719" r:id="rId51"/>
    <p:sldId id="720" r:id="rId52"/>
    <p:sldId id="652" r:id="rId53"/>
    <p:sldId id="654" r:id="rId54"/>
    <p:sldId id="655" r:id="rId55"/>
    <p:sldId id="656" r:id="rId56"/>
    <p:sldId id="695" r:id="rId57"/>
    <p:sldId id="751" r:id="rId58"/>
    <p:sldId id="693" r:id="rId59"/>
    <p:sldId id="707" r:id="rId60"/>
    <p:sldId id="599" r:id="rId61"/>
    <p:sldId id="627" r:id="rId62"/>
    <p:sldId id="602" r:id="rId63"/>
    <p:sldId id="628" r:id="rId64"/>
    <p:sldId id="723" r:id="rId65"/>
    <p:sldId id="614" r:id="rId66"/>
    <p:sldId id="635" r:id="rId67"/>
    <p:sldId id="577" r:id="rId68"/>
    <p:sldId id="606" r:id="rId69"/>
    <p:sldId id="728" r:id="rId70"/>
    <p:sldId id="670" r:id="rId71"/>
    <p:sldId id="729" r:id="rId72"/>
    <p:sldId id="435" r:id="rId73"/>
    <p:sldId id="637" r:id="rId74"/>
    <p:sldId id="586" r:id="rId75"/>
    <p:sldId id="638" r:id="rId76"/>
    <p:sldId id="607" r:id="rId77"/>
    <p:sldId id="752" r:id="rId78"/>
    <p:sldId id="608" r:id="rId79"/>
    <p:sldId id="640" r:id="rId80"/>
    <p:sldId id="610" r:id="rId81"/>
    <p:sldId id="641" r:id="rId82"/>
    <p:sldId id="609" r:id="rId83"/>
    <p:sldId id="642" r:id="rId84"/>
    <p:sldId id="611" r:id="rId85"/>
    <p:sldId id="643" r:id="rId86"/>
    <p:sldId id="672" r:id="rId87"/>
    <p:sldId id="673" r:id="rId88"/>
    <p:sldId id="674" r:id="rId89"/>
    <p:sldId id="675" r:id="rId90"/>
    <p:sldId id="708" r:id="rId91"/>
    <p:sldId id="676" r:id="rId92"/>
    <p:sldId id="709" r:id="rId93"/>
    <p:sldId id="605" r:id="rId94"/>
    <p:sldId id="644" r:id="rId95"/>
    <p:sldId id="748" r:id="rId96"/>
    <p:sldId id="682" r:id="rId97"/>
    <p:sldId id="579" r:id="rId98"/>
    <p:sldId id="615" r:id="rId99"/>
    <p:sldId id="730" r:id="rId100"/>
    <p:sldId id="690" r:id="rId101"/>
    <p:sldId id="731" r:id="rId102"/>
    <p:sldId id="658" r:id="rId103"/>
    <p:sldId id="692" r:id="rId104"/>
    <p:sldId id="657" r:id="rId105"/>
    <p:sldId id="732" r:id="rId106"/>
    <p:sldId id="660" r:id="rId107"/>
    <p:sldId id="733" r:id="rId108"/>
    <p:sldId id="662" r:id="rId109"/>
    <p:sldId id="717" r:id="rId110"/>
    <p:sldId id="661" r:id="rId111"/>
    <p:sldId id="715" r:id="rId112"/>
    <p:sldId id="616" r:id="rId113"/>
    <p:sldId id="714" r:id="rId114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CD916D4-C61B-4DE1-BA53-06CFF0F5F6D1}">
          <p14:sldIdLst>
            <p14:sldId id="262"/>
            <p14:sldId id="696"/>
            <p14:sldId id="424"/>
            <p14:sldId id="587"/>
            <p14:sldId id="651"/>
          </p14:sldIdLst>
        </p14:section>
        <p14:section name="HTML Implementation" id="{350ACDBC-9BDA-49C7-9EF4-AAF3785F20C4}">
          <p14:sldIdLst>
            <p14:sldId id="582"/>
            <p14:sldId id="438"/>
            <p14:sldId id="618"/>
            <p14:sldId id="590"/>
            <p14:sldId id="697"/>
            <p14:sldId id="620"/>
            <p14:sldId id="698"/>
            <p14:sldId id="726"/>
            <p14:sldId id="722"/>
            <p14:sldId id="699"/>
          </p14:sldIdLst>
        </p14:section>
        <p14:section name="Comments" id="{0DD34863-47C8-42D5-8E3F-D5EAF7C8354F}">
          <p14:sldIdLst>
            <p14:sldId id="668"/>
            <p14:sldId id="727"/>
            <p14:sldId id="749"/>
            <p14:sldId id="750"/>
          </p14:sldIdLst>
        </p14:section>
        <p14:section name="h1 &amp; p" id="{B3B6EE58-C444-44B4-B93E-2E85D3E09B5F}">
          <p14:sldIdLst>
            <p14:sldId id="583"/>
            <p14:sldId id="592"/>
            <p14:sldId id="700"/>
            <p14:sldId id="593"/>
            <p14:sldId id="701"/>
          </p14:sldIdLst>
        </p14:section>
        <p14:section name="Lists" id="{646B5BE7-1B9D-4B8D-9975-855357EB12FF}">
          <p14:sldIdLst>
            <p14:sldId id="581"/>
            <p14:sldId id="594"/>
            <p14:sldId id="702"/>
            <p14:sldId id="703"/>
            <p14:sldId id="704"/>
          </p14:sldIdLst>
        </p14:section>
        <p14:section name="Attributes" id="{31F7DD21-1094-42B4-B54F-21BF9FD745F0}">
          <p14:sldIdLst>
            <p14:sldId id="580"/>
            <p14:sldId id="724"/>
            <p14:sldId id="725"/>
            <p14:sldId id="597"/>
            <p14:sldId id="626"/>
            <p14:sldId id="598"/>
            <p14:sldId id="688"/>
          </p14:sldIdLst>
        </p14:section>
        <p14:section name="Media" id="{8808C947-B08F-4C4E-B96C-0BEC038318F3}">
          <p14:sldIdLst>
            <p14:sldId id="737"/>
            <p14:sldId id="683"/>
            <p14:sldId id="718"/>
            <p14:sldId id="601"/>
            <p14:sldId id="705"/>
            <p14:sldId id="685"/>
            <p14:sldId id="706"/>
          </p14:sldIdLst>
        </p14:section>
        <p14:section name="Links &amp; Div" id="{43E15EC7-3697-4021-8E40-B47C02043F49}">
          <p14:sldIdLst>
            <p14:sldId id="584"/>
            <p14:sldId id="604"/>
            <p14:sldId id="653"/>
            <p14:sldId id="719"/>
            <p14:sldId id="720"/>
            <p14:sldId id="652"/>
            <p14:sldId id="654"/>
            <p14:sldId id="655"/>
            <p14:sldId id="656"/>
            <p14:sldId id="695"/>
            <p14:sldId id="751"/>
            <p14:sldId id="693"/>
            <p14:sldId id="707"/>
          </p14:sldIdLst>
        </p14:section>
        <p14:section name="MIME Types" id="{1D383A19-75C5-4490-9385-A5F21A1B95C0}">
          <p14:sldIdLst>
            <p14:sldId id="599"/>
            <p14:sldId id="627"/>
            <p14:sldId id="602"/>
            <p14:sldId id="628"/>
          </p14:sldIdLst>
        </p14:section>
        <p14:section name="Element Types" id="{110A8216-82D8-46BB-80B9-872702B65082}">
          <p14:sldIdLst>
            <p14:sldId id="723"/>
            <p14:sldId id="614"/>
            <p14:sldId id="635"/>
          </p14:sldIdLst>
        </p14:section>
        <p14:section name="CSS Implementation" id="{65ABD011-9DFD-41B7-AEC4-43DE6340DB7C}">
          <p14:sldIdLst>
            <p14:sldId id="577"/>
          </p14:sldIdLst>
        </p14:section>
        <p14:section name="Internal Stylesheet" id="{C5BF4741-90C6-407E-80FD-F84BF735F692}">
          <p14:sldIdLst>
            <p14:sldId id="606"/>
            <p14:sldId id="728"/>
            <p14:sldId id="670"/>
            <p14:sldId id="729"/>
          </p14:sldIdLst>
        </p14:section>
        <p14:section name="CSS Rules" id="{2F8F3A61-27F0-4381-AD82-6A3FF017D9F5}">
          <p14:sldIdLst>
            <p14:sldId id="435"/>
            <p14:sldId id="637"/>
            <p14:sldId id="586"/>
            <p14:sldId id="638"/>
          </p14:sldIdLst>
        </p14:section>
        <p14:section name="CSS Properties" id="{7E1FD482-8783-4693-A748-5D1275CF236E}">
          <p14:sldIdLst>
            <p14:sldId id="607"/>
            <p14:sldId id="752"/>
            <p14:sldId id="608"/>
            <p14:sldId id="640"/>
            <p14:sldId id="610"/>
            <p14:sldId id="641"/>
            <p14:sldId id="609"/>
            <p14:sldId id="642"/>
            <p14:sldId id="611"/>
            <p14:sldId id="643"/>
            <p14:sldId id="672"/>
            <p14:sldId id="673"/>
          </p14:sldIdLst>
        </p14:section>
        <p14:section name="Class &amp; ID" id="{A97ACADD-88C9-41E1-951F-B5C60DB5E936}">
          <p14:sldIdLst>
            <p14:sldId id="674"/>
            <p14:sldId id="675"/>
            <p14:sldId id="708"/>
            <p14:sldId id="676"/>
            <p14:sldId id="709"/>
          </p14:sldIdLst>
        </p14:section>
        <p14:section name="External Stylesheet" id="{94528133-0A6A-4CB8-8B30-A15682F1CCC7}">
          <p14:sldIdLst>
            <p14:sldId id="605"/>
            <p14:sldId id="644"/>
          </p14:sldIdLst>
        </p14:section>
        <p14:section name="Inline Styling" id="{8C249DD8-F875-45C5-AEBD-FD52FC860D15}">
          <p14:sldIdLst>
            <p14:sldId id="748"/>
          </p14:sldIdLst>
        </p14:section>
        <p14:section name="Favicon" id="{AF0B2D02-80E9-4D3E-8FC6-ABB2E9CC2D45}">
          <p14:sldIdLst>
            <p14:sldId id="682"/>
          </p14:sldIdLst>
        </p14:section>
        <p14:section name="JS Implementation" id="{F5E5805E-23ED-4ABE-B983-FB1C38A50460}">
          <p14:sldIdLst>
            <p14:sldId id="579"/>
            <p14:sldId id="615"/>
            <p14:sldId id="730"/>
            <p14:sldId id="690"/>
            <p14:sldId id="731"/>
          </p14:sldIdLst>
        </p14:section>
        <p14:section name="Events" id="{1083E686-FEEA-4817-8F45-CEC37B259875}">
          <p14:sldIdLst>
            <p14:sldId id="658"/>
            <p14:sldId id="692"/>
          </p14:sldIdLst>
        </p14:section>
        <p14:section name="Using ID" id="{4FFF0F35-3232-49CE-85FD-FDB9CE94FB70}">
          <p14:sldIdLst>
            <p14:sldId id="657"/>
            <p14:sldId id="732"/>
            <p14:sldId id="660"/>
            <p14:sldId id="733"/>
          </p14:sldIdLst>
        </p14:section>
        <p14:section name="Using this" id="{DFE7B7A3-E6EC-40FD-8C31-076C92ECEAE3}">
          <p14:sldIdLst>
            <p14:sldId id="662"/>
            <p14:sldId id="717"/>
            <p14:sldId id="661"/>
            <p14:sldId id="715"/>
          </p14:sldIdLst>
        </p14:section>
        <p14:section name="External JS" id="{C1CC7B59-D93C-410A-8109-EEB25339853F}">
          <p14:sldIdLst>
            <p14:sldId id="616"/>
            <p14:sldId id="7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 Friend" initials="AF" lastIdx="1" clrIdx="0">
    <p:extLst>
      <p:ext uri="{19B8F6BF-5375-455C-9EA6-DF929625EA0E}">
        <p15:presenceInfo xmlns:p15="http://schemas.microsoft.com/office/powerpoint/2012/main" userId="S-1-5-21-1186014672-3240467572-3005593719-43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691"/>
    <a:srgbClr val="0086B3"/>
    <a:srgbClr val="A71D5D"/>
    <a:srgbClr val="B5BABF"/>
    <a:srgbClr val="660066"/>
    <a:srgbClr val="0000FF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250" autoAdjust="0"/>
  </p:normalViewPr>
  <p:slideViewPr>
    <p:cSldViewPr snapToGrid="0" showGuides="1">
      <p:cViewPr varScale="1">
        <p:scale>
          <a:sx n="54" d="100"/>
          <a:sy n="54" d="100"/>
        </p:scale>
        <p:origin x="1148" y="48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presProps" Target="pres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viewProps" Target="viewProps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heme" Target="theme/theme1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 Friend" userId="e5ed79da-d858-46d4-9eed-a7a24903f2de" providerId="ADAL" clId="{D137E394-7D65-4D4B-8544-493527FAA342}"/>
  </pc:docChgLst>
  <pc:docChgLst>
    <pc:chgData name="Al Friend" userId="e5ed79da-d858-46d4-9eed-a7a24903f2de" providerId="ADAL" clId="{ADDE55C9-7F92-4D14-8550-C32340EDAD76}"/>
  </pc:docChgLst>
  <pc:docChgLst>
    <pc:chgData name="Al Friend" userId="e5ed79da-d858-46d4-9eed-a7a24903f2de" providerId="ADAL" clId="{8E4B8AF2-7224-4D6A-B43C-3DFD3E7AA377}"/>
    <pc:docChg chg="undo custSel addSld delSld modSld sldOrd modSection">
      <pc:chgData name="Al Friend" userId="e5ed79da-d858-46d4-9eed-a7a24903f2de" providerId="ADAL" clId="{8E4B8AF2-7224-4D6A-B43C-3DFD3E7AA377}" dt="2026-05-15T09:35:45.253" v="667" actId="113"/>
      <pc:docMkLst>
        <pc:docMk/>
      </pc:docMkLst>
      <pc:sldChg chg="ord">
        <pc:chgData name="Al Friend" userId="e5ed79da-d858-46d4-9eed-a7a24903f2de" providerId="ADAL" clId="{8E4B8AF2-7224-4D6A-B43C-3DFD3E7AA377}" dt="2026-04-30T09:21:41.500" v="569"/>
        <pc:sldMkLst>
          <pc:docMk/>
          <pc:sldMk cId="1701761292" sldId="435"/>
        </pc:sldMkLst>
      </pc:sldChg>
      <pc:sldChg chg="modSp">
        <pc:chgData name="Al Friend" userId="e5ed79da-d858-46d4-9eed-a7a24903f2de" providerId="ADAL" clId="{8E4B8AF2-7224-4D6A-B43C-3DFD3E7AA377}" dt="2026-04-13T12:34:41.492" v="0" actId="114"/>
        <pc:sldMkLst>
          <pc:docMk/>
          <pc:sldMk cId="3662892889" sldId="438"/>
        </pc:sldMkLst>
        <pc:spChg chg="mod">
          <ac:chgData name="Al Friend" userId="e5ed79da-d858-46d4-9eed-a7a24903f2de" providerId="ADAL" clId="{8E4B8AF2-7224-4D6A-B43C-3DFD3E7AA377}" dt="2026-04-13T12:34:41.492" v="0" actId="114"/>
          <ac:spMkLst>
            <pc:docMk/>
            <pc:sldMk cId="3662892889" sldId="438"/>
            <ac:spMk id="25" creationId="{05F5ADFE-C399-4090-C356-DD81EB05E487}"/>
          </ac:spMkLst>
        </pc:spChg>
      </pc:sldChg>
      <pc:sldChg chg="modSp">
        <pc:chgData name="Al Friend" userId="e5ed79da-d858-46d4-9eed-a7a24903f2de" providerId="ADAL" clId="{8E4B8AF2-7224-4D6A-B43C-3DFD3E7AA377}" dt="2026-04-20T12:37:24.988" v="333" actId="403"/>
        <pc:sldMkLst>
          <pc:docMk/>
          <pc:sldMk cId="2917893228" sldId="584"/>
        </pc:sldMkLst>
        <pc:spChg chg="mod">
          <ac:chgData name="Al Friend" userId="e5ed79da-d858-46d4-9eed-a7a24903f2de" providerId="ADAL" clId="{8E4B8AF2-7224-4D6A-B43C-3DFD3E7AA377}" dt="2026-04-20T12:37:24.988" v="333" actId="403"/>
          <ac:spMkLst>
            <pc:docMk/>
            <pc:sldMk cId="2917893228" sldId="584"/>
            <ac:spMk id="3" creationId="{00000000-0000-0000-0000-000000000000}"/>
          </ac:spMkLst>
        </pc:spChg>
      </pc:sldChg>
      <pc:sldChg chg="ord">
        <pc:chgData name="Al Friend" userId="e5ed79da-d858-46d4-9eed-a7a24903f2de" providerId="ADAL" clId="{8E4B8AF2-7224-4D6A-B43C-3DFD3E7AA377}" dt="2026-04-30T09:21:41.500" v="569"/>
        <pc:sldMkLst>
          <pc:docMk/>
          <pc:sldMk cId="635434407" sldId="586"/>
        </pc:sldMkLst>
      </pc:sldChg>
      <pc:sldChg chg="modAnim">
        <pc:chgData name="Al Friend" userId="e5ed79da-d858-46d4-9eed-a7a24903f2de" providerId="ADAL" clId="{8E4B8AF2-7224-4D6A-B43C-3DFD3E7AA377}" dt="2026-04-13T14:02:06.523" v="19"/>
        <pc:sldMkLst>
          <pc:docMk/>
          <pc:sldMk cId="3100190412" sldId="587"/>
        </pc:sldMkLst>
      </pc:sldChg>
      <pc:sldChg chg="modSp modAnim">
        <pc:chgData name="Al Friend" userId="e5ed79da-d858-46d4-9eed-a7a24903f2de" providerId="ADAL" clId="{8E4B8AF2-7224-4D6A-B43C-3DFD3E7AA377}" dt="2026-04-20T14:11:16.701" v="565"/>
        <pc:sldMkLst>
          <pc:docMk/>
          <pc:sldMk cId="3857459598" sldId="601"/>
        </pc:sldMkLst>
        <pc:spChg chg="mod">
          <ac:chgData name="Al Friend" userId="e5ed79da-d858-46d4-9eed-a7a24903f2de" providerId="ADAL" clId="{8E4B8AF2-7224-4D6A-B43C-3DFD3E7AA377}" dt="2026-04-20T13:46:45.625" v="486" actId="1076"/>
          <ac:spMkLst>
            <pc:docMk/>
            <pc:sldMk cId="3857459598" sldId="601"/>
            <ac:spMk id="7" creationId="{4E553067-C61A-4778-9A94-484A2AF5AA51}"/>
          </ac:spMkLst>
        </pc:spChg>
        <pc:spChg chg="mod">
          <ac:chgData name="Al Friend" userId="e5ed79da-d858-46d4-9eed-a7a24903f2de" providerId="ADAL" clId="{8E4B8AF2-7224-4D6A-B43C-3DFD3E7AA377}" dt="2026-04-20T13:45:46.168" v="474"/>
          <ac:spMkLst>
            <pc:docMk/>
            <pc:sldMk cId="3857459598" sldId="601"/>
            <ac:spMk id="9" creationId="{F3B639B4-E5C5-8DD1-DB2C-5DF574EC16F0}"/>
          </ac:spMkLst>
        </pc:spChg>
        <pc:spChg chg="mod">
          <ac:chgData name="Al Friend" userId="e5ed79da-d858-46d4-9eed-a7a24903f2de" providerId="ADAL" clId="{8E4B8AF2-7224-4D6A-B43C-3DFD3E7AA377}" dt="2026-04-20T14:11:04.243" v="560" actId="14100"/>
          <ac:spMkLst>
            <pc:docMk/>
            <pc:sldMk cId="3857459598" sldId="601"/>
            <ac:spMk id="13" creationId="{9FD08280-246B-F431-CC37-33C0C86742F1}"/>
          </ac:spMkLst>
        </pc:spChg>
      </pc:sldChg>
      <pc:sldChg chg="modNotesTx">
        <pc:chgData name="Al Friend" userId="e5ed79da-d858-46d4-9eed-a7a24903f2de" providerId="ADAL" clId="{8E4B8AF2-7224-4D6A-B43C-3DFD3E7AA377}" dt="2026-05-15T09:35:45.253" v="667" actId="113"/>
        <pc:sldMkLst>
          <pc:docMk/>
          <pc:sldMk cId="1186426816" sldId="605"/>
        </pc:sldMkLst>
      </pc:sldChg>
      <pc:sldChg chg="addSp delSp modSp delAnim modAnim">
        <pc:chgData name="Al Friend" userId="e5ed79da-d858-46d4-9eed-a7a24903f2de" providerId="ADAL" clId="{8E4B8AF2-7224-4D6A-B43C-3DFD3E7AA377}" dt="2026-05-07T09:06:47.644" v="664" actId="20577"/>
        <pc:sldMkLst>
          <pc:docMk/>
          <pc:sldMk cId="1162249765" sldId="607"/>
        </pc:sldMkLst>
        <pc:spChg chg="mod">
          <ac:chgData name="Al Friend" userId="e5ed79da-d858-46d4-9eed-a7a24903f2de" providerId="ADAL" clId="{8E4B8AF2-7224-4D6A-B43C-3DFD3E7AA377}" dt="2026-05-07T09:06:47.644" v="664" actId="20577"/>
          <ac:spMkLst>
            <pc:docMk/>
            <pc:sldMk cId="1162249765" sldId="607"/>
            <ac:spMk id="3" creationId="{E4EE7085-4C5B-409B-8843-A8A3D3CB6E90}"/>
          </ac:spMkLst>
        </pc:spChg>
        <pc:spChg chg="del mod">
          <ac:chgData name="Al Friend" userId="e5ed79da-d858-46d4-9eed-a7a24903f2de" providerId="ADAL" clId="{8E4B8AF2-7224-4D6A-B43C-3DFD3E7AA377}" dt="2026-04-30T09:48:50.110" v="637" actId="478"/>
          <ac:spMkLst>
            <pc:docMk/>
            <pc:sldMk cId="1162249765" sldId="607"/>
            <ac:spMk id="6" creationId="{4A61607B-9F3B-788B-3313-16C9EF2262A1}"/>
          </ac:spMkLst>
        </pc:spChg>
        <pc:spChg chg="add mod">
          <ac:chgData name="Al Friend" userId="e5ed79da-d858-46d4-9eed-a7a24903f2de" providerId="ADAL" clId="{8E4B8AF2-7224-4D6A-B43C-3DFD3E7AA377}" dt="2026-04-30T09:41:17.920" v="610" actId="14100"/>
          <ac:spMkLst>
            <pc:docMk/>
            <pc:sldMk cId="1162249765" sldId="607"/>
            <ac:spMk id="10" creationId="{78D60DD7-CEC3-4D74-8332-113847F8689B}"/>
          </ac:spMkLst>
        </pc:spChg>
        <pc:spChg chg="add mod">
          <ac:chgData name="Al Friend" userId="e5ed79da-d858-46d4-9eed-a7a24903f2de" providerId="ADAL" clId="{8E4B8AF2-7224-4D6A-B43C-3DFD3E7AA377}" dt="2026-04-30T09:49:07.023" v="646" actId="20577"/>
          <ac:spMkLst>
            <pc:docMk/>
            <pc:sldMk cId="1162249765" sldId="607"/>
            <ac:spMk id="11" creationId="{73021AA3-C7B5-493C-9D32-EE4A7C38B6ED}"/>
          </ac:spMkLst>
        </pc:spChg>
      </pc:sldChg>
      <pc:sldChg chg="modSp">
        <pc:chgData name="Al Friend" userId="e5ed79da-d858-46d4-9eed-a7a24903f2de" providerId="ADAL" clId="{8E4B8AF2-7224-4D6A-B43C-3DFD3E7AA377}" dt="2026-04-13T14:28:30.584" v="58" actId="6549"/>
        <pc:sldMkLst>
          <pc:docMk/>
          <pc:sldMk cId="3166914341" sldId="620"/>
        </pc:sldMkLst>
        <pc:spChg chg="mod">
          <ac:chgData name="Al Friend" userId="e5ed79da-d858-46d4-9eed-a7a24903f2de" providerId="ADAL" clId="{8E4B8AF2-7224-4D6A-B43C-3DFD3E7AA377}" dt="2026-04-13T14:28:30.584" v="58" actId="6549"/>
          <ac:spMkLst>
            <pc:docMk/>
            <pc:sldMk cId="3166914341" sldId="620"/>
            <ac:spMk id="9" creationId="{57CE272A-A610-21B9-0F6F-927DE561CD09}"/>
          </ac:spMkLst>
        </pc:spChg>
      </pc:sldChg>
      <pc:sldChg chg="ord">
        <pc:chgData name="Al Friend" userId="e5ed79da-d858-46d4-9eed-a7a24903f2de" providerId="ADAL" clId="{8E4B8AF2-7224-4D6A-B43C-3DFD3E7AA377}" dt="2026-04-30T09:21:41.500" v="569"/>
        <pc:sldMkLst>
          <pc:docMk/>
          <pc:sldMk cId="3197664865" sldId="637"/>
        </pc:sldMkLst>
      </pc:sldChg>
      <pc:sldChg chg="ord">
        <pc:chgData name="Al Friend" userId="e5ed79da-d858-46d4-9eed-a7a24903f2de" providerId="ADAL" clId="{8E4B8AF2-7224-4D6A-B43C-3DFD3E7AA377}" dt="2026-04-30T09:21:41.500" v="569"/>
        <pc:sldMkLst>
          <pc:docMk/>
          <pc:sldMk cId="982895645" sldId="638"/>
        </pc:sldMkLst>
      </pc:sldChg>
      <pc:sldChg chg="modAnim">
        <pc:chgData name="Al Friend" userId="e5ed79da-d858-46d4-9eed-a7a24903f2de" providerId="ADAL" clId="{8E4B8AF2-7224-4D6A-B43C-3DFD3E7AA377}" dt="2026-04-24T11:29:25.150" v="567"/>
        <pc:sldMkLst>
          <pc:docMk/>
          <pc:sldMk cId="2394524004" sldId="655"/>
        </pc:sldMkLst>
      </pc:sldChg>
      <pc:sldChg chg="modSp modAnim">
        <pc:chgData name="Al Friend" userId="e5ed79da-d858-46d4-9eed-a7a24903f2de" providerId="ADAL" clId="{8E4B8AF2-7224-4D6A-B43C-3DFD3E7AA377}" dt="2026-04-16T08:52:47.782" v="324" actId="20577"/>
        <pc:sldMkLst>
          <pc:docMk/>
          <pc:sldMk cId="253679378" sldId="668"/>
        </pc:sldMkLst>
        <pc:spChg chg="mod">
          <ac:chgData name="Al Friend" userId="e5ed79da-d858-46d4-9eed-a7a24903f2de" providerId="ADAL" clId="{8E4B8AF2-7224-4D6A-B43C-3DFD3E7AA377}" dt="2026-04-16T08:52:47.782" v="324" actId="20577"/>
          <ac:spMkLst>
            <pc:docMk/>
            <pc:sldMk cId="253679378" sldId="668"/>
            <ac:spMk id="9" creationId="{F3B639B4-E5C5-8DD1-DB2C-5DF574EC16F0}"/>
          </ac:spMkLst>
        </pc:spChg>
        <pc:spChg chg="mod">
          <ac:chgData name="Al Friend" userId="e5ed79da-d858-46d4-9eed-a7a24903f2de" providerId="ADAL" clId="{8E4B8AF2-7224-4D6A-B43C-3DFD3E7AA377}" dt="2026-04-16T08:52:32.823" v="320" actId="20577"/>
          <ac:spMkLst>
            <pc:docMk/>
            <pc:sldMk cId="253679378" sldId="668"/>
            <ac:spMk id="16" creationId="{F4918470-EB76-45D1-B4CD-960C3376CE78}"/>
          </ac:spMkLst>
        </pc:spChg>
      </pc:sldChg>
      <pc:sldChg chg="modSp modAnim">
        <pc:chgData name="Al Friend" userId="e5ed79da-d858-46d4-9eed-a7a24903f2de" providerId="ADAL" clId="{8E4B8AF2-7224-4D6A-B43C-3DFD3E7AA377}" dt="2026-04-20T14:11:21.693" v="566"/>
        <pc:sldMkLst>
          <pc:docMk/>
          <pc:sldMk cId="582524217" sldId="685"/>
        </pc:sldMkLst>
        <pc:spChg chg="mod">
          <ac:chgData name="Al Friend" userId="e5ed79da-d858-46d4-9eed-a7a24903f2de" providerId="ADAL" clId="{8E4B8AF2-7224-4D6A-B43C-3DFD3E7AA377}" dt="2026-04-20T13:47:59.667" v="512" actId="1076"/>
          <ac:spMkLst>
            <pc:docMk/>
            <pc:sldMk cId="582524217" sldId="685"/>
            <ac:spMk id="7" creationId="{4E553067-C61A-4778-9A94-484A2AF5AA51}"/>
          </ac:spMkLst>
        </pc:spChg>
        <pc:spChg chg="mod">
          <ac:chgData name="Al Friend" userId="e5ed79da-d858-46d4-9eed-a7a24903f2de" providerId="ADAL" clId="{8E4B8AF2-7224-4D6A-B43C-3DFD3E7AA377}" dt="2026-04-20T13:47:07.978" v="494" actId="20577"/>
          <ac:spMkLst>
            <pc:docMk/>
            <pc:sldMk cId="582524217" sldId="685"/>
            <ac:spMk id="9" creationId="{F3B639B4-E5C5-8DD1-DB2C-5DF574EC16F0}"/>
          </ac:spMkLst>
        </pc:spChg>
        <pc:spChg chg="mod">
          <ac:chgData name="Al Friend" userId="e5ed79da-d858-46d4-9eed-a7a24903f2de" providerId="ADAL" clId="{8E4B8AF2-7224-4D6A-B43C-3DFD3E7AA377}" dt="2026-04-20T14:10:41.857" v="555" actId="1038"/>
          <ac:spMkLst>
            <pc:docMk/>
            <pc:sldMk cId="582524217" sldId="685"/>
            <ac:spMk id="13" creationId="{9FD08280-246B-F431-CC37-33C0C86742F1}"/>
          </ac:spMkLst>
        </pc:spChg>
      </pc:sldChg>
      <pc:sldChg chg="addSp modSp modAnim">
        <pc:chgData name="Al Friend" userId="e5ed79da-d858-46d4-9eed-a7a24903f2de" providerId="ADAL" clId="{8E4B8AF2-7224-4D6A-B43C-3DFD3E7AA377}" dt="2026-04-20T12:41:56.707" v="416" actId="14100"/>
        <pc:sldMkLst>
          <pc:docMk/>
          <pc:sldMk cId="1305800651" sldId="695"/>
        </pc:sldMkLst>
        <pc:spChg chg="add mod">
          <ac:chgData name="Al Friend" userId="e5ed79da-d858-46d4-9eed-a7a24903f2de" providerId="ADAL" clId="{8E4B8AF2-7224-4D6A-B43C-3DFD3E7AA377}" dt="2026-04-20T12:39:25.826" v="386" actId="1035"/>
          <ac:spMkLst>
            <pc:docMk/>
            <pc:sldMk cId="1305800651" sldId="695"/>
            <ac:spMk id="20" creationId="{5323F730-EAE1-4513-9DFE-71048460FC79}"/>
          </ac:spMkLst>
        </pc:spChg>
        <pc:spChg chg="add mod">
          <ac:chgData name="Al Friend" userId="e5ed79da-d858-46d4-9eed-a7a24903f2de" providerId="ADAL" clId="{8E4B8AF2-7224-4D6A-B43C-3DFD3E7AA377}" dt="2026-04-20T12:38:42.560" v="354" actId="14100"/>
          <ac:spMkLst>
            <pc:docMk/>
            <pc:sldMk cId="1305800651" sldId="695"/>
            <ac:spMk id="21" creationId="{0F20EC71-B572-4E66-A717-9B649678FE95}"/>
          </ac:spMkLst>
        </pc:spChg>
        <pc:spChg chg="mod">
          <ac:chgData name="Al Friend" userId="e5ed79da-d858-46d4-9eed-a7a24903f2de" providerId="ADAL" clId="{8E4B8AF2-7224-4D6A-B43C-3DFD3E7AA377}" dt="2026-04-20T12:41:56.707" v="416" actId="14100"/>
          <ac:spMkLst>
            <pc:docMk/>
            <pc:sldMk cId="1305800651" sldId="695"/>
            <ac:spMk id="22" creationId="{07A86949-E86B-4892-ABF0-D85995D93C10}"/>
          </ac:spMkLst>
        </pc:spChg>
        <pc:spChg chg="mod">
          <ac:chgData name="Al Friend" userId="e5ed79da-d858-46d4-9eed-a7a24903f2de" providerId="ADAL" clId="{8E4B8AF2-7224-4D6A-B43C-3DFD3E7AA377}" dt="2026-04-20T12:38:39.197" v="353" actId="14100"/>
          <ac:spMkLst>
            <pc:docMk/>
            <pc:sldMk cId="1305800651" sldId="695"/>
            <ac:spMk id="23" creationId="{CE7B039D-1DE0-4F0F-AB4B-F123BE21C45D}"/>
          </ac:spMkLst>
        </pc:spChg>
        <pc:spChg chg="add mod">
          <ac:chgData name="Al Friend" userId="e5ed79da-d858-46d4-9eed-a7a24903f2de" providerId="ADAL" clId="{8E4B8AF2-7224-4D6A-B43C-3DFD3E7AA377}" dt="2026-04-20T12:39:22.503" v="382" actId="1037"/>
          <ac:spMkLst>
            <pc:docMk/>
            <pc:sldMk cId="1305800651" sldId="695"/>
            <ac:spMk id="28" creationId="{31003450-8BD8-422C-91D2-0F031E2EA827}"/>
          </ac:spMkLst>
        </pc:spChg>
        <pc:spChg chg="add mod">
          <ac:chgData name="Al Friend" userId="e5ed79da-d858-46d4-9eed-a7a24903f2de" providerId="ADAL" clId="{8E4B8AF2-7224-4D6A-B43C-3DFD3E7AA377}" dt="2026-04-20T12:39:29.840" v="391" actId="1035"/>
          <ac:spMkLst>
            <pc:docMk/>
            <pc:sldMk cId="1305800651" sldId="695"/>
            <ac:spMk id="29" creationId="{77BA2D2E-A6C4-486F-A467-956DEF954D93}"/>
          </ac:spMkLst>
        </pc:spChg>
      </pc:sldChg>
      <pc:sldChg chg="modSp">
        <pc:chgData name="Al Friend" userId="e5ed79da-d858-46d4-9eed-a7a24903f2de" providerId="ADAL" clId="{8E4B8AF2-7224-4D6A-B43C-3DFD3E7AA377}" dt="2026-04-13T12:36:40.422" v="10"/>
        <pc:sldMkLst>
          <pc:docMk/>
          <pc:sldMk cId="3176792364" sldId="699"/>
        </pc:sldMkLst>
        <pc:spChg chg="mod">
          <ac:chgData name="Al Friend" userId="e5ed79da-d858-46d4-9eed-a7a24903f2de" providerId="ADAL" clId="{8E4B8AF2-7224-4D6A-B43C-3DFD3E7AA377}" dt="2026-04-13T12:36:40.422" v="10"/>
          <ac:spMkLst>
            <pc:docMk/>
            <pc:sldMk cId="3176792364" sldId="699"/>
            <ac:spMk id="3" creationId="{1E41C2BE-032B-BF28-707D-DE8622357620}"/>
          </ac:spMkLst>
        </pc:spChg>
      </pc:sldChg>
      <pc:sldChg chg="modSp">
        <pc:chgData name="Al Friend" userId="e5ed79da-d858-46d4-9eed-a7a24903f2de" providerId="ADAL" clId="{8E4B8AF2-7224-4D6A-B43C-3DFD3E7AA377}" dt="2026-04-20T13:46:54.749" v="489" actId="20577"/>
        <pc:sldMkLst>
          <pc:docMk/>
          <pc:sldMk cId="3010599604" sldId="705"/>
        </pc:sldMkLst>
        <pc:spChg chg="mod">
          <ac:chgData name="Al Friend" userId="e5ed79da-d858-46d4-9eed-a7a24903f2de" providerId="ADAL" clId="{8E4B8AF2-7224-4D6A-B43C-3DFD3E7AA377}" dt="2026-04-20T13:46:54.749" v="489" actId="20577"/>
          <ac:spMkLst>
            <pc:docMk/>
            <pc:sldMk cId="3010599604" sldId="705"/>
            <ac:spMk id="9" creationId="{4F9E32E5-07F6-2AAB-9FC5-F1D83771553E}"/>
          </ac:spMkLst>
        </pc:spChg>
      </pc:sldChg>
      <pc:sldChg chg="modSp">
        <pc:chgData name="Al Friend" userId="e5ed79da-d858-46d4-9eed-a7a24903f2de" providerId="ADAL" clId="{8E4B8AF2-7224-4D6A-B43C-3DFD3E7AA377}" dt="2026-04-20T13:47:15.582" v="497" actId="20577"/>
        <pc:sldMkLst>
          <pc:docMk/>
          <pc:sldMk cId="1138250700" sldId="706"/>
        </pc:sldMkLst>
        <pc:spChg chg="mod">
          <ac:chgData name="Al Friend" userId="e5ed79da-d858-46d4-9eed-a7a24903f2de" providerId="ADAL" clId="{8E4B8AF2-7224-4D6A-B43C-3DFD3E7AA377}" dt="2026-04-20T13:47:15.582" v="497" actId="20577"/>
          <ac:spMkLst>
            <pc:docMk/>
            <pc:sldMk cId="1138250700" sldId="706"/>
            <ac:spMk id="9" creationId="{37023E8A-C83E-2BAB-A5E9-CFABAF46E5DD}"/>
          </ac:spMkLst>
        </pc:spChg>
      </pc:sldChg>
      <pc:sldChg chg="modSp modAnim modNotesTx">
        <pc:chgData name="Al Friend" userId="e5ed79da-d858-46d4-9eed-a7a24903f2de" providerId="ADAL" clId="{8E4B8AF2-7224-4D6A-B43C-3DFD3E7AA377}" dt="2026-04-20T13:30:36.998" v="472" actId="20577"/>
        <pc:sldMkLst>
          <pc:docMk/>
          <pc:sldMk cId="3027323023" sldId="719"/>
        </pc:sldMkLst>
        <pc:spChg chg="mod">
          <ac:chgData name="Al Friend" userId="e5ed79da-d858-46d4-9eed-a7a24903f2de" providerId="ADAL" clId="{8E4B8AF2-7224-4D6A-B43C-3DFD3E7AA377}" dt="2026-04-20T12:43:30.683" v="422" actId="1076"/>
          <ac:spMkLst>
            <pc:docMk/>
            <pc:sldMk cId="3027323023" sldId="719"/>
            <ac:spMk id="7" creationId="{E509B8F2-A1EA-77FE-D4CF-81DBA3F111E2}"/>
          </ac:spMkLst>
        </pc:spChg>
        <pc:spChg chg="mod">
          <ac:chgData name="Al Friend" userId="e5ed79da-d858-46d4-9eed-a7a24903f2de" providerId="ADAL" clId="{8E4B8AF2-7224-4D6A-B43C-3DFD3E7AA377}" dt="2026-04-20T12:43:23.918" v="421" actId="20577"/>
          <ac:spMkLst>
            <pc:docMk/>
            <pc:sldMk cId="3027323023" sldId="719"/>
            <ac:spMk id="9" creationId="{F3B639B4-E5C5-8DD1-DB2C-5DF574EC16F0}"/>
          </ac:spMkLst>
        </pc:spChg>
      </pc:sldChg>
      <pc:sldChg chg="modSp modAnim">
        <pc:chgData name="Al Friend" userId="e5ed79da-d858-46d4-9eed-a7a24903f2de" providerId="ADAL" clId="{8E4B8AF2-7224-4D6A-B43C-3DFD3E7AA377}" dt="2026-04-20T12:43:41.830" v="427" actId="20577"/>
        <pc:sldMkLst>
          <pc:docMk/>
          <pc:sldMk cId="2510288721" sldId="720"/>
        </pc:sldMkLst>
        <pc:spChg chg="mod">
          <ac:chgData name="Al Friend" userId="e5ed79da-d858-46d4-9eed-a7a24903f2de" providerId="ADAL" clId="{8E4B8AF2-7224-4D6A-B43C-3DFD3E7AA377}" dt="2026-04-20T12:43:41.830" v="427" actId="20577"/>
          <ac:spMkLst>
            <pc:docMk/>
            <pc:sldMk cId="2510288721" sldId="720"/>
            <ac:spMk id="9" creationId="{D60E685D-A59E-21C3-9483-3C4B71631B80}"/>
          </ac:spMkLst>
        </pc:spChg>
      </pc:sldChg>
      <pc:sldChg chg="modSp modAnim">
        <pc:chgData name="Al Friend" userId="e5ed79da-d858-46d4-9eed-a7a24903f2de" providerId="ADAL" clId="{8E4B8AF2-7224-4D6A-B43C-3DFD3E7AA377}" dt="2026-04-13T14:36:05.466" v="64"/>
        <pc:sldMkLst>
          <pc:docMk/>
          <pc:sldMk cId="885332941" sldId="722"/>
        </pc:sldMkLst>
        <pc:spChg chg="mod">
          <ac:chgData name="Al Friend" userId="e5ed79da-d858-46d4-9eed-a7a24903f2de" providerId="ADAL" clId="{8E4B8AF2-7224-4D6A-B43C-3DFD3E7AA377}" dt="2026-04-13T12:36:28.451" v="9" actId="20577"/>
          <ac:spMkLst>
            <pc:docMk/>
            <pc:sldMk cId="885332941" sldId="722"/>
            <ac:spMk id="3" creationId="{08518578-400F-0399-6AC9-E40D92427D5D}"/>
          </ac:spMkLst>
        </pc:spChg>
      </pc:sldChg>
      <pc:sldChg chg="modSp">
        <pc:chgData name="Al Friend" userId="e5ed79da-d858-46d4-9eed-a7a24903f2de" providerId="ADAL" clId="{8E4B8AF2-7224-4D6A-B43C-3DFD3E7AA377}" dt="2026-04-16T08:53:01.361" v="328" actId="20577"/>
        <pc:sldMkLst>
          <pc:docMk/>
          <pc:sldMk cId="3926580161" sldId="727"/>
        </pc:sldMkLst>
        <pc:spChg chg="mod">
          <ac:chgData name="Al Friend" userId="e5ed79da-d858-46d4-9eed-a7a24903f2de" providerId="ADAL" clId="{8E4B8AF2-7224-4D6A-B43C-3DFD3E7AA377}" dt="2026-04-16T08:52:56.210" v="326" actId="20577"/>
          <ac:spMkLst>
            <pc:docMk/>
            <pc:sldMk cId="3926580161" sldId="727"/>
            <ac:spMk id="9" creationId="{F3B639B4-E5C5-8DD1-DB2C-5DF574EC16F0}"/>
          </ac:spMkLst>
        </pc:spChg>
        <pc:spChg chg="mod">
          <ac:chgData name="Al Friend" userId="e5ed79da-d858-46d4-9eed-a7a24903f2de" providerId="ADAL" clId="{8E4B8AF2-7224-4D6A-B43C-3DFD3E7AA377}" dt="2026-04-16T08:53:01.361" v="328" actId="20577"/>
          <ac:spMkLst>
            <pc:docMk/>
            <pc:sldMk cId="3926580161" sldId="727"/>
            <ac:spMk id="16" creationId="{F4918470-EB76-45D1-B4CD-960C3376CE78}"/>
          </ac:spMkLst>
        </pc:spChg>
      </pc:sldChg>
      <pc:sldChg chg="ord">
        <pc:chgData name="Al Friend" userId="e5ed79da-d858-46d4-9eed-a7a24903f2de" providerId="ADAL" clId="{8E4B8AF2-7224-4D6A-B43C-3DFD3E7AA377}" dt="2026-04-20T12:54:52.179" v="440"/>
        <pc:sldMkLst>
          <pc:docMk/>
          <pc:sldMk cId="760655530" sldId="748"/>
        </pc:sldMkLst>
      </pc:sldChg>
      <pc:sldChg chg="addSp delSp modSp add ord delAnim modAnim modNotesTx">
        <pc:chgData name="Al Friend" userId="e5ed79da-d858-46d4-9eed-a7a24903f2de" providerId="ADAL" clId="{8E4B8AF2-7224-4D6A-B43C-3DFD3E7AA377}" dt="2026-04-16T08:53:06.305" v="330" actId="20577"/>
        <pc:sldMkLst>
          <pc:docMk/>
          <pc:sldMk cId="3130083169" sldId="749"/>
        </pc:sldMkLst>
        <pc:spChg chg="mod">
          <ac:chgData name="Al Friend" userId="e5ed79da-d858-46d4-9eed-a7a24903f2de" providerId="ADAL" clId="{8E4B8AF2-7224-4D6A-B43C-3DFD3E7AA377}" dt="2026-04-16T08:23:18.215" v="127" actId="20577"/>
          <ac:spMkLst>
            <pc:docMk/>
            <pc:sldMk cId="3130083169" sldId="749"/>
            <ac:spMk id="2" creationId="{2CE87805-17F2-4B70-B505-57FB17E1FEE3}"/>
          </ac:spMkLst>
        </pc:spChg>
        <pc:spChg chg="mod">
          <ac:chgData name="Al Friend" userId="e5ed79da-d858-46d4-9eed-a7a24903f2de" providerId="ADAL" clId="{8E4B8AF2-7224-4D6A-B43C-3DFD3E7AA377}" dt="2026-04-16T08:53:06.305" v="330" actId="20577"/>
          <ac:spMkLst>
            <pc:docMk/>
            <pc:sldMk cId="3130083169" sldId="749"/>
            <ac:spMk id="3" creationId="{E4EE7085-4C5B-409B-8843-A8A3D3CB6E90}"/>
          </ac:spMkLst>
        </pc:spChg>
        <pc:spChg chg="add mod">
          <ac:chgData name="Al Friend" userId="e5ed79da-d858-46d4-9eed-a7a24903f2de" providerId="ADAL" clId="{8E4B8AF2-7224-4D6A-B43C-3DFD3E7AA377}" dt="2026-04-16T08:30:48.546" v="276" actId="20577"/>
          <ac:spMkLst>
            <pc:docMk/>
            <pc:sldMk cId="3130083169" sldId="749"/>
            <ac:spMk id="12" creationId="{D88F0C4F-2316-4E57-8432-2E6A0784CD04}"/>
          </ac:spMkLst>
        </pc:spChg>
        <pc:grpChg chg="del">
          <ac:chgData name="Al Friend" userId="e5ed79da-d858-46d4-9eed-a7a24903f2de" providerId="ADAL" clId="{8E4B8AF2-7224-4D6A-B43C-3DFD3E7AA377}" dt="2026-04-16T08:20:21.846" v="67" actId="478"/>
          <ac:grpSpMkLst>
            <pc:docMk/>
            <pc:sldMk cId="3130083169" sldId="749"/>
            <ac:grpSpMk id="6" creationId="{AD56F3FA-9FE3-9C0D-CE53-A04FF5567FB3}"/>
          </ac:grpSpMkLst>
        </pc:grpChg>
        <pc:grpChg chg="del">
          <ac:chgData name="Al Friend" userId="e5ed79da-d858-46d4-9eed-a7a24903f2de" providerId="ADAL" clId="{8E4B8AF2-7224-4D6A-B43C-3DFD3E7AA377}" dt="2026-04-16T08:20:23.298" v="68" actId="478"/>
          <ac:grpSpMkLst>
            <pc:docMk/>
            <pc:sldMk cId="3130083169" sldId="749"/>
            <ac:grpSpMk id="8" creationId="{645257CB-2BDB-58D5-850C-3B4CFF74A430}"/>
          </ac:grpSpMkLst>
        </pc:grpChg>
      </pc:sldChg>
      <pc:sldChg chg="modSp add modTransition modAnim">
        <pc:chgData name="Al Friend" userId="e5ed79da-d858-46d4-9eed-a7a24903f2de" providerId="ADAL" clId="{8E4B8AF2-7224-4D6A-B43C-3DFD3E7AA377}" dt="2026-04-16T08:53:21.440" v="332" actId="20577"/>
        <pc:sldMkLst>
          <pc:docMk/>
          <pc:sldMk cId="4264932233" sldId="750"/>
        </pc:sldMkLst>
        <pc:spChg chg="mod">
          <ac:chgData name="Al Friend" userId="e5ed79da-d858-46d4-9eed-a7a24903f2de" providerId="ADAL" clId="{8E4B8AF2-7224-4D6A-B43C-3DFD3E7AA377}" dt="2026-04-16T08:53:21.440" v="332" actId="20577"/>
          <ac:spMkLst>
            <pc:docMk/>
            <pc:sldMk cId="4264932233" sldId="750"/>
            <ac:spMk id="3" creationId="{E4EE7085-4C5B-409B-8843-A8A3D3CB6E90}"/>
          </ac:spMkLst>
        </pc:spChg>
      </pc:sldChg>
      <pc:sldChg chg="delSp modSp modTransition delAnim modAnim">
        <pc:chgData name="Al Friend" userId="e5ed79da-d858-46d4-9eed-a7a24903f2de" providerId="ADAL" clId="{8E4B8AF2-7224-4D6A-B43C-3DFD3E7AA377}" dt="2026-04-20T12:41:41.342" v="407"/>
        <pc:sldMkLst>
          <pc:docMk/>
          <pc:sldMk cId="3128430426" sldId="751"/>
        </pc:sldMkLst>
        <pc:spChg chg="del">
          <ac:chgData name="Al Friend" userId="e5ed79da-d858-46d4-9eed-a7a24903f2de" providerId="ADAL" clId="{8E4B8AF2-7224-4D6A-B43C-3DFD3E7AA377}" dt="2026-04-20T12:41:35.400" v="403" actId="478"/>
          <ac:spMkLst>
            <pc:docMk/>
            <pc:sldMk cId="3128430426" sldId="751"/>
            <ac:spMk id="20" creationId="{5323F730-EAE1-4513-9DFE-71048460FC79}"/>
          </ac:spMkLst>
        </pc:spChg>
        <pc:spChg chg="del">
          <ac:chgData name="Al Friend" userId="e5ed79da-d858-46d4-9eed-a7a24903f2de" providerId="ADAL" clId="{8E4B8AF2-7224-4D6A-B43C-3DFD3E7AA377}" dt="2026-04-20T12:41:37.837" v="405" actId="478"/>
          <ac:spMkLst>
            <pc:docMk/>
            <pc:sldMk cId="3128430426" sldId="751"/>
            <ac:spMk id="21" creationId="{0F20EC71-B572-4E66-A717-9B649678FE95}"/>
          </ac:spMkLst>
        </pc:spChg>
        <pc:spChg chg="del mod">
          <ac:chgData name="Al Friend" userId="e5ed79da-d858-46d4-9eed-a7a24903f2de" providerId="ADAL" clId="{8E4B8AF2-7224-4D6A-B43C-3DFD3E7AA377}" dt="2026-04-20T12:41:33.780" v="402" actId="478"/>
          <ac:spMkLst>
            <pc:docMk/>
            <pc:sldMk cId="3128430426" sldId="751"/>
            <ac:spMk id="22" creationId="{07A86949-E86B-4892-ABF0-D85995D93C10}"/>
          </ac:spMkLst>
        </pc:spChg>
        <pc:spChg chg="del">
          <ac:chgData name="Al Friend" userId="e5ed79da-d858-46d4-9eed-a7a24903f2de" providerId="ADAL" clId="{8E4B8AF2-7224-4D6A-B43C-3DFD3E7AA377}" dt="2026-04-20T12:41:39.143" v="406" actId="478"/>
          <ac:spMkLst>
            <pc:docMk/>
            <pc:sldMk cId="3128430426" sldId="751"/>
            <ac:spMk id="23" creationId="{CE7B039D-1DE0-4F0F-AB4B-F123BE21C45D}"/>
          </ac:spMkLst>
        </pc:spChg>
        <pc:spChg chg="del">
          <ac:chgData name="Al Friend" userId="e5ed79da-d858-46d4-9eed-a7a24903f2de" providerId="ADAL" clId="{8E4B8AF2-7224-4D6A-B43C-3DFD3E7AA377}" dt="2026-04-20T12:41:25.740" v="396" actId="478"/>
          <ac:spMkLst>
            <pc:docMk/>
            <pc:sldMk cId="3128430426" sldId="751"/>
            <ac:spMk id="28" creationId="{31003450-8BD8-422C-91D2-0F031E2EA827}"/>
          </ac:spMkLst>
        </pc:spChg>
        <pc:spChg chg="del">
          <ac:chgData name="Al Friend" userId="e5ed79da-d858-46d4-9eed-a7a24903f2de" providerId="ADAL" clId="{8E4B8AF2-7224-4D6A-B43C-3DFD3E7AA377}" dt="2026-04-20T12:41:36.509" v="404" actId="478"/>
          <ac:spMkLst>
            <pc:docMk/>
            <pc:sldMk cId="3128430426" sldId="751"/>
            <ac:spMk id="29" creationId="{77BA2D2E-A6C4-486F-A467-956DEF954D93}"/>
          </ac:spMkLst>
        </pc:spChg>
      </pc:sldChg>
      <pc:sldChg chg="delSp modSp add modTransition delAnim modNotesTx">
        <pc:chgData name="Al Friend" userId="e5ed79da-d858-46d4-9eed-a7a24903f2de" providerId="ADAL" clId="{8E4B8AF2-7224-4D6A-B43C-3DFD3E7AA377}" dt="2026-05-07T09:06:53.399" v="666" actId="20577"/>
        <pc:sldMkLst>
          <pc:docMk/>
          <pc:sldMk cId="2275316282" sldId="752"/>
        </pc:sldMkLst>
        <pc:spChg chg="mod">
          <ac:chgData name="Al Friend" userId="e5ed79da-d858-46d4-9eed-a7a24903f2de" providerId="ADAL" clId="{8E4B8AF2-7224-4D6A-B43C-3DFD3E7AA377}" dt="2026-05-07T09:06:53.399" v="666" actId="20577"/>
          <ac:spMkLst>
            <pc:docMk/>
            <pc:sldMk cId="2275316282" sldId="752"/>
            <ac:spMk id="3" creationId="{E4EE7085-4C5B-409B-8843-A8A3D3CB6E90}"/>
          </ac:spMkLst>
        </pc:spChg>
        <pc:spChg chg="del">
          <ac:chgData name="Al Friend" userId="e5ed79da-d858-46d4-9eed-a7a24903f2de" providerId="ADAL" clId="{8E4B8AF2-7224-4D6A-B43C-3DFD3E7AA377}" dt="2026-04-30T09:47:59.855" v="619" actId="478"/>
          <ac:spMkLst>
            <pc:docMk/>
            <pc:sldMk cId="2275316282" sldId="752"/>
            <ac:spMk id="4" creationId="{A81F7CA9-BCDF-26A2-7E5A-84F462F2907A}"/>
          </ac:spMkLst>
        </pc:spChg>
        <pc:spChg chg="del">
          <ac:chgData name="Al Friend" userId="e5ed79da-d858-46d4-9eed-a7a24903f2de" providerId="ADAL" clId="{8E4B8AF2-7224-4D6A-B43C-3DFD3E7AA377}" dt="2026-04-30T09:48:03.549" v="620" actId="478"/>
          <ac:spMkLst>
            <pc:docMk/>
            <pc:sldMk cId="2275316282" sldId="752"/>
            <ac:spMk id="5" creationId="{C69CB3A0-6E4B-3882-F612-9C18B4A7CC89}"/>
          </ac:spMkLst>
        </pc:spChg>
        <pc:spChg chg="del">
          <ac:chgData name="Al Friend" userId="e5ed79da-d858-46d4-9eed-a7a24903f2de" providerId="ADAL" clId="{8E4B8AF2-7224-4D6A-B43C-3DFD3E7AA377}" dt="2026-04-30T09:47:58.864" v="618" actId="478"/>
          <ac:spMkLst>
            <pc:docMk/>
            <pc:sldMk cId="2275316282" sldId="752"/>
            <ac:spMk id="6" creationId="{4A61607B-9F3B-788B-3313-16C9EF2262A1}"/>
          </ac:spMkLst>
        </pc:spChg>
        <pc:spChg chg="del">
          <ac:chgData name="Al Friend" userId="e5ed79da-d858-46d4-9eed-a7a24903f2de" providerId="ADAL" clId="{8E4B8AF2-7224-4D6A-B43C-3DFD3E7AA377}" dt="2026-04-30T09:47:55.840" v="614" actId="478"/>
          <ac:spMkLst>
            <pc:docMk/>
            <pc:sldMk cId="2275316282" sldId="752"/>
            <ac:spMk id="7" creationId="{64330E61-427A-4799-9C90-DCF7A84E8DCC}"/>
          </ac:spMkLst>
        </pc:spChg>
        <pc:spChg chg="del">
          <ac:chgData name="Al Friend" userId="e5ed79da-d858-46d4-9eed-a7a24903f2de" providerId="ADAL" clId="{8E4B8AF2-7224-4D6A-B43C-3DFD3E7AA377}" dt="2026-04-30T09:47:56.528" v="615" actId="478"/>
          <ac:spMkLst>
            <pc:docMk/>
            <pc:sldMk cId="2275316282" sldId="752"/>
            <ac:spMk id="8" creationId="{46172C08-0F69-45AE-9F9A-8D922A7CF9EF}"/>
          </ac:spMkLst>
        </pc:spChg>
        <pc:spChg chg="del">
          <ac:chgData name="Al Friend" userId="e5ed79da-d858-46d4-9eed-a7a24903f2de" providerId="ADAL" clId="{8E4B8AF2-7224-4D6A-B43C-3DFD3E7AA377}" dt="2026-04-30T09:47:57.423" v="616" actId="478"/>
          <ac:spMkLst>
            <pc:docMk/>
            <pc:sldMk cId="2275316282" sldId="752"/>
            <ac:spMk id="9" creationId="{B7A19168-B627-438B-9A46-B1A526833BFD}"/>
          </ac:spMkLst>
        </pc:spChg>
        <pc:spChg chg="del">
          <ac:chgData name="Al Friend" userId="e5ed79da-d858-46d4-9eed-a7a24903f2de" providerId="ADAL" clId="{8E4B8AF2-7224-4D6A-B43C-3DFD3E7AA377}" dt="2026-04-30T09:47:58.255" v="617" actId="478"/>
          <ac:spMkLst>
            <pc:docMk/>
            <pc:sldMk cId="2275316282" sldId="752"/>
            <ac:spMk id="10" creationId="{78D60DD7-CEC3-4D74-8332-113847F8689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/>
      <dgm:spPr/>
      <dgm:t>
        <a:bodyPr/>
        <a:lstStyle/>
        <a:p>
          <a:r>
            <a:rPr lang="en-US" dirty="0"/>
            <a:t>SDD</a:t>
          </a:r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(40%)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/>
      <dgm:spPr/>
      <dgm:t>
        <a:bodyPr/>
        <a:lstStyle/>
        <a:p>
          <a:r>
            <a:rPr lang="en-US" dirty="0"/>
            <a:t>DDD</a:t>
          </a:r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(25%)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C2AC2DB-DA7B-4EE8-A271-F42910EF38FA}">
      <dgm:prSet phldrT="[Text]"/>
      <dgm:spPr/>
      <dgm:t>
        <a:bodyPr/>
        <a:lstStyle/>
        <a:p>
          <a:r>
            <a:rPr lang="en-US" dirty="0"/>
            <a:t>WDD</a:t>
          </a:r>
        </a:p>
      </dgm:t>
    </dgm:pt>
    <dgm:pt modelId="{4DCD8EEA-C4AA-404D-A26F-F433BB0189EA}" type="parTrans" cxnId="{F4016BC7-2E72-4F45-A906-6E7F3BDA4E2F}">
      <dgm:prSet/>
      <dgm:spPr/>
      <dgm:t>
        <a:bodyPr/>
        <a:lstStyle/>
        <a:p>
          <a:endParaRPr lang="en-US"/>
        </a:p>
      </dgm:t>
    </dgm:pt>
    <dgm:pt modelId="{E3247148-B6B0-4C23-B610-041B2044E035}" type="sibTrans" cxnId="{F4016BC7-2E72-4F45-A906-6E7F3BDA4E2F}">
      <dgm:prSet/>
      <dgm:spPr/>
      <dgm:t>
        <a:bodyPr/>
        <a:lstStyle/>
        <a:p>
          <a:endParaRPr lang="en-US"/>
        </a:p>
      </dgm:t>
    </dgm:pt>
    <dgm:pt modelId="{6F17941D-CCAD-4AF8-9198-4E8B5F9AEDC2}">
      <dgm:prSet phldrT="[Text]"/>
      <dgm:spPr/>
      <dgm:t>
        <a:bodyPr/>
        <a:lstStyle/>
        <a:p>
          <a:r>
            <a:rPr lang="en-US" dirty="0"/>
            <a:t>Web Design and Development (25%)</a:t>
          </a:r>
        </a:p>
      </dgm:t>
    </dgm:pt>
    <dgm:pt modelId="{6A62EC5C-257B-4078-AC75-009164CBD245}" type="parTrans" cxnId="{9A2AE9EC-1703-4071-9D5B-2F76EC9F4AA5}">
      <dgm:prSet/>
      <dgm:spPr/>
      <dgm:t>
        <a:bodyPr/>
        <a:lstStyle/>
        <a:p>
          <a:endParaRPr lang="en-US"/>
        </a:p>
      </dgm:t>
    </dgm:pt>
    <dgm:pt modelId="{6908D1C2-C5D8-437D-AE20-3870EC3D4B13}" type="sibTrans" cxnId="{9A2AE9EC-1703-4071-9D5B-2F76EC9F4AA5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(10%)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/>
      <dgm:spPr/>
      <dgm:t>
        <a:bodyPr/>
        <a:lstStyle/>
        <a:p>
          <a:r>
            <a:rPr lang="en-US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4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4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D4F01D1E-88B7-466D-B76A-F726FF7DE3F8}" type="pres">
      <dgm:prSet presAssocID="{4C2AC2DB-DA7B-4EE8-A271-F42910EF38FA}" presName="composite" presStyleCnt="0"/>
      <dgm:spPr/>
    </dgm:pt>
    <dgm:pt modelId="{3451A250-69C4-4911-A975-CCB8D5F6053B}" type="pres">
      <dgm:prSet presAssocID="{4C2AC2DB-DA7B-4EE8-A271-F42910EF38F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56AFEC8A-7D45-4965-A718-64DE087BA59E}" type="pres">
      <dgm:prSet presAssocID="{4C2AC2DB-DA7B-4EE8-A271-F42910EF38FA}" presName="descendantText" presStyleLbl="alignAcc1" presStyleIdx="2" presStyleCnt="4">
        <dgm:presLayoutVars>
          <dgm:bulletEnabled val="1"/>
        </dgm:presLayoutVars>
      </dgm:prSet>
      <dgm:spPr/>
    </dgm:pt>
    <dgm:pt modelId="{E061B53C-41F2-4FB1-8AB8-871078ECF09F}" type="pres">
      <dgm:prSet presAssocID="{E3247148-B6B0-4C23-B610-041B2044E035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75D9DC0C-11C7-49DD-8A71-811F74721BA7}" type="presOf" srcId="{4C2AC2DB-DA7B-4EE8-A271-F42910EF38FA}" destId="{3451A250-69C4-4911-A975-CCB8D5F6053B}" srcOrd="0" destOrd="0" presId="urn:microsoft.com/office/officeart/2005/8/layout/chevron2"/>
    <dgm:cxn modelId="{0113120F-3FE7-4154-8079-D7AA5B4E9BD0}" type="presOf" srcId="{6F17941D-CCAD-4AF8-9198-4E8B5F9AEDC2}" destId="{56AFEC8A-7D45-4965-A718-64DE087BA59E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AAFC0F9A-ADA1-4827-BB1A-86C8E3CBC8EB}" srcId="{AADFB80D-C2E8-416C-B522-D5F6D93F18D7}" destId="{780589F0-2154-4E4C-8595-8806E5EF917A}" srcOrd="3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F4016BC7-2E72-4F45-A906-6E7F3BDA4E2F}" srcId="{AADFB80D-C2E8-416C-B522-D5F6D93F18D7}" destId="{4C2AC2DB-DA7B-4EE8-A271-F42910EF38FA}" srcOrd="2" destOrd="0" parTransId="{4DCD8EEA-C4AA-404D-A26F-F433BB0189EA}" sibTransId="{E3247148-B6B0-4C23-B610-041B2044E035}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9A2AE9EC-1703-4071-9D5B-2F76EC9F4AA5}" srcId="{4C2AC2DB-DA7B-4EE8-A271-F42910EF38FA}" destId="{6F17941D-CCAD-4AF8-9198-4E8B5F9AEDC2}" srcOrd="0" destOrd="0" parTransId="{6A62EC5C-257B-4078-AC75-009164CBD245}" sibTransId="{6908D1C2-C5D8-437D-AE20-3870EC3D4B13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EAF4121D-00B1-46BD-B1F6-93EB6FBED3D3}" type="presParOf" srcId="{7EBBDEE6-A55E-47FA-9020-5BC46200AFFC}" destId="{D4F01D1E-88B7-466D-B76A-F726FF7DE3F8}" srcOrd="4" destOrd="0" presId="urn:microsoft.com/office/officeart/2005/8/layout/chevron2"/>
    <dgm:cxn modelId="{460F7729-81B3-46BB-891B-6E4175CCD089}" type="presParOf" srcId="{D4F01D1E-88B7-466D-B76A-F726FF7DE3F8}" destId="{3451A250-69C4-4911-A975-CCB8D5F6053B}" srcOrd="0" destOrd="0" presId="urn:microsoft.com/office/officeart/2005/8/layout/chevron2"/>
    <dgm:cxn modelId="{A48AB365-FFFF-4401-96B5-C1A6F80EE146}" type="presParOf" srcId="{D4F01D1E-88B7-466D-B76A-F726FF7DE3F8}" destId="{56AFEC8A-7D45-4965-A718-64DE087BA59E}" srcOrd="1" destOrd="0" presId="urn:microsoft.com/office/officeart/2005/8/layout/chevron2"/>
    <dgm:cxn modelId="{A114524B-CDF1-4D77-9C13-30CC18B34AFA}" type="presParOf" srcId="{7EBBDEE6-A55E-47FA-9020-5BC46200AFFC}" destId="{E061B53C-41F2-4FB1-8AB8-871078ECF09F}" srcOrd="5" destOrd="0" presId="urn:microsoft.com/office/officeart/2005/8/layout/chevron2"/>
    <dgm:cxn modelId="{5FCECAA4-B55F-4524-B52B-5579AFC35055}" type="presParOf" srcId="{7EBBDEE6-A55E-47FA-9020-5BC46200AFFC}" destId="{BC0413A5-5CFC-41A1-A4D1-32D9D3A580EB}" srcOrd="6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/>
      <dgm:spPr/>
      <dgm:t>
        <a:bodyPr/>
        <a:lstStyle/>
        <a:p>
          <a:r>
            <a:rPr lang="en-US" dirty="0"/>
            <a:t>SDD</a:t>
          </a:r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(54%)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/>
      <dgm:spPr/>
      <dgm:t>
        <a:bodyPr/>
        <a:lstStyle/>
        <a:p>
          <a:r>
            <a:rPr lang="en-US" dirty="0"/>
            <a:t>DDD</a:t>
          </a:r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(33%)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b="1" dirty="0"/>
            <a:t>Assignment</a:t>
          </a:r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(13%)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/>
      <dgm:spPr/>
      <dgm:t>
        <a:bodyPr/>
        <a:lstStyle/>
        <a:p>
          <a:r>
            <a:rPr lang="en-US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5E710BF-3292-4B3F-A454-B7E6BF72E2C7}">
      <dgm:prSet phldrT="[Text]"/>
      <dgm:spPr/>
      <dgm:t>
        <a:bodyPr/>
        <a:lstStyle/>
        <a:p>
          <a:r>
            <a:rPr lang="en-US" b="1" dirty="0"/>
            <a:t>Exam</a:t>
          </a:r>
        </a:p>
      </dgm:t>
    </dgm:pt>
    <dgm:pt modelId="{E03E4501-7796-49DD-B7C4-88D3AB91E6DB}" type="parTrans" cxnId="{F320287E-B3C2-4880-9516-FFD6695AE0E7}">
      <dgm:prSet/>
      <dgm:spPr/>
      <dgm:t>
        <a:bodyPr/>
        <a:lstStyle/>
        <a:p>
          <a:endParaRPr lang="en-US"/>
        </a:p>
      </dgm:t>
    </dgm:pt>
    <dgm:pt modelId="{7BCEDD18-C1A5-4D74-BD02-31A9F5C8DF2C}" type="sibTrans" cxnId="{F320287E-B3C2-4880-9516-FFD6695AE0E7}">
      <dgm:prSet/>
      <dgm:spPr/>
      <dgm:t>
        <a:bodyPr/>
        <a:lstStyle/>
        <a:p>
          <a:endParaRPr lang="en-US"/>
        </a:p>
      </dgm:t>
    </dgm:pt>
    <dgm:pt modelId="{9EC5D7E7-13E1-4749-A134-4C83AB922A61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5C3B17FD-DFBE-4B56-9F97-5E041A0D5E90}" type="parTrans" cxnId="{4944EAFC-B2B0-4E7D-94E9-B17B5C2D380E}">
      <dgm:prSet/>
      <dgm:spPr/>
      <dgm:t>
        <a:bodyPr/>
        <a:lstStyle/>
        <a:p>
          <a:endParaRPr lang="en-US"/>
        </a:p>
      </dgm:t>
    </dgm:pt>
    <dgm:pt modelId="{B7023446-8BB7-45ED-9CB6-4F5FC1A1AF95}" type="sibTrans" cxnId="{4944EAFC-B2B0-4E7D-94E9-B17B5C2D380E}">
      <dgm:prSet/>
      <dgm:spPr/>
      <dgm:t>
        <a:bodyPr/>
        <a:lstStyle/>
        <a:p>
          <a:endParaRPr lang="en-US"/>
        </a:p>
      </dgm:t>
    </dgm:pt>
    <dgm:pt modelId="{4C515B8D-87D1-4362-95C3-18B42B452625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387E11D6-6F89-470A-86BE-C608C2106AF6}" type="sibTrans" cxnId="{4AB28759-DCAB-43B1-B5BE-36D4FCDBAA0B}">
      <dgm:prSet/>
      <dgm:spPr/>
      <dgm:t>
        <a:bodyPr/>
        <a:lstStyle/>
        <a:p>
          <a:endParaRPr lang="en-US"/>
        </a:p>
      </dgm:t>
    </dgm:pt>
    <dgm:pt modelId="{3413E62F-FACB-412C-9FEF-2E9D080F65F5}" type="parTrans" cxnId="{4AB28759-DCAB-43B1-B5BE-36D4FCDBAA0B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5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5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3E2A20E0-2799-4B60-847C-0291A143F060}" type="pres">
      <dgm:prSet presAssocID="{4C515B8D-87D1-4362-95C3-18B42B452625}" presName="composite" presStyleCnt="0"/>
      <dgm:spPr/>
    </dgm:pt>
    <dgm:pt modelId="{17253025-0BE3-46B4-B2C8-BFD879D75B26}" type="pres">
      <dgm:prSet presAssocID="{4C515B8D-87D1-4362-95C3-18B42B452625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B2D4CD90-7709-4B59-AC85-D09667CFC12B}" type="pres">
      <dgm:prSet presAssocID="{4C515B8D-87D1-4362-95C3-18B42B452625}" presName="descendantText" presStyleLbl="alignAcc1" presStyleIdx="2" presStyleCnt="5">
        <dgm:presLayoutVars>
          <dgm:bulletEnabled val="1"/>
        </dgm:presLayoutVars>
      </dgm:prSet>
      <dgm:spPr/>
    </dgm:pt>
    <dgm:pt modelId="{FCA35A52-5E56-41CA-AAAA-74E510180904}" type="pres">
      <dgm:prSet presAssocID="{387E11D6-6F89-470A-86BE-C608C2106AF6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3" presStyleCnt="5">
        <dgm:presLayoutVars>
          <dgm:bulletEnabled val="1"/>
        </dgm:presLayoutVars>
      </dgm:prSet>
      <dgm:spPr/>
    </dgm:pt>
    <dgm:pt modelId="{13B0A0BF-E273-47AE-B262-3C6C9C4E8968}" type="pres">
      <dgm:prSet presAssocID="{DED9E408-00AC-4B08-A19D-D94226C9548F}" presName="sp" presStyleCnt="0"/>
      <dgm:spPr/>
    </dgm:pt>
    <dgm:pt modelId="{5FCAE6DF-E40E-46F3-84CF-149E85A19097}" type="pres">
      <dgm:prSet presAssocID="{9EC5D7E7-13E1-4749-A134-4C83AB922A61}" presName="composite" presStyleCnt="0"/>
      <dgm:spPr/>
    </dgm:pt>
    <dgm:pt modelId="{EB2E52AE-8FCF-47D0-B499-CFCFAF1883A9}" type="pres">
      <dgm:prSet presAssocID="{9EC5D7E7-13E1-4749-A134-4C83AB922A61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C92F1771-01AA-4FF3-B7EC-0229DB7A592C}" type="pres">
      <dgm:prSet presAssocID="{9EC5D7E7-13E1-4749-A134-4C83AB922A61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D49F1534-E21B-49CA-902B-89FB72311FD2}" type="presOf" srcId="{4C515B8D-87D1-4362-95C3-18B42B452625}" destId="{17253025-0BE3-46B4-B2C8-BFD879D75B26}" srcOrd="0" destOrd="0" presId="urn:microsoft.com/office/officeart/2005/8/layout/chevron2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5C508956-AB66-4052-8A09-9D7A16ABB973}" type="presOf" srcId="{4A3955F4-B1A6-4812-98ED-2D6D02D94E35}" destId="{B2D4CD90-7709-4B59-AC85-D09667CFC12B}" srcOrd="0" destOrd="0" presId="urn:microsoft.com/office/officeart/2005/8/layout/chevron2"/>
    <dgm:cxn modelId="{4AB28759-DCAB-43B1-B5BE-36D4FCDBAA0B}" srcId="{AADFB80D-C2E8-416C-B522-D5F6D93F18D7}" destId="{4C515B8D-87D1-4362-95C3-18B42B452625}" srcOrd="2" destOrd="0" parTransId="{3413E62F-FACB-412C-9FEF-2E9D080F65F5}" sibTransId="{387E11D6-6F89-470A-86BE-C608C2106AF6}"/>
    <dgm:cxn modelId="{F320287E-B3C2-4880-9516-FFD6695AE0E7}" srcId="{9EC5D7E7-13E1-4749-A134-4C83AB922A61}" destId="{75E710BF-3292-4B3F-A454-B7E6BF72E2C7}" srcOrd="0" destOrd="0" parTransId="{E03E4501-7796-49DD-B7C4-88D3AB91E6DB}" sibTransId="{7BCEDD18-C1A5-4D74-BD02-31A9F5C8DF2C}"/>
    <dgm:cxn modelId="{D36EDC8C-BDD1-4F1F-9AB5-8EDEF33F628F}" type="presOf" srcId="{75E710BF-3292-4B3F-A454-B7E6BF72E2C7}" destId="{C92F1771-01AA-4FF3-B7EC-0229DB7A592C}" srcOrd="0" destOrd="0" presId="urn:microsoft.com/office/officeart/2005/8/layout/chevron2"/>
    <dgm:cxn modelId="{7E5A0596-4D16-4207-B5F3-C2FD778C5412}" srcId="{4C515B8D-87D1-4362-95C3-18B42B452625}" destId="{4A3955F4-B1A6-4812-98ED-2D6D02D94E35}" srcOrd="0" destOrd="0" parTransId="{1EF809BA-BB9B-41F6-9A35-2C78CE3A0913}" sibTransId="{10EB35A1-EA5F-40EF-95CA-BDAB4D957484}"/>
    <dgm:cxn modelId="{AAFC0F9A-ADA1-4827-BB1A-86C8E3CBC8EB}" srcId="{AADFB80D-C2E8-416C-B522-D5F6D93F18D7}" destId="{780589F0-2154-4E4C-8595-8806E5EF917A}" srcOrd="3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95BAE2D2-7669-469D-9AF0-D651B51FCE91}" type="presOf" srcId="{9EC5D7E7-13E1-4749-A134-4C83AB922A61}" destId="{EB2E52AE-8FCF-47D0-B499-CFCFAF1883A9}" srcOrd="0" destOrd="0" presId="urn:microsoft.com/office/officeart/2005/8/layout/chevron2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4944EAFC-B2B0-4E7D-94E9-B17B5C2D380E}" srcId="{AADFB80D-C2E8-416C-B522-D5F6D93F18D7}" destId="{9EC5D7E7-13E1-4749-A134-4C83AB922A61}" srcOrd="4" destOrd="0" parTransId="{5C3B17FD-DFBE-4B56-9F97-5E041A0D5E90}" sibTransId="{B7023446-8BB7-45ED-9CB6-4F5FC1A1AF95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4B8D09CE-12DA-4A98-A079-57B4B36ABD66}" type="presParOf" srcId="{7EBBDEE6-A55E-47FA-9020-5BC46200AFFC}" destId="{3E2A20E0-2799-4B60-847C-0291A143F060}" srcOrd="4" destOrd="0" presId="urn:microsoft.com/office/officeart/2005/8/layout/chevron2"/>
    <dgm:cxn modelId="{DD09799F-3B55-4A21-B1D8-51D0255A8FC0}" type="presParOf" srcId="{3E2A20E0-2799-4B60-847C-0291A143F060}" destId="{17253025-0BE3-46B4-B2C8-BFD879D75B26}" srcOrd="0" destOrd="0" presId="urn:microsoft.com/office/officeart/2005/8/layout/chevron2"/>
    <dgm:cxn modelId="{B28B55D1-C1C4-4929-B387-2753095F16BC}" type="presParOf" srcId="{3E2A20E0-2799-4B60-847C-0291A143F060}" destId="{B2D4CD90-7709-4B59-AC85-D09667CFC12B}" srcOrd="1" destOrd="0" presId="urn:microsoft.com/office/officeart/2005/8/layout/chevron2"/>
    <dgm:cxn modelId="{14614803-1AE9-4484-B475-713BAB65206C}" type="presParOf" srcId="{7EBBDEE6-A55E-47FA-9020-5BC46200AFFC}" destId="{FCA35A52-5E56-41CA-AAAA-74E510180904}" srcOrd="5" destOrd="0" presId="urn:microsoft.com/office/officeart/2005/8/layout/chevron2"/>
    <dgm:cxn modelId="{5FCECAA4-B55F-4524-B52B-5579AFC35055}" type="presParOf" srcId="{7EBBDEE6-A55E-47FA-9020-5BC46200AFFC}" destId="{BC0413A5-5CFC-41A1-A4D1-32D9D3A580EB}" srcOrd="6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  <dgm:cxn modelId="{5DA3A105-B2B5-4570-ACCF-A2B4BFFDA4E8}" type="presParOf" srcId="{7EBBDEE6-A55E-47FA-9020-5BC46200AFFC}" destId="{13B0A0BF-E273-47AE-B262-3C6C9C4E8968}" srcOrd="7" destOrd="0" presId="urn:microsoft.com/office/officeart/2005/8/layout/chevron2"/>
    <dgm:cxn modelId="{9C5603DB-FB5F-489A-A5FC-119F4545BE24}" type="presParOf" srcId="{7EBBDEE6-A55E-47FA-9020-5BC46200AFFC}" destId="{5FCAE6DF-E40E-46F3-84CF-149E85A19097}" srcOrd="8" destOrd="0" presId="urn:microsoft.com/office/officeart/2005/8/layout/chevron2"/>
    <dgm:cxn modelId="{F75C00D0-5E0F-413E-AC94-1D55800F95C3}" type="presParOf" srcId="{5FCAE6DF-E40E-46F3-84CF-149E85A19097}" destId="{EB2E52AE-8FCF-47D0-B499-CFCFAF1883A9}" srcOrd="0" destOrd="0" presId="urn:microsoft.com/office/officeart/2005/8/layout/chevron2"/>
    <dgm:cxn modelId="{3052A6C1-D8FE-443D-9D61-8901A566CBC1}" type="presParOf" srcId="{5FCAE6DF-E40E-46F3-84CF-149E85A19097}" destId="{C92F1771-01AA-4FF3-B7EC-0229DB7A59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79747" y="180063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SDD</a:t>
          </a:r>
        </a:p>
      </dsp:txBody>
      <dsp:txXfrm rot="-5400000">
        <a:off x="1" y="419726"/>
        <a:ext cx="838822" cy="359495"/>
      </dsp:txXfrm>
    </dsp:sp>
    <dsp:sp modelId="{19C32B8D-512E-49A1-A0E6-109384C61E4D}">
      <dsp:nvSpPr>
        <dsp:cNvPr id="0" name=""/>
        <dsp:cNvSpPr/>
      </dsp:nvSpPr>
      <dsp:spPr>
        <a:xfrm rot="5400000">
          <a:off x="4083797" y="-3244660"/>
          <a:ext cx="778906" cy="7268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Software Design and Development (40%)</a:t>
          </a:r>
        </a:p>
      </dsp:txBody>
      <dsp:txXfrm rot="-5400000">
        <a:off x="838822" y="38338"/>
        <a:ext cx="7230834" cy="702860"/>
      </dsp:txXfrm>
    </dsp:sp>
    <dsp:sp modelId="{AAD30B60-88C6-4919-B6DD-9F480459E84E}">
      <dsp:nvSpPr>
        <dsp:cNvPr id="0" name=""/>
        <dsp:cNvSpPr/>
      </dsp:nvSpPr>
      <dsp:spPr>
        <a:xfrm rot="5400000">
          <a:off x="-179747" y="1230859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DDD</a:t>
          </a:r>
        </a:p>
      </dsp:txBody>
      <dsp:txXfrm rot="-5400000">
        <a:off x="1" y="1470522"/>
        <a:ext cx="838822" cy="359495"/>
      </dsp:txXfrm>
    </dsp:sp>
    <dsp:sp modelId="{0DFDFC6D-8604-4378-B6A3-6A6720006C95}">
      <dsp:nvSpPr>
        <dsp:cNvPr id="0" name=""/>
        <dsp:cNvSpPr/>
      </dsp:nvSpPr>
      <dsp:spPr>
        <a:xfrm rot="5400000">
          <a:off x="4083797" y="-2193863"/>
          <a:ext cx="778906" cy="7268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Database Design and Development (25%)</a:t>
          </a:r>
        </a:p>
      </dsp:txBody>
      <dsp:txXfrm rot="-5400000">
        <a:off x="838822" y="1089135"/>
        <a:ext cx="7230834" cy="702860"/>
      </dsp:txXfrm>
    </dsp:sp>
    <dsp:sp modelId="{3451A250-69C4-4911-A975-CCB8D5F6053B}">
      <dsp:nvSpPr>
        <dsp:cNvPr id="0" name=""/>
        <dsp:cNvSpPr/>
      </dsp:nvSpPr>
      <dsp:spPr>
        <a:xfrm rot="5400000">
          <a:off x="-179747" y="2281656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WDD</a:t>
          </a:r>
        </a:p>
      </dsp:txBody>
      <dsp:txXfrm rot="-5400000">
        <a:off x="1" y="2521319"/>
        <a:ext cx="838822" cy="359495"/>
      </dsp:txXfrm>
    </dsp:sp>
    <dsp:sp modelId="{56AFEC8A-7D45-4965-A718-64DE087BA59E}">
      <dsp:nvSpPr>
        <dsp:cNvPr id="0" name=""/>
        <dsp:cNvSpPr/>
      </dsp:nvSpPr>
      <dsp:spPr>
        <a:xfrm rot="5400000">
          <a:off x="4083797" y="-1143067"/>
          <a:ext cx="778906" cy="7268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Web Design and Development (25%)</a:t>
          </a:r>
        </a:p>
      </dsp:txBody>
      <dsp:txXfrm rot="-5400000">
        <a:off x="838822" y="2139931"/>
        <a:ext cx="7230834" cy="702860"/>
      </dsp:txXfrm>
    </dsp:sp>
    <dsp:sp modelId="{056CCBB6-5CE0-4348-89C6-99FB2D3AB62B}">
      <dsp:nvSpPr>
        <dsp:cNvPr id="0" name=""/>
        <dsp:cNvSpPr/>
      </dsp:nvSpPr>
      <dsp:spPr>
        <a:xfrm rot="5400000">
          <a:off x="-179747" y="3332452"/>
          <a:ext cx="1198317" cy="8388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C/Sys</a:t>
          </a:r>
        </a:p>
      </dsp:txBody>
      <dsp:txXfrm rot="-5400000">
        <a:off x="1" y="3572115"/>
        <a:ext cx="838822" cy="359495"/>
      </dsp:txXfrm>
    </dsp:sp>
    <dsp:sp modelId="{90709722-0E94-45E4-BEDD-48CB660682DD}">
      <dsp:nvSpPr>
        <dsp:cNvPr id="0" name=""/>
        <dsp:cNvSpPr/>
      </dsp:nvSpPr>
      <dsp:spPr>
        <a:xfrm rot="5400000">
          <a:off x="4083797" y="-92270"/>
          <a:ext cx="778906" cy="72688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Computer Systems (10%)</a:t>
          </a:r>
        </a:p>
      </dsp:txBody>
      <dsp:txXfrm rot="-5400000">
        <a:off x="838822" y="3190728"/>
        <a:ext cx="7230834" cy="702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44690" y="146350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SDD</a:t>
          </a:r>
        </a:p>
      </dsp:txBody>
      <dsp:txXfrm rot="-5400000">
        <a:off x="1" y="339270"/>
        <a:ext cx="675222" cy="289381"/>
      </dsp:txXfrm>
    </dsp:sp>
    <dsp:sp modelId="{19C32B8D-512E-49A1-A0E6-109384C61E4D}">
      <dsp:nvSpPr>
        <dsp:cNvPr id="0" name=""/>
        <dsp:cNvSpPr/>
      </dsp:nvSpPr>
      <dsp:spPr>
        <a:xfrm rot="5400000">
          <a:off x="4077955" y="-3401073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Software Design and Development (54%)</a:t>
          </a:r>
        </a:p>
      </dsp:txBody>
      <dsp:txXfrm rot="-5400000">
        <a:off x="675223" y="32266"/>
        <a:ext cx="7401850" cy="565778"/>
      </dsp:txXfrm>
    </dsp:sp>
    <dsp:sp modelId="{AAD30B60-88C6-4919-B6DD-9F480459E84E}">
      <dsp:nvSpPr>
        <dsp:cNvPr id="0" name=""/>
        <dsp:cNvSpPr/>
      </dsp:nvSpPr>
      <dsp:spPr>
        <a:xfrm rot="5400000">
          <a:off x="-144690" y="992203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DDD</a:t>
          </a:r>
        </a:p>
      </dsp:txBody>
      <dsp:txXfrm rot="-5400000">
        <a:off x="1" y="1185123"/>
        <a:ext cx="675222" cy="289381"/>
      </dsp:txXfrm>
    </dsp:sp>
    <dsp:sp modelId="{0DFDFC6D-8604-4378-B6A3-6A6720006C95}">
      <dsp:nvSpPr>
        <dsp:cNvPr id="0" name=""/>
        <dsp:cNvSpPr/>
      </dsp:nvSpPr>
      <dsp:spPr>
        <a:xfrm rot="5400000">
          <a:off x="4077955" y="-2555219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Database Design and Development (33%)</a:t>
          </a:r>
        </a:p>
      </dsp:txBody>
      <dsp:txXfrm rot="-5400000">
        <a:off x="675223" y="878120"/>
        <a:ext cx="7401850" cy="565778"/>
      </dsp:txXfrm>
    </dsp:sp>
    <dsp:sp modelId="{17253025-0BE3-46B4-B2C8-BFD879D75B26}">
      <dsp:nvSpPr>
        <dsp:cNvPr id="0" name=""/>
        <dsp:cNvSpPr/>
      </dsp:nvSpPr>
      <dsp:spPr>
        <a:xfrm rot="5400000">
          <a:off x="-144690" y="1838057"/>
          <a:ext cx="964603" cy="67522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 rot="-5400000">
        <a:off x="1" y="2030977"/>
        <a:ext cx="675222" cy="289381"/>
      </dsp:txXfrm>
    </dsp:sp>
    <dsp:sp modelId="{B2D4CD90-7709-4B59-AC85-D09667CFC12B}">
      <dsp:nvSpPr>
        <dsp:cNvPr id="0" name=""/>
        <dsp:cNvSpPr/>
      </dsp:nvSpPr>
      <dsp:spPr>
        <a:xfrm rot="5400000">
          <a:off x="4077955" y="-1709365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/>
            <a:t>Assignment</a:t>
          </a:r>
        </a:p>
      </dsp:txBody>
      <dsp:txXfrm rot="-5400000">
        <a:off x="675223" y="1723974"/>
        <a:ext cx="7401850" cy="565778"/>
      </dsp:txXfrm>
    </dsp:sp>
    <dsp:sp modelId="{056CCBB6-5CE0-4348-89C6-99FB2D3AB62B}">
      <dsp:nvSpPr>
        <dsp:cNvPr id="0" name=""/>
        <dsp:cNvSpPr/>
      </dsp:nvSpPr>
      <dsp:spPr>
        <a:xfrm rot="5400000">
          <a:off x="-144690" y="2683911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C/Sys</a:t>
          </a:r>
        </a:p>
      </dsp:txBody>
      <dsp:txXfrm rot="-5400000">
        <a:off x="1" y="2876831"/>
        <a:ext cx="675222" cy="289381"/>
      </dsp:txXfrm>
    </dsp:sp>
    <dsp:sp modelId="{90709722-0E94-45E4-BEDD-48CB660682DD}">
      <dsp:nvSpPr>
        <dsp:cNvPr id="0" name=""/>
        <dsp:cNvSpPr/>
      </dsp:nvSpPr>
      <dsp:spPr>
        <a:xfrm rot="5400000">
          <a:off x="4077955" y="-863511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Computer Systems (13%)</a:t>
          </a:r>
        </a:p>
      </dsp:txBody>
      <dsp:txXfrm rot="-5400000">
        <a:off x="675223" y="2569828"/>
        <a:ext cx="7401850" cy="565778"/>
      </dsp:txXfrm>
    </dsp:sp>
    <dsp:sp modelId="{EB2E52AE-8FCF-47D0-B499-CFCFAF1883A9}">
      <dsp:nvSpPr>
        <dsp:cNvPr id="0" name=""/>
        <dsp:cNvSpPr/>
      </dsp:nvSpPr>
      <dsp:spPr>
        <a:xfrm rot="5400000">
          <a:off x="-144690" y="3529765"/>
          <a:ext cx="964603" cy="67522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 rot="-5400000">
        <a:off x="1" y="3722685"/>
        <a:ext cx="675222" cy="289381"/>
      </dsp:txXfrm>
    </dsp:sp>
    <dsp:sp modelId="{C92F1771-01AA-4FF3-B7EC-0229DB7A592C}">
      <dsp:nvSpPr>
        <dsp:cNvPr id="0" name=""/>
        <dsp:cNvSpPr/>
      </dsp:nvSpPr>
      <dsp:spPr>
        <a:xfrm rot="5400000">
          <a:off x="4077955" y="-17657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 dirty="0"/>
            <a:t>Exam</a:t>
          </a:r>
        </a:p>
      </dsp:txBody>
      <dsp:txXfrm rot="-5400000">
        <a:off x="675223" y="3415682"/>
        <a:ext cx="7401850" cy="565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E35528A-819C-4AD3-BDC3-2CDCE7BEAF53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B71FE5B5-A979-4370-A255-218EAB36A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0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DF05-886D-C379-3B46-03513627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F52D6-6F85-D1EE-E2D5-F72B04C23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DA0F7-D51A-F480-8258-6D164AF39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2CDCF-EAA2-4376-794F-9257F41715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629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183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238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979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67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https://www.w3.org/Style/Examples/011/firstcss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417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883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https://html.spec.whatwg.org/multipage/semantics.html#the-html-element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solidFill>
                  <a:srgbClr val="A71D5D"/>
                </a:solidFill>
                <a:latin typeface="Consolas" panose="020B0609020204030204" pitchFamily="49" charset="0"/>
              </a:rPr>
              <a:t>&lt;!DOCTYPE</a:t>
            </a:r>
            <a:r>
              <a:rPr lang="en-US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html</a:t>
            </a:r>
            <a:r>
              <a:rPr lang="en-US" altLang="en-US" sz="12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GB" altLang="en-US" sz="1200" dirty="0">
                <a:solidFill>
                  <a:srgbClr val="A71D5D"/>
                </a:solidFill>
                <a:latin typeface="Consolas" panose="020B0609020204030204" pitchFamily="49" charset="0"/>
              </a:rPr>
              <a:t> = HTML 5</a:t>
            </a:r>
            <a:endParaRPr lang="en-US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751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AEE4E-AC6B-4C9D-A2F9-F59ADE63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8EB70-A9B6-A04E-C969-90755CE50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E6C00-95E4-4F8D-9352-2DE63293C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FB916-5449-11A8-218E-DFFBBEDC4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36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https://html.spec.whatwg.org/multipage/semantics.html#the-head-element</a:t>
            </a:r>
          </a:p>
          <a:p>
            <a:endParaRPr lang="en-GB" dirty="0"/>
          </a:p>
          <a:p>
            <a:r>
              <a:rPr lang="en-GB" dirty="0"/>
              <a:t>https://html.spec.whatwg.org/multipage/sections.html#the-body-element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550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722A8-906D-DE72-C2B9-02915DD7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93B1F-C4F3-B26F-0630-896184D62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F42518-BCDE-642F-B235-18A7E5EDE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6B38-E934-29B5-7BFC-B69A6278E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84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https://html.spec.whatwg.org/multipage/semantics.html#the-meta-element</a:t>
            </a:r>
          </a:p>
          <a:p>
            <a:r>
              <a:rPr lang="en-GB" dirty="0"/>
              <a:t>Not part of N5 spec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065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357B-791F-FB12-1E61-0B3B22063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0CDF8-D79C-4068-93D0-52EC2346E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89470-F538-EDC2-2B29-8EEE37076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https://html.spec.whatwg.org/multipage/semantics.html#the-title-element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B1830-8B67-4DE7-711D-85653333B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255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945AF-74CE-BDCA-801B-43700287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DA83B-DC7E-E30E-B1C2-0C4354BC1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C8A98-0DBE-5149-0DE0-612689B52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https://html.spec.whatwg.org/multipage/semantics.html#the-title-element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B10C7-7324-95FF-605F-F86EB6980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188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https://html.spec.whatwg.org/multipage/syntax.html#comments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429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4918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8024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214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https://html.spec.whatwg.org/multipage/sections.html#the-h1,-h2,-h3,-h4,-h5,-and-h6-elements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866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6B89-DE1D-141A-E31F-D54FA42D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9F6CB-BD15-CAA2-DDCF-4674DFDA7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CC531-0789-174F-BD89-D8787AFB0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7465A-63E7-3FB7-E6E9-15A0B2496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5161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https://html.spec.whatwg.org/multipage/grouping-content.html#the-p-element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7193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05E9-B590-B707-A990-F16D7C204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407E3-ADD8-C1FB-5C57-87240B5CF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3B19F-4D4D-6277-9F7F-D3D62161A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7E889-1F27-B8FF-DF93-95DE6F510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8839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https://html.spec.whatwg.org/multipage/grouping-content.html#the-ol-element</a:t>
            </a:r>
          </a:p>
          <a:p>
            <a:r>
              <a:rPr lang="en-GB" dirty="0"/>
              <a:t>https://html.spec.whatwg.org/multipage/grouping-content.html#the-li-element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3663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39D2-7315-5915-38B0-AC90B4F9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568C2-027F-C91A-439D-9F315AA44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BC536-F73C-2841-4269-D01784FB0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FC554-A5C8-AB71-FFB9-663D9A38A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521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2FD0-8B1D-8A18-8F35-2C6DBDE3D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1F0A0-EA12-4EB3-D465-AFFAE503F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342CD6-F922-2152-B6F1-A9789D862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https://html.spec.whatwg.org/multipage/grouping-content.html#the-ol-element</a:t>
            </a:r>
          </a:p>
          <a:p>
            <a:endParaRPr lang="en-GB" dirty="0"/>
          </a:p>
          <a:p>
            <a:r>
              <a:rPr lang="en-GB" dirty="0"/>
              <a:t>https://html.spec.whatwg.org/multipage/grouping-content.html#the-li-element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F67E3-A7CD-0B9E-91CE-A4A358BA1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8041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07DD7-7FA6-3F4A-EA6A-EA26F831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7BA6A-2D0C-DB95-97F6-5714F60AD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58195-3376-F20C-8FC2-A64491861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Use W3C HTML validator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78A08-D6F1-67AD-A2CC-5CE979A1F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129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3227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https://www.w3.org/Style/Examples/011/firstcs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3807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576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https://html.spec.whatwg.org/multipage/indices.html#attributes-3</a:t>
            </a:r>
          </a:p>
          <a:p>
            <a:r>
              <a:rPr lang="en-GB" dirty="0"/>
              <a:t>https://developer.mozilla.org/en-US/docs/Web/HTML/Attributes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9265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811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https://html.spec.whatwg.org/multipage/embedded-content.html#the-img-element</a:t>
            </a:r>
          </a:p>
          <a:p>
            <a:r>
              <a:rPr lang="en-GB" dirty="0"/>
              <a:t>Add to webpage before getting image – see alt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rgbClr val="FF0000"/>
                </a:solidFill>
              </a:rPr>
              <a:t>No</a:t>
            </a:r>
            <a:r>
              <a:rPr lang="en-GB" dirty="0"/>
              <a:t> </a:t>
            </a:r>
            <a:r>
              <a:rPr lang="en-GB" dirty="0">
                <a:latin typeface="Consolas" panose="020B0609020204030204" pitchFamily="49" charset="0"/>
              </a:rPr>
              <a:t>type</a:t>
            </a:r>
            <a:r>
              <a:rPr lang="en-GB" dirty="0"/>
              <a:t> attribute!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src</a:t>
            </a:r>
            <a:r>
              <a:rPr lang="en-GB" dirty="0"/>
              <a:t>: source URL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0020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F95A-C85E-9BC3-6C45-844E3EDE9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8DED9-9832-4BF6-C4A2-A7FBC1B24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42B5E-DC5E-D0F1-A177-541C64F27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1B14D-1BB4-CAD2-0E85-28F71F528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0971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https://html.spec.whatwg.org/multipage/media.html#the-audio-element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7415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0B41-76EF-2370-ECE4-1257BA4D0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DC00D-B1D3-4BF6-119D-242030C97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8104A-DDE7-7A87-C9B6-E46BF2F87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0E9BA-BD34-15A9-EA9D-83B7A2B60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050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https://html.spec.whatwg.org/multipage/media.html#the-video-element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498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54DD-9419-3003-4853-9C6CECD0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8B714-CB36-12AB-6224-8AC7D899E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9F90C-14DA-FEB7-EC31-681BDAD86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A333D-5B82-F432-471C-CE82B1EB5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8526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https://html.spec.whatwg.org/multipage/text-level-semantics.html#the-a-element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</a:rPr>
              <a:t>target="_blank"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solidFill>
                  <a:srgbClr val="000000"/>
                </a:solidFill>
                <a:effectLst/>
                <a:latin typeface="CiscoSansTT"/>
              </a:rPr>
              <a:t>download="cat.gif"  the target of the link should be downloaded rather than navigated to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317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7617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https://html.spec.whatwg.org/multipage/text-level-semantics.html#the-a-element</a:t>
            </a:r>
          </a:p>
          <a:p>
            <a:endParaRPr lang="en-GB" dirty="0"/>
          </a:p>
          <a:p>
            <a:r>
              <a:rPr lang="en-GB" dirty="0"/>
              <a:t>Normally a single line of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9887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8678-78F1-AE3A-6104-542DD957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D6FD9-C2C7-6D54-D595-B5D706D15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E91AD-C665-87DF-AF28-BDE1DFA32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9BA79-E381-6B33-6C4A-A07742DAC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7675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https://www.w3.org/TR/WD-html40-970917/htmlweb.html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9522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8760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https://www.w3.org/TR/WD-html40-970917/htmlweb.html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Up then down: </a:t>
            </a:r>
            <a:r>
              <a:rPr lang="en-US" alt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../</a:t>
            </a:r>
            <a:r>
              <a:rPr lang="en-US" altLang="en-US" sz="1200" dirty="0">
                <a:latin typeface="Consolas" panose="020B0609020204030204" pitchFamily="49" charset="0"/>
              </a:rPr>
              <a:t>animals/cat.html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96379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5073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index.html – relative addresses for style and lamb? style.css &amp; media/lamb.jpg</a:t>
            </a:r>
          </a:p>
          <a:p>
            <a:r>
              <a:rPr lang="en-GB" dirty="0"/>
              <a:t>dogs.html – relative addresses for style and wolf? ../style.css &amp; ../media/</a:t>
            </a:r>
            <a:r>
              <a:rPr lang="en-GB"/>
              <a:t>wolf.gif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1706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index.html – relative addresses for style and lamb? style.css &amp; media/lamb.jpg</a:t>
            </a:r>
          </a:p>
          <a:p>
            <a:r>
              <a:rPr lang="en-GB" dirty="0"/>
              <a:t>dogs.html – relative addresses for style and wolf? ../style.css &amp; ../media/</a:t>
            </a:r>
            <a:r>
              <a:rPr lang="en-GB"/>
              <a:t>wolf.gif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91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341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6BC43-DD7A-9D00-755C-C192529F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7FB63-0A38-18C4-862F-452AEED99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6B3AF-8544-2D15-7F26-99709B6DA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0755B-FD08-3E81-DD26-19C4EB662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0314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https://developer.mozilla.org/en-US/docs/Web/HTTP/Basics_of_HTTP/MIME_types/Common_types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8688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8862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https://developer.mozilla.org/en-US/docs/Web/HTTP/Basics_of_HTTP/MIME_types/Common_types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4127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3548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https://html.spec.whatwg.org/multipage/#toc-semantics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9416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5019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51905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https://html.spec.whatwg.org/multipage/semantics.html#the-style-element</a:t>
            </a:r>
          </a:p>
          <a:p>
            <a:r>
              <a:rPr lang="en-GB" dirty="0"/>
              <a:t>https://meiert.com/en/indices/css-properties/</a:t>
            </a:r>
          </a:p>
          <a:p>
            <a:r>
              <a:rPr lang="en-GB" dirty="0"/>
              <a:t>https://www.w3.org/TR/CSS/#properties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40778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1650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2722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7472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55136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6484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67537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2136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https://www.w3.org/TR/css-fonts-3/#font-family-prop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02418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72687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https://www.w3.org/TR/css-fonts-3/#font-size-prop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03755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91007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https://www.w3.org/TR/css-color-3/#color0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5185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96242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https://www.w3.org/TR/css-color-3/#color0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14112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77191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https://www.w3.org/TR/css-backgrounds-3/#the-background-color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88811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91692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 part of N5 but useful for </a:t>
            </a:r>
            <a:r>
              <a:rPr lang="en-GB"/>
              <a:t>resizing images.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13086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45101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30053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44791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43297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51456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69435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https://html.spec.whatwg.org/multipage/semantics.html#the-link-element</a:t>
            </a:r>
          </a:p>
          <a:p>
            <a:endParaRPr lang="en-GB" dirty="0"/>
          </a:p>
          <a:p>
            <a:r>
              <a:rPr lang="en-GB" b="1" dirty="0" err="1"/>
              <a:t>rel</a:t>
            </a:r>
            <a:r>
              <a:rPr lang="en-GB" dirty="0"/>
              <a:t> attribute is required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4906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36782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https://html.spec.whatwg.org/multipage/links.html#rel-icon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07940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Event handlers: https://html.spec.whatwg.org/multipage/indices.html#attributes-3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37885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https://html.spec.whatwg.org/multipage/scripting.html#the-script-element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75383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32627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https://html.spec.whatwg.org/multipage/scripting.html#the-script-element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66505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32111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https://html.spec.whatwg.org/multipage/indices.html#attributes-3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5215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58257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https://html.spec.whatwg.org/multipage/scripting.html#the-script-element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78356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07446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https://www.w3schools.com/jsref/prop_style_color.asp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89885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https://www.w3schools.com/jsref/prop_style_color.asp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74420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5538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00290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https://www.w3schools.com/jsref/prop_style_color.asp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62263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05991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https://html.spec.whatwg.org/multipage/semantics.html#the-link-element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29427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26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564-5510-4968-B83C-E0988A9D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D860D-1211-4E26-A35E-A80BC376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5969-3F05-4100-9F8A-DB9A82EB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9FB1B-2516-429F-B867-4823287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1741A-33DE-4C5E-8C9F-B4AD75D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20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5E7B-67B3-496A-822C-C32976D9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EDAD-10D4-47B6-8F35-0155F7D63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/>
            </a:lvl1pPr>
            <a:lvl2pPr>
              <a:lnSpc>
                <a:spcPct val="120000"/>
              </a:lnSpc>
              <a:spcBef>
                <a:spcPts val="0"/>
              </a:spcBef>
              <a:defRPr/>
            </a:lvl2pPr>
            <a:lvl3pPr>
              <a:lnSpc>
                <a:spcPct val="120000"/>
              </a:lnSpc>
              <a:spcBef>
                <a:spcPts val="0"/>
              </a:spcBef>
              <a:defRPr/>
            </a:lvl3pPr>
            <a:lvl4pPr>
              <a:lnSpc>
                <a:spcPct val="120000"/>
              </a:lnSpc>
              <a:spcBef>
                <a:spcPts val="0"/>
              </a:spcBef>
              <a:defRPr/>
            </a:lvl4pPr>
            <a:lvl5pPr>
              <a:lnSpc>
                <a:spcPct val="12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0D4F-7E43-4DFE-B626-E846C85B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DBDD-527D-4909-8BEF-723EEB35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5016-CD99-4792-B5CE-4FC2732A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972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A82-2BA5-4E38-B83A-773E8009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DA602-023E-4AF2-8A02-5ED3BE4E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AF83-9AAB-4395-A1CD-8B1810E8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4F5F-ED11-4FF4-8082-EF13CCF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B83B-7338-4290-BCDC-071F1F55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5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38D4-5905-4C6E-BCBB-B9407311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C15E6-8B9A-4199-90FC-6E9303270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19C19-84FB-4E02-8D3E-A145EF70F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29DE-CB61-4172-B1A0-5F570A6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8137-140C-4C10-9A2D-A8BEA88D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88274-F0A0-4D87-9901-05DB5CB1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0B87-D3F8-4BAA-8DE3-3836317B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ADC46-22A7-453D-BB94-D1CA48C5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35B5B-116B-4974-BF81-F7294090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9685-D393-44B4-B943-5A951A472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29B97-30F9-4234-A140-11E2C150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D1C8F-089B-4A81-946C-8404750F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E9EF7-FF78-45D1-965B-99664AD0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1DFC4-4931-4DBE-A0A7-A1E0A15D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7CCB-CA9F-4F77-978B-946CBCC2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2E69A-AA02-4CC0-9FE5-3C50B8F4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0F08-87A5-4B96-B446-1337E28A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3645-39BF-4DC7-A6DC-E10EB4E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46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6AF93-0450-4C93-8AED-561C8D0B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36096-32F7-4552-856B-0F42E86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2CEA9-085F-4023-8477-F0F082AE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01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9064-4077-4B58-8BD0-E8642C90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7D8E-F32F-4041-9FDE-C12CBB527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CF05-D7DF-470D-8951-656268BB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19F6-CB71-4073-820E-814F731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668D-5D63-440F-B937-227682F0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DC044-699A-457B-A741-69E8543C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CDCB-7EE6-4D7B-9EC9-99982982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A68D7-4A60-4176-AEF9-C7224992D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DDFE-E588-428C-9ACE-BF6D4DC2B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AD98-EFA3-40FD-B220-0CEFA3B0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92CB-8784-44CD-8BE4-F038F0D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88F3-B6B9-4DE8-80B4-B31DCC6F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70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7571-E3AA-47DA-8A99-A8577E9E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6407A-F3C5-4467-999F-12834F3D5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1D0D-C52B-4D14-AEAB-FF648467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58F66-3EB8-48B5-B410-20C1141D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5733-F1B0-47F6-B3EA-C32A5911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81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78E59-2798-47E7-97DF-12EB43D4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F44B-7DC4-4852-9AAB-98C84D69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EF75-C039-4933-808F-7735F402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11B2-1EEF-4630-AB8B-1FC4D8E1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3AA0-545D-40FB-A090-776833B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9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34EA5-96D5-44F8-8B2E-EB636C3A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96C3A-1C2D-4B6E-9BA6-958361A9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72CA-E085-451A-A6D7-D31116C42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66F6-7471-47DA-8EED-C7BCCA53B015}" type="datetimeFigureOut">
              <a:rPr lang="en-GB" smtClean="0"/>
              <a:t>15/05/2026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A142-8F89-49C4-92C2-0106F5541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D0BA0-3B07-4BE4-ACEC-E0EC8756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4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N5 Computing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Web Design and Development</a:t>
            </a:r>
          </a:p>
        </p:txBody>
      </p:sp>
    </p:spTree>
    <p:extLst>
      <p:ext uri="{BB962C8B-B14F-4D97-AF65-F5344CB8AC3E}">
        <p14:creationId xmlns:p14="http://schemas.microsoft.com/office/powerpoint/2010/main" val="139737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2B30-58E3-83AF-C822-0B30E9F1C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2537-E14E-16B8-EEAC-97DE9876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GB" dirty="0"/>
              <a:t>Plan – N5 Year 1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89D4CB-4A08-4EE2-C4CD-E73D854CC4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80368"/>
              </p:ext>
            </p:extLst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2543E0-CE08-D181-BCD4-EA577EE9A461}"/>
              </a:ext>
            </a:extLst>
          </p:cNvPr>
          <p:cNvCxnSpPr>
            <a:cxnSpLocks/>
          </p:cNvCxnSpPr>
          <p:nvPr/>
        </p:nvCxnSpPr>
        <p:spPr>
          <a:xfrm>
            <a:off x="762000" y="4352459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845638-8574-EECF-4CD3-2EF8A3DF55BB}"/>
              </a:ext>
            </a:extLst>
          </p:cNvPr>
          <p:cNvCxnSpPr>
            <a:cxnSpLocks/>
          </p:cNvCxnSpPr>
          <p:nvPr/>
        </p:nvCxnSpPr>
        <p:spPr>
          <a:xfrm flipH="1">
            <a:off x="10393680" y="4352459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05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– N5 Year 2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393846"/>
              </p:ext>
            </p:extLst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325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368822" cy="4351338"/>
          </a:xfrm>
        </p:spPr>
        <p:txBody>
          <a:bodyPr/>
          <a:lstStyle/>
          <a:p>
            <a:r>
              <a:rPr lang="en-GB" sz="3600" dirty="0"/>
              <a:t>Hypertext Markup Language (HTML)</a:t>
            </a:r>
          </a:p>
          <a:p>
            <a:r>
              <a:rPr lang="en-GB" sz="3600" dirty="0"/>
              <a:t>Cascading Style Sheets (CSS)</a:t>
            </a:r>
          </a:p>
          <a:p>
            <a:r>
              <a:rPr lang="en-GB" sz="3600" dirty="0"/>
              <a:t>JavaScript (JS)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837D4-D082-0DE5-EA8A-25EDAA502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97334" y="1825625"/>
            <a:ext cx="3056466" cy="4351338"/>
          </a:xfrm>
        </p:spPr>
        <p:txBody>
          <a:bodyPr>
            <a:normAutofit/>
          </a:bodyPr>
          <a:lstStyle/>
          <a:p>
            <a:r>
              <a:rPr lang="en-GB" sz="3600" dirty="0"/>
              <a:t>Content</a:t>
            </a:r>
          </a:p>
          <a:p>
            <a:r>
              <a:rPr lang="en-GB" sz="3600" dirty="0"/>
              <a:t>Style</a:t>
            </a:r>
          </a:p>
          <a:p>
            <a:r>
              <a:rPr lang="en-GB" sz="3600" dirty="0"/>
              <a:t>Behaviour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294361-E2CF-4D39-7732-F1EF89C9F163}"/>
              </a:ext>
            </a:extLst>
          </p:cNvPr>
          <p:cNvGrpSpPr/>
          <p:nvPr/>
        </p:nvGrpSpPr>
        <p:grpSpPr>
          <a:xfrm>
            <a:off x="1169772" y="3912509"/>
            <a:ext cx="1723183" cy="2861352"/>
            <a:chOff x="1169772" y="3912509"/>
            <a:chExt cx="1723183" cy="2861352"/>
          </a:xfrm>
        </p:grpSpPr>
        <p:pic>
          <p:nvPicPr>
            <p:cNvPr id="15" name="Picture 14" descr="A picture containing player&#10;&#10;Description automatically generated">
              <a:extLst>
                <a:ext uri="{FF2B5EF4-FFF2-40B4-BE49-F238E27FC236}">
                  <a16:creationId xmlns:a16="http://schemas.microsoft.com/office/drawing/2014/main" id="{44642337-6762-67B2-621C-61B212E3D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9772" y="3912509"/>
              <a:ext cx="1723183" cy="2340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08306E-F4C3-06B3-2F47-A9B0483A7CEE}"/>
                </a:ext>
              </a:extLst>
            </p:cNvPr>
            <p:cNvSpPr txBox="1"/>
            <p:nvPr/>
          </p:nvSpPr>
          <p:spPr>
            <a:xfrm>
              <a:off x="1389199" y="6127530"/>
              <a:ext cx="128432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600" dirty="0"/>
                <a:t>HTML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143DD80-6285-EF83-47A8-F59A84899FD1}"/>
              </a:ext>
            </a:extLst>
          </p:cNvPr>
          <p:cNvGrpSpPr/>
          <p:nvPr/>
        </p:nvGrpSpPr>
        <p:grpSpPr>
          <a:xfrm>
            <a:off x="4976762" y="3912509"/>
            <a:ext cx="2183611" cy="2861351"/>
            <a:chOff x="4976762" y="3912509"/>
            <a:chExt cx="2183611" cy="2861351"/>
          </a:xfrm>
        </p:grpSpPr>
        <p:pic>
          <p:nvPicPr>
            <p:cNvPr id="18" name="Picture 17" descr="A picture containing toy&#10;&#10;Description automatically generated">
              <a:extLst>
                <a:ext uri="{FF2B5EF4-FFF2-40B4-BE49-F238E27FC236}">
                  <a16:creationId xmlns:a16="http://schemas.microsoft.com/office/drawing/2014/main" id="{E28EA260-77A5-DAB4-05FF-7F0690C24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8739" y="3912509"/>
              <a:ext cx="1723183" cy="2340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0BCB34-5110-DC05-2657-30A6D5781D80}"/>
                </a:ext>
              </a:extLst>
            </p:cNvPr>
            <p:cNvSpPr txBox="1"/>
            <p:nvPr/>
          </p:nvSpPr>
          <p:spPr>
            <a:xfrm>
              <a:off x="4976762" y="6127529"/>
              <a:ext cx="21836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600" dirty="0" err="1"/>
                <a:t>HTML+CSS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CD8D141-F1E7-2F17-865F-D63074385E69}"/>
              </a:ext>
            </a:extLst>
          </p:cNvPr>
          <p:cNvGrpSpPr/>
          <p:nvPr/>
        </p:nvGrpSpPr>
        <p:grpSpPr>
          <a:xfrm>
            <a:off x="8743339" y="3912509"/>
            <a:ext cx="2771913" cy="2861350"/>
            <a:chOff x="8743339" y="3912509"/>
            <a:chExt cx="2771913" cy="2861350"/>
          </a:xfrm>
        </p:grpSpPr>
        <p:pic>
          <p:nvPicPr>
            <p:cNvPr id="21" name="Picture 20" descr="A picture containing toy&#10;&#10;Description automatically generated">
              <a:extLst>
                <a:ext uri="{FF2B5EF4-FFF2-40B4-BE49-F238E27FC236}">
                  <a16:creationId xmlns:a16="http://schemas.microsoft.com/office/drawing/2014/main" id="{CAEDD44E-7557-81F4-111F-74153FF51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7705" y="3912509"/>
              <a:ext cx="1723183" cy="23400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2B6F3F-E70D-AAC8-262F-50A7E220BB7E}"/>
                </a:ext>
              </a:extLst>
            </p:cNvPr>
            <p:cNvSpPr txBox="1"/>
            <p:nvPr/>
          </p:nvSpPr>
          <p:spPr>
            <a:xfrm>
              <a:off x="8743339" y="6127528"/>
              <a:ext cx="27719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600" dirty="0" err="1"/>
                <a:t>HTML+CSS+JS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019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368822" cy="4351338"/>
          </a:xfrm>
        </p:spPr>
        <p:txBody>
          <a:bodyPr/>
          <a:lstStyle/>
          <a:p>
            <a:r>
              <a:rPr lang="en-GB" sz="3600"/>
              <a:t> </a:t>
            </a:r>
            <a:endParaRPr lang="en-GB" sz="3600" dirty="0"/>
          </a:p>
          <a:p>
            <a:r>
              <a:rPr lang="en-GB" sz="3600" dirty="0"/>
              <a:t> </a:t>
            </a:r>
          </a:p>
          <a:p>
            <a:r>
              <a:rPr lang="en-GB" sz="3600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837D4-D082-0DE5-EA8A-25EDAA502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97334" y="1825625"/>
            <a:ext cx="3056466" cy="4351338"/>
          </a:xfrm>
        </p:spPr>
        <p:txBody>
          <a:bodyPr>
            <a:normAutofit/>
          </a:bodyPr>
          <a:lstStyle/>
          <a:p>
            <a:r>
              <a:rPr lang="en-GB" sz="3600" dirty="0"/>
              <a:t>Content</a:t>
            </a:r>
          </a:p>
          <a:p>
            <a:r>
              <a:rPr lang="en-GB" sz="3600" dirty="0"/>
              <a:t>Style</a:t>
            </a:r>
          </a:p>
          <a:p>
            <a:r>
              <a:rPr lang="en-GB" sz="3600" dirty="0"/>
              <a:t>Behaviour</a:t>
            </a:r>
          </a:p>
        </p:txBody>
      </p:sp>
      <p:pic>
        <p:nvPicPr>
          <p:cNvPr id="15" name="Picture 14" descr="A picture containing player&#10;&#10;Description automatically generated">
            <a:extLst>
              <a:ext uri="{FF2B5EF4-FFF2-40B4-BE49-F238E27FC236}">
                <a16:creationId xmlns:a16="http://schemas.microsoft.com/office/drawing/2014/main" id="{44642337-6762-67B2-621C-61B212E3D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772" y="3912509"/>
            <a:ext cx="1723183" cy="2340000"/>
          </a:xfrm>
          <a:prstGeom prst="rect">
            <a:avLst/>
          </a:prstGeom>
        </p:spPr>
      </p:pic>
      <p:pic>
        <p:nvPicPr>
          <p:cNvPr id="18" name="Picture 17" descr="A picture containing toy&#10;&#10;Description automatically generated">
            <a:extLst>
              <a:ext uri="{FF2B5EF4-FFF2-40B4-BE49-F238E27FC236}">
                <a16:creationId xmlns:a16="http://schemas.microsoft.com/office/drawing/2014/main" id="{E28EA260-77A5-DAB4-05FF-7F0690C241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739" y="3912509"/>
            <a:ext cx="1723183" cy="2340000"/>
          </a:xfrm>
          <a:prstGeom prst="rect">
            <a:avLst/>
          </a:prstGeom>
        </p:spPr>
      </p:pic>
      <p:pic>
        <p:nvPicPr>
          <p:cNvPr id="21" name="Picture 20" descr="A picture containing toy&#10;&#10;Description automatically generated">
            <a:extLst>
              <a:ext uri="{FF2B5EF4-FFF2-40B4-BE49-F238E27FC236}">
                <a16:creationId xmlns:a16="http://schemas.microsoft.com/office/drawing/2014/main" id="{CAEDD44E-7557-81F4-111F-74153FF51E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705" y="3912509"/>
            <a:ext cx="1723183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600" dirty="0"/>
              <a:t>Describe, exemplify and implement HTML code:</a:t>
            </a:r>
          </a:p>
          <a:p>
            <a:pPr lvl="1"/>
            <a:r>
              <a:rPr lang="en-GB" sz="3200" dirty="0"/>
              <a:t>html</a:t>
            </a:r>
          </a:p>
          <a:p>
            <a:pPr lvl="1"/>
            <a:r>
              <a:rPr lang="en-GB" sz="3200" dirty="0"/>
              <a:t>head</a:t>
            </a:r>
          </a:p>
          <a:p>
            <a:pPr lvl="1"/>
            <a:r>
              <a:rPr lang="en-GB" sz="3200" dirty="0"/>
              <a:t>title</a:t>
            </a:r>
          </a:p>
          <a:p>
            <a:pPr lvl="1"/>
            <a:r>
              <a:rPr lang="en-GB" sz="3200" dirty="0"/>
              <a:t>body</a:t>
            </a:r>
          </a:p>
          <a:p>
            <a:r>
              <a:rPr lang="en-GB" sz="3600" dirty="0"/>
              <a:t>Read and explain code that makes use of the above HTML.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621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Elements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973BE903-2B4C-5BCA-8CFF-AD26E80D1A76}"/>
              </a:ext>
            </a:extLst>
          </p:cNvPr>
          <p:cNvSpPr/>
          <p:nvPr/>
        </p:nvSpPr>
        <p:spPr>
          <a:xfrm>
            <a:off x="8175044" y="2022002"/>
            <a:ext cx="2314379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0147"/>
              <a:gd name="adj6" fmla="val -248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Forward slash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3187201" y="2929979"/>
            <a:ext cx="5782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tag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r>
              <a:rPr lang="en-GB" sz="4400" dirty="0">
                <a:latin typeface="Consolas" panose="020B0609020204030204" pitchFamily="49" charset="0"/>
              </a:rPr>
              <a:t>Content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tag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9FD08280-246B-F431-CC37-33C0C86742F1}"/>
              </a:ext>
            </a:extLst>
          </p:cNvPr>
          <p:cNvSpPr/>
          <p:nvPr/>
        </p:nvSpPr>
        <p:spPr>
          <a:xfrm flipH="1">
            <a:off x="368300" y="2168937"/>
            <a:ext cx="2414411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036"/>
              <a:gd name="adj6" fmla="val -248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Angle bracket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CEAD7D-8280-9923-1CD0-D9EECFCB98A3}"/>
              </a:ext>
            </a:extLst>
          </p:cNvPr>
          <p:cNvGrpSpPr/>
          <p:nvPr/>
        </p:nvGrpSpPr>
        <p:grpSpPr>
          <a:xfrm>
            <a:off x="3220821" y="3897529"/>
            <a:ext cx="1669564" cy="710147"/>
            <a:chOff x="8269092" y="2149231"/>
            <a:chExt cx="3751389" cy="71014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AD23AD0-2AE3-265A-E131-D974E66576BF}"/>
                </a:ext>
              </a:extLst>
            </p:cNvPr>
            <p:cNvCxnSpPr>
              <a:cxnSpLocks/>
            </p:cNvCxnSpPr>
            <p:nvPr/>
          </p:nvCxnSpPr>
          <p:spPr>
            <a:xfrm>
              <a:off x="8269096" y="2149231"/>
              <a:ext cx="3751385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AF3E671-F974-7C13-9B1E-41CED9839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4788" y="2156158"/>
              <a:ext cx="0" cy="1800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B7C0B5F-945B-B128-9CF3-E22CEDD81E76}"/>
                </a:ext>
              </a:extLst>
            </p:cNvPr>
            <p:cNvSpPr txBox="1"/>
            <p:nvPr/>
          </p:nvSpPr>
          <p:spPr>
            <a:xfrm>
              <a:off x="8269092" y="2336158"/>
              <a:ext cx="37513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Start tag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726079-09D1-7A89-7724-A8E88E28B7A8}"/>
              </a:ext>
            </a:extLst>
          </p:cNvPr>
          <p:cNvGrpSpPr/>
          <p:nvPr/>
        </p:nvGrpSpPr>
        <p:grpSpPr>
          <a:xfrm>
            <a:off x="7134124" y="3897529"/>
            <a:ext cx="1669564" cy="710147"/>
            <a:chOff x="8269092" y="2149231"/>
            <a:chExt cx="3751389" cy="71014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A312F9-0BE1-4315-8FE7-E34A25810412}"/>
                </a:ext>
              </a:extLst>
            </p:cNvPr>
            <p:cNvCxnSpPr>
              <a:cxnSpLocks/>
            </p:cNvCxnSpPr>
            <p:nvPr/>
          </p:nvCxnSpPr>
          <p:spPr>
            <a:xfrm>
              <a:off x="8269096" y="2149231"/>
              <a:ext cx="3751385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F8615FB-3E41-B23C-4114-38D88C5E67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4788" y="2156158"/>
              <a:ext cx="0" cy="1800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0632EFE-66DC-6228-2BF4-A7592BFD23C0}"/>
                </a:ext>
              </a:extLst>
            </p:cNvPr>
            <p:cNvSpPr txBox="1"/>
            <p:nvPr/>
          </p:nvSpPr>
          <p:spPr>
            <a:xfrm>
              <a:off x="8269092" y="2336158"/>
              <a:ext cx="37513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End tag</a:t>
              </a:r>
            </a:p>
          </p:txBody>
        </p:sp>
      </p:grpSp>
      <p:sp>
        <p:nvSpPr>
          <p:cNvPr id="24" name="Callout: Bent Line with No Border 23">
            <a:extLst>
              <a:ext uri="{FF2B5EF4-FFF2-40B4-BE49-F238E27FC236}">
                <a16:creationId xmlns:a16="http://schemas.microsoft.com/office/drawing/2014/main" id="{535B09F3-DD14-0BE1-83EE-674A2D878E89}"/>
              </a:ext>
            </a:extLst>
          </p:cNvPr>
          <p:cNvSpPr/>
          <p:nvPr/>
        </p:nvSpPr>
        <p:spPr>
          <a:xfrm flipH="1">
            <a:off x="3187201" y="4794602"/>
            <a:ext cx="2414411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136597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Displayed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5ADFE-C399-4090-C356-DD81EB05E487}"/>
              </a:ext>
            </a:extLst>
          </p:cNvPr>
          <p:cNvSpPr txBox="1"/>
          <p:nvPr/>
        </p:nvSpPr>
        <p:spPr>
          <a:xfrm>
            <a:off x="1155097" y="5807488"/>
            <a:ext cx="9881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The content of an element can be </a:t>
            </a:r>
            <a:r>
              <a:rPr lang="en-GB" sz="3600" i="1" dirty="0">
                <a:solidFill>
                  <a:srgbClr val="7030A0"/>
                </a:solidFill>
              </a:rPr>
              <a:t>another</a:t>
            </a:r>
            <a:r>
              <a:rPr lang="en-GB" sz="3600" dirty="0">
                <a:solidFill>
                  <a:srgbClr val="7030A0"/>
                </a:solidFill>
              </a:rPr>
              <a:t> element!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89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build="p"/>
      <p:bldP spid="13" grpId="0" animBg="1"/>
      <p:bldP spid="24" grpId="0" animBg="1"/>
      <p:bldP spid="2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Elements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3187201" y="2929979"/>
            <a:ext cx="5782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tag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r>
              <a:rPr lang="en-GB" sz="4400" dirty="0">
                <a:latin typeface="Consolas" panose="020B0609020204030204" pitchFamily="49" charset="0"/>
              </a:rPr>
              <a:t>Content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tag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endParaRPr lang="en-GB" sz="4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27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&lt;!DOCTYPE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html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&lt;html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lang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en-gb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&lt;/html&gt;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973BE903-2B4C-5BCA-8CFF-AD26E80D1A76}"/>
              </a:ext>
            </a:extLst>
          </p:cNvPr>
          <p:cNvSpPr/>
          <p:nvPr/>
        </p:nvSpPr>
        <p:spPr>
          <a:xfrm>
            <a:off x="6942766" y="1326836"/>
            <a:ext cx="333179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95960"/>
              <a:gd name="adj6" fmla="val -3564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Info for web browser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A8565748-C074-FE77-934D-D3AC59B31B88}"/>
              </a:ext>
            </a:extLst>
          </p:cNvPr>
          <p:cNvSpPr/>
          <p:nvPr/>
        </p:nvSpPr>
        <p:spPr>
          <a:xfrm>
            <a:off x="4924536" y="3933825"/>
            <a:ext cx="6429264" cy="862642"/>
          </a:xfrm>
          <a:prstGeom prst="callout2">
            <a:avLst>
              <a:gd name="adj1" fmla="val 48794"/>
              <a:gd name="adj2" fmla="val -30"/>
              <a:gd name="adj3" fmla="val -56054"/>
              <a:gd name="adj4" fmla="val -15473"/>
              <a:gd name="adj5" fmla="val -56558"/>
              <a:gd name="adj6" fmla="val -2625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Webpage content goes between the tags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0B9706FA-D9B8-431C-954F-A958BF8962DE}"/>
              </a:ext>
            </a:extLst>
          </p:cNvPr>
          <p:cNvSpPr/>
          <p:nvPr/>
        </p:nvSpPr>
        <p:spPr>
          <a:xfrm>
            <a:off x="7511389" y="3071183"/>
            <a:ext cx="3115185" cy="862642"/>
          </a:xfrm>
          <a:prstGeom prst="callout2">
            <a:avLst>
              <a:gd name="adj1" fmla="val 49217"/>
              <a:gd name="adj2" fmla="val -30"/>
              <a:gd name="adj3" fmla="val 50972"/>
              <a:gd name="adj4" fmla="val -31589"/>
              <a:gd name="adj5" fmla="val 4612"/>
              <a:gd name="adj6" fmla="val -3805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Web page language</a:t>
            </a:r>
          </a:p>
        </p:txBody>
      </p:sp>
    </p:spTree>
    <p:extLst>
      <p:ext uri="{BB962C8B-B14F-4D97-AF65-F5344CB8AC3E}">
        <p14:creationId xmlns:p14="http://schemas.microsoft.com/office/powerpoint/2010/main" val="19883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8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508D98-1755-219A-AEBD-0F29A05D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7D3A-6C3F-0947-B19F-0FEF396E5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6655D-58C8-D9BC-0756-DE37F4EC8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&lt;!DOCTYPE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html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&lt;html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lang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en-gb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&lt;/html&gt;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85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and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&lt;html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lang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en-gb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&lt;/head&gt;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&lt;body&gt;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&lt;/html&gt;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56F3FA-9FE3-9C0D-CE53-A04FF5567FB3}"/>
              </a:ext>
            </a:extLst>
          </p:cNvPr>
          <p:cNvGrpSpPr/>
          <p:nvPr/>
        </p:nvGrpSpPr>
        <p:grpSpPr>
          <a:xfrm>
            <a:off x="4216738" y="2661336"/>
            <a:ext cx="5937269" cy="997579"/>
            <a:chOff x="3844205" y="3151907"/>
            <a:chExt cx="5937269" cy="99757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4BA8FF-524A-4C13-87BF-68801971FA28}"/>
                </a:ext>
              </a:extLst>
            </p:cNvPr>
            <p:cNvSpPr txBox="1"/>
            <p:nvPr/>
          </p:nvSpPr>
          <p:spPr>
            <a:xfrm>
              <a:off x="4426802" y="3327530"/>
              <a:ext cx="53546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dirty="0">
                  <a:solidFill>
                    <a:srgbClr val="7030A0"/>
                  </a:solidFill>
                </a:rPr>
                <a:t>Information about the page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7ECB6FE7-865C-4C6B-D8D8-D3BF1F50ED91}"/>
                </a:ext>
              </a:extLst>
            </p:cNvPr>
            <p:cNvSpPr/>
            <p:nvPr/>
          </p:nvSpPr>
          <p:spPr>
            <a:xfrm>
              <a:off x="3844205" y="3151907"/>
              <a:ext cx="372533" cy="997579"/>
            </a:xfrm>
            <a:prstGeom prst="rightBrac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45257CB-2BDB-58D5-850C-3B4CFF74A430}"/>
              </a:ext>
            </a:extLst>
          </p:cNvPr>
          <p:cNvGrpSpPr/>
          <p:nvPr/>
        </p:nvGrpSpPr>
        <p:grpSpPr>
          <a:xfrm>
            <a:off x="4216738" y="3875988"/>
            <a:ext cx="5937269" cy="997579"/>
            <a:chOff x="3844205" y="3151907"/>
            <a:chExt cx="5937269" cy="99757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CE272A-A610-21B9-0F6F-927DE561CD09}"/>
                </a:ext>
              </a:extLst>
            </p:cNvPr>
            <p:cNvSpPr txBox="1"/>
            <p:nvPr/>
          </p:nvSpPr>
          <p:spPr>
            <a:xfrm>
              <a:off x="4426802" y="3327530"/>
              <a:ext cx="53546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>
                  <a:solidFill>
                    <a:srgbClr val="7030A0"/>
                  </a:solidFill>
                </a:rPr>
                <a:t>Information to be displayed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F9E1D51-A369-884E-6487-93BB8CF5630C}"/>
                </a:ext>
              </a:extLst>
            </p:cNvPr>
            <p:cNvSpPr/>
            <p:nvPr/>
          </p:nvSpPr>
          <p:spPr>
            <a:xfrm>
              <a:off x="3844205" y="3151907"/>
              <a:ext cx="372533" cy="997579"/>
            </a:xfrm>
            <a:prstGeom prst="rightBrac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16691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47D80A-49F4-19B1-C6E6-E8A0B82F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6189-27FA-66F6-8DA2-3AA81F6F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and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E7B05-8122-4131-6F8D-DAA0647F8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&lt;html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lang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en-gb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&lt;/head&gt;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&lt;body&gt;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&lt;/html&gt;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80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1E73-87ED-4DFC-B27E-5C4EE62E5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- Meta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5F89B-0DE1-4E16-BB8C-3F9E307C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 &lt;head&gt;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4000" dirty="0">
                <a:latin typeface="Consolas" panose="020B0609020204030204" pitchFamily="49" charset="0"/>
              </a:rPr>
              <a:t>  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&lt;meta</a:t>
            </a:r>
            <a:r>
              <a:rPr lang="en-GB" sz="4000" dirty="0">
                <a:latin typeface="Consolas" panose="020B0609020204030204" pitchFamily="49" charset="0"/>
              </a:rPr>
              <a:t> charset="UTF-8"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4000" dirty="0">
                <a:latin typeface="Consolas" panose="020B0609020204030204" pitchFamily="49" charset="0"/>
              </a:rPr>
              <a:t>  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&lt;meta</a:t>
            </a:r>
            <a:r>
              <a:rPr lang="en-GB" sz="4000" dirty="0">
                <a:latin typeface="Consolas" panose="020B0609020204030204" pitchFamily="49" charset="0"/>
              </a:rPr>
              <a:t> name="description"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dirty="0">
                <a:latin typeface="Consolas" panose="020B0609020204030204" pitchFamily="49" charset="0"/>
              </a:rPr>
              <a:t>            content="Cat pics"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4000" dirty="0">
                <a:latin typeface="Consolas" panose="020B0609020204030204" pitchFamily="49" charset="0"/>
              </a:rPr>
              <a:t>  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&lt;meta</a:t>
            </a:r>
            <a:r>
              <a:rPr lang="en-GB" sz="4000" dirty="0">
                <a:latin typeface="Consolas" panose="020B0609020204030204" pitchFamily="49" charset="0"/>
              </a:rPr>
              <a:t> name="author"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dirty="0">
                <a:latin typeface="Consolas" panose="020B0609020204030204" pitchFamily="49" charset="0"/>
              </a:rPr>
              <a:t>            content="Garfield"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 &lt;/head&gt;</a:t>
            </a:r>
            <a:endParaRPr lang="en-GB" sz="4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9B7F7-BF15-4F0B-AA7B-76851AE81E77}"/>
              </a:ext>
            </a:extLst>
          </p:cNvPr>
          <p:cNvSpPr txBox="1"/>
          <p:nvPr/>
        </p:nvSpPr>
        <p:spPr>
          <a:xfrm>
            <a:off x="3344995" y="5988734"/>
            <a:ext cx="5502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Information about the page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0A3E1-4D15-3F0A-75F9-3F3973FD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7492-1FF5-509B-8C03-0048FE2E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- Title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18578-400F-0399-6AC9-E40D92427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   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&lt;title&gt;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page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&lt;/title&gt;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&lt;/head&gt;</a:t>
            </a:r>
            <a:b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F1A49-1F70-0B39-A704-AFFFF6FD6A9B}"/>
              </a:ext>
            </a:extLst>
          </p:cNvPr>
          <p:cNvSpPr txBox="1"/>
          <p:nvPr/>
        </p:nvSpPr>
        <p:spPr>
          <a:xfrm>
            <a:off x="930194" y="4787354"/>
            <a:ext cx="10331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The content is displayed on the page tab, not the page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C5F6C-27B2-F4DB-1C14-902BB43887D9}"/>
              </a:ext>
            </a:extLst>
          </p:cNvPr>
          <p:cNvSpPr txBox="1"/>
          <p:nvPr/>
        </p:nvSpPr>
        <p:spPr>
          <a:xfrm>
            <a:off x="1295146" y="5824319"/>
            <a:ext cx="9601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The</a:t>
            </a:r>
            <a:r>
              <a:rPr lang="en-GB" sz="3600" dirty="0"/>
              <a:t>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title</a:t>
            </a:r>
            <a:r>
              <a:rPr lang="en-GB" sz="3600" dirty="0"/>
              <a:t> </a:t>
            </a:r>
            <a:r>
              <a:rPr lang="en-GB" sz="3600" dirty="0">
                <a:solidFill>
                  <a:srgbClr val="7030A0"/>
                </a:solidFill>
              </a:rPr>
              <a:t>element is a </a:t>
            </a:r>
            <a:r>
              <a:rPr lang="en-GB" sz="3600" i="1" dirty="0">
                <a:solidFill>
                  <a:srgbClr val="FF0000"/>
                </a:solidFill>
              </a:rPr>
              <a:t>child</a:t>
            </a:r>
            <a:r>
              <a:rPr lang="en-GB" sz="3600" dirty="0"/>
              <a:t> </a:t>
            </a:r>
            <a:r>
              <a:rPr lang="en-GB" sz="3600" dirty="0">
                <a:solidFill>
                  <a:srgbClr val="7030A0"/>
                </a:solidFill>
              </a:rPr>
              <a:t>of the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head</a:t>
            </a:r>
            <a:r>
              <a:rPr lang="en-GB" sz="3600" dirty="0"/>
              <a:t> </a:t>
            </a:r>
            <a:r>
              <a:rPr lang="en-GB" sz="3600" dirty="0">
                <a:solidFill>
                  <a:srgbClr val="7030A0"/>
                </a:solidFill>
              </a:rPr>
              <a:t>element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33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  <p:bldP spid="1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649B39-625F-CDB8-2BAF-F3FE9F6B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191C-62B7-7D22-23B8-FEA739CF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- Title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1C2BE-032B-BF28-707D-DE8622357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   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&lt;title&gt;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page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&lt;/title&gt;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&lt;/head&gt;</a:t>
            </a:r>
            <a:b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10919-FCCF-E0BE-2C5B-481E0D4AA93F}"/>
              </a:ext>
            </a:extLst>
          </p:cNvPr>
          <p:cNvSpPr txBox="1"/>
          <p:nvPr/>
        </p:nvSpPr>
        <p:spPr>
          <a:xfrm>
            <a:off x="930194" y="4787354"/>
            <a:ext cx="6005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The content is displayed on the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BFFF3-4943-2093-BCE2-E5C9764D5AE2}"/>
              </a:ext>
            </a:extLst>
          </p:cNvPr>
          <p:cNvSpPr txBox="1"/>
          <p:nvPr/>
        </p:nvSpPr>
        <p:spPr>
          <a:xfrm>
            <a:off x="1034663" y="5824319"/>
            <a:ext cx="10122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The </a:t>
            </a:r>
            <a:r>
              <a:rPr lang="en-GB" sz="3600" dirty="0">
                <a:latin typeface="Consolas" panose="020B0609020204030204" pitchFamily="49" charset="0"/>
              </a:rPr>
              <a:t>     </a:t>
            </a:r>
            <a:r>
              <a:rPr lang="en-GB" sz="3600" dirty="0"/>
              <a:t> element is a </a:t>
            </a:r>
            <a:r>
              <a:rPr lang="en-GB" sz="3600" i="1" dirty="0"/>
              <a:t>           </a:t>
            </a:r>
            <a:r>
              <a:rPr lang="en-GB" sz="3600" dirty="0"/>
              <a:t> of the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head</a:t>
            </a:r>
            <a:r>
              <a:rPr lang="en-GB" sz="3600" dirty="0"/>
              <a:t> element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79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Comments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973BE903-2B4C-5BCA-8CFF-AD26E80D1A76}"/>
              </a:ext>
            </a:extLst>
          </p:cNvPr>
          <p:cNvSpPr/>
          <p:nvPr/>
        </p:nvSpPr>
        <p:spPr>
          <a:xfrm>
            <a:off x="6990517" y="1136092"/>
            <a:ext cx="323369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3844"/>
              <a:gd name="adj6" fmla="val -2604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Single line comment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2504125" y="2043468"/>
            <a:ext cx="5782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 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!--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Comment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918470-EB76-45D1-B4CD-960C3376CE78}"/>
              </a:ext>
            </a:extLst>
          </p:cNvPr>
          <p:cNvSpPr txBox="1"/>
          <p:nvPr/>
        </p:nvSpPr>
        <p:spPr>
          <a:xfrm>
            <a:off x="2504125" y="3165689"/>
            <a:ext cx="360547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!--</a:t>
            </a:r>
          </a:p>
          <a:p>
            <a:r>
              <a:rPr 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  Comment</a:t>
            </a:r>
          </a:p>
          <a:p>
            <a:r>
              <a:rPr 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  Comment</a:t>
            </a:r>
          </a:p>
          <a:p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26" name="Callout: Bent Line with No Border 25">
            <a:extLst>
              <a:ext uri="{FF2B5EF4-FFF2-40B4-BE49-F238E27FC236}">
                <a16:creationId xmlns:a16="http://schemas.microsoft.com/office/drawing/2014/main" id="{85960A6D-F115-45F2-8011-33EEE35AF6EB}"/>
              </a:ext>
            </a:extLst>
          </p:cNvPr>
          <p:cNvSpPr/>
          <p:nvPr/>
        </p:nvSpPr>
        <p:spPr>
          <a:xfrm>
            <a:off x="6120308" y="3024651"/>
            <a:ext cx="3088407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309"/>
              <a:gd name="adj6" fmla="val -2332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Multiline comment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93D7F2-CA72-4F66-A626-CAA4603DF486}"/>
              </a:ext>
            </a:extLst>
          </p:cNvPr>
          <p:cNvSpPr txBox="1"/>
          <p:nvPr/>
        </p:nvSpPr>
        <p:spPr>
          <a:xfrm>
            <a:off x="3328543" y="5996070"/>
            <a:ext cx="553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Comments are not displayed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7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build="p"/>
      <p:bldP spid="16" grpId="0" uiExpand="1" build="p"/>
      <p:bldP spid="26" grpId="0" animBg="1"/>
      <p:bldP spid="2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Comments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2504125" y="2043468"/>
            <a:ext cx="5782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 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!--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Comment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endParaRPr lang="en-GB" sz="4400" dirty="0">
              <a:solidFill>
                <a:srgbClr val="7030A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918470-EB76-45D1-B4CD-960C3376CE78}"/>
              </a:ext>
            </a:extLst>
          </p:cNvPr>
          <p:cNvSpPr txBox="1"/>
          <p:nvPr/>
        </p:nvSpPr>
        <p:spPr>
          <a:xfrm>
            <a:off x="2504125" y="3165689"/>
            <a:ext cx="329449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&lt;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!--</a:t>
            </a:r>
          </a:p>
          <a:p>
            <a:r>
              <a:rPr 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 Comment</a:t>
            </a:r>
          </a:p>
          <a:p>
            <a:r>
              <a:rPr 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 Comment</a:t>
            </a:r>
          </a:p>
          <a:p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--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&gt;</a:t>
            </a:r>
            <a:endParaRPr lang="en-GB" sz="4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58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&lt;html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lang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en-gb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4000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&lt;!--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Title: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Author: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6 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Date: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7 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--&gt;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8F0C4F-2316-4E57-8432-2E6A0784CD04}"/>
              </a:ext>
            </a:extLst>
          </p:cNvPr>
          <p:cNvSpPr txBox="1"/>
          <p:nvPr/>
        </p:nvSpPr>
        <p:spPr>
          <a:xfrm>
            <a:off x="1707340" y="5996070"/>
            <a:ext cx="8777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dirty="0">
                <a:solidFill>
                  <a:srgbClr val="7030A0"/>
                </a:solidFill>
              </a:rPr>
              <a:t>Add comments to help others and future self</a:t>
            </a:r>
            <a:endParaRPr lang="en-GB" sz="36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8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&lt;html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lang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en-gb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4000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&lt;!--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Title: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Author: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6 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Date: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7 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--&gt;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932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Describe, exemplify and implement HTML code:</a:t>
            </a:r>
          </a:p>
          <a:p>
            <a:pPr lvl="1"/>
            <a:r>
              <a:rPr lang="en-GB" sz="3200" dirty="0"/>
              <a:t>heading</a:t>
            </a:r>
          </a:p>
          <a:p>
            <a:pPr lvl="1"/>
            <a:r>
              <a:rPr lang="en-GB" sz="3200" dirty="0"/>
              <a:t>paragraph</a:t>
            </a:r>
          </a:p>
          <a:p>
            <a:r>
              <a:rPr lang="en-GB" sz="3600" dirty="0"/>
              <a:t>Read and explain code that makes use of the above HTML.</a:t>
            </a:r>
          </a:p>
        </p:txBody>
      </p:sp>
    </p:spTree>
    <p:extLst>
      <p:ext uri="{BB962C8B-B14F-4D97-AF65-F5344CB8AC3E}">
        <p14:creationId xmlns:p14="http://schemas.microsoft.com/office/powerpoint/2010/main" val="334572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Headings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&lt;body&gt;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&lt;h1&gt;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heading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&lt;/h1&gt;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GB" sz="4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8B0E1-C787-6B66-7A6B-8AEFFD5A627C}"/>
              </a:ext>
            </a:extLst>
          </p:cNvPr>
          <p:cNvSpPr txBox="1"/>
          <p:nvPr/>
        </p:nvSpPr>
        <p:spPr>
          <a:xfrm>
            <a:off x="2587763" y="4787354"/>
            <a:ext cx="7016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The content is displayed on the page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2C72F-3D0C-5FDC-1DB1-10726EE94C61}"/>
              </a:ext>
            </a:extLst>
          </p:cNvPr>
          <p:cNvSpPr txBox="1"/>
          <p:nvPr/>
        </p:nvSpPr>
        <p:spPr>
          <a:xfrm>
            <a:off x="976509" y="5824319"/>
            <a:ext cx="10239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There are six levels of headings: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</a:rPr>
              <a:t>h1</a:t>
            </a:r>
            <a:r>
              <a:rPr lang="en-GB" sz="3600" dirty="0">
                <a:solidFill>
                  <a:srgbClr val="FF0000"/>
                </a:solidFill>
              </a:rPr>
              <a:t>, h2, h3, h4, h5,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</a:rPr>
              <a:t>h6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35B736A-ED89-5403-0C44-5B209A576FBE}"/>
              </a:ext>
            </a:extLst>
          </p:cNvPr>
          <p:cNvSpPr/>
          <p:nvPr/>
        </p:nvSpPr>
        <p:spPr>
          <a:xfrm>
            <a:off x="9157321" y="1825625"/>
            <a:ext cx="2153761" cy="862642"/>
          </a:xfrm>
          <a:prstGeom prst="callout2">
            <a:avLst>
              <a:gd name="adj1" fmla="val 49217"/>
              <a:gd name="adj2" fmla="val -30"/>
              <a:gd name="adj3" fmla="val 49841"/>
              <a:gd name="adj4" fmla="val -25644"/>
              <a:gd name="adj5" fmla="val 100594"/>
              <a:gd name="adj6" fmla="val -3473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Heading (h1)</a:t>
            </a:r>
          </a:p>
        </p:txBody>
      </p:sp>
    </p:spTree>
    <p:extLst>
      <p:ext uri="{BB962C8B-B14F-4D97-AF65-F5344CB8AC3E}">
        <p14:creationId xmlns:p14="http://schemas.microsoft.com/office/powerpoint/2010/main" val="42302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  <p:bldP spid="12" grpId="0" build="p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77E2E3C-0E96-8A9E-EA4F-14EF05E9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DFE3-5B57-4F31-7D75-A926336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Headings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CA96-8BA3-0A4C-DA7D-72FACF046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&lt;body&gt;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&lt;h1&gt;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heading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&lt;/h1&gt;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GB" sz="4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6B28F-F7E2-67B4-237A-5B428829ED7D}"/>
              </a:ext>
            </a:extLst>
          </p:cNvPr>
          <p:cNvSpPr txBox="1"/>
          <p:nvPr/>
        </p:nvSpPr>
        <p:spPr>
          <a:xfrm>
            <a:off x="2587763" y="4787354"/>
            <a:ext cx="7016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The content is displayed on the page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BB9C64-0E8A-9C84-11D3-6909F8B082B5}"/>
              </a:ext>
            </a:extLst>
          </p:cNvPr>
          <p:cNvSpPr txBox="1"/>
          <p:nvPr/>
        </p:nvSpPr>
        <p:spPr>
          <a:xfrm>
            <a:off x="838200" y="5839765"/>
            <a:ext cx="6119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There are six levels of headings:</a:t>
            </a:r>
            <a:endParaRPr lang="en-GB" sz="36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59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Paragraph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&lt;h1&gt;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heading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&lt;/h1&gt;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paragraph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GB" sz="4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8B0E1-C787-6B66-7A6B-8AEFFD5A627C}"/>
              </a:ext>
            </a:extLst>
          </p:cNvPr>
          <p:cNvSpPr txBox="1"/>
          <p:nvPr/>
        </p:nvSpPr>
        <p:spPr>
          <a:xfrm>
            <a:off x="2587763" y="5846544"/>
            <a:ext cx="7016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The content is displayed on the page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970BB452-0F48-795C-8B8B-A8CBB641ED53}"/>
              </a:ext>
            </a:extLst>
          </p:cNvPr>
          <p:cNvSpPr/>
          <p:nvPr/>
        </p:nvSpPr>
        <p:spPr>
          <a:xfrm flipH="1">
            <a:off x="5517455" y="3429000"/>
            <a:ext cx="2267645" cy="862642"/>
          </a:xfrm>
          <a:prstGeom prst="callout2">
            <a:avLst>
              <a:gd name="adj1" fmla="val 49217"/>
              <a:gd name="adj2" fmla="val -30"/>
              <a:gd name="adj3" fmla="val 49841"/>
              <a:gd name="adj4" fmla="val -25644"/>
              <a:gd name="adj5" fmla="val -12767"/>
              <a:gd name="adj6" fmla="val -3305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Paragraph (p)</a:t>
            </a:r>
          </a:p>
        </p:txBody>
      </p:sp>
    </p:spTree>
    <p:extLst>
      <p:ext uri="{BB962C8B-B14F-4D97-AF65-F5344CB8AC3E}">
        <p14:creationId xmlns:p14="http://schemas.microsoft.com/office/powerpoint/2010/main" val="310803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474595-6DAC-4526-FE7B-03797C0DA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7D27E-F3E2-6DAE-DA0D-74A32E9E4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Paragraph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213D3-326A-0CA6-3C37-3A1ED58F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&lt;h1&gt;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heading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&lt;/h1&gt;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My first paragraph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GB" sz="40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28622-01D5-8498-C606-BCFF5DCD560A}"/>
              </a:ext>
            </a:extLst>
          </p:cNvPr>
          <p:cNvSpPr txBox="1"/>
          <p:nvPr/>
        </p:nvSpPr>
        <p:spPr>
          <a:xfrm>
            <a:off x="2587763" y="5846544"/>
            <a:ext cx="70164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The content is displayed on the page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10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Describe, exemplify and implement HTML code:</a:t>
            </a:r>
          </a:p>
          <a:p>
            <a:pPr lvl="1"/>
            <a:r>
              <a:rPr lang="en-GB" sz="3200" dirty="0"/>
              <a:t>ordered lists</a:t>
            </a:r>
          </a:p>
          <a:p>
            <a:pPr lvl="1"/>
            <a:r>
              <a:rPr lang="en-GB" sz="3200" dirty="0"/>
              <a:t>unordered lists</a:t>
            </a:r>
          </a:p>
          <a:p>
            <a:pPr lvl="1"/>
            <a:r>
              <a:rPr lang="en-GB" sz="3200" dirty="0"/>
              <a:t>list items</a:t>
            </a:r>
          </a:p>
          <a:p>
            <a:r>
              <a:rPr lang="en-GB" sz="3600" dirty="0"/>
              <a:t>Read and explain code that makes use of the above HTML.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281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Ordered List (Numbers)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4000" dirty="0" err="1">
                <a:solidFill>
                  <a:srgbClr val="A71D5D"/>
                </a:solidFill>
                <a:latin typeface="Consolas" panose="020B0609020204030204" pitchFamily="49" charset="0"/>
              </a:rPr>
              <a:t>ol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 list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Another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</a:t>
            </a:r>
            <a:r>
              <a:rPr lang="en-US" altLang="en-US" sz="4000" dirty="0" err="1">
                <a:solidFill>
                  <a:srgbClr val="A71D5D"/>
                </a:solidFill>
                <a:latin typeface="Consolas" panose="020B0609020204030204" pitchFamily="49" charset="0"/>
              </a:rPr>
              <a:t>ol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57B5653E-D38F-AD79-1858-5A96C345C7CA}"/>
              </a:ext>
            </a:extLst>
          </p:cNvPr>
          <p:cNvSpPr/>
          <p:nvPr/>
        </p:nvSpPr>
        <p:spPr>
          <a:xfrm>
            <a:off x="4158555" y="1259367"/>
            <a:ext cx="2610545" cy="862642"/>
          </a:xfrm>
          <a:prstGeom prst="callout2">
            <a:avLst>
              <a:gd name="adj1" fmla="val 49217"/>
              <a:gd name="adj2" fmla="val -30"/>
              <a:gd name="adj3" fmla="val 49841"/>
              <a:gd name="adj4" fmla="val -25644"/>
              <a:gd name="adj5" fmla="val 78511"/>
              <a:gd name="adj6" fmla="val -3980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Ordered list (</a:t>
            </a:r>
            <a:r>
              <a:rPr lang="en-GB" sz="2800" b="1" dirty="0" err="1">
                <a:solidFill>
                  <a:srgbClr val="7030A0"/>
                </a:solidFill>
              </a:rPr>
              <a:t>ol</a:t>
            </a:r>
            <a:r>
              <a:rPr lang="en-GB" sz="2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841E77A-B891-7CFE-1B08-41D63E6827E7}"/>
              </a:ext>
            </a:extLst>
          </p:cNvPr>
          <p:cNvSpPr/>
          <p:nvPr/>
        </p:nvSpPr>
        <p:spPr>
          <a:xfrm>
            <a:off x="9200039" y="3717925"/>
            <a:ext cx="2153761" cy="862642"/>
          </a:xfrm>
          <a:prstGeom prst="callout2">
            <a:avLst>
              <a:gd name="adj1" fmla="val 49217"/>
              <a:gd name="adj2" fmla="val -30"/>
              <a:gd name="adj3" fmla="val 49841"/>
              <a:gd name="adj4" fmla="val -25644"/>
              <a:gd name="adj5" fmla="val -11295"/>
              <a:gd name="adj6" fmla="val -3767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List item (li)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30E19-D62F-47E5-887D-7F68027F8C5B}"/>
              </a:ext>
            </a:extLst>
          </p:cNvPr>
          <p:cNvSpPr txBox="1"/>
          <p:nvPr/>
        </p:nvSpPr>
        <p:spPr>
          <a:xfrm>
            <a:off x="3829165" y="5846544"/>
            <a:ext cx="4533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List to be done in order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38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846DFA-5834-99A9-7491-2A76CDB6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5C94-109A-A534-7858-FD3F2E62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Ordered List (Numbers)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6256-A93B-3C9A-4707-EC6B25CA6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4000" dirty="0" err="1">
                <a:solidFill>
                  <a:srgbClr val="A71D5D"/>
                </a:solidFill>
                <a:latin typeface="Consolas" panose="020B0609020204030204" pitchFamily="49" charset="0"/>
              </a:rPr>
              <a:t>ol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 list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Another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</a:t>
            </a:r>
            <a:r>
              <a:rPr lang="en-US" altLang="en-US" sz="4000" dirty="0" err="1">
                <a:solidFill>
                  <a:srgbClr val="A71D5D"/>
                </a:solidFill>
                <a:latin typeface="Consolas" panose="020B0609020204030204" pitchFamily="49" charset="0"/>
              </a:rPr>
              <a:t>ol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58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8AD5-9570-32EC-1FB1-B1A9FD60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BBC8-2850-1A25-C1D6-EEF061FA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Unordered List (Bullet Points)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956FC-C93B-D24C-2356-B1E2CD9E8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5BABF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&lt;ul&gt;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 list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Another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&lt;/ul&gt;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8C4BB0F4-B3D8-5E8A-8AAC-D6AAF7EFC265}"/>
              </a:ext>
            </a:extLst>
          </p:cNvPr>
          <p:cNvSpPr/>
          <p:nvPr/>
        </p:nvSpPr>
        <p:spPr>
          <a:xfrm>
            <a:off x="4158555" y="1259367"/>
            <a:ext cx="2953445" cy="862642"/>
          </a:xfrm>
          <a:prstGeom prst="callout2">
            <a:avLst>
              <a:gd name="adj1" fmla="val 49217"/>
              <a:gd name="adj2" fmla="val -30"/>
              <a:gd name="adj3" fmla="val 49841"/>
              <a:gd name="adj4" fmla="val -25644"/>
              <a:gd name="adj5" fmla="val 81455"/>
              <a:gd name="adj6" fmla="val -3593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Unordered list (</a:t>
            </a:r>
            <a:r>
              <a:rPr lang="en-GB" sz="2800" b="1" dirty="0" err="1">
                <a:solidFill>
                  <a:srgbClr val="7030A0"/>
                </a:solidFill>
              </a:rPr>
              <a:t>ul</a:t>
            </a:r>
            <a:r>
              <a:rPr lang="en-GB" sz="2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966A1E52-22E4-39E5-0112-D9CE31121BCA}"/>
              </a:ext>
            </a:extLst>
          </p:cNvPr>
          <p:cNvSpPr/>
          <p:nvPr/>
        </p:nvSpPr>
        <p:spPr>
          <a:xfrm>
            <a:off x="9200039" y="3717925"/>
            <a:ext cx="2153761" cy="862642"/>
          </a:xfrm>
          <a:prstGeom prst="callout2">
            <a:avLst>
              <a:gd name="adj1" fmla="val 49217"/>
              <a:gd name="adj2" fmla="val -30"/>
              <a:gd name="adj3" fmla="val 49841"/>
              <a:gd name="adj4" fmla="val -25644"/>
              <a:gd name="adj5" fmla="val -11295"/>
              <a:gd name="adj6" fmla="val -3767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List item (li)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E0BA4-5F52-426A-B1C6-6EDA37363139}"/>
              </a:ext>
            </a:extLst>
          </p:cNvPr>
          <p:cNvSpPr txBox="1"/>
          <p:nvPr/>
        </p:nvSpPr>
        <p:spPr>
          <a:xfrm>
            <a:off x="3314570" y="5846544"/>
            <a:ext cx="55628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List can be done in any order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89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6B2291-BD46-28D9-B75E-548C54B3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93FC-8206-5C93-E28E-323CF91A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Unordered List (Bullet Points)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1C00-BB20-0266-0E3B-C8C7831E8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&lt;ul&gt;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 list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Another item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&lt;/li&gt;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&lt;/ul&gt;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555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Describe, exemplify and implement HTML code:</a:t>
            </a:r>
          </a:p>
          <a:p>
            <a:pPr lvl="1"/>
            <a:r>
              <a:rPr lang="en-GB" sz="3200" dirty="0"/>
              <a:t>images</a:t>
            </a:r>
          </a:p>
          <a:p>
            <a:pPr lvl="1"/>
            <a:r>
              <a:rPr lang="en-GB" sz="3200" dirty="0"/>
              <a:t>audio</a:t>
            </a:r>
          </a:p>
          <a:p>
            <a:pPr lvl="1"/>
            <a:r>
              <a:rPr lang="en-GB" sz="3200" dirty="0"/>
              <a:t>video</a:t>
            </a:r>
          </a:p>
          <a:p>
            <a:r>
              <a:rPr lang="en-GB" sz="3600" dirty="0"/>
              <a:t>Read and explain code that makes use of the above HTML.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227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C43D2A-294C-69BD-67E0-FF7876B8D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37" y="2471737"/>
            <a:ext cx="595312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056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049014-3B9C-B76A-4345-A6DF0513875D}"/>
              </a:ext>
            </a:extLst>
          </p:cNvPr>
          <p:cNvSpPr txBox="1"/>
          <p:nvPr/>
        </p:nvSpPr>
        <p:spPr>
          <a:xfrm>
            <a:off x="1729740" y="2136338"/>
            <a:ext cx="87325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CiscoSansTT"/>
              </a:rPr>
              <a:t>global attributes</a:t>
            </a:r>
            <a:r>
              <a:rPr lang="en-GB" b="0" i="0" dirty="0">
                <a:effectLst/>
                <a:latin typeface="CiscoSansTT"/>
              </a:rPr>
              <a:t>, which can be applied to any HTML element. They are useful for a wide range of purposes, such as assigning unique identifiers, adding classes for styling, or providing additional information about an element. Examples include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id</a:t>
            </a:r>
            <a:r>
              <a:rPr lang="en-GB" b="0" i="0" dirty="0">
                <a:effectLst/>
                <a:latin typeface="CiscoSansTT"/>
              </a:rPr>
              <a:t>,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class</a:t>
            </a:r>
            <a:r>
              <a:rPr lang="en-GB" b="0" i="0" dirty="0">
                <a:effectLst/>
                <a:latin typeface="CiscoSansTT"/>
              </a:rPr>
              <a:t>,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style</a:t>
            </a:r>
            <a:r>
              <a:rPr lang="en-GB" b="0" i="0" dirty="0">
                <a:effectLst/>
                <a:latin typeface="CiscoSansTT"/>
              </a:rPr>
              <a:t>, and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title</a:t>
            </a:r>
            <a:r>
              <a:rPr lang="en-GB" b="0" i="0" dirty="0">
                <a:effectLst/>
                <a:latin typeface="CiscoSansT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effectLst/>
                <a:latin typeface="CiscoSansTT"/>
              </a:rPr>
              <a:t>element-specific attributes</a:t>
            </a:r>
            <a:r>
              <a:rPr lang="en-GB" b="0" i="0" dirty="0">
                <a:effectLst/>
                <a:latin typeface="CiscoSansTT"/>
              </a:rPr>
              <a:t>, which are specific to particular HTML elements and cannot be used with all elements. They provide functionality or modify the </a:t>
            </a:r>
            <a:r>
              <a:rPr lang="en-GB" b="0" i="0" dirty="0" err="1">
                <a:effectLst/>
                <a:latin typeface="CiscoSansTT"/>
              </a:rPr>
              <a:t>behavior</a:t>
            </a:r>
            <a:r>
              <a:rPr lang="en-GB" b="0" i="0" dirty="0">
                <a:effectLst/>
                <a:latin typeface="CiscoSansTT"/>
              </a:rPr>
              <a:t> of specific elements, making them essential for proper usage of those elements. Examples include </a:t>
            </a:r>
            <a:r>
              <a:rPr lang="en-GB" b="0" i="0" dirty="0" err="1">
                <a:effectLst/>
                <a:latin typeface="Courier New" panose="02070309020205020404" pitchFamily="49" charset="0"/>
              </a:rPr>
              <a:t>href</a:t>
            </a:r>
            <a:r>
              <a:rPr lang="en-GB" b="0" i="0" dirty="0">
                <a:effectLst/>
                <a:latin typeface="CiscoSansTT"/>
              </a:rPr>
              <a:t> (specific to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&lt;a&gt;</a:t>
            </a:r>
            <a:r>
              <a:rPr lang="en-GB" b="0" i="0" dirty="0">
                <a:effectLst/>
                <a:latin typeface="CiscoSansTT"/>
              </a:rPr>
              <a:t> elements), </a:t>
            </a:r>
            <a:r>
              <a:rPr lang="en-GB" b="0" i="0" dirty="0" err="1">
                <a:effectLst/>
                <a:latin typeface="Courier New" panose="02070309020205020404" pitchFamily="49" charset="0"/>
              </a:rPr>
              <a:t>src</a:t>
            </a:r>
            <a:r>
              <a:rPr lang="en-GB" b="0" i="0" dirty="0">
                <a:effectLst/>
                <a:latin typeface="CiscoSansTT"/>
              </a:rPr>
              <a:t> (specific to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&lt;</a:t>
            </a:r>
            <a:r>
              <a:rPr lang="en-GB" b="0" i="0" dirty="0" err="1">
                <a:effectLst/>
                <a:latin typeface="Courier New" panose="02070309020205020404" pitchFamily="49" charset="0"/>
              </a:rPr>
              <a:t>img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&gt;</a:t>
            </a:r>
            <a:r>
              <a:rPr lang="en-GB" b="0" i="0" dirty="0">
                <a:effectLst/>
                <a:latin typeface="CiscoSansTT"/>
              </a:rPr>
              <a:t> and media elements), and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type</a:t>
            </a:r>
            <a:r>
              <a:rPr lang="en-GB" b="0" i="0" dirty="0">
                <a:effectLst/>
                <a:latin typeface="CiscoSansTT"/>
              </a:rPr>
              <a:t> (specific to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&lt;input&gt;</a:t>
            </a:r>
            <a:r>
              <a:rPr lang="en-GB" b="0" i="0" dirty="0">
                <a:effectLst/>
                <a:latin typeface="CiscoSansTT"/>
              </a:rPr>
              <a:t> elements).</a:t>
            </a:r>
          </a:p>
        </p:txBody>
      </p:sp>
    </p:spTree>
    <p:extLst>
      <p:ext uri="{BB962C8B-B14F-4D97-AF65-F5344CB8AC3E}">
        <p14:creationId xmlns:p14="http://schemas.microsoft.com/office/powerpoint/2010/main" val="1179807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 Attributes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973BE903-2B4C-5BCA-8CFF-AD26E80D1A76}"/>
              </a:ext>
            </a:extLst>
          </p:cNvPr>
          <p:cNvSpPr/>
          <p:nvPr/>
        </p:nvSpPr>
        <p:spPr>
          <a:xfrm>
            <a:off x="8047411" y="2024967"/>
            <a:ext cx="2699612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0147"/>
              <a:gd name="adj6" fmla="val -248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Quote marks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2427367" y="2908469"/>
            <a:ext cx="73372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latin typeface="Consolas" panose="020B0609020204030204" pitchFamily="49" charset="0"/>
              </a:rPr>
              <a:t>&lt;tag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attribute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"value"</a:t>
            </a:r>
            <a:r>
              <a:rPr lang="en-GB" sz="4400" dirty="0">
                <a:latin typeface="Consolas" panose="020B0609020204030204" pitchFamily="49" charset="0"/>
              </a:rPr>
              <a:t>&gt;</a:t>
            </a:r>
            <a:endParaRPr lang="en-GB" sz="4400" dirty="0"/>
          </a:p>
        </p:txBody>
      </p:sp>
      <p:sp>
        <p:nvSpPr>
          <p:cNvPr id="24" name="Callout: Bent Line with No Border 23">
            <a:extLst>
              <a:ext uri="{FF2B5EF4-FFF2-40B4-BE49-F238E27FC236}">
                <a16:creationId xmlns:a16="http://schemas.microsoft.com/office/drawing/2014/main" id="{535B09F3-DD14-0BE1-83EE-674A2D878E89}"/>
              </a:ext>
            </a:extLst>
          </p:cNvPr>
          <p:cNvSpPr/>
          <p:nvPr/>
        </p:nvSpPr>
        <p:spPr>
          <a:xfrm flipH="1">
            <a:off x="4267757" y="3799299"/>
            <a:ext cx="2414411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7980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Equals sign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5ADFE-C399-4090-C356-DD81EB05E487}"/>
              </a:ext>
            </a:extLst>
          </p:cNvPr>
          <p:cNvSpPr txBox="1"/>
          <p:nvPr/>
        </p:nvSpPr>
        <p:spPr>
          <a:xfrm>
            <a:off x="2409381" y="5292546"/>
            <a:ext cx="73732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Attributes are specified in the start tag</a:t>
            </a:r>
          </a:p>
          <a:p>
            <a:pPr algn="ctr"/>
            <a:r>
              <a:rPr lang="en-GB" sz="3600" dirty="0">
                <a:solidFill>
                  <a:srgbClr val="7030A0"/>
                </a:solidFill>
              </a:rPr>
              <a:t>Multiple attributes allowed</a:t>
            </a: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6AC83DB9-334E-9410-DC7B-BAFBADB65822}"/>
              </a:ext>
            </a:extLst>
          </p:cNvPr>
          <p:cNvSpPr/>
          <p:nvPr/>
        </p:nvSpPr>
        <p:spPr>
          <a:xfrm flipH="1">
            <a:off x="976744" y="2066685"/>
            <a:ext cx="1529964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036"/>
              <a:gd name="adj6" fmla="val -248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Start tag</a:t>
            </a:r>
          </a:p>
        </p:txBody>
      </p:sp>
    </p:spTree>
    <p:extLst>
      <p:ext uri="{BB962C8B-B14F-4D97-AF65-F5344CB8AC3E}">
        <p14:creationId xmlns:p14="http://schemas.microsoft.com/office/powerpoint/2010/main" val="334414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build="p"/>
      <p:bldP spid="24" grpId="0" animBg="1"/>
      <p:bldP spid="25" grpId="0" build="p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2427367" y="2908469"/>
            <a:ext cx="73372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latin typeface="Consolas" panose="020B0609020204030204" pitchFamily="49" charset="0"/>
              </a:rPr>
              <a:t>&lt;tag 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attribute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"value"</a:t>
            </a:r>
            <a:r>
              <a:rPr lang="en-GB" sz="4400" dirty="0">
                <a:latin typeface="Consolas" panose="020B0609020204030204" pitchFamily="49" charset="0"/>
              </a:rPr>
              <a:t>&gt;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4698576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87811" cy="4351338"/>
          </a:xfrm>
        </p:spPr>
        <p:txBody>
          <a:bodyPr>
            <a:normAutofit/>
          </a:bodyPr>
          <a:lstStyle/>
          <a:p>
            <a:r>
              <a:rPr lang="en-GB" sz="3200" dirty="0" err="1">
                <a:latin typeface="Consolas" panose="020B0609020204030204" pitchFamily="49" charset="0"/>
              </a:rPr>
              <a:t>src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 err="1">
                <a:latin typeface="Consolas" panose="020B0609020204030204" pitchFamily="49" charset="0"/>
              </a:rPr>
              <a:t>rel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alt</a:t>
            </a:r>
          </a:p>
          <a:p>
            <a:r>
              <a:rPr lang="en-GB" sz="3200" dirty="0" err="1">
                <a:latin typeface="Consolas" panose="020B0609020204030204" pitchFamily="49" charset="0"/>
              </a:rPr>
              <a:t>href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type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class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id</a:t>
            </a:r>
            <a:endParaRPr lang="en-GB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837D4-D082-0DE5-EA8A-25EDAA502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6011" y="1825625"/>
            <a:ext cx="7127789" cy="4351338"/>
          </a:xfrm>
        </p:spPr>
        <p:txBody>
          <a:bodyPr>
            <a:noAutofit/>
          </a:bodyPr>
          <a:lstStyle/>
          <a:p>
            <a:r>
              <a:rPr lang="en-GB" sz="3200" dirty="0"/>
              <a:t>Address of resource (absolute / relative)</a:t>
            </a:r>
          </a:p>
          <a:p>
            <a:r>
              <a:rPr lang="en-GB" sz="3200" dirty="0"/>
              <a:t>Relationship between files</a:t>
            </a:r>
          </a:p>
          <a:p>
            <a:r>
              <a:rPr lang="en-GB" sz="3200" dirty="0"/>
              <a:t>Alternative text (screen reader)</a:t>
            </a:r>
          </a:p>
          <a:p>
            <a:r>
              <a:rPr lang="en-GB" sz="3200" dirty="0"/>
              <a:t>Link address (absolute / relative)</a:t>
            </a:r>
          </a:p>
          <a:p>
            <a:r>
              <a:rPr lang="en-GB" sz="3200" dirty="0"/>
              <a:t>MIME type</a:t>
            </a:r>
          </a:p>
          <a:p>
            <a:r>
              <a:rPr lang="en-GB" sz="3200" dirty="0"/>
              <a:t>Name of class</a:t>
            </a:r>
          </a:p>
          <a:p>
            <a:r>
              <a:rPr lang="en-GB" sz="3200" dirty="0"/>
              <a:t>Name of ID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150860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87811" cy="4351338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Consolas" panose="020B0609020204030204" pitchFamily="49" charset="0"/>
              </a:rPr>
              <a:t> 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 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 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 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 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 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 </a:t>
            </a:r>
            <a:endParaRPr lang="en-GB" sz="4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837D4-D082-0DE5-EA8A-25EDAA502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6011" y="1825625"/>
            <a:ext cx="7127789" cy="4351338"/>
          </a:xfrm>
        </p:spPr>
        <p:txBody>
          <a:bodyPr>
            <a:noAutofit/>
          </a:bodyPr>
          <a:lstStyle/>
          <a:p>
            <a:r>
              <a:rPr lang="en-GB" sz="3200" dirty="0"/>
              <a:t>Address of resource (absolute / relative)</a:t>
            </a:r>
          </a:p>
          <a:p>
            <a:r>
              <a:rPr lang="en-GB" sz="3200" dirty="0"/>
              <a:t>Relationship between files</a:t>
            </a:r>
          </a:p>
          <a:p>
            <a:r>
              <a:rPr lang="en-GB" sz="3200" dirty="0"/>
              <a:t>MIME type</a:t>
            </a:r>
          </a:p>
          <a:p>
            <a:r>
              <a:rPr lang="en-GB" sz="3200" dirty="0"/>
              <a:t>Alternative text (screen reader)</a:t>
            </a:r>
          </a:p>
          <a:p>
            <a:r>
              <a:rPr lang="en-GB" sz="3200" dirty="0"/>
              <a:t>Link address (absolute / relative)</a:t>
            </a:r>
          </a:p>
          <a:p>
            <a:r>
              <a:rPr lang="en-GB" sz="3200" dirty="0"/>
              <a:t>Name of class</a:t>
            </a:r>
          </a:p>
          <a:p>
            <a:r>
              <a:rPr lang="en-GB" sz="3200" dirty="0"/>
              <a:t>Name of ID</a:t>
            </a:r>
          </a:p>
        </p:txBody>
      </p:sp>
    </p:spTree>
    <p:extLst>
      <p:ext uri="{BB962C8B-B14F-4D97-AF65-F5344CB8AC3E}">
        <p14:creationId xmlns:p14="http://schemas.microsoft.com/office/powerpoint/2010/main" val="34934094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A8CEB5-1FB2-36AF-74FB-FB39F8996991}"/>
              </a:ext>
            </a:extLst>
          </p:cNvPr>
          <p:cNvSpPr txBox="1"/>
          <p:nvPr/>
        </p:nvSpPr>
        <p:spPr>
          <a:xfrm>
            <a:off x="823912" y="1720840"/>
            <a:ext cx="105441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for specifying the URL of the media file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controls for displaying built-in media controls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width and height for specifying the dimensions of the player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autoplay for automatically playing the media when the page loads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 for looping playback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preload for buffering the media file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ensure cross-browser compatibility, it's recommended to provide multiple formats of the same media file, such as MP4 and </a:t>
            </a:r>
            <a:r>
              <a:rPr lang="en-GB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WebM</a:t>
            </a: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video, and MP3 and Ogg for audio.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can be achieved using the &lt;source&gt; element within the &lt;video&gt; and &lt;audio&gt; elements.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&lt;video poster="web-dev-picture.jpg" controls&gt;</a:t>
            </a:r>
          </a:p>
        </p:txBody>
      </p:sp>
    </p:spTree>
    <p:extLst>
      <p:ext uri="{BB962C8B-B14F-4D97-AF65-F5344CB8AC3E}">
        <p14:creationId xmlns:p14="http://schemas.microsoft.com/office/powerpoint/2010/main" val="32155549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405981" y="2029678"/>
            <a:ext cx="11380038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&lt;picture&gt;</a:t>
            </a:r>
          </a:p>
          <a:p>
            <a:endParaRPr lang="en-US" altLang="en-US" sz="4400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4400" dirty="0" err="1">
                <a:solidFill>
                  <a:srgbClr val="A71D5D"/>
                </a:solidFill>
                <a:latin typeface="Consolas" panose="020B0609020204030204" pitchFamily="49" charset="0"/>
              </a:rPr>
              <a:t>img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"cat.png"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alt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 on mat"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altLang="en-US" sz="4400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&lt;/picture&gt;</a:t>
            </a:r>
            <a:endParaRPr lang="en-GB" sz="4400" dirty="0"/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9FD08280-246B-F431-CC37-33C0C86742F1}"/>
              </a:ext>
            </a:extLst>
          </p:cNvPr>
          <p:cNvSpPr/>
          <p:nvPr/>
        </p:nvSpPr>
        <p:spPr>
          <a:xfrm>
            <a:off x="5741317" y="2271735"/>
            <a:ext cx="1660284" cy="862642"/>
          </a:xfrm>
          <a:prstGeom prst="callout2">
            <a:avLst>
              <a:gd name="adj1" fmla="val 49769"/>
              <a:gd name="adj2" fmla="val 400"/>
              <a:gd name="adj3" fmla="val 50078"/>
              <a:gd name="adj4" fmla="val -26360"/>
              <a:gd name="adj5" fmla="val 149062"/>
              <a:gd name="adj6" fmla="val -5870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File name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5ADFE-C399-4090-C356-DD81EB05E487}"/>
              </a:ext>
            </a:extLst>
          </p:cNvPr>
          <p:cNvSpPr txBox="1"/>
          <p:nvPr/>
        </p:nvSpPr>
        <p:spPr>
          <a:xfrm>
            <a:off x="3407069" y="5846544"/>
            <a:ext cx="5377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Only start tag: </a:t>
            </a:r>
            <a:r>
              <a:rPr lang="en-GB" sz="3600" i="1" dirty="0">
                <a:solidFill>
                  <a:srgbClr val="FF0000"/>
                </a:solidFill>
              </a:rPr>
              <a:t>Void element</a:t>
            </a:r>
            <a:endParaRPr lang="en-GB" sz="3600" i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1342D735-268B-473E-915A-328FF6C9A167}"/>
              </a:ext>
            </a:extLst>
          </p:cNvPr>
          <p:cNvSpPr/>
          <p:nvPr/>
        </p:nvSpPr>
        <p:spPr>
          <a:xfrm flipH="1">
            <a:off x="5270818" y="4239075"/>
            <a:ext cx="3292926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2910"/>
              <a:gd name="adj6" fmla="val -2262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Description of image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49F32B99-3A38-C7B0-6D33-FBC0A6D02794}"/>
              </a:ext>
            </a:extLst>
          </p:cNvPr>
          <p:cNvSpPr/>
          <p:nvPr/>
        </p:nvSpPr>
        <p:spPr>
          <a:xfrm>
            <a:off x="4239057" y="1259366"/>
            <a:ext cx="1660284" cy="862642"/>
          </a:xfrm>
          <a:prstGeom prst="callout2">
            <a:avLst>
              <a:gd name="adj1" fmla="val 49217"/>
              <a:gd name="adj2" fmla="val -30"/>
              <a:gd name="adj3" fmla="val 50078"/>
              <a:gd name="adj4" fmla="val -26360"/>
              <a:gd name="adj5" fmla="val 106917"/>
              <a:gd name="adj6" fmla="val -6533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01841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3" grpId="0" animBg="1"/>
      <p:bldP spid="25" grpId="0" build="p"/>
      <p:bldP spid="7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77E92D-0432-E852-7753-0DA726C9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E8D5-F074-EB3B-A468-267139BB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FC4B3-93F3-C5F5-620E-E343292CCFCC}"/>
              </a:ext>
            </a:extLst>
          </p:cNvPr>
          <p:cNvSpPr txBox="1"/>
          <p:nvPr/>
        </p:nvSpPr>
        <p:spPr>
          <a:xfrm>
            <a:off x="405981" y="2029678"/>
            <a:ext cx="11380038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&lt;picture&gt;</a:t>
            </a:r>
          </a:p>
          <a:p>
            <a:endParaRPr lang="en-US" altLang="en-US" sz="4400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4400" dirty="0" err="1">
                <a:solidFill>
                  <a:srgbClr val="A71D5D"/>
                </a:solidFill>
                <a:latin typeface="Consolas" panose="020B0609020204030204" pitchFamily="49" charset="0"/>
              </a:rPr>
              <a:t>img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"cat.png"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alt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 on mat"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altLang="en-US" sz="4400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&lt;/picture&gt;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428761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Audio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1338929" y="2553330"/>
            <a:ext cx="98251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&lt;audio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"cat.wav"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controls 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4400" dirty="0">
                <a:latin typeface="Consolas" panose="020B0609020204030204" pitchFamily="49" charset="0"/>
              </a:rPr>
              <a:t>No audio player available</a:t>
            </a:r>
          </a:p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&lt;/audio&gt;</a:t>
            </a:r>
            <a:endParaRPr lang="en-GB" sz="4400" dirty="0">
              <a:solidFill>
                <a:srgbClr val="A71D5D"/>
              </a:solidFill>
            </a:endParaRPr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9FD08280-246B-F431-CC37-33C0C86742F1}"/>
              </a:ext>
            </a:extLst>
          </p:cNvPr>
          <p:cNvSpPr/>
          <p:nvPr/>
        </p:nvSpPr>
        <p:spPr>
          <a:xfrm flipH="1">
            <a:off x="3087583" y="1690688"/>
            <a:ext cx="1673961" cy="828678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036"/>
              <a:gd name="adj6" fmla="val -248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File name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5ADFE-C399-4090-C356-DD81EB05E487}"/>
              </a:ext>
            </a:extLst>
          </p:cNvPr>
          <p:cNvSpPr txBox="1"/>
          <p:nvPr/>
        </p:nvSpPr>
        <p:spPr>
          <a:xfrm>
            <a:off x="2867657" y="5846544"/>
            <a:ext cx="64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Boolean attribute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GB" sz="3600" dirty="0">
                <a:solidFill>
                  <a:srgbClr val="7030A0"/>
                </a:solidFill>
              </a:rPr>
              <a:t> if present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3E3CB916-EC6A-94CC-FEC7-964D87472488}"/>
              </a:ext>
            </a:extLst>
          </p:cNvPr>
          <p:cNvSpPr/>
          <p:nvPr/>
        </p:nvSpPr>
        <p:spPr>
          <a:xfrm>
            <a:off x="6726988" y="4155224"/>
            <a:ext cx="3122558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3643"/>
              <a:gd name="adj6" fmla="val -1292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Hopefully not seen!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4E553067-C61A-4778-9A94-484A2AF5AA51}"/>
              </a:ext>
            </a:extLst>
          </p:cNvPr>
          <p:cNvSpPr/>
          <p:nvPr/>
        </p:nvSpPr>
        <p:spPr>
          <a:xfrm>
            <a:off x="8856262" y="1690688"/>
            <a:ext cx="2852808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036"/>
              <a:gd name="adj6" fmla="val -248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Boolean attribute</a:t>
            </a:r>
          </a:p>
        </p:txBody>
      </p:sp>
    </p:spTree>
    <p:extLst>
      <p:ext uri="{BB962C8B-B14F-4D97-AF65-F5344CB8AC3E}">
        <p14:creationId xmlns:p14="http://schemas.microsoft.com/office/powerpoint/2010/main" val="385745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3" grpId="0" animBg="1"/>
      <p:bldP spid="25" grpId="0" build="p"/>
      <p:bldP spid="3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4CB98A-65E2-54BF-8CF2-2FE7B98E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DFC2-D559-4490-9C07-5F6FD945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Audio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9E32E5-07F6-2AAB-9FC5-F1D83771553E}"/>
              </a:ext>
            </a:extLst>
          </p:cNvPr>
          <p:cNvSpPr txBox="1"/>
          <p:nvPr/>
        </p:nvSpPr>
        <p:spPr>
          <a:xfrm>
            <a:off x="1338929" y="2553330"/>
            <a:ext cx="98251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&lt;audio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"cat.wav"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controls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b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No audio player available</a:t>
            </a:r>
            <a:b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&lt;/audio&gt;</a:t>
            </a:r>
            <a:endParaRPr lang="en-GB" sz="4400" dirty="0">
              <a:solidFill>
                <a:srgbClr val="A71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599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Video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1338929" y="2553330"/>
            <a:ext cx="98251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&lt;video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"cat.mp4"</a:t>
            </a:r>
            <a:r>
              <a:rPr lang="en-GB" sz="4400" dirty="0">
                <a:latin typeface="Consolas" panose="020B0609020204030204" pitchFamily="49" charset="0"/>
              </a:rPr>
              <a:t> controls</a:t>
            </a:r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GB" sz="4400" dirty="0">
                <a:latin typeface="Consolas" panose="020B0609020204030204" pitchFamily="49" charset="0"/>
              </a:rPr>
              <a:t>    No video player available</a:t>
            </a:r>
          </a:p>
          <a:p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&lt;/video&gt;</a:t>
            </a:r>
            <a:endParaRPr lang="en-GB" sz="4400" dirty="0">
              <a:solidFill>
                <a:srgbClr val="A71D5D"/>
              </a:solidFill>
            </a:endParaRPr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9FD08280-246B-F431-CC37-33C0C86742F1}"/>
              </a:ext>
            </a:extLst>
          </p:cNvPr>
          <p:cNvSpPr/>
          <p:nvPr/>
        </p:nvSpPr>
        <p:spPr>
          <a:xfrm flipH="1">
            <a:off x="3081411" y="1690688"/>
            <a:ext cx="1663285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036"/>
              <a:gd name="adj6" fmla="val -248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File name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5ADFE-C399-4090-C356-DD81EB05E487}"/>
              </a:ext>
            </a:extLst>
          </p:cNvPr>
          <p:cNvSpPr txBox="1"/>
          <p:nvPr/>
        </p:nvSpPr>
        <p:spPr>
          <a:xfrm>
            <a:off x="2867657" y="5846544"/>
            <a:ext cx="64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Boolean attribute </a:t>
            </a:r>
            <a:r>
              <a:rPr lang="en-GB" sz="36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GB" sz="3600" dirty="0">
                <a:solidFill>
                  <a:srgbClr val="7030A0"/>
                </a:solidFill>
              </a:rPr>
              <a:t> if present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3E3CB916-EC6A-94CC-FEC7-964D87472488}"/>
              </a:ext>
            </a:extLst>
          </p:cNvPr>
          <p:cNvSpPr/>
          <p:nvPr/>
        </p:nvSpPr>
        <p:spPr>
          <a:xfrm>
            <a:off x="6721789" y="4155224"/>
            <a:ext cx="3017627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3643"/>
              <a:gd name="adj6" fmla="val -1292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Hopefully not seen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4E553067-C61A-4778-9A94-484A2AF5AA51}"/>
              </a:ext>
            </a:extLst>
          </p:cNvPr>
          <p:cNvSpPr/>
          <p:nvPr/>
        </p:nvSpPr>
        <p:spPr>
          <a:xfrm>
            <a:off x="8919846" y="1707805"/>
            <a:ext cx="2817481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036"/>
              <a:gd name="adj6" fmla="val -248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Boolean attribute</a:t>
            </a:r>
          </a:p>
        </p:txBody>
      </p:sp>
    </p:spTree>
    <p:extLst>
      <p:ext uri="{BB962C8B-B14F-4D97-AF65-F5344CB8AC3E}">
        <p14:creationId xmlns:p14="http://schemas.microsoft.com/office/powerpoint/2010/main" val="58252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3" grpId="0" animBg="1"/>
      <p:bldP spid="25" grpId="0" build="p"/>
      <p:bldP spid="3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67CF93-0D4B-C8C0-E650-D85202FB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D43C2-8278-0E24-F1F9-755486FD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Video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023E8A-C83E-2BAB-A5E9-CFABAF46E5DD}"/>
              </a:ext>
            </a:extLst>
          </p:cNvPr>
          <p:cNvSpPr txBox="1"/>
          <p:nvPr/>
        </p:nvSpPr>
        <p:spPr>
          <a:xfrm>
            <a:off x="1338929" y="2553330"/>
            <a:ext cx="98251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&lt;video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"cat.mp4"</a:t>
            </a:r>
            <a:r>
              <a:rPr lang="en-GB" sz="4400" dirty="0">
                <a:latin typeface="Consolas" panose="020B0609020204030204" pitchFamily="49" charset="0"/>
              </a:rPr>
              <a:t> controls</a:t>
            </a:r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GB" sz="4400" dirty="0">
                <a:latin typeface="Consolas" panose="020B0609020204030204" pitchFamily="49" charset="0"/>
              </a:rPr>
              <a:t>    No video player available</a:t>
            </a:r>
          </a:p>
          <a:p>
            <a:r>
              <a:rPr lang="en-GB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&lt;/video&gt;</a:t>
            </a:r>
            <a:endParaRPr lang="en-GB" sz="4400" dirty="0">
              <a:solidFill>
                <a:srgbClr val="A71D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2507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600" dirty="0"/>
              <a:t>Describe, exemplify and implement HTML code:</a:t>
            </a:r>
          </a:p>
          <a:p>
            <a:pPr lvl="1"/>
            <a:r>
              <a:rPr lang="en-GB" sz="3600" dirty="0"/>
              <a:t>link</a:t>
            </a:r>
          </a:p>
          <a:p>
            <a:pPr lvl="1"/>
            <a:r>
              <a:rPr lang="en-GB" sz="3600" dirty="0"/>
              <a:t>anchor</a:t>
            </a:r>
          </a:p>
          <a:p>
            <a:r>
              <a:rPr lang="en-GB" sz="3600" dirty="0"/>
              <a:t>Describe and implement hyperlinks (internal and external), relative and absolute addressing.</a:t>
            </a:r>
          </a:p>
          <a:p>
            <a:r>
              <a:rPr lang="en-GB" sz="3600" dirty="0"/>
              <a:t>Read and explain code that makes use of the above HTML.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789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Anchor (Hyperlink) – Inline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836768" y="2491439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&lt;a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href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"cat.html"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Click here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&lt;/a&gt;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792D4BAF-FFFF-18CA-9398-B042225845BE}"/>
              </a:ext>
            </a:extLst>
          </p:cNvPr>
          <p:cNvSpPr/>
          <p:nvPr/>
        </p:nvSpPr>
        <p:spPr>
          <a:xfrm flipH="1">
            <a:off x="672348" y="3560784"/>
            <a:ext cx="3663337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7980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Link destination – URL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2749EB41-301D-1D28-D4C1-8A77734207BE}"/>
              </a:ext>
            </a:extLst>
          </p:cNvPr>
          <p:cNvSpPr/>
          <p:nvPr/>
        </p:nvSpPr>
        <p:spPr>
          <a:xfrm flipH="1">
            <a:off x="4979456" y="4183150"/>
            <a:ext cx="3084099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104719"/>
              <a:gd name="adj6" fmla="val -1292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Displayed on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47FD5-EC45-46A4-93D2-A9780619285C}"/>
              </a:ext>
            </a:extLst>
          </p:cNvPr>
          <p:cNvSpPr txBox="1"/>
          <p:nvPr/>
        </p:nvSpPr>
        <p:spPr>
          <a:xfrm>
            <a:off x="836768" y="5846544"/>
            <a:ext cx="10518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An anchor element is often a </a:t>
            </a:r>
            <a:r>
              <a:rPr lang="en-GB" sz="3600" i="1" dirty="0">
                <a:solidFill>
                  <a:srgbClr val="FF0000"/>
                </a:solidFill>
              </a:rPr>
              <a:t>child</a:t>
            </a:r>
            <a:r>
              <a:rPr lang="en-GB" sz="3600" dirty="0">
                <a:solidFill>
                  <a:srgbClr val="7030A0"/>
                </a:solidFill>
              </a:rPr>
              <a:t> of a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p</a:t>
            </a:r>
            <a:r>
              <a:rPr lang="en-GB" sz="3600" dirty="0">
                <a:solidFill>
                  <a:srgbClr val="7030A0"/>
                </a:solidFill>
              </a:rPr>
              <a:t> or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li</a:t>
            </a:r>
            <a:r>
              <a:rPr lang="en-GB" sz="3600" dirty="0">
                <a:solidFill>
                  <a:srgbClr val="7030A0"/>
                </a:solidFill>
              </a:rPr>
              <a:t> element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07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3" grpId="0" animBg="1"/>
      <p:bldP spid="4" grpId="0" animBg="1"/>
      <p:bldP spid="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Anchor (Hyperlink) – Inline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836768" y="2491439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&lt;a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"cat.html"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 here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&lt;/a&gt;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B33EA-DB72-CE4B-42F3-78D0B6AD1A0B}"/>
              </a:ext>
            </a:extLst>
          </p:cNvPr>
          <p:cNvSpPr txBox="1"/>
          <p:nvPr/>
        </p:nvSpPr>
        <p:spPr>
          <a:xfrm>
            <a:off x="300565" y="5846544"/>
            <a:ext cx="11590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An anchor element is often a </a:t>
            </a:r>
            <a:r>
              <a:rPr lang="en-GB" sz="3600" i="1" dirty="0">
                <a:solidFill>
                  <a:srgbClr val="FF0000"/>
                </a:solidFill>
              </a:rPr>
              <a:t>          </a:t>
            </a:r>
            <a:r>
              <a:rPr lang="en-GB" sz="3600" dirty="0">
                <a:solidFill>
                  <a:srgbClr val="7030A0"/>
                </a:solidFill>
              </a:rPr>
              <a:t> of a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</a:t>
            </a:r>
            <a:r>
              <a:rPr lang="en-GB" sz="3600" dirty="0">
                <a:solidFill>
                  <a:srgbClr val="7030A0"/>
                </a:solidFill>
              </a:rPr>
              <a:t> or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 </a:t>
            </a:r>
            <a:r>
              <a:rPr lang="en-GB" sz="3600" dirty="0">
                <a:solidFill>
                  <a:srgbClr val="7030A0"/>
                </a:solidFill>
              </a:rPr>
              <a:t> element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82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Anchor (Hyperlink) – Block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452545" y="2829680"/>
            <a:ext cx="112869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Click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    &lt;a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href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"cat.html"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here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&lt;/a&gt;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to see cats!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792D4BAF-FFFF-18CA-9398-B042225845BE}"/>
              </a:ext>
            </a:extLst>
          </p:cNvPr>
          <p:cNvSpPr/>
          <p:nvPr/>
        </p:nvSpPr>
        <p:spPr>
          <a:xfrm>
            <a:off x="1621038" y="1826383"/>
            <a:ext cx="2463281" cy="862642"/>
          </a:xfrm>
          <a:prstGeom prst="callout2">
            <a:avLst>
              <a:gd name="adj1" fmla="val 50321"/>
              <a:gd name="adj2" fmla="val 163"/>
              <a:gd name="adj3" fmla="val 50844"/>
              <a:gd name="adj4" fmla="val -9439"/>
              <a:gd name="adj5" fmla="val 137645"/>
              <a:gd name="adj6" fmla="val -218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Parent element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47FD5-EC45-46A4-93D2-A9780619285C}"/>
              </a:ext>
            </a:extLst>
          </p:cNvPr>
          <p:cNvSpPr txBox="1"/>
          <p:nvPr/>
        </p:nvSpPr>
        <p:spPr>
          <a:xfrm>
            <a:off x="836768" y="5846544"/>
            <a:ext cx="10518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An anchor element is often a </a:t>
            </a:r>
            <a:r>
              <a:rPr lang="en-GB" sz="3600" i="1" dirty="0">
                <a:solidFill>
                  <a:srgbClr val="FF0000"/>
                </a:solidFill>
              </a:rPr>
              <a:t>child</a:t>
            </a:r>
            <a:r>
              <a:rPr lang="en-GB" sz="3600" dirty="0">
                <a:solidFill>
                  <a:srgbClr val="7030A0"/>
                </a:solidFill>
              </a:rPr>
              <a:t> of a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p</a:t>
            </a:r>
            <a:r>
              <a:rPr lang="en-GB" sz="3600" dirty="0">
                <a:solidFill>
                  <a:srgbClr val="7030A0"/>
                </a:solidFill>
              </a:rPr>
              <a:t> or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li</a:t>
            </a:r>
            <a:r>
              <a:rPr lang="en-GB" sz="3600" dirty="0">
                <a:solidFill>
                  <a:srgbClr val="7030A0"/>
                </a:solidFill>
              </a:rPr>
              <a:t> element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E509B8F2-A1EA-77FE-D4CF-81DBA3F111E2}"/>
              </a:ext>
            </a:extLst>
          </p:cNvPr>
          <p:cNvSpPr/>
          <p:nvPr/>
        </p:nvSpPr>
        <p:spPr>
          <a:xfrm>
            <a:off x="7114861" y="2257704"/>
            <a:ext cx="2463281" cy="862642"/>
          </a:xfrm>
          <a:prstGeom prst="callout2">
            <a:avLst>
              <a:gd name="adj1" fmla="val 49493"/>
              <a:gd name="adj2" fmla="val -30"/>
              <a:gd name="adj3" fmla="val 50016"/>
              <a:gd name="adj4" fmla="val -9729"/>
              <a:gd name="adj5" fmla="val 137645"/>
              <a:gd name="adj6" fmla="val -2180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Child element</a:t>
            </a:r>
          </a:p>
        </p:txBody>
      </p:sp>
    </p:spTree>
    <p:extLst>
      <p:ext uri="{BB962C8B-B14F-4D97-AF65-F5344CB8AC3E}">
        <p14:creationId xmlns:p14="http://schemas.microsoft.com/office/powerpoint/2010/main" val="302732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3" grpId="0" animBg="1"/>
      <p:bldP spid="6" grpId="0" build="p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B37474-741E-3797-1477-CC053B4BA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F588-00FF-A1E1-3965-B5F20F92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Anchor (Hyperlink) – Block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E685D-A59E-21C3-9483-3C4B71631B80}"/>
              </a:ext>
            </a:extLst>
          </p:cNvPr>
          <p:cNvSpPr txBox="1"/>
          <p:nvPr/>
        </p:nvSpPr>
        <p:spPr>
          <a:xfrm>
            <a:off x="452545" y="2829680"/>
            <a:ext cx="112869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Click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    &lt;a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href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"cat.html"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here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&lt;/a&gt;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to see cats!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3E1CD-FD80-30FE-114E-FBCC7060A95A}"/>
              </a:ext>
            </a:extLst>
          </p:cNvPr>
          <p:cNvSpPr txBox="1"/>
          <p:nvPr/>
        </p:nvSpPr>
        <p:spPr>
          <a:xfrm>
            <a:off x="300565" y="5846544"/>
            <a:ext cx="11590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An anchor element is often a </a:t>
            </a:r>
            <a:r>
              <a:rPr lang="en-GB" sz="3600" i="1" dirty="0">
                <a:solidFill>
                  <a:srgbClr val="FF0000"/>
                </a:solidFill>
              </a:rPr>
              <a:t>          </a:t>
            </a:r>
            <a:r>
              <a:rPr lang="en-GB" sz="3600" dirty="0">
                <a:solidFill>
                  <a:srgbClr val="7030A0"/>
                </a:solidFill>
              </a:rPr>
              <a:t> of a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</a:t>
            </a:r>
            <a:r>
              <a:rPr lang="en-GB" sz="3600" dirty="0">
                <a:solidFill>
                  <a:srgbClr val="7030A0"/>
                </a:solidFill>
              </a:rPr>
              <a:t> or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 </a:t>
            </a:r>
            <a:r>
              <a:rPr lang="en-GB" sz="3600" dirty="0">
                <a:solidFill>
                  <a:srgbClr val="7030A0"/>
                </a:solidFill>
              </a:rPr>
              <a:t> element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28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Uniform Resource Locators (URLs)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2554806" y="2177195"/>
            <a:ext cx="70823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7030A0"/>
                </a:solidFill>
                <a:latin typeface="Consolas" panose="020B0609020204030204" pitchFamily="49" charset="0"/>
              </a:rPr>
              <a:t>protocol</a:t>
            </a:r>
            <a:r>
              <a:rPr lang="en-US" altLang="en-US" sz="4400" dirty="0">
                <a:solidFill>
                  <a:srgbClr val="333333"/>
                </a:solidFill>
                <a:latin typeface="Consolas" panose="020B0609020204030204" pitchFamily="49" charset="0"/>
              </a:rPr>
              <a:t>://</a:t>
            </a:r>
            <a:r>
              <a:rPr lang="en-US" alt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domain</a:t>
            </a:r>
            <a:r>
              <a:rPr lang="en-US" altLang="en-US" sz="4400" dirty="0">
                <a:solidFill>
                  <a:srgbClr val="333333"/>
                </a:solidFill>
                <a:latin typeface="Consolas" panose="020B0609020204030204" pitchFamily="49" charset="0"/>
              </a:rPr>
              <a:t>/</a:t>
            </a:r>
            <a:r>
              <a:rPr lang="en-US" altLang="en-US" sz="4400" dirty="0">
                <a:solidFill>
                  <a:srgbClr val="FF0000"/>
                </a:solidFill>
                <a:latin typeface="Consolas" panose="020B0609020204030204" pitchFamily="49" charset="0"/>
              </a:rPr>
              <a:t>path</a:t>
            </a:r>
            <a:r>
              <a:rPr lang="en-US" altLang="en-US" sz="800" dirty="0">
                <a:latin typeface="Consolas" panose="020B0609020204030204" pitchFamily="49" charset="0"/>
              </a:rPr>
              <a:t> </a:t>
            </a:r>
            <a:endParaRPr lang="en-US" altLang="en-US" sz="8000" dirty="0">
              <a:latin typeface="Consolas" panose="020B0609020204030204" pitchFamily="49" charset="0"/>
            </a:endParaRP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792D4BAF-FFFF-18CA-9398-B042225845BE}"/>
              </a:ext>
            </a:extLst>
          </p:cNvPr>
          <p:cNvSpPr/>
          <p:nvPr/>
        </p:nvSpPr>
        <p:spPr>
          <a:xfrm flipH="1">
            <a:off x="410136" y="4209019"/>
            <a:ext cx="150043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7980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Protocol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47FD5-EC45-46A4-93D2-A9780619285C}"/>
              </a:ext>
            </a:extLst>
          </p:cNvPr>
          <p:cNvSpPr txBox="1"/>
          <p:nvPr/>
        </p:nvSpPr>
        <p:spPr>
          <a:xfrm>
            <a:off x="2475782" y="5846544"/>
            <a:ext cx="7240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Absolute address – Between websites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73B4FFB-1B72-1EFB-80BB-52AF09F4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75"/>
            <a:ext cx="65" cy="43724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D6020-4B73-D6F2-FA4B-E6BCC25A75DE}"/>
              </a:ext>
            </a:extLst>
          </p:cNvPr>
          <p:cNvSpPr txBox="1"/>
          <p:nvPr/>
        </p:nvSpPr>
        <p:spPr>
          <a:xfrm>
            <a:off x="1243885" y="3191155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7030A0"/>
                </a:solidFill>
                <a:latin typeface="Consolas" panose="020B0609020204030204" pitchFamily="49" charset="0"/>
              </a:rPr>
              <a:t>https</a:t>
            </a:r>
            <a:r>
              <a:rPr lang="en-US" altLang="en-US" sz="4400" dirty="0">
                <a:latin typeface="Consolas" panose="020B0609020204030204" pitchFamily="49" charset="0"/>
              </a:rPr>
              <a:t>://</a:t>
            </a:r>
            <a:r>
              <a:rPr lang="en-US" alt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outlook.office.com</a:t>
            </a:r>
            <a:r>
              <a:rPr lang="en-US" altLang="en-US" sz="4400" dirty="0">
                <a:latin typeface="Consolas" panose="020B0609020204030204" pitchFamily="49" charset="0"/>
              </a:rPr>
              <a:t>/</a:t>
            </a:r>
            <a:r>
              <a:rPr lang="en-US" altLang="en-US" sz="4400" dirty="0">
                <a:solidFill>
                  <a:srgbClr val="FF0000"/>
                </a:solidFill>
                <a:latin typeface="Consolas" panose="020B0609020204030204" pitchFamily="49" charset="0"/>
              </a:rPr>
              <a:t>mail</a:t>
            </a:r>
            <a:r>
              <a:rPr lang="en-US" altLang="en-US" sz="4400" dirty="0">
                <a:latin typeface="Consolas" panose="020B0609020204030204" pitchFamily="49" charset="0"/>
              </a:rPr>
              <a:t>/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87A36CE8-AA17-91FB-5DD2-89AF701F87AA}"/>
              </a:ext>
            </a:extLst>
          </p:cNvPr>
          <p:cNvSpPr/>
          <p:nvPr/>
        </p:nvSpPr>
        <p:spPr>
          <a:xfrm flipH="1">
            <a:off x="4771394" y="4209019"/>
            <a:ext cx="150043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7980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Domain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F85842D0-0D10-EF49-CBEE-D31D656B2D03}"/>
              </a:ext>
            </a:extLst>
          </p:cNvPr>
          <p:cNvSpPr/>
          <p:nvPr/>
        </p:nvSpPr>
        <p:spPr>
          <a:xfrm flipH="1">
            <a:off x="8588117" y="4209019"/>
            <a:ext cx="150043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7980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Path</a:t>
            </a:r>
          </a:p>
        </p:txBody>
      </p:sp>
    </p:spTree>
    <p:extLst>
      <p:ext uri="{BB962C8B-B14F-4D97-AF65-F5344CB8AC3E}">
        <p14:creationId xmlns:p14="http://schemas.microsoft.com/office/powerpoint/2010/main" val="260518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3" grpId="0" animBg="1"/>
      <p:bldP spid="6" grpId="0" build="p"/>
      <p:bldP spid="11" grpId="0" build="p"/>
      <p:bldP spid="5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Uniform Resource Locators (URLs)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2554806" y="2177195"/>
            <a:ext cx="70823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7030A0"/>
                </a:solidFill>
                <a:latin typeface="Consolas" panose="020B0609020204030204" pitchFamily="49" charset="0"/>
              </a:rPr>
              <a:t>protocol</a:t>
            </a:r>
            <a:r>
              <a:rPr lang="en-US" altLang="en-US" sz="4400" dirty="0">
                <a:solidFill>
                  <a:srgbClr val="333333"/>
                </a:solidFill>
                <a:latin typeface="Consolas" panose="020B0609020204030204" pitchFamily="49" charset="0"/>
              </a:rPr>
              <a:t>://</a:t>
            </a:r>
            <a:r>
              <a:rPr lang="en-US" alt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domain</a:t>
            </a:r>
            <a:r>
              <a:rPr lang="en-US" altLang="en-US" sz="4400" dirty="0">
                <a:solidFill>
                  <a:srgbClr val="333333"/>
                </a:solidFill>
                <a:latin typeface="Consolas" panose="020B0609020204030204" pitchFamily="49" charset="0"/>
              </a:rPr>
              <a:t>/</a:t>
            </a:r>
            <a:r>
              <a:rPr lang="en-US" altLang="en-US" sz="4400" dirty="0">
                <a:solidFill>
                  <a:srgbClr val="FF0000"/>
                </a:solidFill>
                <a:latin typeface="Consolas" panose="020B0609020204030204" pitchFamily="49" charset="0"/>
              </a:rPr>
              <a:t>path</a:t>
            </a:r>
            <a:r>
              <a:rPr lang="en-US" altLang="en-US" sz="800" dirty="0">
                <a:latin typeface="Consolas" panose="020B0609020204030204" pitchFamily="49" charset="0"/>
              </a:rPr>
              <a:t> </a:t>
            </a:r>
            <a:endParaRPr lang="en-US" altLang="en-US" sz="8000" dirty="0">
              <a:latin typeface="Consolas" panose="020B060902020403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73B4FFB-1B72-1EFB-80BB-52AF09F4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75"/>
            <a:ext cx="65" cy="43724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D6020-4B73-D6F2-FA4B-E6BCC25A75DE}"/>
              </a:ext>
            </a:extLst>
          </p:cNvPr>
          <p:cNvSpPr txBox="1"/>
          <p:nvPr/>
        </p:nvSpPr>
        <p:spPr>
          <a:xfrm>
            <a:off x="1243885" y="3191155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7030A0"/>
                </a:solidFill>
                <a:latin typeface="Consolas" panose="020B0609020204030204" pitchFamily="49" charset="0"/>
              </a:rPr>
              <a:t>https</a:t>
            </a:r>
            <a:r>
              <a:rPr lang="en-US" altLang="en-US" sz="4400" dirty="0">
                <a:latin typeface="Consolas" panose="020B0609020204030204" pitchFamily="49" charset="0"/>
              </a:rPr>
              <a:t>://</a:t>
            </a:r>
            <a:r>
              <a:rPr lang="en-US" alt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outlook.office.com</a:t>
            </a:r>
            <a:r>
              <a:rPr lang="en-US" altLang="en-US" sz="4400" dirty="0">
                <a:latin typeface="Consolas" panose="020B0609020204030204" pitchFamily="49" charset="0"/>
              </a:rPr>
              <a:t>/</a:t>
            </a:r>
            <a:r>
              <a:rPr lang="en-US" altLang="en-US" sz="4400" dirty="0">
                <a:solidFill>
                  <a:srgbClr val="FF0000"/>
                </a:solidFill>
                <a:latin typeface="Consolas" panose="020B0609020204030204" pitchFamily="49" charset="0"/>
              </a:rPr>
              <a:t>mail</a:t>
            </a:r>
            <a:r>
              <a:rPr lang="en-US" altLang="en-US" sz="4400" dirty="0">
                <a:latin typeface="Consolas" panose="020B0609020204030204" pitchFamily="49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8418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Relative URLs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347FD5-EC45-46A4-93D2-A9780619285C}"/>
              </a:ext>
            </a:extLst>
          </p:cNvPr>
          <p:cNvSpPr txBox="1"/>
          <p:nvPr/>
        </p:nvSpPr>
        <p:spPr>
          <a:xfrm>
            <a:off x="2761118" y="5846544"/>
            <a:ext cx="6669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Relative address – Within website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73B4FFB-1B72-1EFB-80BB-52AF09F4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75"/>
            <a:ext cx="65" cy="43724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D6020-4B73-D6F2-FA4B-E6BCC25A75DE}"/>
              </a:ext>
            </a:extLst>
          </p:cNvPr>
          <p:cNvSpPr txBox="1"/>
          <p:nvPr/>
        </p:nvSpPr>
        <p:spPr>
          <a:xfrm>
            <a:off x="4147722" y="1597134"/>
            <a:ext cx="1117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i="1" dirty="0">
                <a:solidFill>
                  <a:srgbClr val="FF0000"/>
                </a:solidFill>
                <a:latin typeface="Consolas" panose="020B0609020204030204" pitchFamily="49" charset="0"/>
              </a:rPr>
              <a:t>#</a:t>
            </a:r>
            <a:r>
              <a:rPr lang="en-US" altLang="en-US" sz="4400" dirty="0">
                <a:latin typeface="Consolas" panose="020B0609020204030204" pitchFamily="49" charset="0"/>
              </a:rPr>
              <a:t>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F79DA-785D-4D93-9C77-5BA0C66D2AB5}"/>
              </a:ext>
            </a:extLst>
          </p:cNvPr>
          <p:cNvSpPr txBox="1"/>
          <p:nvPr/>
        </p:nvSpPr>
        <p:spPr>
          <a:xfrm>
            <a:off x="4147722" y="2583269"/>
            <a:ext cx="26725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latin typeface="Consolas" panose="020B0609020204030204" pitchFamily="49" charset="0"/>
              </a:rPr>
              <a:t>cat.html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04F2D-0279-4F82-9925-8037BA8764C1}"/>
              </a:ext>
            </a:extLst>
          </p:cNvPr>
          <p:cNvSpPr txBox="1"/>
          <p:nvPr/>
        </p:nvSpPr>
        <p:spPr>
          <a:xfrm>
            <a:off x="4147722" y="3569404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i="1" dirty="0">
                <a:solidFill>
                  <a:srgbClr val="FF0000"/>
                </a:solidFill>
                <a:latin typeface="Consolas" panose="020B0609020204030204" pitchFamily="49" charset="0"/>
              </a:rPr>
              <a:t>folder/</a:t>
            </a:r>
            <a:r>
              <a:rPr lang="en-US" altLang="en-US" sz="4400" dirty="0">
                <a:latin typeface="Consolas" panose="020B0609020204030204" pitchFamily="49" charset="0"/>
              </a:rPr>
              <a:t>cat.html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B0107-28A3-4D4F-B399-0B9DA540731B}"/>
              </a:ext>
            </a:extLst>
          </p:cNvPr>
          <p:cNvSpPr txBox="1"/>
          <p:nvPr/>
        </p:nvSpPr>
        <p:spPr>
          <a:xfrm>
            <a:off x="4147722" y="4555540"/>
            <a:ext cx="36054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i="1" dirty="0">
                <a:solidFill>
                  <a:srgbClr val="FF0000"/>
                </a:solidFill>
                <a:latin typeface="Consolas" panose="020B0609020204030204" pitchFamily="49" charset="0"/>
              </a:rPr>
              <a:t>../</a:t>
            </a:r>
            <a:r>
              <a:rPr lang="en-US" altLang="en-US" sz="4400" dirty="0">
                <a:latin typeface="Consolas" panose="020B0609020204030204" pitchFamily="49" charset="0"/>
              </a:rPr>
              <a:t>cat.html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70C78-E8C6-4DB5-9762-D6394CD610DB}"/>
              </a:ext>
            </a:extLst>
          </p:cNvPr>
          <p:cNvSpPr txBox="1"/>
          <p:nvPr/>
        </p:nvSpPr>
        <p:spPr>
          <a:xfrm>
            <a:off x="1378973" y="1660549"/>
            <a:ext cx="2349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Same page: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734BB4-826A-4D96-9E2F-BDE0B1CA4226}"/>
              </a:ext>
            </a:extLst>
          </p:cNvPr>
          <p:cNvSpPr txBox="1"/>
          <p:nvPr/>
        </p:nvSpPr>
        <p:spPr>
          <a:xfrm>
            <a:off x="1128306" y="2644823"/>
            <a:ext cx="2555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Same folder: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36087D-6E92-41EB-AA43-F5E80D9E0FA5}"/>
              </a:ext>
            </a:extLst>
          </p:cNvPr>
          <p:cNvSpPr txBox="1"/>
          <p:nvPr/>
        </p:nvSpPr>
        <p:spPr>
          <a:xfrm>
            <a:off x="1426464" y="3634216"/>
            <a:ext cx="2257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Sub-folder: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F74662-3EF9-45FB-BD97-358F9031DF8A}"/>
              </a:ext>
            </a:extLst>
          </p:cNvPr>
          <p:cNvSpPr txBox="1"/>
          <p:nvPr/>
        </p:nvSpPr>
        <p:spPr>
          <a:xfrm>
            <a:off x="1086906" y="4617094"/>
            <a:ext cx="2641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Up one level: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7A1918-8E6E-47F2-A3F0-36B753325ED6}"/>
              </a:ext>
            </a:extLst>
          </p:cNvPr>
          <p:cNvGrpSpPr/>
          <p:nvPr/>
        </p:nvGrpSpPr>
        <p:grpSpPr>
          <a:xfrm>
            <a:off x="8939030" y="3566892"/>
            <a:ext cx="2836960" cy="1696533"/>
            <a:chOff x="3594044" y="3151907"/>
            <a:chExt cx="4671726" cy="99757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5F83399-4F76-49D3-9E0F-322AF7F4AB42}"/>
                </a:ext>
              </a:extLst>
            </p:cNvPr>
            <p:cNvSpPr txBox="1"/>
            <p:nvPr/>
          </p:nvSpPr>
          <p:spPr>
            <a:xfrm>
              <a:off x="4603642" y="3297793"/>
              <a:ext cx="3662128" cy="70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Can be</a:t>
              </a:r>
            </a:p>
            <a:p>
              <a:r>
                <a:rPr lang="en-GB" sz="36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combined</a:t>
              </a:r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F0237F2D-B194-4357-ACDB-EBB71A982F10}"/>
                </a:ext>
              </a:extLst>
            </p:cNvPr>
            <p:cNvSpPr/>
            <p:nvPr/>
          </p:nvSpPr>
          <p:spPr>
            <a:xfrm>
              <a:off x="3594044" y="3151907"/>
              <a:ext cx="372533" cy="997579"/>
            </a:xfrm>
            <a:prstGeom prst="rightBrac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9452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1" grpId="0" build="p"/>
      <p:bldP spid="12" grpId="0" build="p"/>
      <p:bldP spid="13" grpId="0" build="p"/>
      <p:bldP spid="14" grpId="0" build="p"/>
      <p:bldP spid="15" grpId="0" build="p"/>
      <p:bldP spid="16" grpId="0" build="p"/>
      <p:bldP spid="17" grpId="0" build="p"/>
      <p:bldP spid="18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Relative URLs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73B4FFB-1B72-1EFB-80BB-52AF09F4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75"/>
            <a:ext cx="65" cy="43724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D6020-4B73-D6F2-FA4B-E6BCC25A75DE}"/>
              </a:ext>
            </a:extLst>
          </p:cNvPr>
          <p:cNvSpPr txBox="1"/>
          <p:nvPr/>
        </p:nvSpPr>
        <p:spPr>
          <a:xfrm>
            <a:off x="5222761" y="1597134"/>
            <a:ext cx="11176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latin typeface="Consolas" panose="020B0609020204030204" pitchFamily="49" charset="0"/>
              </a:rPr>
              <a:t>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F79DA-785D-4D93-9C77-5BA0C66D2AB5}"/>
              </a:ext>
            </a:extLst>
          </p:cNvPr>
          <p:cNvSpPr txBox="1"/>
          <p:nvPr/>
        </p:nvSpPr>
        <p:spPr>
          <a:xfrm>
            <a:off x="5222761" y="2583269"/>
            <a:ext cx="26725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latin typeface="Consolas" panose="020B0609020204030204" pitchFamily="49" charset="0"/>
              </a:rPr>
              <a:t>cat.html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04F2D-0279-4F82-9925-8037BA8764C1}"/>
              </a:ext>
            </a:extLst>
          </p:cNvPr>
          <p:cNvSpPr txBox="1"/>
          <p:nvPr/>
        </p:nvSpPr>
        <p:spPr>
          <a:xfrm>
            <a:off x="5222761" y="3569404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FF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en-US" sz="4400" dirty="0">
                <a:latin typeface="Consolas" panose="020B0609020204030204" pitchFamily="49" charset="0"/>
              </a:rPr>
              <a:t>cat.html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B0107-28A3-4D4F-B399-0B9DA540731B}"/>
              </a:ext>
            </a:extLst>
          </p:cNvPr>
          <p:cNvSpPr txBox="1"/>
          <p:nvPr/>
        </p:nvSpPr>
        <p:spPr>
          <a:xfrm>
            <a:off x="5222761" y="4555540"/>
            <a:ext cx="36054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4400" dirty="0">
                <a:latin typeface="Consolas" panose="020B0609020204030204" pitchFamily="49" charset="0"/>
              </a:rPr>
              <a:t>cat.html</a:t>
            </a:r>
          </a:p>
        </p:txBody>
      </p:sp>
    </p:spTree>
    <p:extLst>
      <p:ext uri="{BB962C8B-B14F-4D97-AF65-F5344CB8AC3E}">
        <p14:creationId xmlns:p14="http://schemas.microsoft.com/office/powerpoint/2010/main" val="27253933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0566-52C1-4875-BEEB-244F419B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Directory Structure </a:t>
            </a:r>
          </a:p>
        </p:txBody>
      </p:sp>
      <p:grpSp>
        <p:nvGrpSpPr>
          <p:cNvPr id="27" name="sub">
            <a:extLst>
              <a:ext uri="{FF2B5EF4-FFF2-40B4-BE49-F238E27FC236}">
                <a16:creationId xmlns:a16="http://schemas.microsoft.com/office/drawing/2014/main" id="{048C293E-81FC-43B7-93A2-1DF987C686D3}"/>
              </a:ext>
            </a:extLst>
          </p:cNvPr>
          <p:cNvGrpSpPr/>
          <p:nvPr/>
        </p:nvGrpSpPr>
        <p:grpSpPr>
          <a:xfrm>
            <a:off x="2850240" y="3556146"/>
            <a:ext cx="5760000" cy="1260000"/>
            <a:chOff x="2850240" y="3556146"/>
            <a:chExt cx="5760000" cy="1260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E511BD-BAE5-4103-B1ED-49F2FC53EF15}"/>
                </a:ext>
              </a:extLst>
            </p:cNvPr>
            <p:cNvCxnSpPr/>
            <p:nvPr/>
          </p:nvCxnSpPr>
          <p:spPr>
            <a:xfrm>
              <a:off x="2850240" y="3556146"/>
              <a:ext cx="0" cy="126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867BFDF-844E-4761-A77E-9C6550BCD1FF}"/>
                </a:ext>
              </a:extLst>
            </p:cNvPr>
            <p:cNvCxnSpPr/>
            <p:nvPr/>
          </p:nvCxnSpPr>
          <p:spPr>
            <a:xfrm>
              <a:off x="8610240" y="3556146"/>
              <a:ext cx="0" cy="126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00107F-56F0-4546-B9EA-913D5ADA5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0240" y="3556146"/>
              <a:ext cx="57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Root">
            <a:extLst>
              <a:ext uri="{FF2B5EF4-FFF2-40B4-BE49-F238E27FC236}">
                <a16:creationId xmlns:a16="http://schemas.microsoft.com/office/drawing/2014/main" id="{24EB4B2C-0D2E-42F1-A18B-64DBBA7DEBB3}"/>
              </a:ext>
            </a:extLst>
          </p:cNvPr>
          <p:cNvGrpSpPr/>
          <p:nvPr/>
        </p:nvGrpSpPr>
        <p:grpSpPr>
          <a:xfrm>
            <a:off x="5207020" y="2314028"/>
            <a:ext cx="2407069" cy="1260000"/>
            <a:chOff x="5207020" y="2314028"/>
            <a:chExt cx="2407069" cy="1260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3E407A8-DC4C-4297-A3D9-58DA4078A8A7}"/>
                </a:ext>
              </a:extLst>
            </p:cNvPr>
            <p:cNvCxnSpPr/>
            <p:nvPr/>
          </p:nvCxnSpPr>
          <p:spPr>
            <a:xfrm>
              <a:off x="5730240" y="2314028"/>
              <a:ext cx="0" cy="126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16DDA1-AD1B-4B69-807D-C5333507DEF6}"/>
                </a:ext>
              </a:extLst>
            </p:cNvPr>
            <p:cNvSpPr txBox="1"/>
            <p:nvPr/>
          </p:nvSpPr>
          <p:spPr>
            <a:xfrm rot="16200000">
              <a:off x="5032934" y="2682418"/>
              <a:ext cx="8713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dirty="0">
                  <a:solidFill>
                    <a:srgbClr val="7030A0"/>
                  </a:solidFill>
                </a:rPr>
                <a:t>Root</a:t>
              </a:r>
              <a:endParaRPr lang="en-GB" sz="28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55E442-DAA0-496C-A97B-AEA8E9BE3402}"/>
                </a:ext>
              </a:extLst>
            </p:cNvPr>
            <p:cNvSpPr txBox="1"/>
            <p:nvPr/>
          </p:nvSpPr>
          <p:spPr>
            <a:xfrm>
              <a:off x="5730240" y="2529603"/>
              <a:ext cx="18838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latin typeface="Consolas" panose="020B0609020204030204" pitchFamily="49" charset="0"/>
                </a:rPr>
                <a:t>index.html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style.css</a:t>
              </a:r>
            </a:p>
          </p:txBody>
        </p:sp>
      </p:grpSp>
      <p:grpSp>
        <p:nvGrpSpPr>
          <p:cNvPr id="25" name="pages">
            <a:extLst>
              <a:ext uri="{FF2B5EF4-FFF2-40B4-BE49-F238E27FC236}">
                <a16:creationId xmlns:a16="http://schemas.microsoft.com/office/drawing/2014/main" id="{2D4AA3C8-D048-4F44-A77B-E22176FEA2D0}"/>
              </a:ext>
            </a:extLst>
          </p:cNvPr>
          <p:cNvGrpSpPr/>
          <p:nvPr/>
        </p:nvGrpSpPr>
        <p:grpSpPr>
          <a:xfrm>
            <a:off x="2327021" y="3590550"/>
            <a:ext cx="2407067" cy="1200329"/>
            <a:chOff x="2327021" y="3590550"/>
            <a:chExt cx="2407067" cy="120032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B9CBBF-A2CD-4799-8D5D-68FEB90DCE1D}"/>
                </a:ext>
              </a:extLst>
            </p:cNvPr>
            <p:cNvSpPr txBox="1"/>
            <p:nvPr/>
          </p:nvSpPr>
          <p:spPr>
            <a:xfrm rot="16200000">
              <a:off x="2003374" y="3924535"/>
              <a:ext cx="11705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pages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44DC60-397C-4A2A-B1A6-FB8C18628B6E}"/>
                </a:ext>
              </a:extLst>
            </p:cNvPr>
            <p:cNvSpPr txBox="1"/>
            <p:nvPr/>
          </p:nvSpPr>
          <p:spPr>
            <a:xfrm>
              <a:off x="2850239" y="3590550"/>
              <a:ext cx="188384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latin typeface="Consolas" panose="020B0609020204030204" pitchFamily="49" charset="0"/>
                </a:rPr>
                <a:t>cats.html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dogs.html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sheep.html</a:t>
              </a:r>
            </a:p>
          </p:txBody>
        </p:sp>
      </p:grpSp>
      <p:grpSp>
        <p:nvGrpSpPr>
          <p:cNvPr id="26" name="media">
            <a:extLst>
              <a:ext uri="{FF2B5EF4-FFF2-40B4-BE49-F238E27FC236}">
                <a16:creationId xmlns:a16="http://schemas.microsoft.com/office/drawing/2014/main" id="{DCBF9B58-7877-4A73-B1E0-F31136312584}"/>
              </a:ext>
            </a:extLst>
          </p:cNvPr>
          <p:cNvGrpSpPr/>
          <p:nvPr/>
        </p:nvGrpSpPr>
        <p:grpSpPr>
          <a:xfrm>
            <a:off x="8087021" y="3624757"/>
            <a:ext cx="2067231" cy="1200329"/>
            <a:chOff x="8087021" y="3624757"/>
            <a:chExt cx="2067231" cy="12003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4D631F-6467-4B69-BB4B-FBE62ED1F8AD}"/>
                </a:ext>
              </a:extLst>
            </p:cNvPr>
            <p:cNvSpPr txBox="1"/>
            <p:nvPr/>
          </p:nvSpPr>
          <p:spPr>
            <a:xfrm rot="16200000">
              <a:off x="7763374" y="3967799"/>
              <a:ext cx="11705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media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1F4081-812A-4517-AEF3-08B8E5BE74D2}"/>
                </a:ext>
              </a:extLst>
            </p:cNvPr>
            <p:cNvSpPr txBox="1"/>
            <p:nvPr/>
          </p:nvSpPr>
          <p:spPr>
            <a:xfrm>
              <a:off x="8610240" y="3624757"/>
              <a:ext cx="154401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latin typeface="Consolas" panose="020B0609020204030204" pitchFamily="49" charset="0"/>
                </a:rPr>
                <a:t>lamb.jpg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lion.png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wolf.gif</a:t>
              </a:r>
            </a:p>
          </p:txBody>
        </p:sp>
      </p:grpSp>
      <p:sp>
        <p:nvSpPr>
          <p:cNvPr id="22" name="Callout: Bent Line with No Border 21">
            <a:extLst>
              <a:ext uri="{FF2B5EF4-FFF2-40B4-BE49-F238E27FC236}">
                <a16:creationId xmlns:a16="http://schemas.microsoft.com/office/drawing/2014/main" id="{07A86949-E86B-4892-ABF0-D85995D93C10}"/>
              </a:ext>
            </a:extLst>
          </p:cNvPr>
          <p:cNvSpPr/>
          <p:nvPr/>
        </p:nvSpPr>
        <p:spPr>
          <a:xfrm flipH="1">
            <a:off x="2327020" y="2125860"/>
            <a:ext cx="202365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87008"/>
              <a:gd name="adj6" fmla="val -4563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Main folder</a:t>
            </a:r>
          </a:p>
        </p:txBody>
      </p:sp>
      <p:sp>
        <p:nvSpPr>
          <p:cNvPr id="23" name="Callout: Bent Line with No Border 22">
            <a:extLst>
              <a:ext uri="{FF2B5EF4-FFF2-40B4-BE49-F238E27FC236}">
                <a16:creationId xmlns:a16="http://schemas.microsoft.com/office/drawing/2014/main" id="{CE7B039D-1DE0-4F0F-AB4B-F123BE21C45D}"/>
              </a:ext>
            </a:extLst>
          </p:cNvPr>
          <p:cNvSpPr/>
          <p:nvPr/>
        </p:nvSpPr>
        <p:spPr>
          <a:xfrm>
            <a:off x="7336805" y="1383139"/>
            <a:ext cx="150043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22801"/>
              <a:gd name="adj6" fmla="val -4036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Files</a:t>
            </a:r>
          </a:p>
        </p:txBody>
      </p:sp>
      <p:sp>
        <p:nvSpPr>
          <p:cNvPr id="20" name="Callout: Bent Line with No Border 19">
            <a:extLst>
              <a:ext uri="{FF2B5EF4-FFF2-40B4-BE49-F238E27FC236}">
                <a16:creationId xmlns:a16="http://schemas.microsoft.com/office/drawing/2014/main" id="{5323F730-EAE1-4513-9DFE-71048460FC79}"/>
              </a:ext>
            </a:extLst>
          </p:cNvPr>
          <p:cNvSpPr/>
          <p:nvPr/>
        </p:nvSpPr>
        <p:spPr>
          <a:xfrm flipH="1">
            <a:off x="5953075" y="5150111"/>
            <a:ext cx="179470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5874"/>
              <a:gd name="adj6" fmla="val -3010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Sub-folder</a:t>
            </a:r>
          </a:p>
        </p:txBody>
      </p:sp>
      <p:sp>
        <p:nvSpPr>
          <p:cNvPr id="21" name="Callout: Bent Line with No Border 20">
            <a:extLst>
              <a:ext uri="{FF2B5EF4-FFF2-40B4-BE49-F238E27FC236}">
                <a16:creationId xmlns:a16="http://schemas.microsoft.com/office/drawing/2014/main" id="{0F20EC71-B572-4E66-A717-9B649678FE95}"/>
              </a:ext>
            </a:extLst>
          </p:cNvPr>
          <p:cNvSpPr/>
          <p:nvPr/>
        </p:nvSpPr>
        <p:spPr>
          <a:xfrm>
            <a:off x="4456805" y="4848265"/>
            <a:ext cx="150043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3848"/>
              <a:gd name="adj6" fmla="val -356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Files</a:t>
            </a:r>
          </a:p>
        </p:txBody>
      </p:sp>
      <p:sp>
        <p:nvSpPr>
          <p:cNvPr id="28" name="Callout: Bent Line with No Border 27">
            <a:extLst>
              <a:ext uri="{FF2B5EF4-FFF2-40B4-BE49-F238E27FC236}">
                <a16:creationId xmlns:a16="http://schemas.microsoft.com/office/drawing/2014/main" id="{31003450-8BD8-422C-91D2-0F031E2EA827}"/>
              </a:ext>
            </a:extLst>
          </p:cNvPr>
          <p:cNvSpPr/>
          <p:nvPr/>
        </p:nvSpPr>
        <p:spPr>
          <a:xfrm flipH="1">
            <a:off x="235531" y="5138236"/>
            <a:ext cx="179470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5874"/>
              <a:gd name="adj6" fmla="val -3010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Sub-folder</a:t>
            </a:r>
          </a:p>
        </p:txBody>
      </p:sp>
      <p:sp>
        <p:nvSpPr>
          <p:cNvPr id="29" name="Callout: Bent Line with No Border 28">
            <a:extLst>
              <a:ext uri="{FF2B5EF4-FFF2-40B4-BE49-F238E27FC236}">
                <a16:creationId xmlns:a16="http://schemas.microsoft.com/office/drawing/2014/main" id="{77BA2D2E-A6C4-486F-A467-956DEF954D93}"/>
              </a:ext>
            </a:extLst>
          </p:cNvPr>
          <p:cNvSpPr/>
          <p:nvPr/>
        </p:nvSpPr>
        <p:spPr>
          <a:xfrm>
            <a:off x="10051439" y="4965040"/>
            <a:ext cx="150043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3848"/>
              <a:gd name="adj6" fmla="val -356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130580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0" grpId="0" animBg="1"/>
      <p:bldP spid="21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0566-52C1-4875-BEEB-244F419B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Directory Structure </a:t>
            </a:r>
          </a:p>
        </p:txBody>
      </p:sp>
      <p:grpSp>
        <p:nvGrpSpPr>
          <p:cNvPr id="27" name="sub">
            <a:extLst>
              <a:ext uri="{FF2B5EF4-FFF2-40B4-BE49-F238E27FC236}">
                <a16:creationId xmlns:a16="http://schemas.microsoft.com/office/drawing/2014/main" id="{048C293E-81FC-43B7-93A2-1DF987C686D3}"/>
              </a:ext>
            </a:extLst>
          </p:cNvPr>
          <p:cNvGrpSpPr/>
          <p:nvPr/>
        </p:nvGrpSpPr>
        <p:grpSpPr>
          <a:xfrm>
            <a:off x="2850240" y="3556146"/>
            <a:ext cx="5760000" cy="1260000"/>
            <a:chOff x="2850240" y="3556146"/>
            <a:chExt cx="5760000" cy="1260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E511BD-BAE5-4103-B1ED-49F2FC53EF15}"/>
                </a:ext>
              </a:extLst>
            </p:cNvPr>
            <p:cNvCxnSpPr/>
            <p:nvPr/>
          </p:nvCxnSpPr>
          <p:spPr>
            <a:xfrm>
              <a:off x="2850240" y="3556146"/>
              <a:ext cx="0" cy="126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867BFDF-844E-4761-A77E-9C6550BCD1FF}"/>
                </a:ext>
              </a:extLst>
            </p:cNvPr>
            <p:cNvCxnSpPr/>
            <p:nvPr/>
          </p:nvCxnSpPr>
          <p:spPr>
            <a:xfrm>
              <a:off x="8610240" y="3556146"/>
              <a:ext cx="0" cy="126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00107F-56F0-4546-B9EA-913D5ADA5D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0240" y="3556146"/>
              <a:ext cx="576000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Root">
            <a:extLst>
              <a:ext uri="{FF2B5EF4-FFF2-40B4-BE49-F238E27FC236}">
                <a16:creationId xmlns:a16="http://schemas.microsoft.com/office/drawing/2014/main" id="{24EB4B2C-0D2E-42F1-A18B-64DBBA7DEBB3}"/>
              </a:ext>
            </a:extLst>
          </p:cNvPr>
          <p:cNvGrpSpPr/>
          <p:nvPr/>
        </p:nvGrpSpPr>
        <p:grpSpPr>
          <a:xfrm>
            <a:off x="5207020" y="2314028"/>
            <a:ext cx="2407069" cy="1260000"/>
            <a:chOff x="5207020" y="2314028"/>
            <a:chExt cx="2407069" cy="12600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3E407A8-DC4C-4297-A3D9-58DA4078A8A7}"/>
                </a:ext>
              </a:extLst>
            </p:cNvPr>
            <p:cNvCxnSpPr/>
            <p:nvPr/>
          </p:nvCxnSpPr>
          <p:spPr>
            <a:xfrm>
              <a:off x="5730240" y="2314028"/>
              <a:ext cx="0" cy="126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16DDA1-AD1B-4B69-807D-C5333507DEF6}"/>
                </a:ext>
              </a:extLst>
            </p:cNvPr>
            <p:cNvSpPr txBox="1"/>
            <p:nvPr/>
          </p:nvSpPr>
          <p:spPr>
            <a:xfrm rot="16200000">
              <a:off x="5032934" y="2682418"/>
              <a:ext cx="8713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dirty="0">
                  <a:solidFill>
                    <a:srgbClr val="7030A0"/>
                  </a:solidFill>
                </a:rPr>
                <a:t>Root</a:t>
              </a:r>
              <a:endParaRPr lang="en-GB" sz="28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055E442-DAA0-496C-A97B-AEA8E9BE3402}"/>
                </a:ext>
              </a:extLst>
            </p:cNvPr>
            <p:cNvSpPr txBox="1"/>
            <p:nvPr/>
          </p:nvSpPr>
          <p:spPr>
            <a:xfrm>
              <a:off x="5730240" y="2529603"/>
              <a:ext cx="18838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latin typeface="Consolas" panose="020B0609020204030204" pitchFamily="49" charset="0"/>
                </a:rPr>
                <a:t>index.html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style.css</a:t>
              </a:r>
            </a:p>
          </p:txBody>
        </p:sp>
      </p:grpSp>
      <p:grpSp>
        <p:nvGrpSpPr>
          <p:cNvPr id="25" name="pages">
            <a:extLst>
              <a:ext uri="{FF2B5EF4-FFF2-40B4-BE49-F238E27FC236}">
                <a16:creationId xmlns:a16="http://schemas.microsoft.com/office/drawing/2014/main" id="{2D4AA3C8-D048-4F44-A77B-E22176FEA2D0}"/>
              </a:ext>
            </a:extLst>
          </p:cNvPr>
          <p:cNvGrpSpPr/>
          <p:nvPr/>
        </p:nvGrpSpPr>
        <p:grpSpPr>
          <a:xfrm>
            <a:off x="2327021" y="3590550"/>
            <a:ext cx="2407067" cy="1200329"/>
            <a:chOff x="2327021" y="3590550"/>
            <a:chExt cx="2407067" cy="120032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B9CBBF-A2CD-4799-8D5D-68FEB90DCE1D}"/>
                </a:ext>
              </a:extLst>
            </p:cNvPr>
            <p:cNvSpPr txBox="1"/>
            <p:nvPr/>
          </p:nvSpPr>
          <p:spPr>
            <a:xfrm rot="16200000">
              <a:off x="2003374" y="3924535"/>
              <a:ext cx="11705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pages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44DC60-397C-4A2A-B1A6-FB8C18628B6E}"/>
                </a:ext>
              </a:extLst>
            </p:cNvPr>
            <p:cNvSpPr txBox="1"/>
            <p:nvPr/>
          </p:nvSpPr>
          <p:spPr>
            <a:xfrm>
              <a:off x="2850239" y="3590550"/>
              <a:ext cx="188384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latin typeface="Consolas" panose="020B0609020204030204" pitchFamily="49" charset="0"/>
                </a:rPr>
                <a:t>cats.html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dogs.html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sheep.html</a:t>
              </a:r>
            </a:p>
          </p:txBody>
        </p:sp>
      </p:grpSp>
      <p:grpSp>
        <p:nvGrpSpPr>
          <p:cNvPr id="26" name="media">
            <a:extLst>
              <a:ext uri="{FF2B5EF4-FFF2-40B4-BE49-F238E27FC236}">
                <a16:creationId xmlns:a16="http://schemas.microsoft.com/office/drawing/2014/main" id="{DCBF9B58-7877-4A73-B1E0-F31136312584}"/>
              </a:ext>
            </a:extLst>
          </p:cNvPr>
          <p:cNvGrpSpPr/>
          <p:nvPr/>
        </p:nvGrpSpPr>
        <p:grpSpPr>
          <a:xfrm>
            <a:off x="8087021" y="3624757"/>
            <a:ext cx="2067231" cy="1200329"/>
            <a:chOff x="8087021" y="3624757"/>
            <a:chExt cx="2067231" cy="12003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4D631F-6467-4B69-BB4B-FBE62ED1F8AD}"/>
                </a:ext>
              </a:extLst>
            </p:cNvPr>
            <p:cNvSpPr txBox="1"/>
            <p:nvPr/>
          </p:nvSpPr>
          <p:spPr>
            <a:xfrm rot="16200000">
              <a:off x="7763374" y="3967799"/>
              <a:ext cx="11705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dirty="0">
                  <a:solidFill>
                    <a:srgbClr val="7030A0"/>
                  </a:solidFill>
                  <a:latin typeface="Consolas" panose="020B0609020204030204" pitchFamily="49" charset="0"/>
                </a:rPr>
                <a:t>media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1F4081-812A-4517-AEF3-08B8E5BE74D2}"/>
                </a:ext>
              </a:extLst>
            </p:cNvPr>
            <p:cNvSpPr txBox="1"/>
            <p:nvPr/>
          </p:nvSpPr>
          <p:spPr>
            <a:xfrm>
              <a:off x="8610240" y="3624757"/>
              <a:ext cx="154401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>
                  <a:latin typeface="Consolas" panose="020B0609020204030204" pitchFamily="49" charset="0"/>
                </a:rPr>
                <a:t>lamb.jpg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lion.png</a:t>
              </a:r>
            </a:p>
            <a:p>
              <a:r>
                <a:rPr lang="en-GB" sz="2400" dirty="0">
                  <a:latin typeface="Consolas" panose="020B0609020204030204" pitchFamily="49" charset="0"/>
                </a:rPr>
                <a:t>wolf.gif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4304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Grouping - </a:t>
            </a:r>
            <a:r>
              <a:rPr lang="en-GB" dirty="0">
                <a:latin typeface="Consolas" panose="020B0609020204030204" pitchFamily="49" charset="0"/>
              </a:rPr>
              <a:t>div</a:t>
            </a:r>
            <a:r>
              <a:rPr lang="en-GB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&lt;div&gt;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&lt;h2&gt;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Grouping elements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&lt;/h2&gt;</a:t>
            </a: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Useful for formatting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&lt;/div&gt;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GB" sz="36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978C1-2FE4-9664-9E88-60E85F4313AC}"/>
              </a:ext>
            </a:extLst>
          </p:cNvPr>
          <p:cNvSpPr txBox="1"/>
          <p:nvPr/>
        </p:nvSpPr>
        <p:spPr>
          <a:xfrm>
            <a:off x="2454089" y="5846544"/>
            <a:ext cx="7283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div</a:t>
            </a:r>
            <a:r>
              <a:rPr lang="en-GB" sz="3600" dirty="0">
                <a:solidFill>
                  <a:srgbClr val="7030A0"/>
                </a:solidFill>
              </a:rPr>
              <a:t> element is there for its children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58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A08D8C-B9B1-39ED-4D7E-C50DA1EC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081A-E8C7-D51F-B8F2-69E13EC7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Grouping - </a:t>
            </a:r>
            <a:r>
              <a:rPr lang="en-GB" dirty="0">
                <a:latin typeface="Consolas" panose="020B0609020204030204" pitchFamily="49" charset="0"/>
              </a:rPr>
              <a:t>div</a:t>
            </a:r>
            <a:r>
              <a:rPr lang="en-GB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CD6D6-9A75-9590-22EF-A4DD7AEEB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&lt;div&gt;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&lt;h3&gt;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div groups elements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&lt;/h3&gt;</a:t>
            </a: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Useful for formatting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  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&lt;/div&gt;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&lt;/body&gt;</a:t>
            </a:r>
            <a:endParaRPr lang="en-GB" sz="3600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2DFD4E-BB8C-CF14-12DE-A98BA6909324}"/>
              </a:ext>
            </a:extLst>
          </p:cNvPr>
          <p:cNvSpPr txBox="1"/>
          <p:nvPr/>
        </p:nvSpPr>
        <p:spPr>
          <a:xfrm>
            <a:off x="2200815" y="5846544"/>
            <a:ext cx="6169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A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  </a:t>
            </a:r>
            <a:r>
              <a:rPr lang="en-GB" sz="3600" dirty="0">
                <a:solidFill>
                  <a:srgbClr val="7030A0"/>
                </a:solidFill>
              </a:rPr>
              <a:t> element is there for its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4011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MIME Types – Images /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871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onsolas" panose="020B0609020204030204" pitchFamily="49" charset="0"/>
              </a:rPr>
              <a:t>image/gif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image/jpeg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image/</a:t>
            </a:r>
            <a:r>
              <a:rPr lang="en-GB" sz="3600" dirty="0" err="1">
                <a:latin typeface="Consolas" panose="020B0609020204030204" pitchFamily="49" charset="0"/>
              </a:rPr>
              <a:t>png</a:t>
            </a:r>
            <a:endParaRPr lang="en-GB" sz="3600" dirty="0">
              <a:latin typeface="Consolas" panose="020B0609020204030204" pitchFamily="49" charset="0"/>
            </a:endParaRPr>
          </a:p>
          <a:p>
            <a:r>
              <a:rPr lang="en-GB" sz="3600" dirty="0">
                <a:latin typeface="Consolas" panose="020B0609020204030204" pitchFamily="49" charset="0"/>
              </a:rPr>
              <a:t>text/</a:t>
            </a:r>
            <a:r>
              <a:rPr lang="en-GB" sz="3600" dirty="0" err="1">
                <a:latin typeface="Consolas" panose="020B0609020204030204" pitchFamily="49" charset="0"/>
              </a:rPr>
              <a:t>css</a:t>
            </a:r>
            <a:endParaRPr lang="en-GB" sz="3600" dirty="0">
              <a:latin typeface="Consolas" panose="020B0609020204030204" pitchFamily="49" charset="0"/>
            </a:endParaRPr>
          </a:p>
          <a:p>
            <a:r>
              <a:rPr lang="en-GB" sz="3600" dirty="0">
                <a:latin typeface="Consolas" panose="020B0609020204030204" pitchFamily="49" charset="0"/>
              </a:rPr>
              <a:t>text/</a:t>
            </a:r>
            <a:r>
              <a:rPr lang="en-GB" sz="3600" dirty="0" err="1">
                <a:latin typeface="Consolas" panose="020B0609020204030204" pitchFamily="49" charset="0"/>
              </a:rPr>
              <a:t>javascript</a:t>
            </a:r>
            <a:endParaRPr lang="en-GB" sz="3600" dirty="0">
              <a:latin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998278-E3AA-3A99-CA7F-AD168F4F5BFB}"/>
              </a:ext>
            </a:extLst>
          </p:cNvPr>
          <p:cNvGrpSpPr/>
          <p:nvPr/>
        </p:nvGrpSpPr>
        <p:grpSpPr>
          <a:xfrm>
            <a:off x="5017912" y="1955921"/>
            <a:ext cx="2915187" cy="1869273"/>
            <a:chOff x="3844205" y="3232875"/>
            <a:chExt cx="2915187" cy="24237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319743-DC6D-213F-96A4-01D6AB5BBFFB}"/>
                </a:ext>
              </a:extLst>
            </p:cNvPr>
            <p:cNvSpPr txBox="1"/>
            <p:nvPr/>
          </p:nvSpPr>
          <p:spPr>
            <a:xfrm>
              <a:off x="4496307" y="4024643"/>
              <a:ext cx="2263085" cy="840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/>
                <a:t>Image files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135B00E6-24C9-1207-FD38-92793CDBE4A9}"/>
                </a:ext>
              </a:extLst>
            </p:cNvPr>
            <p:cNvSpPr/>
            <p:nvPr/>
          </p:nvSpPr>
          <p:spPr>
            <a:xfrm>
              <a:off x="3844205" y="3232875"/>
              <a:ext cx="372533" cy="2423752"/>
            </a:xfrm>
            <a:prstGeom prst="rightBrac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69F22-6F4E-FF6F-9D7F-899EF3D5D275}"/>
              </a:ext>
            </a:extLst>
          </p:cNvPr>
          <p:cNvGrpSpPr/>
          <p:nvPr/>
        </p:nvGrpSpPr>
        <p:grpSpPr>
          <a:xfrm>
            <a:off x="5017911" y="4016610"/>
            <a:ext cx="2915187" cy="1123470"/>
            <a:chOff x="2703690" y="3574663"/>
            <a:chExt cx="2915187" cy="112347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8307088-856A-97FC-D947-9DC2C45EB0DD}"/>
                </a:ext>
              </a:extLst>
            </p:cNvPr>
            <p:cNvSpPr txBox="1"/>
            <p:nvPr/>
          </p:nvSpPr>
          <p:spPr>
            <a:xfrm>
              <a:off x="3355792" y="3813232"/>
              <a:ext cx="22630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/>
                <a:t>Linked files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E3937D48-A418-3EB8-7452-416A063542E7}"/>
                </a:ext>
              </a:extLst>
            </p:cNvPr>
            <p:cNvSpPr/>
            <p:nvPr/>
          </p:nvSpPr>
          <p:spPr>
            <a:xfrm>
              <a:off x="2703690" y="3574663"/>
              <a:ext cx="372533" cy="1123470"/>
            </a:xfrm>
            <a:prstGeom prst="rightBrac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3111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MIME Types – Images /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871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onsolas" panose="020B0609020204030204" pitchFamily="49" charset="0"/>
              </a:rPr>
              <a:t>image/gif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image/jpeg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image/</a:t>
            </a:r>
            <a:r>
              <a:rPr lang="en-GB" sz="3600" dirty="0" err="1">
                <a:latin typeface="Consolas" panose="020B0609020204030204" pitchFamily="49" charset="0"/>
              </a:rPr>
              <a:t>png</a:t>
            </a:r>
            <a:endParaRPr lang="en-GB" sz="3600" dirty="0">
              <a:latin typeface="Consolas" panose="020B0609020204030204" pitchFamily="49" charset="0"/>
            </a:endParaRPr>
          </a:p>
          <a:p>
            <a:r>
              <a:rPr lang="en-GB" sz="3600" dirty="0">
                <a:latin typeface="Consolas" panose="020B0609020204030204" pitchFamily="49" charset="0"/>
              </a:rPr>
              <a:t>text/</a:t>
            </a:r>
            <a:r>
              <a:rPr lang="en-GB" sz="3600" dirty="0" err="1">
                <a:latin typeface="Consolas" panose="020B0609020204030204" pitchFamily="49" charset="0"/>
              </a:rPr>
              <a:t>css</a:t>
            </a:r>
            <a:endParaRPr lang="en-GB" sz="3600" dirty="0">
              <a:latin typeface="Consolas" panose="020B0609020204030204" pitchFamily="49" charset="0"/>
            </a:endParaRPr>
          </a:p>
          <a:p>
            <a:r>
              <a:rPr lang="en-GB" sz="3600" dirty="0">
                <a:latin typeface="Consolas" panose="020B0609020204030204" pitchFamily="49" charset="0"/>
              </a:rPr>
              <a:t>text/</a:t>
            </a:r>
            <a:r>
              <a:rPr lang="en-GB" sz="3600" dirty="0" err="1">
                <a:latin typeface="Consolas" panose="020B0609020204030204" pitchFamily="49" charset="0"/>
              </a:rPr>
              <a:t>javascript</a:t>
            </a:r>
            <a:endParaRPr lang="en-GB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274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MIME Types – Audio /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871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onsolas" panose="020B0609020204030204" pitchFamily="49" charset="0"/>
              </a:rPr>
              <a:t>audio/mpeg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audio/wav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video/mp4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video/mpeg</a:t>
            </a:r>
          </a:p>
          <a:p>
            <a:endParaRPr lang="en-GB" sz="36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0A8806-68AD-67C6-9653-97EBDCF65F26}"/>
              </a:ext>
            </a:extLst>
          </p:cNvPr>
          <p:cNvGrpSpPr/>
          <p:nvPr/>
        </p:nvGrpSpPr>
        <p:grpSpPr>
          <a:xfrm>
            <a:off x="5017911" y="3297112"/>
            <a:ext cx="2915189" cy="1122488"/>
            <a:chOff x="2703690" y="3610526"/>
            <a:chExt cx="2915189" cy="112248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670DD1-E219-D4E5-0910-27ECDDD6B28B}"/>
                </a:ext>
              </a:extLst>
            </p:cNvPr>
            <p:cNvSpPr txBox="1"/>
            <p:nvPr/>
          </p:nvSpPr>
          <p:spPr>
            <a:xfrm>
              <a:off x="3355794" y="3848604"/>
              <a:ext cx="22630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/>
                <a:t>Video files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EA6DF8BC-7946-211A-288F-C7392B4E09B1}"/>
                </a:ext>
              </a:extLst>
            </p:cNvPr>
            <p:cNvSpPr/>
            <p:nvPr/>
          </p:nvSpPr>
          <p:spPr>
            <a:xfrm>
              <a:off x="2703690" y="3610526"/>
              <a:ext cx="372533" cy="1122488"/>
            </a:xfrm>
            <a:prstGeom prst="rightBrac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6A23F7-4BEE-0591-A769-AEBE0320D394}"/>
              </a:ext>
            </a:extLst>
          </p:cNvPr>
          <p:cNvGrpSpPr/>
          <p:nvPr/>
        </p:nvGrpSpPr>
        <p:grpSpPr>
          <a:xfrm>
            <a:off x="5017911" y="2074432"/>
            <a:ext cx="2915189" cy="979918"/>
            <a:chOff x="2703690" y="3574663"/>
            <a:chExt cx="2915189" cy="97991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4C9916-B781-F6A5-7CEF-62A20D8AAD5B}"/>
                </a:ext>
              </a:extLst>
            </p:cNvPr>
            <p:cNvSpPr txBox="1"/>
            <p:nvPr/>
          </p:nvSpPr>
          <p:spPr>
            <a:xfrm>
              <a:off x="3355794" y="3741456"/>
              <a:ext cx="22630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/>
                <a:t>Audio files</a:t>
              </a:r>
              <a:endParaRPr lang="en-GB" sz="3600" dirty="0">
                <a:solidFill>
                  <a:srgbClr val="7030A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A567E284-E050-5C51-086D-DA82FD542162}"/>
                </a:ext>
              </a:extLst>
            </p:cNvPr>
            <p:cNvSpPr/>
            <p:nvPr/>
          </p:nvSpPr>
          <p:spPr>
            <a:xfrm>
              <a:off x="2703690" y="3574663"/>
              <a:ext cx="372533" cy="979918"/>
            </a:xfrm>
            <a:prstGeom prst="rightBrac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530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5398-0280-7C80-05B6-3C9375628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MIME Types – Audio /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061-4D6D-792D-3F0F-24AFB87A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871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onsolas" panose="020B0609020204030204" pitchFamily="49" charset="0"/>
              </a:rPr>
              <a:t>audio/mpeg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audio/wav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video/mp4</a:t>
            </a:r>
          </a:p>
          <a:p>
            <a:r>
              <a:rPr lang="en-GB" sz="3600" dirty="0">
                <a:latin typeface="Consolas" panose="020B0609020204030204" pitchFamily="49" charset="0"/>
              </a:rPr>
              <a:t>video/mpeg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1690510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9476D-D802-F1A4-B4C7-C80E5B9D04B2}"/>
              </a:ext>
            </a:extLst>
          </p:cNvPr>
          <p:cNvSpPr txBox="1"/>
          <p:nvPr/>
        </p:nvSpPr>
        <p:spPr>
          <a:xfrm>
            <a:off x="1049655" y="889843"/>
            <a:ext cx="1009269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dirty="0">
                <a:effectLst/>
                <a:latin typeface="CiscoSansTT"/>
              </a:rPr>
              <a:t>Block-Level Elements</a:t>
            </a:r>
          </a:p>
          <a:p>
            <a:pPr algn="l">
              <a:buNone/>
            </a:pPr>
            <a:r>
              <a:rPr lang="en-GB" b="0" i="0" dirty="0">
                <a:effectLst/>
                <a:latin typeface="CiscoSansTT"/>
              </a:rPr>
              <a:t>Block-level elements are used to </a:t>
            </a:r>
            <a:r>
              <a:rPr lang="en-GB" b="1" i="0" dirty="0">
                <a:effectLst/>
                <a:latin typeface="CiscoSansTT"/>
              </a:rPr>
              <a:t>create the main structure of a web page</a:t>
            </a:r>
            <a:r>
              <a:rPr lang="en-GB" b="0" i="0" dirty="0">
                <a:effectLst/>
                <a:latin typeface="CiscoSansTT"/>
              </a:rPr>
              <a:t>, such as headers, paragraphs, and lists. They start on a new line and take up the full width of the page, which means that any content placed inside a block-level element will create a new block of content, separate from the content before or after it.</a:t>
            </a:r>
          </a:p>
          <a:p>
            <a:pPr algn="l">
              <a:buNone/>
            </a:pPr>
            <a:r>
              <a:rPr lang="en-GB" b="0" i="0" dirty="0">
                <a:effectLst/>
                <a:latin typeface="CiscoSansTT"/>
              </a:rPr>
              <a:t>Examples of block-level elements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Courier New" panose="02070309020205020404" pitchFamily="49" charset="0"/>
              </a:rPr>
              <a:t>&lt;h1&gt;</a:t>
            </a:r>
            <a:r>
              <a:rPr lang="en-GB" b="0" i="0" dirty="0">
                <a:effectLst/>
                <a:latin typeface="CiscoSansTT"/>
              </a:rPr>
              <a:t> through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&lt;h6&gt;</a:t>
            </a:r>
            <a:r>
              <a:rPr lang="en-GB" b="0" i="0" dirty="0">
                <a:effectLst/>
                <a:latin typeface="CiscoSansTT"/>
              </a:rPr>
              <a:t> for headings,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Courier New" panose="02070309020205020404" pitchFamily="49" charset="0"/>
              </a:rPr>
              <a:t>&lt;p&gt;</a:t>
            </a:r>
            <a:r>
              <a:rPr lang="en-GB" b="0" i="0" dirty="0">
                <a:effectLst/>
                <a:latin typeface="CiscoSansTT"/>
              </a:rPr>
              <a:t> for paragraphs,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Courier New" panose="02070309020205020404" pitchFamily="49" charset="0"/>
              </a:rPr>
              <a:t>&lt;</a:t>
            </a:r>
            <a:r>
              <a:rPr lang="en-GB" b="0" i="0" dirty="0" err="1">
                <a:effectLst/>
                <a:latin typeface="Courier New" panose="02070309020205020404" pitchFamily="49" charset="0"/>
              </a:rPr>
              <a:t>ul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&gt;</a:t>
            </a:r>
            <a:r>
              <a:rPr lang="en-GB" b="0" i="0" dirty="0">
                <a:effectLst/>
                <a:latin typeface="CiscoSansTT"/>
              </a:rPr>
              <a:t> and 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&lt;</a:t>
            </a:r>
            <a:r>
              <a:rPr lang="en-GB" b="0" i="0" dirty="0" err="1">
                <a:effectLst/>
                <a:latin typeface="Courier New" panose="02070309020205020404" pitchFamily="49" charset="0"/>
              </a:rPr>
              <a:t>ol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&gt;</a:t>
            </a:r>
            <a:r>
              <a:rPr lang="en-GB" b="0" i="0" dirty="0">
                <a:effectLst/>
                <a:latin typeface="CiscoSansTT"/>
              </a:rPr>
              <a:t> for lists, and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Courier New" panose="02070309020205020404" pitchFamily="49" charset="0"/>
              </a:rPr>
              <a:t>&lt;div&gt;</a:t>
            </a:r>
            <a:r>
              <a:rPr lang="en-GB" b="0" i="0" dirty="0">
                <a:effectLst/>
                <a:latin typeface="CiscoSansTT"/>
              </a:rPr>
              <a:t> for grouping content.</a:t>
            </a:r>
          </a:p>
          <a:p>
            <a:pPr algn="l">
              <a:buNone/>
            </a:pPr>
            <a:r>
              <a:rPr lang="en-GB" b="1" i="0" dirty="0">
                <a:effectLst/>
                <a:latin typeface="CiscoSansTT"/>
              </a:rPr>
              <a:t>Inline Elements</a:t>
            </a:r>
          </a:p>
          <a:p>
            <a:pPr algn="l">
              <a:buNone/>
            </a:pPr>
            <a:r>
              <a:rPr lang="en-GB" b="0" i="0" dirty="0">
                <a:effectLst/>
                <a:latin typeface="CiscoSansTT"/>
              </a:rPr>
              <a:t>Inline elements, on the other hand, are used to </a:t>
            </a:r>
            <a:r>
              <a:rPr lang="en-GB" b="1" i="0" dirty="0">
                <a:effectLst/>
                <a:latin typeface="CiscoSansTT"/>
              </a:rPr>
              <a:t>style content within block-level elements</a:t>
            </a:r>
            <a:r>
              <a:rPr lang="en-GB" b="0" i="0" dirty="0">
                <a:effectLst/>
                <a:latin typeface="CiscoSansTT"/>
              </a:rPr>
              <a:t>, such as links and images. They don't start on a new line and only take up as much space as needed to display their content. This means that multiple inline elements can appear on the same line, separated by a space.</a:t>
            </a:r>
          </a:p>
          <a:p>
            <a:pPr algn="l">
              <a:buNone/>
            </a:pPr>
            <a:r>
              <a:rPr lang="en-GB" b="0" i="0" dirty="0">
                <a:effectLst/>
                <a:latin typeface="CiscoSansTT"/>
              </a:rPr>
              <a:t>Examples of inline elements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Courier New" panose="02070309020205020404" pitchFamily="49" charset="0"/>
              </a:rPr>
              <a:t>&lt;a&gt;</a:t>
            </a:r>
            <a:r>
              <a:rPr lang="en-GB" b="0" i="0" dirty="0">
                <a:effectLst/>
                <a:latin typeface="CiscoSansTT"/>
              </a:rPr>
              <a:t> for links,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Courier New" panose="02070309020205020404" pitchFamily="49" charset="0"/>
              </a:rPr>
              <a:t>&lt;</a:t>
            </a:r>
            <a:r>
              <a:rPr lang="en-GB" b="0" i="0" dirty="0" err="1">
                <a:effectLst/>
                <a:latin typeface="Courier New" panose="02070309020205020404" pitchFamily="49" charset="0"/>
              </a:rPr>
              <a:t>img</a:t>
            </a:r>
            <a:r>
              <a:rPr lang="en-GB" b="0" i="0" dirty="0">
                <a:effectLst/>
                <a:latin typeface="Courier New" panose="02070309020205020404" pitchFamily="49" charset="0"/>
              </a:rPr>
              <a:t>&gt;</a:t>
            </a:r>
            <a:r>
              <a:rPr lang="en-GB" b="0" i="0" dirty="0">
                <a:effectLst/>
                <a:latin typeface="CiscoSansTT"/>
              </a:rPr>
              <a:t> for images, and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Courier New" panose="02070309020205020404" pitchFamily="49" charset="0"/>
              </a:rPr>
              <a:t>&lt;span&gt;</a:t>
            </a:r>
            <a:r>
              <a:rPr lang="en-GB" b="0" i="0" dirty="0">
                <a:effectLst/>
                <a:latin typeface="CiscoSansTT"/>
              </a:rPr>
              <a:t> for styling content.</a:t>
            </a:r>
          </a:p>
        </p:txBody>
      </p:sp>
    </p:spTree>
    <p:extLst>
      <p:ext uri="{BB962C8B-B14F-4D97-AF65-F5344CB8AC3E}">
        <p14:creationId xmlns:p14="http://schemas.microsoft.com/office/powerpoint/2010/main" val="37448277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5BCE73-E68A-19FF-6E3B-A23855744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Elements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494FA6-D132-D6B9-EFB1-9C926F906755}"/>
              </a:ext>
            </a:extLst>
          </p:cNvPr>
          <p:cNvSpPr txBox="1"/>
          <p:nvPr/>
        </p:nvSpPr>
        <p:spPr>
          <a:xfrm>
            <a:off x="831383" y="1994128"/>
            <a:ext cx="1926553" cy="132343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Document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html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33B96-43D5-6687-5659-EC9C031A2E84}"/>
              </a:ext>
            </a:extLst>
          </p:cNvPr>
          <p:cNvSpPr txBox="1"/>
          <p:nvPr/>
        </p:nvSpPr>
        <p:spPr>
          <a:xfrm>
            <a:off x="3010989" y="1994128"/>
            <a:ext cx="1806970" cy="28007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Metadata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head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title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style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9A83C6-47FD-8FC3-1BB9-0D48E54E2A5D}"/>
              </a:ext>
            </a:extLst>
          </p:cNvPr>
          <p:cNvSpPr txBox="1"/>
          <p:nvPr/>
        </p:nvSpPr>
        <p:spPr>
          <a:xfrm>
            <a:off x="5071012" y="1994128"/>
            <a:ext cx="1576072" cy="181588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Sections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body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h1-h6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CB195-FD7D-2D11-B485-C7FDFB732121}"/>
              </a:ext>
            </a:extLst>
          </p:cNvPr>
          <p:cNvSpPr txBox="1"/>
          <p:nvPr/>
        </p:nvSpPr>
        <p:spPr>
          <a:xfrm>
            <a:off x="6900137" y="1994128"/>
            <a:ext cx="1734577" cy="329320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Grouping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p</a:t>
            </a:r>
          </a:p>
          <a:p>
            <a:r>
              <a:rPr lang="en-GB" sz="3200" dirty="0" err="1">
                <a:latin typeface="Consolas" panose="020B0609020204030204" pitchFamily="49" charset="0"/>
              </a:rPr>
              <a:t>ol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 err="1">
                <a:latin typeface="Consolas" panose="020B0609020204030204" pitchFamily="49" charset="0"/>
              </a:rPr>
              <a:t>ul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li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div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540AC-8C29-448A-CB05-B93DCAFBC641}"/>
              </a:ext>
            </a:extLst>
          </p:cNvPr>
          <p:cNvSpPr txBox="1"/>
          <p:nvPr/>
        </p:nvSpPr>
        <p:spPr>
          <a:xfrm>
            <a:off x="8887767" y="1994128"/>
            <a:ext cx="862929" cy="132343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Text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C830E-651B-0F50-9E33-983BB2553BF1}"/>
              </a:ext>
            </a:extLst>
          </p:cNvPr>
          <p:cNvSpPr txBox="1"/>
          <p:nvPr/>
        </p:nvSpPr>
        <p:spPr>
          <a:xfrm>
            <a:off x="10003750" y="1994128"/>
            <a:ext cx="1350050" cy="23083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Embed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 err="1">
                <a:latin typeface="Consolas" panose="020B0609020204030204" pitchFamily="49" charset="0"/>
              </a:rPr>
              <a:t>img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audio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0624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uiExpand="1" build="p"/>
      <p:bldP spid="11" grpId="0" uiExpand="1" build="p"/>
      <p:bldP spid="12" grpId="0" uiExpand="1" build="p"/>
      <p:bldP spid="13" grpId="0" uiExpand="1" build="p"/>
      <p:bldP spid="14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5BCE73-E68A-19FF-6E3B-A23855744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Elements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494FA6-D132-D6B9-EFB1-9C926F906755}"/>
              </a:ext>
            </a:extLst>
          </p:cNvPr>
          <p:cNvSpPr txBox="1"/>
          <p:nvPr/>
        </p:nvSpPr>
        <p:spPr>
          <a:xfrm>
            <a:off x="831383" y="1994127"/>
            <a:ext cx="1926553" cy="132343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BDD7EE"/>
                </a:solidFill>
              </a:rPr>
              <a:t>Document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html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33B96-43D5-6687-5659-EC9C031A2E84}"/>
              </a:ext>
            </a:extLst>
          </p:cNvPr>
          <p:cNvSpPr txBox="1"/>
          <p:nvPr/>
        </p:nvSpPr>
        <p:spPr>
          <a:xfrm>
            <a:off x="3010989" y="1994127"/>
            <a:ext cx="1806970" cy="280076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BDD7EE"/>
                </a:solidFill>
              </a:rPr>
              <a:t>Metadata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head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title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style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9A83C6-47FD-8FC3-1BB9-0D48E54E2A5D}"/>
              </a:ext>
            </a:extLst>
          </p:cNvPr>
          <p:cNvSpPr txBox="1"/>
          <p:nvPr/>
        </p:nvSpPr>
        <p:spPr>
          <a:xfrm>
            <a:off x="5071012" y="1994127"/>
            <a:ext cx="1576072" cy="181588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BDD7EE"/>
                </a:solidFill>
              </a:rPr>
              <a:t>Sections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body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h1-h6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CB195-FD7D-2D11-B485-C7FDFB732121}"/>
              </a:ext>
            </a:extLst>
          </p:cNvPr>
          <p:cNvSpPr txBox="1"/>
          <p:nvPr/>
        </p:nvSpPr>
        <p:spPr>
          <a:xfrm>
            <a:off x="6900137" y="1994127"/>
            <a:ext cx="1734577" cy="329320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BDD7EE"/>
                </a:solidFill>
              </a:rPr>
              <a:t>Grouping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p</a:t>
            </a:r>
          </a:p>
          <a:p>
            <a:r>
              <a:rPr lang="en-GB" sz="3200" dirty="0" err="1">
                <a:latin typeface="Consolas" panose="020B0609020204030204" pitchFamily="49" charset="0"/>
              </a:rPr>
              <a:t>ol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 err="1">
                <a:latin typeface="Consolas" panose="020B0609020204030204" pitchFamily="49" charset="0"/>
              </a:rPr>
              <a:t>ul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li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div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540AC-8C29-448A-CB05-B93DCAFBC641}"/>
              </a:ext>
            </a:extLst>
          </p:cNvPr>
          <p:cNvSpPr txBox="1"/>
          <p:nvPr/>
        </p:nvSpPr>
        <p:spPr>
          <a:xfrm>
            <a:off x="8887767" y="1994127"/>
            <a:ext cx="862929" cy="132343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BDD7EE"/>
                </a:solidFill>
              </a:rPr>
              <a:t>Text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C830E-651B-0F50-9E33-983BB2553BF1}"/>
              </a:ext>
            </a:extLst>
          </p:cNvPr>
          <p:cNvSpPr txBox="1"/>
          <p:nvPr/>
        </p:nvSpPr>
        <p:spPr>
          <a:xfrm>
            <a:off x="10003750" y="1994127"/>
            <a:ext cx="1350050" cy="23083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>
                <a:solidFill>
                  <a:srgbClr val="BDD7EE"/>
                </a:solidFill>
              </a:rPr>
              <a:t>Embed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3200" dirty="0" err="1">
                <a:latin typeface="Consolas" panose="020B0609020204030204" pitchFamily="49" charset="0"/>
              </a:rPr>
              <a:t>img</a:t>
            </a:r>
            <a:endParaRPr lang="en-GB" sz="3200" dirty="0">
              <a:latin typeface="Consolas" panose="020B0609020204030204" pitchFamily="49" charset="0"/>
            </a:endParaRPr>
          </a:p>
          <a:p>
            <a:r>
              <a:rPr lang="en-GB" sz="3200" dirty="0">
                <a:latin typeface="Consolas" panose="020B0609020204030204" pitchFamily="49" charset="0"/>
              </a:rPr>
              <a:t>audio</a:t>
            </a:r>
          </a:p>
          <a:p>
            <a:r>
              <a:rPr lang="en-GB" sz="3200" dirty="0">
                <a:latin typeface="Consolas" panose="020B0609020204030204" pitchFamily="49" charset="0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3638893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r>
              <a:rPr lang="en-GB" dirty="0"/>
              <a:t>Describe, exemplify and implement internal and external Cascading Style Sheets (CSS):</a:t>
            </a:r>
          </a:p>
          <a:p>
            <a:pPr lvl="1"/>
            <a:r>
              <a:rPr lang="en-GB" sz="2800" dirty="0"/>
              <a:t>selectors, classes and IDs</a:t>
            </a:r>
          </a:p>
          <a:p>
            <a:pPr lvl="1"/>
            <a:r>
              <a:rPr lang="en-GB" sz="2800" dirty="0"/>
              <a:t>properties</a:t>
            </a:r>
          </a:p>
          <a:p>
            <a:pPr lvl="1"/>
            <a:r>
              <a:rPr lang="en-GB" sz="2800" dirty="0"/>
              <a:t>font (family, size)</a:t>
            </a:r>
          </a:p>
          <a:p>
            <a:pPr lvl="1"/>
            <a:r>
              <a:rPr lang="en-GB" sz="2800" dirty="0" err="1"/>
              <a:t>color</a:t>
            </a:r>
            <a:endParaRPr lang="en-GB" sz="2800" dirty="0"/>
          </a:p>
          <a:p>
            <a:pPr lvl="1"/>
            <a:r>
              <a:rPr lang="en-GB" sz="2800" dirty="0"/>
              <a:t>alignment</a:t>
            </a:r>
          </a:p>
          <a:p>
            <a:pPr lvl="1"/>
            <a:r>
              <a:rPr lang="en-GB" sz="2800" dirty="0"/>
              <a:t>background colour</a:t>
            </a:r>
          </a:p>
          <a:p>
            <a:r>
              <a:rPr lang="en-GB" dirty="0"/>
              <a:t>Read and explain code that makes use of the above CSS.</a:t>
            </a:r>
          </a:p>
        </p:txBody>
      </p:sp>
    </p:spTree>
    <p:extLst>
      <p:ext uri="{BB962C8B-B14F-4D97-AF65-F5344CB8AC3E}">
        <p14:creationId xmlns:p14="http://schemas.microsoft.com/office/powerpoint/2010/main" val="343618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– Style (Internal CSS)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4000" dirty="0"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40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4000" dirty="0"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&lt;/head&gt;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7E004AEC-A620-D3A6-BB25-1E37B9C157D1}"/>
              </a:ext>
            </a:extLst>
          </p:cNvPr>
          <p:cNvSpPr/>
          <p:nvPr/>
        </p:nvSpPr>
        <p:spPr>
          <a:xfrm>
            <a:off x="5357243" y="3262026"/>
            <a:ext cx="2817481" cy="862642"/>
          </a:xfrm>
          <a:prstGeom prst="callout2">
            <a:avLst>
              <a:gd name="adj1" fmla="val 49953"/>
              <a:gd name="adj2" fmla="val -312"/>
              <a:gd name="adj3" fmla="val 49740"/>
              <a:gd name="adj4" fmla="val -12980"/>
              <a:gd name="adj5" fmla="val 49050"/>
              <a:gd name="adj6" fmla="val -3006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CSS Rules go here</a:t>
            </a:r>
          </a:p>
        </p:txBody>
      </p:sp>
    </p:spTree>
    <p:extLst>
      <p:ext uri="{BB962C8B-B14F-4D97-AF65-F5344CB8AC3E}">
        <p14:creationId xmlns:p14="http://schemas.microsoft.com/office/powerpoint/2010/main" val="59108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– Style (Internal CSS)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4000" dirty="0"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4000" dirty="0">
                <a:latin typeface="Consolas" panose="020B0609020204030204" pitchFamily="49" charset="0"/>
              </a:rPr>
              <a:t>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4000" dirty="0"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40488714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4000" dirty="0"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&lt;style&gt;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4000" dirty="0">
                <a:latin typeface="Consolas" panose="020B0609020204030204" pitchFamily="49" charset="0"/>
              </a:rPr>
              <a:t>    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/*</a:t>
            </a:r>
            <a:r>
              <a:rPr lang="en-GB" sz="4000" dirty="0"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0000FF"/>
                </a:solidFill>
                <a:latin typeface="Consolas" panose="020B0609020204030204" pitchFamily="49" charset="0"/>
              </a:rPr>
              <a:t>A CSS comment.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4000" dirty="0">
                <a:latin typeface="Consolas" panose="020B0609020204030204" pitchFamily="49" charset="0"/>
              </a:rPr>
              <a:t>        </a:t>
            </a:r>
            <a:r>
              <a:rPr lang="en-GB" sz="4000" dirty="0">
                <a:solidFill>
                  <a:srgbClr val="0000FF"/>
                </a:solidFill>
                <a:latin typeface="Consolas" panose="020B0609020204030204" pitchFamily="49" charset="0"/>
              </a:rPr>
              <a:t>Can be multi-line.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*/</a:t>
            </a:r>
            <a:endParaRPr lang="en-GB" sz="40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5353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4000" dirty="0"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&lt;head&gt;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&lt;style&gt;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4000" dirty="0">
                <a:latin typeface="Consolas" panose="020B0609020204030204" pitchFamily="49" charset="0"/>
              </a:rPr>
              <a:t>     </a:t>
            </a:r>
            <a:endParaRPr lang="en-GB" sz="4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4000" dirty="0">
                <a:latin typeface="Consolas" panose="020B0609020204030204" pitchFamily="49" charset="0"/>
              </a:rPr>
              <a:t> 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33134871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Rule – Single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selector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solidFill>
                  <a:srgbClr val="660066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</a:p>
          <a:p>
            <a:pPr marL="0" indent="0">
              <a:spcBef>
                <a:spcPts val="0"/>
              </a:spcBef>
              <a:buNone/>
            </a:pP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58A7E803-997A-41BB-B0A2-D305F06E3754}"/>
              </a:ext>
            </a:extLst>
          </p:cNvPr>
          <p:cNvSpPr/>
          <p:nvPr/>
        </p:nvSpPr>
        <p:spPr>
          <a:xfrm>
            <a:off x="459505" y="3138652"/>
            <a:ext cx="2443389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62046"/>
              <a:gd name="adj6" fmla="val 13365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Curly brackets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07A88E80-FC31-4AE6-D5FF-402648687FE7}"/>
              </a:ext>
            </a:extLst>
          </p:cNvPr>
          <p:cNvSpPr/>
          <p:nvPr/>
        </p:nvSpPr>
        <p:spPr>
          <a:xfrm>
            <a:off x="3045034" y="3138652"/>
            <a:ext cx="2443389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62046"/>
              <a:gd name="adj6" fmla="val 13365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Colon</a:t>
            </a: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18951EE0-D0E2-88F9-7F53-EA7C86DFF954}"/>
              </a:ext>
            </a:extLst>
          </p:cNvPr>
          <p:cNvSpPr/>
          <p:nvPr/>
        </p:nvSpPr>
        <p:spPr>
          <a:xfrm flipH="1">
            <a:off x="9273476" y="3138652"/>
            <a:ext cx="2443389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62046"/>
              <a:gd name="adj6" fmla="val 13365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Semi-colon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8FC46-7056-03A2-6086-918ABAE18CD2}"/>
              </a:ext>
            </a:extLst>
          </p:cNvPr>
          <p:cNvSpPr txBox="1"/>
          <p:nvPr/>
        </p:nvSpPr>
        <p:spPr>
          <a:xfrm>
            <a:off x="2000522" y="5767963"/>
            <a:ext cx="7748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 </a:t>
            </a:r>
            <a:r>
              <a:rPr lang="en-GB" sz="3600" dirty="0">
                <a:solidFill>
                  <a:srgbClr val="FF0000"/>
                </a:solidFill>
              </a:rPr>
              <a:t>selector</a:t>
            </a:r>
            <a:r>
              <a:rPr lang="en-GB" sz="3600" dirty="0">
                <a:solidFill>
                  <a:srgbClr val="7030A0"/>
                </a:solidFill>
              </a:rPr>
              <a:t> can be a tag name, id, or class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61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0" grpId="0" animBg="1"/>
      <p:bldP spid="11" grpId="0" animBg="1"/>
      <p:bldP spid="4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Rule – Single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selector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solidFill>
                  <a:srgbClr val="660066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</a:p>
          <a:p>
            <a:pPr marL="0" indent="0">
              <a:spcBef>
                <a:spcPts val="0"/>
              </a:spcBef>
              <a:buNone/>
            </a:pP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66486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Rule – Multiple Properties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selector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>
                <a:solidFill>
                  <a:srgbClr val="7030A0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          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>
                <a:solidFill>
                  <a:srgbClr val="7030A0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          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>
                <a:solidFill>
                  <a:srgbClr val="7030A0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</a:p>
          <a:p>
            <a:pPr marL="0" indent="0">
              <a:spcBef>
                <a:spcPts val="0"/>
              </a:spcBef>
              <a:buNone/>
            </a:pP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CB3A0-6E4B-3882-F612-9C18B4A7CC89}"/>
              </a:ext>
            </a:extLst>
          </p:cNvPr>
          <p:cNvSpPr txBox="1"/>
          <p:nvPr/>
        </p:nvSpPr>
        <p:spPr>
          <a:xfrm>
            <a:off x="1687228" y="5530632"/>
            <a:ext cx="8817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One </a:t>
            </a:r>
            <a:r>
              <a:rPr lang="en-GB" sz="3600" dirty="0">
                <a:solidFill>
                  <a:srgbClr val="FF0000"/>
                </a:solidFill>
              </a:rPr>
              <a:t>selector</a:t>
            </a:r>
            <a:r>
              <a:rPr lang="en-GB" sz="3600" dirty="0"/>
              <a:t> – multiple </a:t>
            </a:r>
            <a:r>
              <a:rPr lang="en-GB" sz="3600" dirty="0">
                <a:solidFill>
                  <a:srgbClr val="0000FF"/>
                </a:solidFill>
              </a:rPr>
              <a:t>property</a:t>
            </a:r>
            <a:r>
              <a:rPr lang="en-GB" sz="3600" dirty="0"/>
              <a:t> &amp; </a:t>
            </a:r>
            <a:r>
              <a:rPr lang="en-GB" sz="3600" dirty="0">
                <a:solidFill>
                  <a:srgbClr val="7030A0"/>
                </a:solidFill>
              </a:rPr>
              <a:t>value</a:t>
            </a:r>
            <a:r>
              <a:rPr lang="en-GB" sz="3600" dirty="0"/>
              <a:t> pairs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B301E01D-97C2-16FF-A6F7-D82227003255}"/>
              </a:ext>
            </a:extLst>
          </p:cNvPr>
          <p:cNvSpPr/>
          <p:nvPr/>
        </p:nvSpPr>
        <p:spPr>
          <a:xfrm>
            <a:off x="3451778" y="4573777"/>
            <a:ext cx="2443389" cy="64633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63355"/>
              <a:gd name="adj6" fmla="val 11886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Colons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47D9076A-B73D-2B71-1085-552ECC11E815}"/>
              </a:ext>
            </a:extLst>
          </p:cNvPr>
          <p:cNvSpPr/>
          <p:nvPr/>
        </p:nvSpPr>
        <p:spPr>
          <a:xfrm flipH="1">
            <a:off x="8879004" y="4580939"/>
            <a:ext cx="2443389" cy="671041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64091"/>
              <a:gd name="adj6" fmla="val 11947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Semi-colons</a:t>
            </a:r>
          </a:p>
        </p:txBody>
      </p:sp>
    </p:spTree>
    <p:extLst>
      <p:ext uri="{BB962C8B-B14F-4D97-AF65-F5344CB8AC3E}">
        <p14:creationId xmlns:p14="http://schemas.microsoft.com/office/powerpoint/2010/main" val="63543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  <p:bldP spid="7" grpId="0" animBg="1"/>
      <p:bldP spid="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Rule – Multiple Properties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selector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>
                <a:solidFill>
                  <a:srgbClr val="7030A0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          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>
                <a:solidFill>
                  <a:srgbClr val="7030A0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          </a:t>
            </a:r>
            <a:r>
              <a:rPr lang="en-GB" sz="4200" dirty="0">
                <a:solidFill>
                  <a:srgbClr val="0000FF"/>
                </a:solidFill>
                <a:latin typeface="Consolas" panose="020B0609020204030204" pitchFamily="49" charset="0"/>
              </a:rPr>
              <a:t>property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>
                <a:solidFill>
                  <a:srgbClr val="7030A0"/>
                </a:solidFill>
                <a:latin typeface="Consolas" panose="020B0609020204030204" pitchFamily="49" charset="0"/>
              </a:rPr>
              <a:t>value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8956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Font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004027"/>
            <a:ext cx="10775868" cy="2742354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h1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en-GB" sz="4200" dirty="0">
                <a:latin typeface="Consolas" panose="020B0609020204030204" pitchFamily="49" charset="0"/>
              </a:rPr>
              <a:t>: "Bauhaus 93";}</a:t>
            </a:r>
          </a:p>
          <a:p>
            <a:pPr marL="0" indent="0">
              <a:spcBef>
                <a:spcPts val="9000"/>
              </a:spcBef>
              <a:buNone/>
            </a:pPr>
            <a:r>
              <a:rPr lang="en-GB" sz="4200" dirty="0">
                <a:latin typeface="Consolas" panose="020B0609020204030204" pitchFamily="49" charset="0"/>
              </a:rPr>
              <a:t>p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en-GB" sz="4200" dirty="0">
                <a:latin typeface="Consolas" panose="020B0609020204030204" pitchFamily="49" charset="0"/>
              </a:rPr>
              <a:t>: Arial, sans-serif;}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9CB3A0-6E4B-3882-F612-9C18B4A7CC89}"/>
              </a:ext>
            </a:extLst>
          </p:cNvPr>
          <p:cNvSpPr txBox="1"/>
          <p:nvPr/>
        </p:nvSpPr>
        <p:spPr>
          <a:xfrm>
            <a:off x="2832233" y="5944914"/>
            <a:ext cx="6527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Fonts listed in order of preference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A81F7CA9-BCDF-26A2-7E5A-84F462F2907A}"/>
              </a:ext>
            </a:extLst>
          </p:cNvPr>
          <p:cNvSpPr/>
          <p:nvPr/>
        </p:nvSpPr>
        <p:spPr>
          <a:xfrm>
            <a:off x="6965771" y="1152019"/>
            <a:ext cx="353900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6036"/>
              <a:gd name="adj6" fmla="val -2487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Quotes due to space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64330E61-427A-4799-9C90-DCF7A84E8DCC}"/>
              </a:ext>
            </a:extLst>
          </p:cNvPr>
          <p:cNvSpPr/>
          <p:nvPr/>
        </p:nvSpPr>
        <p:spPr>
          <a:xfrm flipH="1">
            <a:off x="1848426" y="4881269"/>
            <a:ext cx="2443389" cy="646331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19465"/>
              <a:gd name="adj6" fmla="val 12579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Selector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46172C08-0F69-45AE-9F9A-8D922A7CF9EF}"/>
              </a:ext>
            </a:extLst>
          </p:cNvPr>
          <p:cNvSpPr/>
          <p:nvPr/>
        </p:nvSpPr>
        <p:spPr>
          <a:xfrm flipH="1">
            <a:off x="4316529" y="4881269"/>
            <a:ext cx="2443389" cy="646331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19465"/>
              <a:gd name="adj6" fmla="val 12579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Property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B7A19168-B627-438B-9A46-B1A526833BFD}"/>
              </a:ext>
            </a:extLst>
          </p:cNvPr>
          <p:cNvSpPr/>
          <p:nvPr/>
        </p:nvSpPr>
        <p:spPr>
          <a:xfrm flipH="1">
            <a:off x="7177441" y="4881269"/>
            <a:ext cx="2443389" cy="646331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19465"/>
              <a:gd name="adj6" fmla="val 12579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Value(s)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78D60DD7-CEC3-4D74-8332-113847F8689B}"/>
              </a:ext>
            </a:extLst>
          </p:cNvPr>
          <p:cNvSpPr/>
          <p:nvPr/>
        </p:nvSpPr>
        <p:spPr>
          <a:xfrm flipH="1">
            <a:off x="9718103" y="5139007"/>
            <a:ext cx="2252224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52504"/>
              <a:gd name="adj6" fmla="val 13820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Web safe font</a:t>
            </a: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73021AA3-C7B5-493C-9D32-EE4A7C38B6ED}"/>
              </a:ext>
            </a:extLst>
          </p:cNvPr>
          <p:cNvSpPr/>
          <p:nvPr/>
        </p:nvSpPr>
        <p:spPr>
          <a:xfrm flipH="1">
            <a:off x="9620830" y="3236975"/>
            <a:ext cx="2252224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52504"/>
              <a:gd name="adj6" fmla="val 13820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System font</a:t>
            </a:r>
          </a:p>
        </p:txBody>
      </p:sp>
    </p:spTree>
    <p:extLst>
      <p:ext uri="{BB962C8B-B14F-4D97-AF65-F5344CB8AC3E}">
        <p14:creationId xmlns:p14="http://schemas.microsoft.com/office/powerpoint/2010/main" val="116224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uild="p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Font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004027"/>
            <a:ext cx="10775868" cy="2742354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h1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en-GB" sz="4200" dirty="0">
                <a:latin typeface="Consolas" panose="020B0609020204030204" pitchFamily="49" charset="0"/>
              </a:rPr>
              <a:t>: "Bauhaus 93";}</a:t>
            </a:r>
          </a:p>
          <a:p>
            <a:pPr marL="0" indent="0">
              <a:spcBef>
                <a:spcPts val="9000"/>
              </a:spcBef>
              <a:buNone/>
            </a:pPr>
            <a:r>
              <a:rPr lang="en-GB" sz="4200" dirty="0">
                <a:latin typeface="Consolas" panose="020B0609020204030204" pitchFamily="49" charset="0"/>
              </a:rPr>
              <a:t>p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font-family</a:t>
            </a:r>
            <a:r>
              <a:rPr lang="en-GB" sz="4200" dirty="0">
                <a:latin typeface="Consolas" panose="020B0609020204030204" pitchFamily="49" charset="0"/>
              </a:rPr>
              <a:t>: Arial, sans-serif;}</a:t>
            </a:r>
          </a:p>
        </p:txBody>
      </p:sp>
    </p:spTree>
    <p:extLst>
      <p:ext uri="{BB962C8B-B14F-4D97-AF65-F5344CB8AC3E}">
        <p14:creationId xmlns:p14="http://schemas.microsoft.com/office/powerpoint/2010/main" val="227531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Font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004026"/>
            <a:ext cx="10515600" cy="3139386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h2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{font-family: sans-serif;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   font-size</a:t>
            </a:r>
            <a:r>
              <a:rPr lang="en-GB" sz="4200" dirty="0">
                <a:latin typeface="Consolas" panose="020B0609020204030204" pitchFamily="49" charset="0"/>
              </a:rPr>
              <a:t>: 20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px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</a:p>
          <a:p>
            <a:pPr marL="0" indent="0">
              <a:spcBef>
                <a:spcPts val="0"/>
              </a:spcBef>
              <a:buNone/>
            </a:pP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h3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{font-size: 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medium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46F0BC1-93C4-76E6-513C-BB541397C46A}"/>
              </a:ext>
            </a:extLst>
          </p:cNvPr>
          <p:cNvSpPr/>
          <p:nvPr/>
        </p:nvSpPr>
        <p:spPr>
          <a:xfrm flipH="1">
            <a:off x="6754012" y="3703116"/>
            <a:ext cx="2711263" cy="646331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22296"/>
              <a:gd name="adj6" fmla="val 13043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No space: px, </a:t>
            </a:r>
            <a:r>
              <a:rPr lang="en-GB" sz="2800" b="1" dirty="0" err="1">
                <a:solidFill>
                  <a:srgbClr val="7030A0"/>
                </a:solidFill>
              </a:rPr>
              <a:t>pt</a:t>
            </a:r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5283248B-1223-4E62-AADD-FFEB379DAE43}"/>
              </a:ext>
            </a:extLst>
          </p:cNvPr>
          <p:cNvSpPr/>
          <p:nvPr/>
        </p:nvSpPr>
        <p:spPr>
          <a:xfrm>
            <a:off x="506627" y="5143412"/>
            <a:ext cx="4580111" cy="862642"/>
          </a:xfrm>
          <a:prstGeom prst="callout2">
            <a:avLst>
              <a:gd name="adj1" fmla="val 50130"/>
              <a:gd name="adj2" fmla="val 99866"/>
              <a:gd name="adj3" fmla="val 50690"/>
              <a:gd name="adj4" fmla="val 113305"/>
              <a:gd name="adj5" fmla="val -12922"/>
              <a:gd name="adj6" fmla="val 12018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xx-small, x-small, small, large</a:t>
            </a:r>
          </a:p>
        </p:txBody>
      </p:sp>
    </p:spTree>
    <p:extLst>
      <p:ext uri="{BB962C8B-B14F-4D97-AF65-F5344CB8AC3E}">
        <p14:creationId xmlns:p14="http://schemas.microsoft.com/office/powerpoint/2010/main" val="277071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Font Size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C57D7A-4DB3-44EB-994E-9E66F06F823A}"/>
              </a:ext>
            </a:extLst>
          </p:cNvPr>
          <p:cNvSpPr txBox="1">
            <a:spLocks/>
          </p:cNvSpPr>
          <p:nvPr/>
        </p:nvSpPr>
        <p:spPr>
          <a:xfrm>
            <a:off x="838200" y="2004026"/>
            <a:ext cx="10515600" cy="3139386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4200" dirty="0">
                <a:latin typeface="Consolas" panose="020B0609020204030204" pitchFamily="49" charset="0"/>
              </a:rPr>
              <a:t>h2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{font-family: sans-serif;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   font-size</a:t>
            </a:r>
            <a:r>
              <a:rPr lang="en-GB" sz="4200" dirty="0">
                <a:latin typeface="Consolas" panose="020B0609020204030204" pitchFamily="49" charset="0"/>
              </a:rPr>
              <a:t>: 20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px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4200" dirty="0">
                <a:latin typeface="Consolas" panose="020B0609020204030204" pitchFamily="49" charset="0"/>
              </a:rPr>
              <a:t>h3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{font-size: 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medium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  <a:endParaRPr lang="en-GB" sz="4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3387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597150"/>
            <a:ext cx="10515600" cy="81259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h4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 err="1">
                <a:latin typeface="Consolas" panose="020B0609020204030204" pitchFamily="49" charset="0"/>
              </a:rPr>
              <a:t>center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46F0BC1-93C4-76E6-513C-BB541397C46A}"/>
              </a:ext>
            </a:extLst>
          </p:cNvPr>
          <p:cNvSpPr/>
          <p:nvPr/>
        </p:nvSpPr>
        <p:spPr>
          <a:xfrm>
            <a:off x="1412032" y="3569561"/>
            <a:ext cx="4248538" cy="862642"/>
          </a:xfrm>
          <a:prstGeom prst="callout2">
            <a:avLst>
              <a:gd name="adj1" fmla="val 50130"/>
              <a:gd name="adj2" fmla="val 99866"/>
              <a:gd name="adj3" fmla="val 50690"/>
              <a:gd name="adj4" fmla="val 113305"/>
              <a:gd name="adj5" fmla="val -12922"/>
              <a:gd name="adj6" fmla="val 12018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left, </a:t>
            </a:r>
            <a:r>
              <a:rPr lang="en-GB" sz="2800" b="1" dirty="0" err="1">
                <a:solidFill>
                  <a:srgbClr val="7030A0"/>
                </a:solidFill>
              </a:rPr>
              <a:t>center</a:t>
            </a:r>
            <a:r>
              <a:rPr lang="en-GB" sz="2800" b="1" dirty="0">
                <a:solidFill>
                  <a:srgbClr val="7030A0"/>
                </a:solidFill>
              </a:rPr>
              <a:t>, right, justify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27929-CF2F-75E4-4D61-A5CD727F032B}"/>
              </a:ext>
            </a:extLst>
          </p:cNvPr>
          <p:cNvSpPr txBox="1"/>
          <p:nvPr/>
        </p:nvSpPr>
        <p:spPr>
          <a:xfrm>
            <a:off x="4267935" y="5920032"/>
            <a:ext cx="3656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American spelling!</a:t>
            </a:r>
          </a:p>
        </p:txBody>
      </p:sp>
    </p:spTree>
    <p:extLst>
      <p:ext uri="{BB962C8B-B14F-4D97-AF65-F5344CB8AC3E}">
        <p14:creationId xmlns:p14="http://schemas.microsoft.com/office/powerpoint/2010/main" val="107630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4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597150"/>
            <a:ext cx="10515600" cy="81259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h4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4200" dirty="0">
                <a:latin typeface="Consolas" panose="020B0609020204030204" pitchFamily="49" charset="0"/>
              </a:rPr>
              <a:t>: </a:t>
            </a:r>
            <a:r>
              <a:rPr lang="en-GB" sz="4200" dirty="0" err="1">
                <a:latin typeface="Consolas" panose="020B0609020204030204" pitchFamily="49" charset="0"/>
              </a:rPr>
              <a:t>center</a:t>
            </a:r>
            <a:r>
              <a:rPr lang="en-GB" sz="4200" dirty="0">
                <a:latin typeface="Consolas" panose="020B0609020204030204" pitchFamily="49" charset="0"/>
              </a:rPr>
              <a:t>;}</a:t>
            </a:r>
          </a:p>
        </p:txBody>
      </p:sp>
    </p:spTree>
    <p:extLst>
      <p:ext uri="{BB962C8B-B14F-4D97-AF65-F5344CB8AC3E}">
        <p14:creationId xmlns:p14="http://schemas.microsoft.com/office/powerpoint/2010/main" val="11206179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Colour (Text)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597150"/>
            <a:ext cx="10515600" cy="81259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h5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4200" dirty="0">
                <a:latin typeface="Consolas" panose="020B0609020204030204" pitchFamily="49" charset="0"/>
              </a:rPr>
              <a:t>: green;}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46F0BC1-93C4-76E6-513C-BB541397C46A}"/>
              </a:ext>
            </a:extLst>
          </p:cNvPr>
          <p:cNvSpPr/>
          <p:nvPr/>
        </p:nvSpPr>
        <p:spPr>
          <a:xfrm flipH="1">
            <a:off x="6096000" y="4125363"/>
            <a:ext cx="3172504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88188"/>
              <a:gd name="adj6" fmla="val 13394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HTML colour name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Can use Hex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27929-CF2F-75E4-4D61-A5CD727F032B}"/>
              </a:ext>
            </a:extLst>
          </p:cNvPr>
          <p:cNvSpPr txBox="1"/>
          <p:nvPr/>
        </p:nvSpPr>
        <p:spPr>
          <a:xfrm>
            <a:off x="4267948" y="5944914"/>
            <a:ext cx="3656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American spelling!</a:t>
            </a:r>
          </a:p>
        </p:txBody>
      </p:sp>
    </p:spTree>
    <p:extLst>
      <p:ext uri="{BB962C8B-B14F-4D97-AF65-F5344CB8AC3E}">
        <p14:creationId xmlns:p14="http://schemas.microsoft.com/office/powerpoint/2010/main" val="135894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4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Colour (Text)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597150"/>
            <a:ext cx="10515600" cy="81259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h5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4200" dirty="0">
                <a:latin typeface="Consolas" panose="020B0609020204030204" pitchFamily="49" charset="0"/>
              </a:rPr>
              <a:t>: green;}</a:t>
            </a:r>
          </a:p>
        </p:txBody>
      </p:sp>
    </p:spTree>
    <p:extLst>
      <p:ext uri="{BB962C8B-B14F-4D97-AF65-F5344CB8AC3E}">
        <p14:creationId xmlns:p14="http://schemas.microsoft.com/office/powerpoint/2010/main" val="39128816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Background Colour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597150"/>
            <a:ext cx="10515600" cy="81259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h6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background-</a:t>
            </a:r>
            <a:r>
              <a:rPr lang="en-GB" sz="42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4200" dirty="0">
                <a:latin typeface="Consolas" panose="020B0609020204030204" pitchFamily="49" charset="0"/>
              </a:rPr>
              <a:t>: #FFF8DC;}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46F0BC1-93C4-76E6-513C-BB541397C46A}"/>
              </a:ext>
            </a:extLst>
          </p:cNvPr>
          <p:cNvSpPr/>
          <p:nvPr/>
        </p:nvSpPr>
        <p:spPr>
          <a:xfrm>
            <a:off x="2767914" y="3934932"/>
            <a:ext cx="4314357" cy="812595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66701"/>
              <a:gd name="adj6" fmla="val 13158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Hex value (</a:t>
            </a:r>
            <a:r>
              <a:rPr lang="en-GB" sz="2800" b="1" dirty="0" err="1">
                <a:solidFill>
                  <a:srgbClr val="7030A0"/>
                </a:solidFill>
              </a:rPr>
              <a:t>RGB</a:t>
            </a:r>
            <a:r>
              <a:rPr lang="en-GB" sz="2800" b="1" dirty="0">
                <a:solidFill>
                  <a:srgbClr val="7030A0"/>
                </a:solidFill>
              </a:rPr>
              <a:t>)</a:t>
            </a:r>
          </a:p>
          <a:p>
            <a:pPr algn="r"/>
            <a:r>
              <a:rPr lang="en-GB" sz="2800" b="1" dirty="0">
                <a:solidFill>
                  <a:srgbClr val="7030A0"/>
                </a:solidFill>
              </a:rPr>
              <a:t>Can use HTML colour name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27929-CF2F-75E4-4D61-A5CD727F032B}"/>
              </a:ext>
            </a:extLst>
          </p:cNvPr>
          <p:cNvSpPr txBox="1"/>
          <p:nvPr/>
        </p:nvSpPr>
        <p:spPr>
          <a:xfrm>
            <a:off x="4267948" y="5944914"/>
            <a:ext cx="3656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American spelling!</a:t>
            </a:r>
          </a:p>
        </p:txBody>
      </p:sp>
    </p:spTree>
    <p:extLst>
      <p:ext uri="{BB962C8B-B14F-4D97-AF65-F5344CB8AC3E}">
        <p14:creationId xmlns:p14="http://schemas.microsoft.com/office/powerpoint/2010/main" val="271385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4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Background Colour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597150"/>
            <a:ext cx="10515600" cy="812595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h6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background-</a:t>
            </a:r>
            <a:r>
              <a:rPr lang="en-GB" sz="42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4200" dirty="0">
                <a:latin typeface="Consolas" panose="020B0609020204030204" pitchFamily="49" charset="0"/>
              </a:rPr>
              <a:t>: #FFF8DC;}</a:t>
            </a:r>
          </a:p>
        </p:txBody>
      </p:sp>
    </p:spTree>
    <p:extLst>
      <p:ext uri="{BB962C8B-B14F-4D97-AF65-F5344CB8AC3E}">
        <p14:creationId xmlns:p14="http://schemas.microsoft.com/office/powerpoint/2010/main" val="10264300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Width and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18486" y="2597150"/>
            <a:ext cx="8635314" cy="812595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p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4200" dirty="0">
                <a:latin typeface="Consolas" panose="020B0609020204030204" pitchFamily="49" charset="0"/>
              </a:rPr>
              <a:t>: 50%;}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46F0BC1-93C4-76E6-513C-BB541397C46A}"/>
              </a:ext>
            </a:extLst>
          </p:cNvPr>
          <p:cNvSpPr/>
          <p:nvPr/>
        </p:nvSpPr>
        <p:spPr>
          <a:xfrm>
            <a:off x="1989438" y="3884886"/>
            <a:ext cx="1988970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58107"/>
              <a:gd name="adj6" fmla="val 11913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52462BE3-F95F-4847-976C-9543E70B14C3}"/>
              </a:ext>
            </a:extLst>
          </p:cNvPr>
          <p:cNvSpPr/>
          <p:nvPr/>
        </p:nvSpPr>
        <p:spPr>
          <a:xfrm flipH="1">
            <a:off x="6911546" y="3791730"/>
            <a:ext cx="3172504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46648"/>
              <a:gd name="adj6" fmla="val 11875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No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C54777-6DAA-44BC-A8E0-EAC0EB9CECA0}"/>
              </a:ext>
            </a:extLst>
          </p:cNvPr>
          <p:cNvSpPr txBox="1"/>
          <p:nvPr/>
        </p:nvSpPr>
        <p:spPr>
          <a:xfrm>
            <a:off x="2813338" y="5222669"/>
            <a:ext cx="65653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rgbClr val="7030A0"/>
                </a:solidFill>
              </a:rPr>
              <a:t>% – size relative to space available</a:t>
            </a:r>
          </a:p>
          <a:p>
            <a:r>
              <a:rPr lang="en-GB" sz="3600" dirty="0">
                <a:solidFill>
                  <a:srgbClr val="7030A0"/>
                </a:solidFill>
              </a:rPr>
              <a:t>px – absolute size</a:t>
            </a:r>
          </a:p>
        </p:txBody>
      </p:sp>
    </p:spTree>
    <p:extLst>
      <p:ext uri="{BB962C8B-B14F-4D97-AF65-F5344CB8AC3E}">
        <p14:creationId xmlns:p14="http://schemas.microsoft.com/office/powerpoint/2010/main" val="280479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Width and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18486" y="2597150"/>
            <a:ext cx="8635314" cy="812595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4200" dirty="0">
                <a:latin typeface="Consolas" panose="020B0609020204030204" pitchFamily="49" charset="0"/>
              </a:rPr>
              <a:t>p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GB" sz="4200" dirty="0">
                <a:latin typeface="Consolas" panose="020B0609020204030204" pitchFamily="49" charset="0"/>
              </a:rPr>
              <a:t>{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4200" dirty="0">
                <a:latin typeface="Consolas" panose="020B0609020204030204" pitchFamily="49" charset="0"/>
              </a:rPr>
              <a:t>: 50%;}</a:t>
            </a:r>
          </a:p>
        </p:txBody>
      </p:sp>
    </p:spTree>
    <p:extLst>
      <p:ext uri="{BB962C8B-B14F-4D97-AF65-F5344CB8AC3E}">
        <p14:creationId xmlns:p14="http://schemas.microsoft.com/office/powerpoint/2010/main" val="34618850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Describe, exemplify and implement CSS using:</a:t>
            </a:r>
          </a:p>
          <a:p>
            <a:pPr lvl="1"/>
            <a:r>
              <a:rPr lang="en-GB" sz="3600" dirty="0"/>
              <a:t>IDs</a:t>
            </a:r>
          </a:p>
          <a:p>
            <a:pPr lvl="1"/>
            <a:r>
              <a:rPr lang="en-GB" sz="3600" dirty="0"/>
              <a:t>Classes</a:t>
            </a:r>
          </a:p>
          <a:p>
            <a:r>
              <a:rPr lang="en-GB" sz="3600" dirty="0"/>
              <a:t>Read and explain code that makes use of the above CSS.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769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F94F-2736-4110-9A3C-0FE48826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071BB-A7AC-4E89-8434-BFA476BA3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HTML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62E45-FBA8-4F0C-9D8E-A4A4CFD14F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&lt;h2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"info"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&lt;/h2&gt;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"info"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FC336-C4B3-4207-854E-7EDD67E7B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ED167-685E-4FFD-8142-9EC45A19F2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Tags */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h2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blue;}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green;}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Class */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.info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red;}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F4973-1880-4001-941D-3816D0C8D668}"/>
              </a:ext>
            </a:extLst>
          </p:cNvPr>
          <p:cNvSpPr txBox="1"/>
          <p:nvPr/>
        </p:nvSpPr>
        <p:spPr>
          <a:xfrm>
            <a:off x="6096000" y="365125"/>
            <a:ext cx="5157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 </a:t>
            </a:r>
            <a:r>
              <a:rPr lang="en-GB" sz="3600" dirty="0">
                <a:latin typeface="Consolas" panose="020B0609020204030204" pitchFamily="49" charset="0"/>
              </a:rPr>
              <a:t>class</a:t>
            </a:r>
            <a:r>
              <a:rPr lang="en-GB" sz="3600" dirty="0"/>
              <a:t> can be used </a:t>
            </a:r>
            <a:r>
              <a:rPr lang="en-GB" sz="3600" i="1" dirty="0">
                <a:solidFill>
                  <a:srgbClr val="FF0000"/>
                </a:solidFill>
              </a:rPr>
              <a:t>more than once</a:t>
            </a:r>
            <a:r>
              <a:rPr lang="en-GB" sz="3600" dirty="0"/>
              <a:t> on a page.</a:t>
            </a:r>
            <a:endParaRPr lang="en-GB" sz="3600" i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5B6DD050-1C75-4D21-B592-10CBA4384D84}"/>
              </a:ext>
            </a:extLst>
          </p:cNvPr>
          <p:cNvSpPr/>
          <p:nvPr/>
        </p:nvSpPr>
        <p:spPr>
          <a:xfrm>
            <a:off x="3308165" y="1027906"/>
            <a:ext cx="353900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86225"/>
              <a:gd name="adj6" fmla="val -3116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Attribute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B930CECD-BB3F-4B96-AF7D-ED8BB0B8FB4E}"/>
              </a:ext>
            </a:extLst>
          </p:cNvPr>
          <p:cNvSpPr/>
          <p:nvPr/>
        </p:nvSpPr>
        <p:spPr>
          <a:xfrm>
            <a:off x="4573211" y="1472380"/>
            <a:ext cx="3539000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7519"/>
              <a:gd name="adj5" fmla="val 121766"/>
              <a:gd name="adj6" fmla="val -2836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Value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C60E4BB0-19B9-4CDE-AB5C-43F0B73F6B1B}"/>
              </a:ext>
            </a:extLst>
          </p:cNvPr>
          <p:cNvSpPr/>
          <p:nvPr/>
        </p:nvSpPr>
        <p:spPr>
          <a:xfrm flipH="1">
            <a:off x="7404204" y="5385620"/>
            <a:ext cx="3172504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12453"/>
              <a:gd name="adj6" fmla="val 13012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Dot - Class name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5875090-A387-4580-B69F-35EFDE4E48EB}"/>
              </a:ext>
            </a:extLst>
          </p:cNvPr>
          <p:cNvSpPr/>
          <p:nvPr/>
        </p:nvSpPr>
        <p:spPr>
          <a:xfrm>
            <a:off x="186948" y="5263011"/>
            <a:ext cx="540000" cy="3600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3582D96-E5E4-4E68-81C6-4DD002666F40}"/>
              </a:ext>
            </a:extLst>
          </p:cNvPr>
          <p:cNvSpPr/>
          <p:nvPr/>
        </p:nvSpPr>
        <p:spPr>
          <a:xfrm>
            <a:off x="186948" y="2570429"/>
            <a:ext cx="540000" cy="3600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83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  <p:bldP spid="7" grpId="0" build="p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F94F-2736-4110-9A3C-0FE48826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071BB-A7AC-4E89-8434-BFA476BA3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HTML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62E45-FBA8-4F0C-9D8E-A4A4CFD14F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&lt;h2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"info"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&lt;/h2&gt;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"info"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FC336-C4B3-4207-854E-7EDD67E7B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ED167-685E-4FFD-8142-9EC45A19F2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Tags */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h2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blue;}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green;}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Class */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.info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red;}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835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F94F-2736-4110-9A3C-0FE48826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071BB-A7AC-4E89-8434-BFA476BA3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>
            <a:normAutofit/>
          </a:bodyPr>
          <a:lstStyle/>
          <a:p>
            <a:r>
              <a:rPr lang="en-GB" sz="3200" dirty="0"/>
              <a:t>HTML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62E45-FBA8-4F0C-9D8E-A4A4CFD14F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&lt;h2&gt;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&lt;/h2&gt;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A71D5D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id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"main"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FC336-C4B3-4207-854E-7EDD67E7B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ED167-685E-4FFD-8142-9EC45A19F2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Tags */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h2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blue;}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green;}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IDs */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#main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red;}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F4973-1880-4001-941D-3816D0C8D668}"/>
              </a:ext>
            </a:extLst>
          </p:cNvPr>
          <p:cNvSpPr txBox="1"/>
          <p:nvPr/>
        </p:nvSpPr>
        <p:spPr>
          <a:xfrm>
            <a:off x="6096000" y="365125"/>
            <a:ext cx="5157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An </a:t>
            </a:r>
            <a:r>
              <a:rPr lang="en-GB" sz="3600" dirty="0">
                <a:latin typeface="Consolas" panose="020B0609020204030204" pitchFamily="49" charset="0"/>
              </a:rPr>
              <a:t>ID</a:t>
            </a:r>
            <a:r>
              <a:rPr lang="en-GB" sz="3600" dirty="0"/>
              <a:t> can be used </a:t>
            </a:r>
            <a:r>
              <a:rPr lang="en-GB" sz="3600" i="1" dirty="0">
                <a:solidFill>
                  <a:srgbClr val="FF0000"/>
                </a:solidFill>
              </a:rPr>
              <a:t>only once</a:t>
            </a:r>
            <a:r>
              <a:rPr lang="en-GB" sz="3600" dirty="0"/>
              <a:t> on a page.</a:t>
            </a:r>
            <a:endParaRPr lang="en-GB" sz="3600" i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9099339E-EBA5-47EC-8872-56D0B015D8F4}"/>
              </a:ext>
            </a:extLst>
          </p:cNvPr>
          <p:cNvSpPr/>
          <p:nvPr/>
        </p:nvSpPr>
        <p:spPr>
          <a:xfrm flipH="1">
            <a:off x="7428917" y="5658752"/>
            <a:ext cx="3172504" cy="862642"/>
          </a:xfrm>
          <a:prstGeom prst="callout2">
            <a:avLst>
              <a:gd name="adj1" fmla="val 50130"/>
              <a:gd name="adj2" fmla="val 99866"/>
              <a:gd name="adj3" fmla="val 49969"/>
              <a:gd name="adj4" fmla="val 119015"/>
              <a:gd name="adj5" fmla="val -6723"/>
              <a:gd name="adj6" fmla="val 13129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Hash - ID name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AF0E16B-36B1-4FCD-8F1E-2EED2F7CABE0}"/>
              </a:ext>
            </a:extLst>
          </p:cNvPr>
          <p:cNvSpPr/>
          <p:nvPr/>
        </p:nvSpPr>
        <p:spPr>
          <a:xfrm>
            <a:off x="212476" y="3886835"/>
            <a:ext cx="540000" cy="3600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24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  <p:bldP spid="7" grpId="0" build="p"/>
      <p:bldP spid="11" grpId="0" animBg="1"/>
      <p:bldP spid="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F94F-2736-4110-9A3C-0FE48826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071BB-A7AC-4E89-8434-BFA476BA3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>
            <a:normAutofit/>
          </a:bodyPr>
          <a:lstStyle/>
          <a:p>
            <a:r>
              <a:rPr lang="en-GB" sz="3200" dirty="0"/>
              <a:t>HTML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62E45-FBA8-4F0C-9D8E-A4A4CFD14F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&lt;h2&gt;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&lt;/h2&gt;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id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"main"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&lt;p&gt;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Some text to show on the screen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FC336-C4B3-4207-854E-7EDD67E7B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ED167-685E-4FFD-8142-9EC45A19F2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Tags */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h2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blue;}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green;}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969896"/>
                </a:solidFill>
                <a:latin typeface="Consolas" panose="020B0609020204030204" pitchFamily="49" charset="0"/>
              </a:rPr>
              <a:t>/* IDs */</a:t>
            </a:r>
            <a:b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#main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: red;}</a:t>
            </a:r>
            <a:endParaRPr lang="en-US" altLang="en-US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4660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- Link (External CSS)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643225" y="2705725"/>
            <a:ext cx="109055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link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rel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"stylesheet"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"text/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css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href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"style.css"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2C15AECF-4B06-E905-B45D-505334569749}"/>
              </a:ext>
            </a:extLst>
          </p:cNvPr>
          <p:cNvSpPr/>
          <p:nvPr/>
        </p:nvSpPr>
        <p:spPr>
          <a:xfrm flipH="1">
            <a:off x="1353323" y="4344312"/>
            <a:ext cx="3054294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39943"/>
              <a:gd name="adj6" fmla="val -1996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URL of CSS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91ABD-5314-4889-B7E6-46E7DE51CBB2}"/>
              </a:ext>
            </a:extLst>
          </p:cNvPr>
          <p:cNvSpPr txBox="1"/>
          <p:nvPr/>
        </p:nvSpPr>
        <p:spPr>
          <a:xfrm>
            <a:off x="3407069" y="5846544"/>
            <a:ext cx="5377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Only start tag: </a:t>
            </a:r>
            <a:r>
              <a:rPr lang="en-GB" sz="3600" i="1" dirty="0">
                <a:solidFill>
                  <a:srgbClr val="7030A0"/>
                </a:solidFill>
              </a:rPr>
              <a:t>Void element</a:t>
            </a:r>
            <a:endParaRPr lang="en-GB" sz="3600" i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6" grpId="0" animBg="1"/>
      <p:bldP spid="7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- Link (External CSS)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643225" y="2705725"/>
            <a:ext cx="109055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&lt;link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rel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"stylesheet"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"text/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css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href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"style.css"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1545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6350898-15ED-A11E-DF61-DC5E5838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739C6D-D61A-9CCC-20BB-57F36ECC5BF8}"/>
              </a:ext>
            </a:extLst>
          </p:cNvPr>
          <p:cNvSpPr txBox="1"/>
          <p:nvPr/>
        </p:nvSpPr>
        <p:spPr>
          <a:xfrm>
            <a:off x="1009650" y="2136338"/>
            <a:ext cx="101726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CiscoSansTT"/>
              </a:rPr>
              <a:t>Inline styling can be handy for </a:t>
            </a:r>
            <a:r>
              <a:rPr lang="en-GB" b="1" i="0" dirty="0">
                <a:solidFill>
                  <a:srgbClr val="000000"/>
                </a:solidFill>
                <a:effectLst/>
                <a:latin typeface="CiscoSansTT"/>
              </a:rPr>
              <a:t>quickly adding temporary or unique styles</a:t>
            </a:r>
            <a:r>
              <a:rPr lang="en-GB" b="0" i="0" dirty="0">
                <a:solidFill>
                  <a:srgbClr val="000000"/>
                </a:solidFill>
                <a:effectLst/>
                <a:latin typeface="CiscoSansTT"/>
              </a:rPr>
              <a:t> to specific elements. However, it is </a:t>
            </a:r>
            <a:r>
              <a:rPr lang="en-GB" b="1" i="0" dirty="0">
                <a:solidFill>
                  <a:srgbClr val="000000"/>
                </a:solidFill>
                <a:effectLst/>
                <a:latin typeface="CiscoSansTT"/>
              </a:rPr>
              <a:t>generally not recommended</a:t>
            </a:r>
            <a:r>
              <a:rPr lang="en-GB" b="0" i="0" dirty="0">
                <a:solidFill>
                  <a:srgbClr val="000000"/>
                </a:solidFill>
                <a:effectLst/>
                <a:latin typeface="CiscoSansTT"/>
              </a:rPr>
              <a:t> for large-scale styling, as it mixes presentation with content, making it harder to maintain and update styles across multiple elements or pages.</a:t>
            </a:r>
          </a:p>
          <a:p>
            <a:endParaRPr lang="en-GB" dirty="0">
              <a:solidFill>
                <a:srgbClr val="000000"/>
              </a:solidFill>
              <a:latin typeface="CiscoSansTT"/>
            </a:endParaRPr>
          </a:p>
          <a:p>
            <a:r>
              <a:rPr lang="en-GB" dirty="0"/>
              <a:t>&lt;element style="property: value;"&gt;</a:t>
            </a:r>
          </a:p>
          <a:p>
            <a:endParaRPr lang="en-GB" dirty="0"/>
          </a:p>
          <a:p>
            <a:r>
              <a:rPr lang="en-GB" dirty="0"/>
              <a:t>&lt;p style="background-</a:t>
            </a:r>
            <a:r>
              <a:rPr lang="en-GB" dirty="0" err="1"/>
              <a:t>color</a:t>
            </a:r>
            <a:r>
              <a:rPr lang="en-GB" dirty="0"/>
              <a:t>: blue; </a:t>
            </a:r>
            <a:r>
              <a:rPr lang="en-GB" dirty="0" err="1"/>
              <a:t>color</a:t>
            </a:r>
            <a:r>
              <a:rPr lang="en-GB" dirty="0"/>
              <a:t>: white; font-weight: bold;"&gt;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6555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Head - Link (Favicon)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784289" y="2767280"/>
            <a:ext cx="1062342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&lt;link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rel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"icon"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href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"favicon.png"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sizes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"16x16"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type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"image/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png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2C15AECF-4B06-E905-B45D-505334569749}"/>
              </a:ext>
            </a:extLst>
          </p:cNvPr>
          <p:cNvSpPr/>
          <p:nvPr/>
        </p:nvSpPr>
        <p:spPr>
          <a:xfrm flipH="1">
            <a:off x="3626965" y="1813039"/>
            <a:ext cx="3054294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1895"/>
              <a:gd name="adj6" fmla="val -1996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URL of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91ABD-5314-4889-B7E6-46E7DE51CBB2}"/>
              </a:ext>
            </a:extLst>
          </p:cNvPr>
          <p:cNvSpPr txBox="1"/>
          <p:nvPr/>
        </p:nvSpPr>
        <p:spPr>
          <a:xfrm>
            <a:off x="4834802" y="5846544"/>
            <a:ext cx="2522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For info only</a:t>
            </a:r>
            <a:endParaRPr lang="en-GB" sz="3600" i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13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6" grpId="0" animBg="1"/>
      <p:bldP spid="7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Describe and identify JavaScript coding related to mouse events: </a:t>
            </a:r>
          </a:p>
          <a:p>
            <a:pPr lvl="1"/>
            <a:r>
              <a:rPr lang="en-GB" sz="3600" dirty="0" err="1"/>
              <a:t>onmouseover</a:t>
            </a:r>
            <a:r>
              <a:rPr lang="en-GB" sz="3600" dirty="0"/>
              <a:t> </a:t>
            </a:r>
          </a:p>
          <a:p>
            <a:pPr lvl="1"/>
            <a:r>
              <a:rPr lang="en-GB" sz="3600" dirty="0" err="1"/>
              <a:t>onmouseout</a:t>
            </a:r>
            <a:r>
              <a:rPr lang="en-GB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250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Script (Internal JavaScript)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1</a:t>
            </a:r>
            <a:r>
              <a:rPr lang="en-GB" sz="4200" dirty="0">
                <a:latin typeface="Consolas" panose="020B0609020204030204" pitchFamily="49" charset="0"/>
              </a:rPr>
              <a:t>   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script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2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3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   &lt;/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script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4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 &lt;/body&gt;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978C1-2FE4-9664-9E88-60E85F4313AC}"/>
              </a:ext>
            </a:extLst>
          </p:cNvPr>
          <p:cNvSpPr txBox="1"/>
          <p:nvPr/>
        </p:nvSpPr>
        <p:spPr>
          <a:xfrm>
            <a:off x="695196" y="5846544"/>
            <a:ext cx="10801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Include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script</a:t>
            </a:r>
            <a:r>
              <a:rPr lang="en-GB" sz="3600" dirty="0">
                <a:solidFill>
                  <a:srgbClr val="7030A0"/>
                </a:solidFill>
              </a:rPr>
              <a:t> element just before the end tag of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body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8DABB334-DBFD-0EA0-51E4-058AC7E3EF68}"/>
              </a:ext>
            </a:extLst>
          </p:cNvPr>
          <p:cNvSpPr/>
          <p:nvPr/>
        </p:nvSpPr>
        <p:spPr>
          <a:xfrm>
            <a:off x="6096000" y="2631651"/>
            <a:ext cx="2817481" cy="862642"/>
          </a:xfrm>
          <a:prstGeom prst="callout2">
            <a:avLst>
              <a:gd name="adj1" fmla="val 49953"/>
              <a:gd name="adj2" fmla="val -312"/>
              <a:gd name="adj3" fmla="val 49740"/>
              <a:gd name="adj4" fmla="val -12980"/>
              <a:gd name="adj5" fmla="val 49050"/>
              <a:gd name="adj6" fmla="val -3006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JS Code goes here</a:t>
            </a:r>
          </a:p>
        </p:txBody>
      </p:sp>
    </p:spTree>
    <p:extLst>
      <p:ext uri="{BB962C8B-B14F-4D97-AF65-F5344CB8AC3E}">
        <p14:creationId xmlns:p14="http://schemas.microsoft.com/office/powerpoint/2010/main" val="304041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– Script (Internal JavaScript)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1</a:t>
            </a:r>
            <a:r>
              <a:rPr lang="en-GB" sz="4200" dirty="0">
                <a:latin typeface="Consolas" panose="020B0609020204030204" pitchFamily="49" charset="0"/>
              </a:rPr>
              <a:t>   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script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2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3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   &lt;/</a:t>
            </a:r>
            <a:r>
              <a:rPr lang="en-GB" sz="4200" dirty="0">
                <a:solidFill>
                  <a:srgbClr val="FF0000"/>
                </a:solidFill>
                <a:latin typeface="Consolas" panose="020B0609020204030204" pitchFamily="49" charset="0"/>
              </a:rPr>
              <a:t>script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4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 &lt;/body&gt;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978C1-2FE4-9664-9E88-60E85F4313AC}"/>
              </a:ext>
            </a:extLst>
          </p:cNvPr>
          <p:cNvSpPr txBox="1"/>
          <p:nvPr/>
        </p:nvSpPr>
        <p:spPr>
          <a:xfrm>
            <a:off x="315287" y="5846544"/>
            <a:ext cx="11561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Include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     </a:t>
            </a:r>
            <a:r>
              <a:rPr lang="en-GB" sz="3600" dirty="0">
                <a:solidFill>
                  <a:srgbClr val="7030A0"/>
                </a:solidFill>
              </a:rPr>
              <a:t> element just before the end tag of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57457822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–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1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2    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en-GB" sz="4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0000FF"/>
                </a:solidFill>
                <a:latin typeface="Consolas" panose="020B0609020204030204" pitchFamily="49" charset="0"/>
              </a:rPr>
              <a:t>Single line comment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3    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/*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4        </a:t>
            </a:r>
            <a:r>
              <a:rPr lang="en-GB" sz="4000" dirty="0">
                <a:solidFill>
                  <a:srgbClr val="0000FF"/>
                </a:solidFill>
                <a:latin typeface="Consolas" panose="020B0609020204030204" pitchFamily="49" charset="0"/>
              </a:rPr>
              <a:t>Multiline comment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5    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*/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8DABB334-DBFD-0EA0-51E4-058AC7E3EF68}"/>
              </a:ext>
            </a:extLst>
          </p:cNvPr>
          <p:cNvSpPr/>
          <p:nvPr/>
        </p:nvSpPr>
        <p:spPr>
          <a:xfrm>
            <a:off x="4687259" y="3315514"/>
            <a:ext cx="2817481" cy="862642"/>
          </a:xfrm>
          <a:prstGeom prst="callout2">
            <a:avLst>
              <a:gd name="adj1" fmla="val 49953"/>
              <a:gd name="adj2" fmla="val -312"/>
              <a:gd name="adj3" fmla="val 49740"/>
              <a:gd name="adj4" fmla="val -12980"/>
              <a:gd name="adj5" fmla="val 49050"/>
              <a:gd name="adj6" fmla="val -3006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Start</a:t>
            </a:r>
          </a:p>
        </p:txBody>
      </p:sp>
      <p:sp>
        <p:nvSpPr>
          <p:cNvPr id="16" name="Callout: Bent Line with No Border 15">
            <a:extLst>
              <a:ext uri="{FF2B5EF4-FFF2-40B4-BE49-F238E27FC236}">
                <a16:creationId xmlns:a16="http://schemas.microsoft.com/office/drawing/2014/main" id="{16C0CA64-60AB-42EE-B3B3-C7A61FAF8EBD}"/>
              </a:ext>
            </a:extLst>
          </p:cNvPr>
          <p:cNvSpPr/>
          <p:nvPr/>
        </p:nvSpPr>
        <p:spPr>
          <a:xfrm>
            <a:off x="4687259" y="4768325"/>
            <a:ext cx="2817481" cy="862642"/>
          </a:xfrm>
          <a:prstGeom prst="callout2">
            <a:avLst>
              <a:gd name="adj1" fmla="val 49953"/>
              <a:gd name="adj2" fmla="val -312"/>
              <a:gd name="adj3" fmla="val 49740"/>
              <a:gd name="adj4" fmla="val -12980"/>
              <a:gd name="adj5" fmla="val 49050"/>
              <a:gd name="adj6" fmla="val -3006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67931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–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1</a:t>
            </a:r>
            <a:r>
              <a:rPr lang="en-GB" sz="4000" dirty="0">
                <a:latin typeface="Consolas" panose="020B0609020204030204" pitchFamily="49" charset="0"/>
              </a:rPr>
              <a:t>   </a:t>
            </a:r>
            <a:r>
              <a:rPr lang="en-GB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2    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en-GB" sz="4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GB" sz="4000" dirty="0">
                <a:solidFill>
                  <a:srgbClr val="0000FF"/>
                </a:solidFill>
                <a:latin typeface="Consolas" panose="020B0609020204030204" pitchFamily="49" charset="0"/>
              </a:rPr>
              <a:t>Single line comment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3    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/*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4        </a:t>
            </a:r>
            <a:r>
              <a:rPr lang="en-GB" sz="4000" dirty="0">
                <a:solidFill>
                  <a:srgbClr val="0000FF"/>
                </a:solidFill>
                <a:latin typeface="Consolas" panose="020B0609020204030204" pitchFamily="49" charset="0"/>
              </a:rPr>
              <a:t>Multiline comment</a:t>
            </a:r>
          </a:p>
          <a:p>
            <a:pPr marL="0" indent="0">
              <a:buNone/>
            </a:pPr>
            <a:r>
              <a:rPr lang="en-GB" sz="4000" dirty="0">
                <a:solidFill>
                  <a:srgbClr val="B5BABF"/>
                </a:solidFill>
                <a:latin typeface="Consolas" panose="020B0609020204030204" pitchFamily="49" charset="0"/>
              </a:rPr>
              <a:t>5     </a:t>
            </a:r>
            <a:r>
              <a:rPr lang="en-GB" sz="4000" dirty="0">
                <a:solidFill>
                  <a:srgbClr val="FF0000"/>
                </a:solidFill>
                <a:latin typeface="Consolas" panose="020B0609020204030204" pitchFamily="49" charset="0"/>
              </a:rPr>
              <a:t>*/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8DABB334-DBFD-0EA0-51E4-058AC7E3EF68}"/>
              </a:ext>
            </a:extLst>
          </p:cNvPr>
          <p:cNvSpPr/>
          <p:nvPr/>
        </p:nvSpPr>
        <p:spPr>
          <a:xfrm>
            <a:off x="4687259" y="3315514"/>
            <a:ext cx="2817481" cy="862642"/>
          </a:xfrm>
          <a:prstGeom prst="callout2">
            <a:avLst>
              <a:gd name="adj1" fmla="val 49953"/>
              <a:gd name="adj2" fmla="val -312"/>
              <a:gd name="adj3" fmla="val 49740"/>
              <a:gd name="adj4" fmla="val -12980"/>
              <a:gd name="adj5" fmla="val 49050"/>
              <a:gd name="adj6" fmla="val -3006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Start</a:t>
            </a:r>
          </a:p>
        </p:txBody>
      </p:sp>
      <p:sp>
        <p:nvSpPr>
          <p:cNvPr id="16" name="Callout: Bent Line with No Border 15">
            <a:extLst>
              <a:ext uri="{FF2B5EF4-FFF2-40B4-BE49-F238E27FC236}">
                <a16:creationId xmlns:a16="http://schemas.microsoft.com/office/drawing/2014/main" id="{16C0CA64-60AB-42EE-B3B3-C7A61FAF8EBD}"/>
              </a:ext>
            </a:extLst>
          </p:cNvPr>
          <p:cNvSpPr/>
          <p:nvPr/>
        </p:nvSpPr>
        <p:spPr>
          <a:xfrm>
            <a:off x="4687259" y="4768325"/>
            <a:ext cx="2817481" cy="862642"/>
          </a:xfrm>
          <a:prstGeom prst="callout2">
            <a:avLst>
              <a:gd name="adj1" fmla="val 49953"/>
              <a:gd name="adj2" fmla="val -312"/>
              <a:gd name="adj3" fmla="val 49740"/>
              <a:gd name="adj4" fmla="val -12980"/>
              <a:gd name="adj5" fmla="val 49050"/>
              <a:gd name="adj6" fmla="val -3006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958539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Elements with Events - Overview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973BE903-2B4C-5BCA-8CFF-AD26E80D1A76}"/>
              </a:ext>
            </a:extLst>
          </p:cNvPr>
          <p:cNvSpPr/>
          <p:nvPr/>
        </p:nvSpPr>
        <p:spPr>
          <a:xfrm>
            <a:off x="6781435" y="2024967"/>
            <a:ext cx="4067796" cy="862642"/>
          </a:xfrm>
          <a:prstGeom prst="callout2">
            <a:avLst>
              <a:gd name="adj1" fmla="val 49217"/>
              <a:gd name="adj2" fmla="val -30"/>
              <a:gd name="adj3" fmla="val 49464"/>
              <a:gd name="adj4" fmla="val -6709"/>
              <a:gd name="adj5" fmla="val 112093"/>
              <a:gd name="adj6" fmla="val -667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Run when event triggered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1960894" y="2887609"/>
            <a:ext cx="82702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latin typeface="Consolas" panose="020B0609020204030204" pitchFamily="49" charset="0"/>
              </a:rPr>
              <a:t>&lt;tag </a:t>
            </a:r>
            <a:r>
              <a:rPr lang="en-GB" sz="4400" dirty="0" err="1">
                <a:solidFill>
                  <a:srgbClr val="FF0000"/>
                </a:solidFill>
                <a:latin typeface="Consolas" panose="020B0609020204030204" pitchFamily="49" charset="0"/>
              </a:rPr>
              <a:t>onEvent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4400" dirty="0">
                <a:latin typeface="Consolas" panose="020B0609020204030204" pitchFamily="49" charset="0"/>
              </a:rPr>
              <a:t>"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JavaScript</a:t>
            </a:r>
            <a:r>
              <a:rPr lang="en-GB" sz="4400" dirty="0">
                <a:latin typeface="Consolas" panose="020B0609020204030204" pitchFamily="49" charset="0"/>
              </a:rPr>
              <a:t>"&gt;</a:t>
            </a:r>
            <a:endParaRPr lang="en-GB" sz="4400" dirty="0"/>
          </a:p>
        </p:txBody>
      </p:sp>
      <p:sp>
        <p:nvSpPr>
          <p:cNvPr id="24" name="Callout: Bent Line with No Border 23">
            <a:extLst>
              <a:ext uri="{FF2B5EF4-FFF2-40B4-BE49-F238E27FC236}">
                <a16:creationId xmlns:a16="http://schemas.microsoft.com/office/drawing/2014/main" id="{535B09F3-DD14-0BE1-83EE-674A2D878E89}"/>
              </a:ext>
            </a:extLst>
          </p:cNvPr>
          <p:cNvSpPr/>
          <p:nvPr/>
        </p:nvSpPr>
        <p:spPr>
          <a:xfrm flipH="1">
            <a:off x="1030577" y="3831956"/>
            <a:ext cx="2414411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27980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Event handler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5ADFE-C399-4090-C356-DD81EB05E487}"/>
              </a:ext>
            </a:extLst>
          </p:cNvPr>
          <p:cNvSpPr txBox="1"/>
          <p:nvPr/>
        </p:nvSpPr>
        <p:spPr>
          <a:xfrm>
            <a:off x="1962690" y="5292546"/>
            <a:ext cx="8266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Event handlers are specified in the start tag</a:t>
            </a:r>
          </a:p>
          <a:p>
            <a:pPr algn="ctr"/>
            <a:r>
              <a:rPr lang="en-GB" sz="3600" dirty="0">
                <a:solidFill>
                  <a:srgbClr val="7030A0"/>
                </a:solidFill>
              </a:rPr>
              <a:t>Multiple event handlers allowed</a:t>
            </a:r>
          </a:p>
        </p:txBody>
      </p:sp>
    </p:spTree>
    <p:extLst>
      <p:ext uri="{BB962C8B-B14F-4D97-AF65-F5344CB8AC3E}">
        <p14:creationId xmlns:p14="http://schemas.microsoft.com/office/powerpoint/2010/main" val="206348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build="p"/>
      <p:bldP spid="24" grpId="0" animBg="1"/>
      <p:bldP spid="25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Elements with Events -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1960894" y="2887609"/>
            <a:ext cx="82702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latin typeface="Consolas" panose="020B0609020204030204" pitchFamily="49" charset="0"/>
              </a:rPr>
              <a:t>&lt;tag </a:t>
            </a:r>
            <a:r>
              <a:rPr lang="en-GB" sz="4400" dirty="0" err="1">
                <a:solidFill>
                  <a:srgbClr val="FF0000"/>
                </a:solidFill>
                <a:latin typeface="Consolas" panose="020B0609020204030204" pitchFamily="49" charset="0"/>
              </a:rPr>
              <a:t>onEvent</a:t>
            </a:r>
            <a:r>
              <a:rPr lang="en-GB" sz="4400" dirty="0">
                <a:solidFill>
                  <a:srgbClr val="0000FF"/>
                </a:solidFill>
                <a:latin typeface="Consolas" panose="020B0609020204030204" pitchFamily="49" charset="0"/>
              </a:rPr>
              <a:t>=</a:t>
            </a:r>
            <a:r>
              <a:rPr lang="en-GB" sz="4400" dirty="0">
                <a:latin typeface="Consolas" panose="020B0609020204030204" pitchFamily="49" charset="0"/>
              </a:rPr>
              <a:t>"</a:t>
            </a:r>
            <a:r>
              <a:rPr lang="en-GB" sz="4400" dirty="0">
                <a:solidFill>
                  <a:srgbClr val="FF0000"/>
                </a:solidFill>
                <a:latin typeface="Consolas" panose="020B0609020204030204" pitchFamily="49" charset="0"/>
              </a:rPr>
              <a:t>JavaScript</a:t>
            </a:r>
            <a:r>
              <a:rPr lang="en-GB" sz="4400" dirty="0">
                <a:latin typeface="Consolas" panose="020B0609020204030204" pitchFamily="49" charset="0"/>
              </a:rPr>
              <a:t>"&gt;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70631883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– Using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2563091"/>
            <a:ext cx="11353802" cy="3613872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&lt;p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id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"news"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onmouseover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"red()"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  By Element ID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79AEB255-B695-D4B5-9FA6-F301F036190F}"/>
              </a:ext>
            </a:extLst>
          </p:cNvPr>
          <p:cNvSpPr/>
          <p:nvPr/>
        </p:nvSpPr>
        <p:spPr>
          <a:xfrm flipH="1">
            <a:off x="3442207" y="1624492"/>
            <a:ext cx="2414411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34806"/>
              <a:gd name="adj6" fmla="val -1336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Event handler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08586166-BD81-4FDA-3E69-E11AC298DEB7}"/>
              </a:ext>
            </a:extLst>
          </p:cNvPr>
          <p:cNvSpPr/>
          <p:nvPr/>
        </p:nvSpPr>
        <p:spPr>
          <a:xfrm flipH="1">
            <a:off x="6240160" y="4134705"/>
            <a:ext cx="2474317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74670"/>
              <a:gd name="adj6" fmla="val -1201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 to call</a:t>
            </a:r>
          </a:p>
        </p:txBody>
      </p:sp>
    </p:spTree>
    <p:extLst>
      <p:ext uri="{BB962C8B-B14F-4D97-AF65-F5344CB8AC3E}">
        <p14:creationId xmlns:p14="http://schemas.microsoft.com/office/powerpoint/2010/main" val="220034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– Using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2563091"/>
            <a:ext cx="11353802" cy="3613872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&lt;p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id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"news"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onmouseover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"red()"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  By Element ID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6967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597"/>
            <a:ext cx="10515600" cy="1325563"/>
          </a:xfrm>
        </p:spPr>
        <p:txBody>
          <a:bodyPr/>
          <a:lstStyle/>
          <a:p>
            <a:r>
              <a:rPr lang="en-GB" dirty="0"/>
              <a:t>JavaScript – </a:t>
            </a:r>
            <a:r>
              <a:rPr lang="en-GB" dirty="0" err="1"/>
              <a:t>getElementById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640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function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red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getElementById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'news'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      .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style.color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'red'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b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&lt;/script&gt;</a:t>
            </a:r>
            <a:endParaRPr lang="en-GB" sz="3600" dirty="0">
              <a:latin typeface="Consolas" panose="020B0609020204030204" pitchFamily="49" charset="0"/>
            </a:endParaRP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8DABB334-DBFD-0EA0-51E4-058AC7E3EF68}"/>
              </a:ext>
            </a:extLst>
          </p:cNvPr>
          <p:cNvSpPr/>
          <p:nvPr/>
        </p:nvSpPr>
        <p:spPr>
          <a:xfrm>
            <a:off x="7018256" y="1211150"/>
            <a:ext cx="2817481" cy="862642"/>
          </a:xfrm>
          <a:prstGeom prst="callout2">
            <a:avLst>
              <a:gd name="adj1" fmla="val 49953"/>
              <a:gd name="adj2" fmla="val -312"/>
              <a:gd name="adj3" fmla="val 49740"/>
              <a:gd name="adj4" fmla="val -12980"/>
              <a:gd name="adj5" fmla="val 80598"/>
              <a:gd name="adj6" fmla="val -3315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Curly brackets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5EE51122-47E4-494D-30CD-CEFF13FC63C6}"/>
              </a:ext>
            </a:extLst>
          </p:cNvPr>
          <p:cNvSpPr/>
          <p:nvPr/>
        </p:nvSpPr>
        <p:spPr>
          <a:xfrm>
            <a:off x="9496666" y="3543192"/>
            <a:ext cx="653221" cy="862642"/>
          </a:xfrm>
          <a:prstGeom prst="callout2">
            <a:avLst>
              <a:gd name="adj1" fmla="val 49953"/>
              <a:gd name="adj2" fmla="val -312"/>
              <a:gd name="adj3" fmla="val 50292"/>
              <a:gd name="adj4" fmla="val -40581"/>
              <a:gd name="adj5" fmla="val -34787"/>
              <a:gd name="adj6" fmla="val -4117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ID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B6FACACF-8A3A-2BAC-3730-9144E2326A61}"/>
              </a:ext>
            </a:extLst>
          </p:cNvPr>
          <p:cNvSpPr/>
          <p:nvPr/>
        </p:nvSpPr>
        <p:spPr>
          <a:xfrm>
            <a:off x="8982929" y="4245193"/>
            <a:ext cx="1877864" cy="862642"/>
          </a:xfrm>
          <a:prstGeom prst="callout2">
            <a:avLst>
              <a:gd name="adj1" fmla="val 49953"/>
              <a:gd name="adj2" fmla="val -312"/>
              <a:gd name="adj3" fmla="val 50200"/>
              <a:gd name="adj4" fmla="val -20461"/>
              <a:gd name="adj5" fmla="val -38099"/>
              <a:gd name="adj6" fmla="val -1986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Semi-colon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536E2715-41EB-D0C4-559B-C1C823ED39BA}"/>
              </a:ext>
            </a:extLst>
          </p:cNvPr>
          <p:cNvSpPr/>
          <p:nvPr/>
        </p:nvSpPr>
        <p:spPr>
          <a:xfrm flipH="1">
            <a:off x="4858997" y="4272290"/>
            <a:ext cx="2042393" cy="862642"/>
          </a:xfrm>
          <a:prstGeom prst="callout2">
            <a:avLst>
              <a:gd name="adj1" fmla="val 49953"/>
              <a:gd name="adj2" fmla="val -312"/>
              <a:gd name="adj3" fmla="val 50108"/>
              <a:gd name="adj4" fmla="val -15549"/>
              <a:gd name="adj5" fmla="val -42516"/>
              <a:gd name="adj6" fmla="val -1520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Single quote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F07DAF-F3C1-45BB-9FC5-DE71962A8A1C}"/>
              </a:ext>
            </a:extLst>
          </p:cNvPr>
          <p:cNvSpPr txBox="1"/>
          <p:nvPr/>
        </p:nvSpPr>
        <p:spPr>
          <a:xfrm>
            <a:off x="2419432" y="5846544"/>
            <a:ext cx="7353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ID used – Only works on one element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02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11" grpId="0" build="p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597"/>
            <a:ext cx="10515600" cy="1325563"/>
          </a:xfrm>
        </p:spPr>
        <p:txBody>
          <a:bodyPr/>
          <a:lstStyle/>
          <a:p>
            <a:r>
              <a:rPr lang="en-GB" dirty="0"/>
              <a:t>JavaScript – </a:t>
            </a:r>
            <a:r>
              <a:rPr lang="en-GB" dirty="0" err="1"/>
              <a:t>getElementById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640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function 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red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getElementById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'news'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      .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style.color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'red'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b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000" dirty="0">
                <a:solidFill>
                  <a:srgbClr val="A71D5D"/>
                </a:solidFill>
                <a:latin typeface="Consolas" panose="020B0609020204030204" pitchFamily="49" charset="0"/>
              </a:rPr>
              <a:t>&lt;/script&gt;</a:t>
            </a:r>
            <a:endParaRPr lang="en-GB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2070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– Using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67" y="3043506"/>
            <a:ext cx="10801865" cy="316327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&lt;p </a:t>
            </a:r>
            <a:r>
              <a:rPr lang="en-GB" sz="4200" dirty="0" err="1">
                <a:solidFill>
                  <a:srgbClr val="0086B3"/>
                </a:solidFill>
                <a:latin typeface="Consolas" panose="020B0609020204030204" pitchFamily="49" charset="0"/>
              </a:rPr>
              <a:t>onmouseout</a:t>
            </a:r>
            <a:r>
              <a:rPr lang="en-GB" sz="4200" dirty="0">
                <a:latin typeface="Consolas" panose="020B0609020204030204" pitchFamily="49" charset="0"/>
              </a:rPr>
              <a:t>=</a:t>
            </a:r>
            <a:r>
              <a:rPr lang="en-GB" sz="4200" dirty="0">
                <a:solidFill>
                  <a:srgbClr val="183691"/>
                </a:solidFill>
                <a:latin typeface="Consolas" panose="020B0609020204030204" pitchFamily="49" charset="0"/>
              </a:rPr>
              <a:t>"green(this)"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  <a:r>
              <a:rPr lang="en-GB" sz="4200" dirty="0">
                <a:latin typeface="Consolas" panose="020B0609020204030204" pitchFamily="49" charset="0"/>
              </a:rPr>
              <a:t>Text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79AEB255-B695-D4B5-9FA6-F301F036190F}"/>
              </a:ext>
            </a:extLst>
          </p:cNvPr>
          <p:cNvSpPr/>
          <p:nvPr/>
        </p:nvSpPr>
        <p:spPr>
          <a:xfrm flipH="1">
            <a:off x="426333" y="4881660"/>
            <a:ext cx="2414411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132488"/>
              <a:gd name="adj6" fmla="val -1258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Event handler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08586166-BD81-4FDA-3E69-E11AC298DEB7}"/>
              </a:ext>
            </a:extLst>
          </p:cNvPr>
          <p:cNvSpPr/>
          <p:nvPr/>
        </p:nvSpPr>
        <p:spPr>
          <a:xfrm>
            <a:off x="6283164" y="4019018"/>
            <a:ext cx="2712553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-11575"/>
              <a:gd name="adj6" fmla="val -1246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Function to call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392A5C60-2427-408C-67FA-290AFC4E1C9B}"/>
              </a:ext>
            </a:extLst>
          </p:cNvPr>
          <p:cNvSpPr/>
          <p:nvPr/>
        </p:nvSpPr>
        <p:spPr>
          <a:xfrm flipH="1">
            <a:off x="2022393" y="1952813"/>
            <a:ext cx="4841732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34806"/>
              <a:gd name="adj6" fmla="val -1336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Pass all info about </a:t>
            </a:r>
            <a:r>
              <a:rPr lang="en-GB" sz="2800" b="1" i="1" dirty="0">
                <a:solidFill>
                  <a:srgbClr val="FF0000"/>
                </a:solidFill>
              </a:rPr>
              <a:t>this</a:t>
            </a:r>
            <a:r>
              <a:rPr lang="en-GB" sz="2800" b="1" dirty="0">
                <a:solidFill>
                  <a:schemeClr val="tx1"/>
                </a:solidFill>
              </a:rPr>
              <a:t> </a:t>
            </a:r>
            <a:r>
              <a:rPr lang="en-GB" sz="2800" b="1" dirty="0">
                <a:solidFill>
                  <a:srgbClr val="7030A0"/>
                </a:solidFill>
              </a:rPr>
              <a:t>element</a:t>
            </a:r>
          </a:p>
        </p:txBody>
      </p:sp>
    </p:spTree>
    <p:extLst>
      <p:ext uri="{BB962C8B-B14F-4D97-AF65-F5344CB8AC3E}">
        <p14:creationId xmlns:p14="http://schemas.microsoft.com/office/powerpoint/2010/main" val="190202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– Using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06436"/>
            <a:ext cx="10515600" cy="316327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29</a:t>
            </a:r>
            <a:r>
              <a:rPr lang="en-GB" sz="4200" dirty="0">
                <a:latin typeface="Consolas" panose="020B0609020204030204" pitchFamily="49" charset="0"/>
              </a:rPr>
              <a:t> 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&lt;p </a:t>
            </a:r>
            <a:r>
              <a:rPr lang="en-GB" sz="4200" dirty="0" err="1">
                <a:solidFill>
                  <a:srgbClr val="0086B3"/>
                </a:solidFill>
                <a:latin typeface="Consolas" panose="020B0609020204030204" pitchFamily="49" charset="0"/>
              </a:rPr>
              <a:t>onmouseout</a:t>
            </a:r>
            <a:r>
              <a:rPr lang="en-GB" sz="4200" dirty="0">
                <a:latin typeface="Consolas" panose="020B0609020204030204" pitchFamily="49" charset="0"/>
              </a:rPr>
              <a:t>=</a:t>
            </a:r>
            <a:r>
              <a:rPr lang="en-GB" sz="4200" dirty="0">
                <a:solidFill>
                  <a:srgbClr val="183691"/>
                </a:solidFill>
                <a:latin typeface="Consolas" panose="020B0609020204030204" pitchFamily="49" charset="0"/>
              </a:rPr>
              <a:t>"green(this)"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4200" dirty="0">
                <a:latin typeface="Consolas" panose="020B0609020204030204" pitchFamily="49" charset="0"/>
              </a:rPr>
              <a:t>     This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30431161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597"/>
            <a:ext cx="10515600" cy="1325563"/>
          </a:xfrm>
        </p:spPr>
        <p:txBody>
          <a:bodyPr/>
          <a:lstStyle/>
          <a:p>
            <a:r>
              <a:rPr lang="en-GB" dirty="0"/>
              <a:t>JavaScript –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640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40</a:t>
            </a:r>
            <a:r>
              <a:rPr lang="en-GB" sz="4200" dirty="0">
                <a:latin typeface="Consolas" panose="020B0609020204030204" pitchFamily="49" charset="0"/>
              </a:rPr>
              <a:t> </a:t>
            </a:r>
            <a:r>
              <a:rPr lang="en-US" altLang="en-US" sz="4200" dirty="0">
                <a:solidFill>
                  <a:srgbClr val="A71D5D"/>
                </a:solidFill>
                <a:latin typeface="Consolas" panose="020B0609020204030204" pitchFamily="49" charset="0"/>
              </a:rPr>
              <a:t>function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200" dirty="0">
                <a:solidFill>
                  <a:srgbClr val="0086B3"/>
                </a:solidFill>
                <a:latin typeface="Consolas" panose="020B0609020204030204" pitchFamily="49" charset="0"/>
              </a:rPr>
              <a:t>green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(element) {</a:t>
            </a:r>
            <a:b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200" dirty="0">
                <a:solidFill>
                  <a:srgbClr val="B5BABF"/>
                </a:solidFill>
                <a:latin typeface="Consolas" panose="020B0609020204030204" pitchFamily="49" charset="0"/>
              </a:rPr>
              <a:t>41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4200" dirty="0" err="1">
                <a:solidFill>
                  <a:srgbClr val="000000"/>
                </a:solidFill>
                <a:latin typeface="Consolas" panose="020B0609020204030204" pitchFamily="49" charset="0"/>
              </a:rPr>
              <a:t>element.style.color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4200" dirty="0">
                <a:solidFill>
                  <a:srgbClr val="183691"/>
                </a:solidFill>
                <a:latin typeface="Consolas" panose="020B0609020204030204" pitchFamily="49" charset="0"/>
              </a:rPr>
              <a:t>'green'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200" dirty="0">
                <a:solidFill>
                  <a:srgbClr val="B5BABF"/>
                </a:solidFill>
                <a:latin typeface="Consolas" panose="020B0609020204030204" pitchFamily="49" charset="0"/>
              </a:rPr>
              <a:t>42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b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43</a:t>
            </a:r>
            <a:r>
              <a:rPr lang="en-GB" sz="4200" dirty="0">
                <a:latin typeface="Consolas" panose="020B0609020204030204" pitchFamily="49" charset="0"/>
              </a:rPr>
              <a:t> 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&lt;/script&gt;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978C1-2FE4-9664-9E88-60E85F4313AC}"/>
              </a:ext>
            </a:extLst>
          </p:cNvPr>
          <p:cNvSpPr txBox="1"/>
          <p:nvPr/>
        </p:nvSpPr>
        <p:spPr>
          <a:xfrm>
            <a:off x="2050483" y="5846544"/>
            <a:ext cx="8091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ID </a:t>
            </a:r>
            <a:r>
              <a:rPr lang="en-GB" sz="3600" i="1" dirty="0">
                <a:solidFill>
                  <a:srgbClr val="FF0000"/>
                </a:solidFill>
              </a:rPr>
              <a:t>not</a:t>
            </a:r>
            <a:r>
              <a:rPr lang="en-GB" sz="3600" dirty="0">
                <a:solidFill>
                  <a:srgbClr val="7030A0"/>
                </a:solidFill>
              </a:rPr>
              <a:t> used – Will work on many elements</a:t>
            </a:r>
            <a:endParaRPr lang="en-GB" sz="3600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8DABB334-DBFD-0EA0-51E4-058AC7E3EF68}"/>
              </a:ext>
            </a:extLst>
          </p:cNvPr>
          <p:cNvSpPr/>
          <p:nvPr/>
        </p:nvSpPr>
        <p:spPr>
          <a:xfrm>
            <a:off x="7519229" y="733003"/>
            <a:ext cx="2817481" cy="862642"/>
          </a:xfrm>
          <a:prstGeom prst="callout2">
            <a:avLst>
              <a:gd name="adj1" fmla="val 49953"/>
              <a:gd name="adj2" fmla="val -312"/>
              <a:gd name="adj3" fmla="val 50292"/>
              <a:gd name="adj4" fmla="val -12538"/>
              <a:gd name="adj5" fmla="val 129927"/>
              <a:gd name="adj6" fmla="val -1207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Parameter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D3409B56-26BC-458F-B639-D1C16939C9D7}"/>
              </a:ext>
            </a:extLst>
          </p:cNvPr>
          <p:cNvSpPr/>
          <p:nvPr/>
        </p:nvSpPr>
        <p:spPr>
          <a:xfrm>
            <a:off x="5682192" y="3579176"/>
            <a:ext cx="3671358" cy="862642"/>
          </a:xfrm>
          <a:prstGeom prst="callout2">
            <a:avLst>
              <a:gd name="adj1" fmla="val 49953"/>
              <a:gd name="adj2" fmla="val -312"/>
              <a:gd name="adj3" fmla="val 50292"/>
              <a:gd name="adj4" fmla="val -12763"/>
              <a:gd name="adj5" fmla="val -72045"/>
              <a:gd name="adj6" fmla="val -2640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Parameter being used</a:t>
            </a:r>
          </a:p>
        </p:txBody>
      </p:sp>
    </p:spTree>
    <p:extLst>
      <p:ext uri="{BB962C8B-B14F-4D97-AF65-F5344CB8AC3E}">
        <p14:creationId xmlns:p14="http://schemas.microsoft.com/office/powerpoint/2010/main" val="2549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  <p:bldP spid="5" grpId="0" animBg="1"/>
      <p:bldP spid="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597"/>
            <a:ext cx="10515600" cy="1325563"/>
          </a:xfrm>
        </p:spPr>
        <p:txBody>
          <a:bodyPr/>
          <a:lstStyle/>
          <a:p>
            <a:r>
              <a:rPr lang="en-GB" dirty="0"/>
              <a:t>JavaScript –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7085-4C5B-409B-8843-A8A3D3CB6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640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40</a:t>
            </a:r>
            <a:r>
              <a:rPr lang="en-GB" sz="4200" dirty="0">
                <a:latin typeface="Consolas" panose="020B0609020204030204" pitchFamily="49" charset="0"/>
              </a:rPr>
              <a:t> </a:t>
            </a:r>
            <a:r>
              <a:rPr lang="en-US" altLang="en-US" sz="4200" dirty="0">
                <a:solidFill>
                  <a:srgbClr val="A71D5D"/>
                </a:solidFill>
                <a:latin typeface="Consolas" panose="020B0609020204030204" pitchFamily="49" charset="0"/>
              </a:rPr>
              <a:t>function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200" dirty="0">
                <a:solidFill>
                  <a:srgbClr val="0086B3"/>
                </a:solidFill>
                <a:latin typeface="Consolas" panose="020B0609020204030204" pitchFamily="49" charset="0"/>
              </a:rPr>
              <a:t>green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(element) {</a:t>
            </a:r>
            <a:b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200" dirty="0">
                <a:solidFill>
                  <a:srgbClr val="B5BABF"/>
                </a:solidFill>
                <a:latin typeface="Consolas" panose="020B0609020204030204" pitchFamily="49" charset="0"/>
              </a:rPr>
              <a:t>41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4200" dirty="0" err="1">
                <a:solidFill>
                  <a:srgbClr val="000000"/>
                </a:solidFill>
                <a:latin typeface="Consolas" panose="020B0609020204030204" pitchFamily="49" charset="0"/>
              </a:rPr>
              <a:t>element.style.color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4200" dirty="0">
                <a:solidFill>
                  <a:srgbClr val="183691"/>
                </a:solidFill>
                <a:latin typeface="Consolas" panose="020B0609020204030204" pitchFamily="49" charset="0"/>
              </a:rPr>
              <a:t>'green'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4200" dirty="0">
                <a:solidFill>
                  <a:srgbClr val="B5BABF"/>
                </a:solidFill>
                <a:latin typeface="Consolas" panose="020B0609020204030204" pitchFamily="49" charset="0"/>
              </a:rPr>
              <a:t>42</a:t>
            </a:r>
            <a: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br>
              <a:rPr lang="en-US" altLang="en-US" sz="4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4200" dirty="0">
                <a:solidFill>
                  <a:srgbClr val="B5BABF"/>
                </a:solidFill>
                <a:latin typeface="Consolas" panose="020B0609020204030204" pitchFamily="49" charset="0"/>
              </a:rPr>
              <a:t>43</a:t>
            </a:r>
            <a:r>
              <a:rPr lang="en-GB" sz="4200" dirty="0">
                <a:latin typeface="Consolas" panose="020B0609020204030204" pitchFamily="49" charset="0"/>
              </a:rPr>
              <a:t> </a:t>
            </a:r>
            <a:r>
              <a:rPr lang="en-GB" sz="4200" dirty="0">
                <a:solidFill>
                  <a:srgbClr val="A71D5D"/>
                </a:solidFill>
                <a:latin typeface="Consolas" panose="020B0609020204030204" pitchFamily="49" charset="0"/>
              </a:rPr>
              <a:t>&lt;/script&gt; </a:t>
            </a:r>
          </a:p>
        </p:txBody>
      </p:sp>
    </p:spTree>
    <p:extLst>
      <p:ext uri="{BB962C8B-B14F-4D97-AF65-F5344CB8AC3E}">
        <p14:creationId xmlns:p14="http://schemas.microsoft.com/office/powerpoint/2010/main" val="6837437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- Link (External JavaScript)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821819" y="3044279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&lt;script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"script.js"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&gt;&lt;/script&gt;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98F65-D43C-73ED-E7AB-CF19F2AAA6CC}"/>
              </a:ext>
            </a:extLst>
          </p:cNvPr>
          <p:cNvSpPr txBox="1"/>
          <p:nvPr/>
        </p:nvSpPr>
        <p:spPr>
          <a:xfrm>
            <a:off x="695181" y="5944914"/>
            <a:ext cx="10801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Include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script</a:t>
            </a:r>
            <a:r>
              <a:rPr lang="en-GB" sz="3600" dirty="0">
                <a:solidFill>
                  <a:srgbClr val="7030A0"/>
                </a:solidFill>
              </a:rPr>
              <a:t> element just before the end tag of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body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2C15AECF-4B06-E905-B45D-505334569749}"/>
              </a:ext>
            </a:extLst>
          </p:cNvPr>
          <p:cNvSpPr/>
          <p:nvPr/>
        </p:nvSpPr>
        <p:spPr>
          <a:xfrm flipH="1">
            <a:off x="2913321" y="2181637"/>
            <a:ext cx="2461548" cy="862642"/>
          </a:xfrm>
          <a:prstGeom prst="callout2">
            <a:avLst>
              <a:gd name="adj1" fmla="val 49217"/>
              <a:gd name="adj2" fmla="val -30"/>
              <a:gd name="adj3" fmla="val 49740"/>
              <a:gd name="adj4" fmla="val -12980"/>
              <a:gd name="adj5" fmla="val 111895"/>
              <a:gd name="adj6" fmla="val -1996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URL of JS code</a:t>
            </a:r>
          </a:p>
        </p:txBody>
      </p:sp>
    </p:spTree>
    <p:extLst>
      <p:ext uri="{BB962C8B-B14F-4D97-AF65-F5344CB8AC3E}">
        <p14:creationId xmlns:p14="http://schemas.microsoft.com/office/powerpoint/2010/main" val="32519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5" grpId="0" build="p"/>
      <p:bldP spid="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7805-17F2-4B70-B505-57FB17E1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Body - Link (External JavaScript)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639B4-E5C5-8DD1-DB2C-5DF574EC16F0}"/>
              </a:ext>
            </a:extLst>
          </p:cNvPr>
          <p:cNvSpPr txBox="1"/>
          <p:nvPr/>
        </p:nvSpPr>
        <p:spPr>
          <a:xfrm>
            <a:off x="821819" y="3044279"/>
            <a:ext cx="10447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&lt;script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src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"script.js"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&gt;&lt;/script&gt;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98F65-D43C-73ED-E7AB-CF19F2AAA6CC}"/>
              </a:ext>
            </a:extLst>
          </p:cNvPr>
          <p:cNvSpPr txBox="1"/>
          <p:nvPr/>
        </p:nvSpPr>
        <p:spPr>
          <a:xfrm>
            <a:off x="441911" y="5944914"/>
            <a:ext cx="11308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>
                <a:solidFill>
                  <a:srgbClr val="7030A0"/>
                </a:solidFill>
              </a:rPr>
              <a:t>Include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   </a:t>
            </a:r>
            <a:r>
              <a:rPr lang="en-GB" sz="3600" dirty="0">
                <a:solidFill>
                  <a:srgbClr val="7030A0"/>
                </a:solidFill>
              </a:rPr>
              <a:t> element just before the end tag of </a:t>
            </a:r>
            <a:r>
              <a:rPr lang="en-GB" sz="3600" dirty="0">
                <a:solidFill>
                  <a:srgbClr val="A71D5D"/>
                </a:solidFill>
                <a:latin typeface="Consolas" panose="020B0609020204030204" pitchFamily="49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959517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Students xmlns="fb00f1ab-d075-4e01-ab9b-b3f8a42839f0" xsi:nil="true"/>
    <Is_Collaboration_Space_Locked xmlns="fb00f1ab-d075-4e01-ab9b-b3f8a42839f0" xsi:nil="true"/>
    <Teams_Channel_Section_Location xmlns="fb00f1ab-d075-4e01-ab9b-b3f8a42839f0" xsi:nil="true"/>
    <Has_Teacher_Only_SectionGroup xmlns="fb00f1ab-d075-4e01-ab9b-b3f8a42839f0" xsi:nil="true"/>
    <CultureName xmlns="fb00f1ab-d075-4e01-ab9b-b3f8a42839f0" xsi:nil="true"/>
    <Invited_Teachers xmlns="fb00f1ab-d075-4e01-ab9b-b3f8a42839f0" xsi:nil="true"/>
    <Self_Registration_Enabled xmlns="fb00f1ab-d075-4e01-ab9b-b3f8a42839f0" xsi:nil="true"/>
    <FolderType xmlns="fb00f1ab-d075-4e01-ab9b-b3f8a42839f0" xsi:nil="true"/>
    <Teachers xmlns="fb00f1ab-d075-4e01-ab9b-b3f8a42839f0">
      <UserInfo>
        <DisplayName/>
        <AccountId xsi:nil="true"/>
        <AccountType/>
      </UserInfo>
    </Teachers>
    <AppVersion xmlns="fb00f1ab-d075-4e01-ab9b-b3f8a42839f0" xsi:nil="true"/>
    <DefaultSectionNames xmlns="fb00f1ab-d075-4e01-ab9b-b3f8a42839f0" xsi:nil="true"/>
    <Math_Settings xmlns="fb00f1ab-d075-4e01-ab9b-b3f8a42839f0" xsi:nil="true"/>
    <IsNotebookLocked xmlns="fb00f1ab-d075-4e01-ab9b-b3f8a42839f0" xsi:nil="true"/>
    <LMS_Mappings xmlns="fb00f1ab-d075-4e01-ab9b-b3f8a42839f0" xsi:nil="true"/>
    <_activity xmlns="fb00f1ab-d075-4e01-ab9b-b3f8a42839f0" xsi:nil="true"/>
    <Owner xmlns="fb00f1ab-d075-4e01-ab9b-b3f8a42839f0">
      <UserInfo>
        <DisplayName/>
        <AccountId xsi:nil="true"/>
        <AccountType/>
      </UserInfo>
    </Owner>
    <Distribution_Groups xmlns="fb00f1ab-d075-4e01-ab9b-b3f8a42839f0" xsi:nil="true"/>
    <TeamsChannelId xmlns="fb00f1ab-d075-4e01-ab9b-b3f8a42839f0" xsi:nil="true"/>
    <Self_Registration_Enabled0 xmlns="fb00f1ab-d075-4e01-ab9b-b3f8a42839f0" xsi:nil="true"/>
    <Templates xmlns="fb00f1ab-d075-4e01-ab9b-b3f8a42839f0" xsi:nil="true"/>
    <NotebookType xmlns="fb00f1ab-d075-4e01-ab9b-b3f8a42839f0" xsi:nil="true"/>
    <Students xmlns="fb00f1ab-d075-4e01-ab9b-b3f8a42839f0">
      <UserInfo>
        <DisplayName/>
        <AccountId xsi:nil="true"/>
        <AccountType/>
      </UserInfo>
    </Students>
    <Student_Groups xmlns="fb00f1ab-d075-4e01-ab9b-b3f8a42839f0">
      <UserInfo>
        <DisplayName/>
        <AccountId xsi:nil="true"/>
        <AccountType/>
      </UserInfo>
    </Student_Group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49F92D7F80F64B98FBA117B04E0F80" ma:contentTypeVersion="37" ma:contentTypeDescription="Create a new document." ma:contentTypeScope="" ma:versionID="71516a6acb602a3de90596f1f05fefb1">
  <xsd:schema xmlns:xsd="http://www.w3.org/2001/XMLSchema" xmlns:xs="http://www.w3.org/2001/XMLSchema" xmlns:p="http://schemas.microsoft.com/office/2006/metadata/properties" xmlns:ns3="fb00f1ab-d075-4e01-ab9b-b3f8a42839f0" xmlns:ns4="7870b3cf-1289-4874-b3fd-2340ee2bd0a7" targetNamespace="http://schemas.microsoft.com/office/2006/metadata/properties" ma:root="true" ma:fieldsID="00d76bcaedc473293bf81961b2ad162c" ns3:_="" ns4:_="">
    <xsd:import namespace="fb00f1ab-d075-4e01-ab9b-b3f8a42839f0"/>
    <xsd:import namespace="7870b3cf-1289-4874-b3fd-2340ee2bd0a7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AppVersion" minOccurs="0"/>
                <xsd:element ref="ns3:Teachers" minOccurs="0"/>
                <xsd:element ref="ns3:Students" minOccurs="0"/>
                <xsd:element ref="ns4:SharedWithUsers" minOccurs="0"/>
                <xsd:element ref="ns4:SharedWithDetails" minOccurs="0"/>
                <xsd:element ref="ns4:SharingHintHash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CultureName" minOccurs="0"/>
                <xsd:element ref="ns3:Is_Collaboration_Space_Locked" minOccurs="0"/>
                <xsd:element ref="ns3:Self_Registration_Enabled0" minOccurs="0"/>
                <xsd:element ref="ns3:Template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TeamsChannelId" minOccurs="0"/>
                <xsd:element ref="ns3:IsNotebookLocked" minOccurs="0"/>
                <xsd:element ref="ns3:Math_Settin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Distribution_Groups" minOccurs="0"/>
                <xsd:element ref="ns3:LMS_Mappings" minOccurs="0"/>
                <xsd:element ref="ns3:MediaServiceAutoKeyPoints" minOccurs="0"/>
                <xsd:element ref="ns3:MediaServiceKeyPoints" minOccurs="0"/>
                <xsd:element ref="ns3:Teams_Channel_Section_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0f1ab-d075-4e01-ab9b-b3f8a42839f0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dexed="tru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AppVersion" ma:index="12" nillable="true" ma:displayName="App Version" ma:internalName="AppVersion">
      <xsd:simpleType>
        <xsd:restriction base="dms:Text"/>
      </xsd:simpleType>
    </xsd:element>
    <xsd:element name="Teachers" ma:index="13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4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1" nillable="true" ma:displayName="Self_Registration_Enabled" ma:internalName="Self_Registration_Enabled">
      <xsd:simpleType>
        <xsd:restriction base="dms:Boolean"/>
      </xsd:simpleType>
    </xsd:element>
    <xsd:element name="Has_Teacher_Only_SectionGroup" ma:index="22" nillable="true" ma:displayName="Has Teacher Only SectionGroup" ma:internalName="Has_Teacher_Only_SectionGroup">
      <xsd:simpleType>
        <xsd:restriction base="dms:Boolean"/>
      </xsd:simpleType>
    </xsd:element>
    <xsd:element name="CultureName" ma:index="23" nillable="true" ma:displayName="Culture Name" ma:internalName="CultureName">
      <xsd:simpleType>
        <xsd:restriction base="dms:Text"/>
      </xsd:simpleType>
    </xsd:element>
    <xsd:element name="Is_Collaboration_Space_Locked" ma:index="24" nillable="true" ma:displayName="Is Collaboration Space Locked" ma:internalName="Is_Collaboration_Space_Locked">
      <xsd:simpleType>
        <xsd:restriction base="dms:Boolean"/>
      </xsd:simpleType>
    </xsd:element>
    <xsd:element name="Self_Registration_Enabled0" ma:index="25" nillable="true" ma:displayName="Self Registration Enabled" ma:internalName="Self_Registration_Enabled0">
      <xsd:simpleType>
        <xsd:restriction base="dms:Boolean"/>
      </xsd:simpleType>
    </xsd:element>
    <xsd:element name="Templates" ma:index="26" nillable="true" ma:displayName="Templates" ma:internalName="Templates">
      <xsd:simpleType>
        <xsd:restriction base="dms:Note">
          <xsd:maxLength value="255"/>
        </xsd:restriction>
      </xsd:simpleType>
    </xsd:element>
    <xsd:element name="MediaServiceMetadata" ma:index="27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8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29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0" nillable="true" ma:displayName="MediaServiceAutoTags" ma:internalName="MediaServiceAutoTags" ma:readOnly="true">
      <xsd:simpleType>
        <xsd:restriction base="dms:Text"/>
      </xsd:simpleType>
    </xsd:element>
    <xsd:element name="MediaServiceOCR" ma:index="3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TeamsChannelId" ma:index="32" nillable="true" ma:displayName="Teams Channel Id" ma:internalName="TeamsChannelId">
      <xsd:simpleType>
        <xsd:restriction base="dms:Text"/>
      </xsd:simpleType>
    </xsd:element>
    <xsd:element name="IsNotebookLocked" ma:index="33" nillable="true" ma:displayName="Is Notebook Locked" ma:internalName="IsNotebookLocked">
      <xsd:simpleType>
        <xsd:restriction base="dms:Boolean"/>
      </xsd:simpleType>
    </xsd:element>
    <xsd:element name="Math_Settings" ma:index="34" nillable="true" ma:displayName="Math Settings" ma:internalName="Math_Settings">
      <xsd:simpleType>
        <xsd:restriction base="dms:Text"/>
      </xsd:simpleType>
    </xsd:element>
    <xsd:element name="MediaServiceLocation" ma:index="35" nillable="true" ma:displayName="Location" ma:internalName="MediaServiceLocation" ma:readOnly="true">
      <xsd:simpleType>
        <xsd:restriction base="dms:Text"/>
      </xsd:simple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AutoKeyPoints" ma:index="4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4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3" nillable="true" ma:displayName="Length (seconds)" ma:internalName="MediaLengthInSeconds" ma:readOnly="true">
      <xsd:simpleType>
        <xsd:restriction base="dms:Unknown"/>
      </xsd:simpleType>
    </xsd:element>
    <xsd:element name="_activity" ma:index="44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0b3cf-1289-4874-b3fd-2340ee2bd0a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EE3D5E-611B-4F67-864B-0F760FB433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469ED4-0E45-4130-A68B-E865387E703A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7870b3cf-1289-4874-b3fd-2340ee2bd0a7"/>
    <ds:schemaRef ds:uri="fb00f1ab-d075-4e01-ab9b-b3f8a42839f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5E58096-A327-4C36-B9EC-C50309B423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00f1ab-d075-4e01-ab9b-b3f8a42839f0"/>
    <ds:schemaRef ds:uri="7870b3cf-1289-4874-b3fd-2340ee2bd0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18951</TotalTime>
  <Words>4962</Words>
  <Application>Microsoft Office PowerPoint</Application>
  <PresentationFormat>Widescreen</PresentationFormat>
  <Paragraphs>932</Paragraphs>
  <Slides>110</Slides>
  <Notes>101</Notes>
  <HiddenSlides>56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7" baseType="lpstr">
      <vt:lpstr>Arial</vt:lpstr>
      <vt:lpstr>Calibri</vt:lpstr>
      <vt:lpstr>Calibri Light</vt:lpstr>
      <vt:lpstr>CiscoSansTT</vt:lpstr>
      <vt:lpstr>Consolas</vt:lpstr>
      <vt:lpstr>Courier New</vt:lpstr>
      <vt:lpstr>Office Theme</vt:lpstr>
      <vt:lpstr>N5 Computing Science</vt:lpstr>
      <vt:lpstr>Plan – N5 Year 1</vt:lpstr>
      <vt:lpstr>Plan – N5 Year 2</vt:lpstr>
      <vt:lpstr>Web Languages</vt:lpstr>
      <vt:lpstr>Web Languages</vt:lpstr>
      <vt:lpstr>Learning Intentions</vt:lpstr>
      <vt:lpstr>HTML Elements</vt:lpstr>
      <vt:lpstr>HTML Elements</vt:lpstr>
      <vt:lpstr>Basic Webpage</vt:lpstr>
      <vt:lpstr>Basic Webpage</vt:lpstr>
      <vt:lpstr>Head and Body</vt:lpstr>
      <vt:lpstr>Head and Body</vt:lpstr>
      <vt:lpstr>Head - Meta</vt:lpstr>
      <vt:lpstr>Head - Title </vt:lpstr>
      <vt:lpstr>Head - Title </vt:lpstr>
      <vt:lpstr>HTML Comments</vt:lpstr>
      <vt:lpstr>HTML Comments</vt:lpstr>
      <vt:lpstr>TAD</vt:lpstr>
      <vt:lpstr>TAD</vt:lpstr>
      <vt:lpstr>Learning Intentions</vt:lpstr>
      <vt:lpstr>Body – Headings </vt:lpstr>
      <vt:lpstr>Body – Headings </vt:lpstr>
      <vt:lpstr>Body – Paragraph </vt:lpstr>
      <vt:lpstr>Body – Paragraph </vt:lpstr>
      <vt:lpstr>Learning Intentions</vt:lpstr>
      <vt:lpstr>Body – Ordered List (Numbers) </vt:lpstr>
      <vt:lpstr>Body – Ordered List (Numbers) </vt:lpstr>
      <vt:lpstr>Body – Unordered List (Bullet Points) </vt:lpstr>
      <vt:lpstr>Body – Unordered List (Bullet Points) </vt:lpstr>
      <vt:lpstr>Learning Intentions</vt:lpstr>
      <vt:lpstr>PowerPoint Presentation</vt:lpstr>
      <vt:lpstr>PowerPoint Presentation</vt:lpstr>
      <vt:lpstr>Element Attributes</vt:lpstr>
      <vt:lpstr>Element Attributes</vt:lpstr>
      <vt:lpstr>Attributes</vt:lpstr>
      <vt:lpstr>Attributes</vt:lpstr>
      <vt:lpstr>PowerPoint Presentation</vt:lpstr>
      <vt:lpstr>Body – Image</vt:lpstr>
      <vt:lpstr>Body – Image</vt:lpstr>
      <vt:lpstr>Body – Audio</vt:lpstr>
      <vt:lpstr>Body – Audio</vt:lpstr>
      <vt:lpstr>Body – Video</vt:lpstr>
      <vt:lpstr>Body – Video</vt:lpstr>
      <vt:lpstr>Learning Intentions</vt:lpstr>
      <vt:lpstr>Anchor (Hyperlink) – Inline Example</vt:lpstr>
      <vt:lpstr>Anchor (Hyperlink) – Inline Example</vt:lpstr>
      <vt:lpstr>Anchor (Hyperlink) – Block Example</vt:lpstr>
      <vt:lpstr>Anchor (Hyperlink) – Block Example</vt:lpstr>
      <vt:lpstr>Uniform Resource Locators (URLs)</vt:lpstr>
      <vt:lpstr>Uniform Resource Locators (URLs)</vt:lpstr>
      <vt:lpstr>Relative URLs</vt:lpstr>
      <vt:lpstr>Relative URLs</vt:lpstr>
      <vt:lpstr>Directory Structure </vt:lpstr>
      <vt:lpstr>Directory Structure </vt:lpstr>
      <vt:lpstr>Grouping - div </vt:lpstr>
      <vt:lpstr>Grouping - div </vt:lpstr>
      <vt:lpstr>MIME Types – Images / Files</vt:lpstr>
      <vt:lpstr>MIME Types – Images / Files</vt:lpstr>
      <vt:lpstr>MIME Types – Audio / Video</vt:lpstr>
      <vt:lpstr>MIME Types – Audio / Video</vt:lpstr>
      <vt:lpstr>PowerPoint Presentation</vt:lpstr>
      <vt:lpstr>Types of Elements</vt:lpstr>
      <vt:lpstr>Types of Elements</vt:lpstr>
      <vt:lpstr>Learning Intentions</vt:lpstr>
      <vt:lpstr>Head – Style (Internal CSS)</vt:lpstr>
      <vt:lpstr>Head – Style (Internal CSS)</vt:lpstr>
      <vt:lpstr>CSS Comments</vt:lpstr>
      <vt:lpstr>CSS Comments</vt:lpstr>
      <vt:lpstr>CSS Rule – Single Property</vt:lpstr>
      <vt:lpstr>CSS Rule – Single Property</vt:lpstr>
      <vt:lpstr>CSS Rule – Multiple Properties </vt:lpstr>
      <vt:lpstr>CSS Rule – Multiple Properties </vt:lpstr>
      <vt:lpstr>CSS – Font Family</vt:lpstr>
      <vt:lpstr>CSS – Font Family</vt:lpstr>
      <vt:lpstr>CSS – Font Size</vt:lpstr>
      <vt:lpstr>CSS – Font Size</vt:lpstr>
      <vt:lpstr>CSS – Alignment</vt:lpstr>
      <vt:lpstr>CSS – Alignment</vt:lpstr>
      <vt:lpstr>CSS – Colour (Text)</vt:lpstr>
      <vt:lpstr>CSS – Colour (Text)</vt:lpstr>
      <vt:lpstr>CSS – Background Colour</vt:lpstr>
      <vt:lpstr>CSS – Background Colour</vt:lpstr>
      <vt:lpstr>CSS – Width and Height</vt:lpstr>
      <vt:lpstr>CSS – Width and Height</vt:lpstr>
      <vt:lpstr>Learning Intentions</vt:lpstr>
      <vt:lpstr>Class</vt:lpstr>
      <vt:lpstr>Class</vt:lpstr>
      <vt:lpstr>ID</vt:lpstr>
      <vt:lpstr>ID</vt:lpstr>
      <vt:lpstr>Head - Link (External CSS)</vt:lpstr>
      <vt:lpstr>Head - Link (External CSS)</vt:lpstr>
      <vt:lpstr>PowerPoint Presentation</vt:lpstr>
      <vt:lpstr>Head - Link (Favicon)</vt:lpstr>
      <vt:lpstr>Learning Intentions</vt:lpstr>
      <vt:lpstr>Body – Script (Internal JavaScript)</vt:lpstr>
      <vt:lpstr>Body – Script (Internal JavaScript)</vt:lpstr>
      <vt:lpstr>JavaScript – Comments</vt:lpstr>
      <vt:lpstr>JavaScript – Comments</vt:lpstr>
      <vt:lpstr>HTML Elements with Events - Overview</vt:lpstr>
      <vt:lpstr>HTML Elements with Events - Overview</vt:lpstr>
      <vt:lpstr>JavaScript – Using ID</vt:lpstr>
      <vt:lpstr>JavaScript – Using ID</vt:lpstr>
      <vt:lpstr>JavaScript – getElementById</vt:lpstr>
      <vt:lpstr>JavaScript – getElementById</vt:lpstr>
      <vt:lpstr>JavaScript – Using this</vt:lpstr>
      <vt:lpstr>JavaScript – Using this</vt:lpstr>
      <vt:lpstr>JavaScript – this</vt:lpstr>
      <vt:lpstr>JavaScript – this</vt:lpstr>
      <vt:lpstr>Body - Link (External JavaScript)</vt:lpstr>
      <vt:lpstr>Body - Link (External JavaScript)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 Friend</dc:creator>
  <cp:lastModifiedBy>Al Friend</cp:lastModifiedBy>
  <cp:revision>388</cp:revision>
  <cp:lastPrinted>2021-06-18T08:15:49Z</cp:lastPrinted>
  <dcterms:created xsi:type="dcterms:W3CDTF">2020-11-23T14:36:09Z</dcterms:created>
  <dcterms:modified xsi:type="dcterms:W3CDTF">2026-05-15T10:39:13Z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0x0101000249F92D7F80F64B98FBA117B04E0F80</vt:lpwstr>
  </property>
</Properties>
</file>