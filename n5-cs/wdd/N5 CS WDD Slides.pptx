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5"/>
  </p:notesMasterIdLst>
  <p:sldIdLst>
    <p:sldId id="262" r:id="rId5"/>
    <p:sldId id="696" r:id="rId6"/>
    <p:sldId id="424" r:id="rId7"/>
    <p:sldId id="587" r:id="rId8"/>
    <p:sldId id="651" r:id="rId9"/>
    <p:sldId id="582" r:id="rId10"/>
    <p:sldId id="438" r:id="rId11"/>
    <p:sldId id="618" r:id="rId12"/>
    <p:sldId id="590" r:id="rId13"/>
    <p:sldId id="697" r:id="rId14"/>
    <p:sldId id="620" r:id="rId15"/>
    <p:sldId id="698" r:id="rId16"/>
    <p:sldId id="726" r:id="rId17"/>
    <p:sldId id="722" r:id="rId18"/>
    <p:sldId id="699" r:id="rId19"/>
    <p:sldId id="668" r:id="rId20"/>
    <p:sldId id="727" r:id="rId21"/>
    <p:sldId id="749" r:id="rId22"/>
    <p:sldId id="750" r:id="rId23"/>
    <p:sldId id="583" r:id="rId24"/>
    <p:sldId id="592" r:id="rId25"/>
    <p:sldId id="700" r:id="rId26"/>
    <p:sldId id="593" r:id="rId27"/>
    <p:sldId id="701" r:id="rId28"/>
    <p:sldId id="581" r:id="rId29"/>
    <p:sldId id="594" r:id="rId30"/>
    <p:sldId id="702" r:id="rId31"/>
    <p:sldId id="703" r:id="rId32"/>
    <p:sldId id="704" r:id="rId33"/>
    <p:sldId id="580" r:id="rId34"/>
    <p:sldId id="724" r:id="rId35"/>
    <p:sldId id="725" r:id="rId36"/>
    <p:sldId id="597" r:id="rId37"/>
    <p:sldId id="626" r:id="rId38"/>
    <p:sldId id="598" r:id="rId39"/>
    <p:sldId id="688" r:id="rId40"/>
    <p:sldId id="737" r:id="rId41"/>
    <p:sldId id="683" r:id="rId42"/>
    <p:sldId id="718" r:id="rId43"/>
    <p:sldId id="601" r:id="rId44"/>
    <p:sldId id="705" r:id="rId45"/>
    <p:sldId id="685" r:id="rId46"/>
    <p:sldId id="706" r:id="rId47"/>
    <p:sldId id="584" r:id="rId48"/>
    <p:sldId id="604" r:id="rId49"/>
    <p:sldId id="653" r:id="rId50"/>
    <p:sldId id="719" r:id="rId51"/>
    <p:sldId id="720" r:id="rId52"/>
    <p:sldId id="652" r:id="rId53"/>
    <p:sldId id="654" r:id="rId54"/>
    <p:sldId id="655" r:id="rId55"/>
    <p:sldId id="656" r:id="rId56"/>
    <p:sldId id="695" r:id="rId57"/>
    <p:sldId id="751" r:id="rId58"/>
    <p:sldId id="693" r:id="rId59"/>
    <p:sldId id="707" r:id="rId60"/>
    <p:sldId id="599" r:id="rId61"/>
    <p:sldId id="627" r:id="rId62"/>
    <p:sldId id="602" r:id="rId63"/>
    <p:sldId id="628" r:id="rId64"/>
    <p:sldId id="723" r:id="rId65"/>
    <p:sldId id="614" r:id="rId66"/>
    <p:sldId id="635" r:id="rId67"/>
    <p:sldId id="577" r:id="rId68"/>
    <p:sldId id="606" r:id="rId69"/>
    <p:sldId id="728" r:id="rId70"/>
    <p:sldId id="670" r:id="rId71"/>
    <p:sldId id="729" r:id="rId72"/>
    <p:sldId id="435" r:id="rId73"/>
    <p:sldId id="637" r:id="rId74"/>
    <p:sldId id="586" r:id="rId75"/>
    <p:sldId id="638" r:id="rId76"/>
    <p:sldId id="607" r:id="rId77"/>
    <p:sldId id="752" r:id="rId78"/>
    <p:sldId id="608" r:id="rId79"/>
    <p:sldId id="640" r:id="rId80"/>
    <p:sldId id="610" r:id="rId81"/>
    <p:sldId id="641" r:id="rId82"/>
    <p:sldId id="609" r:id="rId83"/>
    <p:sldId id="642" r:id="rId84"/>
    <p:sldId id="611" r:id="rId85"/>
    <p:sldId id="643" r:id="rId86"/>
    <p:sldId id="672" r:id="rId87"/>
    <p:sldId id="673" r:id="rId88"/>
    <p:sldId id="674" r:id="rId89"/>
    <p:sldId id="675" r:id="rId90"/>
    <p:sldId id="708" r:id="rId91"/>
    <p:sldId id="676" r:id="rId92"/>
    <p:sldId id="709" r:id="rId93"/>
    <p:sldId id="605" r:id="rId94"/>
    <p:sldId id="644" r:id="rId95"/>
    <p:sldId id="748" r:id="rId96"/>
    <p:sldId id="682" r:id="rId97"/>
    <p:sldId id="579" r:id="rId98"/>
    <p:sldId id="615" r:id="rId99"/>
    <p:sldId id="730" r:id="rId100"/>
    <p:sldId id="690" r:id="rId101"/>
    <p:sldId id="731" r:id="rId102"/>
    <p:sldId id="658" r:id="rId103"/>
    <p:sldId id="692" r:id="rId104"/>
    <p:sldId id="657" r:id="rId105"/>
    <p:sldId id="732" r:id="rId106"/>
    <p:sldId id="660" r:id="rId107"/>
    <p:sldId id="733" r:id="rId108"/>
    <p:sldId id="662" r:id="rId109"/>
    <p:sldId id="717" r:id="rId110"/>
    <p:sldId id="661" r:id="rId111"/>
    <p:sldId id="715" r:id="rId112"/>
    <p:sldId id="616" r:id="rId113"/>
    <p:sldId id="714" r:id="rId11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262"/>
            <p14:sldId id="696"/>
            <p14:sldId id="424"/>
            <p14:sldId id="587"/>
            <p14:sldId id="651"/>
          </p14:sldIdLst>
        </p14:section>
        <p14:section name="HTML Implementation" id="{350ACDBC-9BDA-49C7-9EF4-AAF3785F20C4}">
          <p14:sldIdLst>
            <p14:sldId id="582"/>
            <p14:sldId id="438"/>
            <p14:sldId id="618"/>
            <p14:sldId id="590"/>
            <p14:sldId id="697"/>
            <p14:sldId id="620"/>
            <p14:sldId id="698"/>
            <p14:sldId id="726"/>
            <p14:sldId id="722"/>
            <p14:sldId id="699"/>
          </p14:sldIdLst>
        </p14:section>
        <p14:section name="Comments" id="{0DD34863-47C8-42D5-8E3F-D5EAF7C8354F}">
          <p14:sldIdLst>
            <p14:sldId id="668"/>
            <p14:sldId id="727"/>
            <p14:sldId id="749"/>
            <p14:sldId id="750"/>
          </p14:sldIdLst>
        </p14:section>
        <p14:section name="h1 &amp; p" id="{B3B6EE58-C444-44B4-B93E-2E85D3E09B5F}">
          <p14:sldIdLst>
            <p14:sldId id="583"/>
            <p14:sldId id="592"/>
            <p14:sldId id="700"/>
            <p14:sldId id="593"/>
            <p14:sldId id="701"/>
          </p14:sldIdLst>
        </p14:section>
        <p14:section name="Lists" id="{646B5BE7-1B9D-4B8D-9975-855357EB12FF}">
          <p14:sldIdLst>
            <p14:sldId id="581"/>
            <p14:sldId id="594"/>
            <p14:sldId id="702"/>
            <p14:sldId id="703"/>
            <p14:sldId id="704"/>
          </p14:sldIdLst>
        </p14:section>
        <p14:section name="Attributes" id="{31F7DD21-1094-42B4-B54F-21BF9FD745F0}">
          <p14:sldIdLst>
            <p14:sldId id="580"/>
            <p14:sldId id="724"/>
            <p14:sldId id="725"/>
            <p14:sldId id="597"/>
            <p14:sldId id="626"/>
            <p14:sldId id="598"/>
            <p14:sldId id="688"/>
          </p14:sldIdLst>
        </p14:section>
        <p14:section name="Media" id="{8808C947-B08F-4C4E-B96C-0BEC038318F3}">
          <p14:sldIdLst>
            <p14:sldId id="737"/>
            <p14:sldId id="683"/>
            <p14:sldId id="718"/>
            <p14:sldId id="601"/>
            <p14:sldId id="705"/>
            <p14:sldId id="685"/>
            <p14:sldId id="706"/>
          </p14:sldIdLst>
        </p14:section>
        <p14:section name="Links &amp; Div" id="{43E15EC7-3697-4021-8E40-B47C02043F49}">
          <p14:sldIdLst>
            <p14:sldId id="584"/>
            <p14:sldId id="604"/>
            <p14:sldId id="653"/>
            <p14:sldId id="719"/>
            <p14:sldId id="720"/>
            <p14:sldId id="652"/>
            <p14:sldId id="654"/>
            <p14:sldId id="655"/>
            <p14:sldId id="656"/>
            <p14:sldId id="695"/>
            <p14:sldId id="751"/>
            <p14:sldId id="693"/>
            <p14:sldId id="707"/>
          </p14:sldIdLst>
        </p14:section>
        <p14:section name="MIME Types" id="{1D383A19-75C5-4490-9385-A5F21A1B95C0}">
          <p14:sldIdLst>
            <p14:sldId id="599"/>
            <p14:sldId id="627"/>
            <p14:sldId id="602"/>
            <p14:sldId id="628"/>
          </p14:sldIdLst>
        </p14:section>
        <p14:section name="Element Types" id="{110A8216-82D8-46BB-80B9-872702B65082}">
          <p14:sldIdLst>
            <p14:sldId id="723"/>
            <p14:sldId id="614"/>
            <p14:sldId id="635"/>
          </p14:sldIdLst>
        </p14:section>
        <p14:section name="CSS Implementation" id="{65ABD011-9DFD-41B7-AEC4-43DE6340DB7C}">
          <p14:sldIdLst>
            <p14:sldId id="577"/>
          </p14:sldIdLst>
        </p14:section>
        <p14:section name="Internal Stylesheet" id="{C5BF4741-90C6-407E-80FD-F84BF735F692}">
          <p14:sldIdLst>
            <p14:sldId id="606"/>
            <p14:sldId id="728"/>
            <p14:sldId id="670"/>
            <p14:sldId id="729"/>
          </p14:sldIdLst>
        </p14:section>
        <p14:section name="CSS Rules" id="{2F8F3A61-27F0-4381-AD82-6A3FF017D9F5}">
          <p14:sldIdLst>
            <p14:sldId id="435"/>
            <p14:sldId id="637"/>
            <p14:sldId id="586"/>
            <p14:sldId id="638"/>
          </p14:sldIdLst>
        </p14:section>
        <p14:section name="CSS Properties" id="{7E1FD482-8783-4693-A748-5D1275CF236E}">
          <p14:sldIdLst>
            <p14:sldId id="607"/>
            <p14:sldId id="752"/>
            <p14:sldId id="608"/>
            <p14:sldId id="640"/>
            <p14:sldId id="610"/>
            <p14:sldId id="641"/>
            <p14:sldId id="609"/>
            <p14:sldId id="642"/>
            <p14:sldId id="611"/>
            <p14:sldId id="643"/>
            <p14:sldId id="672"/>
            <p14:sldId id="673"/>
          </p14:sldIdLst>
        </p14:section>
        <p14:section name="Class &amp; ID" id="{A97ACADD-88C9-41E1-951F-B5C60DB5E936}">
          <p14:sldIdLst>
            <p14:sldId id="674"/>
            <p14:sldId id="675"/>
            <p14:sldId id="708"/>
            <p14:sldId id="676"/>
            <p14:sldId id="709"/>
          </p14:sldIdLst>
        </p14:section>
        <p14:section name="External Stylesheet" id="{94528133-0A6A-4CB8-8B30-A15682F1CCC7}">
          <p14:sldIdLst>
            <p14:sldId id="605"/>
            <p14:sldId id="644"/>
          </p14:sldIdLst>
        </p14:section>
        <p14:section name="Inline Styling" id="{8C249DD8-F875-45C5-AEBD-FD52FC860D15}">
          <p14:sldIdLst>
            <p14:sldId id="748"/>
          </p14:sldIdLst>
        </p14:section>
        <p14:section name="Favicon" id="{AF0B2D02-80E9-4D3E-8FC6-ABB2E9CC2D45}">
          <p14:sldIdLst>
            <p14:sldId id="682"/>
          </p14:sldIdLst>
        </p14:section>
        <p14:section name="JS Implementation" id="{F5E5805E-23ED-4ABE-B983-FB1C38A50460}">
          <p14:sldIdLst>
            <p14:sldId id="579"/>
            <p14:sldId id="615"/>
            <p14:sldId id="730"/>
            <p14:sldId id="690"/>
            <p14:sldId id="731"/>
          </p14:sldIdLst>
        </p14:section>
        <p14:section name="Events" id="{1083E686-FEEA-4817-8F45-CEC37B259875}">
          <p14:sldIdLst>
            <p14:sldId id="658"/>
            <p14:sldId id="692"/>
          </p14:sldIdLst>
        </p14:section>
        <p14:section name="Using ID" id="{4FFF0F35-3232-49CE-85FD-FDB9CE94FB70}">
          <p14:sldIdLst>
            <p14:sldId id="657"/>
            <p14:sldId id="732"/>
            <p14:sldId id="660"/>
            <p14:sldId id="733"/>
          </p14:sldIdLst>
        </p14:section>
        <p14:section name="Using this" id="{DFE7B7A3-E6EC-40FD-8C31-076C92ECEAE3}">
          <p14:sldIdLst>
            <p14:sldId id="662"/>
            <p14:sldId id="717"/>
            <p14:sldId id="661"/>
            <p14:sldId id="715"/>
          </p14:sldIdLst>
        </p14:section>
        <p14:section name="External JS" id="{C1CC7B59-D93C-410A-8109-EEB25339853F}">
          <p14:sldIdLst>
            <p14:sldId id="616"/>
            <p14:sldId id="71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 Friend" initials="AF" lastIdx="1" clrIdx="0">
    <p:extLst>
      <p:ext uri="{19B8F6BF-5375-455C-9EA6-DF929625EA0E}">
        <p15:presenceInfo xmlns:p15="http://schemas.microsoft.com/office/powerpoint/2012/main" userId="S-1-5-21-1186014672-3240467572-3005593719-43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0086B3"/>
    <a:srgbClr val="A71D5D"/>
    <a:srgbClr val="B5BABF"/>
    <a:srgbClr val="660066"/>
    <a:srgbClr val="0000F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50" autoAdjust="0"/>
  </p:normalViewPr>
  <p:slideViewPr>
    <p:cSldViewPr snapToGrid="0" showGuides="1">
      <p:cViewPr varScale="1">
        <p:scale>
          <a:sx n="54" d="100"/>
          <a:sy n="54" d="100"/>
        </p:scale>
        <p:origin x="612" y="48"/>
      </p:cViewPr>
      <p:guideLst>
        <p:guide orient="horz" pos="2183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presProps" Target="presProps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viewProps" Target="viewProp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theme" Target="theme/theme1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commentAuthors" Target="commentAuthor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D137E394-7D65-4D4B-8544-493527FAA342}"/>
  </pc:docChgLst>
  <pc:docChgLst>
    <pc:chgData name="Al Friend" userId="e5ed79da-d858-46d4-9eed-a7a24903f2de" providerId="ADAL" clId="{ADDE55C9-7F92-4D14-8550-C32340EDAD76}"/>
  </pc:docChgLst>
  <pc:docChgLst>
    <pc:chgData name="Al Friend" userId="e5ed79da-d858-46d4-9eed-a7a24903f2de" providerId="ADAL" clId="{8E4B8AF2-7224-4D6A-B43C-3DFD3E7AA377}"/>
    <pc:docChg chg="undo custSel addSld delSld modSld sldOrd modSection">
      <pc:chgData name="Al Friend" userId="e5ed79da-d858-46d4-9eed-a7a24903f2de" providerId="ADAL" clId="{8E4B8AF2-7224-4D6A-B43C-3DFD3E7AA377}" dt="2026-04-30T09:53:15.815" v="662"/>
      <pc:docMkLst>
        <pc:docMk/>
      </pc:docMkLst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1701761292" sldId="435"/>
        </pc:sldMkLst>
      </pc:sldChg>
      <pc:sldChg chg="modSp">
        <pc:chgData name="Al Friend" userId="e5ed79da-d858-46d4-9eed-a7a24903f2de" providerId="ADAL" clId="{8E4B8AF2-7224-4D6A-B43C-3DFD3E7AA377}" dt="2026-04-13T12:34:41.492" v="0" actId="114"/>
        <pc:sldMkLst>
          <pc:docMk/>
          <pc:sldMk cId="3662892889" sldId="438"/>
        </pc:sldMkLst>
        <pc:spChg chg="mod">
          <ac:chgData name="Al Friend" userId="e5ed79da-d858-46d4-9eed-a7a24903f2de" providerId="ADAL" clId="{8E4B8AF2-7224-4D6A-B43C-3DFD3E7AA377}" dt="2026-04-13T12:34:41.492" v="0" actId="114"/>
          <ac:spMkLst>
            <pc:docMk/>
            <pc:sldMk cId="3662892889" sldId="438"/>
            <ac:spMk id="25" creationId="{05F5ADFE-C399-4090-C356-DD81EB05E487}"/>
          </ac:spMkLst>
        </pc:spChg>
      </pc:sldChg>
      <pc:sldChg chg="modSp">
        <pc:chgData name="Al Friend" userId="e5ed79da-d858-46d4-9eed-a7a24903f2de" providerId="ADAL" clId="{8E4B8AF2-7224-4D6A-B43C-3DFD3E7AA377}" dt="2026-04-20T12:37:24.988" v="333" actId="403"/>
        <pc:sldMkLst>
          <pc:docMk/>
          <pc:sldMk cId="2917893228" sldId="584"/>
        </pc:sldMkLst>
        <pc:spChg chg="mod">
          <ac:chgData name="Al Friend" userId="e5ed79da-d858-46d4-9eed-a7a24903f2de" providerId="ADAL" clId="{8E4B8AF2-7224-4D6A-B43C-3DFD3E7AA377}" dt="2026-04-20T12:37:24.988" v="333" actId="403"/>
          <ac:spMkLst>
            <pc:docMk/>
            <pc:sldMk cId="2917893228" sldId="584"/>
            <ac:spMk id="3" creationId="{00000000-0000-0000-0000-000000000000}"/>
          </ac:spMkLst>
        </pc:spChg>
      </pc:sldChg>
      <pc:sldChg chg="del">
        <pc:chgData name="Al Friend" userId="e5ed79da-d858-46d4-9eed-a7a24903f2de" providerId="ADAL" clId="{8E4B8AF2-7224-4D6A-B43C-3DFD3E7AA377}" dt="2026-04-30T09:26:01.666" v="570" actId="2696"/>
        <pc:sldMkLst>
          <pc:docMk/>
          <pc:sldMk cId="1839925969" sldId="585"/>
        </pc:sldMkLst>
      </pc:sldChg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635434407" sldId="586"/>
        </pc:sldMkLst>
      </pc:sldChg>
      <pc:sldChg chg="modAnim">
        <pc:chgData name="Al Friend" userId="e5ed79da-d858-46d4-9eed-a7a24903f2de" providerId="ADAL" clId="{8E4B8AF2-7224-4D6A-B43C-3DFD3E7AA377}" dt="2026-04-13T14:02:06.523" v="19"/>
        <pc:sldMkLst>
          <pc:docMk/>
          <pc:sldMk cId="3100190412" sldId="587"/>
        </pc:sldMkLst>
      </pc:sldChg>
      <pc:sldChg chg="modSp modAnim">
        <pc:chgData name="Al Friend" userId="e5ed79da-d858-46d4-9eed-a7a24903f2de" providerId="ADAL" clId="{8E4B8AF2-7224-4D6A-B43C-3DFD3E7AA377}" dt="2026-04-20T14:11:16.701" v="565"/>
        <pc:sldMkLst>
          <pc:docMk/>
          <pc:sldMk cId="3857459598" sldId="601"/>
        </pc:sldMkLst>
        <pc:spChg chg="mod">
          <ac:chgData name="Al Friend" userId="e5ed79da-d858-46d4-9eed-a7a24903f2de" providerId="ADAL" clId="{8E4B8AF2-7224-4D6A-B43C-3DFD3E7AA377}" dt="2026-04-20T13:46:45.625" v="486" actId="1076"/>
          <ac:spMkLst>
            <pc:docMk/>
            <pc:sldMk cId="3857459598" sldId="601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5:46.168" v="474"/>
          <ac:spMkLst>
            <pc:docMk/>
            <pc:sldMk cId="3857459598" sldId="601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1:04.243" v="560" actId="14100"/>
          <ac:spMkLst>
            <pc:docMk/>
            <pc:sldMk cId="3857459598" sldId="601"/>
            <ac:spMk id="13" creationId="{9FD08280-246B-F431-CC37-33C0C86742F1}"/>
          </ac:spMkLst>
        </pc:spChg>
      </pc:sldChg>
      <pc:sldChg chg="addSp delSp modSp delAnim modAnim">
        <pc:chgData name="Al Friend" userId="e5ed79da-d858-46d4-9eed-a7a24903f2de" providerId="ADAL" clId="{8E4B8AF2-7224-4D6A-B43C-3DFD3E7AA377}" dt="2026-04-30T09:53:15.815" v="662"/>
        <pc:sldMkLst>
          <pc:docMk/>
          <pc:sldMk cId="1162249765" sldId="607"/>
        </pc:sldMkLst>
        <pc:spChg chg="mod">
          <ac:chgData name="Al Friend" userId="e5ed79da-d858-46d4-9eed-a7a24903f2de" providerId="ADAL" clId="{8E4B8AF2-7224-4D6A-B43C-3DFD3E7AA377}" dt="2026-04-30T09:40:19.947" v="580"/>
          <ac:spMkLst>
            <pc:docMk/>
            <pc:sldMk cId="1162249765" sldId="607"/>
            <ac:spMk id="3" creationId="{E4EE7085-4C5B-409B-8843-A8A3D3CB6E90}"/>
          </ac:spMkLst>
        </pc:spChg>
        <pc:spChg chg="del mod">
          <ac:chgData name="Al Friend" userId="e5ed79da-d858-46d4-9eed-a7a24903f2de" providerId="ADAL" clId="{8E4B8AF2-7224-4D6A-B43C-3DFD3E7AA377}" dt="2026-04-30T09:48:50.110" v="637" actId="478"/>
          <ac:spMkLst>
            <pc:docMk/>
            <pc:sldMk cId="1162249765" sldId="607"/>
            <ac:spMk id="6" creationId="{4A61607B-9F3B-788B-3313-16C9EF2262A1}"/>
          </ac:spMkLst>
        </pc:spChg>
        <pc:spChg chg="add mod">
          <ac:chgData name="Al Friend" userId="e5ed79da-d858-46d4-9eed-a7a24903f2de" providerId="ADAL" clId="{8E4B8AF2-7224-4D6A-B43C-3DFD3E7AA377}" dt="2026-04-30T09:41:17.920" v="610" actId="14100"/>
          <ac:spMkLst>
            <pc:docMk/>
            <pc:sldMk cId="1162249765" sldId="607"/>
            <ac:spMk id="10" creationId="{78D60DD7-CEC3-4D74-8332-113847F8689B}"/>
          </ac:spMkLst>
        </pc:spChg>
        <pc:spChg chg="add mod">
          <ac:chgData name="Al Friend" userId="e5ed79da-d858-46d4-9eed-a7a24903f2de" providerId="ADAL" clId="{8E4B8AF2-7224-4D6A-B43C-3DFD3E7AA377}" dt="2026-04-30T09:49:07.023" v="646" actId="20577"/>
          <ac:spMkLst>
            <pc:docMk/>
            <pc:sldMk cId="1162249765" sldId="607"/>
            <ac:spMk id="11" creationId="{73021AA3-C7B5-493C-9D32-EE4A7C38B6ED}"/>
          </ac:spMkLst>
        </pc:spChg>
      </pc:sldChg>
      <pc:sldChg chg="modSp">
        <pc:chgData name="Al Friend" userId="e5ed79da-d858-46d4-9eed-a7a24903f2de" providerId="ADAL" clId="{8E4B8AF2-7224-4D6A-B43C-3DFD3E7AA377}" dt="2026-04-13T14:28:30.584" v="58" actId="6549"/>
        <pc:sldMkLst>
          <pc:docMk/>
          <pc:sldMk cId="3166914341" sldId="620"/>
        </pc:sldMkLst>
        <pc:spChg chg="mod">
          <ac:chgData name="Al Friend" userId="e5ed79da-d858-46d4-9eed-a7a24903f2de" providerId="ADAL" clId="{8E4B8AF2-7224-4D6A-B43C-3DFD3E7AA377}" dt="2026-04-13T14:28:30.584" v="58" actId="6549"/>
          <ac:spMkLst>
            <pc:docMk/>
            <pc:sldMk cId="3166914341" sldId="620"/>
            <ac:spMk id="9" creationId="{57CE272A-A610-21B9-0F6F-927DE561CD09}"/>
          </ac:spMkLst>
        </pc:spChg>
      </pc:sldChg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3197664865" sldId="637"/>
        </pc:sldMkLst>
      </pc:sldChg>
      <pc:sldChg chg="ord">
        <pc:chgData name="Al Friend" userId="e5ed79da-d858-46d4-9eed-a7a24903f2de" providerId="ADAL" clId="{8E4B8AF2-7224-4D6A-B43C-3DFD3E7AA377}" dt="2026-04-30T09:21:41.500" v="569"/>
        <pc:sldMkLst>
          <pc:docMk/>
          <pc:sldMk cId="982895645" sldId="638"/>
        </pc:sldMkLst>
      </pc:sldChg>
      <pc:sldChg chg="del">
        <pc:chgData name="Al Friend" userId="e5ed79da-d858-46d4-9eed-a7a24903f2de" providerId="ADAL" clId="{8E4B8AF2-7224-4D6A-B43C-3DFD3E7AA377}" dt="2026-04-30T09:48:08.035" v="621" actId="2696"/>
        <pc:sldMkLst>
          <pc:docMk/>
          <pc:sldMk cId="1325331617" sldId="639"/>
        </pc:sldMkLst>
      </pc:sldChg>
      <pc:sldChg chg="modAnim">
        <pc:chgData name="Al Friend" userId="e5ed79da-d858-46d4-9eed-a7a24903f2de" providerId="ADAL" clId="{8E4B8AF2-7224-4D6A-B43C-3DFD3E7AA377}" dt="2026-04-24T11:29:25.150" v="567"/>
        <pc:sldMkLst>
          <pc:docMk/>
          <pc:sldMk cId="2394524004" sldId="655"/>
        </pc:sldMkLst>
      </pc:sldChg>
      <pc:sldChg chg="modSp modAnim">
        <pc:chgData name="Al Friend" userId="e5ed79da-d858-46d4-9eed-a7a24903f2de" providerId="ADAL" clId="{8E4B8AF2-7224-4D6A-B43C-3DFD3E7AA377}" dt="2026-04-16T08:52:47.782" v="324" actId="20577"/>
        <pc:sldMkLst>
          <pc:docMk/>
          <pc:sldMk cId="253679378" sldId="668"/>
        </pc:sldMkLst>
        <pc:spChg chg="mod">
          <ac:chgData name="Al Friend" userId="e5ed79da-d858-46d4-9eed-a7a24903f2de" providerId="ADAL" clId="{8E4B8AF2-7224-4D6A-B43C-3DFD3E7AA377}" dt="2026-04-16T08:52:47.782" v="324" actId="20577"/>
          <ac:spMkLst>
            <pc:docMk/>
            <pc:sldMk cId="253679378" sldId="668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2:32.823" v="320" actId="20577"/>
          <ac:spMkLst>
            <pc:docMk/>
            <pc:sldMk cId="253679378" sldId="668"/>
            <ac:spMk id="16" creationId="{F4918470-EB76-45D1-B4CD-960C3376CE78}"/>
          </ac:spMkLst>
        </pc:spChg>
      </pc:sldChg>
      <pc:sldChg chg="modSp modAnim">
        <pc:chgData name="Al Friend" userId="e5ed79da-d858-46d4-9eed-a7a24903f2de" providerId="ADAL" clId="{8E4B8AF2-7224-4D6A-B43C-3DFD3E7AA377}" dt="2026-04-20T14:11:21.693" v="566"/>
        <pc:sldMkLst>
          <pc:docMk/>
          <pc:sldMk cId="582524217" sldId="685"/>
        </pc:sldMkLst>
        <pc:spChg chg="mod">
          <ac:chgData name="Al Friend" userId="e5ed79da-d858-46d4-9eed-a7a24903f2de" providerId="ADAL" clId="{8E4B8AF2-7224-4D6A-B43C-3DFD3E7AA377}" dt="2026-04-20T13:47:59.667" v="512" actId="1076"/>
          <ac:spMkLst>
            <pc:docMk/>
            <pc:sldMk cId="582524217" sldId="685"/>
            <ac:spMk id="7" creationId="{4E553067-C61A-4778-9A94-484A2AF5AA51}"/>
          </ac:spMkLst>
        </pc:spChg>
        <pc:spChg chg="mod">
          <ac:chgData name="Al Friend" userId="e5ed79da-d858-46d4-9eed-a7a24903f2de" providerId="ADAL" clId="{8E4B8AF2-7224-4D6A-B43C-3DFD3E7AA377}" dt="2026-04-20T13:47:07.978" v="494" actId="20577"/>
          <ac:spMkLst>
            <pc:docMk/>
            <pc:sldMk cId="582524217" sldId="685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20T14:10:41.857" v="555" actId="1038"/>
          <ac:spMkLst>
            <pc:docMk/>
            <pc:sldMk cId="582524217" sldId="685"/>
            <ac:spMk id="13" creationId="{9FD08280-246B-F431-CC37-33C0C86742F1}"/>
          </ac:spMkLst>
        </pc:spChg>
      </pc:sldChg>
      <pc:sldChg chg="addSp modSp modAnim">
        <pc:chgData name="Al Friend" userId="e5ed79da-d858-46d4-9eed-a7a24903f2de" providerId="ADAL" clId="{8E4B8AF2-7224-4D6A-B43C-3DFD3E7AA377}" dt="2026-04-20T12:41:56.707" v="416" actId="14100"/>
        <pc:sldMkLst>
          <pc:docMk/>
          <pc:sldMk cId="1305800651" sldId="695"/>
        </pc:sldMkLst>
        <pc:spChg chg="add mod">
          <ac:chgData name="Al Friend" userId="e5ed79da-d858-46d4-9eed-a7a24903f2de" providerId="ADAL" clId="{8E4B8AF2-7224-4D6A-B43C-3DFD3E7AA377}" dt="2026-04-20T12:39:25.826" v="386" actId="1035"/>
          <ac:spMkLst>
            <pc:docMk/>
            <pc:sldMk cId="1305800651" sldId="695"/>
            <ac:spMk id="20" creationId="{5323F730-EAE1-4513-9DFE-71048460FC79}"/>
          </ac:spMkLst>
        </pc:spChg>
        <pc:spChg chg="add mod">
          <ac:chgData name="Al Friend" userId="e5ed79da-d858-46d4-9eed-a7a24903f2de" providerId="ADAL" clId="{8E4B8AF2-7224-4D6A-B43C-3DFD3E7AA377}" dt="2026-04-20T12:38:42.560" v="354" actId="14100"/>
          <ac:spMkLst>
            <pc:docMk/>
            <pc:sldMk cId="1305800651" sldId="695"/>
            <ac:spMk id="21" creationId="{0F20EC71-B572-4E66-A717-9B649678FE95}"/>
          </ac:spMkLst>
        </pc:spChg>
        <pc:spChg chg="mod">
          <ac:chgData name="Al Friend" userId="e5ed79da-d858-46d4-9eed-a7a24903f2de" providerId="ADAL" clId="{8E4B8AF2-7224-4D6A-B43C-3DFD3E7AA377}" dt="2026-04-20T12:41:56.707" v="416" actId="14100"/>
          <ac:spMkLst>
            <pc:docMk/>
            <pc:sldMk cId="1305800651" sldId="695"/>
            <ac:spMk id="22" creationId="{07A86949-E86B-4892-ABF0-D85995D93C10}"/>
          </ac:spMkLst>
        </pc:spChg>
        <pc:spChg chg="mod">
          <ac:chgData name="Al Friend" userId="e5ed79da-d858-46d4-9eed-a7a24903f2de" providerId="ADAL" clId="{8E4B8AF2-7224-4D6A-B43C-3DFD3E7AA377}" dt="2026-04-20T12:38:39.197" v="353" actId="14100"/>
          <ac:spMkLst>
            <pc:docMk/>
            <pc:sldMk cId="1305800651" sldId="695"/>
            <ac:spMk id="23" creationId="{CE7B039D-1DE0-4F0F-AB4B-F123BE21C45D}"/>
          </ac:spMkLst>
        </pc:spChg>
        <pc:spChg chg="add mod">
          <ac:chgData name="Al Friend" userId="e5ed79da-d858-46d4-9eed-a7a24903f2de" providerId="ADAL" clId="{8E4B8AF2-7224-4D6A-B43C-3DFD3E7AA377}" dt="2026-04-20T12:39:22.503" v="382" actId="1037"/>
          <ac:spMkLst>
            <pc:docMk/>
            <pc:sldMk cId="1305800651" sldId="695"/>
            <ac:spMk id="28" creationId="{31003450-8BD8-422C-91D2-0F031E2EA827}"/>
          </ac:spMkLst>
        </pc:spChg>
        <pc:spChg chg="add mod">
          <ac:chgData name="Al Friend" userId="e5ed79da-d858-46d4-9eed-a7a24903f2de" providerId="ADAL" clId="{8E4B8AF2-7224-4D6A-B43C-3DFD3E7AA377}" dt="2026-04-20T12:39:29.840" v="391" actId="1035"/>
          <ac:spMkLst>
            <pc:docMk/>
            <pc:sldMk cId="1305800651" sldId="695"/>
            <ac:spMk id="29" creationId="{77BA2D2E-A6C4-486F-A467-956DEF954D93}"/>
          </ac:spMkLst>
        </pc:spChg>
      </pc:sldChg>
      <pc:sldChg chg="modSp">
        <pc:chgData name="Al Friend" userId="e5ed79da-d858-46d4-9eed-a7a24903f2de" providerId="ADAL" clId="{8E4B8AF2-7224-4D6A-B43C-3DFD3E7AA377}" dt="2026-04-13T12:36:40.422" v="10"/>
        <pc:sldMkLst>
          <pc:docMk/>
          <pc:sldMk cId="3176792364" sldId="699"/>
        </pc:sldMkLst>
        <pc:spChg chg="mod">
          <ac:chgData name="Al Friend" userId="e5ed79da-d858-46d4-9eed-a7a24903f2de" providerId="ADAL" clId="{8E4B8AF2-7224-4D6A-B43C-3DFD3E7AA377}" dt="2026-04-13T12:36:40.422" v="10"/>
          <ac:spMkLst>
            <pc:docMk/>
            <pc:sldMk cId="3176792364" sldId="699"/>
            <ac:spMk id="3" creationId="{1E41C2BE-032B-BF28-707D-DE8622357620}"/>
          </ac:spMkLst>
        </pc:spChg>
      </pc:sldChg>
      <pc:sldChg chg="modSp">
        <pc:chgData name="Al Friend" userId="e5ed79da-d858-46d4-9eed-a7a24903f2de" providerId="ADAL" clId="{8E4B8AF2-7224-4D6A-B43C-3DFD3E7AA377}" dt="2026-04-20T13:46:54.749" v="489" actId="20577"/>
        <pc:sldMkLst>
          <pc:docMk/>
          <pc:sldMk cId="3010599604" sldId="705"/>
        </pc:sldMkLst>
        <pc:spChg chg="mod">
          <ac:chgData name="Al Friend" userId="e5ed79da-d858-46d4-9eed-a7a24903f2de" providerId="ADAL" clId="{8E4B8AF2-7224-4D6A-B43C-3DFD3E7AA377}" dt="2026-04-20T13:46:54.749" v="489" actId="20577"/>
          <ac:spMkLst>
            <pc:docMk/>
            <pc:sldMk cId="3010599604" sldId="705"/>
            <ac:spMk id="9" creationId="{4F9E32E5-07F6-2AAB-9FC5-F1D83771553E}"/>
          </ac:spMkLst>
        </pc:spChg>
      </pc:sldChg>
      <pc:sldChg chg="modSp">
        <pc:chgData name="Al Friend" userId="e5ed79da-d858-46d4-9eed-a7a24903f2de" providerId="ADAL" clId="{8E4B8AF2-7224-4D6A-B43C-3DFD3E7AA377}" dt="2026-04-20T13:47:15.582" v="497" actId="20577"/>
        <pc:sldMkLst>
          <pc:docMk/>
          <pc:sldMk cId="1138250700" sldId="706"/>
        </pc:sldMkLst>
        <pc:spChg chg="mod">
          <ac:chgData name="Al Friend" userId="e5ed79da-d858-46d4-9eed-a7a24903f2de" providerId="ADAL" clId="{8E4B8AF2-7224-4D6A-B43C-3DFD3E7AA377}" dt="2026-04-20T13:47:15.582" v="497" actId="20577"/>
          <ac:spMkLst>
            <pc:docMk/>
            <pc:sldMk cId="1138250700" sldId="706"/>
            <ac:spMk id="9" creationId="{37023E8A-C83E-2BAB-A5E9-CFABAF46E5DD}"/>
          </ac:spMkLst>
        </pc:spChg>
      </pc:sldChg>
      <pc:sldChg chg="modSp modAnim modNotesTx">
        <pc:chgData name="Al Friend" userId="e5ed79da-d858-46d4-9eed-a7a24903f2de" providerId="ADAL" clId="{8E4B8AF2-7224-4D6A-B43C-3DFD3E7AA377}" dt="2026-04-20T13:30:36.998" v="472" actId="20577"/>
        <pc:sldMkLst>
          <pc:docMk/>
          <pc:sldMk cId="3027323023" sldId="719"/>
        </pc:sldMkLst>
        <pc:spChg chg="mod">
          <ac:chgData name="Al Friend" userId="e5ed79da-d858-46d4-9eed-a7a24903f2de" providerId="ADAL" clId="{8E4B8AF2-7224-4D6A-B43C-3DFD3E7AA377}" dt="2026-04-20T12:43:30.683" v="422" actId="1076"/>
          <ac:spMkLst>
            <pc:docMk/>
            <pc:sldMk cId="3027323023" sldId="719"/>
            <ac:spMk id="7" creationId="{E509B8F2-A1EA-77FE-D4CF-81DBA3F111E2}"/>
          </ac:spMkLst>
        </pc:spChg>
        <pc:spChg chg="mod">
          <ac:chgData name="Al Friend" userId="e5ed79da-d858-46d4-9eed-a7a24903f2de" providerId="ADAL" clId="{8E4B8AF2-7224-4D6A-B43C-3DFD3E7AA377}" dt="2026-04-20T12:43:23.918" v="421" actId="20577"/>
          <ac:spMkLst>
            <pc:docMk/>
            <pc:sldMk cId="3027323023" sldId="719"/>
            <ac:spMk id="9" creationId="{F3B639B4-E5C5-8DD1-DB2C-5DF574EC16F0}"/>
          </ac:spMkLst>
        </pc:spChg>
      </pc:sldChg>
      <pc:sldChg chg="modSp modAnim">
        <pc:chgData name="Al Friend" userId="e5ed79da-d858-46d4-9eed-a7a24903f2de" providerId="ADAL" clId="{8E4B8AF2-7224-4D6A-B43C-3DFD3E7AA377}" dt="2026-04-20T12:43:41.830" v="427" actId="20577"/>
        <pc:sldMkLst>
          <pc:docMk/>
          <pc:sldMk cId="2510288721" sldId="720"/>
        </pc:sldMkLst>
        <pc:spChg chg="mod">
          <ac:chgData name="Al Friend" userId="e5ed79da-d858-46d4-9eed-a7a24903f2de" providerId="ADAL" clId="{8E4B8AF2-7224-4D6A-B43C-3DFD3E7AA377}" dt="2026-04-20T12:43:41.830" v="427" actId="20577"/>
          <ac:spMkLst>
            <pc:docMk/>
            <pc:sldMk cId="2510288721" sldId="720"/>
            <ac:spMk id="9" creationId="{D60E685D-A59E-21C3-9483-3C4B71631B80}"/>
          </ac:spMkLst>
        </pc:spChg>
      </pc:sldChg>
      <pc:sldChg chg="modSp modAnim">
        <pc:chgData name="Al Friend" userId="e5ed79da-d858-46d4-9eed-a7a24903f2de" providerId="ADAL" clId="{8E4B8AF2-7224-4D6A-B43C-3DFD3E7AA377}" dt="2026-04-13T14:36:05.466" v="64"/>
        <pc:sldMkLst>
          <pc:docMk/>
          <pc:sldMk cId="885332941" sldId="722"/>
        </pc:sldMkLst>
        <pc:spChg chg="mod">
          <ac:chgData name="Al Friend" userId="e5ed79da-d858-46d4-9eed-a7a24903f2de" providerId="ADAL" clId="{8E4B8AF2-7224-4D6A-B43C-3DFD3E7AA377}" dt="2026-04-13T12:36:28.451" v="9" actId="20577"/>
          <ac:spMkLst>
            <pc:docMk/>
            <pc:sldMk cId="885332941" sldId="722"/>
            <ac:spMk id="3" creationId="{08518578-400F-0399-6AC9-E40D92427D5D}"/>
          </ac:spMkLst>
        </pc:spChg>
      </pc:sldChg>
      <pc:sldChg chg="modSp">
        <pc:chgData name="Al Friend" userId="e5ed79da-d858-46d4-9eed-a7a24903f2de" providerId="ADAL" clId="{8E4B8AF2-7224-4D6A-B43C-3DFD3E7AA377}" dt="2026-04-16T08:53:01.361" v="328" actId="20577"/>
        <pc:sldMkLst>
          <pc:docMk/>
          <pc:sldMk cId="3926580161" sldId="727"/>
        </pc:sldMkLst>
        <pc:spChg chg="mod">
          <ac:chgData name="Al Friend" userId="e5ed79da-d858-46d4-9eed-a7a24903f2de" providerId="ADAL" clId="{8E4B8AF2-7224-4D6A-B43C-3DFD3E7AA377}" dt="2026-04-16T08:52:56.210" v="326" actId="20577"/>
          <ac:spMkLst>
            <pc:docMk/>
            <pc:sldMk cId="3926580161" sldId="727"/>
            <ac:spMk id="9" creationId="{F3B639B4-E5C5-8DD1-DB2C-5DF574EC16F0}"/>
          </ac:spMkLst>
        </pc:spChg>
        <pc:spChg chg="mod">
          <ac:chgData name="Al Friend" userId="e5ed79da-d858-46d4-9eed-a7a24903f2de" providerId="ADAL" clId="{8E4B8AF2-7224-4D6A-B43C-3DFD3E7AA377}" dt="2026-04-16T08:53:01.361" v="328" actId="20577"/>
          <ac:spMkLst>
            <pc:docMk/>
            <pc:sldMk cId="3926580161" sldId="727"/>
            <ac:spMk id="16" creationId="{F4918470-EB76-45D1-B4CD-960C3376CE78}"/>
          </ac:spMkLst>
        </pc:spChg>
      </pc:sldChg>
      <pc:sldChg chg="ord">
        <pc:chgData name="Al Friend" userId="e5ed79da-d858-46d4-9eed-a7a24903f2de" providerId="ADAL" clId="{8E4B8AF2-7224-4D6A-B43C-3DFD3E7AA377}" dt="2026-04-20T12:54:52.179" v="440"/>
        <pc:sldMkLst>
          <pc:docMk/>
          <pc:sldMk cId="760655530" sldId="748"/>
        </pc:sldMkLst>
      </pc:sldChg>
      <pc:sldChg chg="addSp delSp modSp add ord delAnim modAnim modNotesTx">
        <pc:chgData name="Al Friend" userId="e5ed79da-d858-46d4-9eed-a7a24903f2de" providerId="ADAL" clId="{8E4B8AF2-7224-4D6A-B43C-3DFD3E7AA377}" dt="2026-04-16T08:53:06.305" v="330" actId="20577"/>
        <pc:sldMkLst>
          <pc:docMk/>
          <pc:sldMk cId="3130083169" sldId="749"/>
        </pc:sldMkLst>
        <pc:spChg chg="mod">
          <ac:chgData name="Al Friend" userId="e5ed79da-d858-46d4-9eed-a7a24903f2de" providerId="ADAL" clId="{8E4B8AF2-7224-4D6A-B43C-3DFD3E7AA377}" dt="2026-04-16T08:23:18.215" v="127" actId="20577"/>
          <ac:spMkLst>
            <pc:docMk/>
            <pc:sldMk cId="3130083169" sldId="749"/>
            <ac:spMk id="2" creationId="{2CE87805-17F2-4B70-B505-57FB17E1FEE3}"/>
          </ac:spMkLst>
        </pc:spChg>
        <pc:spChg chg="mod">
          <ac:chgData name="Al Friend" userId="e5ed79da-d858-46d4-9eed-a7a24903f2de" providerId="ADAL" clId="{8E4B8AF2-7224-4D6A-B43C-3DFD3E7AA377}" dt="2026-04-16T08:53:06.305" v="330" actId="20577"/>
          <ac:spMkLst>
            <pc:docMk/>
            <pc:sldMk cId="3130083169" sldId="749"/>
            <ac:spMk id="3" creationId="{E4EE7085-4C5B-409B-8843-A8A3D3CB6E90}"/>
          </ac:spMkLst>
        </pc:spChg>
        <pc:spChg chg="add mod">
          <ac:chgData name="Al Friend" userId="e5ed79da-d858-46d4-9eed-a7a24903f2de" providerId="ADAL" clId="{8E4B8AF2-7224-4D6A-B43C-3DFD3E7AA377}" dt="2026-04-16T08:30:48.546" v="276" actId="20577"/>
          <ac:spMkLst>
            <pc:docMk/>
            <pc:sldMk cId="3130083169" sldId="749"/>
            <ac:spMk id="12" creationId="{D88F0C4F-2316-4E57-8432-2E6A0784CD04}"/>
          </ac:spMkLst>
        </pc:spChg>
        <pc:grpChg chg="del">
          <ac:chgData name="Al Friend" userId="e5ed79da-d858-46d4-9eed-a7a24903f2de" providerId="ADAL" clId="{8E4B8AF2-7224-4D6A-B43C-3DFD3E7AA377}" dt="2026-04-16T08:20:21.846" v="67" actId="478"/>
          <ac:grpSpMkLst>
            <pc:docMk/>
            <pc:sldMk cId="3130083169" sldId="749"/>
            <ac:grpSpMk id="6" creationId="{AD56F3FA-9FE3-9C0D-CE53-A04FF5567FB3}"/>
          </ac:grpSpMkLst>
        </pc:grpChg>
        <pc:grpChg chg="del">
          <ac:chgData name="Al Friend" userId="e5ed79da-d858-46d4-9eed-a7a24903f2de" providerId="ADAL" clId="{8E4B8AF2-7224-4D6A-B43C-3DFD3E7AA377}" dt="2026-04-16T08:20:23.298" v="68" actId="478"/>
          <ac:grpSpMkLst>
            <pc:docMk/>
            <pc:sldMk cId="3130083169" sldId="749"/>
            <ac:grpSpMk id="8" creationId="{645257CB-2BDB-58D5-850C-3B4CFF74A430}"/>
          </ac:grpSpMkLst>
        </pc:grpChg>
      </pc:sldChg>
      <pc:sldChg chg="modSp add modTransition modAnim">
        <pc:chgData name="Al Friend" userId="e5ed79da-d858-46d4-9eed-a7a24903f2de" providerId="ADAL" clId="{8E4B8AF2-7224-4D6A-B43C-3DFD3E7AA377}" dt="2026-04-16T08:53:21.440" v="332" actId="20577"/>
        <pc:sldMkLst>
          <pc:docMk/>
          <pc:sldMk cId="4264932233" sldId="750"/>
        </pc:sldMkLst>
        <pc:spChg chg="mod">
          <ac:chgData name="Al Friend" userId="e5ed79da-d858-46d4-9eed-a7a24903f2de" providerId="ADAL" clId="{8E4B8AF2-7224-4D6A-B43C-3DFD3E7AA377}" dt="2026-04-16T08:53:21.440" v="332" actId="20577"/>
          <ac:spMkLst>
            <pc:docMk/>
            <pc:sldMk cId="4264932233" sldId="750"/>
            <ac:spMk id="3" creationId="{E4EE7085-4C5B-409B-8843-A8A3D3CB6E90}"/>
          </ac:spMkLst>
        </pc:spChg>
      </pc:sldChg>
      <pc:sldChg chg="delSp modSp modTransition delAnim modAnim">
        <pc:chgData name="Al Friend" userId="e5ed79da-d858-46d4-9eed-a7a24903f2de" providerId="ADAL" clId="{8E4B8AF2-7224-4D6A-B43C-3DFD3E7AA377}" dt="2026-04-20T12:41:41.342" v="407"/>
        <pc:sldMkLst>
          <pc:docMk/>
          <pc:sldMk cId="3128430426" sldId="751"/>
        </pc:sldMkLst>
        <pc:spChg chg="del">
          <ac:chgData name="Al Friend" userId="e5ed79da-d858-46d4-9eed-a7a24903f2de" providerId="ADAL" clId="{8E4B8AF2-7224-4D6A-B43C-3DFD3E7AA377}" dt="2026-04-20T12:41:35.400" v="403" actId="478"/>
          <ac:spMkLst>
            <pc:docMk/>
            <pc:sldMk cId="3128430426" sldId="751"/>
            <ac:spMk id="20" creationId="{5323F730-EAE1-4513-9DFE-71048460FC79}"/>
          </ac:spMkLst>
        </pc:spChg>
        <pc:spChg chg="del">
          <ac:chgData name="Al Friend" userId="e5ed79da-d858-46d4-9eed-a7a24903f2de" providerId="ADAL" clId="{8E4B8AF2-7224-4D6A-B43C-3DFD3E7AA377}" dt="2026-04-20T12:41:37.837" v="405" actId="478"/>
          <ac:spMkLst>
            <pc:docMk/>
            <pc:sldMk cId="3128430426" sldId="751"/>
            <ac:spMk id="21" creationId="{0F20EC71-B572-4E66-A717-9B649678FE95}"/>
          </ac:spMkLst>
        </pc:spChg>
        <pc:spChg chg="del mod">
          <ac:chgData name="Al Friend" userId="e5ed79da-d858-46d4-9eed-a7a24903f2de" providerId="ADAL" clId="{8E4B8AF2-7224-4D6A-B43C-3DFD3E7AA377}" dt="2026-04-20T12:41:33.780" v="402" actId="478"/>
          <ac:spMkLst>
            <pc:docMk/>
            <pc:sldMk cId="3128430426" sldId="751"/>
            <ac:spMk id="22" creationId="{07A86949-E86B-4892-ABF0-D85995D93C10}"/>
          </ac:spMkLst>
        </pc:spChg>
        <pc:spChg chg="del">
          <ac:chgData name="Al Friend" userId="e5ed79da-d858-46d4-9eed-a7a24903f2de" providerId="ADAL" clId="{8E4B8AF2-7224-4D6A-B43C-3DFD3E7AA377}" dt="2026-04-20T12:41:39.143" v="406" actId="478"/>
          <ac:spMkLst>
            <pc:docMk/>
            <pc:sldMk cId="3128430426" sldId="751"/>
            <ac:spMk id="23" creationId="{CE7B039D-1DE0-4F0F-AB4B-F123BE21C45D}"/>
          </ac:spMkLst>
        </pc:spChg>
        <pc:spChg chg="del">
          <ac:chgData name="Al Friend" userId="e5ed79da-d858-46d4-9eed-a7a24903f2de" providerId="ADAL" clId="{8E4B8AF2-7224-4D6A-B43C-3DFD3E7AA377}" dt="2026-04-20T12:41:25.740" v="396" actId="478"/>
          <ac:spMkLst>
            <pc:docMk/>
            <pc:sldMk cId="3128430426" sldId="751"/>
            <ac:spMk id="28" creationId="{31003450-8BD8-422C-91D2-0F031E2EA827}"/>
          </ac:spMkLst>
        </pc:spChg>
        <pc:spChg chg="del">
          <ac:chgData name="Al Friend" userId="e5ed79da-d858-46d4-9eed-a7a24903f2de" providerId="ADAL" clId="{8E4B8AF2-7224-4D6A-B43C-3DFD3E7AA377}" dt="2026-04-20T12:41:36.509" v="404" actId="478"/>
          <ac:spMkLst>
            <pc:docMk/>
            <pc:sldMk cId="3128430426" sldId="751"/>
            <ac:spMk id="29" creationId="{77BA2D2E-A6C4-486F-A467-956DEF954D93}"/>
          </ac:spMkLst>
        </pc:spChg>
      </pc:sldChg>
      <pc:sldChg chg="delSp add modTransition delAnim modNotesTx">
        <pc:chgData name="Al Friend" userId="e5ed79da-d858-46d4-9eed-a7a24903f2de" providerId="ADAL" clId="{8E4B8AF2-7224-4D6A-B43C-3DFD3E7AA377}" dt="2026-04-30T09:48:03.549" v="620" actId="478"/>
        <pc:sldMkLst>
          <pc:docMk/>
          <pc:sldMk cId="2275316282" sldId="752"/>
        </pc:sldMkLst>
        <pc:spChg chg="del">
          <ac:chgData name="Al Friend" userId="e5ed79da-d858-46d4-9eed-a7a24903f2de" providerId="ADAL" clId="{8E4B8AF2-7224-4D6A-B43C-3DFD3E7AA377}" dt="2026-04-30T09:47:59.855" v="619" actId="478"/>
          <ac:spMkLst>
            <pc:docMk/>
            <pc:sldMk cId="2275316282" sldId="752"/>
            <ac:spMk id="4" creationId="{A81F7CA9-BCDF-26A2-7E5A-84F462F2907A}"/>
          </ac:spMkLst>
        </pc:spChg>
        <pc:spChg chg="del">
          <ac:chgData name="Al Friend" userId="e5ed79da-d858-46d4-9eed-a7a24903f2de" providerId="ADAL" clId="{8E4B8AF2-7224-4D6A-B43C-3DFD3E7AA377}" dt="2026-04-30T09:48:03.549" v="620" actId="478"/>
          <ac:spMkLst>
            <pc:docMk/>
            <pc:sldMk cId="2275316282" sldId="752"/>
            <ac:spMk id="5" creationId="{C69CB3A0-6E4B-3882-F612-9C18B4A7CC89}"/>
          </ac:spMkLst>
        </pc:spChg>
        <pc:spChg chg="del">
          <ac:chgData name="Al Friend" userId="e5ed79da-d858-46d4-9eed-a7a24903f2de" providerId="ADAL" clId="{8E4B8AF2-7224-4D6A-B43C-3DFD3E7AA377}" dt="2026-04-30T09:47:58.864" v="618" actId="478"/>
          <ac:spMkLst>
            <pc:docMk/>
            <pc:sldMk cId="2275316282" sldId="752"/>
            <ac:spMk id="6" creationId="{4A61607B-9F3B-788B-3313-16C9EF2262A1}"/>
          </ac:spMkLst>
        </pc:spChg>
        <pc:spChg chg="del">
          <ac:chgData name="Al Friend" userId="e5ed79da-d858-46d4-9eed-a7a24903f2de" providerId="ADAL" clId="{8E4B8AF2-7224-4D6A-B43C-3DFD3E7AA377}" dt="2026-04-30T09:47:55.840" v="614" actId="478"/>
          <ac:spMkLst>
            <pc:docMk/>
            <pc:sldMk cId="2275316282" sldId="752"/>
            <ac:spMk id="7" creationId="{64330E61-427A-4799-9C90-DCF7A84E8DCC}"/>
          </ac:spMkLst>
        </pc:spChg>
        <pc:spChg chg="del">
          <ac:chgData name="Al Friend" userId="e5ed79da-d858-46d4-9eed-a7a24903f2de" providerId="ADAL" clId="{8E4B8AF2-7224-4D6A-B43C-3DFD3E7AA377}" dt="2026-04-30T09:47:56.528" v="615" actId="478"/>
          <ac:spMkLst>
            <pc:docMk/>
            <pc:sldMk cId="2275316282" sldId="752"/>
            <ac:spMk id="8" creationId="{46172C08-0F69-45AE-9F9A-8D922A7CF9EF}"/>
          </ac:spMkLst>
        </pc:spChg>
        <pc:spChg chg="del">
          <ac:chgData name="Al Friend" userId="e5ed79da-d858-46d4-9eed-a7a24903f2de" providerId="ADAL" clId="{8E4B8AF2-7224-4D6A-B43C-3DFD3E7AA377}" dt="2026-04-30T09:47:57.423" v="616" actId="478"/>
          <ac:spMkLst>
            <pc:docMk/>
            <pc:sldMk cId="2275316282" sldId="752"/>
            <ac:spMk id="9" creationId="{B7A19168-B627-438B-9A46-B1A526833BFD}"/>
          </ac:spMkLst>
        </pc:spChg>
        <pc:spChg chg="del">
          <ac:chgData name="Al Friend" userId="e5ed79da-d858-46d4-9eed-a7a24903f2de" providerId="ADAL" clId="{8E4B8AF2-7224-4D6A-B43C-3DFD3E7AA377}" dt="2026-04-30T09:47:58.255" v="617" actId="478"/>
          <ac:spMkLst>
            <pc:docMk/>
            <pc:sldMk cId="2275316282" sldId="752"/>
            <ac:spMk id="10" creationId="{78D60DD7-CEC3-4D74-8332-113847F8689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SDD</a:t>
          </a:r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DDD</a:t>
          </a:r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822" y="1089135"/>
        <a:ext cx="7230834" cy="702860"/>
      </dsp:txXfrm>
    </dsp:sp>
    <dsp:sp modelId="{3451A250-69C4-4911-A975-CCB8D5F6053B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WDD</a:t>
          </a:r>
        </a:p>
      </dsp:txBody>
      <dsp:txXfrm rot="-5400000">
        <a:off x="1" y="2521319"/>
        <a:ext cx="838822" cy="359495"/>
      </dsp:txXfrm>
    </dsp:sp>
    <dsp:sp modelId="{56AFEC8A-7D45-4965-A718-64DE087BA59E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822" y="2139931"/>
        <a:ext cx="7230834" cy="702860"/>
      </dsp:txXfrm>
    </dsp:sp>
    <dsp:sp modelId="{056CCBB6-5CE0-4348-89C6-99FB2D3AB62B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3572115"/>
        <a:ext cx="838822" cy="359495"/>
      </dsp:txXfrm>
    </dsp:sp>
    <dsp:sp modelId="{90709722-0E94-45E4-BEDD-48CB660682DD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822" y="3190728"/>
        <a:ext cx="7230834" cy="7028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DF05-886D-C379-3B46-035136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5F52D6-6F85-D1EE-E2D5-F72B04C23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8DA0F7-D51A-F480-8258-6D164AF39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2CDCF-EAA2-4376-794F-9257F41715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8629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2383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19795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67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4172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883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https://html.spec.whatwg.org/multipage/semantics.html#the-html-element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altLang="en-US" sz="1200" dirty="0">
                <a:solidFill>
                  <a:srgbClr val="A71D5D"/>
                </a:solidFill>
                <a:latin typeface="Consolas" panose="020B0609020204030204" pitchFamily="49" charset="0"/>
              </a:rPr>
              <a:t> = HTML 5</a:t>
            </a:r>
            <a:endParaRPr lang="en-US" alt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7518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AEE4E-AC6B-4C9D-A2F9-F59ADE63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8EB70-A9B6-A04E-C969-90755CE50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9E6C00-95E4-4F8D-9352-2DE63293C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FB916-5449-11A8-218E-DFFBBEDC4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368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https://html.spec.whatwg.org/multipage/semantics.html#the-head-element</a:t>
            </a:r>
          </a:p>
          <a:p>
            <a:endParaRPr lang="en-GB" dirty="0"/>
          </a:p>
          <a:p>
            <a:r>
              <a:rPr lang="en-GB" dirty="0"/>
              <a:t>https://html.spec.whatwg.org/multipage/sections.html#the-body-element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15505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722A8-906D-DE72-C2B9-02915DD7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593B1F-C4F3-B26F-0630-896184D62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F42518-BCDE-642F-B235-18A7E5EDE9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56B38-E934-29B5-7BFC-B69A6278E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2841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https://html.spec.whatwg.org/multipage/semantics.html#the-meta-element</a:t>
            </a:r>
          </a:p>
          <a:p>
            <a:r>
              <a:rPr lang="en-GB" dirty="0"/>
              <a:t>Not part of N5 spec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3065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8357B-791F-FB12-1E61-0B3B2206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40CDF8-D79C-4068-93D0-52EC2346E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D89470-F538-EDC2-2B29-8EEE37076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B1830-8B67-4DE7-711D-85653333B3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2559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945AF-74CE-BDCA-801B-43700287D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DA83B-DC7E-E30E-B1C2-0C4354BC1D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CC8A98-0DBE-5149-0DE0-612689B52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https://html.spec.whatwg.org/multipage/semantics.html#the-title-element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4B10C7-7324-95FF-605F-F86EB69807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1882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https://html.spec.whatwg.org/multipage/syntax.html#comments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4291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4918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78024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214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https://html.spec.whatwg.org/multipage/sections.html#the-h1,-h2,-h3,-h4,-h5,-and-h6-elements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866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76B89-DE1D-141A-E31F-D54FA42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09F6CB-BD15-CAA2-DDCF-4674DFDA73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CC531-0789-174F-BD89-D8787AFB0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37465A-63E7-3FB7-E6E9-15A0B24961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15161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https://html.spec.whatwg.org/multipage/grouping-content.html#the-p-element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67193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05E9-B590-B707-A990-F16D7C204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407E3-ADD8-C1FB-5C57-87240B5CF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3B19F-4D4D-6277-9F7F-D3D62161A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7E889-1F27-B8FF-DF93-95DE6F5107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8839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43663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039D2-7315-5915-38B0-AC90B4F9E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2568C2-027F-C91A-439D-9F315AA44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BC536-F73C-2841-4269-D01784FB0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FC554-A5C8-AB71-FFB9-663D9A38A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05213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2FD0-8B1D-8A18-8F35-2C6DBDE3D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91F0A0-EA12-4EB3-D465-AFFAE503F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42CD6-F922-2152-B6F1-A9789D862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https://html.spec.whatwg.org/multipage/grouping-content.html#the-ol-element</a:t>
            </a:r>
          </a:p>
          <a:p>
            <a:endParaRPr lang="en-GB" dirty="0"/>
          </a:p>
          <a:p>
            <a:r>
              <a:rPr lang="en-GB" dirty="0"/>
              <a:t>https://html.spec.whatwg.org/multipage/grouping-content.html#the-li-element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F67E3-A7CD-0B9E-91CE-A4A358BA1E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8041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07DD7-7FA6-3F4A-EA6A-EA26F8315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C7BA6A-2D0C-DB95-97F6-5714F60AD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A58195-3376-F20C-8FC2-A6449186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W3C HTML validator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78A08-D6F1-67AD-A2CC-5CE979A1F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1290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23227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https://www.w3.org/Style/Examples/011/firstcs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3807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1576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  <a:p>
            <a:r>
              <a:rPr lang="en-GB" dirty="0"/>
              <a:t>https://developer.mozilla.org/en-US/docs/Web/HTML/Attributes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9265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7811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https://html.spec.whatwg.org/multipage/embedded-content.html#the-img-element</a:t>
            </a:r>
          </a:p>
          <a:p>
            <a:r>
              <a:rPr lang="en-GB" dirty="0"/>
              <a:t>Add to webpage before getting image – see alt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FF0000"/>
                </a:solidFill>
              </a:rPr>
              <a:t>No</a:t>
            </a:r>
            <a:r>
              <a:rPr lang="en-GB" dirty="0"/>
              <a:t> </a:t>
            </a:r>
            <a:r>
              <a:rPr lang="en-GB" dirty="0">
                <a:latin typeface="Consolas" panose="020B0609020204030204" pitchFamily="49" charset="0"/>
              </a:rPr>
              <a:t>type</a:t>
            </a:r>
            <a:r>
              <a:rPr lang="en-GB" dirty="0"/>
              <a:t> attribute!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src</a:t>
            </a:r>
            <a:r>
              <a:rPr lang="en-GB" dirty="0"/>
              <a:t>: source 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0020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AF95A-C85E-9BC3-6C45-844E3EDE9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E8DED9-9832-4BF6-C4A2-A7FBC1B24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42B5E-DC5E-D0F1-A177-541C64F27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1B14D-1BB4-CAD2-0E85-28F71F5285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40971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https://html.spec.whatwg.org/multipage/media.html#the-audio-element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74151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C0B41-76EF-2370-ECE4-1257BA4D0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DC00D-B1D3-4BF6-119D-242030C97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8104A-DDE7-7A87-C9B6-E46BF2F87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0E9BA-BD34-15A9-EA9D-83B7A2B602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2050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https://html.spec.whatwg.org/multipage/media.html#the-video-element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9498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54DD-9419-3003-4853-9C6CECD0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8B714-CB36-12AB-6224-8AC7D899E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9F90C-14DA-FEB7-EC31-681BDAD868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A333D-5B82-F432-471C-CE82B1EB5F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08526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target="_blank"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download="cat.gif"  the target of the link should be downloaded rather than navigated 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2317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7617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https://html.spec.whatwg.org/multipage/text-level-semantics.html#the-a-element</a:t>
            </a:r>
          </a:p>
          <a:p>
            <a:endParaRPr lang="en-GB" dirty="0"/>
          </a:p>
          <a:p>
            <a:r>
              <a:rPr lang="en-GB" dirty="0"/>
              <a:t>Normally a single line of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9887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8678-78F1-AE3A-6104-542DD9578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D6FD9-C2C7-6D54-D595-B5D706D15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AE91AD-C665-87DF-AF28-BDE1DFA32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9BA79-E381-6B33-6C4A-A07742DAC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7675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095224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8760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https://www.w3.org/TR/WD-html40-970917/htmlweb.html</a:t>
            </a:r>
          </a:p>
          <a:p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Up then down: </a:t>
            </a:r>
            <a:r>
              <a:rPr lang="en-US" alt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1200" dirty="0">
                <a:latin typeface="Consolas" panose="020B0609020204030204" pitchFamily="49" charset="0"/>
              </a:rPr>
              <a:t>animals/cat.html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9637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35073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17063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index.html – relative addresses for style and lamb? style.css &amp; media/lamb.jpg</a:t>
            </a:r>
          </a:p>
          <a:p>
            <a:r>
              <a:rPr lang="en-GB" dirty="0"/>
              <a:t>dogs.html – relative addresses for style and wolf? ../style.css &amp; ../media/</a:t>
            </a:r>
            <a:r>
              <a:rPr lang="en-GB"/>
              <a:t>wolf.gif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391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2341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6BC43-DD7A-9D00-755C-C192529F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FB63-0A38-18C4-862F-452AEED99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66B3AF-8544-2D15-7F26-99709B6DA4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0755B-FD08-3E81-DD26-19C4EB662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0314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186884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8862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https://developer.mozilla.org/en-US/docs/Web/HTTP/Basics_of_HTTP/MIME_types/Common_types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1270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5486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https://html.spec.whatwg.org/multipage/#toc-semantics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9416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50196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51905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https://html.spec.whatwg.org/multipage/semantics.html#the-style-element</a:t>
            </a:r>
          </a:p>
          <a:p>
            <a:r>
              <a:rPr lang="en-GB" dirty="0"/>
              <a:t>https://meiert.com/en/indices/css-properties/</a:t>
            </a:r>
          </a:p>
          <a:p>
            <a:r>
              <a:rPr lang="en-GB" dirty="0"/>
              <a:t>https://www.w3.org/TR/CSS/#properties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640778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71650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2722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574725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55136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64844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267537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136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https://www.w3.org/TR/css-fonts-3/#font-family-prop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002418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72687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https://www.w3.org/TR/css-fonts-3/#font-size-prop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03755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91007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51857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96242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https://www.w3.org/TR/css-color-3/#color0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14112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77191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https://www.w3.org/TR/css-backgrounds-3/#the-background-color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8811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391692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</a:t>
            </a:r>
            <a:r>
              <a:rPr lang="en-GB"/>
              <a:t>resizing images.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130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45101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300535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44791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43297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851456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69435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  <a:p>
            <a:endParaRPr lang="en-GB" dirty="0"/>
          </a:p>
          <a:p>
            <a:r>
              <a:rPr lang="en-GB" dirty="0" err="1"/>
              <a:t>rel</a:t>
            </a:r>
            <a:r>
              <a:rPr lang="en-GB" dirty="0"/>
              <a:t> attribute is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4906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3678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https://html.spec.whatwg.org/multipage/links.html#rel-icon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7940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Event handlers: 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837885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7538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932627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6650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32111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https://html.spec.whatwg.org/multipage/indices.html#attributes-3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015215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758257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https://html.spec.whatwg.org/multipage/scripting.html#the-script-element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83565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07446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2898850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274420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65538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30029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https://www.w3schools.com/jsref/prop_style_color.asp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462263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05991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https://html.spec.whatwg.org/multipage/semantics.html#the-link-element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29427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22680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/>
            </a:lvl1pPr>
            <a:lvl2pPr>
              <a:lnSpc>
                <a:spcPct val="120000"/>
              </a:lnSpc>
              <a:spcBef>
                <a:spcPts val="0"/>
              </a:spcBef>
              <a:defRPr/>
            </a:lvl2pPr>
            <a:lvl3pPr>
              <a:lnSpc>
                <a:spcPct val="120000"/>
              </a:lnSpc>
              <a:spcBef>
                <a:spcPts val="0"/>
              </a:spcBef>
              <a:defRPr/>
            </a:lvl3pPr>
            <a:lvl4pPr>
              <a:lnSpc>
                <a:spcPct val="120000"/>
              </a:lnSpc>
              <a:spcBef>
                <a:spcPts val="0"/>
              </a:spcBef>
              <a:defRPr/>
            </a:lvl4pPr>
            <a:lvl5pPr>
              <a:lnSpc>
                <a:spcPct val="120000"/>
              </a:lnSpc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30/04/2026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Web Design and Development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E2B30-58E3-83AF-C822-0B30E9F1C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72537-E14E-16B8-EEAC-97DE98761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989D4CB-4A08-4EE2-C4CD-E73D854CC4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2803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A2543E0-CE08-D181-BCD4-EA577EE9A461}"/>
              </a:ext>
            </a:extLst>
          </p:cNvPr>
          <p:cNvCxnSpPr>
            <a:cxnSpLocks/>
          </p:cNvCxnSpPr>
          <p:nvPr/>
        </p:nvCxnSpPr>
        <p:spPr>
          <a:xfrm>
            <a:off x="76200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E845638-8574-EECF-4CD3-2EF8A3DF55BB}"/>
              </a:ext>
            </a:extLst>
          </p:cNvPr>
          <p:cNvCxnSpPr>
            <a:cxnSpLocks/>
          </p:cNvCxnSpPr>
          <p:nvPr/>
        </p:nvCxnSpPr>
        <p:spPr>
          <a:xfrm flipH="1">
            <a:off x="10393680" y="4352459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05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7393846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 dirty="0"/>
              <a:t>Hypertext Markup Language (HTML)</a:t>
            </a:r>
          </a:p>
          <a:p>
            <a:r>
              <a:rPr lang="en-GB" sz="3600" dirty="0"/>
              <a:t>Cascading Style Sheets (CSS)</a:t>
            </a:r>
          </a:p>
          <a:p>
            <a:r>
              <a:rPr lang="en-GB" sz="3600" dirty="0"/>
              <a:t>JavaScript (JS)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294361-E2CF-4D39-7732-F1EF89C9F163}"/>
              </a:ext>
            </a:extLst>
          </p:cNvPr>
          <p:cNvGrpSpPr/>
          <p:nvPr/>
        </p:nvGrpSpPr>
        <p:grpSpPr>
          <a:xfrm>
            <a:off x="1169772" y="3912509"/>
            <a:ext cx="1723183" cy="2861352"/>
            <a:chOff x="1169772" y="3912509"/>
            <a:chExt cx="1723183" cy="2861352"/>
          </a:xfrm>
        </p:grpSpPr>
        <p:pic>
          <p:nvPicPr>
            <p:cNvPr id="15" name="Picture 14" descr="A picture containing player&#10;&#10;Description automatically generated">
              <a:extLst>
                <a:ext uri="{FF2B5EF4-FFF2-40B4-BE49-F238E27FC236}">
                  <a16:creationId xmlns:a16="http://schemas.microsoft.com/office/drawing/2014/main" id="{44642337-6762-67B2-621C-61B212E3D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9772" y="3912509"/>
              <a:ext cx="1723183" cy="2340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908306E-F4C3-06B3-2F47-A9B0483A7CEE}"/>
                </a:ext>
              </a:extLst>
            </p:cNvPr>
            <p:cNvSpPr txBox="1"/>
            <p:nvPr/>
          </p:nvSpPr>
          <p:spPr>
            <a:xfrm>
              <a:off x="1389199" y="6127530"/>
              <a:ext cx="12843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/>
                <a:t>HTML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143DD80-6285-EF83-47A8-F59A84899FD1}"/>
              </a:ext>
            </a:extLst>
          </p:cNvPr>
          <p:cNvGrpSpPr/>
          <p:nvPr/>
        </p:nvGrpSpPr>
        <p:grpSpPr>
          <a:xfrm>
            <a:off x="4976762" y="3912509"/>
            <a:ext cx="2183611" cy="2861351"/>
            <a:chOff x="4976762" y="3912509"/>
            <a:chExt cx="2183611" cy="2861351"/>
          </a:xfrm>
        </p:grpSpPr>
        <p:pic>
          <p:nvPicPr>
            <p:cNvPr id="18" name="Picture 17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E28EA260-77A5-DAB4-05FF-7F0690C2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18739" y="3912509"/>
              <a:ext cx="1723183" cy="23400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B0BCB34-5110-DC05-2657-30A6D5781D80}"/>
                </a:ext>
              </a:extLst>
            </p:cNvPr>
            <p:cNvSpPr txBox="1"/>
            <p:nvPr/>
          </p:nvSpPr>
          <p:spPr>
            <a:xfrm>
              <a:off x="4976762" y="6127529"/>
              <a:ext cx="21836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CD8D141-F1E7-2F17-865F-D63074385E69}"/>
              </a:ext>
            </a:extLst>
          </p:cNvPr>
          <p:cNvGrpSpPr/>
          <p:nvPr/>
        </p:nvGrpSpPr>
        <p:grpSpPr>
          <a:xfrm>
            <a:off x="8743339" y="3912509"/>
            <a:ext cx="2771913" cy="2861350"/>
            <a:chOff x="8743339" y="3912509"/>
            <a:chExt cx="2771913" cy="2861350"/>
          </a:xfrm>
        </p:grpSpPr>
        <p:pic>
          <p:nvPicPr>
            <p:cNvPr id="21" name="Picture 20" descr="A picture containing toy&#10;&#10;Description automatically generated">
              <a:extLst>
                <a:ext uri="{FF2B5EF4-FFF2-40B4-BE49-F238E27FC236}">
                  <a16:creationId xmlns:a16="http://schemas.microsoft.com/office/drawing/2014/main" id="{CAEDD44E-7557-81F4-111F-74153FF51E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67705" y="3912509"/>
              <a:ext cx="1723183" cy="234000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E2B6F3F-E70D-AAC8-262F-50A7E220BB7E}"/>
                </a:ext>
              </a:extLst>
            </p:cNvPr>
            <p:cNvSpPr txBox="1"/>
            <p:nvPr/>
          </p:nvSpPr>
          <p:spPr>
            <a:xfrm>
              <a:off x="8743339" y="6127528"/>
              <a:ext cx="277191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600" dirty="0" err="1"/>
                <a:t>HTML+CSS+JS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019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7368822" cy="4351338"/>
          </a:xfrm>
        </p:spPr>
        <p:txBody>
          <a:bodyPr/>
          <a:lstStyle/>
          <a:p>
            <a:r>
              <a:rPr lang="en-GB" sz="3600"/>
              <a:t> </a:t>
            </a:r>
            <a:endParaRPr lang="en-GB" sz="3600" dirty="0"/>
          </a:p>
          <a:p>
            <a:r>
              <a:rPr lang="en-GB" sz="3600" dirty="0"/>
              <a:t> </a:t>
            </a:r>
          </a:p>
          <a:p>
            <a:r>
              <a:rPr lang="en-GB" sz="3600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97334" y="1825625"/>
            <a:ext cx="3056466" cy="4351338"/>
          </a:xfrm>
        </p:spPr>
        <p:txBody>
          <a:bodyPr>
            <a:normAutofit/>
          </a:bodyPr>
          <a:lstStyle/>
          <a:p>
            <a:r>
              <a:rPr lang="en-GB" sz="3600" dirty="0"/>
              <a:t>Content</a:t>
            </a:r>
          </a:p>
          <a:p>
            <a:r>
              <a:rPr lang="en-GB" sz="3600" dirty="0"/>
              <a:t>Style</a:t>
            </a:r>
          </a:p>
          <a:p>
            <a:r>
              <a:rPr lang="en-GB" sz="3600" dirty="0"/>
              <a:t>Behaviour</a:t>
            </a:r>
          </a:p>
        </p:txBody>
      </p:sp>
      <p:pic>
        <p:nvPicPr>
          <p:cNvPr id="15" name="Picture 14" descr="A picture containing player&#10;&#10;Description automatically generated">
            <a:extLst>
              <a:ext uri="{FF2B5EF4-FFF2-40B4-BE49-F238E27FC236}">
                <a16:creationId xmlns:a16="http://schemas.microsoft.com/office/drawing/2014/main" id="{44642337-6762-67B2-621C-61B212E3D5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772" y="3912509"/>
            <a:ext cx="1723183" cy="2340000"/>
          </a:xfrm>
          <a:prstGeom prst="rect">
            <a:avLst/>
          </a:prstGeom>
        </p:spPr>
      </p:pic>
      <p:pic>
        <p:nvPicPr>
          <p:cNvPr id="18" name="Picture 17" descr="A picture containing toy&#10;&#10;Description automatically generated">
            <a:extLst>
              <a:ext uri="{FF2B5EF4-FFF2-40B4-BE49-F238E27FC236}">
                <a16:creationId xmlns:a16="http://schemas.microsoft.com/office/drawing/2014/main" id="{E28EA260-77A5-DAB4-05FF-7F0690C241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8739" y="3912509"/>
            <a:ext cx="1723183" cy="2340000"/>
          </a:xfrm>
          <a:prstGeom prst="rect">
            <a:avLst/>
          </a:prstGeom>
        </p:spPr>
      </p:pic>
      <p:pic>
        <p:nvPicPr>
          <p:cNvPr id="21" name="Picture 20" descr="A picture containing toy&#10;&#10;Description automatically generated">
            <a:extLst>
              <a:ext uri="{FF2B5EF4-FFF2-40B4-BE49-F238E27FC236}">
                <a16:creationId xmlns:a16="http://schemas.microsoft.com/office/drawing/2014/main" id="{CAEDD44E-7557-81F4-111F-74153FF51E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705" y="3912509"/>
            <a:ext cx="1723183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18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html</a:t>
            </a:r>
          </a:p>
          <a:p>
            <a:pPr lvl="1"/>
            <a:r>
              <a:rPr lang="en-GB" sz="3200" dirty="0"/>
              <a:t>head</a:t>
            </a:r>
          </a:p>
          <a:p>
            <a:pPr lvl="1"/>
            <a:r>
              <a:rPr lang="en-GB" sz="3200" dirty="0"/>
              <a:t>title</a:t>
            </a:r>
          </a:p>
          <a:p>
            <a:pPr lvl="1"/>
            <a:r>
              <a:rPr lang="en-GB" sz="3200" dirty="0"/>
              <a:t>body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621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175044" y="2022002"/>
            <a:ext cx="231437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Forward slash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68300" y="2168937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Angle bracket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0CEAD7D-8280-9923-1CD0-D9EECFCB98A3}"/>
              </a:ext>
            </a:extLst>
          </p:cNvPr>
          <p:cNvGrpSpPr/>
          <p:nvPr/>
        </p:nvGrpSpPr>
        <p:grpSpPr>
          <a:xfrm>
            <a:off x="3220821" y="3897529"/>
            <a:ext cx="1669564" cy="710147"/>
            <a:chOff x="8269092" y="2149231"/>
            <a:chExt cx="3751389" cy="710147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AD23AD0-2AE3-265A-E131-D974E66576BF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AF3E671-F974-7C13-9B1E-41CED98399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B7C0B5F-945B-B128-9CF3-E22CEDD81E76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Start tag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E726079-09D1-7A89-7724-A8E88E28B7A8}"/>
              </a:ext>
            </a:extLst>
          </p:cNvPr>
          <p:cNvGrpSpPr/>
          <p:nvPr/>
        </p:nvGrpSpPr>
        <p:grpSpPr>
          <a:xfrm>
            <a:off x="7134124" y="3897529"/>
            <a:ext cx="1669564" cy="710147"/>
            <a:chOff x="8269092" y="2149231"/>
            <a:chExt cx="3751389" cy="710147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A312F9-0BE1-4315-8FE7-E34A25810412}"/>
                </a:ext>
              </a:extLst>
            </p:cNvPr>
            <p:cNvCxnSpPr>
              <a:cxnSpLocks/>
            </p:cNvCxnSpPr>
            <p:nvPr/>
          </p:nvCxnSpPr>
          <p:spPr>
            <a:xfrm>
              <a:off x="8269096" y="2149231"/>
              <a:ext cx="3751385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F8615FB-3E41-B23C-4114-38D88C5E67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44788" y="2156158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0632EFE-66DC-6228-2BF4-A7592BFD23C0}"/>
                </a:ext>
              </a:extLst>
            </p:cNvPr>
            <p:cNvSpPr txBox="1"/>
            <p:nvPr/>
          </p:nvSpPr>
          <p:spPr>
            <a:xfrm>
              <a:off x="8269092" y="2336158"/>
              <a:ext cx="375138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End tag</a:t>
              </a:r>
            </a:p>
          </p:txBody>
        </p:sp>
      </p:grp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3187201" y="479460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6597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155097" y="5807488"/>
            <a:ext cx="98818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of an element can be </a:t>
            </a:r>
            <a:r>
              <a:rPr lang="en-GB" sz="3600" i="1" dirty="0">
                <a:solidFill>
                  <a:srgbClr val="7030A0"/>
                </a:solidFill>
              </a:rPr>
              <a:t>another</a:t>
            </a:r>
            <a:r>
              <a:rPr lang="en-GB" sz="3600" dirty="0">
                <a:solidFill>
                  <a:srgbClr val="7030A0"/>
                </a:solidFill>
              </a:rPr>
              <a:t> element!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89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3" grpId="0" animBg="1"/>
      <p:bldP spid="24" grpId="0" animBg="1"/>
      <p:bldP spid="2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3187201" y="2929979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r>
              <a:rPr lang="en-GB" sz="4400" dirty="0">
                <a:latin typeface="Consolas" panose="020B0609020204030204" pitchFamily="49" charset="0"/>
              </a:rPr>
              <a:t>Content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/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tag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8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42766" y="1326836"/>
            <a:ext cx="33317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95960"/>
              <a:gd name="adj6" fmla="val -356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Info for web browser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A8565748-C074-FE77-934D-D3AC59B31B88}"/>
              </a:ext>
            </a:extLst>
          </p:cNvPr>
          <p:cNvSpPr/>
          <p:nvPr/>
        </p:nvSpPr>
        <p:spPr>
          <a:xfrm>
            <a:off x="4924536" y="3933825"/>
            <a:ext cx="6429264" cy="862642"/>
          </a:xfrm>
          <a:prstGeom prst="callout2">
            <a:avLst>
              <a:gd name="adj1" fmla="val 48794"/>
              <a:gd name="adj2" fmla="val -30"/>
              <a:gd name="adj3" fmla="val -56054"/>
              <a:gd name="adj4" fmla="val -15473"/>
              <a:gd name="adj5" fmla="val -56558"/>
              <a:gd name="adj6" fmla="val -26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Webpage content goes between the tags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B9706FA-D9B8-431C-954F-A958BF8962DE}"/>
              </a:ext>
            </a:extLst>
          </p:cNvPr>
          <p:cNvSpPr/>
          <p:nvPr/>
        </p:nvSpPr>
        <p:spPr>
          <a:xfrm>
            <a:off x="7511389" y="3071183"/>
            <a:ext cx="3115185" cy="862642"/>
          </a:xfrm>
          <a:prstGeom prst="callout2">
            <a:avLst>
              <a:gd name="adj1" fmla="val 49217"/>
              <a:gd name="adj2" fmla="val -30"/>
              <a:gd name="adj3" fmla="val 50972"/>
              <a:gd name="adj4" fmla="val -31589"/>
              <a:gd name="adj5" fmla="val 4612"/>
              <a:gd name="adj6" fmla="val -38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 page language</a:t>
            </a:r>
          </a:p>
        </p:txBody>
      </p:sp>
    </p:spTree>
    <p:extLst>
      <p:ext uri="{BB962C8B-B14F-4D97-AF65-F5344CB8AC3E}">
        <p14:creationId xmlns:p14="http://schemas.microsoft.com/office/powerpoint/2010/main" val="198833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508D98-1755-219A-AEBD-0F29A05DF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47D3A-6C3F-0947-B19F-0FEF396E5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Webpage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6655D-58C8-D9BC-0756-DE37F4EC8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&lt;!DOCTYPE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html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3851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D56F3FA-9FE3-9C0D-CE53-A04FF5567FB3}"/>
              </a:ext>
            </a:extLst>
          </p:cNvPr>
          <p:cNvGrpSpPr/>
          <p:nvPr/>
        </p:nvGrpSpPr>
        <p:grpSpPr>
          <a:xfrm>
            <a:off x="4216738" y="2661336"/>
            <a:ext cx="5937269" cy="997579"/>
            <a:chOff x="3844205" y="3151907"/>
            <a:chExt cx="5937269" cy="99757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BA8FF-524A-4C13-87BF-68801971FA28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about the page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7ECB6FE7-865C-4C6B-D8D8-D3BF1F50ED91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45257CB-2BDB-58D5-850C-3B4CFF74A430}"/>
              </a:ext>
            </a:extLst>
          </p:cNvPr>
          <p:cNvGrpSpPr/>
          <p:nvPr/>
        </p:nvGrpSpPr>
        <p:grpSpPr>
          <a:xfrm>
            <a:off x="4216738" y="3875988"/>
            <a:ext cx="5937269" cy="997579"/>
            <a:chOff x="3844205" y="3151907"/>
            <a:chExt cx="5937269" cy="99757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CE272A-A610-21B9-0F6F-927DE561CD09}"/>
                </a:ext>
              </a:extLst>
            </p:cNvPr>
            <p:cNvSpPr txBox="1"/>
            <p:nvPr/>
          </p:nvSpPr>
          <p:spPr>
            <a:xfrm>
              <a:off x="4426802" y="3327530"/>
              <a:ext cx="53546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</a:rPr>
                <a:t>Information to be displayed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EF9E1D51-A369-884E-6487-93BB8CF5630C}"/>
                </a:ext>
              </a:extLst>
            </p:cNvPr>
            <p:cNvSpPr/>
            <p:nvPr/>
          </p:nvSpPr>
          <p:spPr>
            <a:xfrm>
              <a:off x="3844205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16691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47D80A-49F4-19B1-C6E6-E8A0B82FC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6189-27FA-66F6-8DA2-3AA81F6F3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and Body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E7B05-8122-4131-6F8D-DAA0647F8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&lt;/html&gt;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80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21E73-87ED-4DFC-B27E-5C4EE62E5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Meta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C5F89B-0DE1-4E16-BB8C-3F9E307C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&lt;head&gt;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charset="UTF-8"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name="description"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content="Cat pics"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&lt;meta</a:t>
            </a:r>
            <a:r>
              <a:rPr lang="en-GB" sz="4000" dirty="0">
                <a:latin typeface="Consolas" panose="020B0609020204030204" pitchFamily="49" charset="0"/>
              </a:rPr>
              <a:t> name="author"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000" dirty="0">
                <a:latin typeface="Consolas" panose="020B0609020204030204" pitchFamily="49" charset="0"/>
              </a:rPr>
              <a:t>            content="Garfield"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 &lt;/head&gt;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9B7F7-BF15-4F0B-AA7B-76851AE81E77}"/>
              </a:ext>
            </a:extLst>
          </p:cNvPr>
          <p:cNvSpPr txBox="1"/>
          <p:nvPr/>
        </p:nvSpPr>
        <p:spPr>
          <a:xfrm>
            <a:off x="3344995" y="5988734"/>
            <a:ext cx="55020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Information about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0A3E1-4D15-3F0A-75F9-3F3973FD8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37492-1FF5-509B-8C03-0048FE2E0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18578-400F-0399-6AC9-E40D92427D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9F1A49-1F70-0B39-A704-AFFFF6FD6A9B}"/>
              </a:ext>
            </a:extLst>
          </p:cNvPr>
          <p:cNvSpPr txBox="1"/>
          <p:nvPr/>
        </p:nvSpPr>
        <p:spPr>
          <a:xfrm>
            <a:off x="930194" y="4787354"/>
            <a:ext cx="10331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 tab, not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FC5F6C-27B2-F4DB-1C14-902BB43887D9}"/>
              </a:ext>
            </a:extLst>
          </p:cNvPr>
          <p:cNvSpPr txBox="1"/>
          <p:nvPr/>
        </p:nvSpPr>
        <p:spPr>
          <a:xfrm>
            <a:off x="1295146" y="5824319"/>
            <a:ext cx="960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title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 is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</a:t>
            </a:r>
            <a:r>
              <a:rPr lang="en-GB" sz="3600" dirty="0">
                <a:solidFill>
                  <a:srgbClr val="7030A0"/>
                </a:solidFill>
              </a:rPr>
              <a:t>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33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649B39-625F-CDB8-2BAF-F3FE9F6B6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4191C-62B7-7D22-23B8-FEA739CFC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Title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1C2BE-032B-BF28-707D-DE8622357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  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&lt;title&gt;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page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&lt;/title&gt;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0919-FCCF-E0BE-2C5B-481E0D4AA93F}"/>
              </a:ext>
            </a:extLst>
          </p:cNvPr>
          <p:cNvSpPr txBox="1"/>
          <p:nvPr/>
        </p:nvSpPr>
        <p:spPr>
          <a:xfrm>
            <a:off x="930194" y="4787354"/>
            <a:ext cx="6005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FBFFF3-4943-2093-BCE2-E5C9764D5AE2}"/>
              </a:ext>
            </a:extLst>
          </p:cNvPr>
          <p:cNvSpPr txBox="1"/>
          <p:nvPr/>
        </p:nvSpPr>
        <p:spPr>
          <a:xfrm>
            <a:off x="1034663" y="5824319"/>
            <a:ext cx="10122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The </a:t>
            </a:r>
            <a:r>
              <a:rPr lang="en-GB" sz="3600" dirty="0">
                <a:latin typeface="Consolas" panose="020B0609020204030204" pitchFamily="49" charset="0"/>
              </a:rPr>
              <a:t>     </a:t>
            </a:r>
            <a:r>
              <a:rPr lang="en-GB" sz="3600" dirty="0"/>
              <a:t> element is a </a:t>
            </a:r>
            <a:r>
              <a:rPr lang="en-GB" sz="3600" i="1" dirty="0"/>
              <a:t>           </a:t>
            </a:r>
            <a:r>
              <a:rPr lang="en-GB" sz="3600" dirty="0"/>
              <a:t> of the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head</a:t>
            </a:r>
            <a:r>
              <a:rPr lang="en-GB" sz="3600" dirty="0"/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7923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990517" y="1136092"/>
            <a:ext cx="323369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3844"/>
              <a:gd name="adj6" fmla="val -260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Single line comment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605474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5960A6D-F115-45F2-8011-33EEE35AF6EB}"/>
              </a:ext>
            </a:extLst>
          </p:cNvPr>
          <p:cNvSpPr/>
          <p:nvPr/>
        </p:nvSpPr>
        <p:spPr>
          <a:xfrm>
            <a:off x="6120308" y="3024651"/>
            <a:ext cx="308840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309"/>
              <a:gd name="adj6" fmla="val -233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Multiline comment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93D7F2-CA72-4F66-A626-CAA4603DF486}"/>
              </a:ext>
            </a:extLst>
          </p:cNvPr>
          <p:cNvSpPr txBox="1"/>
          <p:nvPr/>
        </p:nvSpPr>
        <p:spPr>
          <a:xfrm>
            <a:off x="3328543" y="5996070"/>
            <a:ext cx="5534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Comments are not displayed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67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16" grpId="0" uiExpand="1" build="p"/>
      <p:bldP spid="26" grpId="0" animBg="1"/>
      <p:bldP spid="27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Comments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04125" y="2043468"/>
            <a:ext cx="57823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Comment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918470-EB76-45D1-B4CD-960C3376CE78}"/>
              </a:ext>
            </a:extLst>
          </p:cNvPr>
          <p:cNvSpPr txBox="1"/>
          <p:nvPr/>
        </p:nvSpPr>
        <p:spPr>
          <a:xfrm>
            <a:off x="2504125" y="3165689"/>
            <a:ext cx="3294492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&lt;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!--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 Comment</a:t>
            </a:r>
          </a:p>
          <a:p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--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&gt;</a:t>
            </a:r>
            <a:endParaRPr lang="en-GB" sz="44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580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8F0C4F-2316-4E57-8432-2E6A0784CD04}"/>
              </a:ext>
            </a:extLst>
          </p:cNvPr>
          <p:cNvSpPr txBox="1"/>
          <p:nvPr/>
        </p:nvSpPr>
        <p:spPr>
          <a:xfrm>
            <a:off x="1707340" y="5996070"/>
            <a:ext cx="8777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7030A0"/>
                </a:solidFill>
              </a:rPr>
              <a:t>Add comments to help others and future self</a:t>
            </a:r>
            <a:endParaRPr lang="en-GB" sz="3600" b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0083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2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&lt;html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lang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en-gb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0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&lt;!--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Title: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Author: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Date: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--&gt;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4932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heading</a:t>
            </a:r>
          </a:p>
          <a:p>
            <a:pPr lvl="1"/>
            <a:r>
              <a:rPr lang="en-GB" sz="3200" dirty="0"/>
              <a:t>paragraph</a:t>
            </a:r>
          </a:p>
          <a:p>
            <a:r>
              <a:rPr lang="en-GB" sz="3600" dirty="0"/>
              <a:t>Read and explain code that makes use of the above HTML.</a:t>
            </a:r>
          </a:p>
        </p:txBody>
      </p:sp>
    </p:spTree>
    <p:extLst>
      <p:ext uri="{BB962C8B-B14F-4D97-AF65-F5344CB8AC3E}">
        <p14:creationId xmlns:p14="http://schemas.microsoft.com/office/powerpoint/2010/main" val="3345722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62C72F-3D0C-5FDC-1DB1-10726EE94C61}"/>
              </a:ext>
            </a:extLst>
          </p:cNvPr>
          <p:cNvSpPr txBox="1"/>
          <p:nvPr/>
        </p:nvSpPr>
        <p:spPr>
          <a:xfrm>
            <a:off x="976509" y="5824319"/>
            <a:ext cx="10239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There are six levels of headings: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h1</a:t>
            </a:r>
            <a:r>
              <a:rPr lang="en-GB" sz="3600" dirty="0">
                <a:solidFill>
                  <a:srgbClr val="FF0000"/>
                </a:solidFill>
              </a:rPr>
              <a:t>, h2, h3, h4, h5,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h6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35B736A-ED89-5403-0C44-5B209A576FBE}"/>
              </a:ext>
            </a:extLst>
          </p:cNvPr>
          <p:cNvSpPr/>
          <p:nvPr/>
        </p:nvSpPr>
        <p:spPr>
          <a:xfrm>
            <a:off x="9157321" y="18256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100594"/>
              <a:gd name="adj6" fmla="val -347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Heading (h1)</a:t>
            </a:r>
          </a:p>
        </p:txBody>
      </p:sp>
    </p:spTree>
    <p:extLst>
      <p:ext uri="{BB962C8B-B14F-4D97-AF65-F5344CB8AC3E}">
        <p14:creationId xmlns:p14="http://schemas.microsoft.com/office/powerpoint/2010/main" val="423025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12" grpId="0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7E2E3C-0E96-8A9E-EA4F-14EF05E9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ADFE3-5B57-4F31-7D75-A92633631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Headings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5DCA96-8BA3-0A4C-DA7D-72FACF046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&lt;body&gt;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86B28F-F7E2-67B4-237A-5B428829ED7D}"/>
              </a:ext>
            </a:extLst>
          </p:cNvPr>
          <p:cNvSpPr txBox="1"/>
          <p:nvPr/>
        </p:nvSpPr>
        <p:spPr>
          <a:xfrm>
            <a:off x="2587763" y="478735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BB9C64-0E8A-9C84-11D3-6909F8B082B5}"/>
              </a:ext>
            </a:extLst>
          </p:cNvPr>
          <p:cNvSpPr txBox="1"/>
          <p:nvPr/>
        </p:nvSpPr>
        <p:spPr>
          <a:xfrm>
            <a:off x="838200" y="5839765"/>
            <a:ext cx="61193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There are six levels of headings:</a:t>
            </a:r>
            <a:endParaRPr lang="en-GB" sz="36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859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18B0E1-C787-6B66-7A6B-8AEFFD5A627C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70BB452-0F48-795C-8B8B-A8CBB641ED53}"/>
              </a:ext>
            </a:extLst>
          </p:cNvPr>
          <p:cNvSpPr/>
          <p:nvPr/>
        </p:nvSpPr>
        <p:spPr>
          <a:xfrm flipH="1">
            <a:off x="5517455" y="3429000"/>
            <a:ext cx="22676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2767"/>
              <a:gd name="adj6" fmla="val -330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Paragraph (p)</a:t>
            </a:r>
          </a:p>
        </p:txBody>
      </p:sp>
    </p:spTree>
    <p:extLst>
      <p:ext uri="{BB962C8B-B14F-4D97-AF65-F5344CB8AC3E}">
        <p14:creationId xmlns:p14="http://schemas.microsoft.com/office/powerpoint/2010/main" val="31080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474595-6DAC-4526-FE7B-03797C0DA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7D27E-F3E2-6DAE-DA0D-74A32E9E4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Paragraph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213D3-326A-0CA6-3C37-3A1ED58F7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&lt;h1&gt;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heading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&lt;/h1&gt;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My first paragraph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128622-01D5-8498-C606-BCFF5DCD560A}"/>
              </a:ext>
            </a:extLst>
          </p:cNvPr>
          <p:cNvSpPr txBox="1"/>
          <p:nvPr/>
        </p:nvSpPr>
        <p:spPr>
          <a:xfrm>
            <a:off x="2587763" y="5846544"/>
            <a:ext cx="70164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The content is displayed on the page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10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ordered lists</a:t>
            </a:r>
          </a:p>
          <a:p>
            <a:pPr lvl="1"/>
            <a:r>
              <a:rPr lang="en-GB" sz="3200" dirty="0"/>
              <a:t>unordered lists</a:t>
            </a:r>
          </a:p>
          <a:p>
            <a:pPr lvl="1"/>
            <a:r>
              <a:rPr lang="en-GB" sz="3200" dirty="0"/>
              <a:t>list items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281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57B5653E-D38F-AD79-1858-5A96C345C7CA}"/>
              </a:ext>
            </a:extLst>
          </p:cNvPr>
          <p:cNvSpPr/>
          <p:nvPr/>
        </p:nvSpPr>
        <p:spPr>
          <a:xfrm>
            <a:off x="4158555" y="1259367"/>
            <a:ext cx="26105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78511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Ordered list (</a:t>
            </a:r>
            <a:r>
              <a:rPr lang="en-GB" sz="2800" b="1" dirty="0" err="1">
                <a:solidFill>
                  <a:srgbClr val="7030A0"/>
                </a:solidFill>
              </a:rPr>
              <a:t>ol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841E77A-B891-7CFE-1B08-41D63E6827E7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230E19-D62F-47E5-887D-7F68027F8C5B}"/>
              </a:ext>
            </a:extLst>
          </p:cNvPr>
          <p:cNvSpPr txBox="1"/>
          <p:nvPr/>
        </p:nvSpPr>
        <p:spPr>
          <a:xfrm>
            <a:off x="3829165" y="5846544"/>
            <a:ext cx="45336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to be done in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383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846DFA-5834-99A9-7491-2A76CDB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75C94-109A-A534-7858-FD3F2E62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Ordered List (Numbers)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6256-A93B-3C9A-4707-EC6B25CA6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US" altLang="en-US" sz="4000" dirty="0" err="1">
                <a:solidFill>
                  <a:srgbClr val="A71D5D"/>
                </a:solidFill>
                <a:latin typeface="Consolas" panose="020B0609020204030204" pitchFamily="49" charset="0"/>
              </a:rPr>
              <a:t>ol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558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8AD5-9570-32EC-1FB1-B1A9FD60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BBC8-2850-1A25-C1D6-EEF061FA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956FC-C93B-D24C-2356-B1E2CD9E8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C4BB0F4-B3D8-5E8A-8AAC-D6AAF7EFC265}"/>
              </a:ext>
            </a:extLst>
          </p:cNvPr>
          <p:cNvSpPr/>
          <p:nvPr/>
        </p:nvSpPr>
        <p:spPr>
          <a:xfrm>
            <a:off x="4158555" y="1259367"/>
            <a:ext cx="2953445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81455"/>
              <a:gd name="adj6" fmla="val -35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Unordered list (</a:t>
            </a:r>
            <a:r>
              <a:rPr lang="en-GB" sz="2800" b="1" dirty="0" err="1">
                <a:solidFill>
                  <a:srgbClr val="7030A0"/>
                </a:solidFill>
              </a:rPr>
              <a:t>ul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66A1E52-22E4-39E5-0112-D9CE31121BCA}"/>
              </a:ext>
            </a:extLst>
          </p:cNvPr>
          <p:cNvSpPr/>
          <p:nvPr/>
        </p:nvSpPr>
        <p:spPr>
          <a:xfrm>
            <a:off x="9200039" y="3717925"/>
            <a:ext cx="2153761" cy="862642"/>
          </a:xfrm>
          <a:prstGeom prst="callout2">
            <a:avLst>
              <a:gd name="adj1" fmla="val 49217"/>
              <a:gd name="adj2" fmla="val -30"/>
              <a:gd name="adj3" fmla="val 49841"/>
              <a:gd name="adj4" fmla="val -25644"/>
              <a:gd name="adj5" fmla="val -11295"/>
              <a:gd name="adj6" fmla="val -3767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List item (li)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E0BA4-5F52-426A-B1C6-6EDA37363139}"/>
              </a:ext>
            </a:extLst>
          </p:cNvPr>
          <p:cNvSpPr txBox="1"/>
          <p:nvPr/>
        </p:nvSpPr>
        <p:spPr>
          <a:xfrm>
            <a:off x="3314570" y="5846544"/>
            <a:ext cx="5562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List can be done in any order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892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6B2291-BD46-28D9-B75E-548C54B32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093FC-8206-5C93-E28E-323CF91A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Unordered List (Bullet Points)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F1C00-BB20-0266-0E3B-C8C7831E8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 list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Another item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&lt;/li&gt;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&lt;/ul&gt;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7555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200" dirty="0"/>
              <a:t>images</a:t>
            </a:r>
          </a:p>
          <a:p>
            <a:pPr lvl="1"/>
            <a:r>
              <a:rPr lang="en-GB" sz="3200" dirty="0"/>
              <a:t>audio</a:t>
            </a:r>
          </a:p>
          <a:p>
            <a:pPr lvl="1"/>
            <a:r>
              <a:rPr lang="en-GB" sz="3200" dirty="0"/>
              <a:t>video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27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C43D2A-294C-69BD-67E0-FF7876B8D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9437" y="2471737"/>
            <a:ext cx="5953125" cy="191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056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C049014-3B9C-B76A-4345-A6DF0513875D}"/>
              </a:ext>
            </a:extLst>
          </p:cNvPr>
          <p:cNvSpPr txBox="1"/>
          <p:nvPr/>
        </p:nvSpPr>
        <p:spPr>
          <a:xfrm>
            <a:off x="1729740" y="2136338"/>
            <a:ext cx="873251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global attributes</a:t>
            </a:r>
            <a:r>
              <a:rPr lang="en-GB" b="0" i="0" dirty="0">
                <a:effectLst/>
                <a:latin typeface="CiscoSansTT"/>
              </a:rPr>
              <a:t>, which can be applied to any HTML element. They are useful for a wide range of purposes, such as assigning unique identifiers, adding classes for styling, or providing additional information about an element. Examples include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id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class</a:t>
            </a:r>
            <a:r>
              <a:rPr lang="en-GB" b="0" i="0" dirty="0">
                <a:effectLst/>
                <a:latin typeface="CiscoSansTT"/>
              </a:rPr>
              <a:t>,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style</a:t>
            </a:r>
            <a:r>
              <a:rPr lang="en-GB" b="0" i="0" dirty="0">
                <a:effectLst/>
                <a:latin typeface="CiscoSansTT"/>
              </a:rPr>
              <a:t>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title</a:t>
            </a:r>
            <a:r>
              <a:rPr lang="en-GB" b="0" i="0" dirty="0">
                <a:effectLst/>
                <a:latin typeface="CiscoSansTT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CiscoSansTT"/>
              </a:rPr>
              <a:t>element-specific attributes</a:t>
            </a:r>
            <a:r>
              <a:rPr lang="en-GB" b="0" i="0" dirty="0">
                <a:effectLst/>
                <a:latin typeface="CiscoSansTT"/>
              </a:rPr>
              <a:t>, which are specific to particular HTML elements and cannot be used with all elements. They provide functionality or modify the </a:t>
            </a:r>
            <a:r>
              <a:rPr lang="en-GB" b="0" i="0" dirty="0" err="1">
                <a:effectLst/>
                <a:latin typeface="CiscoSansTT"/>
              </a:rPr>
              <a:t>behavior</a:t>
            </a:r>
            <a:r>
              <a:rPr lang="en-GB" b="0" i="0" dirty="0">
                <a:effectLst/>
                <a:latin typeface="CiscoSansTT"/>
              </a:rPr>
              <a:t> of specific elements, making them essential for proper usage of those elements. Examples include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href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elements), 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src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 media elements), 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type</a:t>
            </a:r>
            <a:r>
              <a:rPr lang="en-GB" b="0" i="0" dirty="0">
                <a:effectLst/>
                <a:latin typeface="CiscoSansTT"/>
              </a:rPr>
              <a:t> (specific to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&lt;input&gt;</a:t>
            </a:r>
            <a:r>
              <a:rPr lang="en-GB" b="0" i="0" dirty="0">
                <a:effectLst/>
                <a:latin typeface="CiscoSansTT"/>
              </a:rPr>
              <a:t> elements).</a:t>
            </a:r>
          </a:p>
        </p:txBody>
      </p:sp>
    </p:spTree>
    <p:extLst>
      <p:ext uri="{BB962C8B-B14F-4D97-AF65-F5344CB8AC3E}">
        <p14:creationId xmlns:p14="http://schemas.microsoft.com/office/powerpoint/2010/main" val="1179807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8047411" y="2024967"/>
            <a:ext cx="269961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0147"/>
              <a:gd name="adj6" fmla="val -248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 marks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4267757" y="3799299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Equals sign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409381" y="5292546"/>
            <a:ext cx="737323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Attributes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attributes allowed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6AC83DB9-334E-9410-DC7B-BAFBADB65822}"/>
              </a:ext>
            </a:extLst>
          </p:cNvPr>
          <p:cNvSpPr/>
          <p:nvPr/>
        </p:nvSpPr>
        <p:spPr>
          <a:xfrm flipH="1">
            <a:off x="976744" y="2066685"/>
            <a:ext cx="152996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tag</a:t>
            </a:r>
          </a:p>
        </p:txBody>
      </p:sp>
    </p:spTree>
    <p:extLst>
      <p:ext uri="{BB962C8B-B14F-4D97-AF65-F5344CB8AC3E}">
        <p14:creationId xmlns:p14="http://schemas.microsoft.com/office/powerpoint/2010/main" val="334414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Element Attributes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427367" y="2908469"/>
            <a:ext cx="73372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attribute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"value"</a:t>
            </a:r>
            <a:r>
              <a:rPr lang="en-GB" sz="4400" dirty="0">
                <a:latin typeface="Consolas" panose="020B0609020204030204" pitchFamily="49" charset="0"/>
              </a:rPr>
              <a:t>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698576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 err="1">
                <a:latin typeface="Consolas" panose="020B0609020204030204" pitchFamily="49" charset="0"/>
              </a:rPr>
              <a:t>src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rel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alt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href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type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class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id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15086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387811" cy="4351338"/>
          </a:xfrm>
        </p:spPr>
        <p:txBody>
          <a:bodyPr>
            <a:norm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 </a:t>
            </a:r>
            <a:endParaRPr lang="en-GB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837D4-D082-0DE5-EA8A-25EDAA502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26011" y="1825625"/>
            <a:ext cx="7127789" cy="4351338"/>
          </a:xfrm>
        </p:spPr>
        <p:txBody>
          <a:bodyPr>
            <a:noAutofit/>
          </a:bodyPr>
          <a:lstStyle/>
          <a:p>
            <a:r>
              <a:rPr lang="en-GB" sz="3200" dirty="0"/>
              <a:t>Address of resource (absolute / relative)</a:t>
            </a:r>
          </a:p>
          <a:p>
            <a:r>
              <a:rPr lang="en-GB" sz="3200" dirty="0"/>
              <a:t>Relationship between files</a:t>
            </a:r>
          </a:p>
          <a:p>
            <a:r>
              <a:rPr lang="en-GB" sz="3200" dirty="0"/>
              <a:t>MIME type</a:t>
            </a:r>
          </a:p>
          <a:p>
            <a:r>
              <a:rPr lang="en-GB" sz="3200" dirty="0"/>
              <a:t>Alternative text (screen reader)</a:t>
            </a:r>
          </a:p>
          <a:p>
            <a:r>
              <a:rPr lang="en-GB" sz="3200" dirty="0"/>
              <a:t>Link address (absolute / relative)</a:t>
            </a:r>
          </a:p>
          <a:p>
            <a:r>
              <a:rPr lang="en-GB" sz="3200" dirty="0"/>
              <a:t>Name of class</a:t>
            </a:r>
          </a:p>
          <a:p>
            <a:r>
              <a:rPr lang="en-GB" sz="3200" dirty="0"/>
              <a:t>Name of ID</a:t>
            </a:r>
          </a:p>
        </p:txBody>
      </p:sp>
    </p:spTree>
    <p:extLst>
      <p:ext uri="{BB962C8B-B14F-4D97-AF65-F5344CB8AC3E}">
        <p14:creationId xmlns:p14="http://schemas.microsoft.com/office/powerpoint/2010/main" val="34934094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A8CEB5-1FB2-36AF-74FB-FB39F8996991}"/>
              </a:ext>
            </a:extLst>
          </p:cNvPr>
          <p:cNvSpPr txBox="1"/>
          <p:nvPr/>
        </p:nvSpPr>
        <p:spPr>
          <a:xfrm>
            <a:off x="823912" y="1720840"/>
            <a:ext cx="105441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src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for specifying the URL of the media file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controls for displaying built-in media controls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width and height for specifying the dimensions of the player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autoplay for automatically playing the media when the page loads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loop for looping playback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preload for buffering the media file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ensure cross-browser compatibility, it's recommended to provide multiple formats of the same media file, such as MP4 and </a:t>
            </a:r>
            <a:r>
              <a:rPr lang="en-GB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WebM</a:t>
            </a: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for video, and MP3 and Ogg for audio.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This can be achieved using the &lt;source&gt; element within the &lt;video&gt; and &lt;audio&gt; elements.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&lt;video poster="web-dev-picture.jpg" controls&gt;</a:t>
            </a:r>
          </a:p>
        </p:txBody>
      </p:sp>
    </p:spTree>
    <p:extLst>
      <p:ext uri="{BB962C8B-B14F-4D97-AF65-F5344CB8AC3E}">
        <p14:creationId xmlns:p14="http://schemas.microsoft.com/office/powerpoint/2010/main" val="3215554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>
            <a:off x="5741317" y="2271735"/>
            <a:ext cx="1660284" cy="862642"/>
          </a:xfrm>
          <a:prstGeom prst="callout2">
            <a:avLst>
              <a:gd name="adj1" fmla="val 49769"/>
              <a:gd name="adj2" fmla="val 400"/>
              <a:gd name="adj3" fmla="val 50078"/>
              <a:gd name="adj4" fmla="val -26360"/>
              <a:gd name="adj5" fmla="val 149062"/>
              <a:gd name="adj6" fmla="val -587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FF0000"/>
                </a:solidFill>
              </a:rPr>
              <a:t>Void element</a:t>
            </a:r>
            <a:endParaRPr lang="en-GB" sz="3600" i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1342D735-268B-473E-915A-328FF6C9A167}"/>
              </a:ext>
            </a:extLst>
          </p:cNvPr>
          <p:cNvSpPr/>
          <p:nvPr/>
        </p:nvSpPr>
        <p:spPr>
          <a:xfrm flipH="1">
            <a:off x="5270818" y="4239075"/>
            <a:ext cx="3292926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2910"/>
              <a:gd name="adj6" fmla="val -226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Description of image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9F32B99-3A38-C7B0-6D33-FBC0A6D02794}"/>
              </a:ext>
            </a:extLst>
          </p:cNvPr>
          <p:cNvSpPr/>
          <p:nvPr/>
        </p:nvSpPr>
        <p:spPr>
          <a:xfrm>
            <a:off x="4239057" y="1259366"/>
            <a:ext cx="1660284" cy="862642"/>
          </a:xfrm>
          <a:prstGeom prst="callout2">
            <a:avLst>
              <a:gd name="adj1" fmla="val 49217"/>
              <a:gd name="adj2" fmla="val -30"/>
              <a:gd name="adj3" fmla="val 50078"/>
              <a:gd name="adj4" fmla="val -26360"/>
              <a:gd name="adj5" fmla="val 106917"/>
              <a:gd name="adj6" fmla="val -653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</p:spTree>
    <p:extLst>
      <p:ext uri="{BB962C8B-B14F-4D97-AF65-F5344CB8AC3E}">
        <p14:creationId xmlns:p14="http://schemas.microsoft.com/office/powerpoint/2010/main" val="201841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7" grpId="0" animBg="1"/>
      <p:bldP spid="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77E92D-0432-E852-7753-0DA726C9B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E8D5-F074-EB3B-A468-267139BB3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8FC4B3-93F3-C5F5-620E-E343292CCFCC}"/>
              </a:ext>
            </a:extLst>
          </p:cNvPr>
          <p:cNvSpPr txBox="1"/>
          <p:nvPr/>
        </p:nvSpPr>
        <p:spPr>
          <a:xfrm>
            <a:off x="405981" y="2029678"/>
            <a:ext cx="11380038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&lt;picture&gt;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400" dirty="0" err="1">
                <a:solidFill>
                  <a:srgbClr val="A71D5D"/>
                </a:solidFill>
                <a:latin typeface="Consolas" panose="020B0609020204030204" pitchFamily="49" charset="0"/>
              </a:rPr>
              <a:t>img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"cat.png"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alt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 on mat"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altLang="en-US" sz="4400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&lt;/picture&gt;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428761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latin typeface="Consolas" panose="020B0609020204030204" pitchFamily="49" charset="0"/>
              </a:rPr>
              <a:t>No audio player available</a:t>
            </a:r>
          </a:p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7583" y="1690688"/>
            <a:ext cx="1673961" cy="828678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6988" y="4155224"/>
            <a:ext cx="312255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seen!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856262" y="1690688"/>
            <a:ext cx="285280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3857459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D4CB98A-65E2-54BF-8CF2-2FE7B98E3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5DFC2-D559-4490-9C07-5F6FD945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Audio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E32E5-07F6-2AAB-9FC5-F1D83771553E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&lt;audio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"cat.wav"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controls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No audio player available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&lt;/audio&gt;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5996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9FD08280-246B-F431-CC37-33C0C86742F1}"/>
              </a:ext>
            </a:extLst>
          </p:cNvPr>
          <p:cNvSpPr/>
          <p:nvPr/>
        </p:nvSpPr>
        <p:spPr>
          <a:xfrm flipH="1">
            <a:off x="3081411" y="1690688"/>
            <a:ext cx="1663285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2867657" y="5846544"/>
            <a:ext cx="64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Boolean attribute </a:t>
            </a:r>
            <a:r>
              <a:rPr lang="en-GB" sz="36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GB" sz="3600" dirty="0">
                <a:solidFill>
                  <a:srgbClr val="7030A0"/>
                </a:solidFill>
              </a:rPr>
              <a:t> if present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3E3CB916-EC6A-94CC-FEC7-964D87472488}"/>
              </a:ext>
            </a:extLst>
          </p:cNvPr>
          <p:cNvSpPr/>
          <p:nvPr/>
        </p:nvSpPr>
        <p:spPr>
          <a:xfrm>
            <a:off x="6721789" y="4155224"/>
            <a:ext cx="301762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3643"/>
              <a:gd name="adj6" fmla="val -1292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Hopefully not seen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4E553067-C61A-4778-9A94-484A2AF5AA51}"/>
              </a:ext>
            </a:extLst>
          </p:cNvPr>
          <p:cNvSpPr/>
          <p:nvPr/>
        </p:nvSpPr>
        <p:spPr>
          <a:xfrm>
            <a:off x="8919846" y="1707805"/>
            <a:ext cx="281748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 attribute</a:t>
            </a:r>
          </a:p>
        </p:txBody>
      </p:sp>
    </p:spTree>
    <p:extLst>
      <p:ext uri="{BB962C8B-B14F-4D97-AF65-F5344CB8AC3E}">
        <p14:creationId xmlns:p14="http://schemas.microsoft.com/office/powerpoint/2010/main" val="58252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3" grpId="0" animBg="1"/>
      <p:bldP spid="25" grpId="0" build="p"/>
      <p:bldP spid="3" grpId="0" animBg="1"/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67CF93-0D4B-C8C0-E650-D85202FB5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43C2-8278-0E24-F1F9-755486FDC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Video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023E8A-C83E-2BAB-A5E9-CFABAF46E5DD}"/>
              </a:ext>
            </a:extLst>
          </p:cNvPr>
          <p:cNvSpPr txBox="1"/>
          <p:nvPr/>
        </p:nvSpPr>
        <p:spPr>
          <a:xfrm>
            <a:off x="1338929" y="2553330"/>
            <a:ext cx="982512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&lt;video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"cat.mp4"</a:t>
            </a:r>
            <a:r>
              <a:rPr lang="en-GB" sz="4400" dirty="0">
                <a:latin typeface="Consolas" panose="020B0609020204030204" pitchFamily="49" charset="0"/>
              </a:rPr>
              <a:t> controls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en-GB" sz="4400" dirty="0">
                <a:latin typeface="Consolas" panose="020B0609020204030204" pitchFamily="49" charset="0"/>
              </a:rPr>
              <a:t>    No video player available</a:t>
            </a:r>
          </a:p>
          <a:p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&lt;/video&gt;</a:t>
            </a:r>
            <a:endParaRPr lang="en-GB" sz="4400" dirty="0">
              <a:solidFill>
                <a:srgbClr val="A71D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2507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600" dirty="0"/>
              <a:t>Describe, exemplify and implement HTML code:</a:t>
            </a:r>
          </a:p>
          <a:p>
            <a:pPr lvl="1"/>
            <a:r>
              <a:rPr lang="en-GB" sz="3600" dirty="0"/>
              <a:t>link</a:t>
            </a:r>
          </a:p>
          <a:p>
            <a:pPr lvl="1"/>
            <a:r>
              <a:rPr lang="en-GB" sz="3600" dirty="0"/>
              <a:t>anchor</a:t>
            </a:r>
          </a:p>
          <a:p>
            <a:r>
              <a:rPr lang="en-GB" sz="3600" dirty="0"/>
              <a:t>Describe and implement hyperlinks (internal and external), relative and absolute addressing.</a:t>
            </a:r>
          </a:p>
          <a:p>
            <a:r>
              <a:rPr lang="en-GB" sz="3600" dirty="0"/>
              <a:t>Read and explain code that makes use of the above HTML.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1789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 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672348" y="3560784"/>
            <a:ext cx="366333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Link destination – URL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2749EB41-301D-1D28-D4C1-8A77734207BE}"/>
              </a:ext>
            </a:extLst>
          </p:cNvPr>
          <p:cNvSpPr/>
          <p:nvPr/>
        </p:nvSpPr>
        <p:spPr>
          <a:xfrm flipH="1">
            <a:off x="4979456" y="4183150"/>
            <a:ext cx="3084099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04719"/>
              <a:gd name="adj6" fmla="val -129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Displayed on 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0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4" grpId="0" animBg="1"/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Inline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36768" y="249143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&lt;a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"cat.html"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Click here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&lt;/a&gt;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2B33EA-DB72-CE4B-42F3-78D0B6AD1A0B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082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>
            <a:off x="1621038" y="1826383"/>
            <a:ext cx="2463281" cy="862642"/>
          </a:xfrm>
          <a:prstGeom prst="callout2">
            <a:avLst>
              <a:gd name="adj1" fmla="val 50321"/>
              <a:gd name="adj2" fmla="val 163"/>
              <a:gd name="adj3" fmla="val 50844"/>
              <a:gd name="adj4" fmla="val -943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Parent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836768" y="5846544"/>
            <a:ext cx="10518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child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p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li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E509B8F2-A1EA-77FE-D4CF-81DBA3F111E2}"/>
              </a:ext>
            </a:extLst>
          </p:cNvPr>
          <p:cNvSpPr/>
          <p:nvPr/>
        </p:nvSpPr>
        <p:spPr>
          <a:xfrm>
            <a:off x="7114861" y="2257704"/>
            <a:ext cx="2463281" cy="862642"/>
          </a:xfrm>
          <a:prstGeom prst="callout2">
            <a:avLst>
              <a:gd name="adj1" fmla="val 49493"/>
              <a:gd name="adj2" fmla="val -30"/>
              <a:gd name="adj3" fmla="val 50016"/>
              <a:gd name="adj4" fmla="val -9729"/>
              <a:gd name="adj5" fmla="val 137645"/>
              <a:gd name="adj6" fmla="val -218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Child element</a:t>
            </a:r>
          </a:p>
        </p:txBody>
      </p:sp>
    </p:spTree>
    <p:extLst>
      <p:ext uri="{BB962C8B-B14F-4D97-AF65-F5344CB8AC3E}">
        <p14:creationId xmlns:p14="http://schemas.microsoft.com/office/powerpoint/2010/main" val="3027323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3" grpId="0" animBg="1"/>
      <p:bldP spid="6" grpId="0" build="p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8B37474-741E-3797-1477-CC053B4BA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F588-00FF-A1E1-3965-B5F20F928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Anchor (Hyperlink) – Block Example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E685D-A59E-21C3-9483-3C4B71631B80}"/>
              </a:ext>
            </a:extLst>
          </p:cNvPr>
          <p:cNvSpPr txBox="1"/>
          <p:nvPr/>
        </p:nvSpPr>
        <p:spPr>
          <a:xfrm>
            <a:off x="452545" y="2829680"/>
            <a:ext cx="112869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Click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   &lt;a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"cat.html"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here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&lt;/a&gt;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to see cats!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43E1CD-FD80-30FE-114E-FBCC7060A95A}"/>
              </a:ext>
            </a:extLst>
          </p:cNvPr>
          <p:cNvSpPr txBox="1"/>
          <p:nvPr/>
        </p:nvSpPr>
        <p:spPr>
          <a:xfrm>
            <a:off x="300565" y="5846544"/>
            <a:ext cx="11590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An anchor element is often a </a:t>
            </a:r>
            <a:r>
              <a:rPr lang="en-GB" sz="3600" i="1" dirty="0">
                <a:solidFill>
                  <a:srgbClr val="FF0000"/>
                </a:solidFill>
              </a:rPr>
              <a:t>          </a:t>
            </a:r>
            <a:r>
              <a:rPr lang="en-GB" sz="3600" dirty="0">
                <a:solidFill>
                  <a:srgbClr val="7030A0"/>
                </a:solidFill>
              </a:rPr>
              <a:t> of 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</a:t>
            </a:r>
            <a:r>
              <a:rPr lang="en-GB" sz="3600" dirty="0">
                <a:solidFill>
                  <a:srgbClr val="7030A0"/>
                </a:solidFill>
              </a:rPr>
              <a:t> or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</a:t>
            </a:r>
            <a:r>
              <a:rPr lang="en-GB" sz="3600" dirty="0">
                <a:solidFill>
                  <a:srgbClr val="7030A0"/>
                </a:solidFill>
              </a:rPr>
              <a:t>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28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4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792D4BAF-FFFF-18CA-9398-B042225845BE}"/>
              </a:ext>
            </a:extLst>
          </p:cNvPr>
          <p:cNvSpPr/>
          <p:nvPr/>
        </p:nvSpPr>
        <p:spPr>
          <a:xfrm flipH="1">
            <a:off x="410136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475782" y="5846544"/>
            <a:ext cx="72405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Absolute address – Between websites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7A36CE8-AA17-91FB-5DD2-89AF701F87AA}"/>
              </a:ext>
            </a:extLst>
          </p:cNvPr>
          <p:cNvSpPr/>
          <p:nvPr/>
        </p:nvSpPr>
        <p:spPr>
          <a:xfrm flipH="1">
            <a:off x="4771394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85842D0-0D10-EF49-CBEE-D31D656B2D03}"/>
              </a:ext>
            </a:extLst>
          </p:cNvPr>
          <p:cNvSpPr/>
          <p:nvPr/>
        </p:nvSpPr>
        <p:spPr>
          <a:xfrm flipH="1">
            <a:off x="8588117" y="420901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Path</a:t>
            </a:r>
          </a:p>
        </p:txBody>
      </p:sp>
    </p:spTree>
    <p:extLst>
      <p:ext uri="{BB962C8B-B14F-4D97-AF65-F5344CB8AC3E}">
        <p14:creationId xmlns:p14="http://schemas.microsoft.com/office/powerpoint/2010/main" val="2605186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3" grpId="0" animBg="1"/>
      <p:bldP spid="6" grpId="0" build="p"/>
      <p:bldP spid="11" grpId="0" build="p"/>
      <p:bldP spid="5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Uniform Resource Locators (URLs)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2554806" y="2177195"/>
            <a:ext cx="70823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protocol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domain</a:t>
            </a:r>
            <a:r>
              <a:rPr lang="en-US" altLang="en-US" sz="4400" dirty="0">
                <a:solidFill>
                  <a:srgbClr val="333333"/>
                </a:solidFill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path</a:t>
            </a:r>
            <a:r>
              <a:rPr lang="en-US" altLang="en-US" sz="800" dirty="0">
                <a:latin typeface="Consolas" panose="020B0609020204030204" pitchFamily="49" charset="0"/>
              </a:rPr>
              <a:t> </a:t>
            </a:r>
            <a:endParaRPr lang="en-US" altLang="en-US" sz="8000" dirty="0"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1243885" y="3191155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7030A0"/>
                </a:solidFill>
                <a:latin typeface="Consolas" panose="020B0609020204030204" pitchFamily="49" charset="0"/>
              </a:rPr>
              <a:t>https</a:t>
            </a:r>
            <a:r>
              <a:rPr lang="en-US" altLang="en-US" sz="4400" dirty="0">
                <a:latin typeface="Consolas" panose="020B0609020204030204" pitchFamily="49" charset="0"/>
              </a:rPr>
              <a:t>://</a:t>
            </a:r>
            <a:r>
              <a:rPr lang="en-US" altLang="en-US" sz="4400" dirty="0">
                <a:solidFill>
                  <a:srgbClr val="0000FF"/>
                </a:solidFill>
                <a:latin typeface="Consolas" panose="020B0609020204030204" pitchFamily="49" charset="0"/>
              </a:rPr>
              <a:t>outlook.office.com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mail</a:t>
            </a:r>
            <a:r>
              <a:rPr lang="en-US" altLang="en-US" sz="4400" dirty="0">
                <a:latin typeface="Consolas" panose="020B06090202040302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84188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47FD5-EC45-46A4-93D2-A9780619285C}"/>
              </a:ext>
            </a:extLst>
          </p:cNvPr>
          <p:cNvSpPr txBox="1"/>
          <p:nvPr/>
        </p:nvSpPr>
        <p:spPr>
          <a:xfrm>
            <a:off x="2761118" y="5846544"/>
            <a:ext cx="6669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Relative address – Within website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4147722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#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4147722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4147722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folder/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4147722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../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070C78-E8C6-4DB5-9762-D6394CD610DB}"/>
              </a:ext>
            </a:extLst>
          </p:cNvPr>
          <p:cNvSpPr txBox="1"/>
          <p:nvPr/>
        </p:nvSpPr>
        <p:spPr>
          <a:xfrm>
            <a:off x="1378973" y="1660549"/>
            <a:ext cx="23496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page: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734BB4-826A-4D96-9E2F-BDE0B1CA4226}"/>
              </a:ext>
            </a:extLst>
          </p:cNvPr>
          <p:cNvSpPr txBox="1"/>
          <p:nvPr/>
        </p:nvSpPr>
        <p:spPr>
          <a:xfrm>
            <a:off x="1128306" y="2644823"/>
            <a:ext cx="25554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Same 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36087D-6E92-41EB-AA43-F5E80D9E0FA5}"/>
              </a:ext>
            </a:extLst>
          </p:cNvPr>
          <p:cNvSpPr txBox="1"/>
          <p:nvPr/>
        </p:nvSpPr>
        <p:spPr>
          <a:xfrm>
            <a:off x="1426464" y="3634216"/>
            <a:ext cx="22572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Sub-folder: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F74662-3EF9-45FB-BD97-358F9031DF8A}"/>
              </a:ext>
            </a:extLst>
          </p:cNvPr>
          <p:cNvSpPr txBox="1"/>
          <p:nvPr/>
        </p:nvSpPr>
        <p:spPr>
          <a:xfrm>
            <a:off x="1086906" y="4617094"/>
            <a:ext cx="26417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Up one level: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E7A1918-8E6E-47F2-A3F0-36B753325ED6}"/>
              </a:ext>
            </a:extLst>
          </p:cNvPr>
          <p:cNvGrpSpPr/>
          <p:nvPr/>
        </p:nvGrpSpPr>
        <p:grpSpPr>
          <a:xfrm>
            <a:off x="8939030" y="3566892"/>
            <a:ext cx="2836960" cy="1696533"/>
            <a:chOff x="3594044" y="3151907"/>
            <a:chExt cx="4671726" cy="99757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5F83399-4F76-49D3-9E0F-322AF7F4AB42}"/>
                </a:ext>
              </a:extLst>
            </p:cNvPr>
            <p:cNvSpPr txBox="1"/>
            <p:nvPr/>
          </p:nvSpPr>
          <p:spPr>
            <a:xfrm>
              <a:off x="4603642" y="3297793"/>
              <a:ext cx="3662128" cy="7058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Can be</a:t>
              </a:r>
            </a:p>
            <a:p>
              <a:r>
                <a:rPr lang="en-GB" sz="36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combined</a:t>
              </a:r>
            </a:p>
          </p:txBody>
        </p:sp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F0237F2D-B194-4357-ACDB-EBB71A982F10}"/>
                </a:ext>
              </a:extLst>
            </p:cNvPr>
            <p:cNvSpPr/>
            <p:nvPr/>
          </p:nvSpPr>
          <p:spPr>
            <a:xfrm>
              <a:off x="3594044" y="3151907"/>
              <a:ext cx="372533" cy="997579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39452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75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11" grpId="0" build="p"/>
      <p:bldP spid="12" grpId="0" build="p"/>
      <p:bldP spid="13" grpId="0" build="p"/>
      <p:bldP spid="14" grpId="0" build="p"/>
      <p:bldP spid="15" grpId="0" build="p"/>
      <p:bldP spid="16" grpId="0" build="p"/>
      <p:bldP spid="17" grpId="0" build="p"/>
      <p:bldP spid="18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Relative URLs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73B4FFB-1B72-1EFB-80BB-52AF09F48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975"/>
            <a:ext cx="65" cy="43724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15870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1D6020-4B73-D6F2-FA4B-E6BCC25A75DE}"/>
              </a:ext>
            </a:extLst>
          </p:cNvPr>
          <p:cNvSpPr txBox="1"/>
          <p:nvPr/>
        </p:nvSpPr>
        <p:spPr>
          <a:xfrm>
            <a:off x="5222761" y="1597134"/>
            <a:ext cx="1117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latin typeface="Consolas" panose="020B0609020204030204" pitchFamily="49" charset="0"/>
              </a:rPr>
              <a:t>id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7F79DA-785D-4D93-9C77-5BA0C66D2AB5}"/>
              </a:ext>
            </a:extLst>
          </p:cNvPr>
          <p:cNvSpPr txBox="1"/>
          <p:nvPr/>
        </p:nvSpPr>
        <p:spPr>
          <a:xfrm>
            <a:off x="5222761" y="2583269"/>
            <a:ext cx="26725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A04F2D-0279-4F82-9925-8037BA8764C1}"/>
              </a:ext>
            </a:extLst>
          </p:cNvPr>
          <p:cNvSpPr txBox="1"/>
          <p:nvPr/>
        </p:nvSpPr>
        <p:spPr>
          <a:xfrm>
            <a:off x="5222761" y="3569404"/>
            <a:ext cx="484940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 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DB0107-28A3-4D4F-B399-0B9DA540731B}"/>
              </a:ext>
            </a:extLst>
          </p:cNvPr>
          <p:cNvSpPr txBox="1"/>
          <p:nvPr/>
        </p:nvSpPr>
        <p:spPr>
          <a:xfrm>
            <a:off x="5222761" y="4555540"/>
            <a:ext cx="360547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400" dirty="0">
                <a:solidFill>
                  <a:srgbClr val="FF0000"/>
                </a:solidFill>
                <a:latin typeface="Consolas" panose="020B0609020204030204" pitchFamily="49" charset="0"/>
              </a:rPr>
              <a:t>   </a:t>
            </a:r>
            <a:r>
              <a:rPr lang="en-US" altLang="en-US" sz="4400" dirty="0">
                <a:latin typeface="Consolas" panose="020B0609020204030204" pitchFamily="49" charset="0"/>
              </a:rPr>
              <a:t>cat.html</a:t>
            </a:r>
          </a:p>
        </p:txBody>
      </p:sp>
    </p:spTree>
    <p:extLst>
      <p:ext uri="{BB962C8B-B14F-4D97-AF65-F5344CB8AC3E}">
        <p14:creationId xmlns:p14="http://schemas.microsoft.com/office/powerpoint/2010/main" val="27253933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  <p:sp>
        <p:nvSpPr>
          <p:cNvPr id="22" name="Callout: Bent Line with No Border 21">
            <a:extLst>
              <a:ext uri="{FF2B5EF4-FFF2-40B4-BE49-F238E27FC236}">
                <a16:creationId xmlns:a16="http://schemas.microsoft.com/office/drawing/2014/main" id="{07A86949-E86B-4892-ABF0-D85995D93C10}"/>
              </a:ext>
            </a:extLst>
          </p:cNvPr>
          <p:cNvSpPr/>
          <p:nvPr/>
        </p:nvSpPr>
        <p:spPr>
          <a:xfrm flipH="1">
            <a:off x="2327020" y="2125860"/>
            <a:ext cx="202365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87008"/>
              <a:gd name="adj6" fmla="val -456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Main folder</a:t>
            </a:r>
          </a:p>
        </p:txBody>
      </p:sp>
      <p:sp>
        <p:nvSpPr>
          <p:cNvPr id="23" name="Callout: Bent Line with No Border 22">
            <a:extLst>
              <a:ext uri="{FF2B5EF4-FFF2-40B4-BE49-F238E27FC236}">
                <a16:creationId xmlns:a16="http://schemas.microsoft.com/office/drawing/2014/main" id="{CE7B039D-1DE0-4F0F-AB4B-F123BE21C45D}"/>
              </a:ext>
            </a:extLst>
          </p:cNvPr>
          <p:cNvSpPr/>
          <p:nvPr/>
        </p:nvSpPr>
        <p:spPr>
          <a:xfrm>
            <a:off x="7336805" y="1383139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22801"/>
              <a:gd name="adj6" fmla="val -403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0" name="Callout: Bent Line with No Border 19">
            <a:extLst>
              <a:ext uri="{FF2B5EF4-FFF2-40B4-BE49-F238E27FC236}">
                <a16:creationId xmlns:a16="http://schemas.microsoft.com/office/drawing/2014/main" id="{5323F730-EAE1-4513-9DFE-71048460FC79}"/>
              </a:ext>
            </a:extLst>
          </p:cNvPr>
          <p:cNvSpPr/>
          <p:nvPr/>
        </p:nvSpPr>
        <p:spPr>
          <a:xfrm flipH="1">
            <a:off x="5953075" y="5150111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0F20EC71-B572-4E66-A717-9B649678FE95}"/>
              </a:ext>
            </a:extLst>
          </p:cNvPr>
          <p:cNvSpPr/>
          <p:nvPr/>
        </p:nvSpPr>
        <p:spPr>
          <a:xfrm>
            <a:off x="4456805" y="4848265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  <p:sp>
        <p:nvSpPr>
          <p:cNvPr id="28" name="Callout: Bent Line with No Border 27">
            <a:extLst>
              <a:ext uri="{FF2B5EF4-FFF2-40B4-BE49-F238E27FC236}">
                <a16:creationId xmlns:a16="http://schemas.microsoft.com/office/drawing/2014/main" id="{31003450-8BD8-422C-91D2-0F031E2EA827}"/>
              </a:ext>
            </a:extLst>
          </p:cNvPr>
          <p:cNvSpPr/>
          <p:nvPr/>
        </p:nvSpPr>
        <p:spPr>
          <a:xfrm flipH="1">
            <a:off x="235531" y="5138236"/>
            <a:ext cx="17947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5874"/>
              <a:gd name="adj6" fmla="val -301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Sub-folder</a:t>
            </a:r>
          </a:p>
        </p:txBody>
      </p:sp>
      <p:sp>
        <p:nvSpPr>
          <p:cNvPr id="29" name="Callout: Bent Line with No Border 28">
            <a:extLst>
              <a:ext uri="{FF2B5EF4-FFF2-40B4-BE49-F238E27FC236}">
                <a16:creationId xmlns:a16="http://schemas.microsoft.com/office/drawing/2014/main" id="{77BA2D2E-A6C4-486F-A467-956DEF954D93}"/>
              </a:ext>
            </a:extLst>
          </p:cNvPr>
          <p:cNvSpPr/>
          <p:nvPr/>
        </p:nvSpPr>
        <p:spPr>
          <a:xfrm>
            <a:off x="10051439" y="4965040"/>
            <a:ext cx="150043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848"/>
              <a:gd name="adj6" fmla="val -356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Files</a:t>
            </a:r>
          </a:p>
        </p:txBody>
      </p:sp>
    </p:spTree>
    <p:extLst>
      <p:ext uri="{BB962C8B-B14F-4D97-AF65-F5344CB8AC3E}">
        <p14:creationId xmlns:p14="http://schemas.microsoft.com/office/powerpoint/2010/main" val="1305800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0" grpId="0" animBg="1"/>
      <p:bldP spid="21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D0566-52C1-4875-BEEB-244F419BD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Directory Structure </a:t>
            </a:r>
          </a:p>
        </p:txBody>
      </p:sp>
      <p:grpSp>
        <p:nvGrpSpPr>
          <p:cNvPr id="27" name="sub">
            <a:extLst>
              <a:ext uri="{FF2B5EF4-FFF2-40B4-BE49-F238E27FC236}">
                <a16:creationId xmlns:a16="http://schemas.microsoft.com/office/drawing/2014/main" id="{048C293E-81FC-43B7-93A2-1DF987C686D3}"/>
              </a:ext>
            </a:extLst>
          </p:cNvPr>
          <p:cNvGrpSpPr/>
          <p:nvPr/>
        </p:nvGrpSpPr>
        <p:grpSpPr>
          <a:xfrm>
            <a:off x="2850240" y="3556146"/>
            <a:ext cx="5760000" cy="1260000"/>
            <a:chOff x="2850240" y="3556146"/>
            <a:chExt cx="5760000" cy="1260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511BD-BAE5-4103-B1ED-49F2FC53EF15}"/>
                </a:ext>
              </a:extLst>
            </p:cNvPr>
            <p:cNvCxnSpPr/>
            <p:nvPr/>
          </p:nvCxnSpPr>
          <p:spPr>
            <a:xfrm>
              <a:off x="285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867BFDF-844E-4761-A77E-9C6550BCD1FF}"/>
                </a:ext>
              </a:extLst>
            </p:cNvPr>
            <p:cNvCxnSpPr/>
            <p:nvPr/>
          </p:nvCxnSpPr>
          <p:spPr>
            <a:xfrm>
              <a:off x="8610240" y="3556146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700107F-56F0-4546-B9EA-913D5ADA5D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0240" y="3556146"/>
              <a:ext cx="57600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Root">
            <a:extLst>
              <a:ext uri="{FF2B5EF4-FFF2-40B4-BE49-F238E27FC236}">
                <a16:creationId xmlns:a16="http://schemas.microsoft.com/office/drawing/2014/main" id="{24EB4B2C-0D2E-42F1-A18B-64DBBA7DEBB3}"/>
              </a:ext>
            </a:extLst>
          </p:cNvPr>
          <p:cNvGrpSpPr/>
          <p:nvPr/>
        </p:nvGrpSpPr>
        <p:grpSpPr>
          <a:xfrm>
            <a:off x="5207020" y="2314028"/>
            <a:ext cx="2407069" cy="1260000"/>
            <a:chOff x="5207020" y="2314028"/>
            <a:chExt cx="2407069" cy="1260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3E407A8-DC4C-4297-A3D9-58DA4078A8A7}"/>
                </a:ext>
              </a:extLst>
            </p:cNvPr>
            <p:cNvCxnSpPr/>
            <p:nvPr/>
          </p:nvCxnSpPr>
          <p:spPr>
            <a:xfrm>
              <a:off x="5730240" y="2314028"/>
              <a:ext cx="0" cy="12600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16DDA1-AD1B-4B69-807D-C5333507DEF6}"/>
                </a:ext>
              </a:extLst>
            </p:cNvPr>
            <p:cNvSpPr txBox="1"/>
            <p:nvPr/>
          </p:nvSpPr>
          <p:spPr>
            <a:xfrm rot="16200000">
              <a:off x="5032934" y="2682418"/>
              <a:ext cx="8713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</a:rPr>
                <a:t>Root</a:t>
              </a:r>
              <a:endParaRPr lang="en-GB" sz="28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55E442-DAA0-496C-A97B-AEA8E9BE3402}"/>
                </a:ext>
              </a:extLst>
            </p:cNvPr>
            <p:cNvSpPr txBox="1"/>
            <p:nvPr/>
          </p:nvSpPr>
          <p:spPr>
            <a:xfrm>
              <a:off x="5730240" y="2529603"/>
              <a:ext cx="18838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index.html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style.css</a:t>
              </a:r>
            </a:p>
          </p:txBody>
        </p:sp>
      </p:grpSp>
      <p:grpSp>
        <p:nvGrpSpPr>
          <p:cNvPr id="25" name="pages">
            <a:extLst>
              <a:ext uri="{FF2B5EF4-FFF2-40B4-BE49-F238E27FC236}">
                <a16:creationId xmlns:a16="http://schemas.microsoft.com/office/drawing/2014/main" id="{2D4AA3C8-D048-4F44-A77B-E22176FEA2D0}"/>
              </a:ext>
            </a:extLst>
          </p:cNvPr>
          <p:cNvGrpSpPr/>
          <p:nvPr/>
        </p:nvGrpSpPr>
        <p:grpSpPr>
          <a:xfrm>
            <a:off x="2327021" y="3590550"/>
            <a:ext cx="2407067" cy="1200329"/>
            <a:chOff x="2327021" y="3590550"/>
            <a:chExt cx="2407067" cy="1200329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6B9CBBF-A2CD-4799-8D5D-68FEB90DCE1D}"/>
                </a:ext>
              </a:extLst>
            </p:cNvPr>
            <p:cNvSpPr txBox="1"/>
            <p:nvPr/>
          </p:nvSpPr>
          <p:spPr>
            <a:xfrm rot="16200000">
              <a:off x="2003374" y="3924535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pages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44DC60-397C-4A2A-B1A6-FB8C18628B6E}"/>
                </a:ext>
              </a:extLst>
            </p:cNvPr>
            <p:cNvSpPr txBox="1"/>
            <p:nvPr/>
          </p:nvSpPr>
          <p:spPr>
            <a:xfrm>
              <a:off x="2850239" y="3590550"/>
              <a:ext cx="188384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cats.html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dogs.html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sheep.html</a:t>
              </a:r>
            </a:p>
          </p:txBody>
        </p:sp>
      </p:grpSp>
      <p:grpSp>
        <p:nvGrpSpPr>
          <p:cNvPr id="26" name="media">
            <a:extLst>
              <a:ext uri="{FF2B5EF4-FFF2-40B4-BE49-F238E27FC236}">
                <a16:creationId xmlns:a16="http://schemas.microsoft.com/office/drawing/2014/main" id="{DCBF9B58-7877-4A73-B1E0-F31136312584}"/>
              </a:ext>
            </a:extLst>
          </p:cNvPr>
          <p:cNvGrpSpPr/>
          <p:nvPr/>
        </p:nvGrpSpPr>
        <p:grpSpPr>
          <a:xfrm>
            <a:off x="8087021" y="3624757"/>
            <a:ext cx="2067231" cy="1200329"/>
            <a:chOff x="8087021" y="3624757"/>
            <a:chExt cx="2067231" cy="1200329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4D631F-6467-4B69-BB4B-FBE62ED1F8AD}"/>
                </a:ext>
              </a:extLst>
            </p:cNvPr>
            <p:cNvSpPr txBox="1"/>
            <p:nvPr/>
          </p:nvSpPr>
          <p:spPr>
            <a:xfrm rot="16200000">
              <a:off x="7763374" y="3967799"/>
              <a:ext cx="117051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dirty="0">
                  <a:solidFill>
                    <a:srgbClr val="7030A0"/>
                  </a:solidFill>
                  <a:latin typeface="Consolas" panose="020B0609020204030204" pitchFamily="49" charset="0"/>
                </a:rPr>
                <a:t>media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1F4081-812A-4517-AEF3-08B8E5BE74D2}"/>
                </a:ext>
              </a:extLst>
            </p:cNvPr>
            <p:cNvSpPr txBox="1"/>
            <p:nvPr/>
          </p:nvSpPr>
          <p:spPr>
            <a:xfrm>
              <a:off x="8610240" y="3624757"/>
              <a:ext cx="154401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400" dirty="0">
                  <a:latin typeface="Consolas" panose="020B0609020204030204" pitchFamily="49" charset="0"/>
                </a:rPr>
                <a:t>lamb.jpg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lion.png</a:t>
              </a:r>
            </a:p>
            <a:p>
              <a:r>
                <a:rPr lang="en-GB" sz="2400" dirty="0">
                  <a:latin typeface="Consolas" panose="020B0609020204030204" pitchFamily="49" charset="0"/>
                </a:rPr>
                <a:t>wolf.gif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84304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Grouping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454089" y="5846544"/>
            <a:ext cx="7283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div</a:t>
            </a:r>
            <a:r>
              <a:rPr lang="en-GB" sz="3600" dirty="0">
                <a:solidFill>
                  <a:srgbClr val="7030A0"/>
                </a:solidFill>
              </a:rPr>
              <a:t> element is there for its children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2589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08D8C-B9B1-39ED-4D7E-C50DA1EC0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81A-E8C7-D51F-B8F2-69E13EC7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Grouping - </a:t>
            </a:r>
            <a:r>
              <a:rPr lang="en-GB" dirty="0">
                <a:latin typeface="Consolas" panose="020B0609020204030204" pitchFamily="49" charset="0"/>
              </a:rPr>
              <a:t>div</a:t>
            </a:r>
            <a:r>
              <a:rPr lang="en-GB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CD6D6-9A75-9590-22EF-A4DD7AEEB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&lt;h3&gt;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div groups elements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&lt;/h3&gt;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Useful for formatting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 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&lt;/div&gt;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&lt;/body&gt;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2DFD4E-BB8C-CF14-12DE-A98BA6909324}"/>
              </a:ext>
            </a:extLst>
          </p:cNvPr>
          <p:cNvSpPr txBox="1"/>
          <p:nvPr/>
        </p:nvSpPr>
        <p:spPr>
          <a:xfrm>
            <a:off x="2200815" y="5846544"/>
            <a:ext cx="61694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en-GB" sz="3600" dirty="0">
                <a:solidFill>
                  <a:srgbClr val="7030A0"/>
                </a:solidFill>
              </a:rPr>
              <a:t> element is there for its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4011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A998278-E3AA-3A99-CA7F-AD168F4F5BFB}"/>
              </a:ext>
            </a:extLst>
          </p:cNvPr>
          <p:cNvGrpSpPr/>
          <p:nvPr/>
        </p:nvGrpSpPr>
        <p:grpSpPr>
          <a:xfrm>
            <a:off x="5017912" y="1955921"/>
            <a:ext cx="2915187" cy="1869273"/>
            <a:chOff x="3844205" y="3232875"/>
            <a:chExt cx="2915187" cy="242375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319743-DC6D-213F-96A4-01D6AB5BBFFB}"/>
                </a:ext>
              </a:extLst>
            </p:cNvPr>
            <p:cNvSpPr txBox="1"/>
            <p:nvPr/>
          </p:nvSpPr>
          <p:spPr>
            <a:xfrm>
              <a:off x="4496307" y="4024643"/>
              <a:ext cx="2263085" cy="8402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Image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135B00E6-24C9-1207-FD38-92793CDBE4A9}"/>
                </a:ext>
              </a:extLst>
            </p:cNvPr>
            <p:cNvSpPr/>
            <p:nvPr/>
          </p:nvSpPr>
          <p:spPr>
            <a:xfrm>
              <a:off x="3844205" y="3232875"/>
              <a:ext cx="372533" cy="2423752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E069F22-6F4E-FF6F-9D7F-899EF3D5D275}"/>
              </a:ext>
            </a:extLst>
          </p:cNvPr>
          <p:cNvGrpSpPr/>
          <p:nvPr/>
        </p:nvGrpSpPr>
        <p:grpSpPr>
          <a:xfrm>
            <a:off x="5017911" y="4016610"/>
            <a:ext cx="2915187" cy="1123470"/>
            <a:chOff x="2703690" y="3574663"/>
            <a:chExt cx="2915187" cy="112347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8307088-856A-97FC-D947-9DC2C45EB0DD}"/>
                </a:ext>
              </a:extLst>
            </p:cNvPr>
            <p:cNvSpPr txBox="1"/>
            <p:nvPr/>
          </p:nvSpPr>
          <p:spPr>
            <a:xfrm>
              <a:off x="3355792" y="3813232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Linked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E3937D48-A418-3EB8-7452-416A063542E7}"/>
                </a:ext>
              </a:extLst>
            </p:cNvPr>
            <p:cNvSpPr/>
            <p:nvPr/>
          </p:nvSpPr>
          <p:spPr>
            <a:xfrm>
              <a:off x="2703690" y="3574663"/>
              <a:ext cx="372533" cy="1123470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93111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Images /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image/gif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image/jpeg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image/</a:t>
            </a:r>
            <a:r>
              <a:rPr lang="en-GB" sz="3600" dirty="0" err="1">
                <a:latin typeface="Consolas" panose="020B0609020204030204" pitchFamily="49" charset="0"/>
              </a:rPr>
              <a:t>png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css</a:t>
            </a:r>
            <a:endParaRPr lang="en-GB" sz="3600" dirty="0">
              <a:latin typeface="Consolas" panose="020B0609020204030204" pitchFamily="49" charset="0"/>
            </a:endParaRPr>
          </a:p>
          <a:p>
            <a:r>
              <a:rPr lang="en-GB" sz="3600" dirty="0">
                <a:latin typeface="Consolas" panose="020B0609020204030204" pitchFamily="49" charset="0"/>
              </a:rPr>
              <a:t>text/</a:t>
            </a:r>
            <a:r>
              <a:rPr lang="en-GB" sz="3600" dirty="0" err="1">
                <a:latin typeface="Consolas" panose="020B0609020204030204" pitchFamily="49" charset="0"/>
              </a:rPr>
              <a:t>javascript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274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0A8806-68AD-67C6-9653-97EBDCF65F26}"/>
              </a:ext>
            </a:extLst>
          </p:cNvPr>
          <p:cNvGrpSpPr/>
          <p:nvPr/>
        </p:nvGrpSpPr>
        <p:grpSpPr>
          <a:xfrm>
            <a:off x="5017911" y="3297112"/>
            <a:ext cx="2915189" cy="1122488"/>
            <a:chOff x="2703690" y="3610526"/>
            <a:chExt cx="2915189" cy="112248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7670DD1-E219-D4E5-0910-27ECDDD6B28B}"/>
                </a:ext>
              </a:extLst>
            </p:cNvPr>
            <p:cNvSpPr txBox="1"/>
            <p:nvPr/>
          </p:nvSpPr>
          <p:spPr>
            <a:xfrm>
              <a:off x="3355794" y="3848604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Video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EA6DF8BC-7946-211A-288F-C7392B4E09B1}"/>
                </a:ext>
              </a:extLst>
            </p:cNvPr>
            <p:cNvSpPr/>
            <p:nvPr/>
          </p:nvSpPr>
          <p:spPr>
            <a:xfrm>
              <a:off x="2703690" y="3610526"/>
              <a:ext cx="372533" cy="112248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86A23F7-4BEE-0591-A769-AEBE0320D394}"/>
              </a:ext>
            </a:extLst>
          </p:cNvPr>
          <p:cNvGrpSpPr/>
          <p:nvPr/>
        </p:nvGrpSpPr>
        <p:grpSpPr>
          <a:xfrm>
            <a:off x="5017911" y="2074432"/>
            <a:ext cx="2915189" cy="979918"/>
            <a:chOff x="2703690" y="3574663"/>
            <a:chExt cx="2915189" cy="97991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54C9916-B781-F6A5-7CEF-62A20D8AAD5B}"/>
                </a:ext>
              </a:extLst>
            </p:cNvPr>
            <p:cNvSpPr txBox="1"/>
            <p:nvPr/>
          </p:nvSpPr>
          <p:spPr>
            <a:xfrm>
              <a:off x="3355794" y="3741456"/>
              <a:ext cx="226308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600" dirty="0"/>
                <a:t>Audio files</a:t>
              </a:r>
              <a:endParaRPr lang="en-GB" sz="3600" dirty="0">
                <a:solidFill>
                  <a:srgbClr val="7030A0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A567E284-E050-5C51-086D-DA82FD542162}"/>
                </a:ext>
              </a:extLst>
            </p:cNvPr>
            <p:cNvSpPr/>
            <p:nvPr/>
          </p:nvSpPr>
          <p:spPr>
            <a:xfrm>
              <a:off x="2703690" y="3574663"/>
              <a:ext cx="372533" cy="979918"/>
            </a:xfrm>
            <a:prstGeom prst="rightBrac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530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5398-0280-7C80-05B6-3C9375628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MIME Types – Audio / Video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48061-4D6D-792D-3F0F-24AFB87A1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48713"/>
          </a:xfrm>
        </p:spPr>
        <p:txBody>
          <a:bodyPr>
            <a:normAutofit/>
          </a:bodyPr>
          <a:lstStyle/>
          <a:p>
            <a:r>
              <a:rPr lang="en-GB" sz="3600" dirty="0">
                <a:latin typeface="Consolas" panose="020B0609020204030204" pitchFamily="49" charset="0"/>
              </a:rPr>
              <a:t>audio/mpeg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audio/wav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video/mp4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video/mpeg</a:t>
            </a:r>
          </a:p>
          <a:p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31690510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29476D-D802-F1A4-B4C7-C80E5B9D04B2}"/>
              </a:ext>
            </a:extLst>
          </p:cNvPr>
          <p:cNvSpPr txBox="1"/>
          <p:nvPr/>
        </p:nvSpPr>
        <p:spPr>
          <a:xfrm>
            <a:off x="1049655" y="889843"/>
            <a:ext cx="100926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Block-Level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Block-level elements are used to </a:t>
            </a:r>
            <a:r>
              <a:rPr lang="en-GB" b="1" i="0" dirty="0">
                <a:effectLst/>
                <a:latin typeface="CiscoSansTT"/>
              </a:rPr>
              <a:t>create the main structure of a web page</a:t>
            </a:r>
            <a:r>
              <a:rPr lang="en-GB" b="0" i="0" dirty="0">
                <a:effectLst/>
                <a:latin typeface="CiscoSansTT"/>
              </a:rPr>
              <a:t>, such as headers, paragraphs, and lists. They start on a new line and take up the full width of the page, which means that any content placed inside a block-level element will create a new block of content, separate from the content before or after it.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block-level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&lt;h1&gt;</a:t>
            </a:r>
            <a:r>
              <a:rPr lang="en-GB" b="0" i="0" dirty="0">
                <a:effectLst/>
                <a:latin typeface="CiscoSansTT"/>
              </a:rPr>
              <a:t> through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&lt;h6&gt;</a:t>
            </a:r>
            <a:r>
              <a:rPr lang="en-GB" b="0" i="0" dirty="0">
                <a:effectLst/>
                <a:latin typeface="CiscoSansTT"/>
              </a:rPr>
              <a:t> for headings,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&lt;p&gt;</a:t>
            </a:r>
            <a:r>
              <a:rPr lang="en-GB" b="0" i="0" dirty="0">
                <a:effectLst/>
                <a:latin typeface="CiscoSansTT"/>
              </a:rPr>
              <a:t> for paragraphs,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ul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and 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ol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lists,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&lt;div&gt;</a:t>
            </a:r>
            <a:r>
              <a:rPr lang="en-GB" b="0" i="0" dirty="0">
                <a:effectLst/>
                <a:latin typeface="CiscoSansTT"/>
              </a:rPr>
              <a:t> for grouping content.</a:t>
            </a:r>
          </a:p>
          <a:p>
            <a:pPr algn="l">
              <a:buNone/>
            </a:pPr>
            <a:r>
              <a:rPr lang="en-GB" b="1" i="0" dirty="0">
                <a:effectLst/>
                <a:latin typeface="CiscoSansTT"/>
              </a:rPr>
              <a:t>Inline Elements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Inline elements, on the other hand, are used to </a:t>
            </a:r>
            <a:r>
              <a:rPr lang="en-GB" b="1" i="0" dirty="0">
                <a:effectLst/>
                <a:latin typeface="CiscoSansTT"/>
              </a:rPr>
              <a:t>style content within block-level elements</a:t>
            </a:r>
            <a:r>
              <a:rPr lang="en-GB" b="0" i="0" dirty="0">
                <a:effectLst/>
                <a:latin typeface="CiscoSansTT"/>
              </a:rPr>
              <a:t>, such as links and images. They don't start on a new line and only take up as much space as needed to display their content. This means that multiple inline elements can appear on the same line, separated by a space.</a:t>
            </a:r>
          </a:p>
          <a:p>
            <a:pPr algn="l">
              <a:buNone/>
            </a:pPr>
            <a:r>
              <a:rPr lang="en-GB" b="0" i="0" dirty="0">
                <a:effectLst/>
                <a:latin typeface="CiscoSansTT"/>
              </a:rPr>
              <a:t>Examples of inline elements include: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&lt;a&gt;</a:t>
            </a:r>
            <a:r>
              <a:rPr lang="en-GB" b="0" i="0" dirty="0">
                <a:effectLst/>
                <a:latin typeface="CiscoSansTT"/>
              </a:rPr>
              <a:t> for links,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</a:t>
            </a:r>
            <a:r>
              <a:rPr lang="en-GB" b="0" i="0" dirty="0" err="1">
                <a:effectLst/>
                <a:latin typeface="Courier New" panose="02070309020205020404" pitchFamily="49" charset="0"/>
              </a:rPr>
              <a:t>img</a:t>
            </a:r>
            <a:r>
              <a:rPr lang="en-GB" b="0" i="0" dirty="0">
                <a:effectLst/>
                <a:latin typeface="Courier New" panose="02070309020205020404" pitchFamily="49" charset="0"/>
              </a:rPr>
              <a:t>&gt;</a:t>
            </a:r>
            <a:r>
              <a:rPr lang="en-GB" b="0" i="0" dirty="0">
                <a:effectLst/>
                <a:latin typeface="CiscoSansTT"/>
              </a:rPr>
              <a:t> for images, and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Courier New" panose="02070309020205020404" pitchFamily="49" charset="0"/>
              </a:rPr>
              <a:t>&lt;span&gt;</a:t>
            </a:r>
            <a:r>
              <a:rPr lang="en-GB" b="0" i="0" dirty="0">
                <a:effectLst/>
                <a:latin typeface="CiscoSansTT"/>
              </a:rPr>
              <a:t> for styling content.</a:t>
            </a:r>
          </a:p>
        </p:txBody>
      </p:sp>
    </p:spTree>
    <p:extLst>
      <p:ext uri="{BB962C8B-B14F-4D97-AF65-F5344CB8AC3E}">
        <p14:creationId xmlns:p14="http://schemas.microsoft.com/office/powerpoint/2010/main" val="37448277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8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8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8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8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8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8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/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2062422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0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000"/>
                            </p:stCondLst>
                            <p:childTnLst>
                              <p:par>
                                <p:cTn id="8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10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000"/>
                            </p:stCondLst>
                            <p:childTnLst>
                              <p:par>
                                <p:cTn id="9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10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000"/>
                            </p:stCondLst>
                            <p:childTnLst>
                              <p:par>
                                <p:cTn id="9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10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  <p:bldP spid="11" grpId="0" uiExpand="1" build="p"/>
      <p:bldP spid="12" grpId="0" uiExpand="1" build="p"/>
      <p:bldP spid="13" grpId="0" uiExpand="1" build="p"/>
      <p:bldP spid="1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5BCE73-E68A-19FF-6E3B-A23855744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of Elements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494FA6-D132-D6B9-EFB1-9C926F906755}"/>
              </a:ext>
            </a:extLst>
          </p:cNvPr>
          <p:cNvSpPr txBox="1"/>
          <p:nvPr/>
        </p:nvSpPr>
        <p:spPr>
          <a:xfrm>
            <a:off x="831383" y="1994127"/>
            <a:ext cx="1926553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Document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html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B33B96-43D5-6687-5659-EC9C031A2E84}"/>
              </a:ext>
            </a:extLst>
          </p:cNvPr>
          <p:cNvSpPr txBox="1"/>
          <p:nvPr/>
        </p:nvSpPr>
        <p:spPr>
          <a:xfrm>
            <a:off x="3010989" y="1994127"/>
            <a:ext cx="1806970" cy="280076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Metadata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head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title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style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link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9A83C6-47FD-8FC3-1BB9-0D48E54E2A5D}"/>
              </a:ext>
            </a:extLst>
          </p:cNvPr>
          <p:cNvSpPr txBox="1"/>
          <p:nvPr/>
        </p:nvSpPr>
        <p:spPr>
          <a:xfrm>
            <a:off x="5071012" y="1994127"/>
            <a:ext cx="1576072" cy="181588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Sections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body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h1-h6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CB195-FD7D-2D11-B485-C7FDFB732121}"/>
              </a:ext>
            </a:extLst>
          </p:cNvPr>
          <p:cNvSpPr txBox="1"/>
          <p:nvPr/>
        </p:nvSpPr>
        <p:spPr>
          <a:xfrm>
            <a:off x="6900137" y="1994127"/>
            <a:ext cx="1734577" cy="329320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Grouping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p</a:t>
            </a:r>
          </a:p>
          <a:p>
            <a:r>
              <a:rPr lang="en-GB" sz="3200" dirty="0" err="1">
                <a:latin typeface="Consolas" panose="020B0609020204030204" pitchFamily="49" charset="0"/>
              </a:rPr>
              <a:t>ol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ul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li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div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540AC-8C29-448A-CB05-B93DCAFBC641}"/>
              </a:ext>
            </a:extLst>
          </p:cNvPr>
          <p:cNvSpPr txBox="1"/>
          <p:nvPr/>
        </p:nvSpPr>
        <p:spPr>
          <a:xfrm>
            <a:off x="8887767" y="1994127"/>
            <a:ext cx="862929" cy="132343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Text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0C830E-651B-0F50-9E33-983BB2553BF1}"/>
              </a:ext>
            </a:extLst>
          </p:cNvPr>
          <p:cNvSpPr txBox="1"/>
          <p:nvPr/>
        </p:nvSpPr>
        <p:spPr>
          <a:xfrm>
            <a:off x="10003750" y="1994127"/>
            <a:ext cx="1350050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BDD7EE"/>
                </a:solidFill>
              </a:rPr>
              <a:t>Embed</a:t>
            </a:r>
          </a:p>
          <a:p>
            <a:endParaRPr lang="en-GB" sz="1600" dirty="0">
              <a:latin typeface="Consolas" panose="020B0609020204030204" pitchFamily="49" charset="0"/>
            </a:endParaRPr>
          </a:p>
          <a:p>
            <a:r>
              <a:rPr lang="en-GB" sz="3200" dirty="0" err="1">
                <a:latin typeface="Consolas" panose="020B0609020204030204" pitchFamily="49" charset="0"/>
              </a:rPr>
              <a:t>img</a:t>
            </a:r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audio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3638893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r>
              <a:rPr lang="en-GB" dirty="0"/>
              <a:t>Describe, exemplify and implement internal and external Cascading Style Sheets (CSS):</a:t>
            </a:r>
          </a:p>
          <a:p>
            <a:pPr lvl="1"/>
            <a:r>
              <a:rPr lang="en-GB" sz="2800" dirty="0"/>
              <a:t>selectors, classes and IDs</a:t>
            </a:r>
          </a:p>
          <a:p>
            <a:pPr lvl="1"/>
            <a:r>
              <a:rPr lang="en-GB" sz="2800" dirty="0"/>
              <a:t>properties</a:t>
            </a:r>
          </a:p>
          <a:p>
            <a:pPr lvl="1"/>
            <a:r>
              <a:rPr lang="en-GB" sz="2800" dirty="0"/>
              <a:t>font (family, size)</a:t>
            </a:r>
          </a:p>
          <a:p>
            <a:pPr lvl="1"/>
            <a:r>
              <a:rPr lang="en-GB" sz="2800" dirty="0" err="1"/>
              <a:t>color</a:t>
            </a:r>
            <a:endParaRPr lang="en-GB" sz="2800" dirty="0"/>
          </a:p>
          <a:p>
            <a:pPr lvl="1"/>
            <a:r>
              <a:rPr lang="en-GB" sz="2800" dirty="0"/>
              <a:t>alignment</a:t>
            </a:r>
          </a:p>
          <a:p>
            <a:pPr lvl="1"/>
            <a:r>
              <a:rPr lang="en-GB" sz="2800" dirty="0"/>
              <a:t>background colour</a:t>
            </a:r>
          </a:p>
          <a:p>
            <a:r>
              <a:rPr lang="en-GB" dirty="0"/>
              <a:t>Read and explain code that makes use of the above CSS.</a:t>
            </a:r>
          </a:p>
        </p:txBody>
      </p:sp>
    </p:spTree>
    <p:extLst>
      <p:ext uri="{BB962C8B-B14F-4D97-AF65-F5344CB8AC3E}">
        <p14:creationId xmlns:p14="http://schemas.microsoft.com/office/powerpoint/2010/main" val="3436181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E004AEC-A620-D3A6-BB25-1E37B9C157D1}"/>
              </a:ext>
            </a:extLst>
          </p:cNvPr>
          <p:cNvSpPr/>
          <p:nvPr/>
        </p:nvSpPr>
        <p:spPr>
          <a:xfrm>
            <a:off x="5357243" y="3262026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CSS Rules go here</a:t>
            </a:r>
          </a:p>
        </p:txBody>
      </p:sp>
    </p:spTree>
    <p:extLst>
      <p:ext uri="{BB962C8B-B14F-4D97-AF65-F5344CB8AC3E}">
        <p14:creationId xmlns:p14="http://schemas.microsoft.com/office/powerpoint/2010/main" val="591086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– Style (Internal CSS)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style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&lt;/head&gt;</a:t>
            </a:r>
          </a:p>
        </p:txBody>
      </p:sp>
    </p:spTree>
    <p:extLst>
      <p:ext uri="{BB962C8B-B14F-4D97-AF65-F5344CB8AC3E}">
        <p14:creationId xmlns:p14="http://schemas.microsoft.com/office/powerpoint/2010/main" val="40488714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A CSS comment.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Can be multi-line.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  <a:endParaRPr lang="en-GB" sz="4000" dirty="0"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25353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&lt;head&gt;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&lt;style&gt;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  <a:endParaRPr lang="en-GB" sz="40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4000" dirty="0">
                <a:latin typeface="Consolas" panose="020B0609020204030204" pitchFamily="49" charset="0"/>
              </a:rPr>
              <a:t>    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&lt;/style&gt;</a:t>
            </a:r>
          </a:p>
        </p:txBody>
      </p:sp>
    </p:spTree>
    <p:extLst>
      <p:ext uri="{BB962C8B-B14F-4D97-AF65-F5344CB8AC3E}">
        <p14:creationId xmlns:p14="http://schemas.microsoft.com/office/powerpoint/2010/main" val="331348711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8A7E803-997A-41BB-B0A2-D305F06E3754}"/>
              </a:ext>
            </a:extLst>
          </p:cNvPr>
          <p:cNvSpPr/>
          <p:nvPr/>
        </p:nvSpPr>
        <p:spPr>
          <a:xfrm>
            <a:off x="459505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07A88E80-FC31-4AE6-D5FF-402648687FE7}"/>
              </a:ext>
            </a:extLst>
          </p:cNvPr>
          <p:cNvSpPr/>
          <p:nvPr/>
        </p:nvSpPr>
        <p:spPr>
          <a:xfrm>
            <a:off x="3045034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18951EE0-D0E2-88F9-7F53-EA7C86DFF954}"/>
              </a:ext>
            </a:extLst>
          </p:cNvPr>
          <p:cNvSpPr/>
          <p:nvPr/>
        </p:nvSpPr>
        <p:spPr>
          <a:xfrm flipH="1">
            <a:off x="9273476" y="3138652"/>
            <a:ext cx="2443389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2046"/>
              <a:gd name="adj6" fmla="val 13365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48FC46-7056-03A2-6086-918ABAE18CD2}"/>
              </a:ext>
            </a:extLst>
          </p:cNvPr>
          <p:cNvSpPr txBox="1"/>
          <p:nvPr/>
        </p:nvSpPr>
        <p:spPr>
          <a:xfrm>
            <a:off x="2000522" y="5767963"/>
            <a:ext cx="77480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>
                <a:solidFill>
                  <a:srgbClr val="7030A0"/>
                </a:solidFill>
              </a:rPr>
              <a:t> can be a tag name, id, or class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761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  <p:bldP spid="11" grpId="0" animBg="1"/>
      <p:bldP spid="4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Single Property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660066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7664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1687228" y="5530632"/>
            <a:ext cx="8817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One </a:t>
            </a:r>
            <a:r>
              <a:rPr lang="en-GB" sz="3600" dirty="0">
                <a:solidFill>
                  <a:srgbClr val="FF0000"/>
                </a:solidFill>
              </a:rPr>
              <a:t>selector</a:t>
            </a:r>
            <a:r>
              <a:rPr lang="en-GB" sz="3600" dirty="0"/>
              <a:t> – multiple </a:t>
            </a:r>
            <a:r>
              <a:rPr lang="en-GB" sz="3600" dirty="0">
                <a:solidFill>
                  <a:srgbClr val="0000FF"/>
                </a:solidFill>
              </a:rPr>
              <a:t>property</a:t>
            </a:r>
            <a:r>
              <a:rPr lang="en-GB" sz="3600" dirty="0"/>
              <a:t> &amp; </a:t>
            </a:r>
            <a:r>
              <a:rPr lang="en-GB" sz="3600" dirty="0">
                <a:solidFill>
                  <a:srgbClr val="7030A0"/>
                </a:solidFill>
              </a:rPr>
              <a:t>value</a:t>
            </a:r>
            <a:r>
              <a:rPr lang="en-GB" sz="3600" dirty="0"/>
              <a:t> pairs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301E01D-97C2-16FF-A6F7-D82227003255}"/>
              </a:ext>
            </a:extLst>
          </p:cNvPr>
          <p:cNvSpPr/>
          <p:nvPr/>
        </p:nvSpPr>
        <p:spPr>
          <a:xfrm>
            <a:off x="3451778" y="4573777"/>
            <a:ext cx="2443389" cy="64633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3355"/>
              <a:gd name="adj6" fmla="val 1188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7D9076A-B73D-2B71-1085-552ECC11E815}"/>
              </a:ext>
            </a:extLst>
          </p:cNvPr>
          <p:cNvSpPr/>
          <p:nvPr/>
        </p:nvSpPr>
        <p:spPr>
          <a:xfrm flipH="1">
            <a:off x="8879004" y="4580939"/>
            <a:ext cx="2443389" cy="67104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4091"/>
              <a:gd name="adj6" fmla="val 1194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Semi-colons</a:t>
            </a:r>
          </a:p>
        </p:txBody>
      </p:sp>
    </p:spTree>
    <p:extLst>
      <p:ext uri="{BB962C8B-B14F-4D97-AF65-F5344CB8AC3E}">
        <p14:creationId xmlns:p14="http://schemas.microsoft.com/office/powerpoint/2010/main" val="63543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7" grpId="0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Rule – Multiple Properties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selector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          </a:t>
            </a:r>
            <a:r>
              <a:rPr lang="en-GB" sz="4200" dirty="0">
                <a:solidFill>
                  <a:srgbClr val="0000FF"/>
                </a:solidFill>
                <a:latin typeface="Consolas" panose="020B0609020204030204" pitchFamily="49" charset="0"/>
              </a:rPr>
              <a:t>property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>
                <a:solidFill>
                  <a:srgbClr val="7030A0"/>
                </a:solidFill>
                <a:latin typeface="Consolas" panose="020B0609020204030204" pitchFamily="49" charset="0"/>
              </a:rPr>
              <a:t>value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89564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7"/>
            <a:ext cx="10775868" cy="2742354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"Bauhaus 93";)</a:t>
            </a:r>
          </a:p>
          <a:p>
            <a:pPr marL="0" indent="0">
              <a:spcBef>
                <a:spcPts val="90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9CB3A0-6E4B-3882-F612-9C18B4A7CC89}"/>
              </a:ext>
            </a:extLst>
          </p:cNvPr>
          <p:cNvSpPr txBox="1"/>
          <p:nvPr/>
        </p:nvSpPr>
        <p:spPr>
          <a:xfrm>
            <a:off x="2832233" y="5944914"/>
            <a:ext cx="6527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Fonts listed in order of preference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A81F7CA9-BCDF-26A2-7E5A-84F462F2907A}"/>
              </a:ext>
            </a:extLst>
          </p:cNvPr>
          <p:cNvSpPr/>
          <p:nvPr/>
        </p:nvSpPr>
        <p:spPr>
          <a:xfrm>
            <a:off x="6965771" y="1152019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6036"/>
              <a:gd name="adj6" fmla="val -248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Quotes due to space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4330E61-427A-4799-9C90-DCF7A84E8DCC}"/>
              </a:ext>
            </a:extLst>
          </p:cNvPr>
          <p:cNvSpPr/>
          <p:nvPr/>
        </p:nvSpPr>
        <p:spPr>
          <a:xfrm flipH="1">
            <a:off x="1848426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Selector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6172C08-0F69-45AE-9F9A-8D922A7CF9EF}"/>
              </a:ext>
            </a:extLst>
          </p:cNvPr>
          <p:cNvSpPr/>
          <p:nvPr/>
        </p:nvSpPr>
        <p:spPr>
          <a:xfrm flipH="1">
            <a:off x="4316529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Property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7A19168-B627-438B-9A46-B1A526833BFD}"/>
              </a:ext>
            </a:extLst>
          </p:cNvPr>
          <p:cNvSpPr/>
          <p:nvPr/>
        </p:nvSpPr>
        <p:spPr>
          <a:xfrm flipH="1">
            <a:off x="7177441" y="4881269"/>
            <a:ext cx="2443389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9465"/>
              <a:gd name="adj6" fmla="val 125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Value(s)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78D60DD7-CEC3-4D74-8332-113847F8689B}"/>
              </a:ext>
            </a:extLst>
          </p:cNvPr>
          <p:cNvSpPr/>
          <p:nvPr/>
        </p:nvSpPr>
        <p:spPr>
          <a:xfrm flipH="1">
            <a:off x="9718103" y="5139007"/>
            <a:ext cx="225222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2504"/>
              <a:gd name="adj6" fmla="val 1382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Web safe font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73021AA3-C7B5-493C-9D32-EE4A7C38B6ED}"/>
              </a:ext>
            </a:extLst>
          </p:cNvPr>
          <p:cNvSpPr/>
          <p:nvPr/>
        </p:nvSpPr>
        <p:spPr>
          <a:xfrm flipH="1">
            <a:off x="9620830" y="3236975"/>
            <a:ext cx="225222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2504"/>
              <a:gd name="adj6" fmla="val 1382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System font</a:t>
            </a:r>
          </a:p>
        </p:txBody>
      </p:sp>
    </p:spTree>
    <p:extLst>
      <p:ext uri="{BB962C8B-B14F-4D97-AF65-F5344CB8AC3E}">
        <p14:creationId xmlns:p14="http://schemas.microsoft.com/office/powerpoint/2010/main" val="1162249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build="p"/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Family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7"/>
            <a:ext cx="10775868" cy="2742354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h1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"Bauhaus 93";)</a:t>
            </a:r>
          </a:p>
          <a:p>
            <a:pPr marL="0" indent="0">
              <a:spcBef>
                <a:spcPts val="9000"/>
              </a:spcBef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font-family</a:t>
            </a:r>
            <a:r>
              <a:rPr lang="en-GB" sz="4200" dirty="0">
                <a:latin typeface="Consolas" panose="020B0609020204030204" pitchFamily="49" charset="0"/>
              </a:rPr>
              <a:t>: Arial, sans-serif;}</a:t>
            </a:r>
          </a:p>
        </p:txBody>
      </p:sp>
    </p:spTree>
    <p:extLst>
      <p:ext uri="{BB962C8B-B14F-4D97-AF65-F5344CB8AC3E}">
        <p14:creationId xmlns:p14="http://schemas.microsoft.com/office/powerpoint/2010/main" val="2275316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004026"/>
            <a:ext cx="10515600" cy="3139386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spcBef>
                <a:spcPts val="0"/>
              </a:spcBef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754012" y="3703116"/>
            <a:ext cx="2711263" cy="646331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22296"/>
              <a:gd name="adj6" fmla="val 1304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space: px, </a:t>
            </a:r>
            <a:r>
              <a:rPr lang="en-GB" sz="2800" b="1" dirty="0" err="1">
                <a:solidFill>
                  <a:srgbClr val="7030A0"/>
                </a:solidFill>
              </a:rPr>
              <a:t>pt</a:t>
            </a:r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83248B-1223-4E62-AADD-FFEB379DAE43}"/>
              </a:ext>
            </a:extLst>
          </p:cNvPr>
          <p:cNvSpPr/>
          <p:nvPr/>
        </p:nvSpPr>
        <p:spPr>
          <a:xfrm>
            <a:off x="506627" y="5143412"/>
            <a:ext cx="4580111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xx-small, x-small, small, large</a:t>
            </a:r>
          </a:p>
        </p:txBody>
      </p:sp>
    </p:spTree>
    <p:extLst>
      <p:ext uri="{BB962C8B-B14F-4D97-AF65-F5344CB8AC3E}">
        <p14:creationId xmlns:p14="http://schemas.microsoft.com/office/powerpoint/2010/main" val="277071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Font Size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0C57D7A-4DB3-44EB-994E-9E66F06F823A}"/>
              </a:ext>
            </a:extLst>
          </p:cNvPr>
          <p:cNvSpPr txBox="1">
            <a:spLocks/>
          </p:cNvSpPr>
          <p:nvPr/>
        </p:nvSpPr>
        <p:spPr>
          <a:xfrm>
            <a:off x="838200" y="2004026"/>
            <a:ext cx="10515600" cy="3139386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h2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{font-family: sans-serif;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   font-size</a:t>
            </a:r>
            <a:r>
              <a:rPr lang="en-GB" sz="4200" dirty="0">
                <a:latin typeface="Consolas" panose="020B0609020204030204" pitchFamily="49" charset="0"/>
              </a:rPr>
              <a:t>: 20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px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sz="4200" dirty="0">
                <a:latin typeface="Consolas" panose="020B0609020204030204" pitchFamily="49" charset="0"/>
              </a:rPr>
              <a:t>h3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{font-size: 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medium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  <a:endParaRPr lang="en-GB" sz="4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338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412032" y="3569561"/>
            <a:ext cx="4248538" cy="862642"/>
          </a:xfrm>
          <a:prstGeom prst="callout2">
            <a:avLst>
              <a:gd name="adj1" fmla="val 50130"/>
              <a:gd name="adj2" fmla="val 99866"/>
              <a:gd name="adj3" fmla="val 50690"/>
              <a:gd name="adj4" fmla="val 113305"/>
              <a:gd name="adj5" fmla="val -12922"/>
              <a:gd name="adj6" fmla="val 1201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left, </a:t>
            </a:r>
            <a:r>
              <a:rPr lang="en-GB" sz="2800" b="1" dirty="0" err="1">
                <a:solidFill>
                  <a:srgbClr val="7030A0"/>
                </a:solidFill>
              </a:rPr>
              <a:t>center</a:t>
            </a:r>
            <a:r>
              <a:rPr lang="en-GB" sz="2800" b="1" dirty="0">
                <a:solidFill>
                  <a:srgbClr val="7030A0"/>
                </a:solidFill>
              </a:rPr>
              <a:t>, right, justify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35" y="5920032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076303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h4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text-align</a:t>
            </a:r>
            <a:r>
              <a:rPr lang="en-GB" sz="4200" dirty="0">
                <a:latin typeface="Consolas" panose="020B0609020204030204" pitchFamily="49" charset="0"/>
              </a:rPr>
              <a:t>: </a:t>
            </a:r>
            <a:r>
              <a:rPr lang="en-GB" sz="4200" dirty="0" err="1">
                <a:latin typeface="Consolas" panose="020B0609020204030204" pitchFamily="49" charset="0"/>
              </a:rPr>
              <a:t>center</a:t>
            </a:r>
            <a:r>
              <a:rPr lang="en-GB" sz="4200" dirty="0">
                <a:latin typeface="Consolas" panose="020B0609020204030204" pitchFamily="49" charset="0"/>
              </a:rPr>
              <a:t>;}</a:t>
            </a:r>
          </a:p>
        </p:txBody>
      </p:sp>
    </p:spTree>
    <p:extLst>
      <p:ext uri="{BB962C8B-B14F-4D97-AF65-F5344CB8AC3E}">
        <p14:creationId xmlns:p14="http://schemas.microsoft.com/office/powerpoint/2010/main" val="11206179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 flipH="1">
            <a:off x="6096000" y="4125363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88188"/>
              <a:gd name="adj6" fmla="val 13394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HTML colour name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Can use Hex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1358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Colour (Text)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h5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green;}</a:t>
            </a:r>
          </a:p>
        </p:txBody>
      </p:sp>
    </p:spTree>
    <p:extLst>
      <p:ext uri="{BB962C8B-B14F-4D97-AF65-F5344CB8AC3E}">
        <p14:creationId xmlns:p14="http://schemas.microsoft.com/office/powerpoint/2010/main" val="3912881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2767914" y="3934932"/>
            <a:ext cx="4314357" cy="812595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6701"/>
              <a:gd name="adj6" fmla="val 1315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Hex value (</a:t>
            </a:r>
            <a:r>
              <a:rPr lang="en-GB" sz="2800" b="1" dirty="0" err="1">
                <a:solidFill>
                  <a:srgbClr val="7030A0"/>
                </a:solidFill>
              </a:rPr>
              <a:t>RGB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Can use HTML colour name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27929-CF2F-75E4-4D61-A5CD727F032B}"/>
              </a:ext>
            </a:extLst>
          </p:cNvPr>
          <p:cNvSpPr txBox="1"/>
          <p:nvPr/>
        </p:nvSpPr>
        <p:spPr>
          <a:xfrm>
            <a:off x="4267948" y="5944914"/>
            <a:ext cx="36561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American spelling!</a:t>
            </a:r>
          </a:p>
        </p:txBody>
      </p:sp>
    </p:spTree>
    <p:extLst>
      <p:ext uri="{BB962C8B-B14F-4D97-AF65-F5344CB8AC3E}">
        <p14:creationId xmlns:p14="http://schemas.microsoft.com/office/powerpoint/2010/main" val="271385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4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Background Colour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2597150"/>
            <a:ext cx="10515600" cy="812595"/>
          </a:xfrm>
        </p:spPr>
        <p:txBody>
          <a:bodyPr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h6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background-</a:t>
            </a:r>
            <a:r>
              <a:rPr lang="en-GB" sz="4200" dirty="0" err="1">
                <a:solidFill>
                  <a:srgbClr val="FF0000"/>
                </a:solidFill>
                <a:latin typeface="Consolas" panose="020B0609020204030204" pitchFamily="49" charset="0"/>
              </a:rPr>
              <a:t>color</a:t>
            </a:r>
            <a:r>
              <a:rPr lang="en-GB" sz="4200" dirty="0">
                <a:latin typeface="Consolas" panose="020B0609020204030204" pitchFamily="49" charset="0"/>
              </a:rPr>
              <a:t>: #FFF8DC;}</a:t>
            </a:r>
          </a:p>
        </p:txBody>
      </p:sp>
    </p:spTree>
    <p:extLst>
      <p:ext uri="{BB962C8B-B14F-4D97-AF65-F5344CB8AC3E}">
        <p14:creationId xmlns:p14="http://schemas.microsoft.com/office/powerpoint/2010/main" val="10264300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6F0BC1-93C4-76E6-513C-BB541397C46A}"/>
              </a:ext>
            </a:extLst>
          </p:cNvPr>
          <p:cNvSpPr/>
          <p:nvPr/>
        </p:nvSpPr>
        <p:spPr>
          <a:xfrm>
            <a:off x="1989438" y="3884886"/>
            <a:ext cx="1988970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58107"/>
              <a:gd name="adj6" fmla="val 11913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2462BE3-F95F-4847-976C-9543E70B14C3}"/>
              </a:ext>
            </a:extLst>
          </p:cNvPr>
          <p:cNvSpPr/>
          <p:nvPr/>
        </p:nvSpPr>
        <p:spPr>
          <a:xfrm flipH="1">
            <a:off x="6911546" y="379173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46648"/>
              <a:gd name="adj6" fmla="val 1187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 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54777-6DAA-44BC-A8E0-EAC0EB9CECA0}"/>
              </a:ext>
            </a:extLst>
          </p:cNvPr>
          <p:cNvSpPr txBox="1"/>
          <p:nvPr/>
        </p:nvSpPr>
        <p:spPr>
          <a:xfrm>
            <a:off x="2813338" y="5222669"/>
            <a:ext cx="65653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% – size relative to space available</a:t>
            </a:r>
          </a:p>
          <a:p>
            <a:r>
              <a:rPr lang="en-GB" sz="3600" dirty="0">
                <a:solidFill>
                  <a:srgbClr val="7030A0"/>
                </a:solidFill>
              </a:rPr>
              <a:t>px – absolute size</a:t>
            </a:r>
          </a:p>
        </p:txBody>
      </p:sp>
    </p:spTree>
    <p:extLst>
      <p:ext uri="{BB962C8B-B14F-4D97-AF65-F5344CB8AC3E}">
        <p14:creationId xmlns:p14="http://schemas.microsoft.com/office/powerpoint/2010/main" val="280479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CSS – Width and Height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718486" y="2597150"/>
            <a:ext cx="8635314" cy="812595"/>
          </a:xfr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4200" dirty="0">
                <a:latin typeface="Consolas" panose="020B0609020204030204" pitchFamily="49" charset="0"/>
              </a:rPr>
              <a:t>p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 </a:t>
            </a:r>
            <a:r>
              <a:rPr lang="en-GB" sz="4200" dirty="0">
                <a:latin typeface="Consolas" panose="020B0609020204030204" pitchFamily="49" charset="0"/>
              </a:rPr>
              <a:t>{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GB" sz="4200" dirty="0">
                <a:latin typeface="Consolas" panose="020B0609020204030204" pitchFamily="49" charset="0"/>
              </a:rPr>
              <a:t>: 50%;}</a:t>
            </a:r>
          </a:p>
        </p:txBody>
      </p:sp>
    </p:spTree>
    <p:extLst>
      <p:ext uri="{BB962C8B-B14F-4D97-AF65-F5344CB8AC3E}">
        <p14:creationId xmlns:p14="http://schemas.microsoft.com/office/powerpoint/2010/main" val="346188509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Describe, exemplify and implement CSS using:</a:t>
            </a:r>
          </a:p>
          <a:p>
            <a:pPr lvl="1"/>
            <a:r>
              <a:rPr lang="en-GB" sz="3600" dirty="0"/>
              <a:t>IDs</a:t>
            </a:r>
          </a:p>
          <a:p>
            <a:pPr lvl="1"/>
            <a:r>
              <a:rPr lang="en-GB" sz="3600" dirty="0"/>
              <a:t>Classes</a:t>
            </a:r>
          </a:p>
          <a:p>
            <a:r>
              <a:rPr lang="en-GB" sz="3600" dirty="0"/>
              <a:t>Read and explain code that makes use of the above CSS.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076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 </a:t>
            </a:r>
            <a:r>
              <a:rPr lang="en-GB" sz="3600" dirty="0">
                <a:latin typeface="Consolas" panose="020B0609020204030204" pitchFamily="49" charset="0"/>
              </a:rPr>
              <a:t>class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more than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B6DD050-1C75-4D21-B592-10CBA4384D84}"/>
              </a:ext>
            </a:extLst>
          </p:cNvPr>
          <p:cNvSpPr/>
          <p:nvPr/>
        </p:nvSpPr>
        <p:spPr>
          <a:xfrm>
            <a:off x="3308165" y="1027906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86225"/>
              <a:gd name="adj6" fmla="val -311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Attribute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B930CECD-BB3F-4B96-AF7D-ED8BB0B8FB4E}"/>
              </a:ext>
            </a:extLst>
          </p:cNvPr>
          <p:cNvSpPr/>
          <p:nvPr/>
        </p:nvSpPr>
        <p:spPr>
          <a:xfrm>
            <a:off x="4573211" y="1472380"/>
            <a:ext cx="3539000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7519"/>
              <a:gd name="adj5" fmla="val 121766"/>
              <a:gd name="adj6" fmla="val -283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C60E4BB0-19B9-4CDE-AB5C-43F0B73F6B1B}"/>
              </a:ext>
            </a:extLst>
          </p:cNvPr>
          <p:cNvSpPr/>
          <p:nvPr/>
        </p:nvSpPr>
        <p:spPr>
          <a:xfrm flipH="1">
            <a:off x="7404204" y="5385620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12453"/>
              <a:gd name="adj6" fmla="val 1301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Dot - Class name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5875090-A387-4580-B69F-35EFDE4E48EB}"/>
              </a:ext>
            </a:extLst>
          </p:cNvPr>
          <p:cNvSpPr/>
          <p:nvPr/>
        </p:nvSpPr>
        <p:spPr>
          <a:xfrm>
            <a:off x="186948" y="5263011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73582D96-E5E4-4E68-81C6-4DD002666F40}"/>
              </a:ext>
            </a:extLst>
          </p:cNvPr>
          <p:cNvSpPr/>
          <p:nvPr/>
        </p:nvSpPr>
        <p:spPr>
          <a:xfrm>
            <a:off x="186948" y="2570429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832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"info"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Class */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.info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58351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A71D5D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F4973-1880-4001-941D-3816D0C8D668}"/>
              </a:ext>
            </a:extLst>
          </p:cNvPr>
          <p:cNvSpPr txBox="1"/>
          <p:nvPr/>
        </p:nvSpPr>
        <p:spPr>
          <a:xfrm>
            <a:off x="6096000" y="365125"/>
            <a:ext cx="5157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 </a:t>
            </a:r>
            <a:r>
              <a:rPr lang="en-GB" sz="3600" dirty="0">
                <a:latin typeface="Consolas" panose="020B0609020204030204" pitchFamily="49" charset="0"/>
              </a:rPr>
              <a:t>ID</a:t>
            </a:r>
            <a:r>
              <a:rPr lang="en-GB" sz="3600" dirty="0"/>
              <a:t> can be used </a:t>
            </a:r>
            <a:r>
              <a:rPr lang="en-GB" sz="3600" i="1" dirty="0">
                <a:solidFill>
                  <a:srgbClr val="FF0000"/>
                </a:solidFill>
              </a:rPr>
              <a:t>only once</a:t>
            </a:r>
            <a:r>
              <a:rPr lang="en-GB" sz="3600" dirty="0"/>
              <a:t> on a page.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9099339E-EBA5-47EC-8872-56D0B015D8F4}"/>
              </a:ext>
            </a:extLst>
          </p:cNvPr>
          <p:cNvSpPr/>
          <p:nvPr/>
        </p:nvSpPr>
        <p:spPr>
          <a:xfrm flipH="1">
            <a:off x="7428917" y="5658752"/>
            <a:ext cx="3172504" cy="862642"/>
          </a:xfrm>
          <a:prstGeom prst="callout2">
            <a:avLst>
              <a:gd name="adj1" fmla="val 50130"/>
              <a:gd name="adj2" fmla="val 99866"/>
              <a:gd name="adj3" fmla="val 49969"/>
              <a:gd name="adj4" fmla="val 119015"/>
              <a:gd name="adj5" fmla="val -6723"/>
              <a:gd name="adj6" fmla="val 131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- ID name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AF0E16B-36B1-4FCD-8F1E-2EED2F7CABE0}"/>
              </a:ext>
            </a:extLst>
          </p:cNvPr>
          <p:cNvSpPr/>
          <p:nvPr/>
        </p:nvSpPr>
        <p:spPr>
          <a:xfrm>
            <a:off x="212476" y="3886835"/>
            <a:ext cx="540000" cy="360000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24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 build="p"/>
      <p:bldP spid="11" grpId="0" animBg="1"/>
      <p:bldP spid="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F94F-2736-4110-9A3C-0FE48826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7071BB-A7AC-4E89-8434-BFA476BA3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>
            <a:normAutofit/>
          </a:bodyPr>
          <a:lstStyle/>
          <a:p>
            <a:r>
              <a:rPr lang="en-GB" sz="3200" dirty="0"/>
              <a:t>HTML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62E45-FBA8-4F0C-9D8E-A4A4CFD14F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&lt;h2&gt;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&lt;/h2&gt;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"main"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&lt;p&gt;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Some text to show on the screen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C336-C4B3-4207-854E-7EDD67E7B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CSS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EED167-685E-4FFD-8142-9EC45A19F23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Tags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h2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blue;}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green;}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969896"/>
                </a:solidFill>
                <a:latin typeface="Consolas" panose="020B0609020204030204" pitchFamily="49" charset="0"/>
              </a:rPr>
              <a:t>/* IDs */</a:t>
            </a:r>
            <a:b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#main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color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 red;}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4660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US" altLang="en-US" sz="4000" dirty="0">
                <a:solidFill>
                  <a:srgbClr val="FF0000"/>
                </a:solidFill>
                <a:latin typeface="Consolas" panose="020B0609020204030204" pitchFamily="49" charset="0"/>
              </a:rPr>
              <a:t>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1353323" y="4344312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39943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CSS rules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3407069" y="5846544"/>
            <a:ext cx="53778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Only start tag: </a:t>
            </a:r>
            <a:r>
              <a:rPr lang="en-GB" sz="3600" i="1" dirty="0">
                <a:solidFill>
                  <a:srgbClr val="7030A0"/>
                </a:solidFill>
              </a:rPr>
              <a:t>Void element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26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(External CSS)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643225" y="2705725"/>
            <a:ext cx="109055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"stylesheet"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"text/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css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"style.css"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915458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6350898-15ED-A11E-DF61-DC5E583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739C6D-D61A-9CCC-20BB-57F36ECC5BF8}"/>
              </a:ext>
            </a:extLst>
          </p:cNvPr>
          <p:cNvSpPr txBox="1"/>
          <p:nvPr/>
        </p:nvSpPr>
        <p:spPr>
          <a:xfrm>
            <a:off x="1009650" y="2136338"/>
            <a:ext cx="101726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Inline styling can be handy for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quickly adding temporary or unique styles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to specific elements. However, it is </a:t>
            </a:r>
            <a:r>
              <a:rPr lang="en-GB" b="1" i="0" dirty="0">
                <a:solidFill>
                  <a:srgbClr val="000000"/>
                </a:solidFill>
                <a:effectLst/>
                <a:latin typeface="CiscoSansTT"/>
              </a:rPr>
              <a:t>generally not recommended</a:t>
            </a:r>
            <a:r>
              <a:rPr lang="en-GB" b="0" i="0" dirty="0">
                <a:solidFill>
                  <a:srgbClr val="000000"/>
                </a:solidFill>
                <a:effectLst/>
                <a:latin typeface="CiscoSansTT"/>
              </a:rPr>
              <a:t> for large-scale styling, as it mixes presentation with content, making it harder to maintain and update styles across multiple elements or pages.</a:t>
            </a:r>
          </a:p>
          <a:p>
            <a:endParaRPr lang="en-GB" dirty="0">
              <a:solidFill>
                <a:srgbClr val="000000"/>
              </a:solidFill>
              <a:latin typeface="CiscoSansTT"/>
            </a:endParaRPr>
          </a:p>
          <a:p>
            <a:r>
              <a:rPr lang="en-GB" dirty="0"/>
              <a:t>&lt;element style="property: value;"&gt;</a:t>
            </a:r>
          </a:p>
          <a:p>
            <a:endParaRPr lang="en-GB" dirty="0"/>
          </a:p>
          <a:p>
            <a:r>
              <a:rPr lang="en-GB" dirty="0"/>
              <a:t>&lt;p style="background-</a:t>
            </a:r>
            <a:r>
              <a:rPr lang="en-GB" dirty="0" err="1"/>
              <a:t>color</a:t>
            </a:r>
            <a:r>
              <a:rPr lang="en-GB" dirty="0"/>
              <a:t>: blue; </a:t>
            </a:r>
            <a:r>
              <a:rPr lang="en-GB" dirty="0" err="1"/>
              <a:t>color</a:t>
            </a:r>
            <a:r>
              <a:rPr lang="en-GB" dirty="0"/>
              <a:t>: white; font-weight: bold;"&gt;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06555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Head - Link (Favicon)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784289" y="2767280"/>
            <a:ext cx="1062342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&lt;link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rel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"icon"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href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"favicon.png"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sizes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"16x16"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type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"image/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png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3626965" y="1813039"/>
            <a:ext cx="3054294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image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D91ABD-5314-4889-B7E6-46E7DE51CBB2}"/>
              </a:ext>
            </a:extLst>
          </p:cNvPr>
          <p:cNvSpPr txBox="1"/>
          <p:nvPr/>
        </p:nvSpPr>
        <p:spPr>
          <a:xfrm>
            <a:off x="4834802" y="5846544"/>
            <a:ext cx="25224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For info only</a:t>
            </a:r>
            <a:endParaRPr lang="en-GB" sz="3600" i="1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13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6" grpId="0" animBg="1"/>
      <p:bldP spid="7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Describe and identify JavaScript coding related to mouse events: </a:t>
            </a:r>
          </a:p>
          <a:p>
            <a:pPr lvl="1"/>
            <a:r>
              <a:rPr lang="en-GB" sz="3600" dirty="0" err="1"/>
              <a:t>onmouseover</a:t>
            </a:r>
            <a:r>
              <a:rPr lang="en-GB" sz="3600" dirty="0"/>
              <a:t> </a:t>
            </a:r>
          </a:p>
          <a:p>
            <a:pPr lvl="1"/>
            <a:r>
              <a:rPr lang="en-GB" sz="3600" dirty="0" err="1"/>
              <a:t>onmouseout</a:t>
            </a: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1250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695196" y="5846544"/>
            <a:ext cx="10801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6096000" y="2631651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JS Code goes here</a:t>
            </a:r>
          </a:p>
        </p:txBody>
      </p:sp>
    </p:spTree>
    <p:extLst>
      <p:ext uri="{BB962C8B-B14F-4D97-AF65-F5344CB8AC3E}">
        <p14:creationId xmlns:p14="http://schemas.microsoft.com/office/powerpoint/2010/main" val="3040414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– Script (Internal JavaScript)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200" dirty="0">
                <a:latin typeface="Consolas" panose="020B0609020204030204" pitchFamily="49" charset="0"/>
              </a:rPr>
              <a:t>  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  <a:p>
            <a:pPr marL="0" indent="0"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3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  &lt;/</a:t>
            </a:r>
            <a:r>
              <a:rPr lang="en-GB" sz="4200" dirty="0">
                <a:solidFill>
                  <a:srgbClr val="FF0000"/>
                </a:solidFill>
                <a:latin typeface="Consolas" panose="020B0609020204030204" pitchFamily="49" charset="0"/>
              </a:rPr>
              <a:t>script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 &lt;/body&gt;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315287" y="5846544"/>
            <a:ext cx="11561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</a:p>
        </p:txBody>
      </p:sp>
    </p:spTree>
    <p:extLst>
      <p:ext uri="{BB962C8B-B14F-4D97-AF65-F5344CB8AC3E}">
        <p14:creationId xmlns:p14="http://schemas.microsoft.com/office/powerpoint/2010/main" val="57457822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1679318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Comments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1</a:t>
            </a:r>
            <a:r>
              <a:rPr lang="en-GB" sz="4000" dirty="0">
                <a:latin typeface="Consolas" panose="020B0609020204030204" pitchFamily="49" charset="0"/>
              </a:rPr>
              <a:t>   </a:t>
            </a:r>
            <a:r>
              <a:rPr lang="en-GB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&lt;script&gt;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2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//</a:t>
            </a:r>
            <a:r>
              <a:rPr lang="en-GB" sz="4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Single 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3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/*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4        </a:t>
            </a:r>
            <a:r>
              <a:rPr lang="en-GB" sz="4000" dirty="0">
                <a:solidFill>
                  <a:srgbClr val="0000FF"/>
                </a:solidFill>
                <a:latin typeface="Consolas" panose="020B0609020204030204" pitchFamily="49" charset="0"/>
              </a:rPr>
              <a:t>Multiline comment</a:t>
            </a:r>
          </a:p>
          <a:p>
            <a:pPr marL="0" indent="0">
              <a:buNone/>
            </a:pPr>
            <a:r>
              <a:rPr lang="en-GB" sz="4000" dirty="0">
                <a:solidFill>
                  <a:srgbClr val="B5BABF"/>
                </a:solidFill>
                <a:latin typeface="Consolas" panose="020B0609020204030204" pitchFamily="49" charset="0"/>
              </a:rPr>
              <a:t>5     </a:t>
            </a:r>
            <a:r>
              <a:rPr lang="en-GB" sz="4000" dirty="0">
                <a:solidFill>
                  <a:srgbClr val="FF0000"/>
                </a:solidFill>
                <a:latin typeface="Consolas" panose="020B0609020204030204" pitchFamily="49" charset="0"/>
              </a:rPr>
              <a:t>*/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4687259" y="3315514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Start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16C0CA64-60AB-42EE-B3B3-C7A61FAF8EBD}"/>
              </a:ext>
            </a:extLst>
          </p:cNvPr>
          <p:cNvSpPr/>
          <p:nvPr/>
        </p:nvSpPr>
        <p:spPr>
          <a:xfrm>
            <a:off x="4687259" y="4768325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49050"/>
              <a:gd name="adj6" fmla="val -3006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9585393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973BE903-2B4C-5BCA-8CFF-AD26E80D1A76}"/>
              </a:ext>
            </a:extLst>
          </p:cNvPr>
          <p:cNvSpPr/>
          <p:nvPr/>
        </p:nvSpPr>
        <p:spPr>
          <a:xfrm>
            <a:off x="6781435" y="2024967"/>
            <a:ext cx="4067796" cy="862642"/>
          </a:xfrm>
          <a:prstGeom prst="callout2">
            <a:avLst>
              <a:gd name="adj1" fmla="val 49217"/>
              <a:gd name="adj2" fmla="val -30"/>
              <a:gd name="adj3" fmla="val 49464"/>
              <a:gd name="adj4" fmla="val -6709"/>
              <a:gd name="adj5" fmla="val 112093"/>
              <a:gd name="adj6" fmla="val -667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Run when event triggered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  <p:sp>
        <p:nvSpPr>
          <p:cNvPr id="24" name="Callout: Bent Line with No Border 23">
            <a:extLst>
              <a:ext uri="{FF2B5EF4-FFF2-40B4-BE49-F238E27FC236}">
                <a16:creationId xmlns:a16="http://schemas.microsoft.com/office/drawing/2014/main" id="{535B09F3-DD14-0BE1-83EE-674A2D878E89}"/>
              </a:ext>
            </a:extLst>
          </p:cNvPr>
          <p:cNvSpPr/>
          <p:nvPr/>
        </p:nvSpPr>
        <p:spPr>
          <a:xfrm flipH="1">
            <a:off x="1030577" y="3831956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27980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5ADFE-C399-4090-C356-DD81EB05E487}"/>
              </a:ext>
            </a:extLst>
          </p:cNvPr>
          <p:cNvSpPr txBox="1"/>
          <p:nvPr/>
        </p:nvSpPr>
        <p:spPr>
          <a:xfrm>
            <a:off x="1962690" y="5292546"/>
            <a:ext cx="826662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Event handlers are specified in the start tag</a:t>
            </a: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Multiple event handlers allowed</a:t>
            </a:r>
          </a:p>
        </p:txBody>
      </p:sp>
    </p:spTree>
    <p:extLst>
      <p:ext uri="{BB962C8B-B14F-4D97-AF65-F5344CB8AC3E}">
        <p14:creationId xmlns:p14="http://schemas.microsoft.com/office/powerpoint/2010/main" val="2063487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build="p"/>
      <p:bldP spid="24" grpId="0" animBg="1"/>
      <p:bldP spid="25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Elements with Events -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1960894" y="2887609"/>
            <a:ext cx="827021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>
                <a:latin typeface="Consolas" panose="020B0609020204030204" pitchFamily="49" charset="0"/>
              </a:rPr>
              <a:t>&lt;tag </a:t>
            </a:r>
            <a:r>
              <a:rPr lang="en-GB" sz="4400" dirty="0" err="1">
                <a:solidFill>
                  <a:srgbClr val="FF0000"/>
                </a:solidFill>
                <a:latin typeface="Consolas" panose="020B0609020204030204" pitchFamily="49" charset="0"/>
              </a:rPr>
              <a:t>onEvent</a:t>
            </a:r>
            <a:r>
              <a:rPr lang="en-GB" sz="4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GB" sz="4400" dirty="0"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JavaScript</a:t>
            </a:r>
            <a:r>
              <a:rPr lang="en-GB" sz="4400" dirty="0">
                <a:latin typeface="Consolas" panose="020B0609020204030204" pitchFamily="49" charset="0"/>
              </a:rPr>
              <a:t>"&gt;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37063188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3442207" y="1624492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 flipH="1">
            <a:off x="6240160" y="4134705"/>
            <a:ext cx="2474317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74670"/>
              <a:gd name="adj6" fmla="val -12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</p:spTree>
    <p:extLst>
      <p:ext uri="{BB962C8B-B14F-4D97-AF65-F5344CB8AC3E}">
        <p14:creationId xmlns:p14="http://schemas.microsoft.com/office/powerpoint/2010/main" val="2200346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099" y="2563091"/>
            <a:ext cx="11353802" cy="3613872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&lt;p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id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"news"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onmouseover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"red()"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  By Element ID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6967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018256" y="1211150"/>
            <a:ext cx="2817481" cy="862642"/>
          </a:xfrm>
          <a:prstGeom prst="callout2">
            <a:avLst>
              <a:gd name="adj1" fmla="val 49953"/>
              <a:gd name="adj2" fmla="val -312"/>
              <a:gd name="adj3" fmla="val 49740"/>
              <a:gd name="adj4" fmla="val -12980"/>
              <a:gd name="adj5" fmla="val 80598"/>
              <a:gd name="adj6" fmla="val -33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Curly brackets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5EE51122-47E4-494D-30CD-CEFF13FC63C6}"/>
              </a:ext>
            </a:extLst>
          </p:cNvPr>
          <p:cNvSpPr/>
          <p:nvPr/>
        </p:nvSpPr>
        <p:spPr>
          <a:xfrm>
            <a:off x="9496666" y="3543192"/>
            <a:ext cx="65322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40581"/>
              <a:gd name="adj5" fmla="val -34787"/>
              <a:gd name="adj6" fmla="val -411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ID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B6FACACF-8A3A-2BAC-3730-9144E2326A61}"/>
              </a:ext>
            </a:extLst>
          </p:cNvPr>
          <p:cNvSpPr/>
          <p:nvPr/>
        </p:nvSpPr>
        <p:spPr>
          <a:xfrm>
            <a:off x="8982929" y="4245193"/>
            <a:ext cx="1877864" cy="862642"/>
          </a:xfrm>
          <a:prstGeom prst="callout2">
            <a:avLst>
              <a:gd name="adj1" fmla="val 49953"/>
              <a:gd name="adj2" fmla="val -312"/>
              <a:gd name="adj3" fmla="val 50200"/>
              <a:gd name="adj4" fmla="val -20461"/>
              <a:gd name="adj5" fmla="val -38099"/>
              <a:gd name="adj6" fmla="val -198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Semi-colon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536E2715-41EB-D0C4-559B-C1C823ED39BA}"/>
              </a:ext>
            </a:extLst>
          </p:cNvPr>
          <p:cNvSpPr/>
          <p:nvPr/>
        </p:nvSpPr>
        <p:spPr>
          <a:xfrm flipH="1">
            <a:off x="4858997" y="4272290"/>
            <a:ext cx="2042393" cy="862642"/>
          </a:xfrm>
          <a:prstGeom prst="callout2">
            <a:avLst>
              <a:gd name="adj1" fmla="val 49953"/>
              <a:gd name="adj2" fmla="val -312"/>
              <a:gd name="adj3" fmla="val 50108"/>
              <a:gd name="adj4" fmla="val -15549"/>
              <a:gd name="adj5" fmla="val -42516"/>
              <a:gd name="adj6" fmla="val -1520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Single quote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F07DAF-F3C1-45BB-9FC5-DE71962A8A1C}"/>
              </a:ext>
            </a:extLst>
          </p:cNvPr>
          <p:cNvSpPr txBox="1"/>
          <p:nvPr/>
        </p:nvSpPr>
        <p:spPr>
          <a:xfrm>
            <a:off x="2419432" y="5846544"/>
            <a:ext cx="7353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used – Only works on one element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402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1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</a:t>
            </a:r>
            <a:r>
              <a:rPr lang="en-GB" dirty="0" err="1"/>
              <a:t>getElementById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function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red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document.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getElementById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'news'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      .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style.color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'red'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b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</a:t>
            </a:r>
            <a:endParaRPr lang="en-GB" sz="3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20707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067" y="3043506"/>
            <a:ext cx="10801865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  <a:r>
              <a:rPr lang="en-GB" sz="4200" dirty="0">
                <a:latin typeface="Consolas" panose="020B0609020204030204" pitchFamily="49" charset="0"/>
              </a:rPr>
              <a:t>Text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AEB255-B695-D4B5-9FA6-F301F036190F}"/>
              </a:ext>
            </a:extLst>
          </p:cNvPr>
          <p:cNvSpPr/>
          <p:nvPr/>
        </p:nvSpPr>
        <p:spPr>
          <a:xfrm flipH="1">
            <a:off x="426333" y="4881660"/>
            <a:ext cx="2414411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32488"/>
              <a:gd name="adj6" fmla="val -125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Event handler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08586166-BD81-4FDA-3E69-E11AC298DEB7}"/>
              </a:ext>
            </a:extLst>
          </p:cNvPr>
          <p:cNvSpPr/>
          <p:nvPr/>
        </p:nvSpPr>
        <p:spPr>
          <a:xfrm>
            <a:off x="6283164" y="4019018"/>
            <a:ext cx="2712553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-11575"/>
              <a:gd name="adj6" fmla="val -124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to call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392A5C60-2427-408C-67FA-290AFC4E1C9B}"/>
              </a:ext>
            </a:extLst>
          </p:cNvPr>
          <p:cNvSpPr/>
          <p:nvPr/>
        </p:nvSpPr>
        <p:spPr>
          <a:xfrm flipH="1">
            <a:off x="2022393" y="1952813"/>
            <a:ext cx="4841732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34806"/>
              <a:gd name="adj6" fmla="val -133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Pass all info about </a:t>
            </a:r>
            <a:r>
              <a:rPr lang="en-GB" sz="2800" b="1" i="1" dirty="0">
                <a:solidFill>
                  <a:srgbClr val="FF0000"/>
                </a:solidFill>
              </a:rPr>
              <a:t>this</a:t>
            </a:r>
            <a:r>
              <a:rPr lang="en-GB" sz="2800" b="1" dirty="0">
                <a:solidFill>
                  <a:schemeClr val="tx1"/>
                </a:solidFill>
              </a:rPr>
              <a:t> </a:t>
            </a:r>
            <a:r>
              <a:rPr lang="en-GB" sz="2800" b="1" dirty="0">
                <a:solidFill>
                  <a:srgbClr val="7030A0"/>
                </a:solidFill>
              </a:rPr>
              <a:t>element</a:t>
            </a:r>
          </a:p>
        </p:txBody>
      </p:sp>
    </p:spTree>
    <p:extLst>
      <p:ext uri="{BB962C8B-B14F-4D97-AF65-F5344CB8AC3E}">
        <p14:creationId xmlns:p14="http://schemas.microsoft.com/office/powerpoint/2010/main" val="1902020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JavaScript – Using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06436"/>
            <a:ext cx="10515600" cy="3163273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29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&lt;p </a:t>
            </a:r>
            <a:r>
              <a:rPr lang="en-GB" sz="4200" dirty="0" err="1">
                <a:solidFill>
                  <a:srgbClr val="0086B3"/>
                </a:solidFill>
                <a:latin typeface="Consolas" panose="020B0609020204030204" pitchFamily="49" charset="0"/>
              </a:rPr>
              <a:t>onmouseout</a:t>
            </a:r>
            <a:r>
              <a:rPr lang="en-GB" sz="4200" dirty="0">
                <a:latin typeface="Consolas" panose="020B0609020204030204" pitchFamily="49" charset="0"/>
              </a:rPr>
              <a:t>=</a:t>
            </a:r>
            <a:r>
              <a:rPr lang="en-GB" sz="4200" dirty="0">
                <a:solidFill>
                  <a:srgbClr val="183691"/>
                </a:solidFill>
                <a:latin typeface="Consolas" panose="020B0609020204030204" pitchFamily="49" charset="0"/>
              </a:rPr>
              <a:t>"green(this)"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GB" sz="4200" dirty="0">
                <a:latin typeface="Consolas" panose="020B0609020204030204" pitchFamily="49" charset="0"/>
              </a:rPr>
              <a:t>     This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&lt;/p&gt;</a:t>
            </a:r>
          </a:p>
        </p:txBody>
      </p:sp>
    </p:spTree>
    <p:extLst>
      <p:ext uri="{BB962C8B-B14F-4D97-AF65-F5344CB8AC3E}">
        <p14:creationId xmlns:p14="http://schemas.microsoft.com/office/powerpoint/2010/main" val="30431161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0978C1-2FE4-9664-9E88-60E85F4313AC}"/>
              </a:ext>
            </a:extLst>
          </p:cNvPr>
          <p:cNvSpPr txBox="1"/>
          <p:nvPr/>
        </p:nvSpPr>
        <p:spPr>
          <a:xfrm>
            <a:off x="2050483" y="5846544"/>
            <a:ext cx="8091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ID </a:t>
            </a:r>
            <a:r>
              <a:rPr lang="en-GB" sz="3600" i="1" dirty="0">
                <a:solidFill>
                  <a:srgbClr val="FF0000"/>
                </a:solidFill>
              </a:rPr>
              <a:t>not</a:t>
            </a:r>
            <a:r>
              <a:rPr lang="en-GB" sz="3600" dirty="0">
                <a:solidFill>
                  <a:srgbClr val="7030A0"/>
                </a:solidFill>
              </a:rPr>
              <a:t> used – Will work on many elements</a:t>
            </a:r>
            <a:endParaRPr lang="en-GB" sz="36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8DABB334-DBFD-0EA0-51E4-058AC7E3EF68}"/>
              </a:ext>
            </a:extLst>
          </p:cNvPr>
          <p:cNvSpPr/>
          <p:nvPr/>
        </p:nvSpPr>
        <p:spPr>
          <a:xfrm>
            <a:off x="7519229" y="733003"/>
            <a:ext cx="2817481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538"/>
              <a:gd name="adj5" fmla="val 129927"/>
              <a:gd name="adj6" fmla="val -120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D3409B56-26BC-458F-B639-D1C16939C9D7}"/>
              </a:ext>
            </a:extLst>
          </p:cNvPr>
          <p:cNvSpPr/>
          <p:nvPr/>
        </p:nvSpPr>
        <p:spPr>
          <a:xfrm>
            <a:off x="5682192" y="3579176"/>
            <a:ext cx="3671358" cy="862642"/>
          </a:xfrm>
          <a:prstGeom prst="callout2">
            <a:avLst>
              <a:gd name="adj1" fmla="val 49953"/>
              <a:gd name="adj2" fmla="val -312"/>
              <a:gd name="adj3" fmla="val 50292"/>
              <a:gd name="adj4" fmla="val -12763"/>
              <a:gd name="adj5" fmla="val -72045"/>
              <a:gd name="adj6" fmla="val -2640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Parameter being used</a:t>
            </a:r>
          </a:p>
        </p:txBody>
      </p:sp>
    </p:spTree>
    <p:extLst>
      <p:ext uri="{BB962C8B-B14F-4D97-AF65-F5344CB8AC3E}">
        <p14:creationId xmlns:p14="http://schemas.microsoft.com/office/powerpoint/2010/main" val="2549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build="p"/>
      <p:bldP spid="5" grpId="0" animBg="1"/>
      <p:bldP spid="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5597"/>
            <a:ext cx="10515600" cy="1325563"/>
          </a:xfrm>
        </p:spPr>
        <p:txBody>
          <a:bodyPr/>
          <a:lstStyle/>
          <a:p>
            <a:r>
              <a:rPr lang="en-GB" dirty="0"/>
              <a:t>JavaScript –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E7085-4C5B-409B-8843-A8A3D3CB6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64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40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A71D5D"/>
                </a:solidFill>
                <a:latin typeface="Consolas" panose="020B0609020204030204" pitchFamily="49" charset="0"/>
              </a:rPr>
              <a:t>function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200" dirty="0">
                <a:solidFill>
                  <a:srgbClr val="0086B3"/>
                </a:solidFill>
                <a:latin typeface="Consolas" panose="020B0609020204030204" pitchFamily="49" charset="0"/>
              </a:rPr>
              <a:t>green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(element) {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41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200" dirty="0" err="1">
                <a:solidFill>
                  <a:srgbClr val="000000"/>
                </a:solidFill>
                <a:latin typeface="Consolas" panose="020B0609020204030204" pitchFamily="49" charset="0"/>
              </a:rPr>
              <a:t>element.style.color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4200" dirty="0">
                <a:solidFill>
                  <a:srgbClr val="183691"/>
                </a:solidFill>
                <a:latin typeface="Consolas" panose="020B0609020204030204" pitchFamily="49" charset="0"/>
              </a:rPr>
              <a:t>'green'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4200" dirty="0">
                <a:solidFill>
                  <a:srgbClr val="B5BABF"/>
                </a:solidFill>
                <a:latin typeface="Consolas" panose="020B0609020204030204" pitchFamily="49" charset="0"/>
              </a:rPr>
              <a:t>42</a:t>
            </a:r>
            <a: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  <a:t> }</a:t>
            </a:r>
            <a:br>
              <a:rPr lang="en-US" altLang="en-US" sz="4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GB" sz="4200" dirty="0">
                <a:solidFill>
                  <a:srgbClr val="B5BABF"/>
                </a:solidFill>
                <a:latin typeface="Consolas" panose="020B0609020204030204" pitchFamily="49" charset="0"/>
              </a:rPr>
              <a:t>43</a:t>
            </a:r>
            <a:r>
              <a:rPr lang="en-GB" sz="4200" dirty="0">
                <a:latin typeface="Consolas" panose="020B0609020204030204" pitchFamily="49" charset="0"/>
              </a:rPr>
              <a:t> </a:t>
            </a:r>
            <a:r>
              <a:rPr lang="en-GB" sz="4200" dirty="0">
                <a:solidFill>
                  <a:srgbClr val="A71D5D"/>
                </a:solidFill>
                <a:latin typeface="Consolas" panose="020B0609020204030204" pitchFamily="49" charset="0"/>
              </a:rPr>
              <a:t>&lt;/script&gt; </a:t>
            </a:r>
          </a:p>
        </p:txBody>
      </p:sp>
    </p:spTree>
    <p:extLst>
      <p:ext uri="{BB962C8B-B14F-4D97-AF65-F5344CB8AC3E}">
        <p14:creationId xmlns:p14="http://schemas.microsoft.com/office/powerpoint/2010/main" val="6837437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695181" y="5944914"/>
            <a:ext cx="108016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script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body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C15AECF-4B06-E905-B45D-505334569749}"/>
              </a:ext>
            </a:extLst>
          </p:cNvPr>
          <p:cNvSpPr/>
          <p:nvPr/>
        </p:nvSpPr>
        <p:spPr>
          <a:xfrm flipH="1">
            <a:off x="2913321" y="2181637"/>
            <a:ext cx="2461548" cy="862642"/>
          </a:xfrm>
          <a:prstGeom prst="callout2">
            <a:avLst>
              <a:gd name="adj1" fmla="val 49217"/>
              <a:gd name="adj2" fmla="val -30"/>
              <a:gd name="adj3" fmla="val 49740"/>
              <a:gd name="adj4" fmla="val -12980"/>
              <a:gd name="adj5" fmla="val 111895"/>
              <a:gd name="adj6" fmla="val -199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URL of JS code</a:t>
            </a:r>
          </a:p>
        </p:txBody>
      </p:sp>
    </p:spTree>
    <p:extLst>
      <p:ext uri="{BB962C8B-B14F-4D97-AF65-F5344CB8AC3E}">
        <p14:creationId xmlns:p14="http://schemas.microsoft.com/office/powerpoint/2010/main" val="325193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5" grpId="0" build="p"/>
      <p:bldP spid="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7805-17F2-4B70-B505-57FB17E1F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Body - Link (External JavaScript)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639B4-E5C5-8DD1-DB2C-5DF574EC16F0}"/>
              </a:ext>
            </a:extLst>
          </p:cNvPr>
          <p:cNvSpPr txBox="1"/>
          <p:nvPr/>
        </p:nvSpPr>
        <p:spPr>
          <a:xfrm>
            <a:off x="821819" y="3044279"/>
            <a:ext cx="104470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&lt;script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src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"script.js"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&gt;&lt;/script&gt;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098F65-D43C-73ED-E7AB-CF19F2AAA6CC}"/>
              </a:ext>
            </a:extLst>
          </p:cNvPr>
          <p:cNvSpPr txBox="1"/>
          <p:nvPr/>
        </p:nvSpPr>
        <p:spPr>
          <a:xfrm>
            <a:off x="441911" y="5944914"/>
            <a:ext cx="113082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Include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  <a:r>
              <a:rPr lang="en-GB" sz="3600" dirty="0">
                <a:solidFill>
                  <a:srgbClr val="7030A0"/>
                </a:solidFill>
              </a:rPr>
              <a:t> element just before the end tag of </a:t>
            </a:r>
            <a:r>
              <a:rPr lang="en-GB" sz="3600" dirty="0">
                <a:solidFill>
                  <a:srgbClr val="A71D5D"/>
                </a:solidFill>
                <a:latin typeface="Consolas" panose="020B0609020204030204" pitchFamily="49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3959517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37" ma:contentTypeDescription="Create a new document." ma:contentTypeScope="" ma:versionID="71516a6acb602a3de90596f1f05fefb1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00d76bcaedc473293bf81961b2ad162c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8EE3D5E-611B-4F67-864B-0F760FB433E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A469ED4-0E45-4130-A68B-E865387E703A}">
  <ds:schemaRefs>
    <ds:schemaRef ds:uri="http://schemas.microsoft.com/office/infopath/2007/PartnerControls"/>
    <ds:schemaRef ds:uri="http://schemas.microsoft.com/office/2006/metadata/properties"/>
    <ds:schemaRef ds:uri="7870b3cf-1289-4874-b3fd-2340ee2bd0a7"/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fb00f1ab-d075-4e01-ab9b-b3f8a42839f0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5E58096-A327-4C36-B9EC-C50309B4231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18807</TotalTime>
  <Words>4962</Words>
  <Application>Microsoft Office PowerPoint</Application>
  <PresentationFormat>Widescreen</PresentationFormat>
  <Paragraphs>932</Paragraphs>
  <Slides>110</Slides>
  <Notes>101</Notes>
  <HiddenSlides>56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7" baseType="lpstr">
      <vt:lpstr>Arial</vt:lpstr>
      <vt:lpstr>Calibri</vt:lpstr>
      <vt:lpstr>Calibri Light</vt:lpstr>
      <vt:lpstr>CiscoSansTT</vt:lpstr>
      <vt:lpstr>Consolas</vt:lpstr>
      <vt:lpstr>Courier New</vt:lpstr>
      <vt:lpstr>Office Theme</vt:lpstr>
      <vt:lpstr>N5 Computing Science</vt:lpstr>
      <vt:lpstr>Plan – N5 Year 1</vt:lpstr>
      <vt:lpstr>Plan – N5 Year 2</vt:lpstr>
      <vt:lpstr>Web Languages</vt:lpstr>
      <vt:lpstr>Web Languages</vt:lpstr>
      <vt:lpstr>Learning Intentions</vt:lpstr>
      <vt:lpstr>HTML Elements</vt:lpstr>
      <vt:lpstr>HTML Elements</vt:lpstr>
      <vt:lpstr>Basic Webpage</vt:lpstr>
      <vt:lpstr>Basic Webpage</vt:lpstr>
      <vt:lpstr>Head and Body</vt:lpstr>
      <vt:lpstr>Head and Body</vt:lpstr>
      <vt:lpstr>Head - Meta</vt:lpstr>
      <vt:lpstr>Head - Title </vt:lpstr>
      <vt:lpstr>Head - Title </vt:lpstr>
      <vt:lpstr>HTML Comments</vt:lpstr>
      <vt:lpstr>HTML Comments</vt:lpstr>
      <vt:lpstr>TAD</vt:lpstr>
      <vt:lpstr>TAD</vt:lpstr>
      <vt:lpstr>Learning Intentions</vt:lpstr>
      <vt:lpstr>Body – Headings </vt:lpstr>
      <vt:lpstr>Body – Headings </vt:lpstr>
      <vt:lpstr>Body – Paragraph </vt:lpstr>
      <vt:lpstr>Body – Paragraph </vt:lpstr>
      <vt:lpstr>Learning Intentions</vt:lpstr>
      <vt:lpstr>Body – Ordered List (Numbers) </vt:lpstr>
      <vt:lpstr>Body – Ordered List (Numbers) </vt:lpstr>
      <vt:lpstr>Body – Unordered List (Bullet Points) </vt:lpstr>
      <vt:lpstr>Body – Unordered List (Bullet Points) </vt:lpstr>
      <vt:lpstr>Learning Intentions</vt:lpstr>
      <vt:lpstr>PowerPoint Presentation</vt:lpstr>
      <vt:lpstr>PowerPoint Presentation</vt:lpstr>
      <vt:lpstr>Element Attributes</vt:lpstr>
      <vt:lpstr>Element Attributes</vt:lpstr>
      <vt:lpstr>Attributes</vt:lpstr>
      <vt:lpstr>Attributes</vt:lpstr>
      <vt:lpstr>PowerPoint Presentation</vt:lpstr>
      <vt:lpstr>Body – Image</vt:lpstr>
      <vt:lpstr>Body – Image</vt:lpstr>
      <vt:lpstr>Body – Audio</vt:lpstr>
      <vt:lpstr>Body – Audio</vt:lpstr>
      <vt:lpstr>Body – Video</vt:lpstr>
      <vt:lpstr>Body – Video</vt:lpstr>
      <vt:lpstr>Learning Intentions</vt:lpstr>
      <vt:lpstr>Anchor (Hyperlink) – Inline Example</vt:lpstr>
      <vt:lpstr>Anchor (Hyperlink) – Inline Example</vt:lpstr>
      <vt:lpstr>Anchor (Hyperlink) – Block Example</vt:lpstr>
      <vt:lpstr>Anchor (Hyperlink) – Block Example</vt:lpstr>
      <vt:lpstr>Uniform Resource Locators (URLs)</vt:lpstr>
      <vt:lpstr>Uniform Resource Locators (URLs)</vt:lpstr>
      <vt:lpstr>Relative URLs</vt:lpstr>
      <vt:lpstr>Relative URLs</vt:lpstr>
      <vt:lpstr>Directory Structure </vt:lpstr>
      <vt:lpstr>Directory Structure </vt:lpstr>
      <vt:lpstr>Grouping - div </vt:lpstr>
      <vt:lpstr>Grouping - div </vt:lpstr>
      <vt:lpstr>MIME Types – Images / Files</vt:lpstr>
      <vt:lpstr>MIME Types – Images / Files</vt:lpstr>
      <vt:lpstr>MIME Types – Audio / Video</vt:lpstr>
      <vt:lpstr>MIME Types – Audio / Video</vt:lpstr>
      <vt:lpstr>PowerPoint Presentation</vt:lpstr>
      <vt:lpstr>Types of Elements</vt:lpstr>
      <vt:lpstr>Types of Elements</vt:lpstr>
      <vt:lpstr>Learning Intentions</vt:lpstr>
      <vt:lpstr>Head – Style (Internal CSS)</vt:lpstr>
      <vt:lpstr>Head – Style (Internal CSS)</vt:lpstr>
      <vt:lpstr>CSS Comments</vt:lpstr>
      <vt:lpstr>CSS Comments</vt:lpstr>
      <vt:lpstr>CSS Rule – Single Property</vt:lpstr>
      <vt:lpstr>CSS Rule – Single Property</vt:lpstr>
      <vt:lpstr>CSS Rule – Multiple Properties </vt:lpstr>
      <vt:lpstr>CSS Rule – Multiple Properties </vt:lpstr>
      <vt:lpstr>CSS – Font Family</vt:lpstr>
      <vt:lpstr>CSS – Font Family</vt:lpstr>
      <vt:lpstr>CSS – Font Size</vt:lpstr>
      <vt:lpstr>CSS – Font Size</vt:lpstr>
      <vt:lpstr>CSS – Alignment</vt:lpstr>
      <vt:lpstr>CSS – Alignment</vt:lpstr>
      <vt:lpstr>CSS – Colour (Text)</vt:lpstr>
      <vt:lpstr>CSS – Colour (Text)</vt:lpstr>
      <vt:lpstr>CSS – Background Colour</vt:lpstr>
      <vt:lpstr>CSS – Background Colour</vt:lpstr>
      <vt:lpstr>CSS – Width and Height</vt:lpstr>
      <vt:lpstr>CSS – Width and Height</vt:lpstr>
      <vt:lpstr>Learning Intentions</vt:lpstr>
      <vt:lpstr>Class</vt:lpstr>
      <vt:lpstr>Class</vt:lpstr>
      <vt:lpstr>ID</vt:lpstr>
      <vt:lpstr>ID</vt:lpstr>
      <vt:lpstr>Head - Link (External CSS)</vt:lpstr>
      <vt:lpstr>Head - Link (External CSS)</vt:lpstr>
      <vt:lpstr>PowerPoint Presentation</vt:lpstr>
      <vt:lpstr>Head - Link (Favicon)</vt:lpstr>
      <vt:lpstr>Learning Intentions</vt:lpstr>
      <vt:lpstr>Body – Script (Internal JavaScript)</vt:lpstr>
      <vt:lpstr>Body – Script (Internal JavaScript)</vt:lpstr>
      <vt:lpstr>JavaScript – Comments</vt:lpstr>
      <vt:lpstr>JavaScript – Comments</vt:lpstr>
      <vt:lpstr>HTML Elements with Events - Overview</vt:lpstr>
      <vt:lpstr>HTML Elements with Events - Overview</vt:lpstr>
      <vt:lpstr>JavaScript – Using ID</vt:lpstr>
      <vt:lpstr>JavaScript – Using ID</vt:lpstr>
      <vt:lpstr>JavaScript – getElementById</vt:lpstr>
      <vt:lpstr>JavaScript – getElementById</vt:lpstr>
      <vt:lpstr>JavaScript – Using this</vt:lpstr>
      <vt:lpstr>JavaScript – Using this</vt:lpstr>
      <vt:lpstr>JavaScript – this</vt:lpstr>
      <vt:lpstr>JavaScript – this</vt:lpstr>
      <vt:lpstr>Body - Link (External JavaScript)</vt:lpstr>
      <vt:lpstr>Body - Link (External JavaScript)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386</cp:revision>
  <cp:lastPrinted>2021-06-18T08:15:49Z</cp:lastPrinted>
  <dcterms:created xsi:type="dcterms:W3CDTF">2020-11-23T14:36:09Z</dcterms:created>
  <dcterms:modified xsi:type="dcterms:W3CDTF">2026-04-30T09:54:57Z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