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3"/>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732" r:id="rId79"/>
    <p:sldId id="906" r:id="rId80"/>
    <p:sldId id="853" r:id="rId81"/>
    <p:sldId id="444" r:id="rId82"/>
    <p:sldId id="447" r:id="rId83"/>
    <p:sldId id="460" r:id="rId84"/>
    <p:sldId id="446" r:id="rId85"/>
    <p:sldId id="671" r:id="rId86"/>
    <p:sldId id="521" r:id="rId87"/>
    <p:sldId id="735" r:id="rId88"/>
    <p:sldId id="776" r:id="rId89"/>
    <p:sldId id="855" r:id="rId90"/>
    <p:sldId id="854" r:id="rId91"/>
    <p:sldId id="857" r:id="rId92"/>
    <p:sldId id="450" r:id="rId93"/>
    <p:sldId id="449" r:id="rId94"/>
    <p:sldId id="675" r:id="rId95"/>
    <p:sldId id="862" r:id="rId96"/>
    <p:sldId id="863" r:id="rId97"/>
    <p:sldId id="864" r:id="rId98"/>
    <p:sldId id="865" r:id="rId99"/>
    <p:sldId id="468" r:id="rId100"/>
    <p:sldId id="673" r:id="rId101"/>
    <p:sldId id="570" r:id="rId102"/>
    <p:sldId id="674" r:id="rId103"/>
    <p:sldId id="451" r:id="rId104"/>
    <p:sldId id="452" r:id="rId105"/>
    <p:sldId id="676" r:id="rId106"/>
    <p:sldId id="736" r:id="rId107"/>
    <p:sldId id="737" r:id="rId108"/>
    <p:sldId id="574" r:id="rId109"/>
    <p:sldId id="677" r:id="rId110"/>
    <p:sldId id="454" r:id="rId111"/>
    <p:sldId id="453" r:id="rId112"/>
    <p:sldId id="678" r:id="rId113"/>
    <p:sldId id="738" r:id="rId114"/>
    <p:sldId id="739" r:id="rId115"/>
    <p:sldId id="778" r:id="rId116"/>
    <p:sldId id="781" r:id="rId117"/>
    <p:sldId id="545" r:id="rId118"/>
    <p:sldId id="577" r:id="rId119"/>
    <p:sldId id="715" r:id="rId120"/>
    <p:sldId id="743" r:id="rId121"/>
    <p:sldId id="586" r:id="rId122"/>
    <p:sldId id="714" r:id="rId123"/>
    <p:sldId id="588" r:id="rId124"/>
    <p:sldId id="752" r:id="rId125"/>
    <p:sldId id="748" r:id="rId126"/>
    <p:sldId id="750" r:id="rId127"/>
    <p:sldId id="749" r:id="rId128"/>
    <p:sldId id="751" r:id="rId129"/>
    <p:sldId id="587" r:id="rId130"/>
    <p:sldId id="702" r:id="rId131"/>
    <p:sldId id="754" r:id="rId132"/>
    <p:sldId id="670" r:id="rId133"/>
    <p:sldId id="717" r:id="rId134"/>
    <p:sldId id="728" r:id="rId135"/>
    <p:sldId id="719" r:id="rId136"/>
    <p:sldId id="780" r:id="rId137"/>
    <p:sldId id="718" r:id="rId138"/>
    <p:sldId id="703" r:id="rId139"/>
    <p:sldId id="581" r:id="rId140"/>
    <p:sldId id="753" r:id="rId141"/>
    <p:sldId id="582" r:id="rId142"/>
    <p:sldId id="705" r:id="rId143"/>
    <p:sldId id="755" r:id="rId144"/>
    <p:sldId id="756" r:id="rId145"/>
    <p:sldId id="724" r:id="rId146"/>
    <p:sldId id="726" r:id="rId147"/>
    <p:sldId id="723" r:id="rId148"/>
    <p:sldId id="706" r:id="rId149"/>
    <p:sldId id="584" r:id="rId150"/>
    <p:sldId id="707" r:id="rId151"/>
    <p:sldId id="725" r:id="rId152"/>
    <p:sldId id="727" r:id="rId153"/>
    <p:sldId id="461" r:id="rId154"/>
    <p:sldId id="729" r:id="rId155"/>
    <p:sldId id="819" r:id="rId156"/>
    <p:sldId id="256" r:id="rId157"/>
    <p:sldId id="524" r:id="rId158"/>
    <p:sldId id="820" r:id="rId159"/>
    <p:sldId id="821" r:id="rId160"/>
    <p:sldId id="822" r:id="rId161"/>
    <p:sldId id="823" r:id="rId162"/>
    <p:sldId id="824" r:id="rId163"/>
    <p:sldId id="826" r:id="rId164"/>
    <p:sldId id="523" r:id="rId165"/>
    <p:sldId id="827" r:id="rId166"/>
    <p:sldId id="690" r:id="rId167"/>
    <p:sldId id="480" r:id="rId168"/>
    <p:sldId id="777" r:id="rId169"/>
    <p:sldId id="680" r:id="rId170"/>
    <p:sldId id="684" r:id="rId171"/>
    <p:sldId id="682" r:id="rId172"/>
    <p:sldId id="681" r:id="rId173"/>
    <p:sldId id="874" r:id="rId174"/>
    <p:sldId id="482" r:id="rId175"/>
    <p:sldId id="873" r:id="rId176"/>
    <p:sldId id="842" r:id="rId177"/>
    <p:sldId id="843" r:id="rId178"/>
    <p:sldId id="846" r:id="rId179"/>
    <p:sldId id="850" r:id="rId180"/>
    <p:sldId id="847" r:id="rId181"/>
    <p:sldId id="849" r:id="rId182"/>
    <p:sldId id="828" r:id="rId183"/>
    <p:sldId id="829" r:id="rId184"/>
    <p:sldId id="533" r:id="rId185"/>
    <p:sldId id="763" r:id="rId186"/>
    <p:sldId id="761" r:id="rId187"/>
    <p:sldId id="759" r:id="rId188"/>
    <p:sldId id="760" r:id="rId189"/>
    <p:sldId id="757" r:id="rId190"/>
    <p:sldId id="758" r:id="rId191"/>
    <p:sldId id="501" r:id="rId192"/>
    <p:sldId id="508" r:id="rId193"/>
    <p:sldId id="495" r:id="rId194"/>
    <p:sldId id="509" r:id="rId195"/>
    <p:sldId id="493" r:id="rId196"/>
    <p:sldId id="528" r:id="rId197"/>
    <p:sldId id="529" r:id="rId198"/>
    <p:sldId id="530" r:id="rId199"/>
    <p:sldId id="499" r:id="rId200"/>
    <p:sldId id="506" r:id="rId201"/>
    <p:sldId id="500" r:id="rId202"/>
    <p:sldId id="507" r:id="rId203"/>
    <p:sldId id="496" r:id="rId204"/>
    <p:sldId id="467" r:id="rId205"/>
    <p:sldId id="875" r:id="rId206"/>
    <p:sldId id="838" r:id="rId207"/>
    <p:sldId id="876" r:id="rId208"/>
    <p:sldId id="534" r:id="rId209"/>
    <p:sldId id="503" r:id="rId210"/>
    <p:sldId id="512" r:id="rId211"/>
    <p:sldId id="836" r:id="rId212"/>
    <p:sldId id="837" r:id="rId213"/>
    <p:sldId id="519" r:id="rId214"/>
    <p:sldId id="877" r:id="rId215"/>
    <p:sldId id="532" r:id="rId216"/>
    <p:sldId id="878" r:id="rId217"/>
    <p:sldId id="502" r:id="rId218"/>
    <p:sldId id="879" r:id="rId219"/>
    <p:sldId id="513" r:id="rId220"/>
    <p:sldId id="535" r:id="rId221"/>
    <p:sldId id="514" r:id="rId222"/>
    <p:sldId id="880" r:id="rId223"/>
    <p:sldId id="515" r:id="rId224"/>
    <p:sldId id="881" r:id="rId225"/>
    <p:sldId id="516" r:id="rId226"/>
    <p:sldId id="883" r:id="rId227"/>
    <p:sldId id="517" r:id="rId228"/>
    <p:sldId id="882" r:id="rId229"/>
    <p:sldId id="537" r:id="rId230"/>
    <p:sldId id="884" r:id="rId231"/>
    <p:sldId id="885" r:id="rId232"/>
    <p:sldId id="856" r:id="rId233"/>
    <p:sldId id="866" r:id="rId234"/>
    <p:sldId id="860" r:id="rId235"/>
    <p:sldId id="867" r:id="rId236"/>
    <p:sldId id="858" r:id="rId237"/>
    <p:sldId id="868" r:id="rId238"/>
    <p:sldId id="869" r:id="rId239"/>
    <p:sldId id="871" r:id="rId240"/>
    <p:sldId id="870" r:id="rId241"/>
    <p:sldId id="872" r:id="rId242"/>
    <p:sldId id="691" r:id="rId243"/>
    <p:sldId id="692" r:id="rId244"/>
    <p:sldId id="693" r:id="rId245"/>
    <p:sldId id="694" r:id="rId246"/>
    <p:sldId id="695" r:id="rId247"/>
    <p:sldId id="696" r:id="rId248"/>
    <p:sldId id="697" r:id="rId249"/>
    <p:sldId id="698" r:id="rId250"/>
    <p:sldId id="699" r:id="rId251"/>
    <p:sldId id="700" r:id="rId252"/>
    <p:sldId id="701" r:id="rId253"/>
    <p:sldId id="740" r:id="rId254"/>
    <p:sldId id="741" r:id="rId255"/>
    <p:sldId id="769" r:id="rId256"/>
    <p:sldId id="742" r:id="rId257"/>
    <p:sldId id="774" r:id="rId258"/>
    <p:sldId id="764" r:id="rId259"/>
    <p:sldId id="766" r:id="rId260"/>
    <p:sldId id="765" r:id="rId261"/>
    <p:sldId id="768" r:id="rId262"/>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906"/>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microsoft.com/office/2016/11/relationships/changesInfo" Target="changesInfos/changesInfo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notesMaster" Target="notesMasters/notesMaster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commentAuthors" Target="commentAuthor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4T15:47:57.888" v="2560" actId="107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delSp modSp delAnim modAnim">
        <pc:chgData name="Al Friend" userId="e5ed79da-d858-46d4-9eed-a7a24903f2de" providerId="ADAL" clId="{7537B086-0992-4C5F-A071-F6F8659556F1}" dt="2026-02-04T15:47:57.888" v="2560" actId="1076"/>
        <pc:sldMkLst>
          <pc:docMk/>
          <pc:sldMk cId="476690512" sldId="732"/>
        </pc:sldMkLst>
        <pc:spChg chg="del">
          <ac:chgData name="Al Friend" userId="e5ed79da-d858-46d4-9eed-a7a24903f2de" providerId="ADAL" clId="{7537B086-0992-4C5F-A071-F6F8659556F1}" dt="2026-02-04T14:14:16.875" v="2267" actId="478"/>
          <ac:spMkLst>
            <pc:docMk/>
            <pc:sldMk cId="476690512" sldId="732"/>
            <ac:spMk id="2" creationId="{5F704C70-63DD-5CD2-81E0-68A28F00CDBA}"/>
          </ac:spMkLst>
        </pc:spChg>
        <pc:spChg chg="add del">
          <ac:chgData name="Al Friend" userId="e5ed79da-d858-46d4-9eed-a7a24903f2de" providerId="ADAL" clId="{7537B086-0992-4C5F-A071-F6F8659556F1}" dt="2026-02-04T14:16:47.676" v="2274"/>
          <ac:spMkLst>
            <pc:docMk/>
            <pc:sldMk cId="476690512" sldId="732"/>
            <ac:spMk id="3" creationId="{B37A59EF-ADD7-4510-B1FF-A62D2B11DC68}"/>
          </ac:spMkLst>
        </pc:spChg>
        <pc:spChg chg="mod">
          <ac:chgData name="Al Friend" userId="e5ed79da-d858-46d4-9eed-a7a24903f2de" providerId="ADAL" clId="{7537B086-0992-4C5F-A071-F6F8659556F1}" dt="2026-02-04T15:38:10.356" v="2550" actId="20577"/>
          <ac:spMkLst>
            <pc:docMk/>
            <pc:sldMk cId="476690512" sldId="732"/>
            <ac:spMk id="4" creationId="{12630251-0176-4E08-9A40-5821ACD1944C}"/>
          </ac:spMkLst>
        </pc:spChg>
        <pc:spChg chg="mod">
          <ac:chgData name="Al Friend" userId="e5ed79da-d858-46d4-9eed-a7a24903f2de" providerId="ADAL" clId="{7537B086-0992-4C5F-A071-F6F8659556F1}" dt="2026-02-04T15:38:35.294" v="2553" actId="404"/>
          <ac:spMkLst>
            <pc:docMk/>
            <pc:sldMk cId="476690512" sldId="732"/>
            <ac:spMk id="7" creationId="{663E3461-DC5D-48CF-AE13-69B629EAA16E}"/>
          </ac:spMkLst>
        </pc:spChg>
        <pc:spChg chg="add mod">
          <ac:chgData name="Al Friend" userId="e5ed79da-d858-46d4-9eed-a7a24903f2de" providerId="ADAL" clId="{7537B086-0992-4C5F-A071-F6F8659556F1}" dt="2026-02-04T15:37:37.138" v="2532" actId="1076"/>
          <ac:spMkLst>
            <pc:docMk/>
            <pc:sldMk cId="476690512" sldId="732"/>
            <ac:spMk id="9" creationId="{2EE28BEF-588B-4646-BB12-65CF6FC91458}"/>
          </ac:spMkLst>
        </pc:spChg>
        <pc:spChg chg="del">
          <ac:chgData name="Al Friend" userId="e5ed79da-d858-46d4-9eed-a7a24903f2de" providerId="ADAL" clId="{7537B086-0992-4C5F-A071-F6F8659556F1}" dt="2026-02-04T14:14:10.718" v="2265" actId="478"/>
          <ac:spMkLst>
            <pc:docMk/>
            <pc:sldMk cId="476690512" sldId="732"/>
            <ac:spMk id="12" creationId="{DB0883C9-01FE-4D89-B150-38DC55AEFC10}"/>
          </ac:spMkLst>
        </pc:spChg>
        <pc:spChg chg="mod">
          <ac:chgData name="Al Friend" userId="e5ed79da-d858-46d4-9eed-a7a24903f2de" providerId="ADAL" clId="{7537B086-0992-4C5F-A071-F6F8659556F1}" dt="2026-02-04T14:32:45.451" v="2477" actId="20577"/>
          <ac:spMkLst>
            <pc:docMk/>
            <pc:sldMk cId="476690512" sldId="732"/>
            <ac:spMk id="15" creationId="{1FD6EF7E-F059-430F-9A1F-C89FC42961D2}"/>
          </ac:spMkLst>
        </pc:spChg>
        <pc:spChg chg="add mod">
          <ac:chgData name="Al Friend" userId="e5ed79da-d858-46d4-9eed-a7a24903f2de" providerId="ADAL" clId="{7537B086-0992-4C5F-A071-F6F8659556F1}" dt="2026-02-04T15:37:07.329" v="2526" actId="1076"/>
          <ac:spMkLst>
            <pc:docMk/>
            <pc:sldMk cId="476690512" sldId="732"/>
            <ac:spMk id="23" creationId="{5ECE31C2-607E-428E-8FB1-325AF6B6A26F}"/>
          </ac:spMkLst>
        </pc:spChg>
        <pc:spChg chg="add del mod">
          <ac:chgData name="Al Friend" userId="e5ed79da-d858-46d4-9eed-a7a24903f2de" providerId="ADAL" clId="{7537B086-0992-4C5F-A071-F6F8659556F1}" dt="2026-02-04T14:27:33.931" v="2448" actId="478"/>
          <ac:spMkLst>
            <pc:docMk/>
            <pc:sldMk cId="476690512" sldId="732"/>
            <ac:spMk id="24" creationId="{D30D1FC9-480D-4ADB-BFD0-8E13749D9840}"/>
          </ac:spMkLst>
        </pc:spChg>
        <pc:spChg chg="add mod">
          <ac:chgData name="Al Friend" userId="e5ed79da-d858-46d4-9eed-a7a24903f2de" providerId="ADAL" clId="{7537B086-0992-4C5F-A071-F6F8659556F1}" dt="2026-02-04T15:47:57.888" v="2560" actId="1076"/>
          <ac:spMkLst>
            <pc:docMk/>
            <pc:sldMk cId="476690512" sldId="732"/>
            <ac:spMk id="25" creationId="{E40F5619-3514-460D-BB64-C97EEA7EECAB}"/>
          </ac:spMkLst>
        </pc:spChg>
        <pc:spChg chg="add mod">
          <ac:chgData name="Al Friend" userId="e5ed79da-d858-46d4-9eed-a7a24903f2de" providerId="ADAL" clId="{7537B086-0992-4C5F-A071-F6F8659556F1}" dt="2026-02-04T15:36:58.942" v="2525" actId="1076"/>
          <ac:spMkLst>
            <pc:docMk/>
            <pc:sldMk cId="476690512" sldId="732"/>
            <ac:spMk id="26" creationId="{86F84B68-B0DF-45F0-8676-63C003F271DE}"/>
          </ac:spMkLst>
        </pc:spChg>
        <pc:grpChg chg="mod">
          <ac:chgData name="Al Friend" userId="e5ed79da-d858-46d4-9eed-a7a24903f2de" providerId="ADAL" clId="{7537B086-0992-4C5F-A071-F6F8659556F1}" dt="2026-02-04T15:36:39.430" v="2522" actId="1076"/>
          <ac:grpSpMkLst>
            <pc:docMk/>
            <pc:sldMk cId="476690512" sldId="732"/>
            <ac:grpSpMk id="13" creationId="{999086BD-AB94-47EE-8DB1-32155A3F5AD8}"/>
          </ac:grpSpMkLst>
        </pc:grpChg>
        <pc:grpChg chg="del">
          <ac:chgData name="Al Friend" userId="e5ed79da-d858-46d4-9eed-a7a24903f2de" providerId="ADAL" clId="{7537B086-0992-4C5F-A071-F6F8659556F1}" dt="2026-02-04T14:14:12.850" v="2266" actId="478"/>
          <ac:grpSpMkLst>
            <pc:docMk/>
            <pc:sldMk cId="476690512" sldId="732"/>
            <ac:grpSpMk id="16" creationId="{26A1FAA3-CC81-49D6-AB17-4E0AC8A72287}"/>
          </ac:grpSpMkLst>
        </pc:grpChg>
        <pc:grpChg chg="del">
          <ac:chgData name="Al Friend" userId="e5ed79da-d858-46d4-9eed-a7a24903f2de" providerId="ADAL" clId="{7537B086-0992-4C5F-A071-F6F8659556F1}" dt="2026-02-04T14:14:08.119" v="2264" actId="478"/>
          <ac:grpSpMkLst>
            <pc:docMk/>
            <pc:sldMk cId="476690512" sldId="732"/>
            <ac:grpSpMk id="20" creationId="{875D6F1B-A908-4F59-B0B7-94D23EF5C00E}"/>
          </ac:grpSpMkLst>
        </pc:grpChg>
        <pc:graphicFrameChg chg="add del mod modGraphic">
          <ac:chgData name="Al Friend" userId="e5ed79da-d858-46d4-9eed-a7a24903f2de" providerId="ADAL" clId="{7537B086-0992-4C5F-A071-F6F8659556F1}" dt="2026-02-04T14:21:17.998" v="2305" actId="478"/>
          <ac:graphicFrameMkLst>
            <pc:docMk/>
            <pc:sldMk cId="476690512" sldId="732"/>
            <ac:graphicFrameMk id="5" creationId="{5DDD073C-9F73-46B9-88AB-729E865A51F2}"/>
          </ac:graphicFrameMkLst>
        </pc:graphicFrameChg>
        <pc:graphicFrameChg chg="add del">
          <ac:chgData name="Al Friend" userId="e5ed79da-d858-46d4-9eed-a7a24903f2de" providerId="ADAL" clId="{7537B086-0992-4C5F-A071-F6F8659556F1}" dt="2026-02-04T14:21:22.455" v="2307"/>
          <ac:graphicFrameMkLst>
            <pc:docMk/>
            <pc:sldMk cId="476690512" sldId="732"/>
            <ac:graphicFrameMk id="6" creationId="{AF66C286-1434-43E1-8F5F-D39A775F8D87}"/>
          </ac:graphicFrameMkLst>
        </pc:graphicFrameChg>
        <pc:graphicFrameChg chg="add mod modGraphic">
          <ac:chgData name="Al Friend" userId="e5ed79da-d858-46d4-9eed-a7a24903f2de" providerId="ADAL" clId="{7537B086-0992-4C5F-A071-F6F8659556F1}" dt="2026-02-04T15:36:32.743" v="2521" actId="1076"/>
          <ac:graphicFrameMkLst>
            <pc:docMk/>
            <pc:sldMk cId="476690512" sldId="732"/>
            <ac:graphicFrameMk id="8" creationId="{5C78924D-DB14-4096-A372-7CD9DB56FD71}"/>
          </ac:graphicFrameMkLst>
        </pc:graphicFrameChg>
      </pc:sldChg>
      <pc:sldChg chg="addSp modSp modAnim">
        <pc:chgData name="Al Friend" userId="e5ed79da-d858-46d4-9eed-a7a24903f2de" providerId="ADAL" clId="{7537B086-0992-4C5F-A071-F6F8659556F1}" dt="2026-01-26T15:46:18.226" v="2124" actId="113"/>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1-26T15:20:52.737" v="2057" actId="1035"/>
          <ac:cxnSpMkLst>
            <pc:docMk/>
            <pc:sldMk cId="3929749998" sldId="776"/>
            <ac:cxnSpMk id="5" creationId="{74743580-1BBD-44D1-9B4B-3FCD69A573CA}"/>
          </ac:cxnSpMkLst>
        </pc:cxnChg>
        <pc:cxnChg chg="mod">
          <ac:chgData name="Al Friend" userId="e5ed79da-d858-46d4-9eed-a7a24903f2de" providerId="ADAL" clId="{7537B086-0992-4C5F-A071-F6F8659556F1}" dt="2026-01-26T15:20:52.737" v="2057" actId="1035"/>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delSp modSp delAnim modAnim">
        <pc:chgData name="Al Friend" userId="e5ed79da-d858-46d4-9eed-a7a24903f2de" providerId="ADAL" clId="{7537B086-0992-4C5F-A071-F6F8659556F1}" dt="2026-01-26T15:49:47.555" v="2248" actId="1037"/>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del">
          <ac:chgData name="Al Friend" userId="e5ed79da-d858-46d4-9eed-a7a24903f2de" providerId="ADAL" clId="{7537B086-0992-4C5F-A071-F6F8659556F1}" dt="2026-01-26T15:45:32.203" v="2111" actId="478"/>
          <ac:spMkLst>
            <pc:docMk/>
            <pc:sldMk cId="1816502967" sldId="854"/>
            <ac:spMk id="27" creationId="{EDC109E2-0F8E-4D72-965B-C320174FCB9B}"/>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del mod">
          <ac:chgData name="Al Friend" userId="e5ed79da-d858-46d4-9eed-a7a24903f2de" providerId="ADAL" clId="{7537B086-0992-4C5F-A071-F6F8659556F1}" dt="2026-01-26T15:45:33.009" v="2113" actId="478"/>
          <ac:spMkLst>
            <pc:docMk/>
            <pc:sldMk cId="1816502967" sldId="854"/>
            <ac:spMk id="33" creationId="{EAF79AAF-4AEA-4F65-9751-46A72BB869A5}"/>
          </ac:spMkLst>
        </pc:spChg>
        <pc:spChg chg="del">
          <ac:chgData name="Al Friend" userId="e5ed79da-d858-46d4-9eed-a7a24903f2de" providerId="ADAL" clId="{7537B086-0992-4C5F-A071-F6F8659556F1}" dt="2026-01-26T15:45:34.957" v="2114" actId="478"/>
          <ac:spMkLst>
            <pc:docMk/>
            <pc:sldMk cId="1816502967" sldId="854"/>
            <ac:spMk id="34" creationId="{4D280F94-804B-4EC1-AB76-E66DA40E0536}"/>
          </ac:spMkLst>
        </pc:spChg>
        <pc:spChg chg="mod">
          <ac:chgData name="Al Friend" userId="e5ed79da-d858-46d4-9eed-a7a24903f2de" providerId="ADAL" clId="{7537B086-0992-4C5F-A071-F6F8659556F1}" dt="2026-01-26T15:49:47.555" v="2248" actId="1037"/>
          <ac:spMkLst>
            <pc:docMk/>
            <pc:sldMk cId="1816502967" sldId="854"/>
            <ac:spMk id="36" creationId="{58BEFD8E-59D7-4B59-AD8D-56CF2F8CD107}"/>
          </ac:spMkLst>
        </pc:spChg>
        <pc:spChg chg="mod">
          <ac:chgData name="Al Friend" userId="e5ed79da-d858-46d4-9eed-a7a24903f2de" providerId="ADAL" clId="{7537B086-0992-4C5F-A071-F6F8659556F1}" dt="2026-01-26T15:48:10.155" v="2238" actId="1035"/>
          <ac:spMkLst>
            <pc:docMk/>
            <pc:sldMk cId="1816502967" sldId="854"/>
            <ac:spMk id="37" creationId="{2138EE6B-2A89-465B-8D74-A2F0DB965B5D}"/>
          </ac:spMkLst>
        </pc:spChg>
        <pc:spChg chg="mod">
          <ac:chgData name="Al Friend" userId="e5ed79da-d858-46d4-9eed-a7a24903f2de" providerId="ADAL" clId="{7537B086-0992-4C5F-A071-F6F8659556F1}" dt="2026-01-26T15:48:10.155" v="2238" actId="1035"/>
          <ac:spMkLst>
            <pc:docMk/>
            <pc:sldMk cId="1816502967" sldId="854"/>
            <ac:spMk id="38" creationId="{40519916-002C-4B50-9CAD-882322014126}"/>
          </ac:spMkLst>
        </pc:spChg>
        <pc:spChg chg="mod">
          <ac:chgData name="Al Friend" userId="e5ed79da-d858-46d4-9eed-a7a24903f2de" providerId="ADAL" clId="{7537B086-0992-4C5F-A071-F6F8659556F1}" dt="2026-01-26T15:49:47.555" v="2248" actId="1037"/>
          <ac:spMkLst>
            <pc:docMk/>
            <pc:sldMk cId="1816502967" sldId="854"/>
            <ac:spMk id="39" creationId="{590FF629-1C6B-4A73-9B6F-1A3047E0C351}"/>
          </ac:spMkLst>
        </pc:spChg>
        <pc:spChg chg="mod">
          <ac:chgData name="Al Friend" userId="e5ed79da-d858-46d4-9eed-a7a24903f2de" providerId="ADAL" clId="{7537B086-0992-4C5F-A071-F6F8659556F1}" dt="2026-01-26T15:48:10.155" v="2238" actId="1035"/>
          <ac:spMkLst>
            <pc:docMk/>
            <pc:sldMk cId="1816502967" sldId="854"/>
            <ac:spMk id="40" creationId="{2059C02D-22B0-4CF8-88BE-A139FCC5E365}"/>
          </ac:spMkLst>
        </pc:spChg>
        <pc:spChg chg="mod">
          <ac:chgData name="Al Friend" userId="e5ed79da-d858-46d4-9eed-a7a24903f2de" providerId="ADAL" clId="{7537B086-0992-4C5F-A071-F6F8659556F1}" dt="2026-01-26T15:48:10.155" v="2238" actId="1035"/>
          <ac:spMkLst>
            <pc:docMk/>
            <pc:sldMk cId="1816502967" sldId="854"/>
            <ac:spMk id="41" creationId="{A908B61F-A960-4A63-B920-885CE28F0894}"/>
          </ac:spMkLst>
        </pc:spChg>
        <pc:spChg chg="mod">
          <ac:chgData name="Al Friend" userId="e5ed79da-d858-46d4-9eed-a7a24903f2de" providerId="ADAL" clId="{7537B086-0992-4C5F-A071-F6F8659556F1}" dt="2026-01-26T15:49:47.555" v="2248" actId="1037"/>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1-26T15:48:10.155" v="2238" actId="1035"/>
          <ac:spMkLst>
            <pc:docMk/>
            <pc:sldMk cId="1816502967" sldId="854"/>
            <ac:spMk id="45" creationId="{D34CE510-4BD9-46EC-99AA-DBE7BD04F483}"/>
          </ac:spMkLst>
        </pc:spChg>
        <pc:spChg chg="mod">
          <ac:chgData name="Al Friend" userId="e5ed79da-d858-46d4-9eed-a7a24903f2de" providerId="ADAL" clId="{7537B086-0992-4C5F-A071-F6F8659556F1}" dt="2026-01-26T15:48:10.155" v="2238" actId="1035"/>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1-26T15:48:10.155" v="2238" actId="1035"/>
          <ac:cxnSpMkLst>
            <pc:docMk/>
            <pc:sldMk cId="1816502967" sldId="854"/>
            <ac:cxnSpMk id="5" creationId="{74743580-1BBD-44D1-9B4B-3FCD69A573CA}"/>
          </ac:cxnSpMkLst>
        </pc:cxnChg>
        <pc:cxnChg chg="mod">
          <ac:chgData name="Al Friend" userId="e5ed79da-d858-46d4-9eed-a7a24903f2de" providerId="ADAL" clId="{7537B086-0992-4C5F-A071-F6F8659556F1}" dt="2026-01-26T15:48:10.155" v="2238" actId="1035"/>
          <ac:cxnSpMkLst>
            <pc:docMk/>
            <pc:sldMk cId="1816502967" sldId="854"/>
            <ac:cxnSpMk id="9" creationId="{4A59694F-BFA9-47E0-AA51-53E4E5936D1D}"/>
          </ac:cxnSpMkLst>
        </pc:cxn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del">
          <ac:chgData name="Al Friend" userId="e5ed79da-d858-46d4-9eed-a7a24903f2de" providerId="ADAL" clId="{7537B086-0992-4C5F-A071-F6F8659556F1}" dt="2026-01-22T15:59:20.664" v="1402" actId="478"/>
          <ac:spMkLst>
            <pc:docMk/>
            <pc:sldMk cId="3427929576" sldId="902"/>
            <ac:spMk id="3" creationId="{A3030223-B6FA-1C0F-1B60-00D7CD4792DA}"/>
          </ac:spMkLst>
        </pc:spChg>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del mod">
          <ac:chgData name="Al Friend" userId="e5ed79da-d858-46d4-9eed-a7a24903f2de" providerId="ADAL" clId="{7537B086-0992-4C5F-A071-F6F8659556F1}" dt="2026-01-22T15:54:47.646" v="1303" actId="478"/>
          <ac:spMkLst>
            <pc:docMk/>
            <pc:sldMk cId="3427929576" sldId="902"/>
            <ac:spMk id="7" creationId="{F42FD7F0-C7E3-F7C3-64B5-86175BE26E84}"/>
          </ac:spMkLst>
        </pc:spChg>
        <pc:spChg chg="del mod">
          <ac:chgData name="Al Friend" userId="e5ed79da-d858-46d4-9eed-a7a24903f2de" providerId="ADAL" clId="{7537B086-0992-4C5F-A071-F6F8659556F1}" dt="2026-01-22T15:54:47.646" v="1303" actId="478"/>
          <ac:spMkLst>
            <pc:docMk/>
            <pc:sldMk cId="3427929576" sldId="902"/>
            <ac:spMk id="8" creationId="{DE26CC7C-F218-9CA9-C097-A8F3A953F8BD}"/>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del mod">
          <ac:chgData name="Al Friend" userId="e5ed79da-d858-46d4-9eed-a7a24903f2de" providerId="ADAL" clId="{7537B086-0992-4C5F-A071-F6F8659556F1}" dt="2026-01-22T15:54:47.646" v="1303" actId="478"/>
          <ac:spMkLst>
            <pc:docMk/>
            <pc:sldMk cId="3427929576" sldId="902"/>
            <ac:spMk id="11" creationId="{25E94918-C645-BFD4-5304-B5A80FA2722B}"/>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del mod">
          <ac:chgData name="Al Friend" userId="e5ed79da-d858-46d4-9eed-a7a24903f2de" providerId="ADAL" clId="{7537B086-0992-4C5F-A071-F6F8659556F1}" dt="2026-01-22T15:54:47.646" v="1303" actId="478"/>
          <ac:spMkLst>
            <pc:docMk/>
            <pc:sldMk cId="3427929576" sldId="902"/>
            <ac:spMk id="20" creationId="{1853AA6B-7FD8-3E7E-8D9E-E7952D8BFB0D}"/>
          </ac:spMkLst>
        </pc:spChg>
        <pc:spChg chg="del mod">
          <ac:chgData name="Al Friend" userId="e5ed79da-d858-46d4-9eed-a7a24903f2de" providerId="ADAL" clId="{7537B086-0992-4C5F-A071-F6F8659556F1}" dt="2026-01-22T15:54:47.646" v="1303" actId="478"/>
          <ac:spMkLst>
            <pc:docMk/>
            <pc:sldMk cId="3427929576" sldId="902"/>
            <ac:spMk id="21" creationId="{0D3CC910-5E9E-5935-6ED7-338DCE177882}"/>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del mod">
          <ac:chgData name="Al Friend" userId="e5ed79da-d858-46d4-9eed-a7a24903f2de" providerId="ADAL" clId="{7537B086-0992-4C5F-A071-F6F8659556F1}" dt="2026-01-22T15:54:47.646" v="1303" actId="478"/>
          <ac:spMkLst>
            <pc:docMk/>
            <pc:sldMk cId="3427929576" sldId="902"/>
            <ac:spMk id="33" creationId="{55B3F266-3D66-01A5-0084-02B23DD79047}"/>
          </ac:spMkLst>
        </pc:spChg>
        <pc:spChg chg="del mod">
          <ac:chgData name="Al Friend" userId="e5ed79da-d858-46d4-9eed-a7a24903f2de" providerId="ADAL" clId="{7537B086-0992-4C5F-A071-F6F8659556F1}" dt="2026-01-22T15:54:47.646" v="1303" actId="478"/>
          <ac:spMkLst>
            <pc:docMk/>
            <pc:sldMk cId="3427929576" sldId="902"/>
            <ac:spMk id="34" creationId="{CA1DF3E2-1B1A-F633-3A4A-4F5C43855F4B}"/>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del mod">
          <ac:chgData name="Al Friend" userId="e5ed79da-d858-46d4-9eed-a7a24903f2de" providerId="ADAL" clId="{7537B086-0992-4C5F-A071-F6F8659556F1}" dt="2026-01-22T15:54:47.646" v="1303" actId="478"/>
          <ac:spMkLst>
            <pc:docMk/>
            <pc:sldMk cId="3427929576" sldId="902"/>
            <ac:spMk id="40" creationId="{868CB6FE-6953-CD77-7A9F-225AD4548CB6}"/>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del">
          <ac:chgData name="Al Friend" userId="e5ed79da-d858-46d4-9eed-a7a24903f2de" providerId="ADAL" clId="{7537B086-0992-4C5F-A071-F6F8659556F1}" dt="2026-01-22T15:52:20.657" v="1295" actId="478"/>
          <ac:spMkLst>
            <pc:docMk/>
            <pc:sldMk cId="3427929576" sldId="902"/>
            <ac:spMk id="58" creationId="{2966E2E3-1095-3AA5-54F4-22EC69E21F63}"/>
          </ac:spMkLst>
        </pc:spChg>
        <pc:spChg chg="del">
          <ac:chgData name="Al Friend" userId="e5ed79da-d858-46d4-9eed-a7a24903f2de" providerId="ADAL" clId="{7537B086-0992-4C5F-A071-F6F8659556F1}" dt="2026-01-22T15:52:20.657" v="1295" actId="478"/>
          <ac:spMkLst>
            <pc:docMk/>
            <pc:sldMk cId="3427929576" sldId="902"/>
            <ac:spMk id="59" creationId="{1C4BE62B-40C5-DE8F-B8B5-D85D5F2A6A7A}"/>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spChg chg="del">
          <ac:chgData name="Al Friend" userId="e5ed79da-d858-46d4-9eed-a7a24903f2de" providerId="ADAL" clId="{7537B086-0992-4C5F-A071-F6F8659556F1}" dt="2026-01-22T15:52:21.654" v="1296" actId="478"/>
          <ac:spMkLst>
            <pc:docMk/>
            <pc:sldMk cId="3427929576" sldId="902"/>
            <ac:spMk id="78" creationId="{505D6E70-C3F4-46DC-93B3-A56DCF57F48A}"/>
          </ac:spMkLst>
        </pc:spChg>
        <pc:spChg chg="del mod">
          <ac:chgData name="Al Friend" userId="e5ed79da-d858-46d4-9eed-a7a24903f2de" providerId="ADAL" clId="{7537B086-0992-4C5F-A071-F6F8659556F1}" dt="2026-01-22T16:05:58.868" v="1468" actId="478"/>
          <ac:spMkLst>
            <pc:docMk/>
            <pc:sldMk cId="3427929576" sldId="902"/>
            <ac:spMk id="84" creationId="{D731AF1B-DA28-4086-B857-F0B6326C3AFB}"/>
          </ac:spMkLst>
        </pc:spChg>
        <pc:grpChg chg="del">
          <ac:chgData name="Al Friend" userId="e5ed79da-d858-46d4-9eed-a7a24903f2de" providerId="ADAL" clId="{7537B086-0992-4C5F-A071-F6F8659556F1}" dt="2026-01-22T15:52:20.657" v="1295" actId="478"/>
          <ac:grpSpMkLst>
            <pc:docMk/>
            <pc:sldMk cId="3427929576" sldId="902"/>
            <ac:grpSpMk id="57" creationId="{B1521731-A15D-3FBE-F181-C47FACE64AD9}"/>
          </ac:grpSpMkLst>
        </pc:gr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del">
          <ac:chgData name="Al Friend" userId="e5ed79da-d858-46d4-9eed-a7a24903f2de" providerId="ADAL" clId="{7537B086-0992-4C5F-A071-F6F8659556F1}" dt="2026-01-22T15:52:20.657" v="1295" actId="478"/>
          <ac:graphicFrameMkLst>
            <pc:docMk/>
            <pc:sldMk cId="3427929576" sldId="902"/>
            <ac:graphicFrameMk id="12" creationId="{EF3A2748-AA90-BCC8-2993-A9CADABE91F9}"/>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del">
          <ac:chgData name="Al Friend" userId="e5ed79da-d858-46d4-9eed-a7a24903f2de" providerId="ADAL" clId="{7537B086-0992-4C5F-A071-F6F8659556F1}" dt="2026-01-23T12:51:17.174" v="1950" actId="478"/>
          <ac:spMkLst>
            <pc:docMk/>
            <pc:sldMk cId="2447293254" sldId="905"/>
            <ac:spMk id="10" creationId="{78B64078-CD33-E0CF-944C-B2B88EB38B02}"/>
          </ac:spMkLst>
        </pc:spChg>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spChg chg="del">
          <ac:chgData name="Al Friend" userId="e5ed79da-d858-46d4-9eed-a7a24903f2de" providerId="ADAL" clId="{7537B086-0992-4C5F-A071-F6F8659556F1}" dt="2026-01-23T12:51:19.301" v="1953" actId="478"/>
          <ac:spMkLst>
            <pc:docMk/>
            <pc:sldMk cId="2447293254" sldId="905"/>
            <ac:spMk id="27" creationId="{E57C248C-DECA-445B-3777-559FD76E0471}"/>
          </ac:spMkLst>
        </pc:spChg>
        <pc:spChg chg="del">
          <ac:chgData name="Al Friend" userId="e5ed79da-d858-46d4-9eed-a7a24903f2de" providerId="ADAL" clId="{7537B086-0992-4C5F-A071-F6F8659556F1}" dt="2026-01-23T12:51:19.963" v="1954" actId="478"/>
          <ac:spMkLst>
            <pc:docMk/>
            <pc:sldMk cId="2447293254" sldId="905"/>
            <ac:spMk id="31" creationId="{B4BBE812-EAF4-B48F-6791-443B03AA852A}"/>
          </ac:spMkLst>
        </pc:spChg>
        <pc:spChg chg="del">
          <ac:chgData name="Al Friend" userId="e5ed79da-d858-46d4-9eed-a7a24903f2de" providerId="ADAL" clId="{7537B086-0992-4C5F-A071-F6F8659556F1}" dt="2026-01-23T12:51:14.357" v="1948" actId="478"/>
          <ac:spMkLst>
            <pc:docMk/>
            <pc:sldMk cId="2447293254" sldId="905"/>
            <ac:spMk id="32" creationId="{12D80B6F-5F24-F5D0-D320-08DA8E3B3394}"/>
          </ac:spMkLst>
        </pc:spChg>
        <pc:spChg chg="del">
          <ac:chgData name="Al Friend" userId="e5ed79da-d858-46d4-9eed-a7a24903f2de" providerId="ADAL" clId="{7537B086-0992-4C5F-A071-F6F8659556F1}" dt="2026-01-23T12:51:17.854" v="1951" actId="478"/>
          <ac:spMkLst>
            <pc:docMk/>
            <pc:sldMk cId="2447293254" sldId="905"/>
            <ac:spMk id="33" creationId="{27507C8B-6A72-4468-91DA-42267C8E3EE3}"/>
          </ac:spMkLst>
        </pc:spChg>
        <pc:spChg chg="del">
          <ac:chgData name="Al Friend" userId="e5ed79da-d858-46d4-9eed-a7a24903f2de" providerId="ADAL" clId="{7537B086-0992-4C5F-A071-F6F8659556F1}" dt="2026-01-23T12:51:18.597" v="1952" actId="478"/>
          <ac:spMkLst>
            <pc:docMk/>
            <pc:sldMk cId="2447293254" sldId="905"/>
            <ac:spMk id="35" creationId="{87DF93C4-BB49-2411-07A1-6DBE208A0AFD}"/>
          </ac:spMkLst>
        </pc:spChg>
        <pc:spChg chg="del">
          <ac:chgData name="Al Friend" userId="e5ed79da-d858-46d4-9eed-a7a24903f2de" providerId="ADAL" clId="{7537B086-0992-4C5F-A071-F6F8659556F1}" dt="2026-01-23T12:51:15.790" v="1949" actId="478"/>
          <ac:spMkLst>
            <pc:docMk/>
            <pc:sldMk cId="2447293254" sldId="905"/>
            <ac:spMk id="37" creationId="{4655A23E-6F0D-4644-8D1D-8ACA1DC5679D}"/>
          </ac:spMkLst>
        </pc:spChg>
        <pc:spChg chg="del">
          <ac:chgData name="Al Friend" userId="e5ed79da-d858-46d4-9eed-a7a24903f2de" providerId="ADAL" clId="{7537B086-0992-4C5F-A071-F6F8659556F1}" dt="2026-01-23T12:51:11.793" v="1946" actId="478"/>
          <ac:spMkLst>
            <pc:docMk/>
            <pc:sldMk cId="2447293254" sldId="905"/>
            <ac:spMk id="53" creationId="{92C33A5A-F732-4833-95E5-AEA73B84F742}"/>
          </ac:spMkLst>
        </pc:spChg>
        <pc:spChg chg="del">
          <ac:chgData name="Al Friend" userId="e5ed79da-d858-46d4-9eed-a7a24903f2de" providerId="ADAL" clId="{7537B086-0992-4C5F-A071-F6F8659556F1}" dt="2026-01-23T12:51:13.165" v="1947" actId="478"/>
          <ac:spMkLst>
            <pc:docMk/>
            <pc:sldMk cId="2447293254" sldId="905"/>
            <ac:spMk id="63" creationId="{1A04EDAE-5F98-49A8-AA3B-FEA2F8FF27D5}"/>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modSp add">
        <pc:chgData name="Al Friend" userId="e5ed79da-d858-46d4-9eed-a7a24903f2de" providerId="ADAL" clId="{7537B086-0992-4C5F-A071-F6F8659556F1}" dt="2026-02-04T14:32:53.711" v="2481" actId="20577"/>
        <pc:sldMkLst>
          <pc:docMk/>
          <pc:sldMk cId="2150400347" sldId="906"/>
        </pc:sldMkLst>
        <pc:spChg chg="mod">
          <ac:chgData name="Al Friend" userId="e5ed79da-d858-46d4-9eed-a7a24903f2de" providerId="ADAL" clId="{7537B086-0992-4C5F-A071-F6F8659556F1}" dt="2026-02-04T14:32:53.711" v="2481" actId="20577"/>
          <ac:spMkLst>
            <pc:docMk/>
            <pc:sldMk cId="2150400347" sldId="906"/>
            <ac:spMk id="15" creationId="{1FD6EF7E-F059-430F-9A1F-C89FC42961D2}"/>
          </ac:spMkLst>
        </pc:spChg>
        <pc:spChg chg="mod">
          <ac:chgData name="Al Friend" userId="e5ed79da-d858-46d4-9eed-a7a24903f2de" providerId="ADAL" clId="{7537B086-0992-4C5F-A071-F6F8659556F1}" dt="2026-02-04T14:32:51.196" v="2479" actId="20577"/>
          <ac:spMkLst>
            <pc:docMk/>
            <pc:sldMk cId="2150400347" sldId="906"/>
            <ac:spMk id="22" creationId="{2EE40C53-3243-472A-883B-FF608A0E334A}"/>
          </ac:spMkLst>
        </pc:sp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04/02/2026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80513042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109</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156</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5.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7" name="Keys">
            <a:extLst>
              <a:ext uri="{FF2B5EF4-FFF2-40B4-BE49-F238E27FC236}">
                <a16:creationId xmlns:a16="http://schemas.microsoft.com/office/drawing/2014/main" id="{663E3461-DC5D-48CF-AE13-69B629EAA16E}"/>
              </a:ext>
            </a:extLst>
          </p:cNvPr>
          <p:cNvSpPr txBox="1"/>
          <p:nvPr/>
        </p:nvSpPr>
        <p:spPr>
          <a:xfrm>
            <a:off x="402265" y="5982736"/>
            <a:ext cx="4238596" cy="584775"/>
          </a:xfrm>
          <a:prstGeom prst="rect">
            <a:avLst/>
          </a:prstGeom>
          <a:noFill/>
        </p:spPr>
        <p:txBody>
          <a:bodyPr wrap="none" rtlCol="0">
            <a:spAutoFit/>
          </a:bodyPr>
          <a:lstStyle/>
          <a:p>
            <a:r>
              <a:rPr lang="en-GB" sz="3200" dirty="0">
                <a:solidFill>
                  <a:srgbClr val="7030A0"/>
                </a:solidFill>
              </a:rPr>
              <a:t>Primary Key: </a:t>
            </a:r>
            <a:r>
              <a:rPr lang="en-GB" sz="3200" b="1" u="sng" dirty="0">
                <a:solidFill>
                  <a:srgbClr val="7030A0"/>
                </a:solidFill>
              </a:rPr>
              <a:t>underlined</a:t>
            </a:r>
          </a:p>
        </p:txBody>
      </p:sp>
      <p:grpSp>
        <p:nvGrpSpPr>
          <p:cNvPr id="13" name="taxi">
            <a:extLst>
              <a:ext uri="{FF2B5EF4-FFF2-40B4-BE49-F238E27FC236}">
                <a16:creationId xmlns:a16="http://schemas.microsoft.com/office/drawing/2014/main" id="{999086BD-AB94-47EE-8DB1-32155A3F5AD8}"/>
              </a:ext>
            </a:extLst>
          </p:cNvPr>
          <p:cNvGrpSpPr/>
          <p:nvPr/>
        </p:nvGrpSpPr>
        <p:grpSpPr>
          <a:xfrm>
            <a:off x="402265" y="2290135"/>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5C78924D-DB14-4096-A372-7CD9DB56FD71}"/>
              </a:ext>
            </a:extLst>
          </p:cNvPr>
          <p:cNvGraphicFramePr>
            <a:graphicFrameLocks noGrp="1"/>
          </p:cNvGraphicFramePr>
          <p:nvPr>
            <p:extLst>
              <p:ext uri="{D42A27DB-BD31-4B8C-83A1-F6EECF244321}">
                <p14:modId xmlns:p14="http://schemas.microsoft.com/office/powerpoint/2010/main" val="748465729"/>
              </p:ext>
            </p:extLst>
          </p:nvPr>
        </p:nvGraphicFramePr>
        <p:xfrm>
          <a:off x="3404560" y="2298700"/>
          <a:ext cx="8385175" cy="2108200"/>
        </p:xfrm>
        <a:graphic>
          <a:graphicData uri="http://schemas.openxmlformats.org/drawingml/2006/table">
            <a:tbl>
              <a:tblPr>
                <a:tableStyleId>{2D5ABB26-0587-4C30-8999-92F81FD0307C}</a:tableStyleId>
              </a:tblPr>
              <a:tblGrid>
                <a:gridCol w="1292225">
                  <a:extLst>
                    <a:ext uri="{9D8B030D-6E8A-4147-A177-3AD203B41FA5}">
                      <a16:colId xmlns:a16="http://schemas.microsoft.com/office/drawing/2014/main" val="472702329"/>
                    </a:ext>
                  </a:extLst>
                </a:gridCol>
                <a:gridCol w="1654175">
                  <a:extLst>
                    <a:ext uri="{9D8B030D-6E8A-4147-A177-3AD203B41FA5}">
                      <a16:colId xmlns:a16="http://schemas.microsoft.com/office/drawing/2014/main" val="1038683934"/>
                    </a:ext>
                  </a:extLst>
                </a:gridCol>
                <a:gridCol w="1111250">
                  <a:extLst>
                    <a:ext uri="{9D8B030D-6E8A-4147-A177-3AD203B41FA5}">
                      <a16:colId xmlns:a16="http://schemas.microsoft.com/office/drawing/2014/main" val="2690132748"/>
                    </a:ext>
                  </a:extLst>
                </a:gridCol>
                <a:gridCol w="2740025">
                  <a:extLst>
                    <a:ext uri="{9D8B030D-6E8A-4147-A177-3AD203B41FA5}">
                      <a16:colId xmlns:a16="http://schemas.microsoft.com/office/drawing/2014/main" val="1892850245"/>
                    </a:ext>
                  </a:extLst>
                </a:gridCol>
                <a:gridCol w="1587500">
                  <a:extLst>
                    <a:ext uri="{9D8B030D-6E8A-4147-A177-3AD203B41FA5}">
                      <a16:colId xmlns:a16="http://schemas.microsoft.com/office/drawing/2014/main" val="4184799364"/>
                    </a:ext>
                  </a:extLst>
                </a:gridCol>
              </a:tblGrid>
              <a:tr h="299399">
                <a:tc>
                  <a:txBody>
                    <a:bodyPr/>
                    <a:lstStyle/>
                    <a:p>
                      <a:r>
                        <a:rPr lang="en-GB" sz="2600" b="1" dirty="0" err="1">
                          <a:latin typeface="Consolas" panose="020B0609020204030204" pitchFamily="49" charset="0"/>
                        </a:rPr>
                        <a:t>taxiID</a:t>
                      </a:r>
                      <a:endParaRPr lang="en-GB" sz="2600" b="1"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2600" b="1" dirty="0" err="1">
                          <a:latin typeface="Consolas" panose="020B0609020204030204" pitchFamily="49" charset="0"/>
                        </a:rPr>
                        <a:t>taxiReg</a:t>
                      </a:r>
                      <a:endParaRPr lang="en-GB" sz="2600" b="1"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26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2600" b="1" dirty="0">
                          <a:latin typeface="Consolas" panose="020B0609020204030204" pitchFamily="49" charset="0"/>
                        </a:rPr>
                        <a:t>model</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26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2600" dirty="0">
                          <a:effectLst/>
                          <a:latin typeface="Consolas" panose="020B0609020204030204" pitchFamily="49" charset="0"/>
                        </a:rPr>
                        <a:t>5</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HD58 </a:t>
                      </a:r>
                      <a:r>
                        <a:rPr lang="en-GB" sz="2600" dirty="0" err="1">
                          <a:effectLst/>
                          <a:latin typeface="Consolas" panose="020B0609020204030204" pitchFamily="49" charset="0"/>
                        </a:rPr>
                        <a:t>OZI</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Ford</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Crown Victoria</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a:effectLst/>
                          <a:latin typeface="Consolas" panose="020B0609020204030204" pitchFamily="49" charset="0"/>
                        </a:rPr>
                        <a:t>Teal</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2600">
                          <a:effectLst/>
                          <a:latin typeface="Consolas" panose="020B0609020204030204" pitchFamily="49" charset="0"/>
                        </a:rPr>
                        <a:t>12</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FL06 TIB</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Buick</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err="1">
                          <a:effectLst/>
                          <a:latin typeface="Consolas" panose="020B0609020204030204" pitchFamily="49" charset="0"/>
                        </a:rPr>
                        <a:t>LeSabre</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Crimson</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2600">
                          <a:effectLst/>
                          <a:latin typeface="Consolas" panose="020B0609020204030204" pitchFamily="49" charset="0"/>
                        </a:rPr>
                        <a:t>13</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a:effectLst/>
                          <a:latin typeface="Consolas" panose="020B0609020204030204" pitchFamily="49" charset="0"/>
                        </a:rPr>
                        <a:t>CJ57 ZZL</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Buick</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err="1">
                          <a:effectLst/>
                          <a:latin typeface="Consolas" panose="020B0609020204030204" pitchFamily="49" charset="0"/>
                        </a:rPr>
                        <a:t>LaCrosse</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Teal</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2600">
                          <a:effectLst/>
                          <a:latin typeface="Consolas" panose="020B0609020204030204" pitchFamily="49" charset="0"/>
                        </a:rPr>
                        <a:t>17</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a:effectLst/>
                          <a:latin typeface="Consolas" panose="020B0609020204030204" pitchFamily="49" charset="0"/>
                        </a:rPr>
                        <a:t>WS03 WEC</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a:effectLst/>
                          <a:latin typeface="Consolas" panose="020B0609020204030204" pitchFamily="49" charset="0"/>
                        </a:rPr>
                        <a:t>Ford</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a:effectLst/>
                          <a:latin typeface="Consolas" panose="020B0609020204030204" pitchFamily="49" charset="0"/>
                        </a:rPr>
                        <a:t>Explorer</a:t>
                      </a:r>
                      <a:endParaRPr lang="en-GB" sz="26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2600" dirty="0">
                          <a:effectLst/>
                          <a:latin typeface="Consolas" panose="020B0609020204030204" pitchFamily="49" charset="0"/>
                        </a:rPr>
                        <a:t>Mauve</a:t>
                      </a:r>
                      <a:endParaRPr lang="en-GB" sz="26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5ECE31C2-607E-428E-8FB1-325AF6B6A26F}"/>
              </a:ext>
            </a:extLst>
          </p:cNvPr>
          <p:cNvSpPr txBox="1"/>
          <p:nvPr/>
        </p:nvSpPr>
        <p:spPr>
          <a:xfrm>
            <a:off x="8976144" y="1643804"/>
            <a:ext cx="2813591" cy="646331"/>
          </a:xfrm>
          <a:prstGeom prst="rect">
            <a:avLst/>
          </a:prstGeom>
          <a:noFill/>
        </p:spPr>
        <p:txBody>
          <a:bodyPr wrap="none" rtlCol="0">
            <a:spAutoFit/>
          </a:bodyPr>
          <a:lstStyle/>
          <a:p>
            <a:pPr algn="r"/>
            <a:r>
              <a:rPr lang="en-GB" sz="3600" b="1" dirty="0">
                <a:solidFill>
                  <a:srgbClr val="7030A0"/>
                </a:solidFill>
              </a:rPr>
              <a:t>Example Data</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40F5619-3514-460D-BB64-C97EEA7EECAB}"/>
              </a:ext>
            </a:extLst>
          </p:cNvPr>
          <p:cNvSpPr/>
          <p:nvPr/>
        </p:nvSpPr>
        <p:spPr>
          <a:xfrm>
            <a:off x="4255086" y="478947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6F84B68-B0DF-45F0-8676-63C003F271DE}"/>
              </a:ext>
            </a:extLst>
          </p:cNvPr>
          <p:cNvSpPr txBox="1"/>
          <p:nvPr/>
        </p:nvSpPr>
        <p:spPr>
          <a:xfrm>
            <a:off x="402265" y="1652369"/>
            <a:ext cx="1305678" cy="646331"/>
          </a:xfrm>
          <a:prstGeom prst="rect">
            <a:avLst/>
          </a:prstGeom>
          <a:noFill/>
        </p:spPr>
        <p:txBody>
          <a:bodyPr wrap="none" rtlCol="0">
            <a:spAutoFit/>
          </a:bodyPr>
          <a:lstStyle/>
          <a:p>
            <a:pPr algn="r"/>
            <a:r>
              <a:rPr lang="en-GB" sz="3600" b="1" dirty="0">
                <a:solidFill>
                  <a:srgbClr val="7030A0"/>
                </a:solidFill>
              </a:rPr>
              <a:t>Entity</a:t>
            </a:r>
            <a:endParaRPr lang="en-GB" sz="3600" b="1" u="sng" dirty="0">
              <a:solidFill>
                <a:srgbClr val="7030A0"/>
              </a:solidFill>
            </a:endParaRPr>
          </a:p>
        </p:txBody>
      </p:sp>
      <p:sp>
        <p:nvSpPr>
          <p:cNvPr id="9" name="Arc 8">
            <a:extLst>
              <a:ext uri="{FF2B5EF4-FFF2-40B4-BE49-F238E27FC236}">
                <a16:creationId xmlns:a16="http://schemas.microsoft.com/office/drawing/2014/main" id="{2EE28BEF-588B-4646-BB12-65CF6FC91458}"/>
              </a:ext>
            </a:extLst>
          </p:cNvPr>
          <p:cNvSpPr/>
          <p:nvPr/>
        </p:nvSpPr>
        <p:spPr>
          <a:xfrm>
            <a:off x="2168541" y="1689209"/>
            <a:ext cx="1427331" cy="893135"/>
          </a:xfrm>
          <a:prstGeom prst="arc">
            <a:avLst>
              <a:gd name="adj1" fmla="val 10301486"/>
              <a:gd name="adj2" fmla="val 467393"/>
            </a:avLst>
          </a:prstGeom>
          <a:ln w="38100">
            <a:solidFill>
              <a:schemeClr val="accent6">
                <a:lumMod val="75000"/>
              </a:schemeClr>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wipe(left)">
                                      <p:cBhvr>
                                        <p:cTn id="12" dur="2000"/>
                                        <p:tgtEl>
                                          <p:spTgt spid="7">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3">
                                            <p:txEl>
                                              <p:pRg st="0" end="0"/>
                                            </p:txEl>
                                          </p:spTgt>
                                        </p:tgtEl>
                                        <p:attrNameLst>
                                          <p:attrName>style.visibility</p:attrName>
                                        </p:attrNameLst>
                                      </p:cBhvr>
                                      <p:to>
                                        <p:strVal val="visible"/>
                                      </p:to>
                                    </p:set>
                                    <p:animEffect transition="in" filter="wipe(left)">
                                      <p:cBhvr>
                                        <p:cTn id="17" dur="2000"/>
                                        <p:tgtEl>
                                          <p:spTgt spid="2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10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6">
                                            <p:txEl>
                                              <p:pRg st="0" end="0"/>
                                            </p:txEl>
                                          </p:spTgt>
                                        </p:tgtEl>
                                        <p:attrNameLst>
                                          <p:attrName>style.visibility</p:attrName>
                                        </p:attrNameLst>
                                      </p:cBhvr>
                                      <p:to>
                                        <p:strVal val="visible"/>
                                      </p:to>
                                    </p:set>
                                    <p:animEffect transition="in" filter="wipe(left)">
                                      <p:cBhvr>
                                        <p:cTn id="27" dur="2000"/>
                                        <p:tgtEl>
                                          <p:spTgt spid="2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3" grpId="0" uiExpand="1" build="p"/>
      <p:bldP spid="25" grpId="0" animBg="1"/>
      <p:bldP spid="26"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21504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wipe(left)">
                                      <p:cBhvr>
                                        <p:cTn id="106" dur="500"/>
                                        <p:tgtEl>
                                          <p:spTgt spid="38"/>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00"/>
                                        <p:tgtEl>
                                          <p:spTgt spid="37"/>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wipe(left)">
                                      <p:cBhvr>
                                        <p:cTn id="114" dur="1500"/>
                                        <p:tgtEl>
                                          <p:spTgt spid="36"/>
                                        </p:tgtEl>
                                      </p:cBhvr>
                                    </p:animEffect>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wipe(left)">
                                      <p:cBhvr>
                                        <p:cTn id="118" dur="500"/>
                                        <p:tgtEl>
                                          <p:spTgt spid="41"/>
                                        </p:tgtEl>
                                      </p:cBhvr>
                                    </p:animEffect>
                                  </p:childTnLst>
                                </p:cTn>
                              </p:par>
                            </p:childTnLst>
                          </p:cTn>
                        </p:par>
                        <p:par>
                          <p:cTn id="119" fill="hold">
                            <p:stCondLst>
                              <p:cond delay="3000"/>
                            </p:stCondLst>
                            <p:childTnLst>
                              <p:par>
                                <p:cTn id="120" presetID="22" presetClass="entr" presetSubtype="8"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wipe(left)">
                                      <p:cBhvr>
                                        <p:cTn id="122" dur="500"/>
                                        <p:tgtEl>
                                          <p:spTgt spid="40"/>
                                        </p:tgtEl>
                                      </p:cBhvr>
                                    </p:animEffect>
                                  </p:childTnLst>
                                </p:cTn>
                              </p:par>
                            </p:childTnLst>
                          </p:cTn>
                        </p:par>
                        <p:par>
                          <p:cTn id="123" fill="hold">
                            <p:stCondLst>
                              <p:cond delay="3500"/>
                            </p:stCondLst>
                            <p:childTnLst>
                              <p:par>
                                <p:cTn id="124" presetID="22" presetClass="entr" presetSubtype="8" fill="hold" grpId="0" nodeType="after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1500"/>
                                        <p:tgtEl>
                                          <p:spTgt spid="39"/>
                                        </p:tgtEl>
                                      </p:cBhvr>
                                    </p:animEffect>
                                  </p:childTnLst>
                                </p:cTn>
                              </p:par>
                            </p:childTnLst>
                          </p:cTn>
                        </p:par>
                        <p:par>
                          <p:cTn id="127" fill="hold">
                            <p:stCondLst>
                              <p:cond delay="5000"/>
                            </p:stCondLst>
                            <p:childTnLst>
                              <p:par>
                                <p:cTn id="128" presetID="22" presetClass="entr" presetSubtype="8" fill="hold" grpId="0" nodeType="after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wipe(left)">
                                      <p:cBhvr>
                                        <p:cTn id="130" dur="500"/>
                                        <p:tgtEl>
                                          <p:spTgt spid="46"/>
                                        </p:tgtEl>
                                      </p:cBhvr>
                                    </p:animEffect>
                                  </p:childTnLst>
                                </p:cTn>
                              </p:par>
                            </p:childTnLst>
                          </p:cTn>
                        </p:par>
                        <p:par>
                          <p:cTn id="131" fill="hold">
                            <p:stCondLst>
                              <p:cond delay="5500"/>
                            </p:stCondLst>
                            <p:childTnLst>
                              <p:par>
                                <p:cTn id="132" presetID="22" presetClass="entr" presetSubtype="8" fill="hold" grpId="0" nodeType="afterEffect">
                                  <p:stCondLst>
                                    <p:cond delay="0"/>
                                  </p:stCondLst>
                                  <p:childTnLst>
                                    <p:set>
                                      <p:cBhvr>
                                        <p:cTn id="133" dur="1" fill="hold">
                                          <p:stCondLst>
                                            <p:cond delay="0"/>
                                          </p:stCondLst>
                                        </p:cTn>
                                        <p:tgtEl>
                                          <p:spTgt spid="45"/>
                                        </p:tgtEl>
                                        <p:attrNameLst>
                                          <p:attrName>style.visibility</p:attrName>
                                        </p:attrNameLst>
                                      </p:cBhvr>
                                      <p:to>
                                        <p:strVal val="visible"/>
                                      </p:to>
                                    </p:set>
                                    <p:animEffect transition="in" filter="wipe(left)">
                                      <p:cBhvr>
                                        <p:cTn id="134" dur="500"/>
                                        <p:tgtEl>
                                          <p:spTgt spid="45"/>
                                        </p:tgtEl>
                                      </p:cBhvr>
                                    </p:animEffect>
                                  </p:childTnLst>
                                </p:cTn>
                              </p:par>
                            </p:childTnLst>
                          </p:cTn>
                        </p:par>
                        <p:par>
                          <p:cTn id="135" fill="hold">
                            <p:stCondLst>
                              <p:cond delay="6000"/>
                            </p:stCondLst>
                            <p:childTnLst>
                              <p:par>
                                <p:cTn id="136" presetID="22" presetClass="entr" presetSubtype="8" fill="hold" grpId="0" nodeType="after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wipe(left)">
                                      <p:cBhvr>
                                        <p:cTn id="138" dur="1500"/>
                                        <p:tgtEl>
                                          <p:spTgt spid="42"/>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xit" presetSubtype="8" fill="hold" grpId="1" nodeType="clickEffect">
                                  <p:stCondLst>
                                    <p:cond delay="0"/>
                                  </p:stCondLst>
                                  <p:childTnLst>
                                    <p:animEffect transition="out" filter="wipe(left)">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childTnLst>
                          </p:cTn>
                        </p:par>
                        <p:par>
                          <p:cTn id="144" fill="hold">
                            <p:stCondLst>
                              <p:cond delay="500"/>
                            </p:stCondLst>
                            <p:childTnLst>
                              <p:par>
                                <p:cTn id="145" presetID="22" presetClass="entr" presetSubtype="8" fill="hold" grpId="0" nodeType="afterEffect">
                                  <p:stCondLst>
                                    <p:cond delay="0"/>
                                  </p:stCondLst>
                                  <p:childTnLst>
                                    <p:set>
                                      <p:cBhvr>
                                        <p:cTn id="146" dur="1" fill="hold">
                                          <p:stCondLst>
                                            <p:cond delay="0"/>
                                          </p:stCondLst>
                                        </p:cTn>
                                        <p:tgtEl>
                                          <p:spTgt spid="26"/>
                                        </p:tgtEl>
                                        <p:attrNameLst>
                                          <p:attrName>style.visibility</p:attrName>
                                        </p:attrNameLst>
                                      </p:cBhvr>
                                      <p:to>
                                        <p:strVal val="visible"/>
                                      </p:to>
                                    </p:set>
                                    <p:animEffect transition="in" filter="wipe(left)">
                                      <p:cBhvr>
                                        <p:cTn id="147" dur="1000"/>
                                        <p:tgtEl>
                                          <p:spTgt spid="26"/>
                                        </p:tgtEl>
                                      </p:cBhvr>
                                    </p:animEffect>
                                  </p:childTnLst>
                                </p:cTn>
                              </p:par>
                            </p:childTnLst>
                          </p:cTn>
                        </p:par>
                      </p:childTnLst>
                    </p:cTn>
                  </p:par>
                  <p:par>
                    <p:cTn id="148" fill="hold">
                      <p:stCondLst>
                        <p:cond delay="indefinite"/>
                      </p:stCondLst>
                      <p:childTnLst>
                        <p:par>
                          <p:cTn id="149" fill="hold">
                            <p:stCondLst>
                              <p:cond delay="0"/>
                            </p:stCondLst>
                            <p:childTnLst>
                              <p:par>
                                <p:cTn id="150" presetID="22" presetClass="entr" presetSubtype="8" fill="hold" grpId="0" nodeType="clickEffect">
                                  <p:stCondLst>
                                    <p:cond delay="0"/>
                                  </p:stCondLst>
                                  <p:childTnLst>
                                    <p:set>
                                      <p:cBhvr>
                                        <p:cTn id="151" dur="1" fill="hold">
                                          <p:stCondLst>
                                            <p:cond delay="0"/>
                                          </p:stCondLst>
                                        </p:cTn>
                                        <p:tgtEl>
                                          <p:spTgt spid="25"/>
                                        </p:tgtEl>
                                        <p:attrNameLst>
                                          <p:attrName>style.visibility</p:attrName>
                                        </p:attrNameLst>
                                      </p:cBhvr>
                                      <p:to>
                                        <p:strVal val="visible"/>
                                      </p:to>
                                    </p:set>
                                    <p:animEffect transition="in" filter="wipe(left)">
                                      <p:cBhvr>
                                        <p:cTn id="152" dur="500"/>
                                        <p:tgtEl>
                                          <p:spTgt spid="25"/>
                                        </p:tgtEl>
                                      </p:cBhvr>
                                    </p:animEffect>
                                  </p:childTnLst>
                                </p:cTn>
                              </p:par>
                            </p:childTnLst>
                          </p:cTn>
                        </p:par>
                        <p:par>
                          <p:cTn id="153" fill="hold">
                            <p:stCondLst>
                              <p:cond delay="500"/>
                            </p:stCondLst>
                            <p:childTnLst>
                              <p:par>
                                <p:cTn id="154" presetID="22" presetClass="entr" presetSubtype="1" fill="hold" nodeType="afterEffect">
                                  <p:stCondLst>
                                    <p:cond delay="0"/>
                                  </p:stCondLst>
                                  <p:childTnLst>
                                    <p:set>
                                      <p:cBhvr>
                                        <p:cTn id="155" dur="1" fill="hold">
                                          <p:stCondLst>
                                            <p:cond delay="0"/>
                                          </p:stCondLst>
                                        </p:cTn>
                                        <p:tgtEl>
                                          <p:spTgt spid="5"/>
                                        </p:tgtEl>
                                        <p:attrNameLst>
                                          <p:attrName>style.visibility</p:attrName>
                                        </p:attrNameLst>
                                      </p:cBhvr>
                                      <p:to>
                                        <p:strVal val="visible"/>
                                      </p:to>
                                    </p:set>
                                    <p:animEffect transition="in" filter="wipe(up)">
                                      <p:cBhvr>
                                        <p:cTn id="156" dur="500"/>
                                        <p:tgtEl>
                                          <p:spTgt spid="5"/>
                                        </p:tgtEl>
                                      </p:cBhvr>
                                    </p:animEffect>
                                  </p:childTnLst>
                                </p:cTn>
                              </p:par>
                            </p:childTnLst>
                          </p:cTn>
                        </p:par>
                        <p:par>
                          <p:cTn id="157" fill="hold">
                            <p:stCondLst>
                              <p:cond delay="1000"/>
                            </p:stCondLst>
                            <p:childTnLst>
                              <p:par>
                                <p:cTn id="158" presetID="22" presetClass="entr" presetSubtype="1" fill="hold" grpId="0" nodeType="afterEffect">
                                  <p:stCondLst>
                                    <p:cond delay="0"/>
                                  </p:stCondLst>
                                  <p:childTnLst>
                                    <p:set>
                                      <p:cBhvr>
                                        <p:cTn id="159" dur="1" fill="hold">
                                          <p:stCondLst>
                                            <p:cond delay="0"/>
                                          </p:stCondLst>
                                        </p:cTn>
                                        <p:tgtEl>
                                          <p:spTgt spid="29"/>
                                        </p:tgtEl>
                                        <p:attrNameLst>
                                          <p:attrName>style.visibility</p:attrName>
                                        </p:attrNameLst>
                                      </p:cBhvr>
                                      <p:to>
                                        <p:strVal val="visible"/>
                                      </p:to>
                                    </p:set>
                                    <p:animEffect transition="in" filter="wipe(up)">
                                      <p:cBhvr>
                                        <p:cTn id="160" dur="1500"/>
                                        <p:tgtEl>
                                          <p:spTgt spid="29"/>
                                        </p:tgtEl>
                                      </p:cBhvr>
                                    </p:animEffect>
                                  </p:childTnLst>
                                </p:cTn>
                              </p:par>
                            </p:childTnLst>
                          </p:cTn>
                        </p:par>
                        <p:par>
                          <p:cTn id="161" fill="hold">
                            <p:stCondLst>
                              <p:cond delay="2500"/>
                            </p:stCondLst>
                            <p:childTnLst>
                              <p:par>
                                <p:cTn id="162" presetID="22" presetClass="entr" presetSubtype="1" fill="hold"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wipe(up)">
                                      <p:cBhvr>
                                        <p:cTn id="164" dur="500"/>
                                        <p:tgtEl>
                                          <p:spTgt spid="9"/>
                                        </p:tgtEl>
                                      </p:cBhvr>
                                    </p:animEffect>
                                  </p:childTnLst>
                                </p:cTn>
                              </p:par>
                            </p:childTnLst>
                          </p:cTn>
                        </p:par>
                        <p:par>
                          <p:cTn id="165" fill="hold">
                            <p:stCondLst>
                              <p:cond delay="3000"/>
                            </p:stCondLst>
                            <p:childTnLst>
                              <p:par>
                                <p:cTn id="166" presetID="22" presetClass="entr" presetSubtype="1" fill="hold" grpId="0" nodeType="afterEffect">
                                  <p:stCondLst>
                                    <p:cond delay="0"/>
                                  </p:stCondLst>
                                  <p:childTnLst>
                                    <p:set>
                                      <p:cBhvr>
                                        <p:cTn id="167" dur="1" fill="hold">
                                          <p:stCondLst>
                                            <p:cond delay="0"/>
                                          </p:stCondLst>
                                        </p:cTn>
                                        <p:tgtEl>
                                          <p:spTgt spid="30"/>
                                        </p:tgtEl>
                                        <p:attrNameLst>
                                          <p:attrName>style.visibility</p:attrName>
                                        </p:attrNameLst>
                                      </p:cBhvr>
                                      <p:to>
                                        <p:strVal val="visible"/>
                                      </p:to>
                                    </p:set>
                                    <p:animEffect transition="in" filter="wipe(up)">
                                      <p:cBhvr>
                                        <p:cTn id="168" dur="1500"/>
                                        <p:tgtEl>
                                          <p:spTgt spid="30"/>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xit" presetSubtype="8" fill="hold" grpId="1" nodeType="clickEffect">
                                  <p:stCondLst>
                                    <p:cond delay="0"/>
                                  </p:stCondLst>
                                  <p:childTnLst>
                                    <p:animEffect transition="out" filter="wipe(left)">
                                      <p:cBhvr>
                                        <p:cTn id="172" dur="500"/>
                                        <p:tgtEl>
                                          <p:spTgt spid="26"/>
                                        </p:tgtEl>
                                      </p:cBhvr>
                                    </p:animEffect>
                                    <p:set>
                                      <p:cBhvr>
                                        <p:cTn id="173" dur="1" fill="hold">
                                          <p:stCondLst>
                                            <p:cond delay="499"/>
                                          </p:stCondLst>
                                        </p:cTn>
                                        <p:tgtEl>
                                          <p:spTgt spid="26"/>
                                        </p:tgtEl>
                                        <p:attrNameLst>
                                          <p:attrName>style.visibility</p:attrName>
                                        </p:attrNameLst>
                                      </p:cBhvr>
                                      <p:to>
                                        <p:strVal val="hidden"/>
                                      </p:to>
                                    </p:set>
                                  </p:childTnLst>
                                </p:cTn>
                              </p:par>
                            </p:childTnLst>
                          </p:cTn>
                        </p:par>
                        <p:par>
                          <p:cTn id="174" fill="hold">
                            <p:stCondLst>
                              <p:cond delay="500"/>
                            </p:stCondLst>
                            <p:childTnLst>
                              <p:par>
                                <p:cTn id="175" presetID="22" presetClass="entr" presetSubtype="8" fill="hold" grpId="0" nodeType="afterEffect">
                                  <p:stCondLst>
                                    <p:cond delay="0"/>
                                  </p:stCondLst>
                                  <p:childTnLst>
                                    <p:set>
                                      <p:cBhvr>
                                        <p:cTn id="176" dur="1" fill="hold">
                                          <p:stCondLst>
                                            <p:cond delay="0"/>
                                          </p:stCondLst>
                                        </p:cTn>
                                        <p:tgtEl>
                                          <p:spTgt spid="32"/>
                                        </p:tgtEl>
                                        <p:attrNameLst>
                                          <p:attrName>style.visibility</p:attrName>
                                        </p:attrNameLst>
                                      </p:cBhvr>
                                      <p:to>
                                        <p:strVal val="visible"/>
                                      </p:to>
                                    </p:set>
                                    <p:animEffect transition="in" filter="wipe(left)">
                                      <p:cBhvr>
                                        <p:cTn id="177" dur="500"/>
                                        <p:tgtEl>
                                          <p:spTgt spid="32"/>
                                        </p:tgtEl>
                                      </p:cBhvr>
                                    </p:animEffect>
                                  </p:childTnLst>
                                </p:cTn>
                              </p:par>
                            </p:childTnLst>
                          </p:cTn>
                        </p:par>
                        <p:par>
                          <p:cTn id="178" fill="hold">
                            <p:stCondLst>
                              <p:cond delay="1000"/>
                            </p:stCondLst>
                            <p:childTnLst>
                              <p:par>
                                <p:cTn id="179" presetID="22" presetClass="entr" presetSubtype="8" fill="hold" grpId="0" nodeType="afterEffect">
                                  <p:stCondLst>
                                    <p:cond delay="0"/>
                                  </p:stCondLst>
                                  <p:childTnLst>
                                    <p:set>
                                      <p:cBhvr>
                                        <p:cTn id="180" dur="1" fill="hold">
                                          <p:stCondLst>
                                            <p:cond delay="0"/>
                                          </p:stCondLst>
                                        </p:cTn>
                                        <p:tgtEl>
                                          <p:spTgt spid="28"/>
                                        </p:tgtEl>
                                        <p:attrNameLst>
                                          <p:attrName>style.visibility</p:attrName>
                                        </p:attrNameLst>
                                      </p:cBhvr>
                                      <p:to>
                                        <p:strVal val="visible"/>
                                      </p:to>
                                    </p:set>
                                    <p:animEffect transition="in" filter="wipe(left)">
                                      <p:cBhvr>
                                        <p:cTn id="181" dur="1000"/>
                                        <p:tgtEl>
                                          <p:spTgt spid="28"/>
                                        </p:tgtEl>
                                      </p:cBhvr>
                                    </p:animEffect>
                                  </p:childTnLst>
                                </p:cTn>
                              </p:par>
                            </p:childTnLst>
                          </p:cTn>
                        </p:par>
                        <p:par>
                          <p:cTn id="182" fill="hold">
                            <p:stCondLst>
                              <p:cond delay="2000"/>
                            </p:stCondLst>
                            <p:childTnLst>
                              <p:par>
                                <p:cTn id="183" presetID="22" presetClass="entr" presetSubtype="8" fill="hold" nodeType="after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wipe(left)">
                                      <p:cBhvr>
                                        <p:cTn id="18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756</TotalTime>
  <Words>12124</Words>
  <Application>Microsoft Office PowerPoint</Application>
  <PresentationFormat>Widescreen</PresentationFormat>
  <Paragraphs>4959</Paragraphs>
  <Slides>261</Slides>
  <Notes>207</Notes>
  <HiddenSlides>122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261</vt:i4>
      </vt:variant>
    </vt:vector>
  </HeadingPairs>
  <TitlesOfParts>
    <vt:vector size="269"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485</cp:revision>
  <cp:lastPrinted>2021-06-18T08:15:49Z</cp:lastPrinted>
  <dcterms:created xsi:type="dcterms:W3CDTF">2020-11-23T14:36:09Z</dcterms:created>
  <dcterms:modified xsi:type="dcterms:W3CDTF">2026-02-04T15:48:27Z</dcterms:modified>
</cp:coreProperties>
</file>