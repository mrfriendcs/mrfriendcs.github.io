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461" r:id="rId122"/>
    <p:sldId id="729" r:id="rId123"/>
    <p:sldId id="819" r:id="rId124"/>
    <p:sldId id="256" r:id="rId125"/>
    <p:sldId id="524" r:id="rId126"/>
    <p:sldId id="820" r:id="rId127"/>
    <p:sldId id="821" r:id="rId128"/>
    <p:sldId id="822" r:id="rId129"/>
    <p:sldId id="823" r:id="rId130"/>
    <p:sldId id="824" r:id="rId131"/>
    <p:sldId id="826" r:id="rId132"/>
    <p:sldId id="523" r:id="rId133"/>
    <p:sldId id="827" r:id="rId134"/>
    <p:sldId id="690" r:id="rId135"/>
    <p:sldId id="480" r:id="rId136"/>
    <p:sldId id="777" r:id="rId137"/>
    <p:sldId id="680" r:id="rId138"/>
    <p:sldId id="684" r:id="rId139"/>
    <p:sldId id="682" r:id="rId140"/>
    <p:sldId id="681" r:id="rId141"/>
    <p:sldId id="874" r:id="rId142"/>
    <p:sldId id="482" r:id="rId143"/>
    <p:sldId id="873" r:id="rId144"/>
    <p:sldId id="842" r:id="rId145"/>
    <p:sldId id="843" r:id="rId146"/>
    <p:sldId id="846" r:id="rId147"/>
    <p:sldId id="850" r:id="rId148"/>
    <p:sldId id="847" r:id="rId149"/>
    <p:sldId id="849" r:id="rId150"/>
    <p:sldId id="828" r:id="rId151"/>
    <p:sldId id="829" r:id="rId152"/>
    <p:sldId id="533" r:id="rId153"/>
    <p:sldId id="763" r:id="rId154"/>
    <p:sldId id="761" r:id="rId155"/>
    <p:sldId id="759" r:id="rId156"/>
    <p:sldId id="760" r:id="rId157"/>
    <p:sldId id="757" r:id="rId158"/>
    <p:sldId id="758" r:id="rId159"/>
    <p:sldId id="501" r:id="rId160"/>
    <p:sldId id="508" r:id="rId161"/>
    <p:sldId id="495" r:id="rId162"/>
    <p:sldId id="509" r:id="rId163"/>
    <p:sldId id="493" r:id="rId164"/>
    <p:sldId id="528" r:id="rId165"/>
    <p:sldId id="529" r:id="rId166"/>
    <p:sldId id="530" r:id="rId167"/>
    <p:sldId id="499" r:id="rId168"/>
    <p:sldId id="506" r:id="rId169"/>
    <p:sldId id="500" r:id="rId170"/>
    <p:sldId id="507" r:id="rId171"/>
    <p:sldId id="496" r:id="rId172"/>
    <p:sldId id="467" r:id="rId173"/>
    <p:sldId id="875" r:id="rId174"/>
    <p:sldId id="838" r:id="rId175"/>
    <p:sldId id="876" r:id="rId176"/>
    <p:sldId id="534" r:id="rId177"/>
    <p:sldId id="503" r:id="rId178"/>
    <p:sldId id="512" r:id="rId179"/>
    <p:sldId id="836" r:id="rId180"/>
    <p:sldId id="837" r:id="rId181"/>
    <p:sldId id="519" r:id="rId182"/>
    <p:sldId id="877" r:id="rId183"/>
    <p:sldId id="532" r:id="rId184"/>
    <p:sldId id="878" r:id="rId185"/>
    <p:sldId id="502" r:id="rId186"/>
    <p:sldId id="879" r:id="rId187"/>
    <p:sldId id="513" r:id="rId188"/>
    <p:sldId id="535" r:id="rId189"/>
    <p:sldId id="514" r:id="rId190"/>
    <p:sldId id="880" r:id="rId191"/>
    <p:sldId id="515" r:id="rId192"/>
    <p:sldId id="881" r:id="rId193"/>
    <p:sldId id="516" r:id="rId194"/>
    <p:sldId id="883" r:id="rId195"/>
    <p:sldId id="517" r:id="rId196"/>
    <p:sldId id="882" r:id="rId197"/>
    <p:sldId id="537" r:id="rId198"/>
    <p:sldId id="884" r:id="rId199"/>
    <p:sldId id="885" r:id="rId200"/>
    <p:sldId id="856" r:id="rId201"/>
    <p:sldId id="866" r:id="rId202"/>
    <p:sldId id="860" r:id="rId203"/>
    <p:sldId id="867" r:id="rId204"/>
    <p:sldId id="858" r:id="rId205"/>
    <p:sldId id="868" r:id="rId206"/>
    <p:sldId id="869" r:id="rId207"/>
    <p:sldId id="871" r:id="rId208"/>
    <p:sldId id="870" r:id="rId209"/>
    <p:sldId id="872" r:id="rId210"/>
    <p:sldId id="577" r:id="rId211"/>
    <p:sldId id="715" r:id="rId212"/>
    <p:sldId id="743" r:id="rId213"/>
    <p:sldId id="586" r:id="rId214"/>
    <p:sldId id="714" r:id="rId215"/>
    <p:sldId id="588" r:id="rId216"/>
    <p:sldId id="752" r:id="rId217"/>
    <p:sldId id="748" r:id="rId218"/>
    <p:sldId id="750" r:id="rId219"/>
    <p:sldId id="749" r:id="rId220"/>
    <p:sldId id="751" r:id="rId221"/>
    <p:sldId id="587" r:id="rId222"/>
    <p:sldId id="702" r:id="rId223"/>
    <p:sldId id="754" r:id="rId224"/>
    <p:sldId id="670" r:id="rId225"/>
    <p:sldId id="717" r:id="rId226"/>
    <p:sldId id="728" r:id="rId227"/>
    <p:sldId id="719" r:id="rId228"/>
    <p:sldId id="780" r:id="rId229"/>
    <p:sldId id="718" r:id="rId230"/>
    <p:sldId id="703" r:id="rId231"/>
    <p:sldId id="581" r:id="rId232"/>
    <p:sldId id="753" r:id="rId233"/>
    <p:sldId id="582" r:id="rId234"/>
    <p:sldId id="705" r:id="rId235"/>
    <p:sldId id="755" r:id="rId236"/>
    <p:sldId id="756" r:id="rId237"/>
    <p:sldId id="724" r:id="rId238"/>
    <p:sldId id="726" r:id="rId239"/>
    <p:sldId id="723" r:id="rId240"/>
    <p:sldId id="706" r:id="rId241"/>
    <p:sldId id="584" r:id="rId242"/>
    <p:sldId id="707" r:id="rId243"/>
    <p:sldId id="725" r:id="rId244"/>
    <p:sldId id="727" r:id="rId245"/>
    <p:sldId id="691" r:id="rId246"/>
    <p:sldId id="692" r:id="rId247"/>
    <p:sldId id="693" r:id="rId248"/>
    <p:sldId id="694" r:id="rId249"/>
    <p:sldId id="695" r:id="rId250"/>
    <p:sldId id="696" r:id="rId251"/>
    <p:sldId id="697" r:id="rId252"/>
    <p:sldId id="698" r:id="rId253"/>
    <p:sldId id="699" r:id="rId254"/>
    <p:sldId id="700" r:id="rId25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Unused" id="{6B78BB24-7CD6-4957-A4D8-8AE3A74FF31C}">
          <p14:sldIdLst>
            <p14:sldId id="691"/>
            <p14:sldId id="692"/>
            <p14:sldId id="693"/>
            <p14:sldId id="694"/>
            <p14:sldId id="695"/>
            <p14:sldId id="696"/>
            <p14:sldId id="697"/>
            <p14:sldId id="698"/>
            <p14:sldId id="699"/>
            <p14:sldId id="700"/>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108" y="96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viewProps" Target="viewProps.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theme" Target="theme/theme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tableStyles" Target="tableStyle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microsoft.com/office/2016/11/relationships/changesInfo" Target="changesInfos/changesInfo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notesMaster" Target="notesMasters/notesMaster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commentAuthors" Target="commentAuthor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6-29T08:05:50.386" v="669"/>
      <pc:docMkLst>
        <pc:docMk/>
      </pc:docMkLst>
      <pc:sldChg chg="ord">
        <pc:chgData name="Al Friend" userId="e5ed79da-d858-46d4-9eed-a7a24903f2de" providerId="ADAL" clId="{6CF5D3DD-A8C4-4611-8099-4AEB2E976A2E}" dt="2026-06-29T08:05:45.870" v="667"/>
        <pc:sldMkLst>
          <pc:docMk/>
          <pc:sldMk cId="3685864833" sldId="577"/>
        </pc:sldMkLst>
      </pc:sldChg>
      <pc:sldChg chg="ord">
        <pc:chgData name="Al Friend" userId="e5ed79da-d858-46d4-9eed-a7a24903f2de" providerId="ADAL" clId="{6CF5D3DD-A8C4-4611-8099-4AEB2E976A2E}" dt="2026-06-29T08:05:50.386" v="669"/>
        <pc:sldMkLst>
          <pc:docMk/>
          <pc:sldMk cId="3474913239" sldId="581"/>
        </pc:sldMkLst>
      </pc:sldChg>
      <pc:sldChg chg="ord">
        <pc:chgData name="Al Friend" userId="e5ed79da-d858-46d4-9eed-a7a24903f2de" providerId="ADAL" clId="{6CF5D3DD-A8C4-4611-8099-4AEB2E976A2E}" dt="2026-06-29T08:05:50.386" v="669"/>
        <pc:sldMkLst>
          <pc:docMk/>
          <pc:sldMk cId="3632479320" sldId="582"/>
        </pc:sldMkLst>
      </pc:sldChg>
      <pc:sldChg chg="ord">
        <pc:chgData name="Al Friend" userId="e5ed79da-d858-46d4-9eed-a7a24903f2de" providerId="ADAL" clId="{6CF5D3DD-A8C4-4611-8099-4AEB2E976A2E}" dt="2026-06-29T08:05:50.386" v="669"/>
        <pc:sldMkLst>
          <pc:docMk/>
          <pc:sldMk cId="1125596638" sldId="584"/>
        </pc:sldMkLst>
      </pc:sldChg>
      <pc:sldChg chg="ord">
        <pc:chgData name="Al Friend" userId="e5ed79da-d858-46d4-9eed-a7a24903f2de" providerId="ADAL" clId="{6CF5D3DD-A8C4-4611-8099-4AEB2E976A2E}" dt="2026-06-29T08:05:45.870" v="667"/>
        <pc:sldMkLst>
          <pc:docMk/>
          <pc:sldMk cId="3618281713" sldId="586"/>
        </pc:sldMkLst>
      </pc:sldChg>
      <pc:sldChg chg="ord">
        <pc:chgData name="Al Friend" userId="e5ed79da-d858-46d4-9eed-a7a24903f2de" providerId="ADAL" clId="{6CF5D3DD-A8C4-4611-8099-4AEB2E976A2E}" dt="2026-06-29T08:05:50.386" v="669"/>
        <pc:sldMkLst>
          <pc:docMk/>
          <pc:sldMk cId="1907564055" sldId="587"/>
        </pc:sldMkLst>
      </pc:sldChg>
      <pc:sldChg chg="ord">
        <pc:chgData name="Al Friend" userId="e5ed79da-d858-46d4-9eed-a7a24903f2de" providerId="ADAL" clId="{6CF5D3DD-A8C4-4611-8099-4AEB2E976A2E}" dt="2026-06-29T08:05:45.870" v="667"/>
        <pc:sldMkLst>
          <pc:docMk/>
          <pc:sldMk cId="901241400" sldId="588"/>
        </pc:sldMkLst>
      </pc:sldChg>
      <pc:sldChg chg="ord">
        <pc:chgData name="Al Friend" userId="e5ed79da-d858-46d4-9eed-a7a24903f2de" providerId="ADAL" clId="{6CF5D3DD-A8C4-4611-8099-4AEB2E976A2E}" dt="2026-06-29T08:05:50.386" v="669"/>
        <pc:sldMkLst>
          <pc:docMk/>
          <pc:sldMk cId="2947939376" sldId="670"/>
        </pc:sldMkLst>
      </pc:sldChg>
      <pc:sldChg chg="ord">
        <pc:chgData name="Al Friend" userId="e5ed79da-d858-46d4-9eed-a7a24903f2de" providerId="ADAL" clId="{6CF5D3DD-A8C4-4611-8099-4AEB2E976A2E}" dt="2026-06-29T08:05:50.386" v="669"/>
        <pc:sldMkLst>
          <pc:docMk/>
          <pc:sldMk cId="1046013409" sldId="702"/>
        </pc:sldMkLst>
      </pc:sldChg>
      <pc:sldChg chg="ord">
        <pc:chgData name="Al Friend" userId="e5ed79da-d858-46d4-9eed-a7a24903f2de" providerId="ADAL" clId="{6CF5D3DD-A8C4-4611-8099-4AEB2E976A2E}" dt="2026-06-29T08:05:50.386" v="669"/>
        <pc:sldMkLst>
          <pc:docMk/>
          <pc:sldMk cId="1819570850" sldId="703"/>
        </pc:sldMkLst>
      </pc:sldChg>
      <pc:sldChg chg="ord">
        <pc:chgData name="Al Friend" userId="e5ed79da-d858-46d4-9eed-a7a24903f2de" providerId="ADAL" clId="{6CF5D3DD-A8C4-4611-8099-4AEB2E976A2E}" dt="2026-06-29T08:05:50.386" v="669"/>
        <pc:sldMkLst>
          <pc:docMk/>
          <pc:sldMk cId="3068552250" sldId="705"/>
        </pc:sldMkLst>
      </pc:sldChg>
      <pc:sldChg chg="ord">
        <pc:chgData name="Al Friend" userId="e5ed79da-d858-46d4-9eed-a7a24903f2de" providerId="ADAL" clId="{6CF5D3DD-A8C4-4611-8099-4AEB2E976A2E}" dt="2026-06-29T08:05:50.386" v="669"/>
        <pc:sldMkLst>
          <pc:docMk/>
          <pc:sldMk cId="537458580" sldId="706"/>
        </pc:sldMkLst>
      </pc:sldChg>
      <pc:sldChg chg="ord">
        <pc:chgData name="Al Friend" userId="e5ed79da-d858-46d4-9eed-a7a24903f2de" providerId="ADAL" clId="{6CF5D3DD-A8C4-4611-8099-4AEB2E976A2E}" dt="2026-06-29T08:05:50.386" v="669"/>
        <pc:sldMkLst>
          <pc:docMk/>
          <pc:sldMk cId="954236486" sldId="707"/>
        </pc:sldMkLst>
      </pc:sldChg>
      <pc:sldChg chg="ord">
        <pc:chgData name="Al Friend" userId="e5ed79da-d858-46d4-9eed-a7a24903f2de" providerId="ADAL" clId="{6CF5D3DD-A8C4-4611-8099-4AEB2E976A2E}" dt="2026-06-29T08:05:45.870" v="667"/>
        <pc:sldMkLst>
          <pc:docMk/>
          <pc:sldMk cId="1773274471" sldId="714"/>
        </pc:sldMkLst>
      </pc:sldChg>
      <pc:sldChg chg="ord">
        <pc:chgData name="Al Friend" userId="e5ed79da-d858-46d4-9eed-a7a24903f2de" providerId="ADAL" clId="{6CF5D3DD-A8C4-4611-8099-4AEB2E976A2E}" dt="2026-06-29T08:05:45.870" v="667"/>
        <pc:sldMkLst>
          <pc:docMk/>
          <pc:sldMk cId="1730634261" sldId="715"/>
        </pc:sldMkLst>
      </pc:sldChg>
      <pc:sldChg chg="ord">
        <pc:chgData name="Al Friend" userId="e5ed79da-d858-46d4-9eed-a7a24903f2de" providerId="ADAL" clId="{6CF5D3DD-A8C4-4611-8099-4AEB2E976A2E}" dt="2026-06-29T08:05:50.386" v="669"/>
        <pc:sldMkLst>
          <pc:docMk/>
          <pc:sldMk cId="4109683388" sldId="717"/>
        </pc:sldMkLst>
      </pc:sldChg>
      <pc:sldChg chg="ord">
        <pc:chgData name="Al Friend" userId="e5ed79da-d858-46d4-9eed-a7a24903f2de" providerId="ADAL" clId="{6CF5D3DD-A8C4-4611-8099-4AEB2E976A2E}" dt="2026-06-29T08:05:50.386" v="669"/>
        <pc:sldMkLst>
          <pc:docMk/>
          <pc:sldMk cId="2509845556" sldId="718"/>
        </pc:sldMkLst>
      </pc:sldChg>
      <pc:sldChg chg="ord">
        <pc:chgData name="Al Friend" userId="e5ed79da-d858-46d4-9eed-a7a24903f2de" providerId="ADAL" clId="{6CF5D3DD-A8C4-4611-8099-4AEB2E976A2E}" dt="2026-06-29T08:05:50.386" v="669"/>
        <pc:sldMkLst>
          <pc:docMk/>
          <pc:sldMk cId="2098198221" sldId="719"/>
        </pc:sldMkLst>
      </pc:sldChg>
      <pc:sldChg chg="ord">
        <pc:chgData name="Al Friend" userId="e5ed79da-d858-46d4-9eed-a7a24903f2de" providerId="ADAL" clId="{6CF5D3DD-A8C4-4611-8099-4AEB2E976A2E}" dt="2026-06-29T08:05:50.386" v="669"/>
        <pc:sldMkLst>
          <pc:docMk/>
          <pc:sldMk cId="3285537933" sldId="723"/>
        </pc:sldMkLst>
      </pc:sldChg>
      <pc:sldChg chg="ord">
        <pc:chgData name="Al Friend" userId="e5ed79da-d858-46d4-9eed-a7a24903f2de" providerId="ADAL" clId="{6CF5D3DD-A8C4-4611-8099-4AEB2E976A2E}" dt="2026-06-29T08:05:50.386" v="669"/>
        <pc:sldMkLst>
          <pc:docMk/>
          <pc:sldMk cId="1216612343" sldId="724"/>
        </pc:sldMkLst>
      </pc:sldChg>
      <pc:sldChg chg="ord">
        <pc:chgData name="Al Friend" userId="e5ed79da-d858-46d4-9eed-a7a24903f2de" providerId="ADAL" clId="{6CF5D3DD-A8C4-4611-8099-4AEB2E976A2E}" dt="2026-06-29T08:05:50.386" v="669"/>
        <pc:sldMkLst>
          <pc:docMk/>
          <pc:sldMk cId="1140632032" sldId="725"/>
        </pc:sldMkLst>
      </pc:sldChg>
      <pc:sldChg chg="ord">
        <pc:chgData name="Al Friend" userId="e5ed79da-d858-46d4-9eed-a7a24903f2de" providerId="ADAL" clId="{6CF5D3DD-A8C4-4611-8099-4AEB2E976A2E}" dt="2026-06-29T08:05:50.386" v="669"/>
        <pc:sldMkLst>
          <pc:docMk/>
          <pc:sldMk cId="2439365964" sldId="726"/>
        </pc:sldMkLst>
      </pc:sldChg>
      <pc:sldChg chg="ord">
        <pc:chgData name="Al Friend" userId="e5ed79da-d858-46d4-9eed-a7a24903f2de" providerId="ADAL" clId="{6CF5D3DD-A8C4-4611-8099-4AEB2E976A2E}" dt="2026-06-29T08:05:50.386" v="669"/>
        <pc:sldMkLst>
          <pc:docMk/>
          <pc:sldMk cId="3916622930" sldId="727"/>
        </pc:sldMkLst>
      </pc:sldChg>
      <pc:sldChg chg="ord">
        <pc:chgData name="Al Friend" userId="e5ed79da-d858-46d4-9eed-a7a24903f2de" providerId="ADAL" clId="{6CF5D3DD-A8C4-4611-8099-4AEB2E976A2E}" dt="2026-06-29T08:05:50.386" v="669"/>
        <pc:sldMkLst>
          <pc:docMk/>
          <pc:sldMk cId="1297078891" sldId="728"/>
        </pc:sldMkLst>
      </pc:sldChg>
      <pc:sldChg chg="ord">
        <pc:chgData name="Al Friend" userId="e5ed79da-d858-46d4-9eed-a7a24903f2de" providerId="ADAL" clId="{6CF5D3DD-A8C4-4611-8099-4AEB2E976A2E}" dt="2026-06-29T08:05:45.870" v="667"/>
        <pc:sldMkLst>
          <pc:docMk/>
          <pc:sldMk cId="1166479723" sldId="743"/>
        </pc:sldMkLst>
      </pc:sldChg>
      <pc:sldChg chg="ord">
        <pc:chgData name="Al Friend" userId="e5ed79da-d858-46d4-9eed-a7a24903f2de" providerId="ADAL" clId="{6CF5D3DD-A8C4-4611-8099-4AEB2E976A2E}" dt="2026-06-29T08:05:45.870" v="667"/>
        <pc:sldMkLst>
          <pc:docMk/>
          <pc:sldMk cId="2529387688" sldId="748"/>
        </pc:sldMkLst>
      </pc:sldChg>
      <pc:sldChg chg="ord">
        <pc:chgData name="Al Friend" userId="e5ed79da-d858-46d4-9eed-a7a24903f2de" providerId="ADAL" clId="{6CF5D3DD-A8C4-4611-8099-4AEB2E976A2E}" dt="2026-06-29T08:05:45.870" v="667"/>
        <pc:sldMkLst>
          <pc:docMk/>
          <pc:sldMk cId="3090781528" sldId="749"/>
        </pc:sldMkLst>
      </pc:sldChg>
      <pc:sldChg chg="ord">
        <pc:chgData name="Al Friend" userId="e5ed79da-d858-46d4-9eed-a7a24903f2de" providerId="ADAL" clId="{6CF5D3DD-A8C4-4611-8099-4AEB2E976A2E}" dt="2026-06-29T08:05:45.870" v="667"/>
        <pc:sldMkLst>
          <pc:docMk/>
          <pc:sldMk cId="2543260375" sldId="750"/>
        </pc:sldMkLst>
      </pc:sldChg>
      <pc:sldChg chg="ord">
        <pc:chgData name="Al Friend" userId="e5ed79da-d858-46d4-9eed-a7a24903f2de" providerId="ADAL" clId="{6CF5D3DD-A8C4-4611-8099-4AEB2E976A2E}" dt="2026-06-29T08:05:45.870" v="667"/>
        <pc:sldMkLst>
          <pc:docMk/>
          <pc:sldMk cId="1162080353" sldId="751"/>
        </pc:sldMkLst>
      </pc:sldChg>
      <pc:sldChg chg="ord">
        <pc:chgData name="Al Friend" userId="e5ed79da-d858-46d4-9eed-a7a24903f2de" providerId="ADAL" clId="{6CF5D3DD-A8C4-4611-8099-4AEB2E976A2E}" dt="2026-06-29T08:05:45.870" v="667"/>
        <pc:sldMkLst>
          <pc:docMk/>
          <pc:sldMk cId="376945475" sldId="752"/>
        </pc:sldMkLst>
      </pc:sldChg>
      <pc:sldChg chg="ord">
        <pc:chgData name="Al Friend" userId="e5ed79da-d858-46d4-9eed-a7a24903f2de" providerId="ADAL" clId="{6CF5D3DD-A8C4-4611-8099-4AEB2E976A2E}" dt="2026-06-29T08:05:50.386" v="669"/>
        <pc:sldMkLst>
          <pc:docMk/>
          <pc:sldMk cId="1476730994" sldId="753"/>
        </pc:sldMkLst>
      </pc:sldChg>
      <pc:sldChg chg="ord">
        <pc:chgData name="Al Friend" userId="e5ed79da-d858-46d4-9eed-a7a24903f2de" providerId="ADAL" clId="{6CF5D3DD-A8C4-4611-8099-4AEB2E976A2E}" dt="2026-06-29T08:05:50.386" v="669"/>
        <pc:sldMkLst>
          <pc:docMk/>
          <pc:sldMk cId="141378594" sldId="754"/>
        </pc:sldMkLst>
      </pc:sldChg>
      <pc:sldChg chg="ord">
        <pc:chgData name="Al Friend" userId="e5ed79da-d858-46d4-9eed-a7a24903f2de" providerId="ADAL" clId="{6CF5D3DD-A8C4-4611-8099-4AEB2E976A2E}" dt="2026-06-29T08:05:50.386" v="669"/>
        <pc:sldMkLst>
          <pc:docMk/>
          <pc:sldMk cId="3409792951" sldId="755"/>
        </pc:sldMkLst>
      </pc:sldChg>
      <pc:sldChg chg="ord">
        <pc:chgData name="Al Friend" userId="e5ed79da-d858-46d4-9eed-a7a24903f2de" providerId="ADAL" clId="{6CF5D3DD-A8C4-4611-8099-4AEB2E976A2E}" dt="2026-06-29T08:05:50.386" v="669"/>
        <pc:sldMkLst>
          <pc:docMk/>
          <pc:sldMk cId="775382618" sldId="756"/>
        </pc:sldMkLst>
      </pc:sldChg>
      <pc:sldChg chg="ord">
        <pc:chgData name="Al Friend" userId="e5ed79da-d858-46d4-9eed-a7a24903f2de" providerId="ADAL" clId="{6CF5D3DD-A8C4-4611-8099-4AEB2E976A2E}" dt="2026-06-29T08:05:50.386" v="669"/>
        <pc:sldMkLst>
          <pc:docMk/>
          <pc:sldMk cId="1585838069" sldId="780"/>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29/06/2026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124</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162</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29/06/2026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29/06/2026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29/06/2026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29/06/2026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29/06/2026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29/06/2026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29/06/2026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29/06/2026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29/06/2026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29/06/2026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29/06/2026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29/06/2026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6.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5.xml"/><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5.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5642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904433"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down)">
                                      <p:cBhvr>
                                        <p:cTn id="22" dur="2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1169585" y="4001294"/>
            <a:ext cx="2500656"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same</a:t>
            </a:r>
          </a:p>
          <a:p>
            <a:pPr algn="r"/>
            <a:r>
              <a:rPr lang="en-GB" sz="2800" b="1" dirty="0">
                <a:solidFill>
                  <a:srgbClr val="7030A0"/>
                </a:solidFill>
              </a:rPr>
              <a:t> order as fields</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074277" y="1504636"/>
            <a:ext cx="2952033" cy="862642"/>
          </a:xfrm>
          <a:prstGeom prst="callout2">
            <a:avLst>
              <a:gd name="adj1" fmla="val 50222"/>
              <a:gd name="adj2" fmla="val 100724"/>
              <a:gd name="adj3" fmla="val 50087"/>
              <a:gd name="adj4" fmla="val 121224"/>
              <a:gd name="adj5" fmla="val 119875"/>
              <a:gd name="adj6" fmla="val 1310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30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1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1500"/>
                                        <p:tgtEl>
                                          <p:spTgt spid="8">
                                            <p:txEl>
                                              <p:pRg st="0" end="0"/>
                                            </p:txEl>
                                          </p:spTgt>
                                        </p:tgtEl>
                                      </p:cBhvr>
                                    </p:animEffect>
                                  </p:childTnLst>
                                </p:cTn>
                              </p:par>
                            </p:childTnLst>
                          </p:cTn>
                        </p:par>
                        <p:par>
                          <p:cTn id="67" fill="hold">
                            <p:stCondLst>
                              <p:cond delay="1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3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2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2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10488</Words>
  <Application>Microsoft Office PowerPoint</Application>
  <PresentationFormat>Widescreen</PresentationFormat>
  <Paragraphs>4231</Paragraphs>
  <Slides>254</Slides>
  <Notes>200</Notes>
  <HiddenSlides>114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254</vt:i4>
      </vt:variant>
    </vt:vector>
  </HeadingPairs>
  <TitlesOfParts>
    <vt:vector size="26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492</cp:revision>
  <cp:lastPrinted>2021-06-18T08:15:49Z</cp:lastPrinted>
  <dcterms:created xsi:type="dcterms:W3CDTF">2020-11-23T14:36:09Z</dcterms:created>
  <dcterms:modified xsi:type="dcterms:W3CDTF">2026-06-29T08:05:56Z</dcterms:modified>
</cp:coreProperties>
</file>