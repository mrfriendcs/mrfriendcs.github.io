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79" d="100"/>
          <a:sy n="79" d="100"/>
        </p:scale>
        <p:origin x="606" y="27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9T15:16:19.707" v="2995" actId="14100"/>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11/02/2026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11/02/2026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11544</Words>
  <Application>Microsoft Office PowerPoint</Application>
  <PresentationFormat>Widescreen</PresentationFormat>
  <Paragraphs>5001</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 Example</vt:lpstr>
      <vt:lpstr>Add Data – Single Record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489</cp:revision>
  <cp:lastPrinted>2021-06-18T08:15:49Z</cp:lastPrinted>
  <dcterms:created xsi:type="dcterms:W3CDTF">2020-11-23T14:36:09Z</dcterms:created>
  <dcterms:modified xsi:type="dcterms:W3CDTF">2026-02-11T17:48:10Z</dcterms:modified>
</cp:coreProperties>
</file>