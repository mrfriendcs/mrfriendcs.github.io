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2"/>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773" r:id="rId70"/>
    <p:sldId id="833" r:id="rId71"/>
    <p:sldId id="543" r:id="rId72"/>
    <p:sldId id="441" r:id="rId73"/>
    <p:sldId id="669" r:id="rId74"/>
    <p:sldId id="730" r:id="rId75"/>
    <p:sldId id="731" r:id="rId76"/>
    <p:sldId id="544" r:id="rId77"/>
    <p:sldId id="445" r:id="rId78"/>
    <p:sldId id="732" r:id="rId79"/>
    <p:sldId id="853" r:id="rId80"/>
    <p:sldId id="444" r:id="rId81"/>
    <p:sldId id="447" r:id="rId82"/>
    <p:sldId id="460" r:id="rId83"/>
    <p:sldId id="446" r:id="rId84"/>
    <p:sldId id="671" r:id="rId85"/>
    <p:sldId id="521" r:id="rId86"/>
    <p:sldId id="735" r:id="rId87"/>
    <p:sldId id="776" r:id="rId88"/>
    <p:sldId id="855" r:id="rId89"/>
    <p:sldId id="854" r:id="rId90"/>
    <p:sldId id="857" r:id="rId91"/>
    <p:sldId id="450" r:id="rId92"/>
    <p:sldId id="449" r:id="rId93"/>
    <p:sldId id="675" r:id="rId94"/>
    <p:sldId id="862" r:id="rId95"/>
    <p:sldId id="863" r:id="rId96"/>
    <p:sldId id="864" r:id="rId97"/>
    <p:sldId id="865" r:id="rId98"/>
    <p:sldId id="468" r:id="rId99"/>
    <p:sldId id="673" r:id="rId100"/>
    <p:sldId id="570" r:id="rId101"/>
    <p:sldId id="674" r:id="rId102"/>
    <p:sldId id="451" r:id="rId103"/>
    <p:sldId id="452" r:id="rId104"/>
    <p:sldId id="676" r:id="rId105"/>
    <p:sldId id="736" r:id="rId106"/>
    <p:sldId id="737" r:id="rId107"/>
    <p:sldId id="574" r:id="rId108"/>
    <p:sldId id="677" r:id="rId109"/>
    <p:sldId id="454" r:id="rId110"/>
    <p:sldId id="453" r:id="rId111"/>
    <p:sldId id="678" r:id="rId112"/>
    <p:sldId id="738" r:id="rId113"/>
    <p:sldId id="739" r:id="rId114"/>
    <p:sldId id="778" r:id="rId115"/>
    <p:sldId id="781" r:id="rId116"/>
    <p:sldId id="545" r:id="rId117"/>
    <p:sldId id="577" r:id="rId118"/>
    <p:sldId id="715" r:id="rId119"/>
    <p:sldId id="743" r:id="rId120"/>
    <p:sldId id="586" r:id="rId121"/>
    <p:sldId id="714" r:id="rId122"/>
    <p:sldId id="588" r:id="rId123"/>
    <p:sldId id="752" r:id="rId124"/>
    <p:sldId id="748" r:id="rId125"/>
    <p:sldId id="750" r:id="rId126"/>
    <p:sldId id="749" r:id="rId127"/>
    <p:sldId id="751" r:id="rId128"/>
    <p:sldId id="587" r:id="rId129"/>
    <p:sldId id="702" r:id="rId130"/>
    <p:sldId id="754" r:id="rId131"/>
    <p:sldId id="670" r:id="rId132"/>
    <p:sldId id="717" r:id="rId133"/>
    <p:sldId id="728" r:id="rId134"/>
    <p:sldId id="719" r:id="rId135"/>
    <p:sldId id="780" r:id="rId136"/>
    <p:sldId id="718" r:id="rId137"/>
    <p:sldId id="703" r:id="rId138"/>
    <p:sldId id="581" r:id="rId139"/>
    <p:sldId id="753" r:id="rId140"/>
    <p:sldId id="582" r:id="rId141"/>
    <p:sldId id="705" r:id="rId142"/>
    <p:sldId id="755" r:id="rId143"/>
    <p:sldId id="756" r:id="rId144"/>
    <p:sldId id="724" r:id="rId145"/>
    <p:sldId id="726" r:id="rId146"/>
    <p:sldId id="723" r:id="rId147"/>
    <p:sldId id="706" r:id="rId148"/>
    <p:sldId id="584" r:id="rId149"/>
    <p:sldId id="707" r:id="rId150"/>
    <p:sldId id="725" r:id="rId151"/>
    <p:sldId id="727" r:id="rId152"/>
    <p:sldId id="461" r:id="rId153"/>
    <p:sldId id="729" r:id="rId154"/>
    <p:sldId id="819" r:id="rId155"/>
    <p:sldId id="256" r:id="rId156"/>
    <p:sldId id="524" r:id="rId157"/>
    <p:sldId id="820" r:id="rId158"/>
    <p:sldId id="821" r:id="rId159"/>
    <p:sldId id="822" r:id="rId160"/>
    <p:sldId id="823" r:id="rId161"/>
    <p:sldId id="824" r:id="rId162"/>
    <p:sldId id="826" r:id="rId163"/>
    <p:sldId id="523" r:id="rId164"/>
    <p:sldId id="827" r:id="rId165"/>
    <p:sldId id="690" r:id="rId166"/>
    <p:sldId id="480" r:id="rId167"/>
    <p:sldId id="777" r:id="rId168"/>
    <p:sldId id="680" r:id="rId169"/>
    <p:sldId id="684" r:id="rId170"/>
    <p:sldId id="682" r:id="rId171"/>
    <p:sldId id="681" r:id="rId172"/>
    <p:sldId id="874" r:id="rId173"/>
    <p:sldId id="482" r:id="rId174"/>
    <p:sldId id="873" r:id="rId175"/>
    <p:sldId id="842" r:id="rId176"/>
    <p:sldId id="843" r:id="rId177"/>
    <p:sldId id="846" r:id="rId178"/>
    <p:sldId id="850" r:id="rId179"/>
    <p:sldId id="847" r:id="rId180"/>
    <p:sldId id="849" r:id="rId181"/>
    <p:sldId id="828" r:id="rId182"/>
    <p:sldId id="829" r:id="rId183"/>
    <p:sldId id="533" r:id="rId184"/>
    <p:sldId id="763" r:id="rId185"/>
    <p:sldId id="761" r:id="rId186"/>
    <p:sldId id="759" r:id="rId187"/>
    <p:sldId id="760" r:id="rId188"/>
    <p:sldId id="757" r:id="rId189"/>
    <p:sldId id="758" r:id="rId190"/>
    <p:sldId id="501" r:id="rId191"/>
    <p:sldId id="508" r:id="rId192"/>
    <p:sldId id="495" r:id="rId193"/>
    <p:sldId id="509" r:id="rId194"/>
    <p:sldId id="493" r:id="rId195"/>
    <p:sldId id="528" r:id="rId196"/>
    <p:sldId id="529" r:id="rId197"/>
    <p:sldId id="530" r:id="rId198"/>
    <p:sldId id="499" r:id="rId199"/>
    <p:sldId id="506" r:id="rId200"/>
    <p:sldId id="500" r:id="rId201"/>
    <p:sldId id="507" r:id="rId202"/>
    <p:sldId id="496" r:id="rId203"/>
    <p:sldId id="467" r:id="rId204"/>
    <p:sldId id="875" r:id="rId205"/>
    <p:sldId id="838" r:id="rId206"/>
    <p:sldId id="876" r:id="rId207"/>
    <p:sldId id="534" r:id="rId208"/>
    <p:sldId id="503" r:id="rId209"/>
    <p:sldId id="512" r:id="rId210"/>
    <p:sldId id="836" r:id="rId211"/>
    <p:sldId id="837" r:id="rId212"/>
    <p:sldId id="519" r:id="rId213"/>
    <p:sldId id="877" r:id="rId214"/>
    <p:sldId id="532" r:id="rId215"/>
    <p:sldId id="878" r:id="rId216"/>
    <p:sldId id="502" r:id="rId217"/>
    <p:sldId id="879" r:id="rId218"/>
    <p:sldId id="513" r:id="rId219"/>
    <p:sldId id="535" r:id="rId220"/>
    <p:sldId id="514" r:id="rId221"/>
    <p:sldId id="880" r:id="rId222"/>
    <p:sldId id="515" r:id="rId223"/>
    <p:sldId id="881" r:id="rId224"/>
    <p:sldId id="516" r:id="rId225"/>
    <p:sldId id="883" r:id="rId226"/>
    <p:sldId id="517" r:id="rId227"/>
    <p:sldId id="882" r:id="rId228"/>
    <p:sldId id="537" r:id="rId229"/>
    <p:sldId id="884" r:id="rId230"/>
    <p:sldId id="885" r:id="rId231"/>
    <p:sldId id="856" r:id="rId232"/>
    <p:sldId id="866" r:id="rId233"/>
    <p:sldId id="860" r:id="rId234"/>
    <p:sldId id="867" r:id="rId235"/>
    <p:sldId id="858" r:id="rId236"/>
    <p:sldId id="868" r:id="rId237"/>
    <p:sldId id="869" r:id="rId238"/>
    <p:sldId id="871" r:id="rId239"/>
    <p:sldId id="870" r:id="rId240"/>
    <p:sldId id="872" r:id="rId241"/>
    <p:sldId id="691" r:id="rId242"/>
    <p:sldId id="692" r:id="rId243"/>
    <p:sldId id="693" r:id="rId244"/>
    <p:sldId id="694" r:id="rId245"/>
    <p:sldId id="695" r:id="rId246"/>
    <p:sldId id="696" r:id="rId247"/>
    <p:sldId id="697" r:id="rId248"/>
    <p:sldId id="698" r:id="rId249"/>
    <p:sldId id="699" r:id="rId250"/>
    <p:sldId id="700" r:id="rId251"/>
    <p:sldId id="701" r:id="rId252"/>
    <p:sldId id="740" r:id="rId253"/>
    <p:sldId id="741" r:id="rId254"/>
    <p:sldId id="769" r:id="rId255"/>
    <p:sldId id="742" r:id="rId256"/>
    <p:sldId id="774" r:id="rId257"/>
    <p:sldId id="764" r:id="rId258"/>
    <p:sldId id="766" r:id="rId259"/>
    <p:sldId id="765" r:id="rId260"/>
    <p:sldId id="768" r:id="rId26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773"/>
            <p14:sldId id="833"/>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0946" autoAdjust="0"/>
  </p:normalViewPr>
  <p:slideViewPr>
    <p:cSldViewPr snapToGrid="0" showGuides="1">
      <p:cViewPr>
        <p:scale>
          <a:sx n="75" d="100"/>
          <a:sy n="75" d="100"/>
        </p:scale>
        <p:origin x="989" y="11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268"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commentAuthors" Target="commentAuthor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15T15:56:00.813" v="1284" actId="6549"/>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1-15T10:16:18.633" v="867" actId="20577"/>
        <pc:sldMkLst>
          <pc:docMk/>
          <pc:sldMk cId="1135862847" sldId="773"/>
        </pc:sldMkLst>
        <pc:spChg chg="mod">
          <ac:chgData name="Al Friend" userId="e5ed79da-d858-46d4-9eed-a7a24903f2de" providerId="ADAL" clId="{7537B086-0992-4C5F-A071-F6F8659556F1}" dt="2026-01-15T10:16:18.633" v="867" actId="20577"/>
          <ac:spMkLst>
            <pc:docMk/>
            <pc:sldMk cId="1135862847" sldId="773"/>
            <ac:spMk id="4" creationId="{08C76DEA-F650-51AB-7EE7-9B3064808EC0}"/>
          </ac:spMkLst>
        </pc:spChg>
      </pc:sldChg>
      <pc:sldChg chg="modSp">
        <pc:chgData name="Al Friend" userId="e5ed79da-d858-46d4-9eed-a7a24903f2de" providerId="ADAL" clId="{7537B086-0992-4C5F-A071-F6F8659556F1}" dt="2026-01-15T10:16:21.355" v="869" actId="20577"/>
        <pc:sldMkLst>
          <pc:docMk/>
          <pc:sldMk cId="2176521065" sldId="833"/>
        </pc:sldMkLst>
        <pc:spChg chg="mod">
          <ac:chgData name="Al Friend" userId="e5ed79da-d858-46d4-9eed-a7a24903f2de" providerId="ADAL" clId="{7537B086-0992-4C5F-A071-F6F8659556F1}" dt="2026-01-15T10:16:21.355" v="869" actId="20577"/>
          <ac:spMkLst>
            <pc:docMk/>
            <pc:sldMk cId="2176521065" sldId="833"/>
            <ac:spMk id="4" creationId="{08C76DEA-F650-51AB-7EE7-9B3064808EC0}"/>
          </ac:spMkLst>
        </pc:sp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12T15:58:10.741" v="858" actId="6549"/>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12T15:54:39.353" v="854" actId="1038"/>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 del">
        <pc:chgData name="Al Friend" userId="e5ed79da-d858-46d4-9eed-a7a24903f2de" providerId="ADAL" clId="{7537B086-0992-4C5F-A071-F6F8659556F1}" dt="2026-01-15T15:05:35.333" v="961"/>
        <pc:sldMkLst>
          <pc:docMk/>
          <pc:sldMk cId="3367991906" sldId="900"/>
        </pc:sldMkLst>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15/01/2026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339556" y="1380903"/>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425</TotalTime>
  <Words>12063</Words>
  <Application>Microsoft Office PowerPoint</Application>
  <PresentationFormat>Widescreen</PresentationFormat>
  <Paragraphs>4922</Paragraphs>
  <Slides>260</Slides>
  <Notes>206</Notes>
  <HiddenSlides>119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260</vt:i4>
      </vt:variant>
    </vt:vector>
  </HeadingPairs>
  <TitlesOfParts>
    <vt:vector size="26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477</cp:revision>
  <cp:lastPrinted>2021-06-18T08:15:49Z</cp:lastPrinted>
  <dcterms:created xsi:type="dcterms:W3CDTF">2020-11-23T14:36:09Z</dcterms:created>
  <dcterms:modified xsi:type="dcterms:W3CDTF">2026-01-15T15:56:43Z</dcterms:modified>
</cp:coreProperties>
</file>