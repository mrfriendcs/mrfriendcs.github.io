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188"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04T22:02:42.403" v="647" actId="20577"/>
      <pc:docMkLst>
        <pc:docMk/>
      </pc:docMkLst>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del">
          <ac:chgData name="Al Friend" userId="e5ed79da-d858-46d4-9eed-a7a24903f2de" providerId="ADAL" clId="{6CF5D3DD-A8C4-4611-8099-4AEB2E976A2E}" dt="2026-02-04T21:25:01.982" v="236" actId="478"/>
          <ac:spMkLst>
            <pc:docMk/>
            <pc:sldMk cId="3421085211" sldId="909"/>
            <ac:spMk id="9" creationId="{BA5C6387-A468-970F-7513-F128EFCA130D}"/>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pChg chg="del">
          <ac:chgData name="Al Friend" userId="e5ed79da-d858-46d4-9eed-a7a24903f2de" providerId="ADAL" clId="{6CF5D3DD-A8C4-4611-8099-4AEB2E976A2E}" dt="2026-02-04T21:28:29.844" v="257" actId="478"/>
          <ac:spMkLst>
            <pc:docMk/>
            <pc:sldMk cId="2279857909" sldId="910"/>
            <ac:spMk id="2" creationId="{8A7F60AC-0843-B802-B1B9-5AB3C7FE453D}"/>
          </ac:spMkLst>
        </pc:spChg>
        <pc:spChg chg="del">
          <ac:chgData name="Al Friend" userId="e5ed79da-d858-46d4-9eed-a7a24903f2de" providerId="ADAL" clId="{6CF5D3DD-A8C4-4611-8099-4AEB2E976A2E}" dt="2026-02-04T21:28:33.284" v="260" actId="478"/>
          <ac:spMkLst>
            <pc:docMk/>
            <pc:sldMk cId="2279857909" sldId="910"/>
            <ac:spMk id="23" creationId="{63A41F82-0C29-7042-3B1F-7249622BF52F}"/>
          </ac:spMkLst>
        </pc:spChg>
        <pc:spChg chg="del">
          <ac:chgData name="Al Friend" userId="e5ed79da-d858-46d4-9eed-a7a24903f2de" providerId="ADAL" clId="{6CF5D3DD-A8C4-4611-8099-4AEB2E976A2E}" dt="2026-02-04T21:28:31.034" v="258" actId="478"/>
          <ac:spMkLst>
            <pc:docMk/>
            <pc:sldMk cId="2279857909" sldId="910"/>
            <ac:spMk id="25" creationId="{FC51879F-8081-037C-7BB4-78772C11EDD2}"/>
          </ac:spMkLst>
        </pc:spChg>
        <pc:spChg chg="del">
          <ac:chgData name="Al Friend" userId="e5ed79da-d858-46d4-9eed-a7a24903f2de" providerId="ADAL" clId="{6CF5D3DD-A8C4-4611-8099-4AEB2E976A2E}" dt="2026-02-04T21:28:32.332" v="259" actId="478"/>
          <ac:spMkLst>
            <pc:docMk/>
            <pc:sldMk cId="2279857909" sldId="910"/>
            <ac:spMk id="26" creationId="{576EA9EF-228B-2AE9-A8B2-0056BC671732}"/>
          </ac:spMkLst>
        </pc:spChg>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del mod">
          <ac:chgData name="Al Friend" userId="e5ed79da-d858-46d4-9eed-a7a24903f2de" providerId="ADAL" clId="{6CF5D3DD-A8C4-4611-8099-4AEB2E976A2E}" dt="2026-02-04T21:31:46.178" v="378" actId="478"/>
          <ac:spMkLst>
            <pc:docMk/>
            <pc:sldMk cId="1018795189" sldId="911"/>
            <ac:spMk id="2" creationId="{97610C3D-C27B-CDD2-B263-DB6B99C1C153}"/>
          </ac:spMkLst>
        </pc:spChg>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del mod">
          <ac:chgData name="Al Friend" userId="e5ed79da-d858-46d4-9eed-a7a24903f2de" providerId="ADAL" clId="{6CF5D3DD-A8C4-4611-8099-4AEB2E976A2E}" dt="2026-02-04T21:36:03.591" v="476" actId="478"/>
          <ac:spMkLst>
            <pc:docMk/>
            <pc:sldMk cId="1018795189" sldId="911"/>
            <ac:spMk id="6" creationId="{1B3A57FF-F8E1-69CC-1023-D144B0880C32}"/>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spChg chg="del">
          <ac:chgData name="Al Friend" userId="e5ed79da-d858-46d4-9eed-a7a24903f2de" providerId="ADAL" clId="{6CF5D3DD-A8C4-4611-8099-4AEB2E976A2E}" dt="2026-02-04T21:30:36.871" v="274" actId="478"/>
          <ac:spMkLst>
            <pc:docMk/>
            <pc:sldMk cId="1018795189" sldId="911"/>
            <ac:spMk id="26" creationId="{0D1F2FFD-A9D7-55FE-08EB-8403B19431E6}"/>
          </ac:spMkLst>
        </pc:spChg>
        <pc:grpChg chg="del">
          <ac:chgData name="Al Friend" userId="e5ed79da-d858-46d4-9eed-a7a24903f2de" providerId="ADAL" clId="{6CF5D3DD-A8C4-4611-8099-4AEB2E976A2E}" dt="2026-02-04T21:30:37.929" v="275" actId="478"/>
          <ac:grpSpMkLst>
            <pc:docMk/>
            <pc:sldMk cId="1018795189" sldId="911"/>
            <ac:grpSpMk id="13" creationId="{1E74E6B6-B6D7-CAC2-3C13-5FAC87C96411}"/>
          </ac:grpSpMkLst>
        </pc:gr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spChg chg="del">
          <ac:chgData name="Al Friend" userId="e5ed79da-d858-46d4-9eed-a7a24903f2de" providerId="ADAL" clId="{6CF5D3DD-A8C4-4611-8099-4AEB2E976A2E}" dt="2026-02-04T21:59:57.974" v="621" actId="478"/>
          <ac:spMkLst>
            <pc:docMk/>
            <pc:sldMk cId="2380365815" sldId="912"/>
            <ac:spMk id="5" creationId="{4064CB55-0E43-CE5B-D165-0021FF0FEC0A}"/>
          </ac:spMkLst>
        </pc:spChg>
        <pc:spChg chg="del">
          <ac:chgData name="Al Friend" userId="e5ed79da-d858-46d4-9eed-a7a24903f2de" providerId="ADAL" clId="{6CF5D3DD-A8C4-4611-8099-4AEB2E976A2E}" dt="2026-02-04T21:59:56.672" v="620" actId="478"/>
          <ac:spMkLst>
            <pc:docMk/>
            <pc:sldMk cId="2380365815" sldId="912"/>
            <ac:spMk id="7" creationId="{CBAF2AAC-6D1E-ED43-72FA-A3681B5FC985}"/>
          </ac:spMkLst>
        </pc:spChg>
        <pc:spChg chg="del">
          <ac:chgData name="Al Friend" userId="e5ed79da-d858-46d4-9eed-a7a24903f2de" providerId="ADAL" clId="{6CF5D3DD-A8C4-4611-8099-4AEB2E976A2E}" dt="2026-02-04T21:59:55.979" v="619" actId="478"/>
          <ac:spMkLst>
            <pc:docMk/>
            <pc:sldMk cId="2380365815" sldId="912"/>
            <ac:spMk id="9" creationId="{8C22B476-C1D2-B9EB-C012-B70156BFA606}"/>
          </ac:spMkLst>
        </pc:spChg>
        <pc:spChg chg="del">
          <ac:chgData name="Al Friend" userId="e5ed79da-d858-46d4-9eed-a7a24903f2de" providerId="ADAL" clId="{6CF5D3DD-A8C4-4611-8099-4AEB2E976A2E}" dt="2026-02-04T21:59:59.014" v="622" actId="478"/>
          <ac:spMkLst>
            <pc:docMk/>
            <pc:sldMk cId="2380365815" sldId="912"/>
            <ac:spMk id="23" creationId="{1CC3755C-B10D-5DBB-00BC-4F78BE4D1DAA}"/>
          </ac:spMkLst>
        </pc:spChg>
        <pc:spChg chg="del">
          <ac:chgData name="Al Friend" userId="e5ed79da-d858-46d4-9eed-a7a24903f2de" providerId="ADAL" clId="{6CF5D3DD-A8C4-4611-8099-4AEB2E976A2E}" dt="2026-02-04T21:59:54.783" v="618" actId="478"/>
          <ac:spMkLst>
            <pc:docMk/>
            <pc:sldMk cId="2380365815" sldId="912"/>
            <ac:spMk id="25" creationId="{39920382-B821-D18D-CEC2-7851ADE65BF0}"/>
          </ac:spMkLst>
        </pc:spChg>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09T15:16:19.707" v="2995" actId="14100"/>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del mod">
          <ac:chgData name="Al Friend" userId="e5ed79da-d858-46d4-9eed-a7a24903f2de" providerId="ADAL" clId="{7537B086-0992-4C5F-A071-F6F8659556F1}" dt="2026-02-09T11:28:55.808" v="2821" actId="478"/>
          <ac:spMkLst>
            <pc:docMk/>
            <pc:sldMk cId="1816502967" sldId="854"/>
            <ac:spMk id="47" creationId="{57F0F467-01B0-47CA-9897-A45723917472}"/>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delSp add modTransition modAnim">
        <pc:chgData name="Al Friend" userId="e5ed79da-d858-46d4-9eed-a7a24903f2de" providerId="ADAL" clId="{7537B086-0992-4C5F-A071-F6F8659556F1}" dt="2026-01-08T08:59:48.965" v="9" actId="478"/>
        <pc:sldMkLst>
          <pc:docMk/>
          <pc:sldMk cId="504513756" sldId="886"/>
        </pc:sldMkLst>
      </pc:sldChg>
      <pc:sldChg chg="delSp add modTransition modAnim">
        <pc:chgData name="Al Friend" userId="e5ed79da-d858-46d4-9eed-a7a24903f2de" providerId="ADAL" clId="{7537B086-0992-4C5F-A071-F6F8659556F1}" dt="2026-01-08T09:03:03.953" v="50" actId="478"/>
        <pc:sldMkLst>
          <pc:docMk/>
          <pc:sldMk cId="274477786" sldId="887"/>
        </pc:sldMkLst>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add del mod">
          <ac:chgData name="Al Friend" userId="e5ed79da-d858-46d4-9eed-a7a24903f2de" providerId="ADAL" clId="{7537B086-0992-4C5F-A071-F6F8659556F1}" dt="2026-02-05T09:10:41.465" v="2596"/>
          <ac:spMkLst>
            <pc:docMk/>
            <pc:sldMk cId="3421085211" sldId="909"/>
            <ac:spMk id="3" creationId="{2447D83F-983B-4421-818F-23A37F1DF7EB}"/>
          </ac:spMkLst>
        </pc:spChg>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del modTransition delAnim modNotesTx">
        <pc:chgData name="Al Friend" userId="e5ed79da-d858-46d4-9eed-a7a24903f2de" providerId="ADAL" clId="{7537B086-0992-4C5F-A071-F6F8659556F1}" dt="2026-02-09T11:41:29.213" v="2968" actId="2696"/>
        <pc:sldMkLst>
          <pc:docMk/>
          <pc:sldMk cId="1599293347" sldId="913"/>
        </pc:sldMkLst>
        <pc:spChg chg="del">
          <ac:chgData name="Al Friend" userId="e5ed79da-d858-46d4-9eed-a7a24903f2de" providerId="ADAL" clId="{7537B086-0992-4C5F-A071-F6F8659556F1}" dt="2026-02-05T08:56:09.669" v="2571" actId="478"/>
          <ac:spMkLst>
            <pc:docMk/>
            <pc:sldMk cId="1599293347" sldId="913"/>
            <ac:spMk id="10" creationId="{BC0A24A5-7704-6A36-CD80-4ED2C2F64BD2}"/>
          </ac:spMkLst>
        </pc:spChg>
        <pc:spChg chg="mod">
          <ac:chgData name="Al Friend" userId="e5ed79da-d858-46d4-9eed-a7a24903f2de" providerId="ADAL" clId="{7537B086-0992-4C5F-A071-F6F8659556F1}" dt="2026-02-09T11:40:24.756" v="2951" actId="20577"/>
          <ac:spMkLst>
            <pc:docMk/>
            <pc:sldMk cId="1599293347" sldId="913"/>
            <ac:spMk id="19" creationId="{39027E70-266E-C921-B96A-180149336170}"/>
          </ac:spMkLst>
        </pc:spChg>
        <pc:spChg chg="del">
          <ac:chgData name="Al Friend" userId="e5ed79da-d858-46d4-9eed-a7a24903f2de" providerId="ADAL" clId="{7537B086-0992-4C5F-A071-F6F8659556F1}" dt="2026-02-05T08:56:06.740" v="2568" actId="478"/>
          <ac:spMkLst>
            <pc:docMk/>
            <pc:sldMk cId="1599293347" sldId="913"/>
            <ac:spMk id="25" creationId="{35683CAD-1E2A-EA31-E6BB-C707B14B8F0A}"/>
          </ac:spMkLst>
        </pc:spChg>
        <pc:spChg chg="del">
          <ac:chgData name="Al Friend" userId="e5ed79da-d858-46d4-9eed-a7a24903f2de" providerId="ADAL" clId="{7537B086-0992-4C5F-A071-F6F8659556F1}" dt="2026-02-05T08:55:59.627" v="2565" actId="478"/>
          <ac:spMkLst>
            <pc:docMk/>
            <pc:sldMk cId="1599293347" sldId="913"/>
            <ac:spMk id="26" creationId="{A4913A86-8E20-4DDA-AAA9-F82A2BA73778}"/>
          </ac:spMkLst>
        </pc:spChg>
        <pc:spChg chg="del">
          <ac:chgData name="Al Friend" userId="e5ed79da-d858-46d4-9eed-a7a24903f2de" providerId="ADAL" clId="{7537B086-0992-4C5F-A071-F6F8659556F1}" dt="2026-02-05T08:56:01.482" v="2567" actId="478"/>
          <ac:spMkLst>
            <pc:docMk/>
            <pc:sldMk cId="1599293347" sldId="913"/>
            <ac:spMk id="31" creationId="{44EEC309-5164-E750-8A98-948F7250CF9F}"/>
          </ac:spMkLst>
        </pc:spChg>
        <pc:spChg chg="del">
          <ac:chgData name="Al Friend" userId="e5ed79da-d858-46d4-9eed-a7a24903f2de" providerId="ADAL" clId="{7537B086-0992-4C5F-A071-F6F8659556F1}" dt="2026-02-05T08:56:08.690" v="2570" actId="478"/>
          <ac:spMkLst>
            <pc:docMk/>
            <pc:sldMk cId="1599293347" sldId="913"/>
            <ac:spMk id="32" creationId="{56038AF1-3FFC-CE48-15B4-04B9F7CE57D9}"/>
          </ac:spMkLst>
        </pc:spChg>
        <pc:spChg chg="del">
          <ac:chgData name="Al Friend" userId="e5ed79da-d858-46d4-9eed-a7a24903f2de" providerId="ADAL" clId="{7537B086-0992-4C5F-A071-F6F8659556F1}" dt="2026-02-05T08:56:00.663" v="2566" actId="478"/>
          <ac:spMkLst>
            <pc:docMk/>
            <pc:sldMk cId="1599293347" sldId="913"/>
            <ac:spMk id="35" creationId="{570E26B8-2533-45CC-B630-78104B4BF6E3}"/>
          </ac:spMkLst>
        </pc:spChg>
        <pc:spChg chg="del">
          <ac:chgData name="Al Friend" userId="e5ed79da-d858-46d4-9eed-a7a24903f2de" providerId="ADAL" clId="{7537B086-0992-4C5F-A071-F6F8659556F1}" dt="2026-02-05T08:56:07.773" v="2569" actId="478"/>
          <ac:spMkLst>
            <pc:docMk/>
            <pc:sldMk cId="1599293347" sldId="913"/>
            <ac:spMk id="48" creationId="{D9C491AC-88F8-426C-A43D-B2F060D5E6AD}"/>
          </ac:spMkLst>
        </pc:spChg>
        <pc:spChg chg="del">
          <ac:chgData name="Al Friend" userId="e5ed79da-d858-46d4-9eed-a7a24903f2de" providerId="ADAL" clId="{7537B086-0992-4C5F-A071-F6F8659556F1}" dt="2026-02-05T08:56:11.770" v="2572" actId="478"/>
          <ac:spMkLst>
            <pc:docMk/>
            <pc:sldMk cId="1599293347" sldId="913"/>
            <ac:spMk id="51" creationId="{A84125A0-FE9B-4B5B-4183-B7CDBBEF9D4C}"/>
          </ac:spMkLst>
        </pc:spChg>
        <pc:spChg chg="del">
          <ac:chgData name="Al Friend" userId="e5ed79da-d858-46d4-9eed-a7a24903f2de" providerId="ADAL" clId="{7537B086-0992-4C5F-A071-F6F8659556F1}" dt="2026-02-05T08:56:17.916" v="2575" actId="478"/>
          <ac:spMkLst>
            <pc:docMk/>
            <pc:sldMk cId="1599293347" sldId="913"/>
            <ac:spMk id="52" creationId="{BCEA5CB0-5749-1A40-A7A8-2A13550A9ECB}"/>
          </ac:spMkLst>
        </pc:spChg>
        <pc:spChg chg="del">
          <ac:chgData name="Al Friend" userId="e5ed79da-d858-46d4-9eed-a7a24903f2de" providerId="ADAL" clId="{7537B086-0992-4C5F-A071-F6F8659556F1}" dt="2026-02-05T08:56:13.641" v="2573" actId="478"/>
          <ac:spMkLst>
            <pc:docMk/>
            <pc:sldMk cId="1599293347" sldId="913"/>
            <ac:spMk id="53" creationId="{92831D18-72D2-C4FA-FD15-A525AFB4E5C5}"/>
          </ac:spMkLst>
        </pc:spChg>
        <pc:spChg chg="del">
          <ac:chgData name="Al Friend" userId="e5ed79da-d858-46d4-9eed-a7a24903f2de" providerId="ADAL" clId="{7537B086-0992-4C5F-A071-F6F8659556F1}" dt="2026-02-05T08:56:16.746" v="2574" actId="478"/>
          <ac:spMkLst>
            <pc:docMk/>
            <pc:sldMk cId="1599293347" sldId="913"/>
            <ac:spMk id="54" creationId="{FF73204C-FADD-6664-F4EE-878B598637DD}"/>
          </ac:spMkLst>
        </pc:spChg>
        <pc:cxnChg chg="mod">
          <ac:chgData name="Al Friend" userId="e5ed79da-d858-46d4-9eed-a7a24903f2de" providerId="ADAL" clId="{7537B086-0992-4C5F-A071-F6F8659556F1}" dt="2026-02-05T08:56:06.740" v="2568" actId="478"/>
          <ac:cxnSpMkLst>
            <pc:docMk/>
            <pc:sldMk cId="1599293347" sldId="913"/>
            <ac:cxnSpMk id="5" creationId="{74743580-1BBD-44D1-9B4B-3FCD69A573CA}"/>
          </ac:cxnSpMkLst>
        </pc:cxnChg>
        <pc:cxnChg chg="mod">
          <ac:chgData name="Al Friend" userId="e5ed79da-d858-46d4-9eed-a7a24903f2de" providerId="ADAL" clId="{7537B086-0992-4C5F-A071-F6F8659556F1}" dt="2026-02-05T08:56:06.740" v="2568" actId="478"/>
          <ac:cxnSpMkLst>
            <pc:docMk/>
            <pc:sldMk cId="1599293347" sldId="913"/>
            <ac:cxnSpMk id="9" creationId="{4A59694F-BFA9-47E0-AA51-53E4E5936D1D}"/>
          </ac:cxnSpMkLst>
        </pc:cxn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del">
          <ac:chgData name="Al Friend" userId="e5ed79da-d858-46d4-9eed-a7a24903f2de" providerId="ADAL" clId="{7537B086-0992-4C5F-A071-F6F8659556F1}" dt="2026-02-05T08:56:47.727" v="2581" actId="478"/>
          <ac:spMkLst>
            <pc:docMk/>
            <pc:sldMk cId="1579592882" sldId="914"/>
            <ac:spMk id="7" creationId="{A35A661D-58BB-43A0-B5BA-FA8551E8C962}"/>
          </ac:spMkLst>
        </pc:spChg>
        <pc:spChg chg="del">
          <ac:chgData name="Al Friend" userId="e5ed79da-d858-46d4-9eed-a7a24903f2de" providerId="ADAL" clId="{7537B086-0992-4C5F-A071-F6F8659556F1}" dt="2026-02-05T08:56:53.991" v="2584" actId="478"/>
          <ac:spMkLst>
            <pc:docMk/>
            <pc:sldMk cId="1579592882" sldId="914"/>
            <ac:spMk id="10" creationId="{BC0A24A5-7704-6A36-CD80-4ED2C2F64BD2}"/>
          </ac:spMkLst>
        </pc:spChg>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del">
          <ac:chgData name="Al Friend" userId="e5ed79da-d858-46d4-9eed-a7a24903f2de" providerId="ADAL" clId="{7537B086-0992-4C5F-A071-F6F8659556F1}" dt="2026-02-05T08:56:50.658" v="2583" actId="478"/>
          <ac:spMkLst>
            <pc:docMk/>
            <pc:sldMk cId="1579592882" sldId="914"/>
            <ac:spMk id="25" creationId="{35683CAD-1E2A-EA31-E6BB-C707B14B8F0A}"/>
          </ac:spMkLst>
        </pc:spChg>
        <pc:spChg chg="del">
          <ac:chgData name="Al Friend" userId="e5ed79da-d858-46d4-9eed-a7a24903f2de" providerId="ADAL" clId="{7537B086-0992-4C5F-A071-F6F8659556F1}" dt="2026-02-05T08:56:45.190" v="2579" actId="478"/>
          <ac:spMkLst>
            <pc:docMk/>
            <pc:sldMk cId="1579592882" sldId="914"/>
            <ac:spMk id="26" creationId="{51A85133-9936-421C-ADA9-CC0C711D817F}"/>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spChg chg="del">
          <ac:chgData name="Al Friend" userId="e5ed79da-d858-46d4-9eed-a7a24903f2de" providerId="ADAL" clId="{7537B086-0992-4C5F-A071-F6F8659556F1}" dt="2026-02-05T08:57:05.008" v="2590" actId="478"/>
          <ac:spMkLst>
            <pc:docMk/>
            <pc:sldMk cId="1579592882" sldId="914"/>
            <ac:spMk id="31" creationId="{44EEC309-5164-E750-8A98-948F7250CF9F}"/>
          </ac:spMkLst>
        </pc:spChg>
        <pc:spChg chg="del">
          <ac:chgData name="Al Friend" userId="e5ed79da-d858-46d4-9eed-a7a24903f2de" providerId="ADAL" clId="{7537B086-0992-4C5F-A071-F6F8659556F1}" dt="2026-02-05T08:56:49.378" v="2582" actId="478"/>
          <ac:spMkLst>
            <pc:docMk/>
            <pc:sldMk cId="1579592882" sldId="914"/>
            <ac:spMk id="32" creationId="{56038AF1-3FFC-CE48-15B4-04B9F7CE57D9}"/>
          </ac:spMkLst>
        </pc:spChg>
        <pc:spChg chg="del">
          <ac:chgData name="Al Friend" userId="e5ed79da-d858-46d4-9eed-a7a24903f2de" providerId="ADAL" clId="{7537B086-0992-4C5F-A071-F6F8659556F1}" dt="2026-02-05T08:56:46.670" v="2580" actId="478"/>
          <ac:spMkLst>
            <pc:docMk/>
            <pc:sldMk cId="1579592882" sldId="914"/>
            <ac:spMk id="33" creationId="{9EBF274B-66FC-4484-8533-22FFBDFC1CFA}"/>
          </ac:spMkLst>
        </pc:spChg>
        <pc:spChg chg="del">
          <ac:chgData name="Al Friend" userId="e5ed79da-d858-46d4-9eed-a7a24903f2de" providerId="ADAL" clId="{7537B086-0992-4C5F-A071-F6F8659556F1}" dt="2026-02-05T08:57:04.315" v="2589" actId="478"/>
          <ac:spMkLst>
            <pc:docMk/>
            <pc:sldMk cId="1579592882" sldId="914"/>
            <ac:spMk id="35" creationId="{570E26B8-2533-45CC-B630-78104B4BF6E3}"/>
          </ac:spMkLst>
        </pc:spChg>
        <pc:spChg chg="del">
          <ac:chgData name="Al Friend" userId="e5ed79da-d858-46d4-9eed-a7a24903f2de" providerId="ADAL" clId="{7537B086-0992-4C5F-A071-F6F8659556F1}" dt="2026-02-05T08:56:56.056" v="2585" actId="478"/>
          <ac:spMkLst>
            <pc:docMk/>
            <pc:sldMk cId="1579592882" sldId="914"/>
            <ac:spMk id="51" creationId="{A84125A0-FE9B-4B5B-4183-B7CDBBEF9D4C}"/>
          </ac:spMkLst>
        </pc:spChg>
        <pc:spChg chg="del">
          <ac:chgData name="Al Friend" userId="e5ed79da-d858-46d4-9eed-a7a24903f2de" providerId="ADAL" clId="{7537B086-0992-4C5F-A071-F6F8659556F1}" dt="2026-02-05T08:57:00.967" v="2587" actId="478"/>
          <ac:spMkLst>
            <pc:docMk/>
            <pc:sldMk cId="1579592882" sldId="914"/>
            <ac:spMk id="52" creationId="{BCEA5CB0-5749-1A40-A7A8-2A13550A9ECB}"/>
          </ac:spMkLst>
        </pc:spChg>
        <pc:spChg chg="del">
          <ac:chgData name="Al Friend" userId="e5ed79da-d858-46d4-9eed-a7a24903f2de" providerId="ADAL" clId="{7537B086-0992-4C5F-A071-F6F8659556F1}" dt="2026-02-05T08:56:59.154" v="2586" actId="478"/>
          <ac:spMkLst>
            <pc:docMk/>
            <pc:sldMk cId="1579592882" sldId="914"/>
            <ac:spMk id="53" creationId="{92831D18-72D2-C4FA-FD15-A525AFB4E5C5}"/>
          </ac:spMkLst>
        </pc:spChg>
        <pc:spChg chg="del">
          <ac:chgData name="Al Friend" userId="e5ed79da-d858-46d4-9eed-a7a24903f2de" providerId="ADAL" clId="{7537B086-0992-4C5F-A071-F6F8659556F1}" dt="2026-02-05T08:57:03.258" v="2588" actId="478"/>
          <ac:spMkLst>
            <pc:docMk/>
            <pc:sldMk cId="1579592882" sldId="914"/>
            <ac:spMk id="54" creationId="{FF73204C-FADD-6664-F4EE-878B598637DD}"/>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del">
          <ac:chgData name="Al Friend" userId="e5ed79da-d858-46d4-9eed-a7a24903f2de" providerId="ADAL" clId="{7537B086-0992-4C5F-A071-F6F8659556F1}" dt="2026-02-09T11:40:56.593" v="2965" actId="478"/>
          <ac:spMkLst>
            <pc:docMk/>
            <pc:sldMk cId="563418096" sldId="915"/>
            <ac:spMk id="10" creationId="{BC0A24A5-7704-6A36-CD80-4ED2C2F64BD2}"/>
          </ac:spMkLst>
        </pc:spChg>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del">
          <ac:chgData name="Al Friend" userId="e5ed79da-d858-46d4-9eed-a7a24903f2de" providerId="ADAL" clId="{7537B086-0992-4C5F-A071-F6F8659556F1}" dt="2026-02-09T11:40:35.886" v="2956" actId="478"/>
          <ac:spMkLst>
            <pc:docMk/>
            <pc:sldMk cId="563418096" sldId="915"/>
            <ac:spMk id="25" creationId="{35683CAD-1E2A-EA31-E6BB-C707B14B8F0A}"/>
          </ac:spMkLst>
        </pc:spChg>
        <pc:spChg chg="del">
          <ac:chgData name="Al Friend" userId="e5ed79da-d858-46d4-9eed-a7a24903f2de" providerId="ADAL" clId="{7537B086-0992-4C5F-A071-F6F8659556F1}" dt="2026-02-09T11:40:44.271" v="2957" actId="478"/>
          <ac:spMkLst>
            <pc:docMk/>
            <pc:sldMk cId="563418096" sldId="915"/>
            <ac:spMk id="26" creationId="{A4913A86-8E20-4DDA-AAA9-F82A2BA73778}"/>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spChg chg="del">
          <ac:chgData name="Al Friend" userId="e5ed79da-d858-46d4-9eed-a7a24903f2de" providerId="ADAL" clId="{7537B086-0992-4C5F-A071-F6F8659556F1}" dt="2026-02-09T11:40:45.695" v="2959" actId="478"/>
          <ac:spMkLst>
            <pc:docMk/>
            <pc:sldMk cId="563418096" sldId="915"/>
            <ac:spMk id="31" creationId="{44EEC309-5164-E750-8A98-948F7250CF9F}"/>
          </ac:spMkLst>
        </pc:spChg>
        <pc:spChg chg="del">
          <ac:chgData name="Al Friend" userId="e5ed79da-d858-46d4-9eed-a7a24903f2de" providerId="ADAL" clId="{7537B086-0992-4C5F-A071-F6F8659556F1}" dt="2026-02-09T11:40:55.488" v="2964" actId="478"/>
          <ac:spMkLst>
            <pc:docMk/>
            <pc:sldMk cId="563418096" sldId="915"/>
            <ac:spMk id="32" creationId="{56038AF1-3FFC-CE48-15B4-04B9F7CE57D9}"/>
          </ac:spMkLst>
        </pc:spChg>
        <pc:spChg chg="del">
          <ac:chgData name="Al Friend" userId="e5ed79da-d858-46d4-9eed-a7a24903f2de" providerId="ADAL" clId="{7537B086-0992-4C5F-A071-F6F8659556F1}" dt="2026-02-09T11:40:45.165" v="2958" actId="478"/>
          <ac:spMkLst>
            <pc:docMk/>
            <pc:sldMk cId="563418096" sldId="915"/>
            <ac:spMk id="35" creationId="{570E26B8-2533-45CC-B630-78104B4BF6E3}"/>
          </ac:spMkLst>
        </pc:spChg>
        <pc:spChg chg="del">
          <ac:chgData name="Al Friend" userId="e5ed79da-d858-46d4-9eed-a7a24903f2de" providerId="ADAL" clId="{7537B086-0992-4C5F-A071-F6F8659556F1}" dt="2026-02-09T11:40:34.426" v="2955" actId="478"/>
          <ac:spMkLst>
            <pc:docMk/>
            <pc:sldMk cId="563418096" sldId="915"/>
            <ac:spMk id="48" creationId="{D9C491AC-88F8-426C-A43D-B2F060D5E6AD}"/>
          </ac:spMkLst>
        </pc:spChg>
        <pc:spChg chg="del">
          <ac:chgData name="Al Friend" userId="e5ed79da-d858-46d4-9eed-a7a24903f2de" providerId="ADAL" clId="{7537B086-0992-4C5F-A071-F6F8659556F1}" dt="2026-02-09T11:40:47.786" v="2960" actId="478"/>
          <ac:spMkLst>
            <pc:docMk/>
            <pc:sldMk cId="563418096" sldId="915"/>
            <ac:spMk id="51" creationId="{A84125A0-FE9B-4B5B-4183-B7CDBBEF9D4C}"/>
          </ac:spMkLst>
        </pc:spChg>
        <pc:spChg chg="del">
          <ac:chgData name="Al Friend" userId="e5ed79da-d858-46d4-9eed-a7a24903f2de" providerId="ADAL" clId="{7537B086-0992-4C5F-A071-F6F8659556F1}" dt="2026-02-09T11:40:53.643" v="2963" actId="478"/>
          <ac:spMkLst>
            <pc:docMk/>
            <pc:sldMk cId="563418096" sldId="915"/>
            <ac:spMk id="52" creationId="{BCEA5CB0-5749-1A40-A7A8-2A13550A9ECB}"/>
          </ac:spMkLst>
        </pc:spChg>
        <pc:spChg chg="del">
          <ac:chgData name="Al Friend" userId="e5ed79da-d858-46d4-9eed-a7a24903f2de" providerId="ADAL" clId="{7537B086-0992-4C5F-A071-F6F8659556F1}" dt="2026-02-09T11:40:51.741" v="2962" actId="478"/>
          <ac:spMkLst>
            <pc:docMk/>
            <pc:sldMk cId="563418096" sldId="915"/>
            <ac:spMk id="53" creationId="{92831D18-72D2-C4FA-FD15-A525AFB4E5C5}"/>
          </ac:spMkLst>
        </pc:spChg>
        <pc:spChg chg="del">
          <ac:chgData name="Al Friend" userId="e5ed79da-d858-46d4-9eed-a7a24903f2de" providerId="ADAL" clId="{7537B086-0992-4C5F-A071-F6F8659556F1}" dt="2026-02-09T11:40:49.527" v="2961" actId="478"/>
          <ac:spMkLst>
            <pc:docMk/>
            <pc:sldMk cId="563418096" sldId="915"/>
            <ac:spMk id="54" creationId="{FF73204C-FADD-6664-F4EE-878B598637DD}"/>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09/02/2026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09/02/2026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133</TotalTime>
  <Words>12208</Words>
  <Application>Microsoft Office PowerPoint</Application>
  <PresentationFormat>Widescreen</PresentationFormat>
  <Paragraphs>5001</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489</cp:revision>
  <cp:lastPrinted>2021-06-18T08:15:49Z</cp:lastPrinted>
  <dcterms:created xsi:type="dcterms:W3CDTF">2020-11-23T14:36:09Z</dcterms:created>
  <dcterms:modified xsi:type="dcterms:W3CDTF">2026-02-09T15:16:34Z</dcterms:modified>
</cp:coreProperties>
</file>