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theme/themeOverride1.xml" ContentType="application/vnd.openxmlformats-officedocument.themeOverride+xml"/>
  <Override PartName="/ppt/notesSlides/notesSlide52.xml" ContentType="application/vnd.openxmlformats-officedocument.presentationml.notesSlide+xml"/>
  <Override PartName="/ppt/theme/themeOverride2.xml" ContentType="application/vnd.openxmlformats-officedocument.themeOverride+xml"/>
  <Override PartName="/ppt/notesSlides/notesSlide53.xml" ContentType="application/vnd.openxmlformats-officedocument.presentationml.notesSlide+xml"/>
  <Override PartName="/ppt/theme/themeOverride3.xml" ContentType="application/vnd.openxmlformats-officedocument.themeOverride+xml"/>
  <Override PartName="/ppt/notesSlides/notesSlide54.xml" ContentType="application/vnd.openxmlformats-officedocument.presentationml.notesSlide+xml"/>
  <Override PartName="/ppt/theme/themeOverride4.xml" ContentType="application/vnd.openxmlformats-officedocument.themeOverride+xml"/>
  <Override PartName="/ppt/notesSlides/notesSlide55.xml" ContentType="application/vnd.openxmlformats-officedocument.presentationml.notesSlide+xml"/>
  <Override PartName="/ppt/theme/themeOverride5.xml" ContentType="application/vnd.openxmlformats-officedocument.themeOverride+xml"/>
  <Override PartName="/ppt/notesSlides/notesSlide56.xml" ContentType="application/vnd.openxmlformats-officedocument.presentationml.notesSlide+xml"/>
  <Override PartName="/ppt/theme/themeOverride6.xml" ContentType="application/vnd.openxmlformats-officedocument.themeOverr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6"/>
  </p:notesMasterIdLst>
  <p:sldIdLst>
    <p:sldId id="262" r:id="rId2"/>
    <p:sldId id="424" r:id="rId3"/>
    <p:sldId id="430" r:id="rId4"/>
    <p:sldId id="470" r:id="rId5"/>
    <p:sldId id="465" r:id="rId6"/>
    <p:sldId id="886" r:id="rId7"/>
    <p:sldId id="481" r:id="rId8"/>
    <p:sldId id="887" r:id="rId9"/>
    <p:sldId id="479" r:id="rId10"/>
    <p:sldId id="686" r:id="rId11"/>
    <p:sldId id="888" r:id="rId12"/>
    <p:sldId id="889" r:id="rId13"/>
    <p:sldId id="891" r:id="rId14"/>
    <p:sldId id="892" r:id="rId15"/>
    <p:sldId id="893" r:id="rId16"/>
    <p:sldId id="595" r:id="rId17"/>
    <p:sldId id="659" r:id="rId18"/>
    <p:sldId id="660" r:id="rId19"/>
    <p:sldId id="688" r:id="rId20"/>
    <p:sldId id="689" r:id="rId21"/>
    <p:sldId id="658" r:id="rId22"/>
    <p:sldId id="260" r:id="rId23"/>
    <p:sldId id="661" r:id="rId24"/>
    <p:sldId id="434" r:id="rId25"/>
    <p:sldId id="436" r:id="rId26"/>
    <p:sldId id="435" r:id="rId27"/>
    <p:sldId id="455" r:id="rId28"/>
    <p:sldId id="437" r:id="rId29"/>
    <p:sldId id="589" r:id="rId30"/>
    <p:sldId id="830" r:id="rId31"/>
    <p:sldId id="831" r:id="rId32"/>
    <p:sldId id="662" r:id="rId33"/>
    <p:sldId id="448" r:id="rId34"/>
    <p:sldId id="536" r:id="rId35"/>
    <p:sldId id="287" r:id="rId36"/>
    <p:sldId id="710" r:id="rId37"/>
    <p:sldId id="894" r:id="rId38"/>
    <p:sldId id="895" r:id="rId39"/>
    <p:sldId id="438" r:id="rId40"/>
    <p:sldId id="590" r:id="rId41"/>
    <p:sldId id="772" r:id="rId42"/>
    <p:sldId id="832" r:id="rId43"/>
    <p:sldId id="553" r:id="rId44"/>
    <p:sldId id="591" r:id="rId45"/>
    <p:sldId id="555" r:id="rId46"/>
    <p:sldId id="592" r:id="rId47"/>
    <p:sldId id="559" r:id="rId48"/>
    <p:sldId id="593" r:id="rId49"/>
    <p:sldId id="554" r:id="rId50"/>
    <p:sldId id="594" r:id="rId51"/>
    <p:sldId id="663" r:id="rId52"/>
    <p:sldId id="472" r:id="rId53"/>
    <p:sldId id="711" r:id="rId54"/>
    <p:sldId id="473" r:id="rId55"/>
    <p:sldId id="712" r:id="rId56"/>
    <p:sldId id="851" r:id="rId57"/>
    <p:sldId id="852" r:id="rId58"/>
    <p:sldId id="900" r:id="rId59"/>
    <p:sldId id="901" r:id="rId60"/>
    <p:sldId id="471" r:id="rId61"/>
    <p:sldId id="713" r:id="rId62"/>
    <p:sldId id="664" r:id="rId63"/>
    <p:sldId id="539" r:id="rId64"/>
    <p:sldId id="665" r:id="rId65"/>
    <p:sldId id="896" r:id="rId66"/>
    <p:sldId id="897" r:id="rId67"/>
    <p:sldId id="898" r:id="rId68"/>
    <p:sldId id="899" r:id="rId69"/>
    <p:sldId id="902" r:id="rId70"/>
    <p:sldId id="905" r:id="rId71"/>
    <p:sldId id="543" r:id="rId72"/>
    <p:sldId id="441" r:id="rId73"/>
    <p:sldId id="669" r:id="rId74"/>
    <p:sldId id="730" r:id="rId75"/>
    <p:sldId id="731" r:id="rId76"/>
    <p:sldId id="544" r:id="rId77"/>
    <p:sldId id="445" r:id="rId78"/>
    <p:sldId id="909" r:id="rId79"/>
    <p:sldId id="910" r:id="rId80"/>
    <p:sldId id="911" r:id="rId81"/>
    <p:sldId id="912" r:id="rId82"/>
    <p:sldId id="908" r:id="rId83"/>
    <p:sldId id="853" r:id="rId84"/>
    <p:sldId id="444" r:id="rId85"/>
    <p:sldId id="447" r:id="rId86"/>
    <p:sldId id="460" r:id="rId87"/>
    <p:sldId id="446" r:id="rId88"/>
    <p:sldId id="671" r:id="rId89"/>
    <p:sldId id="521" r:id="rId90"/>
    <p:sldId id="735" r:id="rId91"/>
    <p:sldId id="776" r:id="rId92"/>
    <p:sldId id="914" r:id="rId93"/>
    <p:sldId id="854" r:id="rId94"/>
    <p:sldId id="915" r:id="rId95"/>
    <p:sldId id="450" r:id="rId96"/>
    <p:sldId id="449" r:id="rId97"/>
    <p:sldId id="675" r:id="rId98"/>
    <p:sldId id="862" r:id="rId99"/>
    <p:sldId id="863" r:id="rId100"/>
    <p:sldId id="864" r:id="rId101"/>
    <p:sldId id="865" r:id="rId102"/>
    <p:sldId id="468" r:id="rId103"/>
    <p:sldId id="673" r:id="rId104"/>
    <p:sldId id="570" r:id="rId105"/>
    <p:sldId id="674" r:id="rId106"/>
    <p:sldId id="451" r:id="rId107"/>
    <p:sldId id="452" r:id="rId108"/>
    <p:sldId id="676" r:id="rId109"/>
    <p:sldId id="736" r:id="rId110"/>
    <p:sldId id="737" r:id="rId111"/>
    <p:sldId id="574" r:id="rId112"/>
    <p:sldId id="677" r:id="rId113"/>
    <p:sldId id="454" r:id="rId114"/>
    <p:sldId id="453" r:id="rId115"/>
    <p:sldId id="678" r:id="rId116"/>
    <p:sldId id="738" r:id="rId117"/>
    <p:sldId id="739" r:id="rId118"/>
    <p:sldId id="778" r:id="rId119"/>
    <p:sldId id="781" r:id="rId120"/>
    <p:sldId id="545" r:id="rId121"/>
    <p:sldId id="577" r:id="rId122"/>
    <p:sldId id="715" r:id="rId123"/>
    <p:sldId id="743" r:id="rId124"/>
    <p:sldId id="586" r:id="rId125"/>
    <p:sldId id="714" r:id="rId126"/>
    <p:sldId id="588" r:id="rId127"/>
    <p:sldId id="752" r:id="rId128"/>
    <p:sldId id="748" r:id="rId129"/>
    <p:sldId id="750" r:id="rId130"/>
    <p:sldId id="749" r:id="rId131"/>
    <p:sldId id="751" r:id="rId132"/>
    <p:sldId id="587" r:id="rId133"/>
    <p:sldId id="702" r:id="rId134"/>
    <p:sldId id="754" r:id="rId135"/>
    <p:sldId id="670" r:id="rId136"/>
    <p:sldId id="717" r:id="rId137"/>
    <p:sldId id="728" r:id="rId138"/>
    <p:sldId id="719" r:id="rId139"/>
    <p:sldId id="780" r:id="rId140"/>
    <p:sldId id="718" r:id="rId141"/>
    <p:sldId id="703" r:id="rId142"/>
    <p:sldId id="581" r:id="rId143"/>
    <p:sldId id="753" r:id="rId144"/>
    <p:sldId id="582" r:id="rId145"/>
    <p:sldId id="705" r:id="rId146"/>
    <p:sldId id="755" r:id="rId147"/>
    <p:sldId id="756" r:id="rId148"/>
    <p:sldId id="724" r:id="rId149"/>
    <p:sldId id="726" r:id="rId150"/>
    <p:sldId id="723" r:id="rId151"/>
    <p:sldId id="706" r:id="rId152"/>
    <p:sldId id="584" r:id="rId153"/>
    <p:sldId id="707" r:id="rId154"/>
    <p:sldId id="725" r:id="rId155"/>
    <p:sldId id="727" r:id="rId156"/>
    <p:sldId id="461" r:id="rId157"/>
    <p:sldId id="729" r:id="rId158"/>
    <p:sldId id="819" r:id="rId159"/>
    <p:sldId id="256" r:id="rId160"/>
    <p:sldId id="524" r:id="rId161"/>
    <p:sldId id="820" r:id="rId162"/>
    <p:sldId id="821" r:id="rId163"/>
    <p:sldId id="822" r:id="rId164"/>
    <p:sldId id="823" r:id="rId165"/>
    <p:sldId id="824" r:id="rId166"/>
    <p:sldId id="826" r:id="rId167"/>
    <p:sldId id="523" r:id="rId168"/>
    <p:sldId id="827" r:id="rId169"/>
    <p:sldId id="690" r:id="rId170"/>
    <p:sldId id="480" r:id="rId171"/>
    <p:sldId id="777" r:id="rId172"/>
    <p:sldId id="680" r:id="rId173"/>
    <p:sldId id="684" r:id="rId174"/>
    <p:sldId id="682" r:id="rId175"/>
    <p:sldId id="681" r:id="rId176"/>
    <p:sldId id="874" r:id="rId177"/>
    <p:sldId id="482" r:id="rId178"/>
    <p:sldId id="873" r:id="rId179"/>
    <p:sldId id="842" r:id="rId180"/>
    <p:sldId id="843" r:id="rId181"/>
    <p:sldId id="846" r:id="rId182"/>
    <p:sldId id="850" r:id="rId183"/>
    <p:sldId id="847" r:id="rId184"/>
    <p:sldId id="849" r:id="rId185"/>
    <p:sldId id="828" r:id="rId186"/>
    <p:sldId id="829" r:id="rId187"/>
    <p:sldId id="533" r:id="rId188"/>
    <p:sldId id="763" r:id="rId189"/>
    <p:sldId id="761" r:id="rId190"/>
    <p:sldId id="759" r:id="rId191"/>
    <p:sldId id="760" r:id="rId192"/>
    <p:sldId id="757" r:id="rId193"/>
    <p:sldId id="758" r:id="rId194"/>
    <p:sldId id="501" r:id="rId195"/>
    <p:sldId id="508" r:id="rId196"/>
    <p:sldId id="495" r:id="rId197"/>
    <p:sldId id="509" r:id="rId198"/>
    <p:sldId id="493" r:id="rId199"/>
    <p:sldId id="528" r:id="rId200"/>
    <p:sldId id="529" r:id="rId201"/>
    <p:sldId id="530" r:id="rId202"/>
    <p:sldId id="499" r:id="rId203"/>
    <p:sldId id="506" r:id="rId204"/>
    <p:sldId id="500" r:id="rId205"/>
    <p:sldId id="507" r:id="rId206"/>
    <p:sldId id="496" r:id="rId207"/>
    <p:sldId id="467" r:id="rId208"/>
    <p:sldId id="875" r:id="rId209"/>
    <p:sldId id="838" r:id="rId210"/>
    <p:sldId id="876" r:id="rId211"/>
    <p:sldId id="534" r:id="rId212"/>
    <p:sldId id="503" r:id="rId213"/>
    <p:sldId id="512" r:id="rId214"/>
    <p:sldId id="836" r:id="rId215"/>
    <p:sldId id="837" r:id="rId216"/>
    <p:sldId id="519" r:id="rId217"/>
    <p:sldId id="877" r:id="rId218"/>
    <p:sldId id="532" r:id="rId219"/>
    <p:sldId id="878" r:id="rId220"/>
    <p:sldId id="502" r:id="rId221"/>
    <p:sldId id="879" r:id="rId222"/>
    <p:sldId id="513" r:id="rId223"/>
    <p:sldId id="535" r:id="rId224"/>
    <p:sldId id="514" r:id="rId225"/>
    <p:sldId id="880" r:id="rId226"/>
    <p:sldId id="515" r:id="rId227"/>
    <p:sldId id="881" r:id="rId228"/>
    <p:sldId id="516" r:id="rId229"/>
    <p:sldId id="883" r:id="rId230"/>
    <p:sldId id="517" r:id="rId231"/>
    <p:sldId id="882" r:id="rId232"/>
    <p:sldId id="537" r:id="rId233"/>
    <p:sldId id="884" r:id="rId234"/>
    <p:sldId id="885" r:id="rId235"/>
    <p:sldId id="856" r:id="rId236"/>
    <p:sldId id="866" r:id="rId237"/>
    <p:sldId id="860" r:id="rId238"/>
    <p:sldId id="867" r:id="rId239"/>
    <p:sldId id="858" r:id="rId240"/>
    <p:sldId id="868" r:id="rId241"/>
    <p:sldId id="869" r:id="rId242"/>
    <p:sldId id="871" r:id="rId243"/>
    <p:sldId id="870" r:id="rId244"/>
    <p:sldId id="872" r:id="rId245"/>
    <p:sldId id="691" r:id="rId246"/>
    <p:sldId id="692" r:id="rId247"/>
    <p:sldId id="693" r:id="rId248"/>
    <p:sldId id="694" r:id="rId249"/>
    <p:sldId id="695" r:id="rId250"/>
    <p:sldId id="696" r:id="rId251"/>
    <p:sldId id="697" r:id="rId252"/>
    <p:sldId id="698" r:id="rId253"/>
    <p:sldId id="699" r:id="rId254"/>
    <p:sldId id="700" r:id="rId255"/>
    <p:sldId id="701" r:id="rId256"/>
    <p:sldId id="740" r:id="rId257"/>
    <p:sldId id="741" r:id="rId258"/>
    <p:sldId id="769" r:id="rId259"/>
    <p:sldId id="742" r:id="rId260"/>
    <p:sldId id="774" r:id="rId261"/>
    <p:sldId id="764" r:id="rId262"/>
    <p:sldId id="766" r:id="rId263"/>
    <p:sldId id="765" r:id="rId264"/>
    <p:sldId id="768" r:id="rId265"/>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886"/>
            <p14:sldId id="481"/>
            <p14:sldId id="887"/>
            <p14:sldId id="479"/>
            <p14:sldId id="686"/>
          </p14:sldIdLst>
        </p14:section>
        <p14:section name="SQL" id="{DD89DABE-A453-49AB-9CCB-EE9E631C2A80}">
          <p14:sldIdLst>
            <p14:sldId id="888"/>
            <p14:sldId id="889"/>
          </p14:sldIdLst>
        </p14:section>
        <p14:section name="DB4S" id="{CFDB8A92-3B4F-42B9-A8E1-EED9786AB2F7}">
          <p14:sldIdLst>
            <p14:sldId id="891"/>
            <p14:sldId id="892"/>
            <p14:sldId id="893"/>
          </p14:sldIdLst>
        </p14:section>
        <p14:section name="Internal commentary" id="{1C33CE3C-DDFD-4A04-A8B3-5B64861D3E79}">
          <p14:sldIdLst>
            <p14:sldId id="595"/>
            <p14:sldId id="659"/>
            <p14:sldId id="660"/>
            <p14:sldId id="688"/>
            <p14:sldId id="689"/>
            <p14:sldId id="658"/>
            <p14:sldId id="260"/>
            <p14:sldId id="661"/>
          </p14:sldIdLst>
        </p14:section>
        <p14:section name="Selecting data" id="{2EDCD0F4-5722-4C0A-AACB-6CCC95B63552}">
          <p14:sldIdLst>
            <p14:sldId id="434"/>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894"/>
            <p14:sldId id="895"/>
            <p14:sldId id="438"/>
            <p14:sldId id="590"/>
            <p14:sldId id="772"/>
            <p14:sldId id="832"/>
            <p14:sldId id="553"/>
            <p14:sldId id="591"/>
            <p14:sldId id="555"/>
            <p14:sldId id="592"/>
            <p14:sldId id="559"/>
            <p14:sldId id="593"/>
            <p14:sldId id="554"/>
            <p14:sldId id="594"/>
          </p14:sldIdLst>
        </p14:section>
        <p14:section name="Sorting" id="{A0843CDC-A3D8-42E2-A92F-876C3B7F5B35}">
          <p14:sldIdLst>
            <p14:sldId id="663"/>
            <p14:sldId id="472"/>
            <p14:sldId id="711"/>
            <p14:sldId id="473"/>
            <p14:sldId id="712"/>
            <p14:sldId id="851"/>
            <p14:sldId id="852"/>
            <p14:sldId id="900"/>
            <p14:sldId id="901"/>
            <p14:sldId id="471"/>
            <p14:sldId id="713"/>
          </p14:sldIdLst>
        </p14:section>
        <p14:section name="Complex filtering" id="{9260256F-28F3-4E9E-9446-CE52F48BD61A}">
          <p14:sldIdLst>
            <p14:sldId id="664"/>
            <p14:sldId id="539"/>
            <p14:sldId id="665"/>
            <p14:sldId id="896"/>
            <p14:sldId id="897"/>
            <p14:sldId id="898"/>
            <p14:sldId id="899"/>
            <p14:sldId id="902"/>
            <p14:sldId id="905"/>
          </p14:sldIdLst>
        </p14:section>
        <p14:section name="Task 1 - Prison" id="{03337F12-57C8-453A-971A-F8161C78F81A}">
          <p14:sldIdLst>
            <p14:sldId id="54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909"/>
            <p14:sldId id="910"/>
            <p14:sldId id="911"/>
            <p14:sldId id="912"/>
            <p14:sldId id="908"/>
            <p14:sldId id="853"/>
            <p14:sldId id="444"/>
            <p14:sldId id="447"/>
            <p14:sldId id="460"/>
            <p14:sldId id="446"/>
            <p14:sldId id="671"/>
            <p14:sldId id="521"/>
            <p14:sldId id="735"/>
          </p14:sldIdLst>
        </p14:section>
        <p14:section name="Order of Operations" id="{11B55FB4-B940-4A7E-92D4-97A5E14B2FF2}">
          <p14:sldIdLst>
            <p14:sldId id="776"/>
            <p14:sldId id="914"/>
            <p14:sldId id="854"/>
            <p14:sldId id="915"/>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A71D5D"/>
    <a:srgbClr val="0086B3"/>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90946" autoAdjust="0"/>
  </p:normalViewPr>
  <p:slideViewPr>
    <p:cSldViewPr snapToGrid="0" showGuides="1">
      <p:cViewPr varScale="1">
        <p:scale>
          <a:sx n="60" d="100"/>
          <a:sy n="60" d="100"/>
        </p:scale>
        <p:origin x="380" y="56"/>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openxmlformats.org/officeDocument/2006/relationships/slide" Target="slides/slide257.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theme" Target="theme/theme1.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microsoft.com/office/2016/11/relationships/changesInfo" Target="changesInfos/changesInfo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modSection">
      <pc:chgData name="Al Friend" userId="e5ed79da-d858-46d4-9eed-a7a24903f2de" providerId="ADAL" clId="{6CF5D3DD-A8C4-4611-8099-4AEB2E976A2E}" dt="2026-02-11T17:48:05.058" v="663" actId="20577"/>
      <pc:docMkLst>
        <pc:docMk/>
      </pc:docMkLst>
      <pc:sldChg chg="modSp mod">
        <pc:chgData name="Al Friend" userId="e5ed79da-d858-46d4-9eed-a7a24903f2de" providerId="ADAL" clId="{6CF5D3DD-A8C4-4611-8099-4AEB2E976A2E}" dt="2026-02-11T17:43:52.935" v="651" actId="20577"/>
        <pc:sldMkLst>
          <pc:docMk/>
          <pc:sldMk cId="4222611681" sldId="449"/>
        </pc:sldMkLst>
        <pc:spChg chg="mod">
          <ac:chgData name="Al Friend" userId="e5ed79da-d858-46d4-9eed-a7a24903f2de" providerId="ADAL" clId="{6CF5D3DD-A8C4-4611-8099-4AEB2E976A2E}" dt="2026-02-11T17:43:52.935" v="651" actId="20577"/>
          <ac:spMkLst>
            <pc:docMk/>
            <pc:sldMk cId="4222611681" sldId="449"/>
            <ac:spMk id="2" creationId="{2CE87805-17F2-4B70-B505-57FB17E1FEE3}"/>
          </ac:spMkLst>
        </pc:spChg>
      </pc:sldChg>
      <pc:sldChg chg="modSp mod">
        <pc:chgData name="Al Friend" userId="e5ed79da-d858-46d4-9eed-a7a24903f2de" providerId="ADAL" clId="{6CF5D3DD-A8C4-4611-8099-4AEB2E976A2E}" dt="2026-02-11T17:47:02.008" v="659" actId="20577"/>
        <pc:sldMkLst>
          <pc:docMk/>
          <pc:sldMk cId="1083383636" sldId="468"/>
        </pc:sldMkLst>
        <pc:spChg chg="mod">
          <ac:chgData name="Al Friend" userId="e5ed79da-d858-46d4-9eed-a7a24903f2de" providerId="ADAL" clId="{6CF5D3DD-A8C4-4611-8099-4AEB2E976A2E}" dt="2026-02-11T17:47:02.008" v="659" actId="20577"/>
          <ac:spMkLst>
            <pc:docMk/>
            <pc:sldMk cId="1083383636" sldId="468"/>
            <ac:spMk id="2" creationId="{2CE87805-17F2-4B70-B505-57FB17E1FEE3}"/>
          </ac:spMkLst>
        </pc:spChg>
      </pc:sldChg>
      <pc:sldChg chg="modSp mod">
        <pc:chgData name="Al Friend" userId="e5ed79da-d858-46d4-9eed-a7a24903f2de" providerId="ADAL" clId="{6CF5D3DD-A8C4-4611-8099-4AEB2E976A2E}" dt="2026-02-11T17:48:05.058" v="663" actId="20577"/>
        <pc:sldMkLst>
          <pc:docMk/>
          <pc:sldMk cId="3173619728" sldId="570"/>
        </pc:sldMkLst>
        <pc:spChg chg="mod">
          <ac:chgData name="Al Friend" userId="e5ed79da-d858-46d4-9eed-a7a24903f2de" providerId="ADAL" clId="{6CF5D3DD-A8C4-4611-8099-4AEB2E976A2E}" dt="2026-02-11T17:48:05.058" v="663" actId="20577"/>
          <ac:spMkLst>
            <pc:docMk/>
            <pc:sldMk cId="3173619728" sldId="570"/>
            <ac:spMk id="2" creationId="{2CE87805-17F2-4B70-B505-57FB17E1FEE3}"/>
          </ac:spMkLst>
        </pc:spChg>
      </pc:sldChg>
      <pc:sldChg chg="modSp mod">
        <pc:chgData name="Al Friend" userId="e5ed79da-d858-46d4-9eed-a7a24903f2de" providerId="ADAL" clId="{6CF5D3DD-A8C4-4611-8099-4AEB2E976A2E}" dt="2026-02-11T17:46:57.615" v="657" actId="20577"/>
        <pc:sldMkLst>
          <pc:docMk/>
          <pc:sldMk cId="864512744" sldId="673"/>
        </pc:sldMkLst>
        <pc:spChg chg="mod">
          <ac:chgData name="Al Friend" userId="e5ed79da-d858-46d4-9eed-a7a24903f2de" providerId="ADAL" clId="{6CF5D3DD-A8C4-4611-8099-4AEB2E976A2E}" dt="2026-02-11T17:46:57.615" v="657" actId="20577"/>
          <ac:spMkLst>
            <pc:docMk/>
            <pc:sldMk cId="864512744" sldId="673"/>
            <ac:spMk id="2" creationId="{2CE87805-17F2-4B70-B505-57FB17E1FEE3}"/>
          </ac:spMkLst>
        </pc:spChg>
      </pc:sldChg>
      <pc:sldChg chg="modSp mod">
        <pc:chgData name="Al Friend" userId="e5ed79da-d858-46d4-9eed-a7a24903f2de" providerId="ADAL" clId="{6CF5D3DD-A8C4-4611-8099-4AEB2E976A2E}" dt="2026-02-11T17:48:01.083" v="661" actId="20577"/>
        <pc:sldMkLst>
          <pc:docMk/>
          <pc:sldMk cId="98939593" sldId="674"/>
        </pc:sldMkLst>
        <pc:spChg chg="mod">
          <ac:chgData name="Al Friend" userId="e5ed79da-d858-46d4-9eed-a7a24903f2de" providerId="ADAL" clId="{6CF5D3DD-A8C4-4611-8099-4AEB2E976A2E}" dt="2026-02-11T17:48:01.083" v="661" actId="20577"/>
          <ac:spMkLst>
            <pc:docMk/>
            <pc:sldMk cId="98939593" sldId="674"/>
            <ac:spMk id="2" creationId="{2CE87805-17F2-4B70-B505-57FB17E1FEE3}"/>
          </ac:spMkLst>
        </pc:spChg>
      </pc:sldChg>
      <pc:sldChg chg="modSp mod">
        <pc:chgData name="Al Friend" userId="e5ed79da-d858-46d4-9eed-a7a24903f2de" providerId="ADAL" clId="{6CF5D3DD-A8C4-4611-8099-4AEB2E976A2E}" dt="2026-02-11T17:43:56.988" v="655" actId="20577"/>
        <pc:sldMkLst>
          <pc:docMk/>
          <pc:sldMk cId="2837841370" sldId="675"/>
        </pc:sldMkLst>
        <pc:spChg chg="mod">
          <ac:chgData name="Al Friend" userId="e5ed79da-d858-46d4-9eed-a7a24903f2de" providerId="ADAL" clId="{6CF5D3DD-A8C4-4611-8099-4AEB2E976A2E}" dt="2026-02-11T17:43:56.988" v="655" actId="20577"/>
          <ac:spMkLst>
            <pc:docMk/>
            <pc:sldMk cId="2837841370" sldId="675"/>
            <ac:spMk id="2" creationId="{2CE87805-17F2-4B70-B505-57FB17E1FEE3}"/>
          </ac:spMkLst>
        </pc:spChg>
      </pc:sldChg>
      <pc:sldChg chg="modSp add">
        <pc:chgData name="Al Friend" userId="e5ed79da-d858-46d4-9eed-a7a24903f2de" providerId="ADAL" clId="{6CF5D3DD-A8C4-4611-8099-4AEB2E976A2E}" dt="2026-02-04T22:00:52.367" v="629" actId="207"/>
        <pc:sldMkLst>
          <pc:docMk/>
          <pc:sldMk cId="3241636618" sldId="908"/>
        </pc:sldMkLst>
        <pc:spChg chg="mod">
          <ac:chgData name="Al Friend" userId="e5ed79da-d858-46d4-9eed-a7a24903f2de" providerId="ADAL" clId="{6CF5D3DD-A8C4-4611-8099-4AEB2E976A2E}" dt="2026-02-04T22:00:52.367" v="629" actId="207"/>
          <ac:spMkLst>
            <pc:docMk/>
            <pc:sldMk cId="3241636618" sldId="908"/>
            <ac:spMk id="7" creationId="{7339F5D7-E547-051B-8358-27ED8DD864DC}"/>
          </ac:spMkLst>
        </pc:spChg>
      </pc:sldChg>
      <pc:sldChg chg="delSp modSp add mod delAnim modAnim">
        <pc:chgData name="Al Friend" userId="e5ed79da-d858-46d4-9eed-a7a24903f2de" providerId="ADAL" clId="{6CF5D3DD-A8C4-4611-8099-4AEB2E976A2E}" dt="2026-02-04T21:37:04.017" v="480" actId="115"/>
        <pc:sldMkLst>
          <pc:docMk/>
          <pc:sldMk cId="3421085211" sldId="909"/>
        </pc:sldMkLst>
        <pc:spChg chg="mod">
          <ac:chgData name="Al Friend" userId="e5ed79da-d858-46d4-9eed-a7a24903f2de" providerId="ADAL" clId="{6CF5D3DD-A8C4-4611-8099-4AEB2E976A2E}" dt="2026-02-04T21:24:49.885" v="235" actId="14100"/>
          <ac:spMkLst>
            <pc:docMk/>
            <pc:sldMk cId="3421085211" sldId="909"/>
            <ac:spMk id="2" creationId="{14B06F77-A786-B656-BBA0-7D64280D7A57}"/>
          </ac:spMkLst>
        </pc:spChg>
        <pc:spChg chg="mod">
          <ac:chgData name="Al Friend" userId="e5ed79da-d858-46d4-9eed-a7a24903f2de" providerId="ADAL" clId="{6CF5D3DD-A8C4-4611-8099-4AEB2E976A2E}" dt="2026-02-04T21:24:29.190" v="231" actId="1076"/>
          <ac:spMkLst>
            <pc:docMk/>
            <pc:sldMk cId="3421085211" sldId="909"/>
            <ac:spMk id="23" creationId="{BE12CF5F-1BE6-861F-88CA-3629610ACDEE}"/>
          </ac:spMkLst>
        </pc:spChg>
        <pc:spChg chg="mod">
          <ac:chgData name="Al Friend" userId="e5ed79da-d858-46d4-9eed-a7a24903f2de" providerId="ADAL" clId="{6CF5D3DD-A8C4-4611-8099-4AEB2E976A2E}" dt="2026-02-04T21:24:33.214" v="232" actId="1076"/>
          <ac:spMkLst>
            <pc:docMk/>
            <pc:sldMk cId="3421085211" sldId="909"/>
            <ac:spMk id="25" creationId="{B3C6986C-ACAA-4B1B-398B-3E2FDD22811B}"/>
          </ac:spMkLst>
        </pc:spChg>
        <pc:graphicFrameChg chg="modGraphic">
          <ac:chgData name="Al Friend" userId="e5ed79da-d858-46d4-9eed-a7a24903f2de" providerId="ADAL" clId="{6CF5D3DD-A8C4-4611-8099-4AEB2E976A2E}" dt="2026-02-04T21:37:04.017" v="480" actId="115"/>
          <ac:graphicFrameMkLst>
            <pc:docMk/>
            <pc:sldMk cId="3421085211" sldId="909"/>
            <ac:graphicFrameMk id="8" creationId="{B0C2A4DE-D301-E7BF-3F87-C1DA54AF1A30}"/>
          </ac:graphicFrameMkLst>
        </pc:graphicFrameChg>
      </pc:sldChg>
      <pc:sldChg chg="delSp add mod delAnim modAnim modShow modNotesTx">
        <pc:chgData name="Al Friend" userId="e5ed79da-d858-46d4-9eed-a7a24903f2de" providerId="ADAL" clId="{6CF5D3DD-A8C4-4611-8099-4AEB2E976A2E}" dt="2026-02-04T21:55:35.099" v="587" actId="6549"/>
        <pc:sldMkLst>
          <pc:docMk/>
          <pc:sldMk cId="2279857909" sldId="910"/>
        </pc:sldMkLst>
      </pc:sldChg>
      <pc:sldChg chg="addSp delSp modSp add mod ord addAnim delAnim modAnim">
        <pc:chgData name="Al Friend" userId="e5ed79da-d858-46d4-9eed-a7a24903f2de" providerId="ADAL" clId="{6CF5D3DD-A8C4-4611-8099-4AEB2E976A2E}" dt="2026-02-04T22:02:31.486" v="638" actId="20577"/>
        <pc:sldMkLst>
          <pc:docMk/>
          <pc:sldMk cId="1018795189" sldId="911"/>
        </pc:sldMkLst>
        <pc:spChg chg="mod">
          <ac:chgData name="Al Friend" userId="e5ed79da-d858-46d4-9eed-a7a24903f2de" providerId="ADAL" clId="{6CF5D3DD-A8C4-4611-8099-4AEB2E976A2E}" dt="2026-02-04T21:30:31.797" v="273" actId="20577"/>
          <ac:spMkLst>
            <pc:docMk/>
            <pc:sldMk cId="1018795189" sldId="911"/>
            <ac:spMk id="4" creationId="{243FE3B5-CCED-531B-9D75-74B02F9FCCD3}"/>
          </ac:spMkLst>
        </pc:spChg>
        <pc:spChg chg="add mod">
          <ac:chgData name="Al Friend" userId="e5ed79da-d858-46d4-9eed-a7a24903f2de" providerId="ADAL" clId="{6CF5D3DD-A8C4-4611-8099-4AEB2E976A2E}" dt="2026-02-04T21:33:58.523" v="422" actId="20577"/>
          <ac:spMkLst>
            <pc:docMk/>
            <pc:sldMk cId="1018795189" sldId="911"/>
            <ac:spMk id="5" creationId="{30982C2F-1B07-2C27-F182-8D5B538204D3}"/>
          </ac:spMkLst>
        </pc:spChg>
        <pc:spChg chg="add mod">
          <ac:chgData name="Al Friend" userId="e5ed79da-d858-46d4-9eed-a7a24903f2de" providerId="ADAL" clId="{6CF5D3DD-A8C4-4611-8099-4AEB2E976A2E}" dt="2026-02-04T21:59:20.008" v="615" actId="14100"/>
          <ac:spMkLst>
            <pc:docMk/>
            <pc:sldMk cId="1018795189" sldId="911"/>
            <ac:spMk id="7" creationId="{0B778F1C-E849-D6D2-FE49-1A07B813AE62}"/>
          </ac:spMkLst>
        </pc:spChg>
        <pc:spChg chg="add mod">
          <ac:chgData name="Al Friend" userId="e5ed79da-d858-46d4-9eed-a7a24903f2de" providerId="ADAL" clId="{6CF5D3DD-A8C4-4611-8099-4AEB2E976A2E}" dt="2026-02-04T21:59:05.622" v="612" actId="14100"/>
          <ac:spMkLst>
            <pc:docMk/>
            <pc:sldMk cId="1018795189" sldId="911"/>
            <ac:spMk id="9" creationId="{0143EC99-5F2C-25C0-63F5-91FC5EFD8561}"/>
          </ac:spMkLst>
        </pc:spChg>
        <pc:spChg chg="mod">
          <ac:chgData name="Al Friend" userId="e5ed79da-d858-46d4-9eed-a7a24903f2de" providerId="ADAL" clId="{6CF5D3DD-A8C4-4611-8099-4AEB2E976A2E}" dt="2026-02-04T21:31:27.701" v="376" actId="1076"/>
          <ac:spMkLst>
            <pc:docMk/>
            <pc:sldMk cId="1018795189" sldId="911"/>
            <ac:spMk id="23" creationId="{15E655EB-CF46-A8D3-7818-966EECB3F463}"/>
          </ac:spMkLst>
        </pc:spChg>
        <pc:spChg chg="mod">
          <ac:chgData name="Al Friend" userId="e5ed79da-d858-46d4-9eed-a7a24903f2de" providerId="ADAL" clId="{6CF5D3DD-A8C4-4611-8099-4AEB2E976A2E}" dt="2026-02-04T21:58:49.982" v="609" actId="14100"/>
          <ac:spMkLst>
            <pc:docMk/>
            <pc:sldMk cId="1018795189" sldId="911"/>
            <ac:spMk id="25" creationId="{E3BFB660-B402-AC52-ADE2-671F7DDCB522}"/>
          </ac:spMkLst>
        </pc:spChg>
        <pc:graphicFrameChg chg="add mod modGraphic">
          <ac:chgData name="Al Friend" userId="e5ed79da-d858-46d4-9eed-a7a24903f2de" providerId="ADAL" clId="{6CF5D3DD-A8C4-4611-8099-4AEB2E976A2E}" dt="2026-02-04T22:02:31.486" v="638" actId="20577"/>
          <ac:graphicFrameMkLst>
            <pc:docMk/>
            <pc:sldMk cId="1018795189" sldId="911"/>
            <ac:graphicFrameMk id="3" creationId="{BF6C8320-3B62-7F41-0D45-F63A303F3AD5}"/>
          </ac:graphicFrameMkLst>
        </pc:graphicFrameChg>
        <pc:graphicFrameChg chg="mod modGraphic">
          <ac:chgData name="Al Friend" userId="e5ed79da-d858-46d4-9eed-a7a24903f2de" providerId="ADAL" clId="{6CF5D3DD-A8C4-4611-8099-4AEB2E976A2E}" dt="2026-02-04T21:40:02.522" v="568" actId="207"/>
          <ac:graphicFrameMkLst>
            <pc:docMk/>
            <pc:sldMk cId="1018795189" sldId="911"/>
            <ac:graphicFrameMk id="8" creationId="{42287C8D-C1EF-C053-7A75-739971CA7A2A}"/>
          </ac:graphicFrameMkLst>
        </pc:graphicFrameChg>
      </pc:sldChg>
      <pc:sldChg chg="delSp modSp add mod delAnim modAnim modShow modNotesTx">
        <pc:chgData name="Al Friend" userId="e5ed79da-d858-46d4-9eed-a7a24903f2de" providerId="ADAL" clId="{6CF5D3DD-A8C4-4611-8099-4AEB2E976A2E}" dt="2026-02-04T22:02:42.403" v="647" actId="20577"/>
        <pc:sldMkLst>
          <pc:docMk/>
          <pc:sldMk cId="2380365815" sldId="912"/>
        </pc:sldMkLst>
        <pc:graphicFrameChg chg="modGraphic">
          <ac:chgData name="Al Friend" userId="e5ed79da-d858-46d4-9eed-a7a24903f2de" providerId="ADAL" clId="{6CF5D3DD-A8C4-4611-8099-4AEB2E976A2E}" dt="2026-02-04T22:02:42.403" v="647" actId="20577"/>
          <ac:graphicFrameMkLst>
            <pc:docMk/>
            <pc:sldMk cId="2380365815" sldId="912"/>
            <ac:graphicFrameMk id="3" creationId="{C3005A74-E6D7-2B6B-4EA7-005BEE7621E9}"/>
          </ac:graphicFrameMkLst>
        </pc:graphicFrameChg>
      </pc:sldChg>
    </pc:docChg>
  </pc:docChgLst>
  <pc:docChgLst>
    <pc:chgData name="Al Friend" userId="e5ed79da-d858-46d4-9eed-a7a24903f2de" providerId="ADAL" clId="{7537B086-0992-4C5F-A071-F6F8659556F1}"/>
    <pc:docChg chg="undo redo custSel addSld delSld modSld sldOrd modMainMaster delSection modSection">
      <pc:chgData name="Al Friend" userId="e5ed79da-d858-46d4-9eed-a7a24903f2de" providerId="ADAL" clId="{7537B086-0992-4C5F-A071-F6F8659556F1}" dt="2026-02-12T10:33:31.375" v="3140"/>
      <pc:docMkLst>
        <pc:docMk/>
      </pc:docMkLst>
      <pc:sldChg chg="modSp">
        <pc:chgData name="Al Friend" userId="e5ed79da-d858-46d4-9eed-a7a24903f2de" providerId="ADAL" clId="{7537B086-0992-4C5F-A071-F6F8659556F1}" dt="2026-01-12T15:20:44.330" v="690" actId="20577"/>
        <pc:sldMkLst>
          <pc:docMk/>
          <pc:sldMk cId="3662892889" sldId="438"/>
        </pc:sldMkLst>
        <pc:spChg chg="mod">
          <ac:chgData name="Al Friend" userId="e5ed79da-d858-46d4-9eed-a7a24903f2de" providerId="ADAL" clId="{7537B086-0992-4C5F-A071-F6F8659556F1}" dt="2026-01-12T15:20:44.330" v="690" actId="20577"/>
          <ac:spMkLst>
            <pc:docMk/>
            <pc:sldMk cId="3662892889" sldId="438"/>
            <ac:spMk id="3" creationId="{E4EE7085-4C5B-409B-8843-A8A3D3CB6E90}"/>
          </ac:spMkLst>
        </pc:spChg>
      </pc:sldChg>
      <pc:sldChg chg="modTransition">
        <pc:chgData name="Al Friend" userId="e5ed79da-d858-46d4-9eed-a7a24903f2de" providerId="ADAL" clId="{7537B086-0992-4C5F-A071-F6F8659556F1}" dt="2026-01-26T13:51:26.942" v="1958"/>
        <pc:sldMkLst>
          <pc:docMk/>
          <pc:sldMk cId="2723771124" sldId="441"/>
        </pc:sldMkLst>
      </pc:sldChg>
      <pc:sldChg chg="modSp">
        <pc:chgData name="Al Friend" userId="e5ed79da-d858-46d4-9eed-a7a24903f2de" providerId="ADAL" clId="{7537B086-0992-4C5F-A071-F6F8659556F1}" dt="2026-02-04T14:33:05.372" v="2487" actId="20577"/>
        <pc:sldMkLst>
          <pc:docMk/>
          <pc:sldMk cId="2174581309" sldId="444"/>
        </pc:sldMkLst>
        <pc:spChg chg="mod">
          <ac:chgData name="Al Friend" userId="e5ed79da-d858-46d4-9eed-a7a24903f2de" providerId="ADAL" clId="{7537B086-0992-4C5F-A071-F6F8659556F1}" dt="2026-02-04T14:33:05.372" v="2487" actId="20577"/>
          <ac:spMkLst>
            <pc:docMk/>
            <pc:sldMk cId="2174581309" sldId="444"/>
            <ac:spMk id="2" creationId="{2758866C-D163-466F-886D-CDF1E69610EA}"/>
          </ac:spMkLst>
        </pc:spChg>
      </pc:sldChg>
      <pc:sldChg chg="modSp">
        <pc:chgData name="Al Friend" userId="e5ed79da-d858-46d4-9eed-a7a24903f2de" providerId="ADAL" clId="{7537B086-0992-4C5F-A071-F6F8659556F1}" dt="2026-02-06T11:20:38.552" v="2787" actId="20577"/>
        <pc:sldMkLst>
          <pc:docMk/>
          <pc:sldMk cId="955029639" sldId="446"/>
        </pc:sldMkLst>
        <pc:spChg chg="mod">
          <ac:chgData name="Al Friend" userId="e5ed79da-d858-46d4-9eed-a7a24903f2de" providerId="ADAL" clId="{7537B086-0992-4C5F-A071-F6F8659556F1}" dt="2026-02-06T11:20:38.552" v="2787" actId="20577"/>
          <ac:spMkLst>
            <pc:docMk/>
            <pc:sldMk cId="955029639" sldId="446"/>
            <ac:spMk id="3" creationId="{E4EE7085-4C5B-409B-8843-A8A3D3CB6E90}"/>
          </ac:spMkLst>
        </pc:spChg>
      </pc:sldChg>
      <pc:sldChg chg="modSp">
        <pc:chgData name="Al Friend" userId="e5ed79da-d858-46d4-9eed-a7a24903f2de" providerId="ADAL" clId="{7537B086-0992-4C5F-A071-F6F8659556F1}" dt="2026-02-04T14:33:13.074" v="2491" actId="20577"/>
        <pc:sldMkLst>
          <pc:docMk/>
          <pc:sldMk cId="1795813768" sldId="447"/>
        </pc:sldMkLst>
        <pc:spChg chg="mod">
          <ac:chgData name="Al Friend" userId="e5ed79da-d858-46d4-9eed-a7a24903f2de" providerId="ADAL" clId="{7537B086-0992-4C5F-A071-F6F8659556F1}" dt="2026-02-04T14:33:09.955" v="2489" actId="20577"/>
          <ac:spMkLst>
            <pc:docMk/>
            <pc:sldMk cId="1795813768" sldId="447"/>
            <ac:spMk id="5" creationId="{9E8D577D-F9B0-4C26-95CB-954FFDF61DBD}"/>
          </ac:spMkLst>
        </pc:spChg>
        <pc:spChg chg="mod">
          <ac:chgData name="Al Friend" userId="e5ed79da-d858-46d4-9eed-a7a24903f2de" providerId="ADAL" clId="{7537B086-0992-4C5F-A071-F6F8659556F1}" dt="2026-02-04T14:33:13.074" v="2491" actId="20577"/>
          <ac:spMkLst>
            <pc:docMk/>
            <pc:sldMk cId="1795813768" sldId="447"/>
            <ac:spMk id="6" creationId="{06B8E8D6-C037-4571-B1CB-E4BD14A48ED7}"/>
          </ac:spMkLst>
        </pc:spChg>
      </pc:sldChg>
      <pc:sldChg chg="modSp">
        <pc:chgData name="Al Friend" userId="e5ed79da-d858-46d4-9eed-a7a24903f2de" providerId="ADAL" clId="{7537B086-0992-4C5F-A071-F6F8659556F1}" dt="2026-02-12T10:03:37.270" v="3003" actId="20577"/>
        <pc:sldMkLst>
          <pc:docMk/>
          <pc:sldMk cId="4222611681" sldId="449"/>
        </pc:sldMkLst>
        <pc:spChg chg="mod">
          <ac:chgData name="Al Friend" userId="e5ed79da-d858-46d4-9eed-a7a24903f2de" providerId="ADAL" clId="{7537B086-0992-4C5F-A071-F6F8659556F1}" dt="2026-02-12T10:03:37.270" v="3003" actId="20577"/>
          <ac:spMkLst>
            <pc:docMk/>
            <pc:sldMk cId="4222611681" sldId="449"/>
            <ac:spMk id="2" creationId="{2CE87805-17F2-4B70-B505-57FB17E1FEE3}"/>
          </ac:spMkLst>
        </pc:spChg>
      </pc:sldChg>
      <pc:sldChg chg="modSp">
        <pc:chgData name="Al Friend" userId="e5ed79da-d858-46d4-9eed-a7a24903f2de" providerId="ADAL" clId="{7537B086-0992-4C5F-A071-F6F8659556F1}" dt="2026-02-04T14:33:20.292" v="2495" actId="20577"/>
        <pc:sldMkLst>
          <pc:docMk/>
          <pc:sldMk cId="2428575276" sldId="460"/>
        </pc:sldMkLst>
        <pc:spChg chg="mod">
          <ac:chgData name="Al Friend" userId="e5ed79da-d858-46d4-9eed-a7a24903f2de" providerId="ADAL" clId="{7537B086-0992-4C5F-A071-F6F8659556F1}" dt="2026-02-04T14:33:17.798" v="2493" actId="20577"/>
          <ac:spMkLst>
            <pc:docMk/>
            <pc:sldMk cId="2428575276" sldId="460"/>
            <ac:spMk id="5" creationId="{9E8D577D-F9B0-4C26-95CB-954FFDF61DBD}"/>
          </ac:spMkLst>
        </pc:spChg>
        <pc:spChg chg="mod">
          <ac:chgData name="Al Friend" userId="e5ed79da-d858-46d4-9eed-a7a24903f2de" providerId="ADAL" clId="{7537B086-0992-4C5F-A071-F6F8659556F1}" dt="2026-02-04T14:33:20.292" v="2495" actId="20577"/>
          <ac:spMkLst>
            <pc:docMk/>
            <pc:sldMk cId="2428575276" sldId="460"/>
            <ac:spMk id="6" creationId="{06B8E8D6-C037-4571-B1CB-E4BD14A48ED7}"/>
          </ac:spMkLst>
        </pc:spChg>
      </pc:sldChg>
      <pc:sldChg chg="modSp modAnim">
        <pc:chgData name="Al Friend" userId="e5ed79da-d858-46d4-9eed-a7a24903f2de" providerId="ADAL" clId="{7537B086-0992-4C5F-A071-F6F8659556F1}" dt="2026-02-12T10:33:31.375" v="3140"/>
        <pc:sldMkLst>
          <pc:docMk/>
          <pc:sldMk cId="1083383636" sldId="468"/>
        </pc:sldMkLst>
        <pc:spChg chg="mod">
          <ac:chgData name="Al Friend" userId="e5ed79da-d858-46d4-9eed-a7a24903f2de" providerId="ADAL" clId="{7537B086-0992-4C5F-A071-F6F8659556F1}" dt="2026-02-12T10:14:50.971" v="3005" actId="20577"/>
          <ac:spMkLst>
            <pc:docMk/>
            <pc:sldMk cId="1083383636" sldId="468"/>
            <ac:spMk id="3" creationId="{E4EE7085-4C5B-409B-8843-A8A3D3CB6E90}"/>
          </ac:spMkLst>
        </pc:spChg>
        <pc:spChg chg="mod">
          <ac:chgData name="Al Friend" userId="e5ed79da-d858-46d4-9eed-a7a24903f2de" providerId="ADAL" clId="{7537B086-0992-4C5F-A071-F6F8659556F1}" dt="2026-02-12T10:33:20.804" v="3116" actId="1037"/>
          <ac:spMkLst>
            <pc:docMk/>
            <pc:sldMk cId="1083383636" sldId="468"/>
            <ac:spMk id="6" creationId="{77E8332C-AADD-4F2B-B0E2-AC0B43D6AE90}"/>
          </ac:spMkLst>
        </pc:spChg>
        <pc:spChg chg="mod">
          <ac:chgData name="Al Friend" userId="e5ed79da-d858-46d4-9eed-a7a24903f2de" providerId="ADAL" clId="{7537B086-0992-4C5F-A071-F6F8659556F1}" dt="2026-02-12T10:33:26.238" v="3133" actId="1037"/>
          <ac:spMkLst>
            <pc:docMk/>
            <pc:sldMk cId="1083383636" sldId="468"/>
            <ac:spMk id="7" creationId="{412E8916-E1C6-455C-96C6-1411BB246ADC}"/>
          </ac:spMkLst>
        </pc:spChg>
      </pc:sldChg>
      <pc:sldChg chg="modSp ord">
        <pc:chgData name="Al Friend" userId="e5ed79da-d858-46d4-9eed-a7a24903f2de" providerId="ADAL" clId="{7537B086-0992-4C5F-A071-F6F8659556F1}" dt="2026-01-12T15:51:52.111" v="824" actId="1076"/>
        <pc:sldMkLst>
          <pc:docMk/>
          <pc:sldMk cId="818983537" sldId="471"/>
        </pc:sldMkLst>
        <pc:spChg chg="mod">
          <ac:chgData name="Al Friend" userId="e5ed79da-d858-46d4-9eed-a7a24903f2de" providerId="ADAL" clId="{7537B086-0992-4C5F-A071-F6F8659556F1}" dt="2026-01-12T15:43:32.063" v="718" actId="20577"/>
          <ac:spMkLst>
            <pc:docMk/>
            <pc:sldMk cId="818983537" sldId="471"/>
            <ac:spMk id="3" creationId="{E4EE7085-4C5B-409B-8843-A8A3D3CB6E90}"/>
          </ac:spMkLst>
        </pc:spChg>
        <pc:spChg chg="mod">
          <ac:chgData name="Al Friend" userId="e5ed79da-d858-46d4-9eed-a7a24903f2de" providerId="ADAL" clId="{7537B086-0992-4C5F-A071-F6F8659556F1}" dt="2026-01-12T15:51:52.111" v="824" actId="1076"/>
          <ac:spMkLst>
            <pc:docMk/>
            <pc:sldMk cId="818983537" sldId="471"/>
            <ac:spMk id="7" creationId="{DFBCD4FE-B2C2-4A7E-BA42-AFCA68B5BE18}"/>
          </ac:spMkLst>
        </pc:spChg>
      </pc:sldChg>
      <pc:sldChg chg="modSp ord">
        <pc:chgData name="Al Friend" userId="e5ed79da-d858-46d4-9eed-a7a24903f2de" providerId="ADAL" clId="{7537B086-0992-4C5F-A071-F6F8659556F1}" dt="2026-01-12T15:42:02.680" v="710" actId="20577"/>
        <pc:sldMkLst>
          <pc:docMk/>
          <pc:sldMk cId="2545018025" sldId="472"/>
        </pc:sldMkLst>
        <pc:spChg chg="mod">
          <ac:chgData name="Al Friend" userId="e5ed79da-d858-46d4-9eed-a7a24903f2de" providerId="ADAL" clId="{7537B086-0992-4C5F-A071-F6F8659556F1}" dt="2026-01-12T15:42:02.680" v="710" actId="20577"/>
          <ac:spMkLst>
            <pc:docMk/>
            <pc:sldMk cId="2545018025" sldId="472"/>
            <ac:spMk id="3" creationId="{E4EE7085-4C5B-409B-8843-A8A3D3CB6E90}"/>
          </ac:spMkLst>
        </pc:spChg>
      </pc:sldChg>
      <pc:sldChg chg="modSp ord">
        <pc:chgData name="Al Friend" userId="e5ed79da-d858-46d4-9eed-a7a24903f2de" providerId="ADAL" clId="{7537B086-0992-4C5F-A071-F6F8659556F1}" dt="2026-01-12T15:42:11.323" v="714" actId="20577"/>
        <pc:sldMkLst>
          <pc:docMk/>
          <pc:sldMk cId="2752439583" sldId="473"/>
        </pc:sldMkLst>
        <pc:spChg chg="mod">
          <ac:chgData name="Al Friend" userId="e5ed79da-d858-46d4-9eed-a7a24903f2de" providerId="ADAL" clId="{7537B086-0992-4C5F-A071-F6F8659556F1}" dt="2026-01-12T15:42:11.323" v="714" actId="20577"/>
          <ac:spMkLst>
            <pc:docMk/>
            <pc:sldMk cId="2752439583" sldId="473"/>
            <ac:spMk id="3" creationId="{E4EE7085-4C5B-409B-8843-A8A3D3CB6E90}"/>
          </ac:spMkLst>
        </pc:spChg>
      </pc:sldChg>
      <pc:sldChg chg="modSp">
        <pc:chgData name="Al Friend" userId="e5ed79da-d858-46d4-9eed-a7a24903f2de" providerId="ADAL" clId="{7537B086-0992-4C5F-A071-F6F8659556F1}" dt="2026-02-04T14:30:58.100" v="2463" actId="20577"/>
        <pc:sldMkLst>
          <pc:docMk/>
          <pc:sldMk cId="4015496597" sldId="521"/>
        </pc:sldMkLst>
        <pc:spChg chg="mod">
          <ac:chgData name="Al Friend" userId="e5ed79da-d858-46d4-9eed-a7a24903f2de" providerId="ADAL" clId="{7537B086-0992-4C5F-A071-F6F8659556F1}" dt="2026-02-04T14:30:58.100" v="2463" actId="20577"/>
          <ac:spMkLst>
            <pc:docMk/>
            <pc:sldMk cId="4015496597" sldId="521"/>
            <ac:spMk id="13" creationId="{0929D270-263B-40FE-B047-5F7676BBB754}"/>
          </ac:spMkLst>
        </pc:spChg>
      </pc:sldChg>
      <pc:sldChg chg="delSp modSp delAnim">
        <pc:chgData name="Al Friend" userId="e5ed79da-d858-46d4-9eed-a7a24903f2de" providerId="ADAL" clId="{7537B086-0992-4C5F-A071-F6F8659556F1}" dt="2026-01-12T15:44:55.104" v="739" actId="478"/>
        <pc:sldMkLst>
          <pc:docMk/>
          <pc:sldMk cId="2830124929" sldId="539"/>
        </pc:sldMkLst>
        <pc:spChg chg="mod">
          <ac:chgData name="Al Friend" userId="e5ed79da-d858-46d4-9eed-a7a24903f2de" providerId="ADAL" clId="{7537B086-0992-4C5F-A071-F6F8659556F1}" dt="2026-01-12T15:44:46.398" v="738" actId="20577"/>
          <ac:spMkLst>
            <pc:docMk/>
            <pc:sldMk cId="2830124929" sldId="539"/>
            <ac:spMk id="2" creationId="{2CE87805-17F2-4B70-B505-57FB17E1FEE3}"/>
          </ac:spMkLst>
        </pc:spChg>
        <pc:spChg chg="mod">
          <ac:chgData name="Al Friend" userId="e5ed79da-d858-46d4-9eed-a7a24903f2de" providerId="ADAL" clId="{7537B086-0992-4C5F-A071-F6F8659556F1}" dt="2026-01-12T15:44:05.204" v="724" actId="20577"/>
          <ac:spMkLst>
            <pc:docMk/>
            <pc:sldMk cId="2830124929" sldId="539"/>
            <ac:spMk id="3" creationId="{E4EE7085-4C5B-409B-8843-A8A3D3CB6E90}"/>
          </ac:spMkLst>
        </pc:spChg>
      </pc:sldChg>
      <pc:sldChg chg="modTransition">
        <pc:chgData name="Al Friend" userId="e5ed79da-d858-46d4-9eed-a7a24903f2de" providerId="ADAL" clId="{7537B086-0992-4C5F-A071-F6F8659556F1}" dt="2026-01-26T13:50:49.896" v="1957"/>
        <pc:sldMkLst>
          <pc:docMk/>
          <pc:sldMk cId="2797075726" sldId="543"/>
        </pc:sldMkLst>
      </pc:sldChg>
      <pc:sldChg chg="modTransition">
        <pc:chgData name="Al Friend" userId="e5ed79da-d858-46d4-9eed-a7a24903f2de" providerId="ADAL" clId="{7537B086-0992-4C5F-A071-F6F8659556F1}" dt="2026-01-26T13:51:36.153" v="1959"/>
        <pc:sldMkLst>
          <pc:docMk/>
          <pc:sldMk cId="927004980" sldId="544"/>
        </pc:sldMkLst>
      </pc:sldChg>
      <pc:sldChg chg="modSp">
        <pc:chgData name="Al Friend" userId="e5ed79da-d858-46d4-9eed-a7a24903f2de" providerId="ADAL" clId="{7537B086-0992-4C5F-A071-F6F8659556F1}" dt="2026-01-12T15:38:27.244" v="694" actId="20577"/>
        <pc:sldMkLst>
          <pc:docMk/>
          <pc:sldMk cId="2796949558" sldId="553"/>
        </pc:sldMkLst>
        <pc:spChg chg="mod">
          <ac:chgData name="Al Friend" userId="e5ed79da-d858-46d4-9eed-a7a24903f2de" providerId="ADAL" clId="{7537B086-0992-4C5F-A071-F6F8659556F1}" dt="2026-01-12T15:38:27.244" v="694" actId="20577"/>
          <ac:spMkLst>
            <pc:docMk/>
            <pc:sldMk cId="2796949558" sldId="553"/>
            <ac:spMk id="3" creationId="{E4EE7085-4C5B-409B-8843-A8A3D3CB6E90}"/>
          </ac:spMkLst>
        </pc:spChg>
      </pc:sldChg>
      <pc:sldChg chg="modSp">
        <pc:chgData name="Al Friend" userId="e5ed79da-d858-46d4-9eed-a7a24903f2de" providerId="ADAL" clId="{7537B086-0992-4C5F-A071-F6F8659556F1}" dt="2026-01-12T15:40:44.934" v="706" actId="20577"/>
        <pc:sldMkLst>
          <pc:docMk/>
          <pc:sldMk cId="1736274729" sldId="554"/>
        </pc:sldMkLst>
        <pc:spChg chg="mod">
          <ac:chgData name="Al Friend" userId="e5ed79da-d858-46d4-9eed-a7a24903f2de" providerId="ADAL" clId="{7537B086-0992-4C5F-A071-F6F8659556F1}" dt="2026-01-12T15:40:44.934" v="706" actId="20577"/>
          <ac:spMkLst>
            <pc:docMk/>
            <pc:sldMk cId="1736274729" sldId="554"/>
            <ac:spMk id="3" creationId="{E4EE7085-4C5B-409B-8843-A8A3D3CB6E90}"/>
          </ac:spMkLst>
        </pc:spChg>
      </pc:sldChg>
      <pc:sldChg chg="addSp delSp modSp">
        <pc:chgData name="Al Friend" userId="e5ed79da-d858-46d4-9eed-a7a24903f2de" providerId="ADAL" clId="{7537B086-0992-4C5F-A071-F6F8659556F1}" dt="2026-01-12T15:38:33.253" v="698" actId="20577"/>
        <pc:sldMkLst>
          <pc:docMk/>
          <pc:sldMk cId="3656827312" sldId="555"/>
        </pc:sldMkLst>
        <pc:spChg chg="mod">
          <ac:chgData name="Al Friend" userId="e5ed79da-d858-46d4-9eed-a7a24903f2de" providerId="ADAL" clId="{7537B086-0992-4C5F-A071-F6F8659556F1}" dt="2026-01-12T15:38:33.253" v="698" actId="20577"/>
          <ac:spMkLst>
            <pc:docMk/>
            <pc:sldMk cId="3656827312" sldId="555"/>
            <ac:spMk id="3" creationId="{E4EE7085-4C5B-409B-8843-A8A3D3CB6E90}"/>
          </ac:spMkLst>
        </pc:spChg>
      </pc:sldChg>
      <pc:sldChg chg="modSp">
        <pc:chgData name="Al Friend" userId="e5ed79da-d858-46d4-9eed-a7a24903f2de" providerId="ADAL" clId="{7537B086-0992-4C5F-A071-F6F8659556F1}" dt="2026-01-12T15:40:37.364" v="702" actId="20577"/>
        <pc:sldMkLst>
          <pc:docMk/>
          <pc:sldMk cId="970874047" sldId="559"/>
        </pc:sldMkLst>
        <pc:spChg chg="mod">
          <ac:chgData name="Al Friend" userId="e5ed79da-d858-46d4-9eed-a7a24903f2de" providerId="ADAL" clId="{7537B086-0992-4C5F-A071-F6F8659556F1}" dt="2026-01-12T15:40:37.364" v="702" actId="20577"/>
          <ac:spMkLst>
            <pc:docMk/>
            <pc:sldMk cId="970874047" sldId="559"/>
            <ac:spMk id="3" creationId="{E4EE7085-4C5B-409B-8843-A8A3D3CB6E90}"/>
          </ac:spMkLst>
        </pc:spChg>
      </pc:sldChg>
      <pc:sldChg chg="modSp modAnim">
        <pc:chgData name="Al Friend" userId="e5ed79da-d858-46d4-9eed-a7a24903f2de" providerId="ADAL" clId="{7537B086-0992-4C5F-A071-F6F8659556F1}" dt="2026-02-12T10:32:48.351" v="3084"/>
        <pc:sldMkLst>
          <pc:docMk/>
          <pc:sldMk cId="3173619728" sldId="570"/>
        </pc:sldMkLst>
        <pc:spChg chg="mod">
          <ac:chgData name="Al Friend" userId="e5ed79da-d858-46d4-9eed-a7a24903f2de" providerId="ADAL" clId="{7537B086-0992-4C5F-A071-F6F8659556F1}" dt="2026-02-12T10:31:59.764" v="3069" actId="1038"/>
          <ac:spMkLst>
            <pc:docMk/>
            <pc:sldMk cId="3173619728" sldId="570"/>
            <ac:spMk id="5" creationId="{44FEFF9E-B37B-D61A-0BB0-4A87C663B88F}"/>
          </ac:spMkLst>
        </pc:spChg>
        <pc:spChg chg="mod">
          <ac:chgData name="Al Friend" userId="e5ed79da-d858-46d4-9eed-a7a24903f2de" providerId="ADAL" clId="{7537B086-0992-4C5F-A071-F6F8659556F1}" dt="2026-02-12T10:32:12.184" v="3080" actId="1038"/>
          <ac:spMkLst>
            <pc:docMk/>
            <pc:sldMk cId="3173619728" sldId="570"/>
            <ac:spMk id="6" creationId="{8C82E73A-9351-440B-AD5A-91B4FA5E208F}"/>
          </ac:spMkLst>
        </pc:spChg>
      </pc:sldChg>
      <pc:sldChg chg="modSp">
        <pc:chgData name="Al Friend" userId="e5ed79da-d858-46d4-9eed-a7a24903f2de" providerId="ADAL" clId="{7537B086-0992-4C5F-A071-F6F8659556F1}" dt="2026-01-12T15:21:35.082" v="692" actId="20577"/>
        <pc:sldMkLst>
          <pc:docMk/>
          <pc:sldMk cId="2929584588" sldId="590"/>
        </pc:sldMkLst>
        <pc:spChg chg="mod">
          <ac:chgData name="Al Friend" userId="e5ed79da-d858-46d4-9eed-a7a24903f2de" providerId="ADAL" clId="{7537B086-0992-4C5F-A071-F6F8659556F1}" dt="2026-01-12T15:21:35.082" v="692" actId="20577"/>
          <ac:spMkLst>
            <pc:docMk/>
            <pc:sldMk cId="2929584588" sldId="590"/>
            <ac:spMk id="3" creationId="{E4EE7085-4C5B-409B-8843-A8A3D3CB6E90}"/>
          </ac:spMkLst>
        </pc:spChg>
      </pc:sldChg>
      <pc:sldChg chg="modSp">
        <pc:chgData name="Al Friend" userId="e5ed79da-d858-46d4-9eed-a7a24903f2de" providerId="ADAL" clId="{7537B086-0992-4C5F-A071-F6F8659556F1}" dt="2026-01-12T15:38:30.470" v="696" actId="20577"/>
        <pc:sldMkLst>
          <pc:docMk/>
          <pc:sldMk cId="3483862181" sldId="591"/>
        </pc:sldMkLst>
        <pc:spChg chg="mod">
          <ac:chgData name="Al Friend" userId="e5ed79da-d858-46d4-9eed-a7a24903f2de" providerId="ADAL" clId="{7537B086-0992-4C5F-A071-F6F8659556F1}" dt="2026-01-12T15:38:30.470" v="696" actId="20577"/>
          <ac:spMkLst>
            <pc:docMk/>
            <pc:sldMk cId="3483862181" sldId="591"/>
            <ac:spMk id="3" creationId="{E4EE7085-4C5B-409B-8843-A8A3D3CB6E90}"/>
          </ac:spMkLst>
        </pc:spChg>
      </pc:sldChg>
      <pc:sldChg chg="modSp">
        <pc:chgData name="Al Friend" userId="e5ed79da-d858-46d4-9eed-a7a24903f2de" providerId="ADAL" clId="{7537B086-0992-4C5F-A071-F6F8659556F1}" dt="2026-01-12T15:40:34.293" v="700" actId="20577"/>
        <pc:sldMkLst>
          <pc:docMk/>
          <pc:sldMk cId="818404692" sldId="592"/>
        </pc:sldMkLst>
        <pc:spChg chg="mod">
          <ac:chgData name="Al Friend" userId="e5ed79da-d858-46d4-9eed-a7a24903f2de" providerId="ADAL" clId="{7537B086-0992-4C5F-A071-F6F8659556F1}" dt="2026-01-12T15:40:34.293" v="700" actId="20577"/>
          <ac:spMkLst>
            <pc:docMk/>
            <pc:sldMk cId="818404692" sldId="592"/>
            <ac:spMk id="3" creationId="{E4EE7085-4C5B-409B-8843-A8A3D3CB6E90}"/>
          </ac:spMkLst>
        </pc:spChg>
      </pc:sldChg>
      <pc:sldChg chg="modSp">
        <pc:chgData name="Al Friend" userId="e5ed79da-d858-46d4-9eed-a7a24903f2de" providerId="ADAL" clId="{7537B086-0992-4C5F-A071-F6F8659556F1}" dt="2026-01-12T15:40:40.776" v="704" actId="20577"/>
        <pc:sldMkLst>
          <pc:docMk/>
          <pc:sldMk cId="1368737392" sldId="593"/>
        </pc:sldMkLst>
        <pc:spChg chg="mod">
          <ac:chgData name="Al Friend" userId="e5ed79da-d858-46d4-9eed-a7a24903f2de" providerId="ADAL" clId="{7537B086-0992-4C5F-A071-F6F8659556F1}" dt="2026-01-12T15:40:40.776" v="704" actId="20577"/>
          <ac:spMkLst>
            <pc:docMk/>
            <pc:sldMk cId="1368737392" sldId="593"/>
            <ac:spMk id="3" creationId="{E4EE7085-4C5B-409B-8843-A8A3D3CB6E90}"/>
          </ac:spMkLst>
        </pc:spChg>
      </pc:sldChg>
      <pc:sldChg chg="modSp">
        <pc:chgData name="Al Friend" userId="e5ed79da-d858-46d4-9eed-a7a24903f2de" providerId="ADAL" clId="{7537B086-0992-4C5F-A071-F6F8659556F1}" dt="2026-01-12T15:40:48.874" v="708" actId="20577"/>
        <pc:sldMkLst>
          <pc:docMk/>
          <pc:sldMk cId="3908499378" sldId="594"/>
        </pc:sldMkLst>
        <pc:spChg chg="mod">
          <ac:chgData name="Al Friend" userId="e5ed79da-d858-46d4-9eed-a7a24903f2de" providerId="ADAL" clId="{7537B086-0992-4C5F-A071-F6F8659556F1}" dt="2026-01-12T15:40:48.874" v="708" actId="20577"/>
          <ac:spMkLst>
            <pc:docMk/>
            <pc:sldMk cId="3908499378" sldId="594"/>
            <ac:spMk id="3" creationId="{E4EE7085-4C5B-409B-8843-A8A3D3CB6E90}"/>
          </ac:spMkLst>
        </pc:spChg>
      </pc:sldChg>
      <pc:sldChg chg="ord">
        <pc:chgData name="Al Friend" userId="e5ed79da-d858-46d4-9eed-a7a24903f2de" providerId="ADAL" clId="{7537B086-0992-4C5F-A071-F6F8659556F1}" dt="2026-01-12T10:29:48.173" v="613"/>
        <pc:sldMkLst>
          <pc:docMk/>
          <pc:sldMk cId="3590783804" sldId="663"/>
        </pc:sldMkLst>
      </pc:sldChg>
      <pc:sldChg chg="modNotesTx">
        <pc:chgData name="Al Friend" userId="e5ed79da-d858-46d4-9eed-a7a24903f2de" providerId="ADAL" clId="{7537B086-0992-4C5F-A071-F6F8659556F1}" dt="2026-01-12T15:58:37.551" v="860" actId="20577"/>
        <pc:sldMkLst>
          <pc:docMk/>
          <pc:sldMk cId="3589467266" sldId="664"/>
        </pc:sldMkLst>
      </pc:sldChg>
      <pc:sldChg chg="modSp">
        <pc:chgData name="Al Friend" userId="e5ed79da-d858-46d4-9eed-a7a24903f2de" providerId="ADAL" clId="{7537B086-0992-4C5F-A071-F6F8659556F1}" dt="2026-01-12T15:44:38.483" v="730" actId="20577"/>
        <pc:sldMkLst>
          <pc:docMk/>
          <pc:sldMk cId="3697990193" sldId="665"/>
        </pc:sldMkLst>
        <pc:spChg chg="mod">
          <ac:chgData name="Al Friend" userId="e5ed79da-d858-46d4-9eed-a7a24903f2de" providerId="ADAL" clId="{7537B086-0992-4C5F-A071-F6F8659556F1}" dt="2026-01-12T15:44:38.483" v="730" actId="20577"/>
          <ac:spMkLst>
            <pc:docMk/>
            <pc:sldMk cId="3697990193" sldId="665"/>
            <ac:spMk id="2" creationId="{2CE87805-17F2-4B70-B505-57FB17E1FEE3}"/>
          </ac:spMkLst>
        </pc:spChg>
        <pc:spChg chg="mod">
          <ac:chgData name="Al Friend" userId="e5ed79da-d858-46d4-9eed-a7a24903f2de" providerId="ADAL" clId="{7537B086-0992-4C5F-A071-F6F8659556F1}" dt="2026-01-12T15:44:02.582" v="722" actId="20577"/>
          <ac:spMkLst>
            <pc:docMk/>
            <pc:sldMk cId="3697990193" sldId="665"/>
            <ac:spMk id="3" creationId="{E4EE7085-4C5B-409B-8843-A8A3D3CB6E90}"/>
          </ac:spMkLst>
        </pc:spChg>
      </pc:sldChg>
      <pc:sldChg chg="modSp">
        <pc:chgData name="Al Friend" userId="e5ed79da-d858-46d4-9eed-a7a24903f2de" providerId="ADAL" clId="{7537B086-0992-4C5F-A071-F6F8659556F1}" dt="2026-02-06T11:22:27.540" v="2795" actId="20577"/>
        <pc:sldMkLst>
          <pc:docMk/>
          <pc:sldMk cId="3710722696" sldId="671"/>
        </pc:sldMkLst>
        <pc:spChg chg="mod">
          <ac:chgData name="Al Friend" userId="e5ed79da-d858-46d4-9eed-a7a24903f2de" providerId="ADAL" clId="{7537B086-0992-4C5F-A071-F6F8659556F1}" dt="2026-02-06T11:22:27.540" v="2795" actId="20577"/>
          <ac:spMkLst>
            <pc:docMk/>
            <pc:sldMk cId="3710722696" sldId="671"/>
            <ac:spMk id="3" creationId="{E4EE7085-4C5B-409B-8843-A8A3D3CB6E90}"/>
          </ac:spMkLst>
        </pc:spChg>
      </pc:sldChg>
      <pc:sldChg chg="modSp">
        <pc:chgData name="Al Friend" userId="e5ed79da-d858-46d4-9eed-a7a24903f2de" providerId="ADAL" clId="{7537B086-0992-4C5F-A071-F6F8659556F1}" dt="2026-02-12T10:14:57.867" v="3007" actId="20577"/>
        <pc:sldMkLst>
          <pc:docMk/>
          <pc:sldMk cId="864512744" sldId="673"/>
        </pc:sldMkLst>
        <pc:spChg chg="mod">
          <ac:chgData name="Al Friend" userId="e5ed79da-d858-46d4-9eed-a7a24903f2de" providerId="ADAL" clId="{7537B086-0992-4C5F-A071-F6F8659556F1}" dt="2026-02-12T10:14:57.867" v="3007" actId="20577"/>
          <ac:spMkLst>
            <pc:docMk/>
            <pc:sldMk cId="864512744" sldId="673"/>
            <ac:spMk id="3" creationId="{E4EE7085-4C5B-409B-8843-A8A3D3CB6E90}"/>
          </ac:spMkLst>
        </pc:spChg>
      </pc:sldChg>
      <pc:sldChg chg="modSp">
        <pc:chgData name="Al Friend" userId="e5ed79da-d858-46d4-9eed-a7a24903f2de" providerId="ADAL" clId="{7537B086-0992-4C5F-A071-F6F8659556F1}" dt="2026-02-12T10:03:32.742" v="2999" actId="20577"/>
        <pc:sldMkLst>
          <pc:docMk/>
          <pc:sldMk cId="2837841370" sldId="675"/>
        </pc:sldMkLst>
        <pc:spChg chg="mod">
          <ac:chgData name="Al Friend" userId="e5ed79da-d858-46d4-9eed-a7a24903f2de" providerId="ADAL" clId="{7537B086-0992-4C5F-A071-F6F8659556F1}" dt="2026-02-12T10:03:32.742" v="2999" actId="20577"/>
          <ac:spMkLst>
            <pc:docMk/>
            <pc:sldMk cId="2837841370" sldId="675"/>
            <ac:spMk id="2" creationId="{2CE87805-17F2-4B70-B505-57FB17E1FEE3}"/>
          </ac:spMkLst>
        </pc:spChg>
      </pc:sldChg>
      <pc:sldChg chg="modSp ord">
        <pc:chgData name="Al Friend" userId="e5ed79da-d858-46d4-9eed-a7a24903f2de" providerId="ADAL" clId="{7537B086-0992-4C5F-A071-F6F8659556F1}" dt="2026-01-12T15:42:07.231" v="712" actId="20577"/>
        <pc:sldMkLst>
          <pc:docMk/>
          <pc:sldMk cId="630824385" sldId="711"/>
        </pc:sldMkLst>
        <pc:spChg chg="mod">
          <ac:chgData name="Al Friend" userId="e5ed79da-d858-46d4-9eed-a7a24903f2de" providerId="ADAL" clId="{7537B086-0992-4C5F-A071-F6F8659556F1}" dt="2026-01-12T15:42:07.231" v="712" actId="20577"/>
          <ac:spMkLst>
            <pc:docMk/>
            <pc:sldMk cId="630824385" sldId="711"/>
            <ac:spMk id="3" creationId="{E4EE7085-4C5B-409B-8843-A8A3D3CB6E90}"/>
          </ac:spMkLst>
        </pc:spChg>
      </pc:sldChg>
      <pc:sldChg chg="modSp ord">
        <pc:chgData name="Al Friend" userId="e5ed79da-d858-46d4-9eed-a7a24903f2de" providerId="ADAL" clId="{7537B086-0992-4C5F-A071-F6F8659556F1}" dt="2026-01-12T15:42:14.865" v="716" actId="20577"/>
        <pc:sldMkLst>
          <pc:docMk/>
          <pc:sldMk cId="2327285765" sldId="712"/>
        </pc:sldMkLst>
        <pc:spChg chg="mod">
          <ac:chgData name="Al Friend" userId="e5ed79da-d858-46d4-9eed-a7a24903f2de" providerId="ADAL" clId="{7537B086-0992-4C5F-A071-F6F8659556F1}" dt="2026-01-12T15:42:14.865" v="716" actId="20577"/>
          <ac:spMkLst>
            <pc:docMk/>
            <pc:sldMk cId="2327285765" sldId="712"/>
            <ac:spMk id="3" creationId="{E4EE7085-4C5B-409B-8843-A8A3D3CB6E90}"/>
          </ac:spMkLst>
        </pc:spChg>
      </pc:sldChg>
      <pc:sldChg chg="modSp ord">
        <pc:chgData name="Al Friend" userId="e5ed79da-d858-46d4-9eed-a7a24903f2de" providerId="ADAL" clId="{7537B086-0992-4C5F-A071-F6F8659556F1}" dt="2026-01-12T15:43:36.113" v="720" actId="20577"/>
        <pc:sldMkLst>
          <pc:docMk/>
          <pc:sldMk cId="3019406255" sldId="713"/>
        </pc:sldMkLst>
        <pc:spChg chg="mod">
          <ac:chgData name="Al Friend" userId="e5ed79da-d858-46d4-9eed-a7a24903f2de" providerId="ADAL" clId="{7537B086-0992-4C5F-A071-F6F8659556F1}" dt="2026-01-12T15:43:36.113" v="720" actId="20577"/>
          <ac:spMkLst>
            <pc:docMk/>
            <pc:sldMk cId="3019406255" sldId="713"/>
            <ac:spMk id="3" creationId="{E4EE7085-4C5B-409B-8843-A8A3D3CB6E90}"/>
          </ac:spMkLst>
        </pc:spChg>
      </pc:sldChg>
      <pc:sldChg chg="addSp modSp modAnim">
        <pc:chgData name="Al Friend" userId="e5ed79da-d858-46d4-9eed-a7a24903f2de" providerId="ADAL" clId="{7537B086-0992-4C5F-A071-F6F8659556F1}" dt="2026-02-09T15:14:23.421" v="2978" actId="1036"/>
        <pc:sldMkLst>
          <pc:docMk/>
          <pc:sldMk cId="3929749998" sldId="776"/>
        </pc:sldMkLst>
        <pc:spChg chg="mod">
          <ac:chgData name="Al Friend" userId="e5ed79da-d858-46d4-9eed-a7a24903f2de" providerId="ADAL" clId="{7537B086-0992-4C5F-A071-F6F8659556F1}" dt="2026-01-26T15:20:52.737" v="2057" actId="1035"/>
          <ac:spMkLst>
            <pc:docMk/>
            <pc:sldMk cId="3929749998" sldId="776"/>
            <ac:spMk id="25" creationId="{35683CAD-1E2A-EA31-E6BB-C707B14B8F0A}"/>
          </ac:spMkLst>
        </pc:spChg>
        <pc:spChg chg="mod">
          <ac:chgData name="Al Friend" userId="e5ed79da-d858-46d4-9eed-a7a24903f2de" providerId="ADAL" clId="{7537B086-0992-4C5F-A071-F6F8659556F1}" dt="2026-01-26T15:44:27.421" v="2105" actId="20577"/>
          <ac:spMkLst>
            <pc:docMk/>
            <pc:sldMk cId="3929749998" sldId="776"/>
            <ac:spMk id="26" creationId="{51A85133-9936-421C-ADA9-CC0C711D817F}"/>
          </ac:spMkLst>
        </pc:spChg>
        <pc:spChg chg="mod">
          <ac:chgData name="Al Friend" userId="e5ed79da-d858-46d4-9eed-a7a24903f2de" providerId="ADAL" clId="{7537B086-0992-4C5F-A071-F6F8659556F1}" dt="2026-02-09T15:14:23.421" v="2978" actId="1036"/>
          <ac:spMkLst>
            <pc:docMk/>
            <pc:sldMk cId="3929749998" sldId="776"/>
            <ac:spMk id="29" creationId="{9CFD6623-90F9-8CA0-585A-959ADF79ADE1}"/>
          </ac:spMkLst>
        </pc:spChg>
        <pc:spChg chg="mod">
          <ac:chgData name="Al Friend" userId="e5ed79da-d858-46d4-9eed-a7a24903f2de" providerId="ADAL" clId="{7537B086-0992-4C5F-A071-F6F8659556F1}" dt="2026-02-09T15:14:23.421" v="2978" actId="1036"/>
          <ac:spMkLst>
            <pc:docMk/>
            <pc:sldMk cId="3929749998" sldId="776"/>
            <ac:spMk id="30" creationId="{F8908677-B9D0-5945-93E8-1112E85882A9}"/>
          </ac:spMkLst>
        </pc:spChg>
        <pc:spChg chg="mod">
          <ac:chgData name="Al Friend" userId="e5ed79da-d858-46d4-9eed-a7a24903f2de" providerId="ADAL" clId="{7537B086-0992-4C5F-A071-F6F8659556F1}" dt="2026-01-26T15:21:26.855" v="2094" actId="1076"/>
          <ac:spMkLst>
            <pc:docMk/>
            <pc:sldMk cId="3929749998" sldId="776"/>
            <ac:spMk id="32" creationId="{56038AF1-3FFC-CE48-15B4-04B9F7CE57D9}"/>
          </ac:spMkLst>
        </pc:spChg>
        <pc:spChg chg="add mod">
          <ac:chgData name="Al Friend" userId="e5ed79da-d858-46d4-9eed-a7a24903f2de" providerId="ADAL" clId="{7537B086-0992-4C5F-A071-F6F8659556F1}" dt="2026-01-26T15:44:30.778" v="2106" actId="20577"/>
          <ac:spMkLst>
            <pc:docMk/>
            <pc:sldMk cId="3929749998" sldId="776"/>
            <ac:spMk id="33" creationId="{9EBF274B-66FC-4484-8533-22FFBDFC1CFA}"/>
          </ac:spMkLst>
        </pc:spChg>
        <pc:spChg chg="mod">
          <ac:chgData name="Al Friend" userId="e5ed79da-d858-46d4-9eed-a7a24903f2de" providerId="ADAL" clId="{7537B086-0992-4C5F-A071-F6F8659556F1}" dt="2026-01-26T15:46:18.226" v="2124" actId="113"/>
          <ac:spMkLst>
            <pc:docMk/>
            <pc:sldMk cId="3929749998" sldId="776"/>
            <ac:spMk id="51" creationId="{A84125A0-FE9B-4B5B-4183-B7CDBBEF9D4C}"/>
          </ac:spMkLst>
        </pc:spChg>
        <pc:spChg chg="mod">
          <ac:chgData name="Al Friend" userId="e5ed79da-d858-46d4-9eed-a7a24903f2de" providerId="ADAL" clId="{7537B086-0992-4C5F-A071-F6F8659556F1}" dt="2026-01-26T15:20:56.917" v="2060" actId="20577"/>
          <ac:spMkLst>
            <pc:docMk/>
            <pc:sldMk cId="3929749998" sldId="776"/>
            <ac:spMk id="53" creationId="{92831D18-72D2-C4FA-FD15-A525AFB4E5C5}"/>
          </ac:spMkLst>
        </pc:spChg>
        <pc:graphicFrameChg chg="mod">
          <ac:chgData name="Al Friend" userId="e5ed79da-d858-46d4-9eed-a7a24903f2de" providerId="ADAL" clId="{7537B086-0992-4C5F-A071-F6F8659556F1}" dt="2026-01-26T15:19:49.126" v="1981"/>
          <ac:graphicFrameMkLst>
            <pc:docMk/>
            <pc:sldMk cId="3929749998" sldId="776"/>
            <ac:graphicFrameMk id="22" creationId="{E1C47C29-B1FD-7991-E626-2F12DC1AFFDE}"/>
          </ac:graphicFrameMkLst>
        </pc:graphicFrameChg>
        <pc:graphicFrameChg chg="mod">
          <ac:chgData name="Al Friend" userId="e5ed79da-d858-46d4-9eed-a7a24903f2de" providerId="ADAL" clId="{7537B086-0992-4C5F-A071-F6F8659556F1}" dt="2026-01-26T15:20:52.737" v="2057" actId="1035"/>
          <ac:graphicFrameMkLst>
            <pc:docMk/>
            <pc:sldMk cId="3929749998" sldId="776"/>
            <ac:graphicFrameMk id="23" creationId="{57FE39BF-DC05-E516-87E6-26364C7BBE24}"/>
          </ac:graphicFrameMkLst>
        </pc:graphicFrameChg>
        <pc:graphicFrameChg chg="mod modGraphic">
          <ac:chgData name="Al Friend" userId="e5ed79da-d858-46d4-9eed-a7a24903f2de" providerId="ADAL" clId="{7537B086-0992-4C5F-A071-F6F8659556F1}" dt="2026-01-26T15:43:27.667" v="2104" actId="1035"/>
          <ac:graphicFrameMkLst>
            <pc:docMk/>
            <pc:sldMk cId="3929749998" sldId="776"/>
            <ac:graphicFrameMk id="43" creationId="{568C7E54-FFF5-6232-653C-F1481651CB4C}"/>
          </ac:graphicFrameMkLst>
        </pc:graphicFrameChg>
        <pc:cxnChg chg="mod">
          <ac:chgData name="Al Friend" userId="e5ed79da-d858-46d4-9eed-a7a24903f2de" providerId="ADAL" clId="{7537B086-0992-4C5F-A071-F6F8659556F1}" dt="2026-02-09T11:27:47.198" v="2808" actId="14100"/>
          <ac:cxnSpMkLst>
            <pc:docMk/>
            <pc:sldMk cId="3929749998" sldId="776"/>
            <ac:cxnSpMk id="5" creationId="{74743580-1BBD-44D1-9B4B-3FCD69A573CA}"/>
          </ac:cxnSpMkLst>
        </pc:cxnChg>
        <pc:cxnChg chg="mod">
          <ac:chgData name="Al Friend" userId="e5ed79da-d858-46d4-9eed-a7a24903f2de" providerId="ADAL" clId="{7537B086-0992-4C5F-A071-F6F8659556F1}" dt="2026-02-09T11:27:50.745" v="2809" actId="14100"/>
          <ac:cxnSpMkLst>
            <pc:docMk/>
            <pc:sldMk cId="3929749998" sldId="776"/>
            <ac:cxnSpMk id="9" creationId="{4A59694F-BFA9-47E0-AA51-53E4E5936D1D}"/>
          </ac:cxnSpMkLst>
        </pc:cxnChg>
      </pc:sldChg>
      <pc:sldChg chg="modSp ord modTransition">
        <pc:chgData name="Al Friend" userId="e5ed79da-d858-46d4-9eed-a7a24903f2de" providerId="ADAL" clId="{7537B086-0992-4C5F-A071-F6F8659556F1}" dt="2026-01-15T15:51:06.828" v="1268"/>
        <pc:sldMkLst>
          <pc:docMk/>
          <pc:sldMk cId="4078011167" sldId="851"/>
        </pc:sldMkLst>
        <pc:spChg chg="mod">
          <ac:chgData name="Al Friend" userId="e5ed79da-d858-46d4-9eed-a7a24903f2de" providerId="ADAL" clId="{7537B086-0992-4C5F-A071-F6F8659556F1}" dt="2026-01-15T10:15:28.368" v="862" actId="20577"/>
          <ac:spMkLst>
            <pc:docMk/>
            <pc:sldMk cId="4078011167" sldId="851"/>
            <ac:spMk id="4" creationId="{B4D7039D-DC4C-3007-1F96-6D1B58A2A3A3}"/>
          </ac:spMkLst>
        </pc:spChg>
        <pc:spChg chg="mod">
          <ac:chgData name="Al Friend" userId="e5ed79da-d858-46d4-9eed-a7a24903f2de" providerId="ADAL" clId="{7537B086-0992-4C5F-A071-F6F8659556F1}" dt="2026-01-15T15:05:40.452" v="964" actId="1037"/>
          <ac:spMkLst>
            <pc:docMk/>
            <pc:sldMk cId="4078011167" sldId="851"/>
            <ac:spMk id="7" creationId="{F42FD7F0-C7E3-F7C3-64B5-86175BE26E84}"/>
          </ac:spMkLst>
        </pc:spChg>
        <pc:spChg chg="mod">
          <ac:chgData name="Al Friend" userId="e5ed79da-d858-46d4-9eed-a7a24903f2de" providerId="ADAL" clId="{7537B086-0992-4C5F-A071-F6F8659556F1}" dt="2026-01-15T15:05:40.452" v="964" actId="1037"/>
          <ac:spMkLst>
            <pc:docMk/>
            <pc:sldMk cId="4078011167" sldId="851"/>
            <ac:spMk id="8" creationId="{DE26CC7C-F218-9CA9-C097-A8F3A953F8BD}"/>
          </ac:spMkLst>
        </pc:spChg>
        <pc:spChg chg="mod">
          <ac:chgData name="Al Friend" userId="e5ed79da-d858-46d4-9eed-a7a24903f2de" providerId="ADAL" clId="{7537B086-0992-4C5F-A071-F6F8659556F1}" dt="2026-01-15T15:05:40.452" v="964" actId="1037"/>
          <ac:spMkLst>
            <pc:docMk/>
            <pc:sldMk cId="4078011167" sldId="851"/>
            <ac:spMk id="10" creationId="{78B64078-CD33-E0CF-944C-B2B88EB38B02}"/>
          </ac:spMkLst>
        </pc:spChg>
        <pc:spChg chg="mod">
          <ac:chgData name="Al Friend" userId="e5ed79da-d858-46d4-9eed-a7a24903f2de" providerId="ADAL" clId="{7537B086-0992-4C5F-A071-F6F8659556F1}" dt="2026-01-15T15:05:40.452" v="964" actId="1037"/>
          <ac:spMkLst>
            <pc:docMk/>
            <pc:sldMk cId="4078011167" sldId="851"/>
            <ac:spMk id="11" creationId="{25E94918-C645-BFD4-5304-B5A80FA2722B}"/>
          </ac:spMkLst>
        </pc:spChg>
        <pc:spChg chg="mod">
          <ac:chgData name="Al Friend" userId="e5ed79da-d858-46d4-9eed-a7a24903f2de" providerId="ADAL" clId="{7537B086-0992-4C5F-A071-F6F8659556F1}" dt="2026-01-15T15:05:40.452" v="964" actId="1037"/>
          <ac:spMkLst>
            <pc:docMk/>
            <pc:sldMk cId="4078011167" sldId="851"/>
            <ac:spMk id="17" creationId="{4CA12722-67FD-1D61-B738-175BB9CB27FD}"/>
          </ac:spMkLst>
        </pc:spChg>
        <pc:spChg chg="mod">
          <ac:chgData name="Al Friend" userId="e5ed79da-d858-46d4-9eed-a7a24903f2de" providerId="ADAL" clId="{7537B086-0992-4C5F-A071-F6F8659556F1}" dt="2026-01-15T15:05:40.452" v="964" actId="1037"/>
          <ac:spMkLst>
            <pc:docMk/>
            <pc:sldMk cId="4078011167" sldId="851"/>
            <ac:spMk id="20" creationId="{1853AA6B-7FD8-3E7E-8D9E-E7952D8BFB0D}"/>
          </ac:spMkLst>
        </pc:spChg>
        <pc:spChg chg="mod">
          <ac:chgData name="Al Friend" userId="e5ed79da-d858-46d4-9eed-a7a24903f2de" providerId="ADAL" clId="{7537B086-0992-4C5F-A071-F6F8659556F1}" dt="2026-01-15T15:05:40.452" v="964" actId="1037"/>
          <ac:spMkLst>
            <pc:docMk/>
            <pc:sldMk cId="4078011167" sldId="851"/>
            <ac:spMk id="21" creationId="{0D3CC910-5E9E-5935-6ED7-338DCE177882}"/>
          </ac:spMkLst>
        </pc:spChg>
        <pc:spChg chg="mod">
          <ac:chgData name="Al Friend" userId="e5ed79da-d858-46d4-9eed-a7a24903f2de" providerId="ADAL" clId="{7537B086-0992-4C5F-A071-F6F8659556F1}" dt="2026-01-15T15:05:40.452" v="964" actId="1037"/>
          <ac:spMkLst>
            <pc:docMk/>
            <pc:sldMk cId="4078011167" sldId="851"/>
            <ac:spMk id="25" creationId="{2A49F281-A209-A6F3-A18C-72757AC1B916}"/>
          </ac:spMkLst>
        </pc:spChg>
        <pc:spChg chg="mod">
          <ac:chgData name="Al Friend" userId="e5ed79da-d858-46d4-9eed-a7a24903f2de" providerId="ADAL" clId="{7537B086-0992-4C5F-A071-F6F8659556F1}" dt="2026-01-15T15:05:40.452" v="964" actId="1037"/>
          <ac:spMkLst>
            <pc:docMk/>
            <pc:sldMk cId="4078011167" sldId="851"/>
            <ac:spMk id="26" creationId="{1A22687F-9CC3-77DA-888E-EB02C1FDEFA4}"/>
          </ac:spMkLst>
        </pc:spChg>
        <pc:spChg chg="mod">
          <ac:chgData name="Al Friend" userId="e5ed79da-d858-46d4-9eed-a7a24903f2de" providerId="ADAL" clId="{7537B086-0992-4C5F-A071-F6F8659556F1}" dt="2026-01-15T15:05:40.452" v="964" actId="1037"/>
          <ac:spMkLst>
            <pc:docMk/>
            <pc:sldMk cId="4078011167" sldId="851"/>
            <ac:spMk id="29" creationId="{E54C19DE-454B-F9EC-8F7B-CE1C4831318F}"/>
          </ac:spMkLst>
        </pc:spChg>
        <pc:spChg chg="mod">
          <ac:chgData name="Al Friend" userId="e5ed79da-d858-46d4-9eed-a7a24903f2de" providerId="ADAL" clId="{7537B086-0992-4C5F-A071-F6F8659556F1}" dt="2026-01-15T15:05:40.452" v="964" actId="1037"/>
          <ac:spMkLst>
            <pc:docMk/>
            <pc:sldMk cId="4078011167" sldId="851"/>
            <ac:spMk id="30" creationId="{478C350C-C7E5-7A4A-CBD3-3128DC1AB01A}"/>
          </ac:spMkLst>
        </pc:spChg>
        <pc:spChg chg="mod">
          <ac:chgData name="Al Friend" userId="e5ed79da-d858-46d4-9eed-a7a24903f2de" providerId="ADAL" clId="{7537B086-0992-4C5F-A071-F6F8659556F1}" dt="2026-01-15T15:05:40.921" v="965" actId="1038"/>
          <ac:spMkLst>
            <pc:docMk/>
            <pc:sldMk cId="4078011167" sldId="851"/>
            <ac:spMk id="32" creationId="{12D80B6F-5F24-F5D0-D320-08DA8E3B3394}"/>
          </ac:spMkLst>
        </pc:spChg>
        <pc:spChg chg="mod">
          <ac:chgData name="Al Friend" userId="e5ed79da-d858-46d4-9eed-a7a24903f2de" providerId="ADAL" clId="{7537B086-0992-4C5F-A071-F6F8659556F1}" dt="2026-01-15T15:05:40.452" v="964" actId="1037"/>
          <ac:spMkLst>
            <pc:docMk/>
            <pc:sldMk cId="4078011167" sldId="851"/>
            <ac:spMk id="33" creationId="{55B3F266-3D66-01A5-0084-02B23DD79047}"/>
          </ac:spMkLst>
        </pc:spChg>
        <pc:spChg chg="mod">
          <ac:chgData name="Al Friend" userId="e5ed79da-d858-46d4-9eed-a7a24903f2de" providerId="ADAL" clId="{7537B086-0992-4C5F-A071-F6F8659556F1}" dt="2026-01-15T15:05:40.452" v="964" actId="1037"/>
          <ac:spMkLst>
            <pc:docMk/>
            <pc:sldMk cId="4078011167" sldId="851"/>
            <ac:spMk id="34" creationId="{CA1DF3E2-1B1A-F633-3A4A-4F5C43855F4B}"/>
          </ac:spMkLst>
        </pc:spChg>
        <pc:spChg chg="mod">
          <ac:chgData name="Al Friend" userId="e5ed79da-d858-46d4-9eed-a7a24903f2de" providerId="ADAL" clId="{7537B086-0992-4C5F-A071-F6F8659556F1}" dt="2026-01-15T15:05:40.452" v="964" actId="1037"/>
          <ac:spMkLst>
            <pc:docMk/>
            <pc:sldMk cId="4078011167" sldId="851"/>
            <ac:spMk id="36" creationId="{A6189F44-41DB-CE81-6168-B5A995CDCC5B}"/>
          </ac:spMkLst>
        </pc:spChg>
        <pc:spChg chg="mod">
          <ac:chgData name="Al Friend" userId="e5ed79da-d858-46d4-9eed-a7a24903f2de" providerId="ADAL" clId="{7537B086-0992-4C5F-A071-F6F8659556F1}" dt="2026-01-15T15:05:40.921" v="965" actId="1038"/>
          <ac:spMkLst>
            <pc:docMk/>
            <pc:sldMk cId="4078011167" sldId="851"/>
            <ac:spMk id="38" creationId="{41B03BC3-B622-38BA-3963-2997C3543829}"/>
          </ac:spMkLst>
        </pc:spChg>
        <pc:spChg chg="mod">
          <ac:chgData name="Al Friend" userId="e5ed79da-d858-46d4-9eed-a7a24903f2de" providerId="ADAL" clId="{7537B086-0992-4C5F-A071-F6F8659556F1}" dt="2026-01-15T15:05:40.452" v="964" actId="1037"/>
          <ac:spMkLst>
            <pc:docMk/>
            <pc:sldMk cId="4078011167" sldId="851"/>
            <ac:spMk id="40" creationId="{868CB6FE-6953-CD77-7A9F-225AD4548CB6}"/>
          </ac:spMkLst>
        </pc:spChg>
        <pc:spChg chg="mod">
          <ac:chgData name="Al Friend" userId="e5ed79da-d858-46d4-9eed-a7a24903f2de" providerId="ADAL" clId="{7537B086-0992-4C5F-A071-F6F8659556F1}" dt="2026-01-15T15:05:40.452" v="964" actId="1037"/>
          <ac:spMkLst>
            <pc:docMk/>
            <pc:sldMk cId="4078011167" sldId="851"/>
            <ac:spMk id="43" creationId="{12735B52-F70C-8511-82FF-DD98CDFED39E}"/>
          </ac:spMkLst>
        </pc:spChg>
        <pc:spChg chg="mod">
          <ac:chgData name="Al Friend" userId="e5ed79da-d858-46d4-9eed-a7a24903f2de" providerId="ADAL" clId="{7537B086-0992-4C5F-A071-F6F8659556F1}" dt="2026-01-15T15:05:40.452" v="964" actId="1037"/>
          <ac:spMkLst>
            <pc:docMk/>
            <pc:sldMk cId="4078011167" sldId="851"/>
            <ac:spMk id="58" creationId="{2966E2E3-1095-3AA5-54F4-22EC69E21F63}"/>
          </ac:spMkLst>
        </pc:spChg>
        <pc:grpChg chg="mod">
          <ac:chgData name="Al Friend" userId="e5ed79da-d858-46d4-9eed-a7a24903f2de" providerId="ADAL" clId="{7537B086-0992-4C5F-A071-F6F8659556F1}" dt="2026-01-15T15:05:40.452" v="964" actId="1037"/>
          <ac:grpSpMkLst>
            <pc:docMk/>
            <pc:sldMk cId="4078011167" sldId="851"/>
            <ac:grpSpMk id="57" creationId="{B1521731-A15D-3FBE-F181-C47FACE64AD9}"/>
          </ac:grpSpMkLst>
        </pc:grpChg>
        <pc:graphicFrameChg chg="mod">
          <ac:chgData name="Al Friend" userId="e5ed79da-d858-46d4-9eed-a7a24903f2de" providerId="ADAL" clId="{7537B086-0992-4C5F-A071-F6F8659556F1}" dt="2026-01-15T15:05:40.921" v="965" actId="1038"/>
          <ac:graphicFrameMkLst>
            <pc:docMk/>
            <pc:sldMk cId="4078011167" sldId="851"/>
            <ac:graphicFrameMk id="2" creationId="{23E04685-FE2C-E794-0AD6-95692BED2BED}"/>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12" creationId="{EF3A2748-AA90-BCC8-2993-A9CADABE91F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2" creationId="{F1277B78-8984-8B58-5C2E-EDE193CCEAA9}"/>
          </ac:graphicFrameMkLst>
        </pc:graphicFrameChg>
        <pc:graphicFrameChg chg="mod">
          <ac:chgData name="Al Friend" userId="e5ed79da-d858-46d4-9eed-a7a24903f2de" providerId="ADAL" clId="{7537B086-0992-4C5F-A071-F6F8659556F1}" dt="2026-01-15T15:05:40.452" v="964" actId="1037"/>
          <ac:graphicFrameMkLst>
            <pc:docMk/>
            <pc:sldMk cId="4078011167" sldId="851"/>
            <ac:graphicFrameMk id="23" creationId="{DA0004D0-54C5-7FE3-495E-2E40E17F56E7}"/>
          </ac:graphicFrameMkLst>
        </pc:graphicFrameChg>
        <pc:cxnChg chg="mod">
          <ac:chgData name="Al Friend" userId="e5ed79da-d858-46d4-9eed-a7a24903f2de" providerId="ADAL" clId="{7537B086-0992-4C5F-A071-F6F8659556F1}" dt="2026-01-15T15:05:40.452" v="964" actId="1037"/>
          <ac:cxnSpMkLst>
            <pc:docMk/>
            <pc:sldMk cId="4078011167" sldId="851"/>
            <ac:cxnSpMk id="5" creationId="{72F20B23-42BD-4059-0D74-45475F61A21A}"/>
          </ac:cxnSpMkLst>
        </pc:cxnChg>
        <pc:cxnChg chg="mod">
          <ac:chgData name="Al Friend" userId="e5ed79da-d858-46d4-9eed-a7a24903f2de" providerId="ADAL" clId="{7537B086-0992-4C5F-A071-F6F8659556F1}" dt="2026-01-15T15:05:40.452" v="964" actId="1037"/>
          <ac:cxnSpMkLst>
            <pc:docMk/>
            <pc:sldMk cId="4078011167" sldId="851"/>
            <ac:cxnSpMk id="9" creationId="{89C05E4F-C462-0686-CC12-3E0009FCBBA6}"/>
          </ac:cxnSpMkLst>
        </pc:cxnChg>
      </pc:sldChg>
      <pc:sldChg chg="modSp ord modNotesTx">
        <pc:chgData name="Al Friend" userId="e5ed79da-d858-46d4-9eed-a7a24903f2de" providerId="ADAL" clId="{7537B086-0992-4C5F-A071-F6F8659556F1}" dt="2026-01-15T15:51:00.642" v="1267"/>
        <pc:sldMkLst>
          <pc:docMk/>
          <pc:sldMk cId="1092475532" sldId="852"/>
        </pc:sldMkLst>
        <pc:spChg chg="mod">
          <ac:chgData name="Al Friend" userId="e5ed79da-d858-46d4-9eed-a7a24903f2de" providerId="ADAL" clId="{7537B086-0992-4C5F-A071-F6F8659556F1}" dt="2026-01-15T10:15:31.770" v="864" actId="20577"/>
          <ac:spMkLst>
            <pc:docMk/>
            <pc:sldMk cId="1092475532" sldId="852"/>
            <ac:spMk id="4" creationId="{A1CF8388-E071-F307-5668-99A634416365}"/>
          </ac:spMkLst>
        </pc:spChg>
      </pc:sldChg>
      <pc:sldChg chg="modSp">
        <pc:chgData name="Al Friend" userId="e5ed79da-d858-46d4-9eed-a7a24903f2de" providerId="ADAL" clId="{7537B086-0992-4C5F-A071-F6F8659556F1}" dt="2026-02-04T14:33:00.642" v="2485" actId="20577"/>
        <pc:sldMkLst>
          <pc:docMk/>
          <pc:sldMk cId="393134978" sldId="853"/>
        </pc:sldMkLst>
        <pc:spChg chg="mod">
          <ac:chgData name="Al Friend" userId="e5ed79da-d858-46d4-9eed-a7a24903f2de" providerId="ADAL" clId="{7537B086-0992-4C5F-A071-F6F8659556F1}" dt="2026-02-04T14:32:57.888" v="2483" actId="20577"/>
          <ac:spMkLst>
            <pc:docMk/>
            <pc:sldMk cId="393134978" sldId="853"/>
            <ac:spMk id="15" creationId="{1FD6EF7E-F059-430F-9A1F-C89FC42961D2}"/>
          </ac:spMkLst>
        </pc:spChg>
        <pc:spChg chg="mod">
          <ac:chgData name="Al Friend" userId="e5ed79da-d858-46d4-9eed-a7a24903f2de" providerId="ADAL" clId="{7537B086-0992-4C5F-A071-F6F8659556F1}" dt="2026-02-04T14:33:00.642" v="2485" actId="20577"/>
          <ac:spMkLst>
            <pc:docMk/>
            <pc:sldMk cId="393134978" sldId="853"/>
            <ac:spMk id="22" creationId="{2EE40C53-3243-472A-883B-FF608A0E334A}"/>
          </ac:spMkLst>
        </pc:spChg>
      </pc:sldChg>
      <pc:sldChg chg="addSp delSp modSp delAnim modAnim">
        <pc:chgData name="Al Friend" userId="e5ed79da-d858-46d4-9eed-a7a24903f2de" providerId="ADAL" clId="{7537B086-0992-4C5F-A071-F6F8659556F1}" dt="2026-02-09T15:16:19.707" v="2995" actId="14100"/>
        <pc:sldMkLst>
          <pc:docMk/>
          <pc:sldMk cId="1816502967" sldId="854"/>
        </pc:sldMkLst>
        <pc:spChg chg="mod">
          <ac:chgData name="Al Friend" userId="e5ed79da-d858-46d4-9eed-a7a24903f2de" providerId="ADAL" clId="{7537B086-0992-4C5F-A071-F6F8659556F1}" dt="2026-01-26T15:48:10.155" v="2238" actId="1035"/>
          <ac:spMkLst>
            <pc:docMk/>
            <pc:sldMk cId="1816502967" sldId="854"/>
            <ac:spMk id="2" creationId="{94BF93ED-DCBC-929A-3978-645514F34654}"/>
          </ac:spMkLst>
        </pc:spChg>
        <pc:spChg chg="mod">
          <ac:chgData name="Al Friend" userId="e5ed79da-d858-46d4-9eed-a7a24903f2de" providerId="ADAL" clId="{7537B086-0992-4C5F-A071-F6F8659556F1}" dt="2026-01-26T15:48:10.155" v="2238" actId="1035"/>
          <ac:spMkLst>
            <pc:docMk/>
            <pc:sldMk cId="1816502967" sldId="854"/>
            <ac:spMk id="10" creationId="{BC0A24A5-7704-6A36-CD80-4ED2C2F64BD2}"/>
          </ac:spMkLst>
        </pc:spChg>
        <pc:spChg chg="mod">
          <ac:chgData name="Al Friend" userId="e5ed79da-d858-46d4-9eed-a7a24903f2de" providerId="ADAL" clId="{7537B086-0992-4C5F-A071-F6F8659556F1}" dt="2026-01-26T15:48:10.155" v="2238" actId="1035"/>
          <ac:spMkLst>
            <pc:docMk/>
            <pc:sldMk cId="1816502967" sldId="854"/>
            <ac:spMk id="17" creationId="{37697A85-FE4A-5F49-87D3-DF60452AD532}"/>
          </ac:spMkLst>
        </pc:spChg>
        <pc:spChg chg="mod">
          <ac:chgData name="Al Friend" userId="e5ed79da-d858-46d4-9eed-a7a24903f2de" providerId="ADAL" clId="{7537B086-0992-4C5F-A071-F6F8659556F1}" dt="2026-01-26T15:48:10.155" v="2238" actId="1035"/>
          <ac:spMkLst>
            <pc:docMk/>
            <pc:sldMk cId="1816502967" sldId="854"/>
            <ac:spMk id="25" creationId="{35683CAD-1E2A-EA31-E6BB-C707B14B8F0A}"/>
          </ac:spMkLst>
        </pc:spChg>
        <pc:spChg chg="mod">
          <ac:chgData name="Al Friend" userId="e5ed79da-d858-46d4-9eed-a7a24903f2de" providerId="ADAL" clId="{7537B086-0992-4C5F-A071-F6F8659556F1}" dt="2026-01-26T15:48:10.155" v="2238" actId="1035"/>
          <ac:spMkLst>
            <pc:docMk/>
            <pc:sldMk cId="1816502967" sldId="854"/>
            <ac:spMk id="28" creationId="{27833E17-04CE-E6AD-804B-EB51B8F41239}"/>
          </ac:spMkLst>
        </pc:spChg>
        <pc:spChg chg="mod">
          <ac:chgData name="Al Friend" userId="e5ed79da-d858-46d4-9eed-a7a24903f2de" providerId="ADAL" clId="{7537B086-0992-4C5F-A071-F6F8659556F1}" dt="2026-02-09T15:16:03.838" v="2992" actId="1036"/>
          <ac:spMkLst>
            <pc:docMk/>
            <pc:sldMk cId="1816502967" sldId="854"/>
            <ac:spMk id="29" creationId="{9CFD6623-90F9-8CA0-585A-959ADF79ADE1}"/>
          </ac:spMkLst>
        </pc:spChg>
        <pc:spChg chg="mod">
          <ac:chgData name="Al Friend" userId="e5ed79da-d858-46d4-9eed-a7a24903f2de" providerId="ADAL" clId="{7537B086-0992-4C5F-A071-F6F8659556F1}" dt="2026-02-09T15:16:03.838" v="2992" actId="1036"/>
          <ac:spMkLst>
            <pc:docMk/>
            <pc:sldMk cId="1816502967" sldId="854"/>
            <ac:spMk id="30" creationId="{F8908677-B9D0-5945-93E8-1112E85882A9}"/>
          </ac:spMkLst>
        </pc:spChg>
        <pc:spChg chg="mod">
          <ac:chgData name="Al Friend" userId="e5ed79da-d858-46d4-9eed-a7a24903f2de" providerId="ADAL" clId="{7537B086-0992-4C5F-A071-F6F8659556F1}" dt="2026-01-26T15:48:10.155" v="2238" actId="1035"/>
          <ac:spMkLst>
            <pc:docMk/>
            <pc:sldMk cId="1816502967" sldId="854"/>
            <ac:spMk id="32" creationId="{56038AF1-3FFC-CE48-15B4-04B9F7CE57D9}"/>
          </ac:spMkLst>
        </pc:spChg>
        <pc:spChg chg="mod">
          <ac:chgData name="Al Friend" userId="e5ed79da-d858-46d4-9eed-a7a24903f2de" providerId="ADAL" clId="{7537B086-0992-4C5F-A071-F6F8659556F1}" dt="2026-02-09T11:32:55.439" v="2867" actId="1035"/>
          <ac:spMkLst>
            <pc:docMk/>
            <pc:sldMk cId="1816502967" sldId="854"/>
            <ac:spMk id="36" creationId="{58BEFD8E-59D7-4B59-AD8D-56CF2F8CD107}"/>
          </ac:spMkLst>
        </pc:spChg>
        <pc:spChg chg="mod">
          <ac:chgData name="Al Friend" userId="e5ed79da-d858-46d4-9eed-a7a24903f2de" providerId="ADAL" clId="{7537B086-0992-4C5F-A071-F6F8659556F1}" dt="2026-02-09T11:35:01.135" v="2938" actId="1038"/>
          <ac:spMkLst>
            <pc:docMk/>
            <pc:sldMk cId="1816502967" sldId="854"/>
            <ac:spMk id="37" creationId="{2138EE6B-2A89-465B-8D74-A2F0DB965B5D}"/>
          </ac:spMkLst>
        </pc:spChg>
        <pc:spChg chg="mod">
          <ac:chgData name="Al Friend" userId="e5ed79da-d858-46d4-9eed-a7a24903f2de" providerId="ADAL" clId="{7537B086-0992-4C5F-A071-F6F8659556F1}" dt="2026-02-09T11:34:40.828" v="2920" actId="1037"/>
          <ac:spMkLst>
            <pc:docMk/>
            <pc:sldMk cId="1816502967" sldId="854"/>
            <ac:spMk id="38" creationId="{40519916-002C-4B50-9CAD-882322014126}"/>
          </ac:spMkLst>
        </pc:spChg>
        <pc:spChg chg="mod">
          <ac:chgData name="Al Friend" userId="e5ed79da-d858-46d4-9eed-a7a24903f2de" providerId="ADAL" clId="{7537B086-0992-4C5F-A071-F6F8659556F1}" dt="2026-02-09T11:33:08.123" v="2871" actId="1036"/>
          <ac:spMkLst>
            <pc:docMk/>
            <pc:sldMk cId="1816502967" sldId="854"/>
            <ac:spMk id="39" creationId="{590FF629-1C6B-4A73-9B6F-1A3047E0C351}"/>
          </ac:spMkLst>
        </pc:spChg>
        <pc:spChg chg="mod">
          <ac:chgData name="Al Friend" userId="e5ed79da-d858-46d4-9eed-a7a24903f2de" providerId="ADAL" clId="{7537B086-0992-4C5F-A071-F6F8659556F1}" dt="2026-02-09T11:35:08.008" v="2941" actId="1036"/>
          <ac:spMkLst>
            <pc:docMk/>
            <pc:sldMk cId="1816502967" sldId="854"/>
            <ac:spMk id="40" creationId="{2059C02D-22B0-4CF8-88BE-A139FCC5E365}"/>
          </ac:spMkLst>
        </pc:spChg>
        <pc:spChg chg="mod">
          <ac:chgData name="Al Friend" userId="e5ed79da-d858-46d4-9eed-a7a24903f2de" providerId="ADAL" clId="{7537B086-0992-4C5F-A071-F6F8659556F1}" dt="2026-02-09T11:34:49.997" v="2926" actId="1036"/>
          <ac:spMkLst>
            <pc:docMk/>
            <pc:sldMk cId="1816502967" sldId="854"/>
            <ac:spMk id="41" creationId="{A908B61F-A960-4A63-B920-885CE28F0894}"/>
          </ac:spMkLst>
        </pc:spChg>
        <pc:spChg chg="mod">
          <ac:chgData name="Al Friend" userId="e5ed79da-d858-46d4-9eed-a7a24903f2de" providerId="ADAL" clId="{7537B086-0992-4C5F-A071-F6F8659556F1}" dt="2026-02-09T11:33:16.687" v="2873" actId="1035"/>
          <ac:spMkLst>
            <pc:docMk/>
            <pc:sldMk cId="1816502967" sldId="854"/>
            <ac:spMk id="42" creationId="{26C3B023-4A76-47DA-A8DB-F1CCF91F3D0B}"/>
          </ac:spMkLst>
        </pc:spChg>
        <pc:spChg chg="mod">
          <ac:chgData name="Al Friend" userId="e5ed79da-d858-46d4-9eed-a7a24903f2de" providerId="ADAL" clId="{7537B086-0992-4C5F-A071-F6F8659556F1}" dt="2026-01-26T15:48:10.155" v="2238" actId="1035"/>
          <ac:spMkLst>
            <pc:docMk/>
            <pc:sldMk cId="1816502967" sldId="854"/>
            <ac:spMk id="44" creationId="{4AB582EA-E161-553B-E130-D03025BDF6D6}"/>
          </ac:spMkLst>
        </pc:spChg>
        <pc:spChg chg="mod">
          <ac:chgData name="Al Friend" userId="e5ed79da-d858-46d4-9eed-a7a24903f2de" providerId="ADAL" clId="{7537B086-0992-4C5F-A071-F6F8659556F1}" dt="2026-02-09T11:35:11.292" v="2946" actId="1035"/>
          <ac:spMkLst>
            <pc:docMk/>
            <pc:sldMk cId="1816502967" sldId="854"/>
            <ac:spMk id="45" creationId="{D34CE510-4BD9-46EC-99AA-DBE7BD04F483}"/>
          </ac:spMkLst>
        </pc:spChg>
        <pc:spChg chg="mod">
          <ac:chgData name="Al Friend" userId="e5ed79da-d858-46d4-9eed-a7a24903f2de" providerId="ADAL" clId="{7537B086-0992-4C5F-A071-F6F8659556F1}" dt="2026-02-09T11:34:46.554" v="2923" actId="1036"/>
          <ac:spMkLst>
            <pc:docMk/>
            <pc:sldMk cId="1816502967" sldId="854"/>
            <ac:spMk id="46" creationId="{F09336A1-7B8C-4DEF-A7AB-2B0BC362A9E8}"/>
          </ac:spMkLst>
        </pc:spChg>
        <pc:spChg chg="mod">
          <ac:chgData name="Al Friend" userId="e5ed79da-d858-46d4-9eed-a7a24903f2de" providerId="ADAL" clId="{7537B086-0992-4C5F-A071-F6F8659556F1}" dt="2026-01-26T15:48:10.155" v="2238" actId="1035"/>
          <ac:spMkLst>
            <pc:docMk/>
            <pc:sldMk cId="1816502967" sldId="854"/>
            <ac:spMk id="48" creationId="{D9C491AC-88F8-426C-A43D-B2F060D5E6AD}"/>
          </ac:spMkLst>
        </pc:spChg>
        <pc:spChg chg="mod">
          <ac:chgData name="Al Friend" userId="e5ed79da-d858-46d4-9eed-a7a24903f2de" providerId="ADAL" clId="{7537B086-0992-4C5F-A071-F6F8659556F1}" dt="2026-01-26T15:48:10.155" v="2238" actId="1035"/>
          <ac:spMkLst>
            <pc:docMk/>
            <pc:sldMk cId="1816502967" sldId="854"/>
            <ac:spMk id="51" creationId="{A84125A0-FE9B-4B5B-4183-B7CDBBEF9D4C}"/>
          </ac:spMkLst>
        </pc:spChg>
        <pc:spChg chg="mod">
          <ac:chgData name="Al Friend" userId="e5ed79da-d858-46d4-9eed-a7a24903f2de" providerId="ADAL" clId="{7537B086-0992-4C5F-A071-F6F8659556F1}" dt="2026-01-26T15:48:10.155" v="2238" actId="1035"/>
          <ac:spMkLst>
            <pc:docMk/>
            <pc:sldMk cId="1816502967" sldId="854"/>
            <ac:spMk id="52" creationId="{BCEA5CB0-5749-1A40-A7A8-2A13550A9ECB}"/>
          </ac:spMkLst>
        </pc:spChg>
        <pc:spChg chg="mod">
          <ac:chgData name="Al Friend" userId="e5ed79da-d858-46d4-9eed-a7a24903f2de" providerId="ADAL" clId="{7537B086-0992-4C5F-A071-F6F8659556F1}" dt="2026-01-26T15:48:10.155" v="2238" actId="1035"/>
          <ac:spMkLst>
            <pc:docMk/>
            <pc:sldMk cId="1816502967" sldId="854"/>
            <ac:spMk id="53" creationId="{92831D18-72D2-C4FA-FD15-A525AFB4E5C5}"/>
          </ac:spMkLst>
        </pc:spChg>
        <pc:spChg chg="mod">
          <ac:chgData name="Al Friend" userId="e5ed79da-d858-46d4-9eed-a7a24903f2de" providerId="ADAL" clId="{7537B086-0992-4C5F-A071-F6F8659556F1}" dt="2026-01-26T15:48:10.155" v="2238" actId="1035"/>
          <ac:spMkLst>
            <pc:docMk/>
            <pc:sldMk cId="1816502967" sldId="854"/>
            <ac:spMk id="54" creationId="{FF73204C-FADD-6664-F4EE-878B598637DD}"/>
          </ac:spMkLst>
        </pc:spChg>
        <pc:graphicFrameChg chg="mod">
          <ac:chgData name="Al Friend" userId="e5ed79da-d858-46d4-9eed-a7a24903f2de" providerId="ADAL" clId="{7537B086-0992-4C5F-A071-F6F8659556F1}" dt="2026-01-26T15:48:10.155" v="2238" actId="1035"/>
          <ac:graphicFrameMkLst>
            <pc:docMk/>
            <pc:sldMk cId="1816502967" sldId="854"/>
            <ac:graphicFrameMk id="3" creationId="{DED03D99-A09A-68ED-29D5-FF622C9224CD}"/>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22" creationId="{E1C47C29-B1FD-7991-E626-2F12DC1AFFDE}"/>
          </ac:graphicFrameMkLst>
        </pc:graphicFrameChg>
        <pc:graphicFrameChg chg="mod modGraphic">
          <ac:chgData name="Al Friend" userId="e5ed79da-d858-46d4-9eed-a7a24903f2de" providerId="ADAL" clId="{7537B086-0992-4C5F-A071-F6F8659556F1}" dt="2026-01-26T15:48:10.155" v="2238" actId="1035"/>
          <ac:graphicFrameMkLst>
            <pc:docMk/>
            <pc:sldMk cId="1816502967" sldId="854"/>
            <ac:graphicFrameMk id="23" creationId="{57FE39BF-DC05-E516-87E6-26364C7BBE24}"/>
          </ac:graphicFrameMkLst>
        </pc:graphicFrameChg>
        <pc:graphicFrameChg chg="mod">
          <ac:chgData name="Al Friend" userId="e5ed79da-d858-46d4-9eed-a7a24903f2de" providerId="ADAL" clId="{7537B086-0992-4C5F-A071-F6F8659556F1}" dt="2026-01-26T15:48:10.155" v="2238" actId="1035"/>
          <ac:graphicFrameMkLst>
            <pc:docMk/>
            <pc:sldMk cId="1816502967" sldId="854"/>
            <ac:graphicFrameMk id="43" creationId="{568C7E54-FFF5-6232-653C-F1481651CB4C}"/>
          </ac:graphicFrameMkLst>
        </pc:graphicFrameChg>
        <pc:cxnChg chg="mod">
          <ac:chgData name="Al Friend" userId="e5ed79da-d858-46d4-9eed-a7a24903f2de" providerId="ADAL" clId="{7537B086-0992-4C5F-A071-F6F8659556F1}" dt="2026-02-09T15:16:15.363" v="2994" actId="14100"/>
          <ac:cxnSpMkLst>
            <pc:docMk/>
            <pc:sldMk cId="1816502967" sldId="854"/>
            <ac:cxnSpMk id="5" creationId="{74743580-1BBD-44D1-9B4B-3FCD69A573CA}"/>
          </ac:cxnSpMkLst>
        </pc:cxnChg>
        <pc:cxnChg chg="add mod">
          <ac:chgData name="Al Friend" userId="e5ed79da-d858-46d4-9eed-a7a24903f2de" providerId="ADAL" clId="{7537B086-0992-4C5F-A071-F6F8659556F1}" dt="2026-02-09T11:31:13.425" v="2861" actId="1038"/>
          <ac:cxnSpMkLst>
            <pc:docMk/>
            <pc:sldMk cId="1816502967" sldId="854"/>
            <ac:cxnSpMk id="8" creationId="{82F3C0C0-627A-4352-B521-71A74C69D03B}"/>
          </ac:cxnSpMkLst>
        </pc:cxnChg>
        <pc:cxnChg chg="mod">
          <ac:chgData name="Al Friend" userId="e5ed79da-d858-46d4-9eed-a7a24903f2de" providerId="ADAL" clId="{7537B086-0992-4C5F-A071-F6F8659556F1}" dt="2026-02-09T15:16:19.707" v="2995" actId="14100"/>
          <ac:cxnSpMkLst>
            <pc:docMk/>
            <pc:sldMk cId="1816502967" sldId="854"/>
            <ac:cxnSpMk id="9" creationId="{4A59694F-BFA9-47E0-AA51-53E4E5936D1D}"/>
          </ac:cxnSpMkLst>
        </pc:cxnChg>
        <pc:cxnChg chg="add mod">
          <ac:chgData name="Al Friend" userId="e5ed79da-d858-46d4-9eed-a7a24903f2de" providerId="ADAL" clId="{7537B086-0992-4C5F-A071-F6F8659556F1}" dt="2026-02-09T11:31:16.976" v="2862" actId="1038"/>
          <ac:cxnSpMkLst>
            <pc:docMk/>
            <pc:sldMk cId="1816502967" sldId="854"/>
            <ac:cxnSpMk id="49" creationId="{B9A62A42-1BDC-4ED8-8925-BD8226428803}"/>
          </ac:cxnSpMkLst>
        </pc:cxnChg>
      </pc:sldChg>
      <pc:sldChg chg="addSp delSp modSp delAnim modAnim modNotesTx">
        <pc:chgData name="Al Friend" userId="e5ed79da-d858-46d4-9eed-a7a24903f2de" providerId="ADAL" clId="{7537B086-0992-4C5F-A071-F6F8659556F1}" dt="2026-01-12T15:17:33.419" v="688" actId="1038"/>
        <pc:sldMkLst>
          <pc:docMk/>
          <pc:sldMk cId="3739040659" sldId="894"/>
        </pc:sldMkLst>
        <pc:spChg chg="mod">
          <ac:chgData name="Al Friend" userId="e5ed79da-d858-46d4-9eed-a7a24903f2de" providerId="ADAL" clId="{7537B086-0992-4C5F-A071-F6F8659556F1}" dt="2026-01-12T15:07:07.549" v="625" actId="20577"/>
          <ac:spMkLst>
            <pc:docMk/>
            <pc:sldMk cId="3739040659" sldId="894"/>
            <ac:spMk id="2" creationId="{2CE87805-17F2-4B70-B505-57FB17E1FEE3}"/>
          </ac:spMkLst>
        </pc:spChg>
        <pc:spChg chg="mod">
          <ac:chgData name="Al Friend" userId="e5ed79da-d858-46d4-9eed-a7a24903f2de" providerId="ADAL" clId="{7537B086-0992-4C5F-A071-F6F8659556F1}" dt="2026-01-12T15:10:03.777" v="653" actId="20577"/>
          <ac:spMkLst>
            <pc:docMk/>
            <pc:sldMk cId="3739040659" sldId="894"/>
            <ac:spMk id="3" creationId="{E4EE7085-4C5B-409B-8843-A8A3D3CB6E90}"/>
          </ac:spMkLst>
        </pc:spChg>
        <pc:spChg chg="mod">
          <ac:chgData name="Al Friend" userId="e5ed79da-d858-46d4-9eed-a7a24903f2de" providerId="ADAL" clId="{7537B086-0992-4C5F-A071-F6F8659556F1}" dt="2026-01-12T09:38:40.099" v="526" actId="14100"/>
          <ac:spMkLst>
            <pc:docMk/>
            <pc:sldMk cId="3739040659" sldId="894"/>
            <ac:spMk id="21" creationId="{E0A16EF2-6826-471D-B2CF-BB71EDA6BFB1}"/>
          </ac:spMkLst>
        </pc:spChg>
        <pc:spChg chg="mod">
          <ac:chgData name="Al Friend" userId="e5ed79da-d858-46d4-9eed-a7a24903f2de" providerId="ADAL" clId="{7537B086-0992-4C5F-A071-F6F8659556F1}" dt="2026-01-12T09:58:46.422" v="584" actId="14100"/>
          <ac:spMkLst>
            <pc:docMk/>
            <pc:sldMk cId="3739040659" sldId="894"/>
            <ac:spMk id="25" creationId="{6B8F1B0E-5AD5-4146-85BD-47A29F3B0A53}"/>
          </ac:spMkLst>
        </pc:spChg>
        <pc:spChg chg="mod">
          <ac:chgData name="Al Friend" userId="e5ed79da-d858-46d4-9eed-a7a24903f2de" providerId="ADAL" clId="{7537B086-0992-4C5F-A071-F6F8659556F1}" dt="2026-01-12T09:38:07.846" v="519" actId="14100"/>
          <ac:spMkLst>
            <pc:docMk/>
            <pc:sldMk cId="3739040659" sldId="894"/>
            <ac:spMk id="29" creationId="{F8FB1546-1B52-4F92-944F-FB89E2921207}"/>
          </ac:spMkLst>
        </pc:spChg>
        <pc:spChg chg="mod">
          <ac:chgData name="Al Friend" userId="e5ed79da-d858-46d4-9eed-a7a24903f2de" providerId="ADAL" clId="{7537B086-0992-4C5F-A071-F6F8659556F1}" dt="2026-01-12T09:38:14.011" v="521" actId="14100"/>
          <ac:spMkLst>
            <pc:docMk/>
            <pc:sldMk cId="3739040659" sldId="894"/>
            <ac:spMk id="35" creationId="{00087746-F36A-4347-9616-5F4CCF533EDD}"/>
          </ac:spMkLst>
        </pc:spChg>
        <pc:spChg chg="mod">
          <ac:chgData name="Al Friend" userId="e5ed79da-d858-46d4-9eed-a7a24903f2de" providerId="ADAL" clId="{7537B086-0992-4C5F-A071-F6F8659556F1}" dt="2026-01-12T09:58:17.875" v="568" actId="14100"/>
          <ac:spMkLst>
            <pc:docMk/>
            <pc:sldMk cId="3739040659" sldId="894"/>
            <ac:spMk id="42" creationId="{96E29D66-D360-436C-AF89-BB680EDD5EDF}"/>
          </ac:spMkLst>
        </pc:spChg>
        <pc:grpChg chg="add mod">
          <ac:chgData name="Al Friend" userId="e5ed79da-d858-46d4-9eed-a7a24903f2de" providerId="ADAL" clId="{7537B086-0992-4C5F-A071-F6F8659556F1}" dt="2026-01-12T09:35:54.914" v="419" actId="1076"/>
          <ac:grpSpMkLst>
            <pc:docMk/>
            <pc:sldMk cId="3739040659" sldId="894"/>
            <ac:grpSpMk id="18" creationId="{3BB9987A-6107-490D-B52C-8CAAA98CF371}"/>
          </ac:grpSpMkLst>
        </pc:grpChg>
        <pc:grpChg chg="add mod">
          <ac:chgData name="Al Friend" userId="e5ed79da-d858-46d4-9eed-a7a24903f2de" providerId="ADAL" clId="{7537B086-0992-4C5F-A071-F6F8659556F1}" dt="2026-01-12T15:17:06.251" v="670" actId="1037"/>
          <ac:grpSpMkLst>
            <pc:docMk/>
            <pc:sldMk cId="3739040659" sldId="894"/>
            <ac:grpSpMk id="22" creationId="{C7316428-005D-402D-8EEB-3402A215C071}"/>
          </ac:grpSpMkLst>
        </pc:grpChg>
        <pc:grpChg chg="add mod">
          <ac:chgData name="Al Friend" userId="e5ed79da-d858-46d4-9eed-a7a24903f2de" providerId="ADAL" clId="{7537B086-0992-4C5F-A071-F6F8659556F1}" dt="2026-01-12T15:17:06.251" v="670" actId="1037"/>
          <ac:grpSpMkLst>
            <pc:docMk/>
            <pc:sldMk cId="3739040659" sldId="894"/>
            <ac:grpSpMk id="26" creationId="{19D75174-A5CA-4929-9FBC-0CB13DA416CB}"/>
          </ac:grpSpMkLst>
        </pc:grpChg>
        <pc:grpChg chg="add mod">
          <ac:chgData name="Al Friend" userId="e5ed79da-d858-46d4-9eed-a7a24903f2de" providerId="ADAL" clId="{7537B086-0992-4C5F-A071-F6F8659556F1}" dt="2026-01-12T15:17:23.131" v="680" actId="1038"/>
          <ac:grpSpMkLst>
            <pc:docMk/>
            <pc:sldMk cId="3739040659" sldId="894"/>
            <ac:grpSpMk id="32" creationId="{E90030F4-B936-4A76-A772-450565C086DC}"/>
          </ac:grpSpMkLst>
        </pc:grpChg>
        <pc:grpChg chg="add mod">
          <ac:chgData name="Al Friend" userId="e5ed79da-d858-46d4-9eed-a7a24903f2de" providerId="ADAL" clId="{7537B086-0992-4C5F-A071-F6F8659556F1}" dt="2026-01-12T15:17:33.419" v="688" actId="1038"/>
          <ac:grpSpMkLst>
            <pc:docMk/>
            <pc:sldMk cId="3739040659" sldId="894"/>
            <ac:grpSpMk id="39" creationId="{E653B77E-1210-43EE-9222-E347BDC74DBE}"/>
          </ac:grpSpMkLst>
        </pc:grpChg>
        <pc:picChg chg="add mod">
          <ac:chgData name="Al Friend" userId="e5ed79da-d858-46d4-9eed-a7a24903f2de" providerId="ADAL" clId="{7537B086-0992-4C5F-A071-F6F8659556F1}" dt="2026-01-12T15:10:10.724" v="654"/>
          <ac:picMkLst>
            <pc:docMk/>
            <pc:sldMk cId="3739040659" sldId="894"/>
            <ac:picMk id="4" creationId="{8C1D1F9B-AFC7-498D-B082-EB8D8DDB68BD}"/>
          </ac:picMkLst>
        </pc:picChg>
        <pc:cxnChg chg="mod">
          <ac:chgData name="Al Friend" userId="e5ed79da-d858-46d4-9eed-a7a24903f2de" providerId="ADAL" clId="{7537B086-0992-4C5F-A071-F6F8659556F1}" dt="2026-01-12T09:58:38.716" v="582" actId="1038"/>
          <ac:cxnSpMkLst>
            <pc:docMk/>
            <pc:sldMk cId="3739040659" sldId="894"/>
            <ac:cxnSpMk id="23" creationId="{3C5E83A0-6FED-47EE-9101-1780FD393035}"/>
          </ac:cxnSpMkLst>
        </pc:cxnChg>
        <pc:cxnChg chg="mod">
          <ac:chgData name="Al Friend" userId="e5ed79da-d858-46d4-9eed-a7a24903f2de" providerId="ADAL" clId="{7537B086-0992-4C5F-A071-F6F8659556F1}" dt="2026-01-12T09:59:24.898" v="608" actId="1038"/>
          <ac:cxnSpMkLst>
            <pc:docMk/>
            <pc:sldMk cId="3739040659" sldId="894"/>
            <ac:cxnSpMk id="24" creationId="{7EC6D469-0506-45A0-827C-A9B1181B6DD4}"/>
          </ac:cxnSpMkLst>
        </pc:cxnChg>
        <pc:cxnChg chg="mod">
          <ac:chgData name="Al Friend" userId="e5ed79da-d858-46d4-9eed-a7a24903f2de" providerId="ADAL" clId="{7537B086-0992-4C5F-A071-F6F8659556F1}" dt="2026-01-12T09:36:36.925" v="437" actId="14100"/>
          <ac:cxnSpMkLst>
            <pc:docMk/>
            <pc:sldMk cId="3739040659" sldId="894"/>
            <ac:cxnSpMk id="27" creationId="{F7CB9BEC-190A-4581-BCED-C1C666114E61}"/>
          </ac:cxnSpMkLst>
        </pc:cxnChg>
        <pc:cxnChg chg="mod">
          <ac:chgData name="Al Friend" userId="e5ed79da-d858-46d4-9eed-a7a24903f2de" providerId="ADAL" clId="{7537B086-0992-4C5F-A071-F6F8659556F1}" dt="2026-01-12T09:59:15.565" v="606" actId="1037"/>
          <ac:cxnSpMkLst>
            <pc:docMk/>
            <pc:sldMk cId="3739040659" sldId="894"/>
            <ac:cxnSpMk id="28" creationId="{5AC3FF36-1D2A-41E1-B14C-C0507DF33682}"/>
          </ac:cxnSpMkLst>
        </pc:cxnChg>
        <pc:cxnChg chg="mod">
          <ac:chgData name="Al Friend" userId="e5ed79da-d858-46d4-9eed-a7a24903f2de" providerId="ADAL" clId="{7537B086-0992-4C5F-A071-F6F8659556F1}" dt="2026-01-12T09:36:50.121" v="441" actId="14100"/>
          <ac:cxnSpMkLst>
            <pc:docMk/>
            <pc:sldMk cId="3739040659" sldId="894"/>
            <ac:cxnSpMk id="33" creationId="{882D16C4-CB66-4DD9-8E2A-DB745713908F}"/>
          </ac:cxnSpMkLst>
        </pc:cxnChg>
        <pc:cxnChg chg="mod">
          <ac:chgData name="Al Friend" userId="e5ed79da-d858-46d4-9eed-a7a24903f2de" providerId="ADAL" clId="{7537B086-0992-4C5F-A071-F6F8659556F1}" dt="2026-01-12T09:38:30.315" v="524" actId="14100"/>
          <ac:cxnSpMkLst>
            <pc:docMk/>
            <pc:sldMk cId="3739040659" sldId="894"/>
            <ac:cxnSpMk id="34" creationId="{B5631C90-EBAE-475E-93F4-AE9C811DBF4B}"/>
          </ac:cxnSpMkLst>
        </pc:cxnChg>
        <pc:cxnChg chg="mod">
          <ac:chgData name="Al Friend" userId="e5ed79da-d858-46d4-9eed-a7a24903f2de" providerId="ADAL" clId="{7537B086-0992-4C5F-A071-F6F8659556F1}" dt="2026-01-12T09:37:37.925" v="472" actId="14100"/>
          <ac:cxnSpMkLst>
            <pc:docMk/>
            <pc:sldMk cId="3739040659" sldId="894"/>
            <ac:cxnSpMk id="40" creationId="{56EF5190-3D39-4234-A022-68EE2427B1A5}"/>
          </ac:cxnSpMkLst>
        </pc:cxnChg>
        <pc:cxnChg chg="mod">
          <ac:chgData name="Al Friend" userId="e5ed79da-d858-46d4-9eed-a7a24903f2de" providerId="ADAL" clId="{7537B086-0992-4C5F-A071-F6F8659556F1}" dt="2026-01-12T09:37:50.810" v="503" actId="1038"/>
          <ac:cxnSpMkLst>
            <pc:docMk/>
            <pc:sldMk cId="3739040659" sldId="894"/>
            <ac:cxnSpMk id="41" creationId="{E623CE62-5819-48A4-B9A0-481F616A91E5}"/>
          </ac:cxnSpMkLst>
        </pc:cxnChg>
      </pc:sldChg>
      <pc:sldChg chg="addSp delSp modSp add modTransition delAnim modAnim">
        <pc:chgData name="Al Friend" userId="e5ed79da-d858-46d4-9eed-a7a24903f2de" providerId="ADAL" clId="{7537B086-0992-4C5F-A071-F6F8659556F1}" dt="2026-01-12T15:09:57.820" v="650"/>
        <pc:sldMkLst>
          <pc:docMk/>
          <pc:sldMk cId="4214137901" sldId="895"/>
        </pc:sldMkLst>
        <pc:spChg chg="mod">
          <ac:chgData name="Al Friend" userId="e5ed79da-d858-46d4-9eed-a7a24903f2de" providerId="ADAL" clId="{7537B086-0992-4C5F-A071-F6F8659556F1}" dt="2026-01-12T15:08:43.709" v="648" actId="20577"/>
          <ac:spMkLst>
            <pc:docMk/>
            <pc:sldMk cId="4214137901" sldId="895"/>
            <ac:spMk id="2" creationId="{2CE87805-17F2-4B70-B505-57FB17E1FEE3}"/>
          </ac:spMkLst>
        </pc:spChg>
        <pc:spChg chg="mod">
          <ac:chgData name="Al Friend" userId="e5ed79da-d858-46d4-9eed-a7a24903f2de" providerId="ADAL" clId="{7537B086-0992-4C5F-A071-F6F8659556F1}" dt="2026-01-12T09:40:27.852" v="551" actId="20577"/>
          <ac:spMkLst>
            <pc:docMk/>
            <pc:sldMk cId="4214137901" sldId="895"/>
            <ac:spMk id="3" creationId="{E4EE7085-4C5B-409B-8843-A8A3D3CB6E90}"/>
          </ac:spMkLst>
        </pc:spChg>
        <pc:picChg chg="add mod">
          <ac:chgData name="Al Friend" userId="e5ed79da-d858-46d4-9eed-a7a24903f2de" providerId="ADAL" clId="{7537B086-0992-4C5F-A071-F6F8659556F1}" dt="2026-01-12T15:09:57.820" v="650"/>
          <ac:picMkLst>
            <pc:docMk/>
            <pc:sldMk cId="4214137901" sldId="895"/>
            <ac:picMk id="5" creationId="{8640A34F-AFC9-46B7-83C9-B3616F182BE6}"/>
          </ac:picMkLst>
        </pc:picChg>
      </pc:sldChg>
      <pc:sldChg chg="modSp add ord modNotesTx">
        <pc:chgData name="Al Friend" userId="e5ed79da-d858-46d4-9eed-a7a24903f2de" providerId="ADAL" clId="{7537B086-0992-4C5F-A071-F6F8659556F1}" dt="2026-01-12T15:58:22.751" v="859" actId="6549"/>
        <pc:sldMkLst>
          <pc:docMk/>
          <pc:sldMk cId="2976992114" sldId="896"/>
        </pc:sldMkLst>
        <pc:spChg chg="mod">
          <ac:chgData name="Al Friend" userId="e5ed79da-d858-46d4-9eed-a7a24903f2de" providerId="ADAL" clId="{7537B086-0992-4C5F-A071-F6F8659556F1}" dt="2026-01-12T15:45:04.949" v="742" actId="20577"/>
          <ac:spMkLst>
            <pc:docMk/>
            <pc:sldMk cId="2976992114" sldId="896"/>
            <ac:spMk id="2" creationId="{2CE87805-17F2-4B70-B505-57FB17E1FEE3}"/>
          </ac:spMkLst>
        </pc:spChg>
        <pc:spChg chg="mod">
          <ac:chgData name="Al Friend" userId="e5ed79da-d858-46d4-9eed-a7a24903f2de" providerId="ADAL" clId="{7537B086-0992-4C5F-A071-F6F8659556F1}" dt="2026-01-12T15:45:09.936" v="745" actId="20577"/>
          <ac:spMkLst>
            <pc:docMk/>
            <pc:sldMk cId="2976992114" sldId="896"/>
            <ac:spMk id="3" creationId="{E4EE7085-4C5B-409B-8843-A8A3D3CB6E90}"/>
          </ac:spMkLst>
        </pc:spChg>
      </pc:sldChg>
      <pc:sldChg chg="modSp add ord">
        <pc:chgData name="Al Friend" userId="e5ed79da-d858-46d4-9eed-a7a24903f2de" providerId="ADAL" clId="{7537B086-0992-4C5F-A071-F6F8659556F1}" dt="2026-01-12T15:45:31.986" v="753"/>
        <pc:sldMkLst>
          <pc:docMk/>
          <pc:sldMk cId="3497065734" sldId="897"/>
        </pc:sldMkLst>
        <pc:spChg chg="mod">
          <ac:chgData name="Al Friend" userId="e5ed79da-d858-46d4-9eed-a7a24903f2de" providerId="ADAL" clId="{7537B086-0992-4C5F-A071-F6F8659556F1}" dt="2026-01-12T15:45:23.094" v="749" actId="20577"/>
          <ac:spMkLst>
            <pc:docMk/>
            <pc:sldMk cId="3497065734" sldId="897"/>
            <ac:spMk id="2" creationId="{2CE87805-17F2-4B70-B505-57FB17E1FEE3}"/>
          </ac:spMkLst>
        </pc:spChg>
        <pc:spChg chg="mod">
          <ac:chgData name="Al Friend" userId="e5ed79da-d858-46d4-9eed-a7a24903f2de" providerId="ADAL" clId="{7537B086-0992-4C5F-A071-F6F8659556F1}" dt="2026-01-12T15:45:27.079" v="752" actId="20577"/>
          <ac:spMkLst>
            <pc:docMk/>
            <pc:sldMk cId="3497065734" sldId="897"/>
            <ac:spMk id="3" creationId="{E4EE7085-4C5B-409B-8843-A8A3D3CB6E90}"/>
          </ac:spMkLst>
        </pc:spChg>
      </pc:sldChg>
      <pc:sldChg chg="addSp modSp add ord modAnim modNotesTx">
        <pc:chgData name="Al Friend" userId="e5ed79da-d858-46d4-9eed-a7a24903f2de" providerId="ADAL" clId="{7537B086-0992-4C5F-A071-F6F8659556F1}" dt="2026-01-23T10:17:48.040" v="1536" actId="1037"/>
        <pc:sldMkLst>
          <pc:docMk/>
          <pc:sldMk cId="3988729821" sldId="898"/>
        </pc:sldMkLst>
        <pc:spChg chg="mod">
          <ac:chgData name="Al Friend" userId="e5ed79da-d858-46d4-9eed-a7a24903f2de" providerId="ADAL" clId="{7537B086-0992-4C5F-A071-F6F8659556F1}" dt="2026-01-12T15:47:02.668" v="761" actId="20577"/>
          <ac:spMkLst>
            <pc:docMk/>
            <pc:sldMk cId="3988729821" sldId="898"/>
            <ac:spMk id="2" creationId="{2CE87805-17F2-4B70-B505-57FB17E1FEE3}"/>
          </ac:spMkLst>
        </pc:spChg>
        <pc:spChg chg="mod">
          <ac:chgData name="Al Friend" userId="e5ed79da-d858-46d4-9eed-a7a24903f2de" providerId="ADAL" clId="{7537B086-0992-4C5F-A071-F6F8659556F1}" dt="2026-01-12T15:52:47.382" v="827" actId="20577"/>
          <ac:spMkLst>
            <pc:docMk/>
            <pc:sldMk cId="3988729821" sldId="898"/>
            <ac:spMk id="3" creationId="{E4EE7085-4C5B-409B-8843-A8A3D3CB6E90}"/>
          </ac:spMkLst>
        </pc:spChg>
        <pc:spChg chg="add mod">
          <ac:chgData name="Al Friend" userId="e5ed79da-d858-46d4-9eed-a7a24903f2de" providerId="ADAL" clId="{7537B086-0992-4C5F-A071-F6F8659556F1}" dt="2026-01-12T15:54:20.962" v="841" actId="164"/>
          <ac:spMkLst>
            <pc:docMk/>
            <pc:sldMk cId="3988729821" sldId="898"/>
            <ac:spMk id="4" creationId="{30E87908-1EAB-4528-8776-4B1B0F4F6DF3}"/>
          </ac:spMkLst>
        </pc:spChg>
        <pc:spChg chg="add mod">
          <ac:chgData name="Al Friend" userId="e5ed79da-d858-46d4-9eed-a7a24903f2de" providerId="ADAL" clId="{7537B086-0992-4C5F-A071-F6F8659556F1}" dt="2026-01-12T15:54:20.962" v="841" actId="164"/>
          <ac:spMkLst>
            <pc:docMk/>
            <pc:sldMk cId="3988729821" sldId="898"/>
            <ac:spMk id="5" creationId="{3A2C89A4-6DE3-4DAB-AF80-8A8E82E7F79A}"/>
          </ac:spMkLst>
        </pc:spChg>
        <pc:grpChg chg="add mod">
          <ac:chgData name="Al Friend" userId="e5ed79da-d858-46d4-9eed-a7a24903f2de" providerId="ADAL" clId="{7537B086-0992-4C5F-A071-F6F8659556F1}" dt="2026-01-23T10:17:48.040" v="1536" actId="1037"/>
          <ac:grpSpMkLst>
            <pc:docMk/>
            <pc:sldMk cId="3988729821" sldId="898"/>
            <ac:grpSpMk id="6" creationId="{B8534C20-C1CB-4A7A-B7AC-6BB11132EE15}"/>
          </ac:grpSpMkLst>
        </pc:grpChg>
      </pc:sldChg>
      <pc:sldChg chg="addSp delSp modSp add modTransition modAnim modNotesTx">
        <pc:chgData name="Al Friend" userId="e5ed79da-d858-46d4-9eed-a7a24903f2de" providerId="ADAL" clId="{7537B086-0992-4C5F-A071-F6F8659556F1}" dt="2026-01-12T15:58:06.858" v="857" actId="6549"/>
        <pc:sldMkLst>
          <pc:docMk/>
          <pc:sldMk cId="762284221" sldId="899"/>
        </pc:sldMkLst>
        <pc:spChg chg="mod">
          <ac:chgData name="Al Friend" userId="e5ed79da-d858-46d4-9eed-a7a24903f2de" providerId="ADAL" clId="{7537B086-0992-4C5F-A071-F6F8659556F1}" dt="2026-01-12T15:49:10.706" v="787"/>
          <ac:spMkLst>
            <pc:docMk/>
            <pc:sldMk cId="762284221" sldId="899"/>
            <ac:spMk id="2" creationId="{2CE87805-17F2-4B70-B505-57FB17E1FEE3}"/>
          </ac:spMkLst>
        </pc:spChg>
        <pc:spChg chg="mod">
          <ac:chgData name="Al Friend" userId="e5ed79da-d858-46d4-9eed-a7a24903f2de" providerId="ADAL" clId="{7537B086-0992-4C5F-A071-F6F8659556F1}" dt="2026-01-12T15:49:06.336" v="786" actId="20577"/>
          <ac:spMkLst>
            <pc:docMk/>
            <pc:sldMk cId="762284221" sldId="899"/>
            <ac:spMk id="3" creationId="{E4EE7085-4C5B-409B-8843-A8A3D3CB6E90}"/>
          </ac:spMkLst>
        </pc:spChg>
        <pc:spChg chg="add">
          <ac:chgData name="Al Friend" userId="e5ed79da-d858-46d4-9eed-a7a24903f2de" providerId="ADAL" clId="{7537B086-0992-4C5F-A071-F6F8659556F1}" dt="2026-01-12T15:57:00.682" v="856"/>
          <ac:spMkLst>
            <pc:docMk/>
            <pc:sldMk cId="762284221" sldId="899"/>
            <ac:spMk id="6" creationId="{1350B37A-7342-47C8-B677-C965C745D8E8}"/>
          </ac:spMkLst>
        </pc:spChg>
      </pc:sldChg>
      <pc:sldChg chg="addSp delSp modSp add del addAnim delAnim modAnim">
        <pc:chgData name="Al Friend" userId="e5ed79da-d858-46d4-9eed-a7a24903f2de" providerId="ADAL" clId="{7537B086-0992-4C5F-A071-F6F8659556F1}" dt="2026-01-15T15:49:36.246" v="1264"/>
        <pc:sldMkLst>
          <pc:docMk/>
          <pc:sldMk cId="3500093631" sldId="900"/>
        </pc:sldMkLst>
        <pc:spChg chg="mod">
          <ac:chgData name="Al Friend" userId="e5ed79da-d858-46d4-9eed-a7a24903f2de" providerId="ADAL" clId="{7537B086-0992-4C5F-A071-F6F8659556F1}" dt="2026-01-15T15:31:56.313" v="1230" actId="1037"/>
          <ac:spMkLst>
            <pc:docMk/>
            <pc:sldMk cId="3500093631" sldId="900"/>
            <ac:spMk id="7" creationId="{F42FD7F0-C7E3-F7C3-64B5-86175BE26E84}"/>
          </ac:spMkLst>
        </pc:spChg>
        <pc:spChg chg="mod">
          <ac:chgData name="Al Friend" userId="e5ed79da-d858-46d4-9eed-a7a24903f2de" providerId="ADAL" clId="{7537B086-0992-4C5F-A071-F6F8659556F1}" dt="2026-01-15T15:31:56.313" v="1230" actId="1037"/>
          <ac:spMkLst>
            <pc:docMk/>
            <pc:sldMk cId="3500093631" sldId="900"/>
            <ac:spMk id="8" creationId="{DE26CC7C-F218-9CA9-C097-A8F3A953F8BD}"/>
          </ac:spMkLst>
        </pc:spChg>
        <pc:spChg chg="mod">
          <ac:chgData name="Al Friend" userId="e5ed79da-d858-46d4-9eed-a7a24903f2de" providerId="ADAL" clId="{7537B086-0992-4C5F-A071-F6F8659556F1}" dt="2026-01-15T15:31:56.313" v="1230" actId="1037"/>
          <ac:spMkLst>
            <pc:docMk/>
            <pc:sldMk cId="3500093631" sldId="900"/>
            <ac:spMk id="10" creationId="{78B64078-CD33-E0CF-944C-B2B88EB38B02}"/>
          </ac:spMkLst>
        </pc:spChg>
        <pc:spChg chg="mod">
          <ac:chgData name="Al Friend" userId="e5ed79da-d858-46d4-9eed-a7a24903f2de" providerId="ADAL" clId="{7537B086-0992-4C5F-A071-F6F8659556F1}" dt="2026-01-15T15:31:56.313" v="1230" actId="1037"/>
          <ac:spMkLst>
            <pc:docMk/>
            <pc:sldMk cId="3500093631" sldId="900"/>
            <ac:spMk id="11" creationId="{25E94918-C645-BFD4-5304-B5A80FA2722B}"/>
          </ac:spMkLst>
        </pc:spChg>
        <pc:spChg chg="mod">
          <ac:chgData name="Al Friend" userId="e5ed79da-d858-46d4-9eed-a7a24903f2de" providerId="ADAL" clId="{7537B086-0992-4C5F-A071-F6F8659556F1}" dt="2026-01-15T15:31:56.313" v="1230" actId="1037"/>
          <ac:spMkLst>
            <pc:docMk/>
            <pc:sldMk cId="3500093631" sldId="900"/>
            <ac:spMk id="17" creationId="{4CA12722-67FD-1D61-B738-175BB9CB27FD}"/>
          </ac:spMkLst>
        </pc:spChg>
        <pc:spChg chg="mod">
          <ac:chgData name="Al Friend" userId="e5ed79da-d858-46d4-9eed-a7a24903f2de" providerId="ADAL" clId="{7537B086-0992-4C5F-A071-F6F8659556F1}" dt="2026-01-15T15:31:56.313" v="1230" actId="1037"/>
          <ac:spMkLst>
            <pc:docMk/>
            <pc:sldMk cId="3500093631" sldId="900"/>
            <ac:spMk id="20" creationId="{1853AA6B-7FD8-3E7E-8D9E-E7952D8BFB0D}"/>
          </ac:spMkLst>
        </pc:spChg>
        <pc:spChg chg="mod">
          <ac:chgData name="Al Friend" userId="e5ed79da-d858-46d4-9eed-a7a24903f2de" providerId="ADAL" clId="{7537B086-0992-4C5F-A071-F6F8659556F1}" dt="2026-01-15T15:31:56.313" v="1230" actId="1037"/>
          <ac:spMkLst>
            <pc:docMk/>
            <pc:sldMk cId="3500093631" sldId="900"/>
            <ac:spMk id="21" creationId="{0D3CC910-5E9E-5935-6ED7-338DCE177882}"/>
          </ac:spMkLst>
        </pc:spChg>
        <pc:spChg chg="mod">
          <ac:chgData name="Al Friend" userId="e5ed79da-d858-46d4-9eed-a7a24903f2de" providerId="ADAL" clId="{7537B086-0992-4C5F-A071-F6F8659556F1}" dt="2026-01-15T15:31:56.313" v="1230" actId="1037"/>
          <ac:spMkLst>
            <pc:docMk/>
            <pc:sldMk cId="3500093631" sldId="900"/>
            <ac:spMk id="26" creationId="{1A22687F-9CC3-77DA-888E-EB02C1FDEFA4}"/>
          </ac:spMkLst>
        </pc:spChg>
        <pc:spChg chg="mod">
          <ac:chgData name="Al Friend" userId="e5ed79da-d858-46d4-9eed-a7a24903f2de" providerId="ADAL" clId="{7537B086-0992-4C5F-A071-F6F8659556F1}" dt="2026-01-15T15:31:56.313" v="1230" actId="1037"/>
          <ac:spMkLst>
            <pc:docMk/>
            <pc:sldMk cId="3500093631" sldId="900"/>
            <ac:spMk id="32" creationId="{12D80B6F-5F24-F5D0-D320-08DA8E3B3394}"/>
          </ac:spMkLst>
        </pc:spChg>
        <pc:spChg chg="mod">
          <ac:chgData name="Al Friend" userId="e5ed79da-d858-46d4-9eed-a7a24903f2de" providerId="ADAL" clId="{7537B086-0992-4C5F-A071-F6F8659556F1}" dt="2026-01-15T15:31:56.313" v="1230" actId="1037"/>
          <ac:spMkLst>
            <pc:docMk/>
            <pc:sldMk cId="3500093631" sldId="900"/>
            <ac:spMk id="33" creationId="{55B3F266-3D66-01A5-0084-02B23DD79047}"/>
          </ac:spMkLst>
        </pc:spChg>
        <pc:spChg chg="mod">
          <ac:chgData name="Al Friend" userId="e5ed79da-d858-46d4-9eed-a7a24903f2de" providerId="ADAL" clId="{7537B086-0992-4C5F-A071-F6F8659556F1}" dt="2026-01-15T15:31:56.313" v="1230" actId="1037"/>
          <ac:spMkLst>
            <pc:docMk/>
            <pc:sldMk cId="3500093631" sldId="900"/>
            <ac:spMk id="34" creationId="{CA1DF3E2-1B1A-F633-3A4A-4F5C43855F4B}"/>
          </ac:spMkLst>
        </pc:spChg>
        <pc:spChg chg="mod">
          <ac:chgData name="Al Friend" userId="e5ed79da-d858-46d4-9eed-a7a24903f2de" providerId="ADAL" clId="{7537B086-0992-4C5F-A071-F6F8659556F1}" dt="2026-01-15T15:31:56.313" v="1230" actId="1037"/>
          <ac:spMkLst>
            <pc:docMk/>
            <pc:sldMk cId="3500093631" sldId="900"/>
            <ac:spMk id="37" creationId="{4655A23E-6F0D-4644-8D1D-8ACA1DC5679D}"/>
          </ac:spMkLst>
        </pc:spChg>
        <pc:spChg chg="mod">
          <ac:chgData name="Al Friend" userId="e5ed79da-d858-46d4-9eed-a7a24903f2de" providerId="ADAL" clId="{7537B086-0992-4C5F-A071-F6F8659556F1}" dt="2026-01-15T15:31:56.313" v="1230" actId="1037"/>
          <ac:spMkLst>
            <pc:docMk/>
            <pc:sldMk cId="3500093631" sldId="900"/>
            <ac:spMk id="38" creationId="{41B03BC3-B622-38BA-3963-2997C3543829}"/>
          </ac:spMkLst>
        </pc:spChg>
        <pc:spChg chg="mod">
          <ac:chgData name="Al Friend" userId="e5ed79da-d858-46d4-9eed-a7a24903f2de" providerId="ADAL" clId="{7537B086-0992-4C5F-A071-F6F8659556F1}" dt="2026-01-15T15:13:32.509" v="1065" actId="14100"/>
          <ac:spMkLst>
            <pc:docMk/>
            <pc:sldMk cId="3500093631" sldId="900"/>
            <ac:spMk id="39" creationId="{AA596A34-9643-938B-43CE-DB3B46EE8BF1}"/>
          </ac:spMkLst>
        </pc:spChg>
        <pc:spChg chg="mod">
          <ac:chgData name="Al Friend" userId="e5ed79da-d858-46d4-9eed-a7a24903f2de" providerId="ADAL" clId="{7537B086-0992-4C5F-A071-F6F8659556F1}" dt="2026-01-15T15:31:56.313" v="1230" actId="1037"/>
          <ac:spMkLst>
            <pc:docMk/>
            <pc:sldMk cId="3500093631" sldId="900"/>
            <ac:spMk id="40" creationId="{868CB6FE-6953-CD77-7A9F-225AD4548CB6}"/>
          </ac:spMkLst>
        </pc:spChg>
        <pc:spChg chg="mod">
          <ac:chgData name="Al Friend" userId="e5ed79da-d858-46d4-9eed-a7a24903f2de" providerId="ADAL" clId="{7537B086-0992-4C5F-A071-F6F8659556F1}" dt="2026-01-15T15:13:25.789" v="1064" actId="14100"/>
          <ac:spMkLst>
            <pc:docMk/>
            <pc:sldMk cId="3500093631" sldId="900"/>
            <ac:spMk id="41" creationId="{3D274248-AF25-F7EF-A10D-420DC757C823}"/>
          </ac:spMkLst>
        </pc:spChg>
        <pc:spChg chg="mod">
          <ac:chgData name="Al Friend" userId="e5ed79da-d858-46d4-9eed-a7a24903f2de" providerId="ADAL" clId="{7537B086-0992-4C5F-A071-F6F8659556F1}" dt="2026-01-15T15:31:56.313" v="1230" actId="1037"/>
          <ac:spMkLst>
            <pc:docMk/>
            <pc:sldMk cId="3500093631" sldId="900"/>
            <ac:spMk id="43" creationId="{12735B52-F70C-8511-82FF-DD98CDFED39E}"/>
          </ac:spMkLst>
        </pc:spChg>
        <pc:spChg chg="mod">
          <ac:chgData name="Al Friend" userId="e5ed79da-d858-46d4-9eed-a7a24903f2de" providerId="ADAL" clId="{7537B086-0992-4C5F-A071-F6F8659556F1}" dt="2026-01-15T15:31:56.313" v="1230" actId="1037"/>
          <ac:spMkLst>
            <pc:docMk/>
            <pc:sldMk cId="3500093631" sldId="900"/>
            <ac:spMk id="58" creationId="{2966E2E3-1095-3AA5-54F4-22EC69E21F63}"/>
          </ac:spMkLst>
        </pc:spChg>
        <pc:spChg chg="mod">
          <ac:chgData name="Al Friend" userId="e5ed79da-d858-46d4-9eed-a7a24903f2de" providerId="ADAL" clId="{7537B086-0992-4C5F-A071-F6F8659556F1}" dt="2026-01-15T15:31:56.313" v="1230" actId="1037"/>
          <ac:spMkLst>
            <pc:docMk/>
            <pc:sldMk cId="3500093631" sldId="900"/>
            <ac:spMk id="59" creationId="{1C4BE62B-40C5-DE8F-B8B5-D85D5F2A6A7A}"/>
          </ac:spMkLst>
        </pc:spChg>
        <pc:spChg chg="add mod">
          <ac:chgData name="Al Friend" userId="e5ed79da-d858-46d4-9eed-a7a24903f2de" providerId="ADAL" clId="{7537B086-0992-4C5F-A071-F6F8659556F1}" dt="2026-01-15T15:31:56.313" v="1230" actId="1037"/>
          <ac:spMkLst>
            <pc:docMk/>
            <pc:sldMk cId="3500093631" sldId="900"/>
            <ac:spMk id="63" creationId="{1A04EDAE-5F98-49A8-AA3B-FEA2F8FF27D5}"/>
          </ac:spMkLst>
        </pc:spChg>
        <pc:spChg chg="add mod">
          <ac:chgData name="Al Friend" userId="e5ed79da-d858-46d4-9eed-a7a24903f2de" providerId="ADAL" clId="{7537B086-0992-4C5F-A071-F6F8659556F1}" dt="2026-01-15T15:31:56.313" v="1230" actId="1037"/>
          <ac:spMkLst>
            <pc:docMk/>
            <pc:sldMk cId="3500093631" sldId="900"/>
            <ac:spMk id="75" creationId="{C0AD6763-50D9-4E2A-B402-55C2BB0C7BE6}"/>
          </ac:spMkLst>
        </pc:spChg>
        <pc:spChg chg="add mod">
          <ac:chgData name="Al Friend" userId="e5ed79da-d858-46d4-9eed-a7a24903f2de" providerId="ADAL" clId="{7537B086-0992-4C5F-A071-F6F8659556F1}" dt="2026-01-15T15:31:56.313" v="1230" actId="1037"/>
          <ac:spMkLst>
            <pc:docMk/>
            <pc:sldMk cId="3500093631" sldId="900"/>
            <ac:spMk id="76" creationId="{6EEFB8EA-38EB-40F0-ACDB-32F4A15C8012}"/>
          </ac:spMkLst>
        </pc:spChg>
        <pc:spChg chg="add mod">
          <ac:chgData name="Al Friend" userId="e5ed79da-d858-46d4-9eed-a7a24903f2de" providerId="ADAL" clId="{7537B086-0992-4C5F-A071-F6F8659556F1}" dt="2026-01-15T15:31:56.313" v="1230" actId="1037"/>
          <ac:spMkLst>
            <pc:docMk/>
            <pc:sldMk cId="3500093631" sldId="900"/>
            <ac:spMk id="78" creationId="{505D6E70-C3F4-46DC-93B3-A56DCF57F48A}"/>
          </ac:spMkLst>
        </pc:spChg>
        <pc:spChg chg="add mod">
          <ac:chgData name="Al Friend" userId="e5ed79da-d858-46d4-9eed-a7a24903f2de" providerId="ADAL" clId="{7537B086-0992-4C5F-A071-F6F8659556F1}" dt="2026-01-15T15:31:56.313" v="1230" actId="1037"/>
          <ac:spMkLst>
            <pc:docMk/>
            <pc:sldMk cId="3500093631" sldId="900"/>
            <ac:spMk id="84" creationId="{D731AF1B-DA28-4086-B857-F0B6326C3AFB}"/>
          </ac:spMkLst>
        </pc:spChg>
        <pc:grpChg chg="add del mod">
          <ac:chgData name="Al Friend" userId="e5ed79da-d858-46d4-9eed-a7a24903f2de" providerId="ADAL" clId="{7537B086-0992-4C5F-A071-F6F8659556F1}" dt="2026-01-15T15:31:56.313" v="1230" actId="1037"/>
          <ac:grpSpMkLst>
            <pc:docMk/>
            <pc:sldMk cId="3500093631" sldId="900"/>
            <ac:grpSpMk id="57" creationId="{B1521731-A15D-3FBE-F181-C47FACE64AD9}"/>
          </ac:grpSpMkLst>
        </pc:grpChg>
        <pc:graphicFrameChg chg="mod">
          <ac:chgData name="Al Friend" userId="e5ed79da-d858-46d4-9eed-a7a24903f2de" providerId="ADAL" clId="{7537B086-0992-4C5F-A071-F6F8659556F1}" dt="2026-01-15T15:33:50.845" v="1232" actId="962"/>
          <ac:graphicFrameMkLst>
            <pc:docMk/>
            <pc:sldMk cId="3500093631" sldId="900"/>
            <ac:graphicFrameMk id="2" creationId="{23E04685-FE2C-E794-0AD6-95692BED2BED}"/>
          </ac:graphicFrameMkLst>
        </pc:graphicFrameChg>
        <pc:graphicFrameChg chg="mod">
          <ac:chgData name="Al Friend" userId="e5ed79da-d858-46d4-9eed-a7a24903f2de" providerId="ADAL" clId="{7537B086-0992-4C5F-A071-F6F8659556F1}" dt="2026-01-15T15:48:47.365" v="1260" actId="962"/>
          <ac:graphicFrameMkLst>
            <pc:docMk/>
            <pc:sldMk cId="3500093631" sldId="900"/>
            <ac:graphicFrameMk id="12" creationId="{EF3A2748-AA90-BCC8-2993-A9CADABE91F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2" creationId="{F1277B78-8984-8B58-5C2E-EDE193CCEAA9}"/>
          </ac:graphicFrameMkLst>
        </pc:graphicFrameChg>
        <pc:graphicFrameChg chg="mod">
          <ac:chgData name="Al Friend" userId="e5ed79da-d858-46d4-9eed-a7a24903f2de" providerId="ADAL" clId="{7537B086-0992-4C5F-A071-F6F8659556F1}" dt="2026-01-15T15:31:56.313" v="1230" actId="1037"/>
          <ac:graphicFrameMkLst>
            <pc:docMk/>
            <pc:sldMk cId="3500093631" sldId="900"/>
            <ac:graphicFrameMk id="23" creationId="{DA0004D0-54C5-7FE3-495E-2E40E17F56E7}"/>
          </ac:graphicFrameMkLst>
        </pc:graphicFrameChg>
        <pc:graphicFrameChg chg="add mod modGraphic">
          <ac:chgData name="Al Friend" userId="e5ed79da-d858-46d4-9eed-a7a24903f2de" providerId="ADAL" clId="{7537B086-0992-4C5F-A071-F6F8659556F1}" dt="2026-01-15T15:31:56.313" v="1230" actId="1037"/>
          <ac:graphicFrameMkLst>
            <pc:docMk/>
            <pc:sldMk cId="3500093631" sldId="900"/>
            <ac:graphicFrameMk id="62" creationId="{2B9122F8-6167-4D85-A839-C4D5DBB12F55}"/>
          </ac:graphicFrameMkLst>
        </pc:graphicFrameChg>
        <pc:cxnChg chg="add mod">
          <ac:chgData name="Al Friend" userId="e5ed79da-d858-46d4-9eed-a7a24903f2de" providerId="ADAL" clId="{7537B086-0992-4C5F-A071-F6F8659556F1}" dt="2026-01-15T15:31:56.313" v="1230" actId="1037"/>
          <ac:cxnSpMkLst>
            <pc:docMk/>
            <pc:sldMk cId="3500093631" sldId="900"/>
            <ac:cxnSpMk id="71" creationId="{5EFE38C2-8439-4C5F-9F74-44013184CA32}"/>
          </ac:cxnSpMkLst>
        </pc:cxnChg>
        <pc:cxnChg chg="add mod">
          <ac:chgData name="Al Friend" userId="e5ed79da-d858-46d4-9eed-a7a24903f2de" providerId="ADAL" clId="{7537B086-0992-4C5F-A071-F6F8659556F1}" dt="2026-01-15T15:31:56.313" v="1230" actId="1037"/>
          <ac:cxnSpMkLst>
            <pc:docMk/>
            <pc:sldMk cId="3500093631" sldId="900"/>
            <ac:cxnSpMk id="72" creationId="{CB1B2BAC-3D1A-47A0-875C-8C332C63A9A8}"/>
          </ac:cxnSpMkLst>
        </pc:cxnChg>
      </pc:sldChg>
      <pc:sldChg chg="delSp modSp add modTransition modAnim modNotesTx">
        <pc:chgData name="Al Friend" userId="e5ed79da-d858-46d4-9eed-a7a24903f2de" providerId="ADAL" clId="{7537B086-0992-4C5F-A071-F6F8659556F1}" dt="2026-01-15T15:56:00.813" v="1284" actId="6549"/>
        <pc:sldMkLst>
          <pc:docMk/>
          <pc:sldMk cId="3492274924" sldId="901"/>
        </pc:sldMkLst>
        <pc:spChg chg="mod">
          <ac:chgData name="Al Friend" userId="e5ed79da-d858-46d4-9eed-a7a24903f2de" providerId="ADAL" clId="{7537B086-0992-4C5F-A071-F6F8659556F1}" dt="2026-01-15T15:51:31.782" v="1277" actId="6549"/>
          <ac:spMkLst>
            <pc:docMk/>
            <pc:sldMk cId="3492274924" sldId="901"/>
            <ac:spMk id="19" creationId="{9AB8BED7-3D03-6733-7EEB-905B6A695BC7}"/>
          </ac:spMkLst>
        </pc:spChg>
        <pc:cxnChg chg="mod">
          <ac:chgData name="Al Friend" userId="e5ed79da-d858-46d4-9eed-a7a24903f2de" providerId="ADAL" clId="{7537B086-0992-4C5F-A071-F6F8659556F1}" dt="2026-01-15T15:51:53.751" v="1281" actId="478"/>
          <ac:cxnSpMkLst>
            <pc:docMk/>
            <pc:sldMk cId="3492274924" sldId="901"/>
            <ac:cxnSpMk id="71" creationId="{5EFE38C2-8439-4C5F-9F74-44013184CA32}"/>
          </ac:cxnSpMkLst>
        </pc:cxnChg>
        <pc:cxnChg chg="mod">
          <ac:chgData name="Al Friend" userId="e5ed79da-d858-46d4-9eed-a7a24903f2de" providerId="ADAL" clId="{7537B086-0992-4C5F-A071-F6F8659556F1}" dt="2026-01-15T15:51:53.751" v="1281" actId="478"/>
          <ac:cxnSpMkLst>
            <pc:docMk/>
            <pc:sldMk cId="3492274924" sldId="901"/>
            <ac:cxnSpMk id="72" creationId="{CB1B2BAC-3D1A-47A0-875C-8C332C63A9A8}"/>
          </ac:cxnSpMkLst>
        </pc:cxnChg>
      </pc:sldChg>
      <pc:sldChg chg="addSp delSp modSp delAnim modAnim modNotesTx">
        <pc:chgData name="Al Friend" userId="e5ed79da-d858-46d4-9eed-a7a24903f2de" providerId="ADAL" clId="{7537B086-0992-4C5F-A071-F6F8659556F1}" dt="2026-01-26T14:57:07.994" v="1976" actId="20577"/>
        <pc:sldMkLst>
          <pc:docMk/>
          <pc:sldMk cId="3427929576" sldId="902"/>
        </pc:sldMkLst>
        <pc:spChg chg="mod">
          <ac:chgData name="Al Friend" userId="e5ed79da-d858-46d4-9eed-a7a24903f2de" providerId="ADAL" clId="{7537B086-0992-4C5F-A071-F6F8659556F1}" dt="2026-01-23T11:51:49.924" v="1853" actId="13244"/>
          <ac:spMkLst>
            <pc:docMk/>
            <pc:sldMk cId="3427929576" sldId="902"/>
            <ac:spMk id="4" creationId="{B4D7039D-DC4C-3007-1F96-6D1B58A2A3A3}"/>
          </ac:spMkLst>
        </pc:spChg>
        <pc:spChg chg="mod">
          <ac:chgData name="Al Friend" userId="e5ed79da-d858-46d4-9eed-a7a24903f2de" providerId="ADAL" clId="{7537B086-0992-4C5F-A071-F6F8659556F1}" dt="2026-01-23T11:51:56.343" v="1854" actId="13244"/>
          <ac:spMkLst>
            <pc:docMk/>
            <pc:sldMk cId="3427929576" sldId="902"/>
            <ac:spMk id="6" creationId="{BB3F14BF-DCE7-8211-AF0F-D5BAFB7215FB}"/>
          </ac:spMkLst>
        </pc:spChg>
        <pc:spChg chg="mod">
          <ac:chgData name="Al Friend" userId="e5ed79da-d858-46d4-9eed-a7a24903f2de" providerId="ADAL" clId="{7537B086-0992-4C5F-A071-F6F8659556F1}" dt="2026-01-23T11:53:05.031" v="1863" actId="13244"/>
          <ac:spMkLst>
            <pc:docMk/>
            <pc:sldMk cId="3427929576" sldId="902"/>
            <ac:spMk id="10" creationId="{78B64078-CD33-E0CF-944C-B2B88EB38B02}"/>
          </ac:spMkLst>
        </pc:spChg>
        <pc:spChg chg="mod">
          <ac:chgData name="Al Friend" userId="e5ed79da-d858-46d4-9eed-a7a24903f2de" providerId="ADAL" clId="{7537B086-0992-4C5F-A071-F6F8659556F1}" dt="2026-01-23T11:59:49.320" v="1900" actId="13244"/>
          <ac:spMkLst>
            <pc:docMk/>
            <pc:sldMk cId="3427929576" sldId="902"/>
            <ac:spMk id="17" creationId="{4CA12722-67FD-1D61-B738-175BB9CB27FD}"/>
          </ac:spMkLst>
        </pc:spChg>
        <pc:spChg chg="mod">
          <ac:chgData name="Al Friend" userId="e5ed79da-d858-46d4-9eed-a7a24903f2de" providerId="ADAL" clId="{7537B086-0992-4C5F-A071-F6F8659556F1}" dt="2026-01-23T12:02:21.243" v="1907" actId="20577"/>
          <ac:spMkLst>
            <pc:docMk/>
            <pc:sldMk cId="3427929576" sldId="902"/>
            <ac:spMk id="19" creationId="{9AB8BED7-3D03-6733-7EEB-905B6A695BC7}"/>
          </ac:spMkLst>
        </pc:spChg>
        <pc:spChg chg="mod">
          <ac:chgData name="Al Friend" userId="e5ed79da-d858-46d4-9eed-a7a24903f2de" providerId="ADAL" clId="{7537B086-0992-4C5F-A071-F6F8659556F1}" dt="2026-01-23T11:53:17.282" v="1864" actId="13244"/>
          <ac:spMkLst>
            <pc:docMk/>
            <pc:sldMk cId="3427929576" sldId="902"/>
            <ac:spMk id="26" creationId="{1A22687F-9CC3-77DA-888E-EB02C1FDEFA4}"/>
          </ac:spMkLst>
        </pc:spChg>
        <pc:spChg chg="mod">
          <ac:chgData name="Al Friend" userId="e5ed79da-d858-46d4-9eed-a7a24903f2de" providerId="ADAL" clId="{7537B086-0992-4C5F-A071-F6F8659556F1}" dt="2026-01-23T11:52:18.216" v="1858" actId="13244"/>
          <ac:spMkLst>
            <pc:docMk/>
            <pc:sldMk cId="3427929576" sldId="902"/>
            <ac:spMk id="27" creationId="{E57C248C-DECA-445B-3777-559FD76E0471}"/>
          </ac:spMkLst>
        </pc:spChg>
        <pc:spChg chg="mod">
          <ac:chgData name="Al Friend" userId="e5ed79da-d858-46d4-9eed-a7a24903f2de" providerId="ADAL" clId="{7537B086-0992-4C5F-A071-F6F8659556F1}" dt="2026-01-23T11:52:11.934" v="1857" actId="13244"/>
          <ac:spMkLst>
            <pc:docMk/>
            <pc:sldMk cId="3427929576" sldId="902"/>
            <ac:spMk id="31" creationId="{B4BBE812-EAF4-B48F-6791-443B03AA852A}"/>
          </ac:spMkLst>
        </pc:spChg>
        <pc:spChg chg="mod">
          <ac:chgData name="Al Friend" userId="e5ed79da-d858-46d4-9eed-a7a24903f2de" providerId="ADAL" clId="{7537B086-0992-4C5F-A071-F6F8659556F1}" dt="2026-01-23T11:57:35.503" v="1899" actId="13244"/>
          <ac:spMkLst>
            <pc:docMk/>
            <pc:sldMk cId="3427929576" sldId="902"/>
            <ac:spMk id="32" creationId="{12D80B6F-5F24-F5D0-D320-08DA8E3B3394}"/>
          </ac:spMkLst>
        </pc:spChg>
        <pc:spChg chg="add mod">
          <ac:chgData name="Al Friend" userId="e5ed79da-d858-46d4-9eed-a7a24903f2de" providerId="ADAL" clId="{7537B086-0992-4C5F-A071-F6F8659556F1}" dt="2026-01-23T11:52:34.691" v="1860" actId="13244"/>
          <ac:spMkLst>
            <pc:docMk/>
            <pc:sldMk cId="3427929576" sldId="902"/>
            <ac:spMk id="33" creationId="{27507C8B-6A72-4468-91DA-42267C8E3EE3}"/>
          </ac:spMkLst>
        </pc:spChg>
        <pc:spChg chg="mod">
          <ac:chgData name="Al Friend" userId="e5ed79da-d858-46d4-9eed-a7a24903f2de" providerId="ADAL" clId="{7537B086-0992-4C5F-A071-F6F8659556F1}" dt="2026-01-23T11:52:25.803" v="1859" actId="13244"/>
          <ac:spMkLst>
            <pc:docMk/>
            <pc:sldMk cId="3427929576" sldId="902"/>
            <ac:spMk id="35" creationId="{87DF93C4-BB49-2411-07A1-6DBE208A0AFD}"/>
          </ac:spMkLst>
        </pc:spChg>
        <pc:spChg chg="add mod">
          <ac:chgData name="Al Friend" userId="e5ed79da-d858-46d4-9eed-a7a24903f2de" providerId="ADAL" clId="{7537B086-0992-4C5F-A071-F6F8659556F1}" dt="2026-01-23T11:57:27.838" v="1898" actId="13244"/>
          <ac:spMkLst>
            <pc:docMk/>
            <pc:sldMk cId="3427929576" sldId="902"/>
            <ac:spMk id="36" creationId="{83B5CED2-59DA-499C-8C7B-D1D61E8D6792}"/>
          </ac:spMkLst>
        </pc:spChg>
        <pc:spChg chg="mod">
          <ac:chgData name="Al Friend" userId="e5ed79da-d858-46d4-9eed-a7a24903f2de" providerId="ADAL" clId="{7537B086-0992-4C5F-A071-F6F8659556F1}" dt="2026-01-23T11:54:34.608" v="1873" actId="13244"/>
          <ac:spMkLst>
            <pc:docMk/>
            <pc:sldMk cId="3427929576" sldId="902"/>
            <ac:spMk id="37" creationId="{4655A23E-6F0D-4644-8D1D-8ACA1DC5679D}"/>
          </ac:spMkLst>
        </pc:spChg>
        <pc:spChg chg="mod">
          <ac:chgData name="Al Friend" userId="e5ed79da-d858-46d4-9eed-a7a24903f2de" providerId="ADAL" clId="{7537B086-0992-4C5F-A071-F6F8659556F1}" dt="2026-01-23T11:56:23.043" v="1888" actId="13244"/>
          <ac:spMkLst>
            <pc:docMk/>
            <pc:sldMk cId="3427929576" sldId="902"/>
            <ac:spMk id="38" creationId="{41B03BC3-B622-38BA-3963-2997C3543829}"/>
          </ac:spMkLst>
        </pc:spChg>
        <pc:spChg chg="add mod">
          <ac:chgData name="Al Friend" userId="e5ed79da-d858-46d4-9eed-a7a24903f2de" providerId="ADAL" clId="{7537B086-0992-4C5F-A071-F6F8659556F1}" dt="2026-01-23T11:57:25.167" v="1897" actId="13244"/>
          <ac:spMkLst>
            <pc:docMk/>
            <pc:sldMk cId="3427929576" sldId="902"/>
            <ac:spMk id="39" creationId="{06443A74-850B-4B68-B57B-3EBF9399648C}"/>
          </ac:spMkLst>
        </pc:spChg>
        <pc:spChg chg="add mod">
          <ac:chgData name="Al Friend" userId="e5ed79da-d858-46d4-9eed-a7a24903f2de" providerId="ADAL" clId="{7537B086-0992-4C5F-A071-F6F8659556F1}" dt="2026-01-23T11:31:55.485" v="1827" actId="13244"/>
          <ac:spMkLst>
            <pc:docMk/>
            <pc:sldMk cId="3427929576" sldId="902"/>
            <ac:spMk id="40" creationId="{3B5A7066-A7FC-4D8E-A7A4-C42F5958AFC7}"/>
          </ac:spMkLst>
        </pc:spChg>
        <pc:spChg chg="add mod">
          <ac:chgData name="Al Friend" userId="e5ed79da-d858-46d4-9eed-a7a24903f2de" providerId="ADAL" clId="{7537B086-0992-4C5F-A071-F6F8659556F1}" dt="2026-01-23T11:55:03.006" v="1878" actId="13244"/>
          <ac:spMkLst>
            <pc:docMk/>
            <pc:sldMk cId="3427929576" sldId="902"/>
            <ac:spMk id="42" creationId="{83271580-F433-4F4F-8561-2DA25E02F2D3}"/>
          </ac:spMkLst>
        </pc:spChg>
        <pc:spChg chg="mod">
          <ac:chgData name="Al Friend" userId="e5ed79da-d858-46d4-9eed-a7a24903f2de" providerId="ADAL" clId="{7537B086-0992-4C5F-A071-F6F8659556F1}" dt="2026-01-23T11:55:24.102" v="1881" actId="13244"/>
          <ac:spMkLst>
            <pc:docMk/>
            <pc:sldMk cId="3427929576" sldId="902"/>
            <ac:spMk id="43" creationId="{12735B52-F70C-8511-82FF-DD98CDFED39E}"/>
          </ac:spMkLst>
        </pc:spChg>
        <pc:spChg chg="add mod">
          <ac:chgData name="Al Friend" userId="e5ed79da-d858-46d4-9eed-a7a24903f2de" providerId="ADAL" clId="{7537B086-0992-4C5F-A071-F6F8659556F1}" dt="2026-01-23T11:53:45.754" v="1865" actId="13244"/>
          <ac:spMkLst>
            <pc:docMk/>
            <pc:sldMk cId="3427929576" sldId="902"/>
            <ac:spMk id="44" creationId="{02B25370-6891-4B68-8B6D-5A83B5C508E4}"/>
          </ac:spMkLst>
        </pc:spChg>
        <pc:spChg chg="add mod">
          <ac:chgData name="Al Friend" userId="e5ed79da-d858-46d4-9eed-a7a24903f2de" providerId="ADAL" clId="{7537B086-0992-4C5F-A071-F6F8659556F1}" dt="2026-01-23T11:54:58.413" v="1876" actId="13244"/>
          <ac:spMkLst>
            <pc:docMk/>
            <pc:sldMk cId="3427929576" sldId="902"/>
            <ac:spMk id="45" creationId="{BFF977AB-31E8-4CF0-AC67-B3BA3353BB9D}"/>
          </ac:spMkLst>
        </pc:spChg>
        <pc:spChg chg="add mod">
          <ac:chgData name="Al Friend" userId="e5ed79da-d858-46d4-9eed-a7a24903f2de" providerId="ADAL" clId="{7537B086-0992-4C5F-A071-F6F8659556F1}" dt="2026-01-23T11:55:10.050" v="1879" actId="13244"/>
          <ac:spMkLst>
            <pc:docMk/>
            <pc:sldMk cId="3427929576" sldId="902"/>
            <ac:spMk id="46" creationId="{9B7BDE56-4A4F-4D90-B635-8437BD30F9B3}"/>
          </ac:spMkLst>
        </pc:spChg>
        <pc:spChg chg="add mod">
          <ac:chgData name="Al Friend" userId="e5ed79da-d858-46d4-9eed-a7a24903f2de" providerId="ADAL" clId="{7537B086-0992-4C5F-A071-F6F8659556F1}" dt="2026-01-23T11:54:59.854" v="1877" actId="13244"/>
          <ac:spMkLst>
            <pc:docMk/>
            <pc:sldMk cId="3427929576" sldId="902"/>
            <ac:spMk id="47" creationId="{6EE97270-3EB8-4AD7-8307-1840358483FD}"/>
          </ac:spMkLst>
        </pc:spChg>
        <pc:spChg chg="add mod">
          <ac:chgData name="Al Friend" userId="e5ed79da-d858-46d4-9eed-a7a24903f2de" providerId="ADAL" clId="{7537B086-0992-4C5F-A071-F6F8659556F1}" dt="2026-01-23T11:55:11.585" v="1880" actId="13244"/>
          <ac:spMkLst>
            <pc:docMk/>
            <pc:sldMk cId="3427929576" sldId="902"/>
            <ac:spMk id="48" creationId="{9475256E-05FD-409B-9B61-B36D8E8FAE33}"/>
          </ac:spMkLst>
        </pc:spChg>
        <pc:spChg chg="add mod">
          <ac:chgData name="Al Friend" userId="e5ed79da-d858-46d4-9eed-a7a24903f2de" providerId="ADAL" clId="{7537B086-0992-4C5F-A071-F6F8659556F1}" dt="2026-01-23T11:54:53.902" v="1875" actId="13244"/>
          <ac:spMkLst>
            <pc:docMk/>
            <pc:sldMk cId="3427929576" sldId="902"/>
            <ac:spMk id="49" creationId="{8E30FF34-BC35-4A8B-A41B-A0E7794E8E93}"/>
          </ac:spMkLst>
        </pc:spChg>
        <pc:spChg chg="add mod">
          <ac:chgData name="Al Friend" userId="e5ed79da-d858-46d4-9eed-a7a24903f2de" providerId="ADAL" clId="{7537B086-0992-4C5F-A071-F6F8659556F1}" dt="2026-01-23T12:23:17.999" v="1917" actId="1076"/>
          <ac:spMkLst>
            <pc:docMk/>
            <pc:sldMk cId="3427929576" sldId="902"/>
            <ac:spMk id="50" creationId="{C1F0A221-96ED-45E7-B859-646BBC60627E}"/>
          </ac:spMkLst>
        </pc:spChg>
        <pc:spChg chg="add mod">
          <ac:chgData name="Al Friend" userId="e5ed79da-d858-46d4-9eed-a7a24903f2de" providerId="ADAL" clId="{7537B086-0992-4C5F-A071-F6F8659556F1}" dt="2026-01-23T12:23:28.113" v="1920" actId="1076"/>
          <ac:spMkLst>
            <pc:docMk/>
            <pc:sldMk cId="3427929576" sldId="902"/>
            <ac:spMk id="53" creationId="{92C33A5A-F732-4833-95E5-AEA73B84F742}"/>
          </ac:spMkLst>
        </pc:spChg>
        <pc:spChg chg="mod">
          <ac:chgData name="Al Friend" userId="e5ed79da-d858-46d4-9eed-a7a24903f2de" providerId="ADAL" clId="{7537B086-0992-4C5F-A071-F6F8659556F1}" dt="2026-01-23T11:55:34.072" v="1883" actId="13244"/>
          <ac:spMkLst>
            <pc:docMk/>
            <pc:sldMk cId="3427929576" sldId="902"/>
            <ac:spMk id="63" creationId="{1A04EDAE-5F98-49A8-AA3B-FEA2F8FF27D5}"/>
          </ac:spMkLst>
        </pc:spChg>
        <pc:spChg chg="mod">
          <ac:chgData name="Al Friend" userId="e5ed79da-d858-46d4-9eed-a7a24903f2de" providerId="ADAL" clId="{7537B086-0992-4C5F-A071-F6F8659556F1}" dt="2026-01-23T11:56:01.518" v="1885" actId="13244"/>
          <ac:spMkLst>
            <pc:docMk/>
            <pc:sldMk cId="3427929576" sldId="902"/>
            <ac:spMk id="75" creationId="{C0AD6763-50D9-4E2A-B402-55C2BB0C7BE6}"/>
          </ac:spMkLst>
        </pc:spChg>
        <pc:spChg chg="mod">
          <ac:chgData name="Al Friend" userId="e5ed79da-d858-46d4-9eed-a7a24903f2de" providerId="ADAL" clId="{7537B086-0992-4C5F-A071-F6F8659556F1}" dt="2026-01-23T11:56:17.066" v="1887" actId="13244"/>
          <ac:spMkLst>
            <pc:docMk/>
            <pc:sldMk cId="3427929576" sldId="902"/>
            <ac:spMk id="76" creationId="{6EEFB8EA-38EB-40F0-ACDB-32F4A15C8012}"/>
          </ac:spMkLst>
        </pc:spChg>
        <pc:graphicFrameChg chg="mod modGraphic">
          <ac:chgData name="Al Friend" userId="e5ed79da-d858-46d4-9eed-a7a24903f2de" providerId="ADAL" clId="{7537B086-0992-4C5F-A071-F6F8659556F1}" dt="2026-01-23T11:23:44.111" v="1757" actId="20577"/>
          <ac:graphicFrameMkLst>
            <pc:docMk/>
            <pc:sldMk cId="3427929576" sldId="902"/>
            <ac:graphicFrameMk id="2" creationId="{23E04685-FE2C-E794-0AD6-95692BED2BED}"/>
          </ac:graphicFrameMkLst>
        </pc:graphicFrameChg>
        <pc:graphicFrameChg chg="mod">
          <ac:chgData name="Al Friend" userId="e5ed79da-d858-46d4-9eed-a7a24903f2de" providerId="ADAL" clId="{7537B086-0992-4C5F-A071-F6F8659556F1}" dt="2026-01-23T11:59:51.551" v="1901" actId="13244"/>
          <ac:graphicFrameMkLst>
            <pc:docMk/>
            <pc:sldMk cId="3427929576" sldId="902"/>
            <ac:graphicFrameMk id="22" creationId="{F1277B78-8984-8B58-5C2E-EDE193CCEAA9}"/>
          </ac:graphicFrameMkLst>
        </pc:graphicFrameChg>
        <pc:graphicFrameChg chg="mod">
          <ac:chgData name="Al Friend" userId="e5ed79da-d858-46d4-9eed-a7a24903f2de" providerId="ADAL" clId="{7537B086-0992-4C5F-A071-F6F8659556F1}" dt="2026-01-23T11:48:59.289" v="1839" actId="962"/>
          <ac:graphicFrameMkLst>
            <pc:docMk/>
            <pc:sldMk cId="3427929576" sldId="902"/>
            <ac:graphicFrameMk id="23" creationId="{DA0004D0-54C5-7FE3-495E-2E40E17F56E7}"/>
          </ac:graphicFrameMkLst>
        </pc:graphicFrameChg>
        <pc:graphicFrameChg chg="add mod modGraphic">
          <ac:chgData name="Al Friend" userId="e5ed79da-d858-46d4-9eed-a7a24903f2de" providerId="ADAL" clId="{7537B086-0992-4C5F-A071-F6F8659556F1}" dt="2026-01-23T11:56:29.045" v="1889" actId="13244"/>
          <ac:graphicFrameMkLst>
            <pc:docMk/>
            <pc:sldMk cId="3427929576" sldId="902"/>
            <ac:graphicFrameMk id="34" creationId="{E0BBC3ED-5980-4555-A8A3-099E898A9ACE}"/>
          </ac:graphicFrameMkLst>
        </pc:graphicFrameChg>
        <pc:graphicFrameChg chg="mod modGraphic">
          <ac:chgData name="Al Friend" userId="e5ed79da-d858-46d4-9eed-a7a24903f2de" providerId="ADAL" clId="{7537B086-0992-4C5F-A071-F6F8659556F1}" dt="2026-01-23T11:55:30.728" v="1882" actId="13244"/>
          <ac:graphicFrameMkLst>
            <pc:docMk/>
            <pc:sldMk cId="3427929576" sldId="902"/>
            <ac:graphicFrameMk id="62" creationId="{2B9122F8-6167-4D85-A839-C4D5DBB12F55}"/>
          </ac:graphicFrameMkLst>
        </pc:graphicFrameChg>
        <pc:cxnChg chg="add mod">
          <ac:chgData name="Al Friend" userId="e5ed79da-d858-46d4-9eed-a7a24903f2de" providerId="ADAL" clId="{7537B086-0992-4C5F-A071-F6F8659556F1}" dt="2026-01-23T11:54:44.448" v="1874" actId="13244"/>
          <ac:cxnSpMkLst>
            <pc:docMk/>
            <pc:sldMk cId="3427929576" sldId="902"/>
            <ac:cxnSpMk id="51" creationId="{B2D81B2D-4987-42CA-8D6D-43906A2EC175}"/>
          </ac:cxnSpMkLst>
        </pc:cxnChg>
        <pc:cxnChg chg="add mod">
          <ac:chgData name="Al Friend" userId="e5ed79da-d858-46d4-9eed-a7a24903f2de" providerId="ADAL" clId="{7537B086-0992-4C5F-A071-F6F8659556F1}" dt="2026-01-23T11:54:11.560" v="1872" actId="13244"/>
          <ac:cxnSpMkLst>
            <pc:docMk/>
            <pc:sldMk cId="3427929576" sldId="902"/>
            <ac:cxnSpMk id="52" creationId="{9333E855-31ED-4E6B-82EC-DCA7F6CBC7F6}"/>
          </ac:cxnSpMkLst>
        </pc:cxnChg>
        <pc:cxnChg chg="mod">
          <ac:chgData name="Al Friend" userId="e5ed79da-d858-46d4-9eed-a7a24903f2de" providerId="ADAL" clId="{7537B086-0992-4C5F-A071-F6F8659556F1}" dt="2026-01-23T12:04:57.103" v="1914" actId="14100"/>
          <ac:cxnSpMkLst>
            <pc:docMk/>
            <pc:sldMk cId="3427929576" sldId="902"/>
            <ac:cxnSpMk id="71" creationId="{5EFE38C2-8439-4C5F-9F74-44013184CA32}"/>
          </ac:cxnSpMkLst>
        </pc:cxnChg>
        <pc:cxnChg chg="mod">
          <ac:chgData name="Al Friend" userId="e5ed79da-d858-46d4-9eed-a7a24903f2de" providerId="ADAL" clId="{7537B086-0992-4C5F-A071-F6F8659556F1}" dt="2026-01-23T11:56:07.144" v="1886" actId="13244"/>
          <ac:cxnSpMkLst>
            <pc:docMk/>
            <pc:sldMk cId="3427929576" sldId="902"/>
            <ac:cxnSpMk id="72" creationId="{CB1B2BAC-3D1A-47A0-875C-8C332C63A9A8}"/>
          </ac:cxnSpMkLst>
        </pc:cxnChg>
      </pc:sldChg>
      <pc:sldChg chg="delSp modSp add modTransition modAnim modNotesTx">
        <pc:chgData name="Al Friend" userId="e5ed79da-d858-46d4-9eed-a7a24903f2de" providerId="ADAL" clId="{7537B086-0992-4C5F-A071-F6F8659556F1}" dt="2026-01-26T15:02:55.538" v="1980" actId="20577"/>
        <pc:sldMkLst>
          <pc:docMk/>
          <pc:sldMk cId="2447293254" sldId="905"/>
        </pc:sldMkLst>
        <pc:spChg chg="mod">
          <ac:chgData name="Al Friend" userId="e5ed79da-d858-46d4-9eed-a7a24903f2de" providerId="ADAL" clId="{7537B086-0992-4C5F-A071-F6F8659556F1}" dt="2026-01-26T15:02:55.538" v="1980" actId="20577"/>
          <ac:spMkLst>
            <pc:docMk/>
            <pc:sldMk cId="2447293254" sldId="905"/>
            <ac:spMk id="19" creationId="{9AB8BED7-3D03-6733-7EEB-905B6A695BC7}"/>
          </ac:spMkLst>
        </pc:spChg>
        <pc:cxnChg chg="mod">
          <ac:chgData name="Al Friend" userId="e5ed79da-d858-46d4-9eed-a7a24903f2de" providerId="ADAL" clId="{7537B086-0992-4C5F-A071-F6F8659556F1}" dt="2026-01-23T12:51:15.790" v="1949" actId="478"/>
          <ac:cxnSpMkLst>
            <pc:docMk/>
            <pc:sldMk cId="2447293254" sldId="905"/>
            <ac:cxnSpMk id="51" creationId="{B2D81B2D-4987-42CA-8D6D-43906A2EC175}"/>
          </ac:cxnSpMkLst>
        </pc:cxnChg>
        <pc:cxnChg chg="mod">
          <ac:chgData name="Al Friend" userId="e5ed79da-d858-46d4-9eed-a7a24903f2de" providerId="ADAL" clId="{7537B086-0992-4C5F-A071-F6F8659556F1}" dt="2026-01-23T12:51:15.790" v="1949" actId="478"/>
          <ac:cxnSpMkLst>
            <pc:docMk/>
            <pc:sldMk cId="2447293254" sldId="905"/>
            <ac:cxnSpMk id="52" creationId="{9333E855-31ED-4E6B-82EC-DCA7F6CBC7F6}"/>
          </ac:cxnSpMkLst>
        </pc:cxnChg>
        <pc:cxnChg chg="mod">
          <ac:chgData name="Al Friend" userId="e5ed79da-d858-46d4-9eed-a7a24903f2de" providerId="ADAL" clId="{7537B086-0992-4C5F-A071-F6F8659556F1}" dt="2026-01-23T12:51:13.165" v="1947" actId="478"/>
          <ac:cxnSpMkLst>
            <pc:docMk/>
            <pc:sldMk cId="2447293254" sldId="905"/>
            <ac:cxnSpMk id="71" creationId="{5EFE38C2-8439-4C5F-9F74-44013184CA32}"/>
          </ac:cxnSpMkLst>
        </pc:cxnChg>
        <pc:cxnChg chg="mod">
          <ac:chgData name="Al Friend" userId="e5ed79da-d858-46d4-9eed-a7a24903f2de" providerId="ADAL" clId="{7537B086-0992-4C5F-A071-F6F8659556F1}" dt="2026-01-23T12:51:13.165" v="1947" actId="478"/>
          <ac:cxnSpMkLst>
            <pc:docMk/>
            <pc:sldMk cId="2447293254" sldId="905"/>
            <ac:cxnSpMk id="72" creationId="{CB1B2BAC-3D1A-47A0-875C-8C332C63A9A8}"/>
          </ac:cxnSpMkLst>
        </pc:cxnChg>
      </pc:sldChg>
      <pc:sldChg chg="addSp delSp modSp modAnim">
        <pc:chgData name="Al Friend" userId="e5ed79da-d858-46d4-9eed-a7a24903f2de" providerId="ADAL" clId="{7537B086-0992-4C5F-A071-F6F8659556F1}" dt="2026-02-05T09:16:01.147" v="2762" actId="20577"/>
        <pc:sldMkLst>
          <pc:docMk/>
          <pc:sldMk cId="3421085211" sldId="909"/>
        </pc:sldMkLst>
        <pc:spChg chg="mod">
          <ac:chgData name="Al Friend" userId="e5ed79da-d858-46d4-9eed-a7a24903f2de" providerId="ADAL" clId="{7537B086-0992-4C5F-A071-F6F8659556F1}" dt="2026-02-05T09:16:01.147" v="2762" actId="20577"/>
          <ac:spMkLst>
            <pc:docMk/>
            <pc:sldMk cId="3421085211" sldId="909"/>
            <ac:spMk id="4" creationId="{34C665E2-9D1A-B958-6DD2-7F3DD5C473A6}"/>
          </ac:spMkLst>
        </pc:spChg>
        <pc:spChg chg="add mod">
          <ac:chgData name="Al Friend" userId="e5ed79da-d858-46d4-9eed-a7a24903f2de" providerId="ADAL" clId="{7537B086-0992-4C5F-A071-F6F8659556F1}" dt="2026-02-05T09:15:49.841" v="2757" actId="12788"/>
          <ac:spMkLst>
            <pc:docMk/>
            <pc:sldMk cId="3421085211" sldId="909"/>
            <ac:spMk id="5" creationId="{E1FECD34-CF1B-4B92-8A2C-67AF04EDB2E8}"/>
          </ac:spMkLst>
        </pc:spChg>
        <pc:spChg chg="mod">
          <ac:chgData name="Al Friend" userId="e5ed79da-d858-46d4-9eed-a7a24903f2de" providerId="ADAL" clId="{7537B086-0992-4C5F-A071-F6F8659556F1}" dt="2026-02-05T09:12:40.555" v="2696" actId="20577"/>
          <ac:spMkLst>
            <pc:docMk/>
            <pc:sldMk cId="3421085211" sldId="909"/>
            <ac:spMk id="23" creationId="{BE12CF5F-1BE6-861F-88CA-3629610ACDEE}"/>
          </ac:spMkLst>
        </pc:spChg>
        <pc:graphicFrameChg chg="modGraphic">
          <ac:chgData name="Al Friend" userId="e5ed79da-d858-46d4-9eed-a7a24903f2de" providerId="ADAL" clId="{7537B086-0992-4C5F-A071-F6F8659556F1}" dt="2026-02-05T08:52:55.834" v="2561" actId="207"/>
          <ac:graphicFrameMkLst>
            <pc:docMk/>
            <pc:sldMk cId="3421085211" sldId="909"/>
            <ac:graphicFrameMk id="8" creationId="{B0C2A4DE-D301-E7BF-3F87-C1DA54AF1A30}"/>
          </ac:graphicFrameMkLst>
        </pc:graphicFrameChg>
      </pc:sldChg>
      <pc:sldChg chg="modSp">
        <pc:chgData name="Al Friend" userId="e5ed79da-d858-46d4-9eed-a7a24903f2de" providerId="ADAL" clId="{7537B086-0992-4C5F-A071-F6F8659556F1}" dt="2026-02-05T09:16:07.617" v="2767" actId="20577"/>
        <pc:sldMkLst>
          <pc:docMk/>
          <pc:sldMk cId="2279857909" sldId="910"/>
        </pc:sldMkLst>
        <pc:spChg chg="mod">
          <ac:chgData name="Al Friend" userId="e5ed79da-d858-46d4-9eed-a7a24903f2de" providerId="ADAL" clId="{7537B086-0992-4C5F-A071-F6F8659556F1}" dt="2026-02-05T09:16:07.617" v="2767" actId="20577"/>
          <ac:spMkLst>
            <pc:docMk/>
            <pc:sldMk cId="2279857909" sldId="910"/>
            <ac:spMk id="4" creationId="{9647C95C-2047-B2FA-D767-732CBEE6A83F}"/>
          </ac:spMkLst>
        </pc:spChg>
        <pc:graphicFrameChg chg="modGraphic">
          <ac:chgData name="Al Friend" userId="e5ed79da-d858-46d4-9eed-a7a24903f2de" providerId="ADAL" clId="{7537B086-0992-4C5F-A071-F6F8659556F1}" dt="2026-02-05T08:53:03.797" v="2562" actId="207"/>
          <ac:graphicFrameMkLst>
            <pc:docMk/>
            <pc:sldMk cId="2279857909" sldId="910"/>
            <ac:graphicFrameMk id="8" creationId="{48F31396-050C-5190-1FBB-002FEAD892F5}"/>
          </ac:graphicFrameMkLst>
        </pc:graphicFrameChg>
      </pc:sldChg>
      <pc:sldChg chg="modSp">
        <pc:chgData name="Al Friend" userId="e5ed79da-d858-46d4-9eed-a7a24903f2de" providerId="ADAL" clId="{7537B086-0992-4C5F-A071-F6F8659556F1}" dt="2026-02-05T09:16:13.742" v="2772" actId="20577"/>
        <pc:sldMkLst>
          <pc:docMk/>
          <pc:sldMk cId="1018795189" sldId="911"/>
        </pc:sldMkLst>
        <pc:spChg chg="mod">
          <ac:chgData name="Al Friend" userId="e5ed79da-d858-46d4-9eed-a7a24903f2de" providerId="ADAL" clId="{7537B086-0992-4C5F-A071-F6F8659556F1}" dt="2026-02-05T09:16:13.742" v="2772" actId="20577"/>
          <ac:spMkLst>
            <pc:docMk/>
            <pc:sldMk cId="1018795189" sldId="911"/>
            <ac:spMk id="4" creationId="{243FE3B5-CCED-531B-9D75-74B02F9FCCD3}"/>
          </ac:spMkLst>
        </pc:spChg>
        <pc:spChg chg="mod">
          <ac:chgData name="Al Friend" userId="e5ed79da-d858-46d4-9eed-a7a24903f2de" providerId="ADAL" clId="{7537B086-0992-4C5F-A071-F6F8659556F1}" dt="2026-02-05T09:12:05.134" v="2681" actId="120"/>
          <ac:spMkLst>
            <pc:docMk/>
            <pc:sldMk cId="1018795189" sldId="911"/>
            <ac:spMk id="5" creationId="{30982C2F-1B07-2C27-F182-8D5B538204D3}"/>
          </ac:spMkLst>
        </pc:spChg>
        <pc:spChg chg="mod">
          <ac:chgData name="Al Friend" userId="e5ed79da-d858-46d4-9eed-a7a24903f2de" providerId="ADAL" clId="{7537B086-0992-4C5F-A071-F6F8659556F1}" dt="2026-02-05T09:12:02.473" v="2680" actId="120"/>
          <ac:spMkLst>
            <pc:docMk/>
            <pc:sldMk cId="1018795189" sldId="911"/>
            <ac:spMk id="23" creationId="{15E655EB-CF46-A8D3-7818-966EECB3F463}"/>
          </ac:spMkLst>
        </pc:spChg>
      </pc:sldChg>
      <pc:sldChg chg="modSp">
        <pc:chgData name="Al Friend" userId="e5ed79da-d858-46d4-9eed-a7a24903f2de" providerId="ADAL" clId="{7537B086-0992-4C5F-A071-F6F8659556F1}" dt="2026-02-05T09:16:21.661" v="2777" actId="20577"/>
        <pc:sldMkLst>
          <pc:docMk/>
          <pc:sldMk cId="2380365815" sldId="912"/>
        </pc:sldMkLst>
        <pc:spChg chg="mod">
          <ac:chgData name="Al Friend" userId="e5ed79da-d858-46d4-9eed-a7a24903f2de" providerId="ADAL" clId="{7537B086-0992-4C5F-A071-F6F8659556F1}" dt="2026-02-05T09:16:21.661" v="2777" actId="20577"/>
          <ac:spMkLst>
            <pc:docMk/>
            <pc:sldMk cId="2380365815" sldId="912"/>
            <ac:spMk id="4" creationId="{D0120949-EFD5-8A0F-E12D-5450647EB0E5}"/>
          </ac:spMkLst>
        </pc:spChg>
      </pc:sldChg>
      <pc:sldChg chg="delSp modSp add modTransition delAnim modNotesTx">
        <pc:chgData name="Al Friend" userId="e5ed79da-d858-46d4-9eed-a7a24903f2de" providerId="ADAL" clId="{7537B086-0992-4C5F-A071-F6F8659556F1}" dt="2026-02-09T15:14:48.249" v="2983" actId="1036"/>
        <pc:sldMkLst>
          <pc:docMk/>
          <pc:sldMk cId="1579592882" sldId="914"/>
        </pc:sldMkLst>
        <pc:spChg chg="mod">
          <ac:chgData name="Al Friend" userId="e5ed79da-d858-46d4-9eed-a7a24903f2de" providerId="ADAL" clId="{7537B086-0992-4C5F-A071-F6F8659556F1}" dt="2026-02-09T11:41:14.695" v="2967" actId="20577"/>
          <ac:spMkLst>
            <pc:docMk/>
            <pc:sldMk cId="1579592882" sldId="914"/>
            <ac:spMk id="19" creationId="{39027E70-266E-C921-B96A-180149336170}"/>
          </ac:spMkLst>
        </pc:spChg>
        <pc:spChg chg="mod">
          <ac:chgData name="Al Friend" userId="e5ed79da-d858-46d4-9eed-a7a24903f2de" providerId="ADAL" clId="{7537B086-0992-4C5F-A071-F6F8659556F1}" dt="2026-02-09T15:14:48.249" v="2983" actId="1036"/>
          <ac:spMkLst>
            <pc:docMk/>
            <pc:sldMk cId="1579592882" sldId="914"/>
            <ac:spMk id="29" creationId="{9CFD6623-90F9-8CA0-585A-959ADF79ADE1}"/>
          </ac:spMkLst>
        </pc:spChg>
        <pc:spChg chg="mod">
          <ac:chgData name="Al Friend" userId="e5ed79da-d858-46d4-9eed-a7a24903f2de" providerId="ADAL" clId="{7537B086-0992-4C5F-A071-F6F8659556F1}" dt="2026-02-09T15:14:48.249" v="2983" actId="1036"/>
          <ac:spMkLst>
            <pc:docMk/>
            <pc:sldMk cId="1579592882" sldId="914"/>
            <ac:spMk id="30" creationId="{F8908677-B9D0-5945-93E8-1112E85882A9}"/>
          </ac:spMkLst>
        </pc:spChg>
        <pc:graphicFrameChg chg="mod">
          <ac:chgData name="Al Friend" userId="e5ed79da-d858-46d4-9eed-a7a24903f2de" providerId="ADAL" clId="{7537B086-0992-4C5F-A071-F6F8659556F1}" dt="2026-02-09T15:14:20.989" v="2976" actId="1036"/>
          <ac:graphicFrameMkLst>
            <pc:docMk/>
            <pc:sldMk cId="1579592882" sldId="914"/>
            <ac:graphicFrameMk id="23" creationId="{57FE39BF-DC05-E516-87E6-26364C7BBE24}"/>
          </ac:graphicFrameMkLst>
        </pc:graphicFrameChg>
        <pc:cxnChg chg="mod">
          <ac:chgData name="Al Friend" userId="e5ed79da-d858-46d4-9eed-a7a24903f2de" providerId="ADAL" clId="{7537B086-0992-4C5F-A071-F6F8659556F1}" dt="2026-02-09T15:14:48.249" v="2983" actId="1036"/>
          <ac:cxnSpMkLst>
            <pc:docMk/>
            <pc:sldMk cId="1579592882" sldId="914"/>
            <ac:cxnSpMk id="5" creationId="{74743580-1BBD-44D1-9B4B-3FCD69A573CA}"/>
          </ac:cxnSpMkLst>
        </pc:cxnChg>
        <pc:cxnChg chg="mod">
          <ac:chgData name="Al Friend" userId="e5ed79da-d858-46d4-9eed-a7a24903f2de" providerId="ADAL" clId="{7537B086-0992-4C5F-A071-F6F8659556F1}" dt="2026-02-09T15:14:48.249" v="2983" actId="1036"/>
          <ac:cxnSpMkLst>
            <pc:docMk/>
            <pc:sldMk cId="1579592882" sldId="914"/>
            <ac:cxnSpMk id="9" creationId="{4A59694F-BFA9-47E0-AA51-53E4E5936D1D}"/>
          </ac:cxnSpMkLst>
        </pc:cxnChg>
      </pc:sldChg>
      <pc:sldChg chg="delSp modSp add modTransition delAnim">
        <pc:chgData name="Al Friend" userId="e5ed79da-d858-46d4-9eed-a7a24903f2de" providerId="ADAL" clId="{7537B086-0992-4C5F-A071-F6F8659556F1}" dt="2026-02-09T15:15:01.319" v="2985" actId="1036"/>
        <pc:sldMkLst>
          <pc:docMk/>
          <pc:sldMk cId="563418096" sldId="915"/>
        </pc:sldMkLst>
        <pc:spChg chg="mod">
          <ac:chgData name="Al Friend" userId="e5ed79da-d858-46d4-9eed-a7a24903f2de" providerId="ADAL" clId="{7537B086-0992-4C5F-A071-F6F8659556F1}" dt="2026-02-09T11:40:30.227" v="2954" actId="20577"/>
          <ac:spMkLst>
            <pc:docMk/>
            <pc:sldMk cId="563418096" sldId="915"/>
            <ac:spMk id="19" creationId="{39027E70-266E-C921-B96A-180149336170}"/>
          </ac:spMkLst>
        </pc:spChg>
        <pc:spChg chg="mod">
          <ac:chgData name="Al Friend" userId="e5ed79da-d858-46d4-9eed-a7a24903f2de" providerId="ADAL" clId="{7537B086-0992-4C5F-A071-F6F8659556F1}" dt="2026-02-09T15:15:01.319" v="2985" actId="1036"/>
          <ac:spMkLst>
            <pc:docMk/>
            <pc:sldMk cId="563418096" sldId="915"/>
            <ac:spMk id="29" creationId="{9CFD6623-90F9-8CA0-585A-959ADF79ADE1}"/>
          </ac:spMkLst>
        </pc:spChg>
        <pc:spChg chg="mod">
          <ac:chgData name="Al Friend" userId="e5ed79da-d858-46d4-9eed-a7a24903f2de" providerId="ADAL" clId="{7537B086-0992-4C5F-A071-F6F8659556F1}" dt="2026-02-09T15:15:01.319" v="2985" actId="1036"/>
          <ac:spMkLst>
            <pc:docMk/>
            <pc:sldMk cId="563418096" sldId="915"/>
            <ac:spMk id="30" creationId="{F8908677-B9D0-5945-93E8-1112E85882A9}"/>
          </ac:spMkLst>
        </pc:spChg>
        <pc:cxnChg chg="mod">
          <ac:chgData name="Al Friend" userId="e5ed79da-d858-46d4-9eed-a7a24903f2de" providerId="ADAL" clId="{7537B086-0992-4C5F-A071-F6F8659556F1}" dt="2026-02-09T11:40:35.886" v="2956" actId="478"/>
          <ac:cxnSpMkLst>
            <pc:docMk/>
            <pc:sldMk cId="563418096" sldId="915"/>
            <ac:cxnSpMk id="5" creationId="{74743580-1BBD-44D1-9B4B-3FCD69A573CA}"/>
          </ac:cxnSpMkLst>
        </pc:cxnChg>
        <pc:cxnChg chg="mod">
          <ac:chgData name="Al Friend" userId="e5ed79da-d858-46d4-9eed-a7a24903f2de" providerId="ADAL" clId="{7537B086-0992-4C5F-A071-F6F8659556F1}" dt="2026-02-09T11:40:35.886" v="2956" actId="478"/>
          <ac:cxnSpMkLst>
            <pc:docMk/>
            <pc:sldMk cId="563418096" sldId="915"/>
            <ac:cxnSpMk id="9" creationId="{4A59694F-BFA9-47E0-AA51-53E4E5936D1D}"/>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12/02/2026</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3525671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4813521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5028360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a:t>
            </a:r>
            <a:r>
              <a:rPr lang="en-GB" b="1" dirty="0"/>
              <a:t>S</a:t>
            </a:r>
            <a:r>
              <a:rPr lang="en-GB" dirty="0"/>
              <a:t>tructured </a:t>
            </a:r>
            <a:r>
              <a:rPr lang="en-GB" b="1" dirty="0"/>
              <a:t>E</a:t>
            </a:r>
            <a:r>
              <a:rPr lang="en-GB" dirty="0"/>
              <a:t>nglish </a:t>
            </a:r>
            <a:r>
              <a:rPr lang="en-GB" b="1" dirty="0" err="1"/>
              <a:t>QUE</a:t>
            </a:r>
            <a:r>
              <a:rPr lang="en-GB" dirty="0" err="1"/>
              <a:t>ry</a:t>
            </a:r>
            <a:r>
              <a:rPr lang="en-GB" dirty="0"/>
              <a:t> </a:t>
            </a:r>
            <a:r>
              <a:rPr lang="en-GB" b="1" dirty="0"/>
              <a:t>L</a:t>
            </a:r>
            <a:r>
              <a:rPr lang="en-GB" dirty="0"/>
              <a:t>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275422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5459740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7613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93756496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360730379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41013817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64</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300571302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17545081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32915533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61218152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Ordering: think aliases (H CS)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33228452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37984550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C6FE0-5748-607A-1B52-B9A378F730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D7C97C-CBA2-0D3E-98D4-6E3FEBA105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6C1993-24D6-BD2B-0DAF-FEB95D47361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941DAA-B5A6-53F7-DDD5-7D99EE54E1EA}"/>
              </a:ext>
            </a:extLst>
          </p:cNvPr>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618362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6CE351-2F36-9C35-5B41-1A945A97CD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7006A-0C2A-CA51-AE84-0E485A2364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41FB6F-BACA-75DC-47EE-66B22C16569C}"/>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0DD6F86-915B-E643-0BD6-D3AB525951A9}"/>
              </a:ext>
            </a:extLst>
          </p:cNvPr>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44842876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9E436-3141-903C-3CEA-1E4013DEEF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76B65-54E7-94F5-CC3A-63B4E93E79B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56319A-E249-2607-C078-E8010B224FE1}"/>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982340D0-D111-24D8-5C16-3F4C58CFEF49}"/>
              </a:ext>
            </a:extLst>
          </p:cNvPr>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3049270848"/>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644E0-CE40-9277-5479-D72EB7DAE9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A96A87-4E9B-0C7B-11A8-8765111E82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2801B-69F5-971F-D773-FBF5E6BDA73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8246519-F14F-A133-6F98-17128F9EF71A}"/>
              </a:ext>
            </a:extLst>
          </p:cNvPr>
          <p:cNvSpPr>
            <a:spLocks noGrp="1"/>
          </p:cNvSpPr>
          <p:nvPr>
            <p:ph type="sldNum" sz="quarter" idx="5"/>
          </p:nvPr>
        </p:nvSpPr>
        <p:spPr/>
        <p:txBody>
          <a:bodyPr/>
          <a:lstStyle/>
          <a:p>
            <a:fld id="{B71FE5B5-A979-4370-A255-218EAB36A5F4}" type="slidenum">
              <a:rPr lang="en-GB" smtClean="0"/>
              <a:t>81</a:t>
            </a:fld>
            <a:endParaRPr lang="en-GB"/>
          </a:p>
        </p:txBody>
      </p:sp>
    </p:spTree>
    <p:extLst>
      <p:ext uri="{BB962C8B-B14F-4D97-AF65-F5344CB8AC3E}">
        <p14:creationId xmlns:p14="http://schemas.microsoft.com/office/powerpoint/2010/main" val="50647855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441E-618D-2147-406E-5780260751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D2D99-14E1-4345-2165-47B4F9180D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2CF8D8-0A7D-B877-99BE-A9219CBDE748}"/>
              </a:ext>
            </a:extLst>
          </p:cNvPr>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a:extLst>
              <a:ext uri="{FF2B5EF4-FFF2-40B4-BE49-F238E27FC236}">
                <a16:creationId xmlns:a16="http://schemas.microsoft.com/office/drawing/2014/main" id="{3BA3EE15-1494-7096-58BA-0135E56F523D}"/>
              </a:ext>
            </a:extLst>
          </p:cNvPr>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299430911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285566244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18518246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99</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105</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107</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108</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118</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151</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159</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193</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197</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200</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201</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225</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251</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252</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253</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254</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255</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256</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257</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258</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259</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260</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261</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262</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263</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264</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GB" dirty="0"/>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normAutofit/>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endParaRPr lang="en-GB" dirty="0"/>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normAutofit/>
          </a:bodyPr>
          <a:lstStyle>
            <a:lvl1pPr>
              <a:lnSpc>
                <a:spcPct val="120000"/>
              </a:lnSpc>
              <a:spcBef>
                <a:spcPts val="0"/>
              </a:spcBef>
              <a:defRPr sz="3200"/>
            </a:lvl1pPr>
            <a:lvl2pPr>
              <a:lnSpc>
                <a:spcPct val="120000"/>
              </a:lnSpc>
              <a:spcBef>
                <a:spcPts val="0"/>
              </a:spcBef>
              <a:defRPr sz="2800"/>
            </a:lvl2pPr>
            <a:lvl3pPr>
              <a:lnSpc>
                <a:spcPct val="120000"/>
              </a:lnSpc>
              <a:spcBef>
                <a:spcPts val="0"/>
              </a:spcBef>
              <a:defRPr sz="2400"/>
            </a:lvl3pPr>
            <a:lvl4pPr>
              <a:lnSpc>
                <a:spcPct val="120000"/>
              </a:lnSpc>
              <a:spcBef>
                <a:spcPts val="0"/>
              </a:spcBef>
              <a:defRPr sz="2000"/>
            </a:lvl4pPr>
            <a:lvl5pPr>
              <a:lnSpc>
                <a:spcPct val="120000"/>
              </a:lnSpc>
              <a:spcBef>
                <a:spcPts val="0"/>
              </a:spcBef>
              <a:defRPr sz="2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normAutofit/>
          </a:bodyPr>
          <a:lstStyle>
            <a:lvl1pPr marL="0" indent="0">
              <a:buNone/>
              <a:defRPr sz="32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12/02/2026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12/02/2026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notesSlide" Target="../notesSlides/notesSlide5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64.xml.rels><?xml version="1.0" encoding="UTF-8" standalone="yes"?>
<Relationships xmlns="http://schemas.openxmlformats.org/package/2006/relationships"><Relationship Id="rId3" Type="http://schemas.openxmlformats.org/officeDocument/2006/relationships/notesSlide" Target="../notesSlides/notesSlide53.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65.xml.rels><?xml version="1.0" encoding="UTF-8" standalone="yes"?>
<Relationships xmlns="http://schemas.openxmlformats.org/package/2006/relationships"><Relationship Id="rId3" Type="http://schemas.openxmlformats.org/officeDocument/2006/relationships/notesSlide" Target="../notesSlides/notesSlide54.xml"/><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6.xml.rels><?xml version="1.0" encoding="UTF-8" standalone="yes"?>
<Relationships xmlns="http://schemas.openxmlformats.org/package/2006/relationships"><Relationship Id="rId3" Type="http://schemas.openxmlformats.org/officeDocument/2006/relationships/notesSlide" Target="../notesSlides/notesSlide55.xml"/><Relationship Id="rId2" Type="http://schemas.openxmlformats.org/officeDocument/2006/relationships/slideLayout" Target="../slideLayouts/slideLayout2.xml"/><Relationship Id="rId1" Type="http://schemas.openxmlformats.org/officeDocument/2006/relationships/themeOverride" Target="../theme/themeOverride4.xml"/></Relationships>
</file>

<file path=ppt/slides/_rels/slide67.xml.rels><?xml version="1.0" encoding="UTF-8" standalone="yes"?>
<Relationships xmlns="http://schemas.openxmlformats.org/package/2006/relationships"><Relationship Id="rId3" Type="http://schemas.openxmlformats.org/officeDocument/2006/relationships/notesSlide" Target="../notesSlides/notesSlide56.xml"/><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8.xml.rels><?xml version="1.0" encoding="UTF-8" standalone="yes"?>
<Relationships xmlns="http://schemas.openxmlformats.org/package/2006/relationships"><Relationship Id="rId3" Type="http://schemas.openxmlformats.org/officeDocument/2006/relationships/notesSlide" Target="../notesSlides/notesSlide57.xml"/><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0.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5.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6.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4.xml"/><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5.xml"/><Relationship Id="rId1" Type="http://schemas.openxmlformats.org/officeDocument/2006/relationships/slideLayout" Target="../slideLayouts/slideLayout5.xml"/></Relationships>
</file>

<file path=ppt/slides/_rels/slide260.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6.xml"/></Relationships>
</file>

<file path=ppt/slides/_rels/slide261.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6.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6.xml"/></Relationships>
</file>

<file path=ppt/slides/_rels/slide263.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normAutofit/>
          </a:bodyPr>
          <a:lstStyle/>
          <a:p>
            <a:r>
              <a:rPr lang="en-GB" sz="3200"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Able to search for information</a:t>
            </a:r>
          </a:p>
          <a:p>
            <a:r>
              <a:rPr lang="en-GB" dirty="0"/>
              <a:t>Computerised</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50451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324728"/>
            <a:ext cx="2839547" cy="889507"/>
          </a:xfrm>
          <a:prstGeom prst="callout2">
            <a:avLst>
              <a:gd name="adj1" fmla="val 52750"/>
              <a:gd name="adj2" fmla="val -2245"/>
              <a:gd name="adj3" fmla="val 53715"/>
              <a:gd name="adj4" fmla="val -18969"/>
              <a:gd name="adj5" fmla="val 53496"/>
              <a:gd name="adj6" fmla="val -32662"/>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a:p>
            <a:r>
              <a:rPr lang="en-GB" sz="2800" b="1" dirty="0">
                <a:solidFill>
                  <a:srgbClr val="7030A0"/>
                </a:solidFill>
              </a:rPr>
              <a:t>(multiple fields)</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955442" cy="584775"/>
          </a:xfrm>
          <a:prstGeom prst="rect">
            <a:avLst/>
          </a:prstGeom>
          <a:noFill/>
        </p:spPr>
        <p:txBody>
          <a:bodyPr wrap="none" rtlCol="0">
            <a:spAutoFit/>
          </a:bodyPr>
          <a:lstStyle/>
          <a:p>
            <a:r>
              <a:rPr lang="en-GB" sz="3200" b="1" dirty="0">
                <a:solidFill>
                  <a:srgbClr val="7030A0"/>
                </a:solidFill>
              </a:rPr>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barn(outVertical)">
                                      <p:cBhvr>
                                        <p:cTn id="17" dur="500"/>
                                        <p:tgtEl>
                                          <p:spTgt spid="7"/>
                                        </p:tgtEl>
                                      </p:cBhvr>
                                    </p:animEffect>
                                  </p:childTnLst>
                                </p:cTn>
                              </p:par>
                            </p:childTnLst>
                          </p:cTn>
                        </p:par>
                        <p:par>
                          <p:cTn id="18" fill="hold">
                            <p:stCondLst>
                              <p:cond delay="15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outVertical)">
                                      <p:cBhvr>
                                        <p:cTn id="26" dur="1500"/>
                                        <p:tgtEl>
                                          <p:spTgt spid="4"/>
                                        </p:tgtEl>
                                      </p:cBhvr>
                                    </p:animEffect>
                                  </p:childTnLst>
                                </p:cTn>
                              </p:par>
                            </p:childTnLst>
                          </p:cTn>
                        </p:par>
                        <p:par>
                          <p:cTn id="27" fill="hold">
                            <p:stCondLst>
                              <p:cond delay="1500"/>
                            </p:stCondLst>
                            <p:childTnLst>
                              <p:par>
                                <p:cTn id="28" presetID="10" presetClass="entr" presetSubtype="0" fill="hold" grpId="0" nodeType="after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274477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8039509" cy="584775"/>
          </a:xfrm>
          <a:prstGeom prst="rect">
            <a:avLst/>
          </a:prstGeom>
          <a:noFill/>
        </p:spPr>
        <p:txBody>
          <a:bodyPr wrap="none" rtlCol="0">
            <a:spAutoFit/>
          </a:bodyPr>
          <a:lstStyle/>
          <a:p>
            <a:r>
              <a:rPr lang="en-GB" sz="3200" b="1" dirty="0">
                <a:solidFill>
                  <a:srgbClr val="7030A0"/>
                </a:solidFill>
              </a:rPr>
              <a:t>Multiple tables – each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77866" cy="584775"/>
          </a:xfrm>
          <a:prstGeom prst="rect">
            <a:avLst/>
          </a:prstGeom>
          <a:noFill/>
        </p:spPr>
        <p:txBody>
          <a:bodyPr wrap="none" rtlCol="0">
            <a:spAutoFit/>
          </a:bodyPr>
          <a:lstStyle/>
          <a:p>
            <a:r>
              <a:rPr lang="en-GB" sz="3200" b="1"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b="1" dirty="0">
                <a:solidFill>
                  <a:srgbClr val="FF0000"/>
                </a:solidFill>
              </a:rPr>
              <a:t>"SEQUEL"</a:t>
            </a:r>
          </a:p>
        </p:txBody>
      </p:sp>
    </p:spTree>
    <p:extLst>
      <p:ext uri="{BB962C8B-B14F-4D97-AF65-F5344CB8AC3E}">
        <p14:creationId xmlns:p14="http://schemas.microsoft.com/office/powerpoint/2010/main" val="28860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p>
          <a:p>
            <a:r>
              <a:rPr lang="en-GB" sz="9600" b="1" dirty="0">
                <a:solidFill>
                  <a:srgbClr val="7030A0"/>
                </a:solidFill>
              </a:rPr>
              <a:t>Q</a:t>
            </a:r>
          </a:p>
          <a:p>
            <a:r>
              <a:rPr lang="en-GB" sz="9600" b="1" dirty="0">
                <a:solidFill>
                  <a:srgbClr val="7030A0"/>
                </a:solidFill>
              </a:rPr>
              <a:t>L</a:t>
            </a:r>
            <a:endParaRPr lang="en-GB" sz="9600" dirty="0"/>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Tree>
    <p:extLst>
      <p:ext uri="{BB962C8B-B14F-4D97-AF65-F5344CB8AC3E}">
        <p14:creationId xmlns:p14="http://schemas.microsoft.com/office/powerpoint/2010/main" val="16105653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DD032C-747B-43CF-884D-7ACD26C31B4A}"/>
              </a:ext>
            </a:extLst>
          </p:cNvPr>
          <p:cNvSpPr>
            <a:spLocks noGrp="1"/>
          </p:cNvSpPr>
          <p:nvPr>
            <p:ph type="title"/>
          </p:nvPr>
        </p:nvSpPr>
        <p:spPr/>
        <p:txBody>
          <a:bodyPr/>
          <a:lstStyle/>
          <a:p>
            <a:r>
              <a:rPr lang="en-GB" dirty="0"/>
              <a:t>DB Browser for SQLite</a:t>
            </a:r>
          </a:p>
        </p:txBody>
      </p:sp>
      <p:sp>
        <p:nvSpPr>
          <p:cNvPr id="3" name="Text Placeholder 2">
            <a:extLst>
              <a:ext uri="{FF2B5EF4-FFF2-40B4-BE49-F238E27FC236}">
                <a16:creationId xmlns:a16="http://schemas.microsoft.com/office/drawing/2014/main" id="{F6399757-F604-4277-99DE-AE75EE3A83E3}"/>
              </a:ext>
            </a:extLst>
          </p:cNvPr>
          <p:cNvSpPr>
            <a:spLocks noGrp="1"/>
          </p:cNvSpPr>
          <p:nvPr>
            <p:ph type="body" idx="1"/>
          </p:nvPr>
        </p:nvSpPr>
        <p:spPr/>
        <p:txBody>
          <a:bodyPr/>
          <a:lstStyle/>
          <a:p>
            <a:r>
              <a:rPr lang="en-GB" sz="3200" dirty="0"/>
              <a:t>Setup</a:t>
            </a:r>
            <a:endParaRPr lang="en-GB" dirty="0"/>
          </a:p>
        </p:txBody>
      </p:sp>
    </p:spTree>
    <p:extLst>
      <p:ext uri="{BB962C8B-B14F-4D97-AF65-F5344CB8AC3E}">
        <p14:creationId xmlns:p14="http://schemas.microsoft.com/office/powerpoint/2010/main" val="21207456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9EEEA1B-CA96-47AA-938A-E625989FE2B8}"/>
              </a:ext>
            </a:extLst>
          </p:cNvPr>
          <p:cNvPicPr>
            <a:picLocks noChangeAspect="1"/>
          </p:cNvPicPr>
          <p:nvPr/>
        </p:nvPicPr>
        <p:blipFill rotWithShape="1">
          <a:blip r:embed="rId2"/>
          <a:srcRect t="6736"/>
          <a:stretch/>
        </p:blipFill>
        <p:spPr>
          <a:xfrm>
            <a:off x="1177323" y="2877736"/>
            <a:ext cx="10176477" cy="2578688"/>
          </a:xfrm>
          <a:prstGeom prst="rect">
            <a:avLst/>
          </a:prstGeom>
        </p:spPr>
      </p:pic>
      <p:pic>
        <p:nvPicPr>
          <p:cNvPr id="6" name="Picture 5">
            <a:extLst>
              <a:ext uri="{FF2B5EF4-FFF2-40B4-BE49-F238E27FC236}">
                <a16:creationId xmlns:a16="http://schemas.microsoft.com/office/drawing/2014/main" id="{D1E8208F-9679-4FB9-BD07-D2EBB831BEFC}"/>
              </a:ext>
            </a:extLst>
          </p:cNvPr>
          <p:cNvPicPr>
            <a:picLocks noChangeAspect="1"/>
          </p:cNvPicPr>
          <p:nvPr/>
        </p:nvPicPr>
        <p:blipFill rotWithShape="1">
          <a:blip r:embed="rId3"/>
          <a:srcRect l="1111" t="10111" r="2993"/>
          <a:stretch/>
        </p:blipFill>
        <p:spPr>
          <a:xfrm>
            <a:off x="1037057" y="1666805"/>
            <a:ext cx="10626305" cy="4733995"/>
          </a:xfrm>
          <a:prstGeom prst="rect">
            <a:avLst/>
          </a:prstGeom>
        </p:spPr>
      </p:pic>
      <p:pic>
        <p:nvPicPr>
          <p:cNvPr id="5" name="Picture 4">
            <a:extLst>
              <a:ext uri="{FF2B5EF4-FFF2-40B4-BE49-F238E27FC236}">
                <a16:creationId xmlns:a16="http://schemas.microsoft.com/office/drawing/2014/main" id="{FD0C6429-8DF0-4AEF-A5E4-B8A8869104C9}"/>
              </a:ext>
            </a:extLst>
          </p:cNvPr>
          <p:cNvPicPr>
            <a:picLocks noChangeAspect="1"/>
          </p:cNvPicPr>
          <p:nvPr/>
        </p:nvPicPr>
        <p:blipFill rotWithShape="1">
          <a:blip r:embed="rId4"/>
          <a:srcRect l="1428" t="24539" r="1251"/>
          <a:stretch/>
        </p:blipFill>
        <p:spPr>
          <a:xfrm>
            <a:off x="1037057" y="1666805"/>
            <a:ext cx="10682469" cy="1620110"/>
          </a:xfrm>
          <a:prstGeom prst="rect">
            <a:avLst/>
          </a:prstGeom>
        </p:spPr>
      </p:pic>
      <p:pic>
        <p:nvPicPr>
          <p:cNvPr id="4" name="Picture 3">
            <a:extLst>
              <a:ext uri="{FF2B5EF4-FFF2-40B4-BE49-F238E27FC236}">
                <a16:creationId xmlns:a16="http://schemas.microsoft.com/office/drawing/2014/main" id="{431D348A-1E20-4DD1-9964-01135A5AF008}"/>
              </a:ext>
            </a:extLst>
          </p:cNvPr>
          <p:cNvPicPr>
            <a:picLocks noChangeAspect="1"/>
          </p:cNvPicPr>
          <p:nvPr/>
        </p:nvPicPr>
        <p:blipFill rotWithShape="1">
          <a:blip r:embed="rId5"/>
          <a:srcRect l="1596" t="15197"/>
          <a:stretch/>
        </p:blipFill>
        <p:spPr>
          <a:xfrm>
            <a:off x="1037057" y="1666805"/>
            <a:ext cx="10515600" cy="4553946"/>
          </a:xfrm>
          <a:prstGeom prst="rect">
            <a:avLst/>
          </a:prstGeom>
        </p:spPr>
      </p:pic>
      <p:pic>
        <p:nvPicPr>
          <p:cNvPr id="3" name="Picture 2">
            <a:extLst>
              <a:ext uri="{FF2B5EF4-FFF2-40B4-BE49-F238E27FC236}">
                <a16:creationId xmlns:a16="http://schemas.microsoft.com/office/drawing/2014/main" id="{6372C94C-F39C-4633-9690-936896E7997C}"/>
              </a:ext>
            </a:extLst>
          </p:cNvPr>
          <p:cNvPicPr>
            <a:picLocks noChangeAspect="1"/>
          </p:cNvPicPr>
          <p:nvPr/>
        </p:nvPicPr>
        <p:blipFill>
          <a:blip r:embed="rId6"/>
          <a:stretch>
            <a:fillRect/>
          </a:stretch>
        </p:blipFill>
        <p:spPr>
          <a:xfrm>
            <a:off x="1037057" y="1666805"/>
            <a:ext cx="6995773" cy="4820999"/>
          </a:xfrm>
          <a:prstGeom prst="rect">
            <a:avLst/>
          </a:prstGeom>
        </p:spPr>
      </p:pic>
      <p:sp>
        <p:nvSpPr>
          <p:cNvPr id="2" name="Title 1">
            <a:extLst>
              <a:ext uri="{FF2B5EF4-FFF2-40B4-BE49-F238E27FC236}">
                <a16:creationId xmlns:a16="http://schemas.microsoft.com/office/drawing/2014/main" id="{D049432C-9C31-40D9-8C26-6E288E61F0CD}"/>
              </a:ext>
            </a:extLst>
          </p:cNvPr>
          <p:cNvSpPr>
            <a:spLocks noGrp="1"/>
          </p:cNvSpPr>
          <p:nvPr>
            <p:ph type="title"/>
          </p:nvPr>
        </p:nvSpPr>
        <p:spPr/>
        <p:txBody>
          <a:bodyPr/>
          <a:lstStyle/>
          <a:p>
            <a:r>
              <a:rPr lang="en-GB" dirty="0"/>
              <a:t>Edit – Preferences</a:t>
            </a:r>
          </a:p>
        </p:txBody>
      </p:sp>
    </p:spTree>
    <p:extLst>
      <p:ext uri="{BB962C8B-B14F-4D97-AF65-F5344CB8AC3E}">
        <p14:creationId xmlns:p14="http://schemas.microsoft.com/office/powerpoint/2010/main" val="4100891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3"/>
                                        </p:tgtEl>
                                      </p:cBhvr>
                                    </p:animEffect>
                                    <p:set>
                                      <p:cBhvr>
                                        <p:cTn id="12" dur="1" fill="hold">
                                          <p:stCondLst>
                                            <p:cond delay="499"/>
                                          </p:stCondLst>
                                        </p:cTn>
                                        <p:tgtEl>
                                          <p:spTgt spid="3"/>
                                        </p:tgtEl>
                                        <p:attrNameLst>
                                          <p:attrName>style.visibility</p:attrName>
                                        </p:attrNameLst>
                                      </p:cBhvr>
                                      <p:to>
                                        <p:strVal val="hidden"/>
                                      </p:to>
                                    </p:se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xit" presetSubtype="0" fill="hold" nodeType="clickEffect">
                                  <p:stCondLst>
                                    <p:cond delay="0"/>
                                  </p:stCondLst>
                                  <p:childTnLst>
                                    <p:animEffect transition="out" filter="fade">
                                      <p:cBhvr>
                                        <p:cTn id="20" dur="500"/>
                                        <p:tgtEl>
                                          <p:spTgt spid="4"/>
                                        </p:tgtEl>
                                      </p:cBhvr>
                                    </p:animEffect>
                                    <p:set>
                                      <p:cBhvr>
                                        <p:cTn id="21" dur="1" fill="hold">
                                          <p:stCondLst>
                                            <p:cond delay="499"/>
                                          </p:stCondLst>
                                        </p:cTn>
                                        <p:tgtEl>
                                          <p:spTgt spid="4"/>
                                        </p:tgtEl>
                                        <p:attrNameLst>
                                          <p:attrName>style.visibility</p:attrName>
                                        </p:attrNameLst>
                                      </p:cBhvr>
                                      <p:to>
                                        <p:strVal val="hidden"/>
                                      </p:to>
                                    </p:set>
                                  </p:childTnLst>
                                </p:cTn>
                              </p:par>
                            </p:childTnLst>
                          </p:cTn>
                        </p:par>
                        <p:par>
                          <p:cTn id="22" fill="hold">
                            <p:stCondLst>
                              <p:cond delay="500"/>
                            </p:stCondLst>
                            <p:childTnLst>
                              <p:par>
                                <p:cTn id="23" presetID="10" presetClass="entr" presetSubtype="0"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fade">
                                      <p:cBhvr>
                                        <p:cTn id="25" dur="5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xit" presetSubtype="0" fill="hold" nodeType="clickEffect">
                                  <p:stCondLst>
                                    <p:cond delay="0"/>
                                  </p:stCondLst>
                                  <p:childTnLst>
                                    <p:animEffect transition="out" filter="fade">
                                      <p:cBhvr>
                                        <p:cTn id="29" dur="500"/>
                                        <p:tgtEl>
                                          <p:spTgt spid="5"/>
                                        </p:tgtEl>
                                      </p:cBhvr>
                                    </p:animEffect>
                                    <p:set>
                                      <p:cBhvr>
                                        <p:cTn id="30" dur="1" fill="hold">
                                          <p:stCondLst>
                                            <p:cond delay="499"/>
                                          </p:stCondLst>
                                        </p:cTn>
                                        <p:tgtEl>
                                          <p:spTgt spid="5"/>
                                        </p:tgtEl>
                                        <p:attrNameLst>
                                          <p:attrName>style.visibility</p:attrName>
                                        </p:attrNameLst>
                                      </p:cBhvr>
                                      <p:to>
                                        <p:strVal val="hidden"/>
                                      </p:to>
                                    </p:set>
                                  </p:childTnLst>
                                </p:cTn>
                              </p:par>
                            </p:childTnLst>
                          </p:cTn>
                        </p:par>
                        <p:par>
                          <p:cTn id="31" fill="hold">
                            <p:stCondLst>
                              <p:cond delay="500"/>
                            </p:stCondLst>
                            <p:childTnLst>
                              <p:par>
                                <p:cTn id="32" presetID="10" presetClass="entr" presetSubtype="0"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fade">
                                      <p:cBhvr>
                                        <p:cTn id="34" dur="5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nodeType="clickEffect">
                                  <p:stCondLst>
                                    <p:cond delay="0"/>
                                  </p:stCondLst>
                                  <p:childTnLst>
                                    <p:animEffect transition="out" filter="fade">
                                      <p:cBhvr>
                                        <p:cTn id="38" dur="500"/>
                                        <p:tgtEl>
                                          <p:spTgt spid="6"/>
                                        </p:tgtEl>
                                      </p:cBhvr>
                                    </p:animEffect>
                                    <p:set>
                                      <p:cBhvr>
                                        <p:cTn id="39" dur="1" fill="hold">
                                          <p:stCondLst>
                                            <p:cond delay="499"/>
                                          </p:stCondLst>
                                        </p:cTn>
                                        <p:tgtEl>
                                          <p:spTgt spid="6"/>
                                        </p:tgtEl>
                                        <p:attrNameLst>
                                          <p:attrName>style.visibility</p:attrName>
                                        </p:attrNameLst>
                                      </p:cBhvr>
                                      <p:to>
                                        <p:strVal val="hidden"/>
                                      </p:to>
                                    </p:set>
                                  </p:childTnLst>
                                </p:cTn>
                              </p:par>
                            </p:childTnLst>
                          </p:cTn>
                        </p:par>
                        <p:par>
                          <p:cTn id="40" fill="hold">
                            <p:stCondLst>
                              <p:cond delay="500"/>
                            </p:stCondLst>
                            <p:childTnLst>
                              <p:par>
                                <p:cTn id="41" presetID="10" presetClass="entr" presetSubtype="0"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fade">
                                      <p:cBhvr>
                                        <p:cTn id="4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E8C-E4DA-48E1-A57F-56A67EA6539B}"/>
              </a:ext>
            </a:extLst>
          </p:cNvPr>
          <p:cNvSpPr>
            <a:spLocks noGrp="1"/>
          </p:cNvSpPr>
          <p:nvPr>
            <p:ph type="title"/>
          </p:nvPr>
        </p:nvSpPr>
        <p:spPr/>
        <p:txBody>
          <a:bodyPr/>
          <a:lstStyle/>
          <a:p>
            <a:r>
              <a:rPr lang="en-GB" dirty="0"/>
              <a:t>View – Edit Pragmas</a:t>
            </a:r>
          </a:p>
        </p:txBody>
      </p:sp>
      <p:pic>
        <p:nvPicPr>
          <p:cNvPr id="3" name="Picture 2">
            <a:extLst>
              <a:ext uri="{FF2B5EF4-FFF2-40B4-BE49-F238E27FC236}">
                <a16:creationId xmlns:a16="http://schemas.microsoft.com/office/drawing/2014/main" id="{4999E231-EF80-4729-892E-1ED241F4B497}"/>
              </a:ext>
            </a:extLst>
          </p:cNvPr>
          <p:cNvPicPr>
            <a:picLocks noChangeAspect="1"/>
          </p:cNvPicPr>
          <p:nvPr/>
        </p:nvPicPr>
        <p:blipFill>
          <a:blip r:embed="rId2"/>
          <a:stretch>
            <a:fillRect/>
          </a:stretch>
        </p:blipFill>
        <p:spPr>
          <a:xfrm>
            <a:off x="838200" y="1690687"/>
            <a:ext cx="6152909" cy="4718041"/>
          </a:xfrm>
          <a:prstGeom prst="rect">
            <a:avLst/>
          </a:prstGeom>
        </p:spPr>
      </p:pic>
      <p:sp>
        <p:nvSpPr>
          <p:cNvPr id="4" name="TextBox 3">
            <a:extLst>
              <a:ext uri="{FF2B5EF4-FFF2-40B4-BE49-F238E27FC236}">
                <a16:creationId xmlns:a16="http://schemas.microsoft.com/office/drawing/2014/main" id="{9540C108-C9FE-42D7-BD6F-E1997C341839}"/>
              </a:ext>
            </a:extLst>
          </p:cNvPr>
          <p:cNvSpPr txBox="1"/>
          <p:nvPr/>
        </p:nvSpPr>
        <p:spPr>
          <a:xfrm>
            <a:off x="7450857" y="1904581"/>
            <a:ext cx="2609817" cy="1754326"/>
          </a:xfrm>
          <a:prstGeom prst="rect">
            <a:avLst/>
          </a:prstGeom>
          <a:noFill/>
        </p:spPr>
        <p:txBody>
          <a:bodyPr wrap="none" rtlCol="0">
            <a:spAutoFit/>
          </a:bodyPr>
          <a:lstStyle/>
          <a:p>
            <a:pPr algn="ctr"/>
            <a:r>
              <a:rPr lang="en-GB" sz="3600" dirty="0">
                <a:solidFill>
                  <a:srgbClr val="7030A0"/>
                </a:solidFill>
              </a:rPr>
              <a:t>Removes</a:t>
            </a:r>
          </a:p>
          <a:p>
            <a:pPr algn="ctr"/>
            <a:r>
              <a:rPr lang="en-GB" sz="3600" dirty="0">
                <a:solidFill>
                  <a:srgbClr val="7030A0"/>
                </a:solidFill>
              </a:rPr>
              <a:t>Edit Pragmas</a:t>
            </a:r>
          </a:p>
          <a:p>
            <a:pPr algn="ctr"/>
            <a:r>
              <a:rPr lang="en-GB" sz="3600" dirty="0">
                <a:solidFill>
                  <a:srgbClr val="7030A0"/>
                </a:solidFill>
              </a:rPr>
              <a:t>tab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002852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animEffect transition="in" filter="wipe(left)">
                                      <p:cBhvr>
                                        <p:cTn id="11" dur="1000"/>
                                        <p:tgtEl>
                                          <p:spTgt spid="4">
                                            <p:txEl>
                                              <p:pRg st="0" end="0"/>
                                            </p:txEl>
                                          </p:spTgt>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4">
                                            <p:txEl>
                                              <p:pRg st="1" end="1"/>
                                            </p:txEl>
                                          </p:spTgt>
                                        </p:tgtEl>
                                        <p:attrNameLst>
                                          <p:attrName>style.visibility</p:attrName>
                                        </p:attrNameLst>
                                      </p:cBhvr>
                                      <p:to>
                                        <p:strVal val="visible"/>
                                      </p:to>
                                    </p:set>
                                    <p:animEffect transition="in" filter="wipe(left)">
                                      <p:cBhvr>
                                        <p:cTn id="14" dur="1000"/>
                                        <p:tgtEl>
                                          <p:spTgt spid="4">
                                            <p:txEl>
                                              <p:pRg st="1" end="1"/>
                                            </p:txEl>
                                          </p:spTgt>
                                        </p:tgtEl>
                                      </p:cBhvr>
                                    </p:animEffect>
                                  </p:childTnLst>
                                </p:cTn>
                              </p:par>
                              <p:par>
                                <p:cTn id="15" presetID="22" presetClass="entr" presetSubtype="8" fill="hold" grpId="0" nodeType="with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000"/>
                                        <p:tgtEl>
                                          <p:spTgt spid="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169159"/>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lnSpcReduction="10000"/>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grpSp>
        <p:nvGrpSpPr>
          <p:cNvPr id="18" name="Group 17">
            <a:extLst>
              <a:ext uri="{FF2B5EF4-FFF2-40B4-BE49-F238E27FC236}">
                <a16:creationId xmlns:a16="http://schemas.microsoft.com/office/drawing/2014/main" id="{3BB9987A-6107-490D-B52C-8CAAA98CF371}"/>
              </a:ext>
            </a:extLst>
          </p:cNvPr>
          <p:cNvGrpSpPr/>
          <p:nvPr/>
        </p:nvGrpSpPr>
        <p:grpSpPr>
          <a:xfrm>
            <a:off x="2450463" y="5699466"/>
            <a:ext cx="1012982" cy="703220"/>
            <a:chOff x="8269088" y="2149231"/>
            <a:chExt cx="3751393" cy="703220"/>
          </a:xfrm>
        </p:grpSpPr>
        <p:cxnSp>
          <p:nvCxnSpPr>
            <p:cNvPr id="19" name="Straight Connector 18">
              <a:extLst>
                <a:ext uri="{FF2B5EF4-FFF2-40B4-BE49-F238E27FC236}">
                  <a16:creationId xmlns:a16="http://schemas.microsoft.com/office/drawing/2014/main" id="{9F5B8D5F-B809-4A3F-A063-6015E23E4D23}"/>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19E1B545-6597-47A7-9D08-ED8BCC6F27D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0A16EF2-6826-471D-B2CF-BB71EDA6BFB1}"/>
                </a:ext>
              </a:extLst>
            </p:cNvPr>
            <p:cNvSpPr txBox="1"/>
            <p:nvPr/>
          </p:nvSpPr>
          <p:spPr>
            <a:xfrm>
              <a:off x="8269088" y="2329231"/>
              <a:ext cx="3751389" cy="523220"/>
            </a:xfrm>
            <a:prstGeom prst="rect">
              <a:avLst/>
            </a:prstGeom>
            <a:noFill/>
          </p:spPr>
          <p:txBody>
            <a:bodyPr wrap="square" rtlCol="0">
              <a:spAutoFit/>
            </a:bodyPr>
            <a:lstStyle/>
            <a:p>
              <a:pPr algn="ctr"/>
              <a:r>
                <a:rPr lang="en-GB" sz="2800" b="1" dirty="0">
                  <a:solidFill>
                    <a:srgbClr val="7030A0"/>
                  </a:solidFill>
                </a:rPr>
                <a:t>Text</a:t>
              </a:r>
            </a:p>
          </p:txBody>
        </p:sp>
      </p:grpSp>
      <p:grpSp>
        <p:nvGrpSpPr>
          <p:cNvPr id="22" name="Group 21">
            <a:extLst>
              <a:ext uri="{FF2B5EF4-FFF2-40B4-BE49-F238E27FC236}">
                <a16:creationId xmlns:a16="http://schemas.microsoft.com/office/drawing/2014/main" id="{C7316428-005D-402D-8EEB-3402A215C071}"/>
              </a:ext>
            </a:extLst>
          </p:cNvPr>
          <p:cNvGrpSpPr/>
          <p:nvPr/>
        </p:nvGrpSpPr>
        <p:grpSpPr>
          <a:xfrm>
            <a:off x="4225835" y="5699466"/>
            <a:ext cx="1650670" cy="703220"/>
            <a:chOff x="7129853" y="2149231"/>
            <a:chExt cx="6112952" cy="703220"/>
          </a:xfrm>
        </p:grpSpPr>
        <p:cxnSp>
          <p:nvCxnSpPr>
            <p:cNvPr id="23" name="Straight Connector 22">
              <a:extLst>
                <a:ext uri="{FF2B5EF4-FFF2-40B4-BE49-F238E27FC236}">
                  <a16:creationId xmlns:a16="http://schemas.microsoft.com/office/drawing/2014/main" id="{3C5E83A0-6FED-47EE-9101-1780FD393035}"/>
                </a:ext>
              </a:extLst>
            </p:cNvPr>
            <p:cNvCxnSpPr>
              <a:cxnSpLocks/>
            </p:cNvCxnSpPr>
            <p:nvPr/>
          </p:nvCxnSpPr>
          <p:spPr>
            <a:xfrm>
              <a:off x="7129853" y="2149231"/>
              <a:ext cx="611295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EC6D469-0506-45A0-827C-A9B1181B6DD4}"/>
                </a:ext>
              </a:extLst>
            </p:cNvPr>
            <p:cNvCxnSpPr>
              <a:cxnSpLocks/>
            </p:cNvCxnSpPr>
            <p:nvPr/>
          </p:nvCxnSpPr>
          <p:spPr>
            <a:xfrm flipV="1">
              <a:off x="1018241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6B8F1B0E-5AD5-4146-85BD-47A29F3B0A53}"/>
                </a:ext>
              </a:extLst>
            </p:cNvPr>
            <p:cNvSpPr txBox="1"/>
            <p:nvPr/>
          </p:nvSpPr>
          <p:spPr>
            <a:xfrm>
              <a:off x="7129853" y="2329231"/>
              <a:ext cx="6112952" cy="523220"/>
            </a:xfrm>
            <a:prstGeom prst="rect">
              <a:avLst/>
            </a:prstGeom>
            <a:noFill/>
          </p:spPr>
          <p:txBody>
            <a:bodyPr wrap="square" rtlCol="0">
              <a:spAutoFit/>
            </a:bodyPr>
            <a:lstStyle/>
            <a:p>
              <a:pPr algn="ctr"/>
              <a:r>
                <a:rPr lang="en-GB" sz="2800" b="1" dirty="0">
                  <a:solidFill>
                    <a:srgbClr val="7030A0"/>
                  </a:solidFill>
                </a:rPr>
                <a:t>Number</a:t>
              </a:r>
            </a:p>
          </p:txBody>
        </p:sp>
      </p:grpSp>
      <p:grpSp>
        <p:nvGrpSpPr>
          <p:cNvPr id="26" name="Group 25">
            <a:extLst>
              <a:ext uri="{FF2B5EF4-FFF2-40B4-BE49-F238E27FC236}">
                <a16:creationId xmlns:a16="http://schemas.microsoft.com/office/drawing/2014/main" id="{19D75174-A5CA-4929-9FBC-0CB13DA416CB}"/>
              </a:ext>
            </a:extLst>
          </p:cNvPr>
          <p:cNvGrpSpPr/>
          <p:nvPr/>
        </p:nvGrpSpPr>
        <p:grpSpPr>
          <a:xfrm>
            <a:off x="6124400" y="5699466"/>
            <a:ext cx="1397827" cy="703220"/>
            <a:chOff x="7919317" y="2149231"/>
            <a:chExt cx="5176595" cy="703220"/>
          </a:xfrm>
        </p:grpSpPr>
        <p:cxnSp>
          <p:nvCxnSpPr>
            <p:cNvPr id="27" name="Straight Connector 26">
              <a:extLst>
                <a:ext uri="{FF2B5EF4-FFF2-40B4-BE49-F238E27FC236}">
                  <a16:creationId xmlns:a16="http://schemas.microsoft.com/office/drawing/2014/main" id="{F7CB9BEC-190A-4581-BCED-C1C666114E61}"/>
                </a:ext>
              </a:extLst>
            </p:cNvPr>
            <p:cNvCxnSpPr>
              <a:cxnSpLocks/>
            </p:cNvCxnSpPr>
            <p:nvPr/>
          </p:nvCxnSpPr>
          <p:spPr>
            <a:xfrm>
              <a:off x="7919317" y="2149231"/>
              <a:ext cx="517659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5AC3FF36-1D2A-41E1-B14C-C0507DF33682}"/>
                </a:ext>
              </a:extLst>
            </p:cNvPr>
            <p:cNvCxnSpPr>
              <a:cxnSpLocks/>
            </p:cNvCxnSpPr>
            <p:nvPr/>
          </p:nvCxnSpPr>
          <p:spPr>
            <a:xfrm flipV="1">
              <a:off x="10492825"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8FB1546-1B52-4F92-944F-FB89E2921207}"/>
                </a:ext>
              </a:extLst>
            </p:cNvPr>
            <p:cNvSpPr txBox="1"/>
            <p:nvPr/>
          </p:nvSpPr>
          <p:spPr>
            <a:xfrm>
              <a:off x="7919317" y="2329231"/>
              <a:ext cx="5176573" cy="523220"/>
            </a:xfrm>
            <a:prstGeom prst="rect">
              <a:avLst/>
            </a:prstGeom>
            <a:noFill/>
          </p:spPr>
          <p:txBody>
            <a:bodyPr wrap="square" rtlCol="0">
              <a:spAutoFit/>
            </a:bodyPr>
            <a:lstStyle/>
            <a:p>
              <a:pPr algn="ctr"/>
              <a:r>
                <a:rPr lang="en-GB" sz="2800" b="1" dirty="0">
                  <a:solidFill>
                    <a:srgbClr val="7030A0"/>
                  </a:solidFill>
                </a:rPr>
                <a:t>Date</a:t>
              </a:r>
            </a:p>
          </p:txBody>
        </p:sp>
      </p:grpSp>
      <p:grpSp>
        <p:nvGrpSpPr>
          <p:cNvPr id="32" name="Group 31">
            <a:extLst>
              <a:ext uri="{FF2B5EF4-FFF2-40B4-BE49-F238E27FC236}">
                <a16:creationId xmlns:a16="http://schemas.microsoft.com/office/drawing/2014/main" id="{E90030F4-B936-4A76-A772-450565C086DC}"/>
              </a:ext>
            </a:extLst>
          </p:cNvPr>
          <p:cNvGrpSpPr/>
          <p:nvPr/>
        </p:nvGrpSpPr>
        <p:grpSpPr>
          <a:xfrm>
            <a:off x="7831651" y="5699466"/>
            <a:ext cx="1086714" cy="703220"/>
            <a:chOff x="7919317" y="2149231"/>
            <a:chExt cx="4024445" cy="703220"/>
          </a:xfrm>
        </p:grpSpPr>
        <p:cxnSp>
          <p:nvCxnSpPr>
            <p:cNvPr id="33" name="Straight Connector 32">
              <a:extLst>
                <a:ext uri="{FF2B5EF4-FFF2-40B4-BE49-F238E27FC236}">
                  <a16:creationId xmlns:a16="http://schemas.microsoft.com/office/drawing/2014/main" id="{882D16C4-CB66-4DD9-8E2A-DB745713908F}"/>
                </a:ext>
              </a:extLst>
            </p:cNvPr>
            <p:cNvCxnSpPr>
              <a:cxnSpLocks/>
            </p:cNvCxnSpPr>
            <p:nvPr/>
          </p:nvCxnSpPr>
          <p:spPr>
            <a:xfrm>
              <a:off x="7919317" y="2149231"/>
              <a:ext cx="402444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B5631C90-EBAE-475E-93F4-AE9C811DBF4B}"/>
                </a:ext>
              </a:extLst>
            </p:cNvPr>
            <p:cNvCxnSpPr>
              <a:cxnSpLocks/>
              <a:stCxn id="35" idx="0"/>
            </p:cNvCxnSpPr>
            <p:nvPr/>
          </p:nvCxnSpPr>
          <p:spPr>
            <a:xfrm flipH="1" flipV="1">
              <a:off x="9931536" y="2149231"/>
              <a:ext cx="4"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0087746-F36A-4347-9616-5F4CCF533EDD}"/>
                </a:ext>
              </a:extLst>
            </p:cNvPr>
            <p:cNvSpPr txBox="1"/>
            <p:nvPr/>
          </p:nvSpPr>
          <p:spPr>
            <a:xfrm>
              <a:off x="7919317" y="2329231"/>
              <a:ext cx="4024445" cy="523220"/>
            </a:xfrm>
            <a:prstGeom prst="rect">
              <a:avLst/>
            </a:prstGeom>
            <a:noFill/>
          </p:spPr>
          <p:txBody>
            <a:bodyPr wrap="square" rtlCol="0">
              <a:spAutoFit/>
            </a:bodyPr>
            <a:lstStyle/>
            <a:p>
              <a:pPr algn="ctr"/>
              <a:r>
                <a:rPr lang="en-GB" sz="2800" b="1" dirty="0">
                  <a:solidFill>
                    <a:srgbClr val="7030A0"/>
                  </a:solidFill>
                </a:rPr>
                <a:t>Time</a:t>
              </a:r>
            </a:p>
          </p:txBody>
        </p:sp>
      </p:grpSp>
      <p:grpSp>
        <p:nvGrpSpPr>
          <p:cNvPr id="39" name="Group 38">
            <a:extLst>
              <a:ext uri="{FF2B5EF4-FFF2-40B4-BE49-F238E27FC236}">
                <a16:creationId xmlns:a16="http://schemas.microsoft.com/office/drawing/2014/main" id="{E653B77E-1210-43EE-9222-E347BDC74DBE}"/>
              </a:ext>
            </a:extLst>
          </p:cNvPr>
          <p:cNvGrpSpPr/>
          <p:nvPr/>
        </p:nvGrpSpPr>
        <p:grpSpPr>
          <a:xfrm>
            <a:off x="9161134" y="5699466"/>
            <a:ext cx="1418016" cy="703220"/>
            <a:chOff x="8269096" y="2149231"/>
            <a:chExt cx="5251361" cy="703220"/>
          </a:xfrm>
        </p:grpSpPr>
        <p:cxnSp>
          <p:nvCxnSpPr>
            <p:cNvPr id="40" name="Straight Connector 39">
              <a:extLst>
                <a:ext uri="{FF2B5EF4-FFF2-40B4-BE49-F238E27FC236}">
                  <a16:creationId xmlns:a16="http://schemas.microsoft.com/office/drawing/2014/main" id="{56EF5190-3D39-4234-A022-68EE2427B1A5}"/>
                </a:ext>
              </a:extLst>
            </p:cNvPr>
            <p:cNvCxnSpPr>
              <a:cxnSpLocks/>
            </p:cNvCxnSpPr>
            <p:nvPr/>
          </p:nvCxnSpPr>
          <p:spPr>
            <a:xfrm>
              <a:off x="8269096" y="2149231"/>
              <a:ext cx="1875692"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3CE62-5819-48A4-B9A0-481F616A91E5}"/>
                </a:ext>
              </a:extLst>
            </p:cNvPr>
            <p:cNvCxnSpPr>
              <a:cxnSpLocks/>
            </p:cNvCxnSpPr>
            <p:nvPr/>
          </p:nvCxnSpPr>
          <p:spPr>
            <a:xfrm flipV="1">
              <a:off x="925117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96E29D66-D360-436C-AF89-BB680EDD5EDF}"/>
                </a:ext>
              </a:extLst>
            </p:cNvPr>
            <p:cNvSpPr txBox="1"/>
            <p:nvPr/>
          </p:nvSpPr>
          <p:spPr>
            <a:xfrm>
              <a:off x="8315106" y="2329231"/>
              <a:ext cx="5205351" cy="523220"/>
            </a:xfrm>
            <a:prstGeom prst="rect">
              <a:avLst/>
            </a:prstGeom>
            <a:noFill/>
          </p:spPr>
          <p:txBody>
            <a:bodyPr wrap="square" rtlCol="0">
              <a:spAutoFit/>
            </a:bodyPr>
            <a:lstStyle/>
            <a:p>
              <a:r>
                <a:rPr lang="en-GB" sz="2800" b="1" dirty="0">
                  <a:solidFill>
                    <a:srgbClr val="7030A0"/>
                  </a:solidFill>
                </a:rPr>
                <a:t>Boolean</a:t>
              </a:r>
            </a:p>
          </p:txBody>
        </p:sp>
      </p:grpSp>
      <p:pic>
        <p:nvPicPr>
          <p:cNvPr id="4" name="Picture 3">
            <a:extLst>
              <a:ext uri="{FF2B5EF4-FFF2-40B4-BE49-F238E27FC236}">
                <a16:creationId xmlns:a16="http://schemas.microsoft.com/office/drawing/2014/main" id="{8C1D1F9B-AFC7-498D-B082-EB8D8DDB68BD}"/>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3739040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15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barn(outVertical)">
                                      <p:cBhvr>
                                        <p:cTn id="21" dur="1000"/>
                                        <p:tgtEl>
                                          <p:spTgt spid="18"/>
                                        </p:tgtEl>
                                      </p:cBhvr>
                                    </p:animEffect>
                                  </p:childTnLst>
                                </p:cTn>
                              </p:par>
                            </p:childTnLst>
                          </p:cTn>
                        </p:par>
                      </p:childTnLst>
                    </p:cTn>
                  </p:par>
                  <p:par>
                    <p:cTn id="22" fill="hold">
                      <p:stCondLst>
                        <p:cond delay="indefinite"/>
                      </p:stCondLst>
                      <p:childTnLst>
                        <p:par>
                          <p:cTn id="23" fill="hold">
                            <p:stCondLst>
                              <p:cond delay="0"/>
                            </p:stCondLst>
                            <p:childTnLst>
                              <p:par>
                                <p:cTn id="24" presetID="16" presetClass="entr" presetSubtype="37" fill="hold" nodeType="click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barn(outVertical)">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6" presetClass="entr" presetSubtype="37"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barn(outVertical)">
                                      <p:cBhvr>
                                        <p:cTn id="31" dur="1000"/>
                                        <p:tgtEl>
                                          <p:spTgt spid="26"/>
                                        </p:tgtEl>
                                      </p:cBhvr>
                                    </p:animEffect>
                                  </p:childTnLst>
                                </p:cTn>
                              </p:par>
                            </p:childTnLst>
                          </p:cTn>
                        </p:par>
                      </p:childTnLst>
                    </p:cTn>
                  </p:par>
                  <p:par>
                    <p:cTn id="32" fill="hold">
                      <p:stCondLst>
                        <p:cond delay="indefinite"/>
                      </p:stCondLst>
                      <p:childTnLst>
                        <p:par>
                          <p:cTn id="33" fill="hold">
                            <p:stCondLst>
                              <p:cond delay="0"/>
                            </p:stCondLst>
                            <p:childTnLst>
                              <p:par>
                                <p:cTn id="34" presetID="16" presetClass="entr" presetSubtype="37" fill="hold" nodeType="click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barn(outVertical)">
                                      <p:cBhvr>
                                        <p:cTn id="36" dur="1000"/>
                                        <p:tgtEl>
                                          <p:spTgt spid="32"/>
                                        </p:tgtEl>
                                      </p:cBhvr>
                                    </p:animEffect>
                                  </p:childTnLst>
                                </p:cTn>
                              </p:par>
                            </p:childTnLst>
                          </p:cTn>
                        </p:par>
                      </p:childTnLst>
                    </p:cTn>
                  </p:par>
                  <p:par>
                    <p:cTn id="37" fill="hold">
                      <p:stCondLst>
                        <p:cond delay="indefinite"/>
                      </p:stCondLst>
                      <p:childTnLst>
                        <p:par>
                          <p:cTn id="38" fill="hold">
                            <p:stCondLst>
                              <p:cond delay="0"/>
                            </p:stCondLst>
                            <p:childTnLst>
                              <p:par>
                                <p:cTn id="39" presetID="16" presetClass="entr" presetSubtype="37" fill="hold" nodeType="clickEffect">
                                  <p:stCondLst>
                                    <p:cond delay="0"/>
                                  </p:stCondLst>
                                  <p:childTnLst>
                                    <p:set>
                                      <p:cBhvr>
                                        <p:cTn id="40" dur="1" fill="hold">
                                          <p:stCondLst>
                                            <p:cond delay="0"/>
                                          </p:stCondLst>
                                        </p:cTn>
                                        <p:tgtEl>
                                          <p:spTgt spid="39"/>
                                        </p:tgtEl>
                                        <p:attrNameLst>
                                          <p:attrName>style.visibility</p:attrName>
                                        </p:attrNameLst>
                                      </p:cBhvr>
                                      <p:to>
                                        <p:strVal val="visible"/>
                                      </p:to>
                                    </p:set>
                                    <p:animEffect transition="in" filter="barn(outVertical)">
                                      <p:cBhvr>
                                        <p:cTn id="41"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Attributes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5" name="Picture 4">
            <a:extLst>
              <a:ext uri="{FF2B5EF4-FFF2-40B4-BE49-F238E27FC236}">
                <a16:creationId xmlns:a16="http://schemas.microsoft.com/office/drawing/2014/main" id="{8640A34F-AFC9-46B7-83C9-B3616F182BE6}"/>
              </a:ext>
            </a:extLst>
          </p:cNvPr>
          <p:cNvPicPr>
            <a:picLocks noChangeAspect="1"/>
          </p:cNvPicPr>
          <p:nvPr/>
        </p:nvPicPr>
        <p:blipFill>
          <a:blip r:embed="rId3"/>
          <a:stretch>
            <a:fillRect/>
          </a:stretch>
        </p:blipFill>
        <p:spPr>
          <a:xfrm>
            <a:off x="838200" y="1690687"/>
            <a:ext cx="9054644" cy="3873833"/>
          </a:xfrm>
          <a:prstGeom prst="rect">
            <a:avLst/>
          </a:prstGeom>
        </p:spPr>
      </p:pic>
    </p:spTree>
    <p:extLst>
      <p:ext uri="{BB962C8B-B14F-4D97-AF65-F5344CB8AC3E}">
        <p14:creationId xmlns:p14="http://schemas.microsoft.com/office/powerpoint/2010/main" val="42141379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202258056"/>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145521503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029401190"/>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662633397"/>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2274895" y="3233224"/>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1386805415"/>
              </p:ext>
            </p:extLst>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09024738"/>
              </p:ext>
            </p:extLst>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10743788" y="3231735"/>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4655A23E-6F0D-4644-8D1D-8ACA1DC5679D}"/>
              </a:ext>
            </a:extLst>
          </p:cNvPr>
          <p:cNvSpPr txBox="1"/>
          <p:nvPr/>
        </p:nvSpPr>
        <p:spPr>
          <a:xfrm>
            <a:off x="4275374" y="2930420"/>
            <a:ext cx="908750" cy="369332"/>
          </a:xfrm>
          <a:prstGeom prst="rect">
            <a:avLst/>
          </a:prstGeom>
          <a:noFill/>
        </p:spPr>
        <p:txBody>
          <a:bodyPr wrap="square" rtlCol="0">
            <a:spAutoFit/>
          </a:bodyPr>
          <a:lstStyle/>
          <a:p>
            <a:pPr algn="ctr"/>
            <a:r>
              <a:rPr lang="en-GB" b="1" dirty="0"/>
              <a:t>WHERE</a:t>
            </a:r>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4254803125"/>
              </p:ext>
            </p:extLst>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1281395437"/>
              </p:ext>
            </p:extLst>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ORDER BY">
            <a:extLst>
              <a:ext uri="{FF2B5EF4-FFF2-40B4-BE49-F238E27FC236}">
                <a16:creationId xmlns:a16="http://schemas.microsoft.com/office/drawing/2014/main" id="{1C4BE62B-40C5-DE8F-B8B5-D85D5F2A6A7A}"/>
              </a:ext>
            </a:extLst>
          </p:cNvPr>
          <p:cNvSpPr txBox="1"/>
          <p:nvPr/>
        </p:nvSpPr>
        <p:spPr>
          <a:xfrm>
            <a:off x="8591293" y="2930420"/>
            <a:ext cx="1147392" cy="369332"/>
          </a:xfrm>
          <a:prstGeom prst="rect">
            <a:avLst/>
          </a:prstGeom>
          <a:noFill/>
        </p:spPr>
        <p:txBody>
          <a:bodyPr wrap="square" rtlCol="0">
            <a:spAutoFit/>
          </a:bodyPr>
          <a:lstStyle/>
          <a:p>
            <a:pPr algn="ctr"/>
            <a:r>
              <a:rPr lang="en-GB" b="1" dirty="0"/>
              <a:t>ORDER BY</a:t>
            </a:r>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2163529132"/>
              </p:ext>
            </p:extLst>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a:extLst>
              <a:ext uri="{FF2B5EF4-FFF2-40B4-BE49-F238E27FC236}">
                <a16:creationId xmlns:a16="http://schemas.microsoft.com/office/drawing/2014/main" id="{1A04EDAE-5F98-49A8-AA3B-FEA2F8FF27D5}"/>
              </a:ext>
            </a:extLst>
          </p:cNvPr>
          <p:cNvSpPr txBox="1"/>
          <p:nvPr/>
        </p:nvSpPr>
        <p:spPr>
          <a:xfrm>
            <a:off x="6157046" y="2930420"/>
            <a:ext cx="850960" cy="369332"/>
          </a:xfrm>
          <a:prstGeom prst="rect">
            <a:avLst/>
          </a:prstGeom>
          <a:noFill/>
        </p:spPr>
        <p:txBody>
          <a:bodyPr wrap="square" rtlCol="0">
            <a:spAutoFit/>
          </a:bodyPr>
          <a:lstStyle/>
          <a:p>
            <a:pPr algn="ctr"/>
            <a:r>
              <a:rPr lang="en-GB" b="1" dirty="0"/>
              <a:t>SELECT</a:t>
            </a:r>
          </a:p>
        </p:txBody>
      </p:sp>
      <p:cxnSp>
        <p:nvCxnSpPr>
          <p:cNvPr id="71" name="Name - Arrow">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500093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84"/>
                                        </p:tgtEl>
                                        <p:attrNameLst>
                                          <p:attrName>style.visibility</p:attrName>
                                        </p:attrNameLst>
                                      </p:cBhvr>
                                      <p:to>
                                        <p:strVal val="visible"/>
                                      </p:to>
                                    </p:set>
                                    <p:animEffect transition="in" filter="wipe(up)">
                                      <p:cBhvr>
                                        <p:cTn id="83" dur="1000"/>
                                        <p:tgtEl>
                                          <p:spTgt spid="84"/>
                                        </p:tgtEl>
                                      </p:cBhvr>
                                    </p:animEffect>
                                  </p:childTnLst>
                                </p:cTn>
                              </p:par>
                            </p:childTnLst>
                          </p:cTn>
                        </p:par>
                        <p:par>
                          <p:cTn id="84" fill="hold">
                            <p:stCondLst>
                              <p:cond delay="3000"/>
                            </p:stCondLst>
                            <p:childTnLst>
                              <p:par>
                                <p:cTn id="85" presetID="22" presetClass="entr" presetSubtype="1"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up)">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1"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up)">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1"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up)">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1"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up)">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ntr" presetSubtype="8" fill="hold" grpId="0" nodeType="clickEffect">
                                  <p:stCondLst>
                                    <p:cond delay="0"/>
                                  </p:stCondLst>
                                  <p:childTnLst>
                                    <p:set>
                                      <p:cBhvr>
                                        <p:cTn id="119" dur="1" fill="hold">
                                          <p:stCondLst>
                                            <p:cond delay="0"/>
                                          </p:stCondLst>
                                        </p:cTn>
                                        <p:tgtEl>
                                          <p:spTgt spid="43"/>
                                        </p:tgtEl>
                                        <p:attrNameLst>
                                          <p:attrName>style.visibility</p:attrName>
                                        </p:attrNameLst>
                                      </p:cBhvr>
                                      <p:to>
                                        <p:strVal val="visible"/>
                                      </p:to>
                                    </p:set>
                                    <p:animEffect transition="in" filter="wipe(left)">
                                      <p:cBhvr>
                                        <p:cTn id="120" dur="1000"/>
                                        <p:tgtEl>
                                          <p:spTgt spid="43"/>
                                        </p:tgtEl>
                                      </p:cBhvr>
                                    </p:animEffect>
                                  </p:childTnLst>
                                </p:cTn>
                              </p:par>
                            </p:childTnLst>
                          </p:cTn>
                        </p:par>
                        <p:par>
                          <p:cTn id="121" fill="hold">
                            <p:stCondLst>
                              <p:cond delay="1000"/>
                            </p:stCondLst>
                            <p:childTnLst>
                              <p:par>
                                <p:cTn id="122" presetID="22" presetClass="entr" presetSubtype="8" fill="hold" nodeType="afterEffect">
                                  <p:stCondLst>
                                    <p:cond delay="0"/>
                                  </p:stCondLst>
                                  <p:childTnLst>
                                    <p:set>
                                      <p:cBhvr>
                                        <p:cTn id="123" dur="1" fill="hold">
                                          <p:stCondLst>
                                            <p:cond delay="0"/>
                                          </p:stCondLst>
                                        </p:cTn>
                                        <p:tgtEl>
                                          <p:spTgt spid="62"/>
                                        </p:tgtEl>
                                        <p:attrNameLst>
                                          <p:attrName>style.visibility</p:attrName>
                                        </p:attrNameLst>
                                      </p:cBhvr>
                                      <p:to>
                                        <p:strVal val="visible"/>
                                      </p:to>
                                    </p:set>
                                    <p:animEffect transition="in" filter="wipe(left)">
                                      <p:cBhvr>
                                        <p:cTn id="124" dur="2000"/>
                                        <p:tgtEl>
                                          <p:spTgt spid="62"/>
                                        </p:tgtEl>
                                      </p:cBhvr>
                                    </p:animEffect>
                                  </p:childTnLst>
                                </p:cTn>
                              </p:par>
                            </p:childTnLst>
                          </p:cTn>
                        </p:par>
                        <p:par>
                          <p:cTn id="125" fill="hold">
                            <p:stCondLst>
                              <p:cond delay="3000"/>
                            </p:stCondLst>
                            <p:childTnLst>
                              <p:par>
                                <p:cTn id="126" presetID="22" presetClass="exit" presetSubtype="8" fill="hold" grpId="1" nodeType="afterEffect">
                                  <p:stCondLst>
                                    <p:cond delay="0"/>
                                  </p:stCondLst>
                                  <p:childTnLst>
                                    <p:animEffect transition="out" filter="wipe(left)">
                                      <p:cBhvr>
                                        <p:cTn id="127" dur="500"/>
                                        <p:tgtEl>
                                          <p:spTgt spid="35"/>
                                        </p:tgtEl>
                                      </p:cBhvr>
                                    </p:animEffect>
                                    <p:set>
                                      <p:cBhvr>
                                        <p:cTn id="128" dur="1" fill="hold">
                                          <p:stCondLst>
                                            <p:cond delay="499"/>
                                          </p:stCondLst>
                                        </p:cTn>
                                        <p:tgtEl>
                                          <p:spTgt spid="35"/>
                                        </p:tgtEl>
                                        <p:attrNameLst>
                                          <p:attrName>style.visibility</p:attrName>
                                        </p:attrNameLst>
                                      </p:cBhvr>
                                      <p:to>
                                        <p:strVal val="hidden"/>
                                      </p:to>
                                    </p:set>
                                  </p:childTnLst>
                                </p:cTn>
                              </p:par>
                            </p:childTnLst>
                          </p:cTn>
                        </p:par>
                      </p:childTnLst>
                    </p:cTn>
                  </p:par>
                  <p:par>
                    <p:cTn id="129" fill="hold">
                      <p:stCondLst>
                        <p:cond delay="indefinite"/>
                      </p:stCondLst>
                      <p:childTnLst>
                        <p:par>
                          <p:cTn id="130" fill="hold">
                            <p:stCondLst>
                              <p:cond delay="0"/>
                            </p:stCondLst>
                            <p:childTnLst>
                              <p:par>
                                <p:cTn id="131" presetID="22" presetClass="entr" presetSubtype="8" fill="hold" grpId="0" nodeType="clickEffect">
                                  <p:stCondLst>
                                    <p:cond delay="0"/>
                                  </p:stCondLst>
                                  <p:childTnLst>
                                    <p:set>
                                      <p:cBhvr>
                                        <p:cTn id="132" dur="1" fill="hold">
                                          <p:stCondLst>
                                            <p:cond delay="0"/>
                                          </p:stCondLst>
                                        </p:cTn>
                                        <p:tgtEl>
                                          <p:spTgt spid="31"/>
                                        </p:tgtEl>
                                        <p:attrNameLst>
                                          <p:attrName>style.visibility</p:attrName>
                                        </p:attrNameLst>
                                      </p:cBhvr>
                                      <p:to>
                                        <p:strVal val="visible"/>
                                      </p:to>
                                    </p:set>
                                    <p:animEffect transition="in" filter="wipe(left)">
                                      <p:cBhvr>
                                        <p:cTn id="133" dur="1000"/>
                                        <p:tgtEl>
                                          <p:spTgt spid="31"/>
                                        </p:tgtEl>
                                      </p:cBhvr>
                                    </p:animEffect>
                                  </p:childTnLst>
                                </p:cTn>
                              </p:par>
                            </p:childTnLst>
                          </p:cTn>
                        </p:par>
                        <p:par>
                          <p:cTn id="134" fill="hold">
                            <p:stCondLst>
                              <p:cond delay="4000"/>
                            </p:stCondLst>
                            <p:childTnLst>
                              <p:par>
                                <p:cTn id="135" presetID="22" presetClass="entr" presetSubtype="8" fill="hold" grpId="0" nodeType="afterEffect">
                                  <p:stCondLst>
                                    <p:cond delay="0"/>
                                  </p:stCondLst>
                                  <p:childTnLst>
                                    <p:set>
                                      <p:cBhvr>
                                        <p:cTn id="136" dur="1" fill="hold">
                                          <p:stCondLst>
                                            <p:cond delay="0"/>
                                          </p:stCondLst>
                                        </p:cTn>
                                        <p:tgtEl>
                                          <p:spTgt spid="63"/>
                                        </p:tgtEl>
                                        <p:attrNameLst>
                                          <p:attrName>style.visibility</p:attrName>
                                        </p:attrNameLst>
                                      </p:cBhvr>
                                      <p:to>
                                        <p:strVal val="visible"/>
                                      </p:to>
                                    </p:set>
                                    <p:animEffect transition="in" filter="wipe(left)">
                                      <p:cBhvr>
                                        <p:cTn id="137" dur="500"/>
                                        <p:tgtEl>
                                          <p:spTgt spid="63"/>
                                        </p:tgtEl>
                                      </p:cBhvr>
                                    </p:animEffect>
                                  </p:childTnLst>
                                </p:cTn>
                              </p:par>
                            </p:childTnLst>
                          </p:cTn>
                        </p:par>
                        <p:par>
                          <p:cTn id="138" fill="hold">
                            <p:stCondLst>
                              <p:cond delay="4500"/>
                            </p:stCondLst>
                            <p:childTnLst>
                              <p:par>
                                <p:cTn id="139" presetID="22" presetClass="entr" presetSubtype="1" fill="hold" nodeType="afterEffect">
                                  <p:stCondLst>
                                    <p:cond delay="0"/>
                                  </p:stCondLst>
                                  <p:childTnLst>
                                    <p:set>
                                      <p:cBhvr>
                                        <p:cTn id="140" dur="1" fill="hold">
                                          <p:stCondLst>
                                            <p:cond delay="0"/>
                                          </p:stCondLst>
                                        </p:cTn>
                                        <p:tgtEl>
                                          <p:spTgt spid="71"/>
                                        </p:tgtEl>
                                        <p:attrNameLst>
                                          <p:attrName>style.visibility</p:attrName>
                                        </p:attrNameLst>
                                      </p:cBhvr>
                                      <p:to>
                                        <p:strVal val="visible"/>
                                      </p:to>
                                    </p:set>
                                    <p:animEffect transition="in" filter="wipe(up)">
                                      <p:cBhvr>
                                        <p:cTn id="141" dur="500"/>
                                        <p:tgtEl>
                                          <p:spTgt spid="71"/>
                                        </p:tgtEl>
                                      </p:cBhvr>
                                    </p:animEffect>
                                  </p:childTnLst>
                                </p:cTn>
                              </p:par>
                            </p:childTnLst>
                          </p:cTn>
                        </p:par>
                        <p:par>
                          <p:cTn id="142" fill="hold">
                            <p:stCondLst>
                              <p:cond delay="5000"/>
                            </p:stCondLst>
                            <p:childTnLst>
                              <p:par>
                                <p:cTn id="143" presetID="22" presetClass="entr" presetSubtype="1" fill="hold" grpId="0" nodeType="afterEffect">
                                  <p:stCondLst>
                                    <p:cond delay="0"/>
                                  </p:stCondLst>
                                  <p:childTnLst>
                                    <p:set>
                                      <p:cBhvr>
                                        <p:cTn id="144" dur="1" fill="hold">
                                          <p:stCondLst>
                                            <p:cond delay="0"/>
                                          </p:stCondLst>
                                        </p:cTn>
                                        <p:tgtEl>
                                          <p:spTgt spid="76"/>
                                        </p:tgtEl>
                                        <p:attrNameLst>
                                          <p:attrName>style.visibility</p:attrName>
                                        </p:attrNameLst>
                                      </p:cBhvr>
                                      <p:to>
                                        <p:strVal val="visible"/>
                                      </p:to>
                                    </p:set>
                                    <p:animEffect transition="in" filter="wipe(up)">
                                      <p:cBhvr>
                                        <p:cTn id="145" dur="1000"/>
                                        <p:tgtEl>
                                          <p:spTgt spid="76"/>
                                        </p:tgtEl>
                                      </p:cBhvr>
                                    </p:animEffect>
                                  </p:childTnLst>
                                </p:cTn>
                              </p:par>
                            </p:childTnLst>
                          </p:cTn>
                        </p:par>
                        <p:par>
                          <p:cTn id="146" fill="hold">
                            <p:stCondLst>
                              <p:cond delay="6000"/>
                            </p:stCondLst>
                            <p:childTnLst>
                              <p:par>
                                <p:cTn id="147" presetID="22" presetClass="entr" presetSubtype="1" fill="hold" nodeType="afterEffect">
                                  <p:stCondLst>
                                    <p:cond delay="0"/>
                                  </p:stCondLst>
                                  <p:childTnLst>
                                    <p:set>
                                      <p:cBhvr>
                                        <p:cTn id="148" dur="1" fill="hold">
                                          <p:stCondLst>
                                            <p:cond delay="0"/>
                                          </p:stCondLst>
                                        </p:cTn>
                                        <p:tgtEl>
                                          <p:spTgt spid="72"/>
                                        </p:tgtEl>
                                        <p:attrNameLst>
                                          <p:attrName>style.visibility</p:attrName>
                                        </p:attrNameLst>
                                      </p:cBhvr>
                                      <p:to>
                                        <p:strVal val="visible"/>
                                      </p:to>
                                    </p:set>
                                    <p:animEffect transition="in" filter="wipe(up)">
                                      <p:cBhvr>
                                        <p:cTn id="149" dur="500"/>
                                        <p:tgtEl>
                                          <p:spTgt spid="72"/>
                                        </p:tgtEl>
                                      </p:cBhvr>
                                    </p:animEffect>
                                  </p:childTnLst>
                                </p:cTn>
                              </p:par>
                            </p:childTnLst>
                          </p:cTn>
                        </p:par>
                        <p:par>
                          <p:cTn id="150" fill="hold">
                            <p:stCondLst>
                              <p:cond delay="6500"/>
                            </p:stCondLst>
                            <p:childTnLst>
                              <p:par>
                                <p:cTn id="151" presetID="22" presetClass="entr" presetSubtype="1" fill="hold" grpId="0" nodeType="afterEffect">
                                  <p:stCondLst>
                                    <p:cond delay="0"/>
                                  </p:stCondLst>
                                  <p:childTnLst>
                                    <p:set>
                                      <p:cBhvr>
                                        <p:cTn id="152" dur="1" fill="hold">
                                          <p:stCondLst>
                                            <p:cond delay="0"/>
                                          </p:stCondLst>
                                        </p:cTn>
                                        <p:tgtEl>
                                          <p:spTgt spid="75"/>
                                        </p:tgtEl>
                                        <p:attrNameLst>
                                          <p:attrName>style.visibility</p:attrName>
                                        </p:attrNameLst>
                                      </p:cBhvr>
                                      <p:to>
                                        <p:strVal val="visible"/>
                                      </p:to>
                                    </p:set>
                                    <p:animEffect transition="in" filter="wipe(up)">
                                      <p:cBhvr>
                                        <p:cTn id="153" dur="1000"/>
                                        <p:tgtEl>
                                          <p:spTgt spid="75"/>
                                        </p:tgtEl>
                                      </p:cBhvr>
                                    </p:animEffect>
                                  </p:childTnLst>
                                </p:cTn>
                              </p:par>
                            </p:childTnLst>
                          </p:cTn>
                        </p:par>
                        <p:par>
                          <p:cTn id="154" fill="hold">
                            <p:stCondLst>
                              <p:cond delay="7500"/>
                            </p:stCondLst>
                            <p:childTnLst>
                              <p:par>
                                <p:cTn id="155" presetID="22" presetClass="exit" presetSubtype="8" fill="hold" grpId="1" nodeType="afterEffect">
                                  <p:stCondLst>
                                    <p:cond delay="0"/>
                                  </p:stCondLst>
                                  <p:childTnLst>
                                    <p:animEffect transition="out" filter="wipe(left)">
                                      <p:cBhvr>
                                        <p:cTn id="156" dur="500"/>
                                        <p:tgtEl>
                                          <p:spTgt spid="31"/>
                                        </p:tgtEl>
                                      </p:cBhvr>
                                    </p:animEffect>
                                    <p:set>
                                      <p:cBhvr>
                                        <p:cTn id="157" dur="1" fill="hold">
                                          <p:stCondLst>
                                            <p:cond delay="499"/>
                                          </p:stCondLst>
                                        </p:cTn>
                                        <p:tgtEl>
                                          <p:spTgt spid="31"/>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grpId="0" nodeType="clickEffect">
                                  <p:stCondLst>
                                    <p:cond delay="0"/>
                                  </p:stCondLst>
                                  <p:childTnLst>
                                    <p:set>
                                      <p:cBhvr>
                                        <p:cTn id="161" dur="1" fill="hold">
                                          <p:stCondLst>
                                            <p:cond delay="0"/>
                                          </p:stCondLst>
                                        </p:cTn>
                                        <p:tgtEl>
                                          <p:spTgt spid="3"/>
                                        </p:tgtEl>
                                        <p:attrNameLst>
                                          <p:attrName>style.visibility</p:attrName>
                                        </p:attrNameLst>
                                      </p:cBhvr>
                                      <p:to>
                                        <p:strVal val="visible"/>
                                      </p:to>
                                    </p:set>
                                    <p:animEffect transition="in" filter="wipe(left)">
                                      <p:cBhvr>
                                        <p:cTn id="162" dur="1000"/>
                                        <p:tgtEl>
                                          <p:spTgt spid="3"/>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grpId="0" nodeType="clickEffect">
                                  <p:stCondLst>
                                    <p:cond delay="0"/>
                                  </p:stCondLst>
                                  <p:childTnLst>
                                    <p:set>
                                      <p:cBhvr>
                                        <p:cTn id="166" dur="1" fill="hold">
                                          <p:stCondLst>
                                            <p:cond delay="0"/>
                                          </p:stCondLst>
                                        </p:cTn>
                                        <p:tgtEl>
                                          <p:spTgt spid="78"/>
                                        </p:tgtEl>
                                        <p:attrNameLst>
                                          <p:attrName>style.visibility</p:attrName>
                                        </p:attrNameLst>
                                      </p:cBhvr>
                                      <p:to>
                                        <p:strVal val="visible"/>
                                      </p:to>
                                    </p:set>
                                    <p:animEffect transition="in" filter="wipe(left)">
                                      <p:cBhvr>
                                        <p:cTn id="167" dur="1000"/>
                                        <p:tgtEl>
                                          <p:spTgt spid="78"/>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nodeType="clickEffect">
                                  <p:stCondLst>
                                    <p:cond delay="0"/>
                                  </p:stCondLst>
                                  <p:childTnLst>
                                    <p:set>
                                      <p:cBhvr>
                                        <p:cTn id="171" dur="1" fill="hold">
                                          <p:stCondLst>
                                            <p:cond delay="0"/>
                                          </p:stCondLst>
                                        </p:cTn>
                                        <p:tgtEl>
                                          <p:spTgt spid="12"/>
                                        </p:tgtEl>
                                        <p:attrNameLst>
                                          <p:attrName>style.visibility</p:attrName>
                                        </p:attrNameLst>
                                      </p:cBhvr>
                                      <p:to>
                                        <p:strVal val="visible"/>
                                      </p:to>
                                    </p:set>
                                    <p:animEffect transition="in" filter="wipe(up)">
                                      <p:cBhvr>
                                        <p:cTn id="172" dur="2000"/>
                                        <p:tgtEl>
                                          <p:spTgt spid="12"/>
                                        </p:tgtEl>
                                      </p:cBhvr>
                                    </p:animEffect>
                                  </p:childTnLst>
                                </p:cTn>
                              </p:par>
                              <p:par>
                                <p:cTn id="173" presetID="22" presetClass="entr" presetSubtype="1" fill="hold" nodeType="withEffect">
                                  <p:stCondLst>
                                    <p:cond delay="0"/>
                                  </p:stCondLst>
                                  <p:childTnLst>
                                    <p:set>
                                      <p:cBhvr>
                                        <p:cTn id="174" dur="1" fill="hold">
                                          <p:stCondLst>
                                            <p:cond delay="0"/>
                                          </p:stCondLst>
                                        </p:cTn>
                                        <p:tgtEl>
                                          <p:spTgt spid="57"/>
                                        </p:tgtEl>
                                        <p:attrNameLst>
                                          <p:attrName>style.visibility</p:attrName>
                                        </p:attrNameLst>
                                      </p:cBhvr>
                                      <p:to>
                                        <p:strVal val="visible"/>
                                      </p:to>
                                    </p:set>
                                    <p:animEffect transition="in" filter="wipe(up)">
                                      <p:cBhvr>
                                        <p:cTn id="175" dur="2000"/>
                                        <p:tgtEl>
                                          <p:spTgt spid="57"/>
                                        </p:tgtEl>
                                      </p:cBhvr>
                                    </p:animEffect>
                                  </p:childTnLst>
                                </p:cTn>
                              </p:par>
                            </p:childTnLst>
                          </p:cTn>
                        </p:par>
                        <p:par>
                          <p:cTn id="176" fill="hold">
                            <p:stCondLst>
                              <p:cond delay="2000"/>
                            </p:stCondLst>
                            <p:childTnLst>
                              <p:par>
                                <p:cTn id="177" presetID="22" presetClass="entr" presetSubtype="8" fill="hold" grpId="0" nodeType="afterEffect">
                                  <p:stCondLst>
                                    <p:cond delay="0"/>
                                  </p:stCondLst>
                                  <p:childTnLst>
                                    <p:set>
                                      <p:cBhvr>
                                        <p:cTn id="178" dur="1" fill="hold">
                                          <p:stCondLst>
                                            <p:cond delay="0"/>
                                          </p:stCondLst>
                                        </p:cTn>
                                        <p:tgtEl>
                                          <p:spTgt spid="59"/>
                                        </p:tgtEl>
                                        <p:attrNameLst>
                                          <p:attrName>style.visibility</p:attrName>
                                        </p:attrNameLst>
                                      </p:cBhvr>
                                      <p:to>
                                        <p:strVal val="visible"/>
                                      </p:to>
                                    </p:set>
                                    <p:animEffect transition="in" filter="wipe(left)">
                                      <p:cBhvr>
                                        <p:cTn id="179" dur="500"/>
                                        <p:tgtEl>
                                          <p:spTgt spid="59"/>
                                        </p:tgtEl>
                                      </p:cBhvr>
                                    </p:animEffect>
                                  </p:childTnLst>
                                </p:cTn>
                              </p:par>
                            </p:childTnLst>
                          </p:cTn>
                        </p:par>
                        <p:par>
                          <p:cTn id="180" fill="hold">
                            <p:stCondLst>
                              <p:cond delay="2500"/>
                            </p:stCondLst>
                            <p:childTnLst>
                              <p:par>
                                <p:cTn id="181" presetID="22" presetClass="entr" presetSubtype="1" fill="hold" grpId="0" nodeType="afterEffect">
                                  <p:stCondLst>
                                    <p:cond delay="0"/>
                                  </p:stCondLst>
                                  <p:childTnLst>
                                    <p:set>
                                      <p:cBhvr>
                                        <p:cTn id="182" dur="1" fill="hold">
                                          <p:stCondLst>
                                            <p:cond delay="0"/>
                                          </p:stCondLst>
                                        </p:cTn>
                                        <p:tgtEl>
                                          <p:spTgt spid="58"/>
                                        </p:tgtEl>
                                        <p:attrNameLst>
                                          <p:attrName>style.visibility</p:attrName>
                                        </p:attrNameLst>
                                      </p:cBhvr>
                                      <p:to>
                                        <p:strVal val="visible"/>
                                      </p:to>
                                    </p:set>
                                    <p:animEffect transition="in" filter="wipe(up)">
                                      <p:cBhvr>
                                        <p:cTn id="183" dur="1000"/>
                                        <p:tgtEl>
                                          <p:spTgt spid="58"/>
                                        </p:tgtEl>
                                      </p:cBhvr>
                                    </p:animEffect>
                                  </p:childTnLst>
                                </p:cTn>
                              </p:par>
                            </p:childTnLst>
                          </p:cTn>
                        </p:par>
                        <p:par>
                          <p:cTn id="184" fill="hold">
                            <p:stCondLst>
                              <p:cond delay="3500"/>
                            </p:stCondLst>
                            <p:childTnLst>
                              <p:par>
                                <p:cTn id="185" presetID="22" presetClass="exit" presetSubtype="8" fill="hold" grpId="1" nodeType="afterEffect">
                                  <p:stCondLst>
                                    <p:cond delay="0"/>
                                  </p:stCondLst>
                                  <p:childTnLst>
                                    <p:animEffect transition="out" filter="wipe(left)">
                                      <p:cBhvr>
                                        <p:cTn id="186" dur="500"/>
                                        <p:tgtEl>
                                          <p:spTgt spid="3"/>
                                        </p:tgtEl>
                                      </p:cBhvr>
                                    </p:animEffect>
                                    <p:set>
                                      <p:cBhvr>
                                        <p:cTn id="187" dur="1" fill="hold">
                                          <p:stCondLst>
                                            <p:cond delay="499"/>
                                          </p:stCondLst>
                                        </p:cTn>
                                        <p:tgtEl>
                                          <p:spTgt spid="3"/>
                                        </p:tgtEl>
                                        <p:attrNameLst>
                                          <p:attrName>style.visibility</p:attrName>
                                        </p:attrNameLst>
                                      </p:cBhvr>
                                      <p:to>
                                        <p:strVal val="hidden"/>
                                      </p:to>
                                    </p:se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38"/>
                                        </p:tgtEl>
                                        <p:attrNameLst>
                                          <p:attrName>style.visibility</p:attrName>
                                        </p:attrNameLst>
                                      </p:cBhvr>
                                      <p:to>
                                        <p:strVal val="visible"/>
                                      </p:to>
                                    </p:set>
                                    <p:animEffect transition="in" filter="wipe(left)">
                                      <p:cBhvr>
                                        <p:cTn id="192" dur="1000"/>
                                        <p:tgtEl>
                                          <p:spTgt spid="38"/>
                                        </p:tgtEl>
                                      </p:cBhvr>
                                    </p:animEffect>
                                  </p:childTnLst>
                                </p:cTn>
                              </p:par>
                            </p:childTnLst>
                          </p:cTn>
                        </p:par>
                        <p:par>
                          <p:cTn id="193" fill="hold">
                            <p:stCondLst>
                              <p:cond delay="1000"/>
                            </p:stCondLst>
                            <p:childTnLst>
                              <p:par>
                                <p:cTn id="194" presetID="22" presetClass="entr" presetSubtype="8" fill="hold" grpId="0" nodeType="afterEffect">
                                  <p:stCondLst>
                                    <p:cond delay="0"/>
                                  </p:stCondLst>
                                  <p:childTnLst>
                                    <p:set>
                                      <p:cBhvr>
                                        <p:cTn id="195" dur="1" fill="hold">
                                          <p:stCondLst>
                                            <p:cond delay="0"/>
                                          </p:stCondLst>
                                        </p:cTn>
                                        <p:tgtEl>
                                          <p:spTgt spid="32"/>
                                        </p:tgtEl>
                                        <p:attrNameLst>
                                          <p:attrName>style.visibility</p:attrName>
                                        </p:attrNameLst>
                                      </p:cBhvr>
                                      <p:to>
                                        <p:strVal val="visible"/>
                                      </p:to>
                                    </p:set>
                                    <p:animEffect transition="in" filter="wipe(left)">
                                      <p:cBhvr>
                                        <p:cTn id="196" dur="500"/>
                                        <p:tgtEl>
                                          <p:spTgt spid="32"/>
                                        </p:tgtEl>
                                      </p:cBhvr>
                                    </p:animEffect>
                                  </p:childTnLst>
                                </p:cTn>
                              </p:par>
                            </p:childTnLst>
                          </p:cTn>
                        </p:par>
                        <p:par>
                          <p:cTn id="197" fill="hold">
                            <p:stCondLst>
                              <p:cond delay="1500"/>
                            </p:stCondLst>
                            <p:childTnLst>
                              <p:par>
                                <p:cTn id="198" presetID="22" presetClass="entr" presetSubtype="1" fill="hold" nodeType="afterEffect">
                                  <p:stCondLst>
                                    <p:cond delay="0"/>
                                  </p:stCondLst>
                                  <p:childTnLst>
                                    <p:set>
                                      <p:cBhvr>
                                        <p:cTn id="199" dur="1" fill="hold">
                                          <p:stCondLst>
                                            <p:cond delay="0"/>
                                          </p:stCondLst>
                                        </p:cTn>
                                        <p:tgtEl>
                                          <p:spTgt spid="2"/>
                                        </p:tgtEl>
                                        <p:attrNameLst>
                                          <p:attrName>style.visibility</p:attrName>
                                        </p:attrNameLst>
                                      </p:cBhvr>
                                      <p:to>
                                        <p:strVal val="visible"/>
                                      </p:to>
                                    </p:set>
                                    <p:animEffect transition="in" filter="wipe(up)">
                                      <p:cBhvr>
                                        <p:cTn id="200"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7" grpId="0"/>
      <p:bldP spid="40" grpId="0" animBg="1"/>
      <p:bldP spid="3" grpId="0" animBg="1"/>
      <p:bldP spid="3" grpId="1" animBg="1"/>
      <p:bldP spid="8" grpId="0" animBg="1"/>
      <p:bldP spid="38" grpId="0" animBg="1"/>
      <p:bldP spid="11" grpId="0" animBg="1"/>
      <p:bldP spid="58" grpId="0" animBg="1"/>
      <p:bldP spid="59" grpId="0"/>
      <p:bldP spid="43" grpId="0" animBg="1"/>
      <p:bldP spid="63" grpId="0"/>
      <p:bldP spid="75" grpId="0" animBg="1"/>
      <p:bldP spid="76" grpId="0" animBg="1"/>
      <p:bldP spid="78" grpId="0" animBg="1"/>
      <p:bldP spid="84" grpId="0" animBg="1"/>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269542" y="3412965"/>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55265"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17299" y="3734033"/>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1A22687F-9CC3-77DA-888E-EB02C1FDEFA4}"/>
              </a:ext>
            </a:extLst>
          </p:cNvPr>
          <p:cNvSpPr/>
          <p:nvPr/>
        </p:nvSpPr>
        <p:spPr>
          <a:xfrm>
            <a:off x="2415091"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1853AA6B-7FD8-3E7E-8D9E-E7952D8BFB0D}"/>
              </a:ext>
            </a:extLst>
          </p:cNvPr>
          <p:cNvSpPr/>
          <p:nvPr/>
        </p:nvSpPr>
        <p:spPr>
          <a:xfrm>
            <a:off x="2871002" y="5033563"/>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2871001" y="632673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2870692" y="438579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4494561" y="504110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4492334" y="6329118"/>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Cindy - Yellow">
            <a:extLst>
              <a:ext uri="{FF2B5EF4-FFF2-40B4-BE49-F238E27FC236}">
                <a16:creationId xmlns:a16="http://schemas.microsoft.com/office/drawing/2014/main" id="{868CB6FE-6953-CD77-7A9F-225AD4548CB6}"/>
              </a:ext>
            </a:extLst>
          </p:cNvPr>
          <p:cNvSpPr/>
          <p:nvPr/>
        </p:nvSpPr>
        <p:spPr>
          <a:xfrm>
            <a:off x="4494561" y="4386498"/>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6433" y="3750438"/>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2871157" y="536924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10119468"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4492335" y="5362505"/>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ORDER BY - Table">
            <a:extLst>
              <a:ext uri="{FF2B5EF4-FFF2-40B4-BE49-F238E27FC236}">
                <a16:creationId xmlns:a16="http://schemas.microsoft.com/office/drawing/2014/main" id="{EF3A2748-AA90-BCC8-2993-A9CADABE91F9}"/>
              </a:ext>
            </a:extLst>
          </p:cNvPr>
          <p:cNvGraphicFramePr>
            <a:graphicFrameLocks noGrp="1"/>
          </p:cNvGraphicFramePr>
          <p:nvPr/>
        </p:nvGraphicFramePr>
        <p:xfrm>
          <a:off x="8052208" y="3734033"/>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grpSp>
        <p:nvGrpSpPr>
          <p:cNvPr id="57" name="Group 56">
            <a:extLst>
              <a:ext uri="{FF2B5EF4-FFF2-40B4-BE49-F238E27FC236}">
                <a16:creationId xmlns:a16="http://schemas.microsoft.com/office/drawing/2014/main" id="{B1521731-A15D-3FBE-F181-C47FACE64AD9}"/>
              </a:ext>
            </a:extLst>
          </p:cNvPr>
          <p:cNvGrpSpPr/>
          <p:nvPr/>
        </p:nvGrpSpPr>
        <p:grpSpPr>
          <a:xfrm>
            <a:off x="8034757" y="3699990"/>
            <a:ext cx="2062713" cy="1669258"/>
            <a:chOff x="6379223" y="3378552"/>
            <a:chExt cx="2062713" cy="1669258"/>
          </a:xfrm>
        </p:grpSpPr>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166925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ORDER BY - Arrow">
            <a:extLst>
              <a:ext uri="{FF2B5EF4-FFF2-40B4-BE49-F238E27FC236}">
                <a16:creationId xmlns:a16="http://schemas.microsoft.com/office/drawing/2014/main" id="{2966E2E3-1095-3AA5-54F4-22EC69E21F63}"/>
              </a:ext>
            </a:extLst>
          </p:cNvPr>
          <p:cNvSpPr/>
          <p:nvPr/>
        </p:nvSpPr>
        <p:spPr>
          <a:xfrm rot="5400000">
            <a:off x="8955566" y="323002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graphicFrame>
        <p:nvGraphicFramePr>
          <p:cNvPr id="62" name="WHERE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80011" y="3727104"/>
          <a:ext cx="20422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WHERE - Arrow">
            <a:extLst>
              <a:ext uri="{FF2B5EF4-FFF2-40B4-BE49-F238E27FC236}">
                <a16:creationId xmlns:a16="http://schemas.microsoft.com/office/drawing/2014/main" id="{12735B52-F70C-8511-82FF-DD98CDFED39E}"/>
              </a:ext>
            </a:extLst>
          </p:cNvPr>
          <p:cNvSpPr/>
          <p:nvPr/>
        </p:nvSpPr>
        <p:spPr>
          <a:xfrm>
            <a:off x="4976723"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1" name="Name - Arrow">
            <a:extLst>
              <a:ext uri="{FF2B5EF4-FFF2-40B4-BE49-F238E27FC236}">
                <a16:creationId xmlns:a16="http://schemas.microsoft.com/office/drawing/2014/main" id="{5EFE38C2-8439-4C5F-9F74-44013184CA32}"/>
              </a:ext>
            </a:extLst>
          </p:cNvPr>
          <p:cNvCxnSpPr>
            <a:cxnSpLocks/>
            <a:endCxn id="76" idx="0"/>
          </p:cNvCxnSpPr>
          <p:nvPr/>
        </p:nvCxnSpPr>
        <p:spPr>
          <a:xfrm flipH="1">
            <a:off x="5858560" y="3115086"/>
            <a:ext cx="298486"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Age - Arrow">
            <a:extLst>
              <a:ext uri="{FF2B5EF4-FFF2-40B4-BE49-F238E27FC236}">
                <a16:creationId xmlns:a16="http://schemas.microsoft.com/office/drawing/2014/main" id="{CB1B2BAC-3D1A-47A0-875C-8C332C63A9A8}"/>
              </a:ext>
            </a:extLst>
          </p:cNvPr>
          <p:cNvCxnSpPr>
            <a:cxnSpLocks/>
            <a:endCxn id="75" idx="0"/>
          </p:cNvCxnSpPr>
          <p:nvPr/>
        </p:nvCxnSpPr>
        <p:spPr>
          <a:xfrm>
            <a:off x="7008006" y="3115086"/>
            <a:ext cx="283267" cy="57797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5" name="Age - Column">
            <a:extLst>
              <a:ext uri="{FF2B5EF4-FFF2-40B4-BE49-F238E27FC236}">
                <a16:creationId xmlns:a16="http://schemas.microsoft.com/office/drawing/2014/main" id="{C0AD6763-50D9-4E2A-B402-55C2BB0C7BE6}"/>
              </a:ext>
            </a:extLst>
          </p:cNvPr>
          <p:cNvSpPr/>
          <p:nvPr/>
        </p:nvSpPr>
        <p:spPr>
          <a:xfrm>
            <a:off x="7057273" y="3693061"/>
            <a:ext cx="468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6" name="Name - Column">
            <a:extLst>
              <a:ext uri="{FF2B5EF4-FFF2-40B4-BE49-F238E27FC236}">
                <a16:creationId xmlns:a16="http://schemas.microsoft.com/office/drawing/2014/main" id="{6EEFB8EA-38EB-40F0-ACDB-32F4A15C8012}"/>
              </a:ext>
            </a:extLst>
          </p:cNvPr>
          <p:cNvSpPr/>
          <p:nvPr/>
        </p:nvSpPr>
        <p:spPr>
          <a:xfrm>
            <a:off x="5462560" y="3693061"/>
            <a:ext cx="792000" cy="166670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8" name="Temp - Arrow">
            <a:extLst>
              <a:ext uri="{FF2B5EF4-FFF2-40B4-BE49-F238E27FC236}">
                <a16:creationId xmlns:a16="http://schemas.microsoft.com/office/drawing/2014/main" id="{505D6E70-C3F4-46DC-93B3-A56DCF57F48A}"/>
              </a:ext>
            </a:extLst>
          </p:cNvPr>
          <p:cNvSpPr/>
          <p:nvPr/>
        </p:nvSpPr>
        <p:spPr>
          <a:xfrm>
            <a:off x="7550229" y="4101389"/>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4" name="Where Down - Arrow">
            <a:extLst>
              <a:ext uri="{FF2B5EF4-FFF2-40B4-BE49-F238E27FC236}">
                <a16:creationId xmlns:a16="http://schemas.microsoft.com/office/drawing/2014/main" id="{D731AF1B-DA28-4086-B857-F0B6326C3AFB}"/>
              </a:ext>
            </a:extLst>
          </p:cNvPr>
          <p:cNvSpPr/>
          <p:nvPr/>
        </p:nvSpPr>
        <p:spPr>
          <a:xfrm rot="5400000">
            <a:off x="4498837" y="3233708"/>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9227492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236967" y="6019512"/>
            <a:ext cx="7432869" cy="584775"/>
          </a:xfrm>
          <a:prstGeom prst="rect">
            <a:avLst/>
          </a:prstGeom>
          <a:noFill/>
        </p:spPr>
        <p:txBody>
          <a:bodyPr wrap="none" rtlCol="0">
            <a:spAutoFit/>
          </a:bodyPr>
          <a:lstStyle/>
          <a:p>
            <a:pPr algn="ctr"/>
            <a:r>
              <a:rPr lang="en-GB" sz="3200" b="1" dirty="0">
                <a:solidFill>
                  <a:srgbClr val="7030A0"/>
                </a:solidFill>
              </a:rPr>
              <a:t>When </a:t>
            </a:r>
            <a:r>
              <a:rPr lang="en-GB" sz="3200" b="1" dirty="0">
                <a:latin typeface="Consolas" panose="020B0609020204030204" pitchFamily="49" charset="0"/>
              </a:rPr>
              <a:t>age</a:t>
            </a:r>
            <a:r>
              <a:rPr lang="en-GB" sz="3200" b="1" dirty="0">
                <a:solidFill>
                  <a:srgbClr val="7030A0"/>
                </a:solidFill>
              </a:rPr>
              <a:t> is the same, sorts by </a:t>
            </a:r>
            <a:r>
              <a:rPr lang="en-GB" sz="3200" b="1" dirty="0" err="1">
                <a:latin typeface="Consolas" panose="020B0609020204030204" pitchFamily="49" charset="0"/>
              </a:rPr>
              <a:t>lastName</a:t>
            </a:r>
            <a:endParaRPr lang="en-GB" sz="40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4.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AND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76992114"/>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2">
                                            <p:txEl>
                                              <p:pRg st="0" end="0"/>
                                            </p:txEl>
                                          </p:spTgt>
                                        </p:tgtEl>
                                        <p:attrNameLst>
                                          <p:attrName>style.visibility</p:attrName>
                                        </p:attrNameLst>
                                      </p:cBhvr>
                                      <p:to>
                                        <p:strVal val="visible"/>
                                      </p:to>
                                    </p:set>
                                    <p:animEffect transition="in" filter="wipe(left)">
                                      <p:cBhvr>
                                        <p:cTn id="25"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6.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 - OR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97065734"/>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6" name="Group 5">
            <a:extLst>
              <a:ext uri="{FF2B5EF4-FFF2-40B4-BE49-F238E27FC236}">
                <a16:creationId xmlns:a16="http://schemas.microsoft.com/office/drawing/2014/main" id="{B8534C20-C1CB-4A7A-B7AC-6BB11132EE15}"/>
              </a:ext>
            </a:extLst>
          </p:cNvPr>
          <p:cNvGrpSpPr/>
          <p:nvPr/>
        </p:nvGrpSpPr>
        <p:grpSpPr>
          <a:xfrm>
            <a:off x="8413987" y="1827468"/>
            <a:ext cx="3464514" cy="2668586"/>
            <a:chOff x="8256431" y="1380903"/>
            <a:chExt cx="3464514" cy="2668586"/>
          </a:xfrm>
        </p:grpSpPr>
        <p:sp>
          <p:nvSpPr>
            <p:cNvPr id="5" name="Rectangle 4">
              <a:extLst>
                <a:ext uri="{FF2B5EF4-FFF2-40B4-BE49-F238E27FC236}">
                  <a16:creationId xmlns:a16="http://schemas.microsoft.com/office/drawing/2014/main" id="{3A2C89A4-6DE3-4DAB-AF80-8A8E82E7F79A}"/>
                </a:ext>
              </a:extLst>
            </p:cNvPr>
            <p:cNvSpPr/>
            <p:nvPr/>
          </p:nvSpPr>
          <p:spPr>
            <a:xfrm>
              <a:off x="8256431" y="1380903"/>
              <a:ext cx="3464514" cy="1200329"/>
            </a:xfrm>
            <a:prstGeom prst="rect">
              <a:avLst/>
            </a:prstGeom>
          </p:spPr>
          <p:txBody>
            <a:bodyPr wrap="square">
              <a:spAutoFit/>
            </a:bodyPr>
            <a:lstStyle/>
            <a:p>
              <a:r>
                <a:rPr lang="en-GB" sz="3600" b="1" dirty="0">
                  <a:solidFill>
                    <a:srgbClr val="7030A0"/>
                  </a:solidFill>
                  <a:latin typeface="Consolas" panose="020B0609020204030204" pitchFamily="49" charset="0"/>
                </a:rPr>
                <a:t>Use brackets for clarity</a:t>
              </a:r>
              <a:endParaRPr lang="en-GB" sz="3600" b="1" dirty="0"/>
            </a:p>
          </p:txBody>
        </p:sp>
        <p:sp>
          <p:nvSpPr>
            <p:cNvPr id="4" name="Arrow: Bent-Up 3">
              <a:extLst>
                <a:ext uri="{FF2B5EF4-FFF2-40B4-BE49-F238E27FC236}">
                  <a16:creationId xmlns:a16="http://schemas.microsoft.com/office/drawing/2014/main" id="{30E87908-1EAB-4528-8776-4B1B0F4F6DF3}"/>
                </a:ext>
              </a:extLst>
            </p:cNvPr>
            <p:cNvSpPr/>
            <p:nvPr/>
          </p:nvSpPr>
          <p:spPr>
            <a:xfrm rot="16200000" flipH="1">
              <a:off x="9072575" y="2949601"/>
              <a:ext cx="1468256" cy="731520"/>
            </a:xfrm>
            <a:prstGeom prst="bentUpArrow">
              <a:avLst>
                <a:gd name="adj1" fmla="val 21753"/>
                <a:gd name="adj2" fmla="val 34740"/>
                <a:gd name="adj3" fmla="val 2500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Tree>
    <p:extLst>
      <p:ext uri="{BB962C8B-B14F-4D97-AF65-F5344CB8AC3E}">
        <p14:creationId xmlns:p14="http://schemas.microsoft.com/office/powerpoint/2010/main" val="398872982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par>
                          <p:cTn id="16" fill="hold">
                            <p:stCondLst>
                              <p:cond delay="5500"/>
                            </p:stCondLst>
                            <p:childTnLst>
                              <p:par>
                                <p:cTn id="17" presetID="22" presetClass="entr" presetSubtype="8" fill="hold" grpId="0" nodeType="after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Effect transition="in" filter="wipe(left)">
                                      <p:cBhvr>
                                        <p:cTn id="19" dur="2500"/>
                                        <p:tgtEl>
                                          <p:spTgt spid="3">
                                            <p:txEl>
                                              <p:pRg st="3" end="3"/>
                                            </p:txEl>
                                          </p:spTgt>
                                        </p:tgtEl>
                                      </p:cBhvr>
                                    </p:animEffect>
                                  </p:childTnLst>
                                </p:cTn>
                              </p:par>
                            </p:childTnLst>
                          </p:cTn>
                        </p:par>
                        <p:par>
                          <p:cTn id="20" fill="hold">
                            <p:stCondLst>
                              <p:cond delay="8000"/>
                            </p:stCondLst>
                            <p:childTnLst>
                              <p:par>
                                <p:cTn id="21" presetID="22" presetClass="entr" presetSubtype="8" fill="hold" grpId="0" nodeType="after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wipe(left)">
                                      <p:cBhvr>
                                        <p:cTn id="23" dur="2500"/>
                                        <p:tgtEl>
                                          <p:spTgt spid="3">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2">
                                            <p:txEl>
                                              <p:pRg st="0" end="0"/>
                                            </p:txEl>
                                          </p:spTgt>
                                        </p:tgtEl>
                                        <p:attrNameLst>
                                          <p:attrName>style.visibility</p:attrName>
                                        </p:attrNameLst>
                                      </p:cBhvr>
                                      <p:to>
                                        <p:strVal val="visible"/>
                                      </p:to>
                                    </p:set>
                                    <p:animEffect transition="in" filter="wipe(left)">
                                      <p:cBhvr>
                                        <p:cTn id="28" dur="2000"/>
                                        <p:tgtEl>
                                          <p:spTgt spid="12">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1" fill="hold" nodeType="clickEffect">
                                  <p:stCondLst>
                                    <p:cond delay="0"/>
                                  </p:stCondLst>
                                  <p:childTnLst>
                                    <p:set>
                                      <p:cBhvr>
                                        <p:cTn id="32" dur="1" fill="hold">
                                          <p:stCondLst>
                                            <p:cond delay="0"/>
                                          </p:stCondLst>
                                        </p:cTn>
                                        <p:tgtEl>
                                          <p:spTgt spid="6"/>
                                        </p:tgtEl>
                                        <p:attrNameLst>
                                          <p:attrName>style.visibility</p:attrName>
                                        </p:attrNameLst>
                                      </p:cBhvr>
                                      <p:to>
                                        <p:strVal val="visible"/>
                                      </p:to>
                                    </p:set>
                                    <p:animEffect transition="in" filter="wipe(up)">
                                      <p:cBhvr>
                                        <p:cTn id="33"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68.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OR</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"Violet"</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1350B37A-7342-47C8-B677-C965C745D8E8}"/>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762284221"/>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4242883919"/>
              </p:ext>
            </p:extLst>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31" name="SELECT - Arrow - SQL">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FROM - Arrow - SQL">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 SQL">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ORDER BY - Arrow - SQL">
            <a:extLst>
              <a:ext uri="{FF2B5EF4-FFF2-40B4-BE49-F238E27FC236}">
                <a16:creationId xmlns:a16="http://schemas.microsoft.com/office/drawing/2014/main" id="{27507C8B-6A72-4468-91DA-42267C8E3EE3}"/>
              </a:ext>
            </a:extLst>
          </p:cNvPr>
          <p:cNvSpPr/>
          <p:nvPr/>
        </p:nvSpPr>
        <p:spPr>
          <a:xfrm>
            <a:off x="163554" y="265407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 Text">
            <a:extLst>
              <a:ext uri="{FF2B5EF4-FFF2-40B4-BE49-F238E27FC236}">
                <a16:creationId xmlns:a16="http://schemas.microsoft.com/office/drawing/2014/main" id="{78B64078-CD33-E0CF-944C-B2B88EB38B02}"/>
              </a:ext>
            </a:extLst>
          </p:cNvPr>
          <p:cNvSpPr txBox="1"/>
          <p:nvPr/>
        </p:nvSpPr>
        <p:spPr>
          <a:xfrm>
            <a:off x="2260813" y="3138992"/>
            <a:ext cx="850960" cy="369332"/>
          </a:xfrm>
          <a:prstGeom prst="rect">
            <a:avLst/>
          </a:prstGeom>
          <a:noFill/>
        </p:spPr>
        <p:txBody>
          <a:bodyPr wrap="square" rtlCol="0">
            <a:spAutoFit/>
          </a:bodyPr>
          <a:lstStyle/>
          <a:p>
            <a:r>
              <a:rPr lang="en-GB" b="1" dirty="0"/>
              <a:t>FROM</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4211868279"/>
              </p:ext>
            </p:extLst>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37" name="WHERE - Text">
            <a:extLst>
              <a:ext uri="{FF2B5EF4-FFF2-40B4-BE49-F238E27FC236}">
                <a16:creationId xmlns:a16="http://schemas.microsoft.com/office/drawing/2014/main" id="{4655A23E-6F0D-4644-8D1D-8ACA1DC5679D}"/>
              </a:ext>
            </a:extLst>
          </p:cNvPr>
          <p:cNvSpPr txBox="1"/>
          <p:nvPr/>
        </p:nvSpPr>
        <p:spPr>
          <a:xfrm>
            <a:off x="4039692" y="2895292"/>
            <a:ext cx="908750" cy="369332"/>
          </a:xfrm>
          <a:prstGeom prst="rect">
            <a:avLst/>
          </a:prstGeom>
          <a:noFill/>
        </p:spPr>
        <p:txBody>
          <a:bodyPr wrap="square" rtlCol="0">
            <a:spAutoFit/>
          </a:bodyPr>
          <a:lstStyle/>
          <a:p>
            <a:pPr algn="ctr"/>
            <a:r>
              <a:rPr lang="en-GB" b="1" dirty="0"/>
              <a:t>WHERE</a:t>
            </a:r>
          </a:p>
        </p:txBody>
      </p:sp>
      <p:cxnSp>
        <p:nvCxnSpPr>
          <p:cNvPr id="51" name="WHERE - Arrow - Type">
            <a:extLst>
              <a:ext uri="{FF2B5EF4-FFF2-40B4-BE49-F238E27FC236}">
                <a16:creationId xmlns:a16="http://schemas.microsoft.com/office/drawing/2014/main" id="{B2D81B2D-4987-42CA-8D6D-43906A2EC175}"/>
              </a:ext>
            </a:extLst>
          </p:cNvPr>
          <p:cNvCxnSpPr>
            <a:cxnSpLocks/>
            <a:stCxn id="37" idx="2"/>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a:stCxn id="37" idx="2"/>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3" name="SELECT - Text">
            <a:extLst>
              <a:ext uri="{FF2B5EF4-FFF2-40B4-BE49-F238E27FC236}">
                <a16:creationId xmlns:a16="http://schemas.microsoft.com/office/drawing/2014/main" id="{1A04EDAE-5F98-49A8-AA3B-FEA2F8FF27D5}"/>
              </a:ext>
            </a:extLst>
          </p:cNvPr>
          <p:cNvSpPr txBox="1"/>
          <p:nvPr/>
        </p:nvSpPr>
        <p:spPr>
          <a:xfrm>
            <a:off x="6180411" y="2918110"/>
            <a:ext cx="850960" cy="369332"/>
          </a:xfrm>
          <a:prstGeom prst="rect">
            <a:avLst/>
          </a:prstGeom>
          <a:noFill/>
        </p:spPr>
        <p:txBody>
          <a:bodyPr wrap="square" rtlCol="0">
            <a:spAutoFit/>
          </a:bodyPr>
          <a:lstStyle/>
          <a:p>
            <a:pPr algn="ctr"/>
            <a:r>
              <a:rPr lang="en-GB" b="1" dirty="0"/>
              <a:t>SELECT</a:t>
            </a:r>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extLst>
              <p:ext uri="{D42A27DB-BD31-4B8C-83A1-F6EECF244321}">
                <p14:modId xmlns:p14="http://schemas.microsoft.com/office/powerpoint/2010/main" val="604546246"/>
              </p:ext>
            </p:extLst>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stCxn id="63" idx="1"/>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stCxn id="63" idx="3"/>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extLst>
              <p:ext uri="{D42A27DB-BD31-4B8C-83A1-F6EECF244321}">
                <p14:modId xmlns:p14="http://schemas.microsoft.com/office/powerpoint/2010/main" val="3383287365"/>
              </p:ext>
            </p:extLst>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RDER BY - Text">
            <a:extLst>
              <a:ext uri="{FF2B5EF4-FFF2-40B4-BE49-F238E27FC236}">
                <a16:creationId xmlns:a16="http://schemas.microsoft.com/office/drawing/2014/main" id="{92C33A5A-F732-4833-95E5-AEA73B84F742}"/>
              </a:ext>
            </a:extLst>
          </p:cNvPr>
          <p:cNvSpPr txBox="1"/>
          <p:nvPr/>
        </p:nvSpPr>
        <p:spPr>
          <a:xfrm>
            <a:off x="5270782" y="5150435"/>
            <a:ext cx="1147392" cy="369332"/>
          </a:xfrm>
          <a:prstGeom prst="rect">
            <a:avLst/>
          </a:prstGeom>
          <a:noFill/>
        </p:spPr>
        <p:txBody>
          <a:bodyPr wrap="square" rtlCol="0">
            <a:spAutoFit/>
          </a:bodyPr>
          <a:lstStyle/>
          <a:p>
            <a:pPr algn="ctr"/>
            <a:r>
              <a:rPr lang="en-GB" b="1" dirty="0"/>
              <a:t>ORDER BY</a:t>
            </a:r>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2" name="Output - Text">
            <a:extLst>
              <a:ext uri="{FF2B5EF4-FFF2-40B4-BE49-F238E27FC236}">
                <a16:creationId xmlns:a16="http://schemas.microsoft.com/office/drawing/2014/main" id="{12D80B6F-5F24-F5D0-D320-08DA8E3B3394}"/>
              </a:ext>
            </a:extLst>
          </p:cNvPr>
          <p:cNvSpPr txBox="1"/>
          <p:nvPr/>
        </p:nvSpPr>
        <p:spPr>
          <a:xfrm>
            <a:off x="9861060" y="3134067"/>
            <a:ext cx="960176" cy="369332"/>
          </a:xfrm>
          <a:prstGeom prst="rect">
            <a:avLst/>
          </a:prstGeom>
          <a:noFill/>
        </p:spPr>
        <p:txBody>
          <a:bodyPr wrap="square" rtlCol="0">
            <a:spAutoFit/>
          </a:bodyPr>
          <a:lstStyle/>
          <a:p>
            <a:pPr algn="ctr"/>
            <a:r>
              <a:rPr lang="en-GB" b="1" dirty="0"/>
              <a:t>Output</a:t>
            </a:r>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1798606384"/>
              </p:ext>
            </p:extLst>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34279295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par>
                          <p:cTn id="29" fill="hold">
                            <p:stCondLst>
                              <p:cond delay="6000"/>
                            </p:stCondLst>
                            <p:childTnLst>
                              <p:par>
                                <p:cTn id="30" presetID="22" presetClass="entr" presetSubtype="8" fill="hold" grpId="0" nodeType="after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wipe(left)">
                                      <p:cBhvr>
                                        <p:cTn id="32" dur="1500"/>
                                        <p:tgtEl>
                                          <p:spTgt spid="6">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19">
                                            <p:txEl>
                                              <p:pRg st="4" end="4"/>
                                            </p:txEl>
                                          </p:spTgt>
                                        </p:tgtEl>
                                        <p:attrNameLst>
                                          <p:attrName>style.visibility</p:attrName>
                                        </p:attrNameLst>
                                      </p:cBhvr>
                                      <p:to>
                                        <p:strVal val="visible"/>
                                      </p:to>
                                    </p:set>
                                    <p:animEffect transition="in" filter="wipe(left)">
                                      <p:cBhvr>
                                        <p:cTn id="53" dur="1000"/>
                                        <p:tgtEl>
                                          <p:spTgt spid="19">
                                            <p:txEl>
                                              <p:pRg st="4" end="4"/>
                                            </p:txEl>
                                          </p:spTgt>
                                        </p:tgtEl>
                                      </p:cBhvr>
                                    </p:animEffect>
                                  </p:childTnLst>
                                </p:cTn>
                              </p:par>
                            </p:childTnLst>
                          </p:cTn>
                        </p:par>
                      </p:childTnLst>
                    </p:cTn>
                  </p:par>
                  <p:par>
                    <p:cTn id="54" fill="hold">
                      <p:stCondLst>
                        <p:cond delay="indefinite"/>
                      </p:stCondLst>
                      <p:childTnLst>
                        <p:par>
                          <p:cTn id="55" fill="hold">
                            <p:stCondLst>
                              <p:cond delay="0"/>
                            </p:stCondLst>
                            <p:childTnLst>
                              <p:par>
                                <p:cTn id="56" presetID="22" presetClass="entr" presetSubtype="8"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wipe(left)">
                                      <p:cBhvr>
                                        <p:cTn id="58" dur="1000"/>
                                        <p:tgtEl>
                                          <p:spTgt spid="27"/>
                                        </p:tgtEl>
                                      </p:cBhvr>
                                    </p:animEffect>
                                  </p:childTnLst>
                                </p:cTn>
                              </p:par>
                            </p:childTnLst>
                          </p:cTn>
                        </p:par>
                        <p:par>
                          <p:cTn id="59" fill="hold">
                            <p:stCondLst>
                              <p:cond delay="1000"/>
                            </p:stCondLst>
                            <p:childTnLst>
                              <p:par>
                                <p:cTn id="60" presetID="22" presetClass="entr" presetSubtype="8" fill="hold" grpId="0" nodeType="after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left)">
                                      <p:cBhvr>
                                        <p:cTn id="62" dur="500"/>
                                        <p:tgtEl>
                                          <p:spTgt spid="10"/>
                                        </p:tgtEl>
                                      </p:cBhvr>
                                    </p:animEffect>
                                  </p:childTnLst>
                                </p:cTn>
                              </p:par>
                            </p:childTnLst>
                          </p:cTn>
                        </p:par>
                        <p:par>
                          <p:cTn id="63" fill="hold">
                            <p:stCondLst>
                              <p:cond delay="1500"/>
                            </p:stCondLst>
                            <p:childTnLst>
                              <p:par>
                                <p:cTn id="64" presetID="22" presetClass="entr" presetSubtype="8" fill="hold" grpId="0" nodeType="after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wipe(left)">
                                      <p:cBhvr>
                                        <p:cTn id="66" dur="1000"/>
                                        <p:tgtEl>
                                          <p:spTgt spid="26"/>
                                        </p:tgtEl>
                                      </p:cBhvr>
                                    </p:animEffect>
                                  </p:childTnLst>
                                </p:cTn>
                              </p:par>
                            </p:childTnLst>
                          </p:cTn>
                        </p:par>
                        <p:par>
                          <p:cTn id="67" fill="hold">
                            <p:stCondLst>
                              <p:cond delay="2500"/>
                            </p:stCondLst>
                            <p:childTnLst>
                              <p:par>
                                <p:cTn id="68" presetID="22" presetClass="entr" presetSubtype="8" fill="hold" nodeType="after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wipe(left)">
                                      <p:cBhvr>
                                        <p:cTn id="70" dur="20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22" presetClass="exit" presetSubtype="8" fill="hold" grpId="1" nodeType="clickEffect">
                                  <p:stCondLst>
                                    <p:cond delay="0"/>
                                  </p:stCondLst>
                                  <p:childTnLst>
                                    <p:animEffect transition="out" filter="wipe(left)">
                                      <p:cBhvr>
                                        <p:cTn id="74" dur="500"/>
                                        <p:tgtEl>
                                          <p:spTgt spid="27"/>
                                        </p:tgtEl>
                                      </p:cBhvr>
                                    </p:animEffect>
                                    <p:set>
                                      <p:cBhvr>
                                        <p:cTn id="75" dur="1" fill="hold">
                                          <p:stCondLst>
                                            <p:cond delay="499"/>
                                          </p:stCondLst>
                                        </p:cTn>
                                        <p:tgtEl>
                                          <p:spTgt spid="27"/>
                                        </p:tgtEl>
                                        <p:attrNameLst>
                                          <p:attrName>style.visibility</p:attrName>
                                        </p:attrNameLst>
                                      </p:cBhvr>
                                      <p:to>
                                        <p:strVal val="hidden"/>
                                      </p:to>
                                    </p:set>
                                  </p:childTnLst>
                                </p:cTn>
                              </p:par>
                            </p:childTnLst>
                          </p:cTn>
                        </p:par>
                        <p:par>
                          <p:cTn id="76" fill="hold">
                            <p:stCondLst>
                              <p:cond delay="500"/>
                            </p:stCondLst>
                            <p:childTnLst>
                              <p:par>
                                <p:cTn id="77" presetID="22" presetClass="entr" presetSubtype="8" fill="hold" grpId="0" nodeType="afterEffect">
                                  <p:stCondLst>
                                    <p:cond delay="0"/>
                                  </p:stCondLst>
                                  <p:childTnLst>
                                    <p:set>
                                      <p:cBhvr>
                                        <p:cTn id="78" dur="1" fill="hold">
                                          <p:stCondLst>
                                            <p:cond delay="0"/>
                                          </p:stCondLst>
                                        </p:cTn>
                                        <p:tgtEl>
                                          <p:spTgt spid="35"/>
                                        </p:tgtEl>
                                        <p:attrNameLst>
                                          <p:attrName>style.visibility</p:attrName>
                                        </p:attrNameLst>
                                      </p:cBhvr>
                                      <p:to>
                                        <p:strVal val="visible"/>
                                      </p:to>
                                    </p:set>
                                    <p:animEffect transition="in" filter="wipe(left)">
                                      <p:cBhvr>
                                        <p:cTn id="79" dur="1000"/>
                                        <p:tgtEl>
                                          <p:spTgt spid="35"/>
                                        </p:tgtEl>
                                      </p:cBhvr>
                                    </p:animEffect>
                                  </p:childTnLst>
                                </p:cTn>
                              </p:par>
                            </p:childTnLst>
                          </p:cTn>
                        </p:par>
                        <p:par>
                          <p:cTn id="80" fill="hold">
                            <p:stCondLst>
                              <p:cond delay="1500"/>
                            </p:stCondLst>
                            <p:childTnLst>
                              <p:par>
                                <p:cTn id="81" presetID="22" presetClass="entr" presetSubtype="8" fill="hold" grpId="0" nodeType="afterEffect">
                                  <p:stCondLst>
                                    <p:cond delay="0"/>
                                  </p:stCondLst>
                                  <p:childTnLst>
                                    <p:set>
                                      <p:cBhvr>
                                        <p:cTn id="82" dur="1" fill="hold">
                                          <p:stCondLst>
                                            <p:cond delay="0"/>
                                          </p:stCondLst>
                                        </p:cTn>
                                        <p:tgtEl>
                                          <p:spTgt spid="37"/>
                                        </p:tgtEl>
                                        <p:attrNameLst>
                                          <p:attrName>style.visibility</p:attrName>
                                        </p:attrNameLst>
                                      </p:cBhvr>
                                      <p:to>
                                        <p:strVal val="visible"/>
                                      </p:to>
                                    </p:set>
                                    <p:animEffect transition="in" filter="wipe(left)">
                                      <p:cBhvr>
                                        <p:cTn id="83" dur="500"/>
                                        <p:tgtEl>
                                          <p:spTgt spid="37"/>
                                        </p:tgtEl>
                                      </p:cBhvr>
                                    </p:animEffect>
                                  </p:childTnLst>
                                </p:cTn>
                              </p:par>
                            </p:childTnLst>
                          </p:cTn>
                        </p:par>
                        <p:par>
                          <p:cTn id="84" fill="hold">
                            <p:stCondLst>
                              <p:cond delay="2000"/>
                            </p:stCondLst>
                            <p:childTnLst>
                              <p:par>
                                <p:cTn id="85" presetID="22" presetClass="entr" presetSubtype="1" fill="hold" nodeType="after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wipe(up)">
                                      <p:cBhvr>
                                        <p:cTn id="87" dur="500"/>
                                        <p:tgtEl>
                                          <p:spTgt spid="51"/>
                                        </p:tgtEl>
                                      </p:cBhvr>
                                    </p:animEffect>
                                  </p:childTnLst>
                                </p:cTn>
                              </p:par>
                            </p:childTnLst>
                          </p:cTn>
                        </p:par>
                        <p:par>
                          <p:cTn id="88" fill="hold">
                            <p:stCondLst>
                              <p:cond delay="2500"/>
                            </p:stCondLst>
                            <p:childTnLst>
                              <p:par>
                                <p:cTn id="89" presetID="22" presetClass="entr" presetSubtype="1" fill="hold" nodeType="afterEffect">
                                  <p:stCondLst>
                                    <p:cond delay="0"/>
                                  </p:stCondLst>
                                  <p:childTnLst>
                                    <p:set>
                                      <p:cBhvr>
                                        <p:cTn id="90" dur="1" fill="hold">
                                          <p:stCondLst>
                                            <p:cond delay="0"/>
                                          </p:stCondLst>
                                        </p:cTn>
                                        <p:tgtEl>
                                          <p:spTgt spid="52"/>
                                        </p:tgtEl>
                                        <p:attrNameLst>
                                          <p:attrName>style.visibility</p:attrName>
                                        </p:attrNameLst>
                                      </p:cBhvr>
                                      <p:to>
                                        <p:strVal val="visible"/>
                                      </p:to>
                                    </p:set>
                                    <p:animEffect transition="in" filter="wipe(up)">
                                      <p:cBhvr>
                                        <p:cTn id="91" dur="500"/>
                                        <p:tgtEl>
                                          <p:spTgt spid="52"/>
                                        </p:tgtEl>
                                      </p:cBhvr>
                                    </p:animEffect>
                                  </p:childTnLst>
                                </p:cTn>
                              </p:par>
                            </p:childTnLst>
                          </p:cTn>
                        </p:par>
                      </p:childTnLst>
                    </p:cTn>
                  </p:par>
                  <p:par>
                    <p:cTn id="92" fill="hold">
                      <p:stCondLst>
                        <p:cond delay="indefinite"/>
                      </p:stCondLst>
                      <p:childTnLst>
                        <p:par>
                          <p:cTn id="93" fill="hold">
                            <p:stCondLst>
                              <p:cond delay="0"/>
                            </p:stCondLst>
                            <p:childTnLst>
                              <p:par>
                                <p:cTn id="94" presetID="22" presetClass="entr" presetSubtype="8" fill="hold" grpId="0" nodeType="clickEffect">
                                  <p:stCondLst>
                                    <p:cond delay="0"/>
                                  </p:stCondLst>
                                  <p:childTnLst>
                                    <p:set>
                                      <p:cBhvr>
                                        <p:cTn id="95" dur="1" fill="hold">
                                          <p:stCondLst>
                                            <p:cond delay="0"/>
                                          </p:stCondLst>
                                        </p:cTn>
                                        <p:tgtEl>
                                          <p:spTgt spid="49"/>
                                        </p:tgtEl>
                                        <p:attrNameLst>
                                          <p:attrName>style.visibility</p:attrName>
                                        </p:attrNameLst>
                                      </p:cBhvr>
                                      <p:to>
                                        <p:strVal val="visible"/>
                                      </p:to>
                                    </p:set>
                                    <p:animEffect transition="in" filter="wipe(left)">
                                      <p:cBhvr>
                                        <p:cTn id="96" dur="500"/>
                                        <p:tgtEl>
                                          <p:spTgt spid="49"/>
                                        </p:tgtEl>
                                      </p:cBhvr>
                                    </p:animEffect>
                                  </p:childTnLst>
                                </p:cTn>
                              </p:par>
                            </p:childTnLst>
                          </p:cTn>
                        </p:par>
                      </p:childTnLst>
                    </p:cTn>
                  </p:par>
                  <p:par>
                    <p:cTn id="97" fill="hold">
                      <p:stCondLst>
                        <p:cond delay="indefinite"/>
                      </p:stCondLst>
                      <p:childTnLst>
                        <p:par>
                          <p:cTn id="98" fill="hold">
                            <p:stCondLst>
                              <p:cond delay="0"/>
                            </p:stCondLst>
                            <p:childTnLst>
                              <p:par>
                                <p:cTn id="99" presetID="22" presetClass="entr" presetSubtype="8" fill="hold" grpId="0" nodeType="clickEffect">
                                  <p:stCondLst>
                                    <p:cond delay="0"/>
                                  </p:stCondLst>
                                  <p:childTnLst>
                                    <p:set>
                                      <p:cBhvr>
                                        <p:cTn id="100" dur="1" fill="hold">
                                          <p:stCondLst>
                                            <p:cond delay="0"/>
                                          </p:stCondLst>
                                        </p:cTn>
                                        <p:tgtEl>
                                          <p:spTgt spid="45"/>
                                        </p:tgtEl>
                                        <p:attrNameLst>
                                          <p:attrName>style.visibility</p:attrName>
                                        </p:attrNameLst>
                                      </p:cBhvr>
                                      <p:to>
                                        <p:strVal val="visible"/>
                                      </p:to>
                                    </p:set>
                                    <p:animEffect transition="in" filter="wipe(left)">
                                      <p:cBhvr>
                                        <p:cTn id="101" dur="500"/>
                                        <p:tgtEl>
                                          <p:spTgt spid="45"/>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47"/>
                                        </p:tgtEl>
                                        <p:attrNameLst>
                                          <p:attrName>style.visibility</p:attrName>
                                        </p:attrNameLst>
                                      </p:cBhvr>
                                      <p:to>
                                        <p:strVal val="visible"/>
                                      </p:to>
                                    </p:set>
                                    <p:animEffect transition="in" filter="wipe(left)">
                                      <p:cBhvr>
                                        <p:cTn id="106" dur="500"/>
                                        <p:tgtEl>
                                          <p:spTgt spid="47"/>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8" fill="hold" grpId="0" nodeType="click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wipe(left)">
                                      <p:cBhvr>
                                        <p:cTn id="111" dur="1500"/>
                                        <p:tgtEl>
                                          <p:spTgt spid="42"/>
                                        </p:tgtEl>
                                      </p:cBhvr>
                                    </p:animEffect>
                                  </p:childTnLst>
                                </p:cTn>
                              </p:par>
                            </p:childTnLst>
                          </p:cTn>
                        </p:par>
                      </p:childTnLst>
                    </p:cTn>
                  </p:par>
                  <p:par>
                    <p:cTn id="112" fill="hold">
                      <p:stCondLst>
                        <p:cond delay="indefinite"/>
                      </p:stCondLst>
                      <p:childTnLst>
                        <p:par>
                          <p:cTn id="113" fill="hold">
                            <p:stCondLst>
                              <p:cond delay="0"/>
                            </p:stCondLst>
                            <p:childTnLst>
                              <p:par>
                                <p:cTn id="114" presetID="22" presetClass="entr" presetSubtype="8"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wipe(left)">
                                      <p:cBhvr>
                                        <p:cTn id="116" dur="500"/>
                                        <p:tgtEl>
                                          <p:spTgt spid="46"/>
                                        </p:tgtEl>
                                      </p:cBhvr>
                                    </p:animEffect>
                                  </p:childTnLst>
                                </p:cTn>
                              </p:par>
                            </p:childTnLst>
                          </p:cTn>
                        </p:par>
                        <p:par>
                          <p:cTn id="117" fill="hold">
                            <p:stCondLst>
                              <p:cond delay="500"/>
                            </p:stCondLst>
                            <p:childTnLst>
                              <p:par>
                                <p:cTn id="118" presetID="22" presetClass="entr" presetSubtype="8" fill="hold" grpId="0" nodeType="afterEffect">
                                  <p:stCondLst>
                                    <p:cond delay="0"/>
                                  </p:stCondLst>
                                  <p:childTnLst>
                                    <p:set>
                                      <p:cBhvr>
                                        <p:cTn id="119" dur="1" fill="hold">
                                          <p:stCondLst>
                                            <p:cond delay="0"/>
                                          </p:stCondLst>
                                        </p:cTn>
                                        <p:tgtEl>
                                          <p:spTgt spid="48"/>
                                        </p:tgtEl>
                                        <p:attrNameLst>
                                          <p:attrName>style.visibility</p:attrName>
                                        </p:attrNameLst>
                                      </p:cBhvr>
                                      <p:to>
                                        <p:strVal val="visible"/>
                                      </p:to>
                                    </p:set>
                                    <p:animEffect transition="in" filter="wipe(left)">
                                      <p:cBhvr>
                                        <p:cTn id="120" dur="500"/>
                                        <p:tgtEl>
                                          <p:spTgt spid="48"/>
                                        </p:tgtEl>
                                      </p:cBhvr>
                                    </p:animEffect>
                                  </p:childTnLst>
                                </p:cTn>
                              </p:par>
                            </p:childTnLst>
                          </p:cTn>
                        </p:par>
                        <p:par>
                          <p:cTn id="121" fill="hold">
                            <p:stCondLst>
                              <p:cond delay="1000"/>
                            </p:stCondLst>
                            <p:childTnLst>
                              <p:par>
                                <p:cTn id="122" presetID="22" presetClass="entr" presetSubtype="8" fill="hold" grpId="0" nodeType="afterEffect">
                                  <p:stCondLst>
                                    <p:cond delay="0"/>
                                  </p:stCondLst>
                                  <p:childTnLst>
                                    <p:set>
                                      <p:cBhvr>
                                        <p:cTn id="123" dur="1" fill="hold">
                                          <p:stCondLst>
                                            <p:cond delay="0"/>
                                          </p:stCondLst>
                                        </p:cTn>
                                        <p:tgtEl>
                                          <p:spTgt spid="44"/>
                                        </p:tgtEl>
                                        <p:attrNameLst>
                                          <p:attrName>style.visibility</p:attrName>
                                        </p:attrNameLst>
                                      </p:cBhvr>
                                      <p:to>
                                        <p:strVal val="visible"/>
                                      </p:to>
                                    </p:set>
                                    <p:animEffect transition="in" filter="wipe(left)">
                                      <p:cBhvr>
                                        <p:cTn id="124" dur="1500"/>
                                        <p:tgtEl>
                                          <p:spTgt spid="44"/>
                                        </p:tgtEl>
                                      </p:cBhvr>
                                    </p:animEffect>
                                  </p:childTnLst>
                                </p:cTn>
                              </p:par>
                            </p:childTnLst>
                          </p:cTn>
                        </p:par>
                      </p:childTnLst>
                    </p:cTn>
                  </p:par>
                  <p:par>
                    <p:cTn id="125" fill="hold">
                      <p:stCondLst>
                        <p:cond delay="indefinite"/>
                      </p:stCondLst>
                      <p:childTnLst>
                        <p:par>
                          <p:cTn id="126" fill="hold">
                            <p:stCondLst>
                              <p:cond delay="0"/>
                            </p:stCondLst>
                            <p:childTnLst>
                              <p:par>
                                <p:cTn id="127" presetID="22" presetClass="entr" presetSubtype="8" fill="hold" grpId="0" nodeType="clickEffect">
                                  <p:stCondLst>
                                    <p:cond delay="0"/>
                                  </p:stCondLst>
                                  <p:childTnLst>
                                    <p:set>
                                      <p:cBhvr>
                                        <p:cTn id="128" dur="1" fill="hold">
                                          <p:stCondLst>
                                            <p:cond delay="0"/>
                                          </p:stCondLst>
                                        </p:cTn>
                                        <p:tgtEl>
                                          <p:spTgt spid="43"/>
                                        </p:tgtEl>
                                        <p:attrNameLst>
                                          <p:attrName>style.visibility</p:attrName>
                                        </p:attrNameLst>
                                      </p:cBhvr>
                                      <p:to>
                                        <p:strVal val="visible"/>
                                      </p:to>
                                    </p:set>
                                    <p:animEffect transition="in" filter="wipe(left)">
                                      <p:cBhvr>
                                        <p:cTn id="129" dur="1000"/>
                                        <p:tgtEl>
                                          <p:spTgt spid="43"/>
                                        </p:tgtEl>
                                      </p:cBhvr>
                                    </p:animEffect>
                                  </p:childTnLst>
                                </p:cTn>
                              </p:par>
                            </p:childTnLst>
                          </p:cTn>
                        </p:par>
                        <p:par>
                          <p:cTn id="130" fill="hold">
                            <p:stCondLst>
                              <p:cond delay="1000"/>
                            </p:stCondLst>
                            <p:childTnLst>
                              <p:par>
                                <p:cTn id="131" presetID="22" presetClass="entr" presetSubtype="8" fill="hold" nodeType="after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wipe(left)">
                                      <p:cBhvr>
                                        <p:cTn id="133" dur="2000"/>
                                        <p:tgtEl>
                                          <p:spTgt spid="62"/>
                                        </p:tgtEl>
                                      </p:cBhvr>
                                    </p:animEffect>
                                  </p:childTnLst>
                                </p:cTn>
                              </p:par>
                            </p:childTnLst>
                          </p:cTn>
                        </p:par>
                        <p:par>
                          <p:cTn id="134" fill="hold">
                            <p:stCondLst>
                              <p:cond delay="3000"/>
                            </p:stCondLst>
                            <p:childTnLst>
                              <p:par>
                                <p:cTn id="135" presetID="22" presetClass="exit" presetSubtype="8" fill="hold" grpId="1" nodeType="afterEffect">
                                  <p:stCondLst>
                                    <p:cond delay="0"/>
                                  </p:stCondLst>
                                  <p:childTnLst>
                                    <p:animEffect transition="out" filter="wipe(left)">
                                      <p:cBhvr>
                                        <p:cTn id="136" dur="500"/>
                                        <p:tgtEl>
                                          <p:spTgt spid="35"/>
                                        </p:tgtEl>
                                      </p:cBhvr>
                                    </p:animEffect>
                                    <p:set>
                                      <p:cBhvr>
                                        <p:cTn id="137" dur="1" fill="hold">
                                          <p:stCondLst>
                                            <p:cond delay="499"/>
                                          </p:stCondLst>
                                        </p:cTn>
                                        <p:tgtEl>
                                          <p:spTgt spid="35"/>
                                        </p:tgtEl>
                                        <p:attrNameLst>
                                          <p:attrName>style.visibility</p:attrName>
                                        </p:attrNameLst>
                                      </p:cBhvr>
                                      <p:to>
                                        <p:strVal val="hidden"/>
                                      </p:to>
                                    </p:set>
                                  </p:childTnLst>
                                </p:cTn>
                              </p:par>
                            </p:childTnLst>
                          </p:cTn>
                        </p:par>
                      </p:childTnLst>
                    </p:cTn>
                  </p:par>
                  <p:par>
                    <p:cTn id="138" fill="hold">
                      <p:stCondLst>
                        <p:cond delay="indefinite"/>
                      </p:stCondLst>
                      <p:childTnLst>
                        <p:par>
                          <p:cTn id="139" fill="hold">
                            <p:stCondLst>
                              <p:cond delay="0"/>
                            </p:stCondLst>
                            <p:childTnLst>
                              <p:par>
                                <p:cTn id="140" presetID="22" presetClass="entr" presetSubtype="8" fill="hold" grpId="0" nodeType="click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wipe(left)">
                                      <p:cBhvr>
                                        <p:cTn id="142" dur="1000"/>
                                        <p:tgtEl>
                                          <p:spTgt spid="31"/>
                                        </p:tgtEl>
                                      </p:cBhvr>
                                    </p:animEffect>
                                  </p:childTnLst>
                                </p:cTn>
                              </p:par>
                            </p:childTnLst>
                          </p:cTn>
                        </p:par>
                        <p:par>
                          <p:cTn id="143" fill="hold">
                            <p:stCondLst>
                              <p:cond delay="1000"/>
                            </p:stCondLst>
                            <p:childTnLst>
                              <p:par>
                                <p:cTn id="144" presetID="22" presetClass="entr" presetSubtype="8" fill="hold" grpId="0" nodeType="afterEffect">
                                  <p:stCondLst>
                                    <p:cond delay="0"/>
                                  </p:stCondLst>
                                  <p:childTnLst>
                                    <p:set>
                                      <p:cBhvr>
                                        <p:cTn id="145" dur="1" fill="hold">
                                          <p:stCondLst>
                                            <p:cond delay="0"/>
                                          </p:stCondLst>
                                        </p:cTn>
                                        <p:tgtEl>
                                          <p:spTgt spid="63"/>
                                        </p:tgtEl>
                                        <p:attrNameLst>
                                          <p:attrName>style.visibility</p:attrName>
                                        </p:attrNameLst>
                                      </p:cBhvr>
                                      <p:to>
                                        <p:strVal val="visible"/>
                                      </p:to>
                                    </p:set>
                                    <p:animEffect transition="in" filter="wipe(left)">
                                      <p:cBhvr>
                                        <p:cTn id="146" dur="500"/>
                                        <p:tgtEl>
                                          <p:spTgt spid="63"/>
                                        </p:tgtEl>
                                      </p:cBhvr>
                                    </p:animEffect>
                                  </p:childTnLst>
                                </p:cTn>
                              </p:par>
                            </p:childTnLst>
                          </p:cTn>
                        </p:par>
                        <p:par>
                          <p:cTn id="147" fill="hold">
                            <p:stCondLst>
                              <p:cond delay="1500"/>
                            </p:stCondLst>
                            <p:childTnLst>
                              <p:par>
                                <p:cTn id="148" presetID="22" presetClass="entr" presetSubtype="1" fill="hold" nodeType="afterEffect">
                                  <p:stCondLst>
                                    <p:cond delay="0"/>
                                  </p:stCondLst>
                                  <p:childTnLst>
                                    <p:set>
                                      <p:cBhvr>
                                        <p:cTn id="149" dur="1" fill="hold">
                                          <p:stCondLst>
                                            <p:cond delay="0"/>
                                          </p:stCondLst>
                                        </p:cTn>
                                        <p:tgtEl>
                                          <p:spTgt spid="71"/>
                                        </p:tgtEl>
                                        <p:attrNameLst>
                                          <p:attrName>style.visibility</p:attrName>
                                        </p:attrNameLst>
                                      </p:cBhvr>
                                      <p:to>
                                        <p:strVal val="visible"/>
                                      </p:to>
                                    </p:set>
                                    <p:animEffect transition="in" filter="wipe(up)">
                                      <p:cBhvr>
                                        <p:cTn id="150" dur="500"/>
                                        <p:tgtEl>
                                          <p:spTgt spid="71"/>
                                        </p:tgtEl>
                                      </p:cBhvr>
                                    </p:animEffect>
                                  </p:childTnLst>
                                </p:cTn>
                              </p:par>
                            </p:childTnLst>
                          </p:cTn>
                        </p:par>
                        <p:par>
                          <p:cTn id="151" fill="hold">
                            <p:stCondLst>
                              <p:cond delay="2000"/>
                            </p:stCondLst>
                            <p:childTnLst>
                              <p:par>
                                <p:cTn id="152" presetID="22" presetClass="entr" presetSubtype="1" fill="hold" grpId="0" nodeType="afterEffect">
                                  <p:stCondLst>
                                    <p:cond delay="0"/>
                                  </p:stCondLst>
                                  <p:childTnLst>
                                    <p:set>
                                      <p:cBhvr>
                                        <p:cTn id="153" dur="1" fill="hold">
                                          <p:stCondLst>
                                            <p:cond delay="0"/>
                                          </p:stCondLst>
                                        </p:cTn>
                                        <p:tgtEl>
                                          <p:spTgt spid="76"/>
                                        </p:tgtEl>
                                        <p:attrNameLst>
                                          <p:attrName>style.visibility</p:attrName>
                                        </p:attrNameLst>
                                      </p:cBhvr>
                                      <p:to>
                                        <p:strVal val="visible"/>
                                      </p:to>
                                    </p:set>
                                    <p:animEffect transition="in" filter="wipe(up)">
                                      <p:cBhvr>
                                        <p:cTn id="154" dur="1000"/>
                                        <p:tgtEl>
                                          <p:spTgt spid="76"/>
                                        </p:tgtEl>
                                      </p:cBhvr>
                                    </p:animEffect>
                                  </p:childTnLst>
                                </p:cTn>
                              </p:par>
                            </p:childTnLst>
                          </p:cTn>
                        </p:par>
                        <p:par>
                          <p:cTn id="155" fill="hold">
                            <p:stCondLst>
                              <p:cond delay="3000"/>
                            </p:stCondLst>
                            <p:childTnLst>
                              <p:par>
                                <p:cTn id="156" presetID="22" presetClass="entr" presetSubtype="1" fill="hold" nodeType="afterEffect">
                                  <p:stCondLst>
                                    <p:cond delay="0"/>
                                  </p:stCondLst>
                                  <p:childTnLst>
                                    <p:set>
                                      <p:cBhvr>
                                        <p:cTn id="157" dur="1" fill="hold">
                                          <p:stCondLst>
                                            <p:cond delay="0"/>
                                          </p:stCondLst>
                                        </p:cTn>
                                        <p:tgtEl>
                                          <p:spTgt spid="72"/>
                                        </p:tgtEl>
                                        <p:attrNameLst>
                                          <p:attrName>style.visibility</p:attrName>
                                        </p:attrNameLst>
                                      </p:cBhvr>
                                      <p:to>
                                        <p:strVal val="visible"/>
                                      </p:to>
                                    </p:set>
                                    <p:animEffect transition="in" filter="wipe(up)">
                                      <p:cBhvr>
                                        <p:cTn id="158" dur="500"/>
                                        <p:tgtEl>
                                          <p:spTgt spid="72"/>
                                        </p:tgtEl>
                                      </p:cBhvr>
                                    </p:animEffect>
                                  </p:childTnLst>
                                </p:cTn>
                              </p:par>
                            </p:childTnLst>
                          </p:cTn>
                        </p:par>
                        <p:par>
                          <p:cTn id="159" fill="hold">
                            <p:stCondLst>
                              <p:cond delay="3500"/>
                            </p:stCondLst>
                            <p:childTnLst>
                              <p:par>
                                <p:cTn id="160" presetID="22" presetClass="entr" presetSubtype="1" fill="hold" grpId="0" nodeType="afterEffect">
                                  <p:stCondLst>
                                    <p:cond delay="0"/>
                                  </p:stCondLst>
                                  <p:childTnLst>
                                    <p:set>
                                      <p:cBhvr>
                                        <p:cTn id="161" dur="1" fill="hold">
                                          <p:stCondLst>
                                            <p:cond delay="0"/>
                                          </p:stCondLst>
                                        </p:cTn>
                                        <p:tgtEl>
                                          <p:spTgt spid="75"/>
                                        </p:tgtEl>
                                        <p:attrNameLst>
                                          <p:attrName>style.visibility</p:attrName>
                                        </p:attrNameLst>
                                      </p:cBhvr>
                                      <p:to>
                                        <p:strVal val="visible"/>
                                      </p:to>
                                    </p:set>
                                    <p:animEffect transition="in" filter="wipe(up)">
                                      <p:cBhvr>
                                        <p:cTn id="162" dur="1000"/>
                                        <p:tgtEl>
                                          <p:spTgt spid="75"/>
                                        </p:tgtEl>
                                      </p:cBhvr>
                                    </p:animEffect>
                                  </p:childTnLst>
                                </p:cTn>
                              </p:par>
                            </p:childTnLst>
                          </p:cTn>
                        </p:par>
                        <p:par>
                          <p:cTn id="163" fill="hold">
                            <p:stCondLst>
                              <p:cond delay="4500"/>
                            </p:stCondLst>
                            <p:childTnLst>
                              <p:par>
                                <p:cTn id="164" presetID="22" presetClass="exit" presetSubtype="8" fill="hold" grpId="1" nodeType="afterEffect">
                                  <p:stCondLst>
                                    <p:cond delay="0"/>
                                  </p:stCondLst>
                                  <p:childTnLst>
                                    <p:animEffect transition="out" filter="wipe(left)">
                                      <p:cBhvr>
                                        <p:cTn id="165" dur="500"/>
                                        <p:tgtEl>
                                          <p:spTgt spid="31"/>
                                        </p:tgtEl>
                                      </p:cBhvr>
                                    </p:animEffect>
                                    <p:set>
                                      <p:cBhvr>
                                        <p:cTn id="166" dur="1" fill="hold">
                                          <p:stCondLst>
                                            <p:cond delay="499"/>
                                          </p:stCondLst>
                                        </p:cTn>
                                        <p:tgtEl>
                                          <p:spTgt spid="31"/>
                                        </p:tgtEl>
                                        <p:attrNameLst>
                                          <p:attrName>style.visibility</p:attrName>
                                        </p:attrNameLst>
                                      </p:cBhvr>
                                      <p:to>
                                        <p:strVal val="hidden"/>
                                      </p:to>
                                    </p:set>
                                  </p:childTnLst>
                                </p:cTn>
                              </p:par>
                            </p:childTnLst>
                          </p:cTn>
                        </p:par>
                      </p:childTnLst>
                    </p:cTn>
                  </p:par>
                  <p:par>
                    <p:cTn id="167" fill="hold">
                      <p:stCondLst>
                        <p:cond delay="indefinite"/>
                      </p:stCondLst>
                      <p:childTnLst>
                        <p:par>
                          <p:cTn id="168" fill="hold">
                            <p:stCondLst>
                              <p:cond delay="0"/>
                            </p:stCondLst>
                            <p:childTnLst>
                              <p:par>
                                <p:cTn id="169" presetID="22" presetClass="entr" presetSubtype="8" fill="hold" grpId="0" nodeType="clickEffect">
                                  <p:stCondLst>
                                    <p:cond delay="0"/>
                                  </p:stCondLst>
                                  <p:childTnLst>
                                    <p:set>
                                      <p:cBhvr>
                                        <p:cTn id="170" dur="1" fill="hold">
                                          <p:stCondLst>
                                            <p:cond delay="0"/>
                                          </p:stCondLst>
                                        </p:cTn>
                                        <p:tgtEl>
                                          <p:spTgt spid="33"/>
                                        </p:tgtEl>
                                        <p:attrNameLst>
                                          <p:attrName>style.visibility</p:attrName>
                                        </p:attrNameLst>
                                      </p:cBhvr>
                                      <p:to>
                                        <p:strVal val="visible"/>
                                      </p:to>
                                    </p:set>
                                    <p:animEffect transition="in" filter="wipe(left)">
                                      <p:cBhvr>
                                        <p:cTn id="171" dur="1000"/>
                                        <p:tgtEl>
                                          <p:spTgt spid="33"/>
                                        </p:tgtEl>
                                      </p:cBhvr>
                                    </p:animEffect>
                                  </p:childTnLst>
                                </p:cTn>
                              </p:par>
                            </p:childTnLst>
                          </p:cTn>
                        </p:par>
                        <p:par>
                          <p:cTn id="172" fill="hold">
                            <p:stCondLst>
                              <p:cond delay="1000"/>
                            </p:stCondLst>
                            <p:childTnLst>
                              <p:par>
                                <p:cTn id="173" presetID="22" presetClass="entr" presetSubtype="8" fill="hold" grpId="0" nodeType="afterEffect">
                                  <p:stCondLst>
                                    <p:cond delay="0"/>
                                  </p:stCondLst>
                                  <p:childTnLst>
                                    <p:set>
                                      <p:cBhvr>
                                        <p:cTn id="174" dur="1" fill="hold">
                                          <p:stCondLst>
                                            <p:cond delay="0"/>
                                          </p:stCondLst>
                                        </p:cTn>
                                        <p:tgtEl>
                                          <p:spTgt spid="53"/>
                                        </p:tgtEl>
                                        <p:attrNameLst>
                                          <p:attrName>style.visibility</p:attrName>
                                        </p:attrNameLst>
                                      </p:cBhvr>
                                      <p:to>
                                        <p:strVal val="visible"/>
                                      </p:to>
                                    </p:set>
                                    <p:animEffect transition="in" filter="wipe(left)">
                                      <p:cBhvr>
                                        <p:cTn id="175" dur="500"/>
                                        <p:tgtEl>
                                          <p:spTgt spid="53"/>
                                        </p:tgtEl>
                                      </p:cBhvr>
                                    </p:animEffect>
                                  </p:childTnLst>
                                </p:cTn>
                              </p:par>
                            </p:childTnLst>
                          </p:cTn>
                        </p:par>
                        <p:par>
                          <p:cTn id="176" fill="hold">
                            <p:stCondLst>
                              <p:cond delay="1500"/>
                            </p:stCondLst>
                            <p:childTnLst>
                              <p:par>
                                <p:cTn id="177" presetID="22" presetClass="entr" presetSubtype="4" fill="hold" grpId="0" nodeType="afterEffect">
                                  <p:stCondLst>
                                    <p:cond delay="0"/>
                                  </p:stCondLst>
                                  <p:childTnLst>
                                    <p:set>
                                      <p:cBhvr>
                                        <p:cTn id="178" dur="1" fill="hold">
                                          <p:stCondLst>
                                            <p:cond delay="0"/>
                                          </p:stCondLst>
                                        </p:cTn>
                                        <p:tgtEl>
                                          <p:spTgt spid="50"/>
                                        </p:tgtEl>
                                        <p:attrNameLst>
                                          <p:attrName>style.visibility</p:attrName>
                                        </p:attrNameLst>
                                      </p:cBhvr>
                                      <p:to>
                                        <p:strVal val="visible"/>
                                      </p:to>
                                    </p:set>
                                    <p:animEffect transition="in" filter="wipe(down)">
                                      <p:cBhvr>
                                        <p:cTn id="179" dur="1000"/>
                                        <p:tgtEl>
                                          <p:spTgt spid="50"/>
                                        </p:tgtEl>
                                      </p:cBhvr>
                                    </p:animEffect>
                                  </p:childTnLst>
                                </p:cTn>
                              </p:par>
                            </p:childTnLst>
                          </p:cTn>
                        </p:par>
                      </p:childTnLst>
                    </p:cTn>
                  </p:par>
                  <p:par>
                    <p:cTn id="180" fill="hold">
                      <p:stCondLst>
                        <p:cond delay="indefinite"/>
                      </p:stCondLst>
                      <p:childTnLst>
                        <p:par>
                          <p:cTn id="181" fill="hold">
                            <p:stCondLst>
                              <p:cond delay="0"/>
                            </p:stCondLst>
                            <p:childTnLst>
                              <p:par>
                                <p:cTn id="182" presetID="22" presetClass="entr" presetSubtype="8" fill="hold" grpId="0" nodeType="clickEffect">
                                  <p:stCondLst>
                                    <p:cond delay="0"/>
                                  </p:stCondLst>
                                  <p:childTnLst>
                                    <p:set>
                                      <p:cBhvr>
                                        <p:cTn id="183" dur="1" fill="hold">
                                          <p:stCondLst>
                                            <p:cond delay="0"/>
                                          </p:stCondLst>
                                        </p:cTn>
                                        <p:tgtEl>
                                          <p:spTgt spid="38"/>
                                        </p:tgtEl>
                                        <p:attrNameLst>
                                          <p:attrName>style.visibility</p:attrName>
                                        </p:attrNameLst>
                                      </p:cBhvr>
                                      <p:to>
                                        <p:strVal val="visible"/>
                                      </p:to>
                                    </p:set>
                                    <p:animEffect transition="in" filter="wipe(left)">
                                      <p:cBhvr>
                                        <p:cTn id="184" dur="1000"/>
                                        <p:tgtEl>
                                          <p:spTgt spid="38"/>
                                        </p:tgtEl>
                                      </p:cBhvr>
                                    </p:animEffect>
                                  </p:childTnLst>
                                </p:cTn>
                              </p:par>
                            </p:childTnLst>
                          </p:cTn>
                        </p:par>
                        <p:par>
                          <p:cTn id="185" fill="hold">
                            <p:stCondLst>
                              <p:cond delay="1000"/>
                            </p:stCondLst>
                            <p:childTnLst>
                              <p:par>
                                <p:cTn id="186" presetID="22" presetClass="entr" presetSubtype="8" fill="hold" nodeType="afterEffect">
                                  <p:stCondLst>
                                    <p:cond delay="0"/>
                                  </p:stCondLst>
                                  <p:childTnLst>
                                    <p:set>
                                      <p:cBhvr>
                                        <p:cTn id="187" dur="1" fill="hold">
                                          <p:stCondLst>
                                            <p:cond delay="0"/>
                                          </p:stCondLst>
                                        </p:cTn>
                                        <p:tgtEl>
                                          <p:spTgt spid="34"/>
                                        </p:tgtEl>
                                        <p:attrNameLst>
                                          <p:attrName>style.visibility</p:attrName>
                                        </p:attrNameLst>
                                      </p:cBhvr>
                                      <p:to>
                                        <p:strVal val="visible"/>
                                      </p:to>
                                    </p:set>
                                    <p:animEffect transition="in" filter="wipe(left)">
                                      <p:cBhvr>
                                        <p:cTn id="188" dur="2000"/>
                                        <p:tgtEl>
                                          <p:spTgt spid="34"/>
                                        </p:tgtEl>
                                      </p:cBhvr>
                                    </p:animEffect>
                                  </p:childTnLst>
                                </p:cTn>
                              </p:par>
                              <p:par>
                                <p:cTn id="189" presetID="22" presetClass="entr" presetSubtype="8" fill="hold" grpId="0" nodeType="withEffect">
                                  <p:stCondLst>
                                    <p:cond delay="0"/>
                                  </p:stCondLst>
                                  <p:childTnLst>
                                    <p:set>
                                      <p:cBhvr>
                                        <p:cTn id="190" dur="1" fill="hold">
                                          <p:stCondLst>
                                            <p:cond delay="0"/>
                                          </p:stCondLst>
                                        </p:cTn>
                                        <p:tgtEl>
                                          <p:spTgt spid="39"/>
                                        </p:tgtEl>
                                        <p:attrNameLst>
                                          <p:attrName>style.visibility</p:attrName>
                                        </p:attrNameLst>
                                      </p:cBhvr>
                                      <p:to>
                                        <p:strVal val="visible"/>
                                      </p:to>
                                    </p:set>
                                    <p:animEffect transition="in" filter="wipe(left)">
                                      <p:cBhvr>
                                        <p:cTn id="191" dur="1000"/>
                                        <p:tgtEl>
                                          <p:spTgt spid="39"/>
                                        </p:tgtEl>
                                      </p:cBhvr>
                                    </p:animEffect>
                                  </p:childTnLst>
                                </p:cTn>
                              </p:par>
                              <p:par>
                                <p:cTn id="192" presetID="22" presetClass="entr" presetSubtype="8" fill="hold" grpId="0" nodeType="withEffect">
                                  <p:stCondLst>
                                    <p:cond delay="1000"/>
                                  </p:stCondLst>
                                  <p:childTnLst>
                                    <p:set>
                                      <p:cBhvr>
                                        <p:cTn id="193" dur="1" fill="hold">
                                          <p:stCondLst>
                                            <p:cond delay="0"/>
                                          </p:stCondLst>
                                        </p:cTn>
                                        <p:tgtEl>
                                          <p:spTgt spid="36"/>
                                        </p:tgtEl>
                                        <p:attrNameLst>
                                          <p:attrName>style.visibility</p:attrName>
                                        </p:attrNameLst>
                                      </p:cBhvr>
                                      <p:to>
                                        <p:strVal val="visible"/>
                                      </p:to>
                                    </p:set>
                                    <p:animEffect transition="in" filter="wipe(left)">
                                      <p:cBhvr>
                                        <p:cTn id="194" dur="1000"/>
                                        <p:tgtEl>
                                          <p:spTgt spid="36"/>
                                        </p:tgtEl>
                                      </p:cBhvr>
                                    </p:animEffect>
                                  </p:childTnLst>
                                </p:cTn>
                              </p:par>
                            </p:childTnLst>
                          </p:cTn>
                        </p:par>
                        <p:par>
                          <p:cTn id="195" fill="hold">
                            <p:stCondLst>
                              <p:cond delay="3000"/>
                            </p:stCondLst>
                            <p:childTnLst>
                              <p:par>
                                <p:cTn id="196" presetID="22" presetClass="exit" presetSubtype="8" fill="hold" grpId="1" nodeType="afterEffect">
                                  <p:stCondLst>
                                    <p:cond delay="0"/>
                                  </p:stCondLst>
                                  <p:childTnLst>
                                    <p:animEffect transition="out" filter="wipe(left)">
                                      <p:cBhvr>
                                        <p:cTn id="197" dur="500"/>
                                        <p:tgtEl>
                                          <p:spTgt spid="33"/>
                                        </p:tgtEl>
                                      </p:cBhvr>
                                    </p:animEffect>
                                    <p:set>
                                      <p:cBhvr>
                                        <p:cTn id="198" dur="1" fill="hold">
                                          <p:stCondLst>
                                            <p:cond delay="499"/>
                                          </p:stCondLst>
                                        </p:cTn>
                                        <p:tgtEl>
                                          <p:spTgt spid="33"/>
                                        </p:tgtEl>
                                        <p:attrNameLst>
                                          <p:attrName>style.visibility</p:attrName>
                                        </p:attrNameLst>
                                      </p:cBhvr>
                                      <p:to>
                                        <p:strVal val="hidden"/>
                                      </p:to>
                                    </p:set>
                                  </p:childTnLst>
                                </p:cTn>
                              </p:par>
                            </p:childTnLst>
                          </p:cTn>
                        </p:par>
                      </p:childTnLst>
                    </p:cTn>
                  </p:par>
                  <p:par>
                    <p:cTn id="199" fill="hold">
                      <p:stCondLst>
                        <p:cond delay="indefinite"/>
                      </p:stCondLst>
                      <p:childTnLst>
                        <p:par>
                          <p:cTn id="200" fill="hold">
                            <p:stCondLst>
                              <p:cond delay="0"/>
                            </p:stCondLst>
                            <p:childTnLst>
                              <p:par>
                                <p:cTn id="201" presetID="22" presetClass="entr" presetSubtype="8" fill="hold" grpId="0" nodeType="clickEffect">
                                  <p:stCondLst>
                                    <p:cond delay="0"/>
                                  </p:stCondLst>
                                  <p:childTnLst>
                                    <p:set>
                                      <p:cBhvr>
                                        <p:cTn id="202" dur="1" fill="hold">
                                          <p:stCondLst>
                                            <p:cond delay="0"/>
                                          </p:stCondLst>
                                        </p:cTn>
                                        <p:tgtEl>
                                          <p:spTgt spid="32"/>
                                        </p:tgtEl>
                                        <p:attrNameLst>
                                          <p:attrName>style.visibility</p:attrName>
                                        </p:attrNameLst>
                                      </p:cBhvr>
                                      <p:to>
                                        <p:strVal val="visible"/>
                                      </p:to>
                                    </p:set>
                                    <p:animEffect transition="in" filter="wipe(left)">
                                      <p:cBhvr>
                                        <p:cTn id="203" dur="500"/>
                                        <p:tgtEl>
                                          <p:spTgt spid="32"/>
                                        </p:tgtEl>
                                      </p:cBhvr>
                                    </p:animEffect>
                                  </p:childTnLst>
                                </p:cTn>
                              </p:par>
                            </p:childTnLst>
                          </p:cTn>
                        </p:par>
                        <p:par>
                          <p:cTn id="204" fill="hold">
                            <p:stCondLst>
                              <p:cond delay="500"/>
                            </p:stCondLst>
                            <p:childTnLst>
                              <p:par>
                                <p:cTn id="205" presetID="22" presetClass="entr" presetSubtype="8" fill="hold" grpId="0" nodeType="afterEffect">
                                  <p:stCondLst>
                                    <p:cond delay="0"/>
                                  </p:stCondLst>
                                  <p:childTnLst>
                                    <p:set>
                                      <p:cBhvr>
                                        <p:cTn id="206" dur="1" fill="hold">
                                          <p:stCondLst>
                                            <p:cond delay="0"/>
                                          </p:stCondLst>
                                        </p:cTn>
                                        <p:tgtEl>
                                          <p:spTgt spid="40"/>
                                        </p:tgtEl>
                                        <p:attrNameLst>
                                          <p:attrName>style.visibility</p:attrName>
                                        </p:attrNameLst>
                                      </p:cBhvr>
                                      <p:to>
                                        <p:strVal val="visible"/>
                                      </p:to>
                                    </p:set>
                                    <p:animEffect transition="in" filter="wipe(left)">
                                      <p:cBhvr>
                                        <p:cTn id="207" dur="1000"/>
                                        <p:tgtEl>
                                          <p:spTgt spid="40"/>
                                        </p:tgtEl>
                                      </p:cBhvr>
                                    </p:animEffect>
                                  </p:childTnLst>
                                </p:cTn>
                              </p:par>
                            </p:childTnLst>
                          </p:cTn>
                        </p:par>
                        <p:par>
                          <p:cTn id="208" fill="hold">
                            <p:stCondLst>
                              <p:cond delay="1500"/>
                            </p:stCondLst>
                            <p:childTnLst>
                              <p:par>
                                <p:cTn id="209" presetID="22" presetClass="entr" presetSubtype="1" fill="hold" nodeType="afterEffect">
                                  <p:stCondLst>
                                    <p:cond delay="0"/>
                                  </p:stCondLst>
                                  <p:childTnLst>
                                    <p:set>
                                      <p:cBhvr>
                                        <p:cTn id="210" dur="1" fill="hold">
                                          <p:stCondLst>
                                            <p:cond delay="0"/>
                                          </p:stCondLst>
                                        </p:cTn>
                                        <p:tgtEl>
                                          <p:spTgt spid="2"/>
                                        </p:tgtEl>
                                        <p:attrNameLst>
                                          <p:attrName>style.visibility</p:attrName>
                                        </p:attrNameLst>
                                      </p:cBhvr>
                                      <p:to>
                                        <p:strVal val="visible"/>
                                      </p:to>
                                    </p:set>
                                    <p:animEffect transition="in" filter="wipe(up)">
                                      <p:cBhvr>
                                        <p:cTn id="21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6" grpId="0" uiExpand="1" build="p"/>
      <p:bldP spid="19" grpId="0" uiExpand="1" build="p"/>
      <p:bldP spid="31" grpId="0" animBg="1"/>
      <p:bldP spid="31" grpId="1" animBg="1"/>
      <p:bldP spid="27" grpId="0" animBg="1"/>
      <p:bldP spid="27" grpId="1" animBg="1"/>
      <p:bldP spid="35" grpId="0" animBg="1"/>
      <p:bldP spid="35" grpId="1" animBg="1"/>
      <p:bldP spid="33" grpId="0" animBg="1"/>
      <p:bldP spid="33" grpId="1" animBg="1"/>
      <p:bldP spid="10" grpId="0"/>
      <p:bldP spid="26" grpId="0" animBg="1"/>
      <p:bldP spid="37" grpId="0"/>
      <p:bldP spid="49" grpId="0" animBg="1"/>
      <p:bldP spid="45" grpId="0" animBg="1"/>
      <p:bldP spid="47" grpId="0" animBg="1"/>
      <p:bldP spid="42" grpId="0" animBg="1"/>
      <p:bldP spid="46" grpId="0" animBg="1"/>
      <p:bldP spid="48" grpId="0" animBg="1"/>
      <p:bldP spid="44" grpId="0" animBg="1"/>
      <p:bldP spid="43" grpId="0" animBg="1"/>
      <p:bldP spid="63" grpId="0"/>
      <p:bldP spid="76" grpId="0" animBg="1"/>
      <p:bldP spid="75" grpId="0" animBg="1"/>
      <p:bldP spid="38" grpId="0" animBg="1"/>
      <p:bldP spid="39" grpId="0" animBg="1"/>
      <p:bldP spid="36" grpId="0" animBg="1"/>
      <p:bldP spid="53" grpId="0"/>
      <p:bldP spid="50" grpId="0" animBg="1"/>
      <p:bldP spid="32" grpId="0"/>
      <p:bldP spid="40"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17" name="Pet - Text">
            <a:extLst>
              <a:ext uri="{FF2B5EF4-FFF2-40B4-BE49-F238E27FC236}">
                <a16:creationId xmlns:a16="http://schemas.microsoft.com/office/drawing/2014/main" id="{4CA12722-67FD-1D61-B738-175BB9CB27FD}"/>
              </a:ext>
            </a:extLst>
          </p:cNvPr>
          <p:cNvSpPr txBox="1"/>
          <p:nvPr/>
        </p:nvSpPr>
        <p:spPr>
          <a:xfrm>
            <a:off x="274510" y="3318733"/>
            <a:ext cx="1771650" cy="369332"/>
          </a:xfrm>
          <a:prstGeom prst="rect">
            <a:avLst/>
          </a:prstGeom>
          <a:noFill/>
        </p:spPr>
        <p:txBody>
          <a:bodyPr wrap="square" rtlCol="0">
            <a:spAutoFit/>
          </a:bodyPr>
          <a:lstStyle/>
          <a:p>
            <a:r>
              <a:rPr lang="en-GB" b="1" dirty="0"/>
              <a:t>Table: Pet</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nvGraphicFramePr>
        <p:xfrm>
          <a:off x="360233"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6" name="SQL Statement">
            <a:extLst>
              <a:ext uri="{FF2B5EF4-FFF2-40B4-BE49-F238E27FC236}">
                <a16:creationId xmlns:a16="http://schemas.microsoft.com/office/drawing/2014/main" id="{BB3F14BF-DCE7-8211-AF0F-D5BAFB7215FB}"/>
              </a:ext>
            </a:extLst>
          </p:cNvPr>
          <p:cNvSpPr>
            <a:spLocks noChangeArrowheads="1"/>
          </p:cNvSpPr>
          <p:nvPr/>
        </p:nvSpPr>
        <p:spPr bwMode="auto">
          <a:xfrm>
            <a:off x="619125" y="1376445"/>
            <a:ext cx="3288080"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AND </a:t>
            </a:r>
            <a:r>
              <a:rPr lang="en-US" altLang="en-US" sz="2000" dirty="0">
                <a:solidFill>
                  <a:srgbClr val="000000"/>
                </a:solidFill>
                <a:latin typeface="Consolas" panose="020B0609020204030204" pitchFamily="49" charset="0"/>
              </a:rPr>
              <a:t>age &lt; </a:t>
            </a:r>
            <a:r>
              <a:rPr lang="en-US" altLang="en-US" sz="2000" dirty="0">
                <a:solidFill>
                  <a:srgbClr val="0086B3"/>
                </a:solidFill>
                <a:latin typeface="Consolas" panose="020B0609020204030204" pitchFamily="49" charset="0"/>
              </a:rPr>
              <a:t>10</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5 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lang="en-US" altLang="en-US" sz="2000" dirty="0">
              <a:latin typeface="Consolas" panose="020B0609020204030204" pitchFamily="49" charset="0"/>
            </a:endParaRPr>
          </a:p>
        </p:txBody>
      </p:sp>
      <p:sp>
        <p:nvSpPr>
          <p:cNvPr id="19" name="Order of Operations">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sp>
        <p:nvSpPr>
          <p:cNvPr id="26" name="WHERE - Arrow - Left">
            <a:extLst>
              <a:ext uri="{FF2B5EF4-FFF2-40B4-BE49-F238E27FC236}">
                <a16:creationId xmlns:a16="http://schemas.microsoft.com/office/drawing/2014/main" id="{1A22687F-9CC3-77DA-888E-EB02C1FDEFA4}"/>
              </a:ext>
            </a:extLst>
          </p:cNvPr>
          <p:cNvSpPr/>
          <p:nvPr/>
        </p:nvSpPr>
        <p:spPr>
          <a:xfrm>
            <a:off x="2420059"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3" name="WHERE - Table">
            <a:extLst>
              <a:ext uri="{FF2B5EF4-FFF2-40B4-BE49-F238E27FC236}">
                <a16:creationId xmlns:a16="http://schemas.microsoft.com/office/drawing/2014/main" id="{DA0004D0-54C5-7FE3-495E-2E40E17F56E7}"/>
              </a:ext>
            </a:extLst>
          </p:cNvPr>
          <p:cNvGraphicFramePr>
            <a:graphicFrameLocks noGrp="1"/>
          </p:cNvGraphicFramePr>
          <p:nvPr/>
        </p:nvGraphicFramePr>
        <p:xfrm>
          <a:off x="2903217" y="3639801"/>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cxnSp>
        <p:nvCxnSpPr>
          <p:cNvPr id="51" name="WHERE - Arrow - Type">
            <a:extLst>
              <a:ext uri="{FF2B5EF4-FFF2-40B4-BE49-F238E27FC236}">
                <a16:creationId xmlns:a16="http://schemas.microsoft.com/office/drawing/2014/main" id="{B2D81B2D-4987-42CA-8D6D-43906A2EC175}"/>
              </a:ext>
            </a:extLst>
          </p:cNvPr>
          <p:cNvCxnSpPr>
            <a:cxnSpLocks/>
          </p:cNvCxnSpPr>
          <p:nvPr/>
        </p:nvCxnSpPr>
        <p:spPr>
          <a:xfrm flipH="1">
            <a:off x="4195656" y="3264624"/>
            <a:ext cx="298411" cy="362872"/>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2" name="WHERE - Arrow - Age">
            <a:extLst>
              <a:ext uri="{FF2B5EF4-FFF2-40B4-BE49-F238E27FC236}">
                <a16:creationId xmlns:a16="http://schemas.microsoft.com/office/drawing/2014/main" id="{9333E855-31ED-4E6B-82EC-DCA7F6CBC7F6}"/>
              </a:ext>
            </a:extLst>
          </p:cNvPr>
          <p:cNvCxnSpPr>
            <a:cxnSpLocks/>
          </p:cNvCxnSpPr>
          <p:nvPr/>
        </p:nvCxnSpPr>
        <p:spPr>
          <a:xfrm>
            <a:off x="4494067" y="3264624"/>
            <a:ext cx="209327" cy="362872"/>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9" name="Pepper - Yellow">
            <a:extLst>
              <a:ext uri="{FF2B5EF4-FFF2-40B4-BE49-F238E27FC236}">
                <a16:creationId xmlns:a16="http://schemas.microsoft.com/office/drawing/2014/main" id="{8E30FF34-BC35-4A8B-A41B-A0E7794E8E93}"/>
              </a:ext>
            </a:extLst>
          </p:cNvPr>
          <p:cNvSpPr/>
          <p:nvPr/>
        </p:nvSpPr>
        <p:spPr>
          <a:xfrm>
            <a:off x="3713567" y="3986027"/>
            <a:ext cx="788106" cy="294526"/>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Snowy - Yellow">
            <a:extLst>
              <a:ext uri="{FF2B5EF4-FFF2-40B4-BE49-F238E27FC236}">
                <a16:creationId xmlns:a16="http://schemas.microsoft.com/office/drawing/2014/main" id="{BFF977AB-31E8-4CF0-AC67-B3BA3353BB9D}"/>
              </a:ext>
            </a:extLst>
          </p:cNvPr>
          <p:cNvSpPr/>
          <p:nvPr/>
        </p:nvSpPr>
        <p:spPr>
          <a:xfrm>
            <a:off x="3715666" y="4617463"/>
            <a:ext cx="78810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Snowy - Purple">
            <a:extLst>
              <a:ext uri="{FF2B5EF4-FFF2-40B4-BE49-F238E27FC236}">
                <a16:creationId xmlns:a16="http://schemas.microsoft.com/office/drawing/2014/main" id="{6EE97270-3EB8-4AD7-8307-1840358483FD}"/>
              </a:ext>
            </a:extLst>
          </p:cNvPr>
          <p:cNvSpPr/>
          <p:nvPr/>
        </p:nvSpPr>
        <p:spPr>
          <a:xfrm>
            <a:off x="4511470" y="4616304"/>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Snowy - Row">
            <a:extLst>
              <a:ext uri="{FF2B5EF4-FFF2-40B4-BE49-F238E27FC236}">
                <a16:creationId xmlns:a16="http://schemas.microsoft.com/office/drawing/2014/main" id="{83271580-F433-4F4F-8561-2DA25E02F2D3}"/>
              </a:ext>
            </a:extLst>
          </p:cNvPr>
          <p:cNvSpPr/>
          <p:nvPr/>
        </p:nvSpPr>
        <p:spPr>
          <a:xfrm>
            <a:off x="2852577" y="462039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9B7BDE56-4A4F-4D90-B635-8437BD30F9B3}"/>
              </a:ext>
            </a:extLst>
          </p:cNvPr>
          <p:cNvSpPr/>
          <p:nvPr/>
        </p:nvSpPr>
        <p:spPr>
          <a:xfrm>
            <a:off x="3715667" y="5583557"/>
            <a:ext cx="785649"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Kitty - Purple">
            <a:extLst>
              <a:ext uri="{FF2B5EF4-FFF2-40B4-BE49-F238E27FC236}">
                <a16:creationId xmlns:a16="http://schemas.microsoft.com/office/drawing/2014/main" id="{9475256E-05FD-409B-9B61-B36D8E8FAE33}"/>
              </a:ext>
            </a:extLst>
          </p:cNvPr>
          <p:cNvSpPr/>
          <p:nvPr/>
        </p:nvSpPr>
        <p:spPr>
          <a:xfrm>
            <a:off x="4508178" y="5591177"/>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 name="Kitty - Row">
            <a:extLst>
              <a:ext uri="{FF2B5EF4-FFF2-40B4-BE49-F238E27FC236}">
                <a16:creationId xmlns:a16="http://schemas.microsoft.com/office/drawing/2014/main" id="{02B25370-6891-4B68-8B6D-5A83B5C508E4}"/>
              </a:ext>
            </a:extLst>
          </p:cNvPr>
          <p:cNvSpPr/>
          <p:nvPr/>
        </p:nvSpPr>
        <p:spPr>
          <a:xfrm>
            <a:off x="2852576" y="558402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SELECT - Arrow">
            <a:extLst>
              <a:ext uri="{FF2B5EF4-FFF2-40B4-BE49-F238E27FC236}">
                <a16:creationId xmlns:a16="http://schemas.microsoft.com/office/drawing/2014/main" id="{12735B52-F70C-8511-82FF-DD98CDFED39E}"/>
              </a:ext>
            </a:extLst>
          </p:cNvPr>
          <p:cNvSpPr/>
          <p:nvPr/>
        </p:nvSpPr>
        <p:spPr>
          <a:xfrm>
            <a:off x="4962641" y="4007157"/>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62" name="SELECT - Table">
            <a:extLst>
              <a:ext uri="{FF2B5EF4-FFF2-40B4-BE49-F238E27FC236}">
                <a16:creationId xmlns:a16="http://schemas.microsoft.com/office/drawing/2014/main" id="{2B9122F8-6167-4D85-A839-C4D5DBB12F55}"/>
              </a:ext>
            </a:extLst>
          </p:cNvPr>
          <p:cNvGraphicFramePr>
            <a:graphicFrameLocks noGrp="1"/>
          </p:cNvGraphicFramePr>
          <p:nvPr/>
        </p:nvGraphicFramePr>
        <p:xfrm>
          <a:off x="5465929" y="3632872"/>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bl>
          </a:graphicData>
        </a:graphic>
      </p:graphicFrame>
      <p:cxnSp>
        <p:nvCxnSpPr>
          <p:cNvPr id="71" name="SELECT - Arrow -  Name">
            <a:extLst>
              <a:ext uri="{FF2B5EF4-FFF2-40B4-BE49-F238E27FC236}">
                <a16:creationId xmlns:a16="http://schemas.microsoft.com/office/drawing/2014/main" id="{5EFE38C2-8439-4C5F-9F74-44013184CA32}"/>
              </a:ext>
            </a:extLst>
          </p:cNvPr>
          <p:cNvCxnSpPr>
            <a:cxnSpLocks/>
            <a:endCxn id="76" idx="0"/>
          </p:cNvCxnSpPr>
          <p:nvPr/>
        </p:nvCxnSpPr>
        <p:spPr>
          <a:xfrm flipH="1">
            <a:off x="5844478" y="3102776"/>
            <a:ext cx="335933" cy="496052"/>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ELECT - Arrow -  Age">
            <a:extLst>
              <a:ext uri="{FF2B5EF4-FFF2-40B4-BE49-F238E27FC236}">
                <a16:creationId xmlns:a16="http://schemas.microsoft.com/office/drawing/2014/main" id="{CB1B2BAC-3D1A-47A0-875C-8C332C63A9A8}"/>
              </a:ext>
            </a:extLst>
          </p:cNvPr>
          <p:cNvCxnSpPr>
            <a:cxnSpLocks/>
            <a:endCxn id="75" idx="0"/>
          </p:cNvCxnSpPr>
          <p:nvPr/>
        </p:nvCxnSpPr>
        <p:spPr>
          <a:xfrm>
            <a:off x="7031371" y="3102776"/>
            <a:ext cx="245820" cy="49605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SEELCT - Name - Column">
            <a:extLst>
              <a:ext uri="{FF2B5EF4-FFF2-40B4-BE49-F238E27FC236}">
                <a16:creationId xmlns:a16="http://schemas.microsoft.com/office/drawing/2014/main" id="{6EEFB8EA-38EB-40F0-ACDB-32F4A15C8012}"/>
              </a:ext>
            </a:extLst>
          </p:cNvPr>
          <p:cNvSpPr/>
          <p:nvPr/>
        </p:nvSpPr>
        <p:spPr>
          <a:xfrm>
            <a:off x="5448478" y="3598828"/>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5" name="SELECT - Age - Column">
            <a:extLst>
              <a:ext uri="{FF2B5EF4-FFF2-40B4-BE49-F238E27FC236}">
                <a16:creationId xmlns:a16="http://schemas.microsoft.com/office/drawing/2014/main" id="{C0AD6763-50D9-4E2A-B402-55C2BB0C7BE6}"/>
              </a:ext>
            </a:extLst>
          </p:cNvPr>
          <p:cNvSpPr/>
          <p:nvPr/>
        </p:nvSpPr>
        <p:spPr>
          <a:xfrm>
            <a:off x="7043191" y="3598829"/>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RDER BY - Arrow">
            <a:extLst>
              <a:ext uri="{FF2B5EF4-FFF2-40B4-BE49-F238E27FC236}">
                <a16:creationId xmlns:a16="http://schemas.microsoft.com/office/drawing/2014/main" id="{41B03BC3-B622-38BA-3963-2997C3543829}"/>
              </a:ext>
            </a:extLst>
          </p:cNvPr>
          <p:cNvSpPr/>
          <p:nvPr/>
        </p:nvSpPr>
        <p:spPr>
          <a:xfrm>
            <a:off x="7533547"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4" name="ORDER BY - Table">
            <a:extLst>
              <a:ext uri="{FF2B5EF4-FFF2-40B4-BE49-F238E27FC236}">
                <a16:creationId xmlns:a16="http://schemas.microsoft.com/office/drawing/2014/main" id="{E0BBC3ED-5980-4555-A8A3-099E898A9ACE}"/>
              </a:ext>
            </a:extLst>
          </p:cNvPr>
          <p:cNvGraphicFramePr>
            <a:graphicFrameLocks noGrp="1"/>
          </p:cNvGraphicFramePr>
          <p:nvPr/>
        </p:nvGraphicFramePr>
        <p:xfrm>
          <a:off x="8039726" y="3632651"/>
          <a:ext cx="20422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Snowy</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759566993"/>
                  </a:ext>
                </a:extLst>
              </a:tr>
            </a:tbl>
          </a:graphicData>
        </a:graphic>
      </p:graphicFrame>
      <p:sp>
        <p:nvSpPr>
          <p:cNvPr id="39" name="ORDER BY - Name - Column">
            <a:extLst>
              <a:ext uri="{FF2B5EF4-FFF2-40B4-BE49-F238E27FC236}">
                <a16:creationId xmlns:a16="http://schemas.microsoft.com/office/drawing/2014/main" id="{06443A74-850B-4B68-B57B-3EBF9399648C}"/>
              </a:ext>
            </a:extLst>
          </p:cNvPr>
          <p:cNvSpPr/>
          <p:nvPr/>
        </p:nvSpPr>
        <p:spPr>
          <a:xfrm>
            <a:off x="8022275" y="3598607"/>
            <a:ext cx="792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ORDER BY - Age - Column">
            <a:extLst>
              <a:ext uri="{FF2B5EF4-FFF2-40B4-BE49-F238E27FC236}">
                <a16:creationId xmlns:a16="http://schemas.microsoft.com/office/drawing/2014/main" id="{83B5CED2-59DA-499C-8C7B-D1D61E8D6792}"/>
              </a:ext>
            </a:extLst>
          </p:cNvPr>
          <p:cNvSpPr/>
          <p:nvPr/>
        </p:nvSpPr>
        <p:spPr>
          <a:xfrm>
            <a:off x="9616988" y="3598608"/>
            <a:ext cx="468000" cy="1044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0" name="ORDER BY - Arrow">
            <a:extLst>
              <a:ext uri="{FF2B5EF4-FFF2-40B4-BE49-F238E27FC236}">
                <a16:creationId xmlns:a16="http://schemas.microsoft.com/office/drawing/2014/main" id="{C1F0A221-96ED-45E7-B859-646BBC60627E}"/>
              </a:ext>
            </a:extLst>
          </p:cNvPr>
          <p:cNvSpPr/>
          <p:nvPr/>
        </p:nvSpPr>
        <p:spPr>
          <a:xfrm rot="16200000">
            <a:off x="5612195" y="4695095"/>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0" name="Output - Arrow">
            <a:extLst>
              <a:ext uri="{FF2B5EF4-FFF2-40B4-BE49-F238E27FC236}">
                <a16:creationId xmlns:a16="http://schemas.microsoft.com/office/drawing/2014/main" id="{3B5A7066-A7FC-4D8E-A7A4-C42F5958AFC7}"/>
              </a:ext>
            </a:extLst>
          </p:cNvPr>
          <p:cNvSpPr/>
          <p:nvPr/>
        </p:nvSpPr>
        <p:spPr>
          <a:xfrm>
            <a:off x="10102480" y="3956710"/>
            <a:ext cx="464567" cy="216000"/>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Output - Table">
            <a:extLst>
              <a:ext uri="{FF2B5EF4-FFF2-40B4-BE49-F238E27FC236}">
                <a16:creationId xmlns:a16="http://schemas.microsoft.com/office/drawing/2014/main" id="{23E04685-FE2C-E794-0AD6-95692BED2BED}"/>
              </a:ext>
            </a:extLst>
          </p:cNvPr>
          <p:cNvGraphicFramePr>
            <a:graphicFrameLocks noGrp="1"/>
          </p:cNvGraphicFramePr>
          <p:nvPr/>
        </p:nvGraphicFramePr>
        <p:xfrm>
          <a:off x="10590566" y="3605759"/>
          <a:ext cx="1254887"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Kitty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151915704"/>
                  </a:ext>
                </a:extLst>
              </a:tr>
            </a:tbl>
          </a:graphicData>
        </a:graphic>
      </p:graphicFrame>
    </p:spTree>
    <p:extLst>
      <p:ext uri="{BB962C8B-B14F-4D97-AF65-F5344CB8AC3E}">
        <p14:creationId xmlns:p14="http://schemas.microsoft.com/office/powerpoint/2010/main" val="244729325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AC65A-FD1A-BA1D-1BF6-AAC2517F365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C665E2-9D1A-B958-6DD2-7F3DD5C473A6}"/>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EA65587E-0D48-7FFF-BECE-C5976BE8844D}"/>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72694D17-6DCF-F900-E224-247D65BB7BF3}"/>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7B42CFA8-7291-9A65-F0A3-5D0456261D5A}"/>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B0C2A4DE-D301-E7BF-3F87-C1DA54AF1A30}"/>
              </a:ext>
            </a:extLst>
          </p:cNvPr>
          <p:cNvGraphicFramePr>
            <a:graphicFrameLocks noGrp="1"/>
          </p:cNvGraphicFramePr>
          <p:nvPr>
            <p:extLst>
              <p:ext uri="{D42A27DB-BD31-4B8C-83A1-F6EECF244321}">
                <p14:modId xmlns:p14="http://schemas.microsoft.com/office/powerpoint/2010/main" val="1807896098"/>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BE12CF5F-1BE6-861F-88CA-3629610ACDEE}"/>
              </a:ext>
            </a:extLst>
          </p:cNvPr>
          <p:cNvSpPr txBox="1"/>
          <p:nvPr/>
        </p:nvSpPr>
        <p:spPr>
          <a:xfrm>
            <a:off x="5665160" y="1690431"/>
            <a:ext cx="1201291" cy="646331"/>
          </a:xfrm>
          <a:prstGeom prst="rect">
            <a:avLst/>
          </a:prstGeom>
          <a:noFill/>
        </p:spPr>
        <p:txBody>
          <a:bodyPr wrap="none" rtlCol="0">
            <a:spAutoFit/>
          </a:bodyPr>
          <a:lstStyle/>
          <a:p>
            <a:r>
              <a:rPr lang="en-GB" sz="3600" b="1" dirty="0">
                <a:solidFill>
                  <a:srgbClr val="7030A0"/>
                </a:solidFill>
              </a:rPr>
              <a:t>Table</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B3C6986C-ACAA-4B1B-398B-3E2FDD22811B}"/>
              </a:ext>
            </a:extLst>
          </p:cNvPr>
          <p:cNvSpPr/>
          <p:nvPr/>
        </p:nvSpPr>
        <p:spPr>
          <a:xfrm>
            <a:off x="6769686" y="5265723"/>
            <a:ext cx="4747389" cy="546932"/>
          </a:xfrm>
          <a:prstGeom prst="callout2">
            <a:avLst>
              <a:gd name="adj1" fmla="val 51215"/>
              <a:gd name="adj2" fmla="val -583"/>
              <a:gd name="adj3" fmla="val 52593"/>
              <a:gd name="adj4" fmla="val -10044"/>
              <a:gd name="adj5" fmla="val -58400"/>
              <a:gd name="adj6" fmla="val -138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dirty="0">
                <a:solidFill>
                  <a:srgbClr val="7030A0"/>
                </a:solidFill>
              </a:rPr>
              <a:t>unique value</a:t>
            </a:r>
          </a:p>
        </p:txBody>
      </p:sp>
      <p:sp>
        <p:nvSpPr>
          <p:cNvPr id="26" name="Keys">
            <a:extLst>
              <a:ext uri="{FF2B5EF4-FFF2-40B4-BE49-F238E27FC236}">
                <a16:creationId xmlns:a16="http://schemas.microsoft.com/office/drawing/2014/main" id="{85E6E209-8179-0CBE-26A4-AE69CEB0EEA0}"/>
              </a:ext>
            </a:extLst>
          </p:cNvPr>
          <p:cNvSpPr txBox="1"/>
          <p:nvPr/>
        </p:nvSpPr>
        <p:spPr>
          <a:xfrm>
            <a:off x="2808915" y="1690431"/>
            <a:ext cx="1305678" cy="646331"/>
          </a:xfrm>
          <a:prstGeom prst="rect">
            <a:avLst/>
          </a:prstGeom>
          <a:noFill/>
        </p:spPr>
        <p:txBody>
          <a:bodyPr wrap="none" rtlCol="0">
            <a:spAutoFit/>
          </a:bodyPr>
          <a:lstStyle/>
          <a:p>
            <a:r>
              <a:rPr lang="en-GB" sz="3600" b="1" dirty="0">
                <a:solidFill>
                  <a:srgbClr val="7030A0"/>
                </a:solidFill>
              </a:rPr>
              <a:t>Entity</a:t>
            </a:r>
            <a:endParaRPr lang="en-GB" sz="3600" b="1" u="sng" dirty="0">
              <a:solidFill>
                <a:srgbClr val="7030A0"/>
              </a:solidFill>
            </a:endParaRPr>
          </a:p>
        </p:txBody>
      </p:sp>
      <p:sp>
        <p:nvSpPr>
          <p:cNvPr id="2" name="Callout: Bent Line with No Border 8">
            <a:extLst>
              <a:ext uri="{FF2B5EF4-FFF2-40B4-BE49-F238E27FC236}">
                <a16:creationId xmlns:a16="http://schemas.microsoft.com/office/drawing/2014/main" id="{14B06F77-A786-B656-BBA0-7D64280D7A57}"/>
              </a:ext>
            </a:extLst>
          </p:cNvPr>
          <p:cNvSpPr/>
          <p:nvPr/>
        </p:nvSpPr>
        <p:spPr>
          <a:xfrm>
            <a:off x="1411831" y="5265723"/>
            <a:ext cx="4253329" cy="546932"/>
          </a:xfrm>
          <a:prstGeom prst="callout2">
            <a:avLst>
              <a:gd name="adj1" fmla="val 51215"/>
              <a:gd name="adj2" fmla="val -583"/>
              <a:gd name="adj3" fmla="val 52593"/>
              <a:gd name="adj4" fmla="val -10044"/>
              <a:gd name="adj5" fmla="val -362588"/>
              <a:gd name="adj6" fmla="val 303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 </a:t>
            </a:r>
            <a:r>
              <a:rPr lang="en-GB" sz="3200" b="1" u="sng" dirty="0">
                <a:solidFill>
                  <a:srgbClr val="7030A0"/>
                </a:solidFill>
              </a:rPr>
              <a:t>underlined</a:t>
            </a:r>
          </a:p>
        </p:txBody>
      </p:sp>
      <p:sp>
        <p:nvSpPr>
          <p:cNvPr id="5" name="TextBox 4">
            <a:extLst>
              <a:ext uri="{FF2B5EF4-FFF2-40B4-BE49-F238E27FC236}">
                <a16:creationId xmlns:a16="http://schemas.microsoft.com/office/drawing/2014/main" id="{E1FECD34-CF1B-4B92-8A2C-67AF04EDB2E8}"/>
              </a:ext>
            </a:extLst>
          </p:cNvPr>
          <p:cNvSpPr txBox="1"/>
          <p:nvPr/>
        </p:nvSpPr>
        <p:spPr>
          <a:xfrm>
            <a:off x="891210" y="6187531"/>
            <a:ext cx="10409581" cy="584775"/>
          </a:xfrm>
          <a:prstGeom prst="rect">
            <a:avLst/>
          </a:prstGeom>
          <a:noFill/>
        </p:spPr>
        <p:txBody>
          <a:bodyPr wrap="none" rtlCol="0">
            <a:spAutoFit/>
          </a:bodyPr>
          <a:lstStyle/>
          <a:p>
            <a:pPr algn="ctr"/>
            <a:r>
              <a:rPr lang="en-GB" sz="3200" i="1" dirty="0">
                <a:solidFill>
                  <a:srgbClr val="7030A0"/>
                </a:solidFill>
              </a:rPr>
              <a:t>Every</a:t>
            </a:r>
            <a:r>
              <a:rPr lang="en-GB" sz="3200" dirty="0">
                <a:solidFill>
                  <a:srgbClr val="7030A0"/>
                </a:solidFill>
              </a:rPr>
              <a:t> table has a </a:t>
            </a:r>
            <a:r>
              <a:rPr lang="en-GB" sz="3200" b="1" dirty="0">
                <a:solidFill>
                  <a:srgbClr val="7030A0"/>
                </a:solidFill>
              </a:rPr>
              <a:t>PK</a:t>
            </a:r>
            <a:r>
              <a:rPr lang="en-GB" sz="3200" dirty="0">
                <a:solidFill>
                  <a:srgbClr val="7030A0"/>
                </a:solidFill>
              </a:rPr>
              <a:t> – used to identify records and link tables</a:t>
            </a:r>
          </a:p>
        </p:txBody>
      </p:sp>
    </p:spTree>
    <p:extLst>
      <p:ext uri="{BB962C8B-B14F-4D97-AF65-F5344CB8AC3E}">
        <p14:creationId xmlns:p14="http://schemas.microsoft.com/office/powerpoint/2010/main" val="3421085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6">
                                            <p:txEl>
                                              <p:pRg st="0" end="0"/>
                                            </p:txEl>
                                          </p:spTgt>
                                        </p:tgtEl>
                                        <p:attrNameLst>
                                          <p:attrName>style.visibility</p:attrName>
                                        </p:attrNameLst>
                                      </p:cBhvr>
                                      <p:to>
                                        <p:strVal val="visible"/>
                                      </p:to>
                                    </p:set>
                                    <p:animEffect transition="in" filter="wipe(left)">
                                      <p:cBhvr>
                                        <p:cTn id="7" dur="1000"/>
                                        <p:tgtEl>
                                          <p:spTgt spid="26">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up)">
                                      <p:cBhvr>
                                        <p:cTn id="11" dur="2000"/>
                                        <p:tgtEl>
                                          <p:spTgt spid="1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3">
                                            <p:txEl>
                                              <p:pRg st="0" end="0"/>
                                            </p:txEl>
                                          </p:spTgt>
                                        </p:tgtEl>
                                        <p:attrNameLst>
                                          <p:attrName>style.visibility</p:attrName>
                                        </p:attrNameLst>
                                      </p:cBhvr>
                                      <p:to>
                                        <p:strVal val="visible"/>
                                      </p:to>
                                    </p:set>
                                    <p:animEffect transition="in" filter="wipe(left)">
                                      <p:cBhvr>
                                        <p:cTn id="21" dur="1000"/>
                                        <p:tgtEl>
                                          <p:spTgt spid="23">
                                            <p:txEl>
                                              <p:pRg st="0" end="0"/>
                                            </p:txEl>
                                          </p:spTgt>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up)">
                                      <p:cBhvr>
                                        <p:cTn id="25" dur="2000"/>
                                        <p:tgtEl>
                                          <p:spTgt spid="8"/>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5"/>
                                        </p:tgtEl>
                                        <p:attrNameLst>
                                          <p:attrName>style.visibility</p:attrName>
                                        </p:attrNameLst>
                                      </p:cBhvr>
                                      <p:to>
                                        <p:strVal val="visible"/>
                                      </p:to>
                                    </p:set>
                                    <p:animEffect transition="in" filter="wipe(left)">
                                      <p:cBhvr>
                                        <p:cTn id="30" dur="2000"/>
                                        <p:tgtEl>
                                          <p:spTgt spid="25"/>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4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26" grpId="0" uiExpand="1" build="p"/>
      <p:bldP spid="2" grpId="0" animBg="1"/>
      <p:bldP spid="5" grpId="0"/>
    </p:bldLst>
  </p:timing>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8F22A1C-FA05-84B3-6981-2B7890158C1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647C95C-2047-B2FA-D767-732CBEE6A83F}"/>
              </a:ext>
            </a:extLst>
          </p:cNvPr>
          <p:cNvSpPr>
            <a:spLocks noGrp="1"/>
          </p:cNvSpPr>
          <p:nvPr>
            <p:ph type="title"/>
          </p:nvPr>
        </p:nvSpPr>
        <p:spPr/>
        <p:txBody>
          <a:bodyPr/>
          <a:lstStyle/>
          <a:p>
            <a:r>
              <a:rPr lang="en-GB" dirty="0"/>
              <a:t>Primary Key (PK)</a:t>
            </a:r>
          </a:p>
        </p:txBody>
      </p:sp>
      <p:grpSp>
        <p:nvGrpSpPr>
          <p:cNvPr id="13" name="taxi">
            <a:extLst>
              <a:ext uri="{FF2B5EF4-FFF2-40B4-BE49-F238E27FC236}">
                <a16:creationId xmlns:a16="http://schemas.microsoft.com/office/drawing/2014/main" id="{4A762D2C-B9E3-A0EC-18DC-6C85D61BF521}"/>
              </a:ext>
            </a:extLst>
          </p:cNvPr>
          <p:cNvGrpSpPr/>
          <p:nvPr/>
        </p:nvGrpSpPr>
        <p:grpSpPr>
          <a:xfrm>
            <a:off x="2808915" y="2290135"/>
            <a:ext cx="1704313" cy="2308324"/>
            <a:chOff x="2197100" y="1720840"/>
            <a:chExt cx="1704313" cy="2308324"/>
          </a:xfrm>
        </p:grpSpPr>
        <p:sp>
          <p:nvSpPr>
            <p:cNvPr id="14" name="TextBox 13">
              <a:extLst>
                <a:ext uri="{FF2B5EF4-FFF2-40B4-BE49-F238E27FC236}">
                  <a16:creationId xmlns:a16="http://schemas.microsoft.com/office/drawing/2014/main" id="{E309C57A-AA90-4D10-15A4-88CA662CEB7A}"/>
                </a:ext>
              </a:extLst>
            </p:cNvPr>
            <p:cNvSpPr txBox="1"/>
            <p:nvPr/>
          </p:nvSpPr>
          <p:spPr>
            <a:xfrm>
              <a:off x="2197100" y="1720840"/>
              <a:ext cx="1704313"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3C4C048A-1422-1B5A-1428-537EB8672848}"/>
                </a:ext>
              </a:extLst>
            </p:cNvPr>
            <p:cNvSpPr txBox="1"/>
            <p:nvPr/>
          </p:nvSpPr>
          <p:spPr>
            <a:xfrm>
              <a:off x="2197100" y="1720840"/>
              <a:ext cx="1704313"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aphicFrame>
        <p:nvGraphicFramePr>
          <p:cNvPr id="8" name="Table 7">
            <a:extLst>
              <a:ext uri="{FF2B5EF4-FFF2-40B4-BE49-F238E27FC236}">
                <a16:creationId xmlns:a16="http://schemas.microsoft.com/office/drawing/2014/main" id="{48F31396-050C-5190-1FBB-002FEAD892F5}"/>
              </a:ext>
            </a:extLst>
          </p:cNvPr>
          <p:cNvGraphicFramePr>
            <a:graphicFrameLocks noGrp="1"/>
          </p:cNvGraphicFramePr>
          <p:nvPr>
            <p:extLst>
              <p:ext uri="{D42A27DB-BD31-4B8C-83A1-F6EECF244321}">
                <p14:modId xmlns:p14="http://schemas.microsoft.com/office/powerpoint/2010/main" val="3577695080"/>
              </p:ext>
            </p:extLst>
          </p:nvPr>
        </p:nvGraphicFramePr>
        <p:xfrm>
          <a:off x="5665160" y="229013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a:effectLst/>
                          <a:latin typeface="Consolas" panose="020B0609020204030204" pitchFamily="49" charset="0"/>
                        </a:rPr>
                        <a:t>17</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Tree>
    <p:extLst>
      <p:ext uri="{BB962C8B-B14F-4D97-AF65-F5344CB8AC3E}">
        <p14:creationId xmlns:p14="http://schemas.microsoft.com/office/powerpoint/2010/main" val="227985790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B7E058-E4A1-2D17-379A-D17AE8EB7D7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43FE3B5-CCED-531B-9D75-74B02F9FCCD3}"/>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42287C8D-C1EF-C053-7A75-739971CA7A2A}"/>
              </a:ext>
            </a:extLst>
          </p:cNvPr>
          <p:cNvGraphicFramePr>
            <a:graphicFrameLocks noGrp="1"/>
          </p:cNvGraphicFramePr>
          <p:nvPr>
            <p:extLst>
              <p:ext uri="{D42A27DB-BD31-4B8C-83A1-F6EECF244321}">
                <p14:modId xmlns:p14="http://schemas.microsoft.com/office/powerpoint/2010/main" val="890077922"/>
              </p:ext>
            </p:extLst>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sp>
        <p:nvSpPr>
          <p:cNvPr id="23" name="Keys">
            <a:extLst>
              <a:ext uri="{FF2B5EF4-FFF2-40B4-BE49-F238E27FC236}">
                <a16:creationId xmlns:a16="http://schemas.microsoft.com/office/drawing/2014/main" id="{15E655EB-CF46-A8D3-7818-966EECB3F463}"/>
              </a:ext>
            </a:extLst>
          </p:cNvPr>
          <p:cNvSpPr txBox="1"/>
          <p:nvPr/>
        </p:nvSpPr>
        <p:spPr>
          <a:xfrm>
            <a:off x="838200" y="1690688"/>
            <a:ext cx="2175147" cy="646331"/>
          </a:xfrm>
          <a:prstGeom prst="rect">
            <a:avLst/>
          </a:prstGeom>
          <a:noFill/>
        </p:spPr>
        <p:txBody>
          <a:bodyPr wrap="none" rtlCol="0">
            <a:spAutoFit/>
          </a:bodyPr>
          <a:lstStyle/>
          <a:p>
            <a:r>
              <a:rPr lang="en-GB" sz="3600" b="1" dirty="0">
                <a:solidFill>
                  <a:srgbClr val="7030A0"/>
                </a:solidFill>
              </a:rPr>
              <a:t>Table: Taxi</a:t>
            </a:r>
            <a:endParaRPr lang="en-GB" sz="3600" b="1" u="sng" dirty="0">
              <a:solidFill>
                <a:srgbClr val="7030A0"/>
              </a:solidFill>
            </a:endParaRPr>
          </a:p>
        </p:txBody>
      </p:sp>
      <p:sp>
        <p:nvSpPr>
          <p:cNvPr id="25" name="Callout: Bent Line with No Border 8">
            <a:extLst>
              <a:ext uri="{FF2B5EF4-FFF2-40B4-BE49-F238E27FC236}">
                <a16:creationId xmlns:a16="http://schemas.microsoft.com/office/drawing/2014/main" id="{E3BFB660-B402-AC52-ADE2-671F7DDCB522}"/>
              </a:ext>
            </a:extLst>
          </p:cNvPr>
          <p:cNvSpPr/>
          <p:nvPr/>
        </p:nvSpPr>
        <p:spPr>
          <a:xfrm>
            <a:off x="1359487" y="5322873"/>
            <a:ext cx="2240964" cy="546932"/>
          </a:xfrm>
          <a:prstGeom prst="callout2">
            <a:avLst>
              <a:gd name="adj1" fmla="val 49256"/>
              <a:gd name="adj2" fmla="val 1"/>
              <a:gd name="adj3" fmla="val 48675"/>
              <a:gd name="adj4" fmla="val -10470"/>
              <a:gd name="adj5" fmla="val -96714"/>
              <a:gd name="adj6" fmla="val -1034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3200" dirty="0">
                <a:solidFill>
                  <a:srgbClr val="7030A0"/>
                </a:solidFill>
              </a:rPr>
              <a:t>Primary Key</a:t>
            </a:r>
            <a:endParaRPr lang="en-GB" sz="3200" b="1" dirty="0">
              <a:solidFill>
                <a:srgbClr val="7030A0"/>
              </a:solidFill>
            </a:endParaRPr>
          </a:p>
        </p:txBody>
      </p:sp>
      <p:graphicFrame>
        <p:nvGraphicFramePr>
          <p:cNvPr id="3" name="Table 2">
            <a:extLst>
              <a:ext uri="{FF2B5EF4-FFF2-40B4-BE49-F238E27FC236}">
                <a16:creationId xmlns:a16="http://schemas.microsoft.com/office/drawing/2014/main" id="{BF6C8320-3B62-7F41-0D45-F63A303F3AD5}"/>
              </a:ext>
            </a:extLst>
          </p:cNvPr>
          <p:cNvGraphicFramePr>
            <a:graphicFrameLocks noGrp="1"/>
          </p:cNvGraphicFramePr>
          <p:nvPr>
            <p:extLst>
              <p:ext uri="{D42A27DB-BD31-4B8C-83A1-F6EECF244321}">
                <p14:modId xmlns:p14="http://schemas.microsoft.com/office/powerpoint/2010/main" val="1948255901"/>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
        <p:nvSpPr>
          <p:cNvPr id="5" name="Keys">
            <a:extLst>
              <a:ext uri="{FF2B5EF4-FFF2-40B4-BE49-F238E27FC236}">
                <a16:creationId xmlns:a16="http://schemas.microsoft.com/office/drawing/2014/main" id="{30982C2F-1B07-2C27-F182-8D5B538204D3}"/>
              </a:ext>
            </a:extLst>
          </p:cNvPr>
          <p:cNvSpPr txBox="1"/>
          <p:nvPr/>
        </p:nvSpPr>
        <p:spPr>
          <a:xfrm>
            <a:off x="6436045" y="1690688"/>
            <a:ext cx="2163477" cy="646331"/>
          </a:xfrm>
          <a:prstGeom prst="rect">
            <a:avLst/>
          </a:prstGeom>
          <a:noFill/>
        </p:spPr>
        <p:txBody>
          <a:bodyPr wrap="none" rtlCol="0">
            <a:spAutoFit/>
          </a:bodyPr>
          <a:lstStyle/>
          <a:p>
            <a:r>
              <a:rPr lang="en-GB" sz="3600" b="1" dirty="0">
                <a:solidFill>
                  <a:srgbClr val="7030A0"/>
                </a:solidFill>
              </a:rPr>
              <a:t>Table: Trip</a:t>
            </a:r>
            <a:endParaRPr lang="en-GB" sz="3600" b="1" u="sng" dirty="0">
              <a:solidFill>
                <a:srgbClr val="7030A0"/>
              </a:solidFill>
            </a:endParaRPr>
          </a:p>
        </p:txBody>
      </p:sp>
      <p:sp>
        <p:nvSpPr>
          <p:cNvPr id="7" name="Callout: Bent Line with No Border 8">
            <a:extLst>
              <a:ext uri="{FF2B5EF4-FFF2-40B4-BE49-F238E27FC236}">
                <a16:creationId xmlns:a16="http://schemas.microsoft.com/office/drawing/2014/main" id="{0B778F1C-E849-D6D2-FE49-1A07B813AE62}"/>
              </a:ext>
            </a:extLst>
          </p:cNvPr>
          <p:cNvSpPr/>
          <p:nvPr/>
        </p:nvSpPr>
        <p:spPr>
          <a:xfrm flipH="1">
            <a:off x="203200" y="6014683"/>
            <a:ext cx="7369322" cy="546932"/>
          </a:xfrm>
          <a:prstGeom prst="callout2">
            <a:avLst>
              <a:gd name="adj1" fmla="val 50127"/>
              <a:gd name="adj2" fmla="val -82"/>
              <a:gd name="adj3" fmla="val 48892"/>
              <a:gd name="adj4" fmla="val -10060"/>
              <a:gd name="adj5" fmla="val -132706"/>
              <a:gd name="adj6" fmla="val -100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Foreign Key: </a:t>
            </a:r>
            <a:r>
              <a:rPr lang="en-GB" sz="3200" b="1" dirty="0">
                <a:solidFill>
                  <a:srgbClr val="7030A0"/>
                </a:solidFill>
              </a:rPr>
              <a:t>Primary Key of another table</a:t>
            </a:r>
          </a:p>
        </p:txBody>
      </p:sp>
      <p:sp>
        <p:nvSpPr>
          <p:cNvPr id="9" name="Callout: Bent Line with No Border 8">
            <a:extLst>
              <a:ext uri="{FF2B5EF4-FFF2-40B4-BE49-F238E27FC236}">
                <a16:creationId xmlns:a16="http://schemas.microsoft.com/office/drawing/2014/main" id="{0143EC99-5F2C-25C0-63F5-91FC5EFD8561}"/>
              </a:ext>
            </a:extLst>
          </p:cNvPr>
          <p:cNvSpPr/>
          <p:nvPr/>
        </p:nvSpPr>
        <p:spPr>
          <a:xfrm flipH="1">
            <a:off x="4224297" y="5322873"/>
            <a:ext cx="2240964" cy="546932"/>
          </a:xfrm>
          <a:prstGeom prst="callout2">
            <a:avLst>
              <a:gd name="adj1" fmla="val 50562"/>
              <a:gd name="adj2" fmla="val 55"/>
              <a:gd name="adj3" fmla="val 50634"/>
              <a:gd name="adj4" fmla="val -9938"/>
              <a:gd name="adj5" fmla="val -8476"/>
              <a:gd name="adj6" fmla="val -10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3200" dirty="0">
                <a:solidFill>
                  <a:srgbClr val="7030A0"/>
                </a:solidFill>
              </a:rPr>
              <a:t>Primary Key</a:t>
            </a:r>
            <a:endParaRPr lang="en-GB" sz="3200" b="1" dirty="0">
              <a:solidFill>
                <a:srgbClr val="7030A0"/>
              </a:solidFill>
            </a:endParaRPr>
          </a:p>
        </p:txBody>
      </p:sp>
    </p:spTree>
    <p:extLst>
      <p:ext uri="{BB962C8B-B14F-4D97-AF65-F5344CB8AC3E}">
        <p14:creationId xmlns:p14="http://schemas.microsoft.com/office/powerpoint/2010/main" val="101879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3">
                                            <p:txEl>
                                              <p:pRg st="0" end="0"/>
                                            </p:txEl>
                                          </p:spTgt>
                                        </p:tgtEl>
                                        <p:attrNameLst>
                                          <p:attrName>style.visibility</p:attrName>
                                        </p:attrNameLst>
                                      </p:cBhvr>
                                      <p:to>
                                        <p:strVal val="visible"/>
                                      </p:to>
                                    </p:set>
                                    <p:animEffect transition="in" filter="wipe(left)">
                                      <p:cBhvr>
                                        <p:cTn id="7" dur="1000"/>
                                        <p:tgtEl>
                                          <p:spTgt spid="23">
                                            <p:txEl>
                                              <p:pRg st="0" end="0"/>
                                            </p:txEl>
                                          </p:spTgt>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2000"/>
                                        <p:tgtEl>
                                          <p:spTgt spid="8"/>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txEl>
                                              <p:pRg st="0" end="0"/>
                                            </p:txEl>
                                          </p:spTgt>
                                        </p:tgtEl>
                                        <p:attrNameLst>
                                          <p:attrName>style.visibility</p:attrName>
                                        </p:attrNameLst>
                                      </p:cBhvr>
                                      <p:to>
                                        <p:strVal val="visible"/>
                                      </p:to>
                                    </p:set>
                                    <p:animEffect transition="in" filter="wipe(left)">
                                      <p:cBhvr>
                                        <p:cTn id="16" dur="1000"/>
                                        <p:tgtEl>
                                          <p:spTgt spid="5">
                                            <p:txEl>
                                              <p:pRg st="0" end="0"/>
                                            </p:txEl>
                                          </p:spTgt>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wipe(left)">
                                      <p:cBhvr>
                                        <p:cTn id="25" dur="2000"/>
                                        <p:tgtEl>
                                          <p:spTgt spid="2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0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4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uiExpand="1" build="p"/>
      <p:bldP spid="25" grpId="0" animBg="1"/>
      <p:bldP spid="5" grpId="0" uiExpand="1" build="p"/>
      <p:bldP spid="7" grpId="0" animBg="1"/>
      <p:bldP spid="9" grpId="0" animBg="1"/>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E86A5F8-9D2F-DB16-E2BA-5329BEDC9C7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0120949-EFD5-8A0F-E12D-5450647EB0E5}"/>
              </a:ext>
            </a:extLst>
          </p:cNvPr>
          <p:cNvSpPr>
            <a:spLocks noGrp="1"/>
          </p:cNvSpPr>
          <p:nvPr>
            <p:ph type="title"/>
          </p:nvPr>
        </p:nvSpPr>
        <p:spPr/>
        <p:txBody>
          <a:bodyPr/>
          <a:lstStyle/>
          <a:p>
            <a:r>
              <a:rPr lang="en-GB" dirty="0"/>
              <a:t>Foreign Key (FK)</a:t>
            </a:r>
          </a:p>
        </p:txBody>
      </p:sp>
      <p:graphicFrame>
        <p:nvGraphicFramePr>
          <p:cNvPr id="8" name="Table 7">
            <a:extLst>
              <a:ext uri="{FF2B5EF4-FFF2-40B4-BE49-F238E27FC236}">
                <a16:creationId xmlns:a16="http://schemas.microsoft.com/office/drawing/2014/main" id="{01009E7C-3343-7E78-A738-6B72AF88D957}"/>
              </a:ext>
            </a:extLst>
          </p:cNvPr>
          <p:cNvGraphicFramePr>
            <a:graphicFrameLocks noGrp="1"/>
          </p:cNvGraphicFramePr>
          <p:nvPr/>
        </p:nvGraphicFramePr>
        <p:xfrm>
          <a:off x="838200" y="2195505"/>
          <a:ext cx="4888541" cy="2565400"/>
        </p:xfrm>
        <a:graphic>
          <a:graphicData uri="http://schemas.openxmlformats.org/drawingml/2006/table">
            <a:tbl>
              <a:tblPr>
                <a:tableStyleId>{2D5ABB26-0587-4C30-8999-92F81FD0307C}</a:tableStyleId>
              </a:tblPr>
              <a:tblGrid>
                <a:gridCol w="1582845">
                  <a:extLst>
                    <a:ext uri="{9D8B030D-6E8A-4147-A177-3AD203B41FA5}">
                      <a16:colId xmlns:a16="http://schemas.microsoft.com/office/drawing/2014/main" val="472702329"/>
                    </a:ext>
                  </a:extLst>
                </a:gridCol>
                <a:gridCol w="1361169">
                  <a:extLst>
                    <a:ext uri="{9D8B030D-6E8A-4147-A177-3AD203B41FA5}">
                      <a16:colId xmlns:a16="http://schemas.microsoft.com/office/drawing/2014/main" val="2690132748"/>
                    </a:ext>
                  </a:extLst>
                </a:gridCol>
                <a:gridCol w="1944527">
                  <a:extLst>
                    <a:ext uri="{9D8B030D-6E8A-4147-A177-3AD203B41FA5}">
                      <a16:colId xmlns:a16="http://schemas.microsoft.com/office/drawing/2014/main" val="4184799364"/>
                    </a:ext>
                  </a:extLst>
                </a:gridCol>
              </a:tblGrid>
              <a:tr h="299399">
                <a:tc>
                  <a:txBody>
                    <a:bodyPr/>
                    <a:lstStyle/>
                    <a:p>
                      <a:r>
                        <a:rPr lang="en-GB" sz="3200" b="1" u="none" dirty="0" err="1">
                          <a:solidFill>
                            <a:srgbClr val="FF0000"/>
                          </a:solidFill>
                          <a:latin typeface="Consolas" panose="020B0609020204030204" pitchFamily="49" charset="0"/>
                        </a:rPr>
                        <a:t>taxiID</a:t>
                      </a:r>
                      <a:endParaRPr lang="en-GB" sz="3200" b="1" u="none"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make</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colour</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a:effectLst/>
                          <a:latin typeface="Consolas" panose="020B0609020204030204" pitchFamily="49" charset="0"/>
                        </a:rPr>
                        <a:t>12</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Crimson</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a:effectLst/>
                          <a:latin typeface="Consolas" panose="020B0609020204030204" pitchFamily="49" charset="0"/>
                        </a:rPr>
                        <a:t>13</a:t>
                      </a:r>
                      <a:endParaRPr lang="en-GB" sz="3200" b="0" i="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Buick</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Teal</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Ford</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Mauve</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bl>
          </a:graphicData>
        </a:graphic>
      </p:graphicFrame>
      <p:graphicFrame>
        <p:nvGraphicFramePr>
          <p:cNvPr id="3" name="Table 2">
            <a:extLst>
              <a:ext uri="{FF2B5EF4-FFF2-40B4-BE49-F238E27FC236}">
                <a16:creationId xmlns:a16="http://schemas.microsoft.com/office/drawing/2014/main" id="{C3005A74-E6D7-2B6B-4EA7-005BEE7621E9}"/>
              </a:ext>
            </a:extLst>
          </p:cNvPr>
          <p:cNvGraphicFramePr>
            <a:graphicFrameLocks noGrp="1"/>
          </p:cNvGraphicFramePr>
          <p:nvPr>
            <p:extLst>
              <p:ext uri="{D42A27DB-BD31-4B8C-83A1-F6EECF244321}">
                <p14:modId xmlns:p14="http://schemas.microsoft.com/office/powerpoint/2010/main" val="3116073464"/>
              </p:ext>
            </p:extLst>
          </p:nvPr>
        </p:nvGraphicFramePr>
        <p:xfrm>
          <a:off x="6465261" y="2195505"/>
          <a:ext cx="4552951" cy="3078480"/>
        </p:xfrm>
        <a:graphic>
          <a:graphicData uri="http://schemas.openxmlformats.org/drawingml/2006/table">
            <a:tbl>
              <a:tblPr>
                <a:tableStyleId>{2D5ABB26-0587-4C30-8999-92F81FD0307C}</a:tableStyleId>
              </a:tblPr>
              <a:tblGrid>
                <a:gridCol w="1592263">
                  <a:extLst>
                    <a:ext uri="{9D8B030D-6E8A-4147-A177-3AD203B41FA5}">
                      <a16:colId xmlns:a16="http://schemas.microsoft.com/office/drawing/2014/main" val="472702329"/>
                    </a:ext>
                  </a:extLst>
                </a:gridCol>
                <a:gridCol w="1592263">
                  <a:extLst>
                    <a:ext uri="{9D8B030D-6E8A-4147-A177-3AD203B41FA5}">
                      <a16:colId xmlns:a16="http://schemas.microsoft.com/office/drawing/2014/main" val="2690132748"/>
                    </a:ext>
                  </a:extLst>
                </a:gridCol>
                <a:gridCol w="1368425">
                  <a:extLst>
                    <a:ext uri="{9D8B030D-6E8A-4147-A177-3AD203B41FA5}">
                      <a16:colId xmlns:a16="http://schemas.microsoft.com/office/drawing/2014/main" val="4184799364"/>
                    </a:ext>
                  </a:extLst>
                </a:gridCol>
              </a:tblGrid>
              <a:tr h="299399">
                <a:tc>
                  <a:txBody>
                    <a:bodyPr/>
                    <a:lstStyle/>
                    <a:p>
                      <a:r>
                        <a:rPr lang="en-GB" sz="3200" b="1" u="none" dirty="0" err="1">
                          <a:latin typeface="Consolas" panose="020B0609020204030204" pitchFamily="49" charset="0"/>
                        </a:rPr>
                        <a:t>tripID</a:t>
                      </a:r>
                      <a:endParaRPr lang="en-GB" sz="3200" b="1" u="none" dirty="0">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err="1">
                          <a:solidFill>
                            <a:srgbClr val="FF0000"/>
                          </a:solidFill>
                          <a:latin typeface="Consolas" panose="020B0609020204030204" pitchFamily="49" charset="0"/>
                        </a:rPr>
                        <a:t>taxiID</a:t>
                      </a:r>
                      <a:endParaRPr lang="en-GB" sz="3200" b="1" dirty="0">
                        <a:solidFill>
                          <a:srgbClr val="FF0000"/>
                        </a:solidFill>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r>
                        <a:rPr lang="en-GB" sz="3200" b="1" dirty="0">
                          <a:latin typeface="Consolas" panose="020B0609020204030204" pitchFamily="49" charset="0"/>
                        </a:rPr>
                        <a:t>cost</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71788421"/>
                  </a:ext>
                </a:extLst>
              </a:tr>
              <a:tr h="0">
                <a:tc>
                  <a:txBody>
                    <a:bodyPr/>
                    <a:lstStyle/>
                    <a:p>
                      <a:pPr algn="l"/>
                      <a:r>
                        <a:rPr lang="en-GB" sz="3200" dirty="0">
                          <a:effectLst/>
                          <a:latin typeface="Consolas" panose="020B0609020204030204" pitchFamily="49" charset="0"/>
                        </a:rPr>
                        <a:t>1</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7.75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143260"/>
                  </a:ext>
                </a:extLst>
              </a:tr>
              <a:tr h="0">
                <a:tc>
                  <a:txBody>
                    <a:bodyPr/>
                    <a:lstStyle/>
                    <a:p>
                      <a:pPr algn="l"/>
                      <a:r>
                        <a:rPr lang="en-GB" sz="3200" dirty="0">
                          <a:effectLst/>
                          <a:latin typeface="Consolas" panose="020B0609020204030204" pitchFamily="49" charset="0"/>
                        </a:rPr>
                        <a:t>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5</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21.80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963023525"/>
                  </a:ext>
                </a:extLst>
              </a:tr>
              <a:tr h="0">
                <a:tc>
                  <a:txBody>
                    <a:bodyPr/>
                    <a:lstStyle/>
                    <a:p>
                      <a:pPr algn="l"/>
                      <a:r>
                        <a:rPr lang="en-GB" sz="3200" dirty="0">
                          <a:effectLst/>
                          <a:latin typeface="Consolas" panose="020B0609020204030204" pitchFamily="49" charset="0"/>
                        </a:rPr>
                        <a:t>3</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12</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5.20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048718805"/>
                  </a:ext>
                </a:extLst>
              </a:tr>
              <a:tr h="0">
                <a:tc>
                  <a:txBody>
                    <a:bodyPr/>
                    <a:lstStyle/>
                    <a:p>
                      <a:pPr algn="l"/>
                      <a:r>
                        <a:rPr lang="en-GB" sz="3200" b="0" i="0" dirty="0">
                          <a:solidFill>
                            <a:srgbClr val="000000"/>
                          </a:solidFill>
                          <a:effectLst/>
                          <a:latin typeface="Consolas" panose="020B0609020204030204" pitchFamily="49" charset="0"/>
                        </a:rPr>
                        <a:t>4</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dirty="0">
                          <a:effectLst/>
                          <a:latin typeface="Consolas" panose="020B0609020204030204" pitchFamily="49" charset="0"/>
                        </a:rPr>
                        <a:t>17</a:t>
                      </a:r>
                      <a:endParaRPr lang="en-GB" sz="3200" b="0" i="0" dirty="0">
                        <a:solidFill>
                          <a:srgbClr val="000000"/>
                        </a:solidFill>
                        <a:effectLst/>
                        <a:latin typeface="Consolas" panose="020B0609020204030204" pitchFamily="49" charset="0"/>
                      </a:endParaRP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11.00</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5826846"/>
                  </a:ext>
                </a:extLst>
              </a:tr>
              <a:tr h="0">
                <a:tc>
                  <a:txBody>
                    <a:bodyPr/>
                    <a:lstStyle/>
                    <a:p>
                      <a:pPr algn="l"/>
                      <a:r>
                        <a:rPr lang="en-GB" sz="3200" b="0" i="0" dirty="0">
                          <a:solidFill>
                            <a:srgbClr val="000000"/>
                          </a:solidFill>
                          <a:effectLst/>
                          <a:latin typeface="Consolas" panose="020B0609020204030204" pitchFamily="49" charset="0"/>
                        </a:rPr>
                        <a:t>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13</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l"/>
                      <a:r>
                        <a:rPr lang="en-GB" sz="3200" b="0" i="0" dirty="0">
                          <a:solidFill>
                            <a:srgbClr val="000000"/>
                          </a:solidFill>
                          <a:effectLst/>
                          <a:latin typeface="Consolas" panose="020B0609020204030204" pitchFamily="49" charset="0"/>
                        </a:rPr>
                        <a:t>9.25</a:t>
                      </a:r>
                    </a:p>
                  </a:txBody>
                  <a:tcPr marL="12700" marR="12700" marT="12700" marB="127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58362907"/>
                  </a:ext>
                </a:extLst>
              </a:tr>
            </a:tbl>
          </a:graphicData>
        </a:graphic>
      </p:graphicFrame>
    </p:spTree>
    <p:extLst>
      <p:ext uri="{BB962C8B-B14F-4D97-AF65-F5344CB8AC3E}">
        <p14:creationId xmlns:p14="http://schemas.microsoft.com/office/powerpoint/2010/main" val="238036581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8BD93-1B88-24BD-91B5-9760F737906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7294DEE-B4CF-D499-E8FD-C32133FC7688}"/>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7339F5D7-E547-051B-8358-27ED8DD864DC}"/>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C718EF25-5E66-0EC0-D41D-E53FB2DD5A22}"/>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763FD95B-C871-A100-D5DF-AB0EF148E82E}"/>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09E0208B-192F-170B-23ED-09D5F9E4C9CD}"/>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FB7DE14A-DEFF-0A36-8296-2883E7534727}"/>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7E8DD76-82F5-EBED-53C5-A86AFF405E65}"/>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9B8B19A6-2260-2C61-6682-4E398288D9ED}"/>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DA71695C-75D6-7FA2-EDF7-663F16D6E33F}"/>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1322E0E-E674-A201-DDD8-064E9155D3FC}"/>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B87C0CC-A0A5-5425-34AA-7DC13A524165}"/>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F4AA4CDB-0909-672F-A034-B9BE7CD52B47}"/>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13FC6549-5292-849D-6638-4E2A62944BAD}"/>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89A5EB07-D890-D071-5C41-45A369B763B8}"/>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241636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97342570"/>
              </p:ext>
            </p:extLst>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26296195"/>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968717" y="2302842"/>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963255"/>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589626" y="2672174"/>
            <a:ext cx="804571"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94197" y="2672174"/>
            <a:ext cx="679999"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78517460"/>
              </p:ext>
            </p:extLst>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8" y="2747797"/>
            <a:ext cx="2480449" cy="584775"/>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Nonsense">
            <a:extLst>
              <a:ext uri="{FF2B5EF4-FFF2-40B4-BE49-F238E27FC236}">
                <a16:creationId xmlns:a16="http://schemas.microsoft.com/office/drawing/2014/main" id="{9EBF274B-66FC-4484-8533-22FFBDFC1CFA}"/>
              </a:ext>
            </a:extLst>
          </p:cNvPr>
          <p:cNvSpPr txBox="1"/>
          <p:nvPr/>
        </p:nvSpPr>
        <p:spPr>
          <a:xfrm>
            <a:off x="9175848" y="6199913"/>
            <a:ext cx="2480449" cy="646331"/>
          </a:xfrm>
          <a:prstGeom prst="rect">
            <a:avLst/>
          </a:prstGeom>
          <a:noFill/>
        </p:spPr>
        <p:txBody>
          <a:bodyPr wrap="square" rtlCol="0">
            <a:spAutoFit/>
          </a:bodyPr>
          <a:lstStyle/>
          <a:p>
            <a:pPr algn="ctr"/>
            <a:r>
              <a:rPr lang="en-GB" sz="3600" b="1" dirty="0">
                <a:solidFill>
                  <a:srgbClr val="FF0000"/>
                </a:solidFill>
              </a:rPr>
              <a:t>Nonsense!</a:t>
            </a:r>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51">
                                            <p:txEl>
                                              <p:pRg st="0" end="0"/>
                                            </p:txEl>
                                          </p:spTgt>
                                        </p:tgtEl>
                                        <p:attrNameLst>
                                          <p:attrName>style.visibility</p:attrName>
                                        </p:attrNameLst>
                                      </p:cBhvr>
                                      <p:to>
                                        <p:strVal val="visible"/>
                                      </p:to>
                                    </p:set>
                                    <p:animEffect transition="in" filter="wipe(left)">
                                      <p:cBhvr>
                                        <p:cTn id="61" dur="500"/>
                                        <p:tgtEl>
                                          <p:spTgt spid="51">
                                            <p:txEl>
                                              <p:pRg st="0" end="0"/>
                                            </p:txEl>
                                          </p:spTgt>
                                        </p:tgtEl>
                                      </p:cBhvr>
                                    </p:animEffect>
                                  </p:childTnLst>
                                </p:cTn>
                              </p:par>
                            </p:childTnLst>
                          </p:cTn>
                        </p:par>
                        <p:par>
                          <p:cTn id="62" fill="hold">
                            <p:stCondLst>
                              <p:cond delay="500"/>
                            </p:stCondLst>
                            <p:childTnLst>
                              <p:par>
                                <p:cTn id="63" presetID="22" presetClass="entr" presetSubtype="8" fill="hold" grpId="0" nodeType="afterEffect" nodePh="1">
                                  <p:stCondLst>
                                    <p:cond delay="0"/>
                                  </p:stCondLst>
                                  <p:endCondLst>
                                    <p:cond evt="begin" delay="0">
                                      <p:tn val="63"/>
                                    </p:cond>
                                  </p:endCondLst>
                                  <p:childTnLst>
                                    <p:set>
                                      <p:cBhvr>
                                        <p:cTn id="64" dur="1" fill="hold">
                                          <p:stCondLst>
                                            <p:cond delay="0"/>
                                          </p:stCondLst>
                                        </p:cTn>
                                        <p:tgtEl>
                                          <p:spTgt spid="54">
                                            <p:txEl>
                                              <p:pRg st="0" end="0"/>
                                            </p:txEl>
                                          </p:spTgt>
                                        </p:tgtEl>
                                        <p:attrNameLst>
                                          <p:attrName>style.visibility</p:attrName>
                                        </p:attrNameLst>
                                      </p:cBhvr>
                                      <p:to>
                                        <p:strVal val="visible"/>
                                      </p:to>
                                    </p:set>
                                    <p:animEffect transition="in" filter="wipe(left)">
                                      <p:cBhvr>
                                        <p:cTn id="65" dur="500"/>
                                        <p:tgtEl>
                                          <p:spTgt spid="54">
                                            <p:txEl>
                                              <p:pRg st="0" end="0"/>
                                            </p:txEl>
                                          </p:spTgt>
                                        </p:tgtEl>
                                      </p:cBhvr>
                                    </p:animEffect>
                                  </p:childTnLst>
                                </p:cTn>
                              </p:par>
                            </p:childTnLst>
                          </p:cTn>
                        </p:par>
                        <p:par>
                          <p:cTn id="66" fill="hold">
                            <p:stCondLst>
                              <p:cond delay="1000"/>
                            </p:stCondLst>
                            <p:childTnLst>
                              <p:par>
                                <p:cTn id="67" presetID="22" presetClass="entr" presetSubtype="8" fill="hold" grpId="0" nodeType="afterEffect">
                                  <p:stCondLst>
                                    <p:cond delay="0"/>
                                  </p:stCondLst>
                                  <p:childTnLst>
                                    <p:set>
                                      <p:cBhvr>
                                        <p:cTn id="68" dur="1" fill="hold">
                                          <p:stCondLst>
                                            <p:cond delay="0"/>
                                          </p:stCondLst>
                                        </p:cTn>
                                        <p:tgtEl>
                                          <p:spTgt spid="52">
                                            <p:txEl>
                                              <p:pRg st="0" end="0"/>
                                            </p:txEl>
                                          </p:spTgt>
                                        </p:tgtEl>
                                        <p:attrNameLst>
                                          <p:attrName>style.visibility</p:attrName>
                                        </p:attrNameLst>
                                      </p:cBhvr>
                                      <p:to>
                                        <p:strVal val="visible"/>
                                      </p:to>
                                    </p:set>
                                    <p:animEffect transition="in" filter="wipe(left)">
                                      <p:cBhvr>
                                        <p:cTn id="69" dur="500"/>
                                        <p:tgtEl>
                                          <p:spTgt spid="52">
                                            <p:txEl>
                                              <p:pRg st="0" end="0"/>
                                            </p:txEl>
                                          </p:spTgt>
                                        </p:tgtEl>
                                      </p:cBhvr>
                                    </p:animEffect>
                                  </p:childTnLst>
                                </p:cTn>
                              </p:par>
                            </p:childTnLst>
                          </p:cTn>
                        </p:par>
                        <p:par>
                          <p:cTn id="70" fill="hold">
                            <p:stCondLst>
                              <p:cond delay="1500"/>
                            </p:stCondLst>
                            <p:childTnLst>
                              <p:par>
                                <p:cTn id="71" presetID="22" presetClass="entr" presetSubtype="8" fill="hold" grpId="0" nodeType="afterEffect">
                                  <p:stCondLst>
                                    <p:cond delay="0"/>
                                  </p:stCondLst>
                                  <p:childTnLst>
                                    <p:set>
                                      <p:cBhvr>
                                        <p:cTn id="72" dur="1" fill="hold">
                                          <p:stCondLst>
                                            <p:cond delay="0"/>
                                          </p:stCondLst>
                                        </p:cTn>
                                        <p:tgtEl>
                                          <p:spTgt spid="53">
                                            <p:txEl>
                                              <p:pRg st="0" end="0"/>
                                            </p:txEl>
                                          </p:spTgt>
                                        </p:tgtEl>
                                        <p:attrNameLst>
                                          <p:attrName>style.visibility</p:attrName>
                                        </p:attrNameLst>
                                      </p:cBhvr>
                                      <p:to>
                                        <p:strVal val="visible"/>
                                      </p:to>
                                    </p:set>
                                    <p:animEffect transition="in" filter="wipe(left)">
                                      <p:cBhvr>
                                        <p:cTn id="73" dur="500"/>
                                        <p:tgtEl>
                                          <p:spTgt spid="53">
                                            <p:txEl>
                                              <p:pRg st="0" end="0"/>
                                            </p:txEl>
                                          </p:spTgt>
                                        </p:tgtEl>
                                      </p:cBhvr>
                                    </p:animEffect>
                                  </p:childTnLst>
                                </p:cTn>
                              </p:par>
                            </p:childTnLst>
                          </p:cTn>
                        </p:par>
                      </p:childTnLst>
                    </p:cTn>
                  </p:par>
                  <p:par>
                    <p:cTn id="74" fill="hold">
                      <p:stCondLst>
                        <p:cond delay="indefinite"/>
                      </p:stCondLst>
                      <p:childTnLst>
                        <p:par>
                          <p:cTn id="75" fill="hold">
                            <p:stCondLst>
                              <p:cond delay="0"/>
                            </p:stCondLst>
                            <p:childTnLst>
                              <p:par>
                                <p:cTn id="76" presetID="22" presetClass="entr" presetSubtype="8" fill="hold" nodeType="clickEffect">
                                  <p:stCondLst>
                                    <p:cond delay="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8" dur="2000"/>
                                        <p:tgtEl>
                                          <p:spTgt spid="23"/>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xit" presetSubtype="8" fill="hold" grpId="1" nodeType="clickEffect">
                                  <p:stCondLst>
                                    <p:cond delay="0"/>
                                  </p:stCondLst>
                                  <p:childTnLst>
                                    <p:animEffect transition="out" filter="wipe(left)">
                                      <p:cBhvr>
                                        <p:cTn id="82" dur="500"/>
                                        <p:tgtEl>
                                          <p:spTgt spid="35"/>
                                        </p:tgtEl>
                                      </p:cBhvr>
                                    </p:animEffect>
                                    <p:set>
                                      <p:cBhvr>
                                        <p:cTn id="83" dur="1" fill="hold">
                                          <p:stCondLst>
                                            <p:cond delay="499"/>
                                          </p:stCondLst>
                                        </p:cTn>
                                        <p:tgtEl>
                                          <p:spTgt spid="35"/>
                                        </p:tgtEl>
                                        <p:attrNameLst>
                                          <p:attrName>style.visibility</p:attrName>
                                        </p:attrNameLst>
                                      </p:cBhvr>
                                      <p:to>
                                        <p:strVal val="hidden"/>
                                      </p:to>
                                    </p:se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31"/>
                                        </p:tgtEl>
                                        <p:attrNameLst>
                                          <p:attrName>style.visibility</p:attrName>
                                        </p:attrNameLst>
                                      </p:cBhvr>
                                      <p:to>
                                        <p:strVal val="visible"/>
                                      </p:to>
                                    </p:set>
                                    <p:animEffect transition="in" filter="wipe(left)">
                                      <p:cBhvr>
                                        <p:cTn id="87" dur="1000"/>
                                        <p:tgtEl>
                                          <p:spTgt spid="31"/>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wipe(left)">
                                      <p:cBhvr>
                                        <p:cTn id="92" dur="500"/>
                                        <p:tgtEl>
                                          <p:spTgt spid="25"/>
                                        </p:tgtEl>
                                      </p:cBhvr>
                                    </p:animEffect>
                                  </p:childTnLst>
                                </p:cTn>
                              </p:par>
                            </p:childTnLst>
                          </p:cTn>
                        </p:par>
                        <p:par>
                          <p:cTn id="93" fill="hold">
                            <p:stCondLst>
                              <p:cond delay="500"/>
                            </p:stCondLst>
                            <p:childTnLst>
                              <p:par>
                                <p:cTn id="94" presetID="22" presetClass="entr" presetSubtype="1" fill="hold" nodeType="afterEffect">
                                  <p:stCondLst>
                                    <p:cond delay="0"/>
                                  </p:stCondLst>
                                  <p:childTnLst>
                                    <p:set>
                                      <p:cBhvr>
                                        <p:cTn id="95" dur="1" fill="hold">
                                          <p:stCondLst>
                                            <p:cond delay="0"/>
                                          </p:stCondLst>
                                        </p:cTn>
                                        <p:tgtEl>
                                          <p:spTgt spid="5"/>
                                        </p:tgtEl>
                                        <p:attrNameLst>
                                          <p:attrName>style.visibility</p:attrName>
                                        </p:attrNameLst>
                                      </p:cBhvr>
                                      <p:to>
                                        <p:strVal val="visible"/>
                                      </p:to>
                                    </p:set>
                                    <p:animEffect transition="in" filter="wipe(up)">
                                      <p:cBhvr>
                                        <p:cTn id="96" dur="500"/>
                                        <p:tgtEl>
                                          <p:spTgt spid="5"/>
                                        </p:tgtEl>
                                      </p:cBhvr>
                                    </p:animEffect>
                                  </p:childTnLst>
                                </p:cTn>
                              </p:par>
                            </p:childTnLst>
                          </p:cTn>
                        </p:par>
                        <p:par>
                          <p:cTn id="97" fill="hold">
                            <p:stCondLst>
                              <p:cond delay="1000"/>
                            </p:stCondLst>
                            <p:childTnLst>
                              <p:par>
                                <p:cTn id="98" presetID="22" presetClass="entr" presetSubtype="1" fill="hold" grpId="0" nodeType="afterEffect">
                                  <p:stCondLst>
                                    <p:cond delay="0"/>
                                  </p:stCondLst>
                                  <p:childTnLst>
                                    <p:set>
                                      <p:cBhvr>
                                        <p:cTn id="99" dur="1" fill="hold">
                                          <p:stCondLst>
                                            <p:cond delay="0"/>
                                          </p:stCondLst>
                                        </p:cTn>
                                        <p:tgtEl>
                                          <p:spTgt spid="29"/>
                                        </p:tgtEl>
                                        <p:attrNameLst>
                                          <p:attrName>style.visibility</p:attrName>
                                        </p:attrNameLst>
                                      </p:cBhvr>
                                      <p:to>
                                        <p:strVal val="visible"/>
                                      </p:to>
                                    </p:set>
                                    <p:animEffect transition="in" filter="wipe(up)">
                                      <p:cBhvr>
                                        <p:cTn id="100" dur="1500"/>
                                        <p:tgtEl>
                                          <p:spTgt spid="29"/>
                                        </p:tgtEl>
                                      </p:cBhvr>
                                    </p:animEffect>
                                  </p:childTnLst>
                                </p:cTn>
                              </p:par>
                            </p:childTnLst>
                          </p:cTn>
                        </p:par>
                        <p:par>
                          <p:cTn id="101" fill="hold">
                            <p:stCondLst>
                              <p:cond delay="2500"/>
                            </p:stCondLst>
                            <p:childTnLst>
                              <p:par>
                                <p:cTn id="102" presetID="22" presetClass="entr" presetSubtype="1" fill="hold" nodeType="afterEffect">
                                  <p:stCondLst>
                                    <p:cond delay="0"/>
                                  </p:stCondLst>
                                  <p:childTnLst>
                                    <p:set>
                                      <p:cBhvr>
                                        <p:cTn id="103" dur="1" fill="hold">
                                          <p:stCondLst>
                                            <p:cond delay="0"/>
                                          </p:stCondLst>
                                        </p:cTn>
                                        <p:tgtEl>
                                          <p:spTgt spid="9"/>
                                        </p:tgtEl>
                                        <p:attrNameLst>
                                          <p:attrName>style.visibility</p:attrName>
                                        </p:attrNameLst>
                                      </p:cBhvr>
                                      <p:to>
                                        <p:strVal val="visible"/>
                                      </p:to>
                                    </p:set>
                                    <p:animEffect transition="in" filter="wipe(up)">
                                      <p:cBhvr>
                                        <p:cTn id="104" dur="500"/>
                                        <p:tgtEl>
                                          <p:spTgt spid="9"/>
                                        </p:tgtEl>
                                      </p:cBhvr>
                                    </p:animEffect>
                                  </p:childTnLst>
                                </p:cTn>
                              </p:par>
                            </p:childTnLst>
                          </p:cTn>
                        </p:par>
                        <p:par>
                          <p:cTn id="105" fill="hold">
                            <p:stCondLst>
                              <p:cond delay="3000"/>
                            </p:stCondLst>
                            <p:childTnLst>
                              <p:par>
                                <p:cTn id="106" presetID="22" presetClass="entr" presetSubtype="1" fill="hold" grpId="0" nodeType="afterEffect">
                                  <p:stCondLst>
                                    <p:cond delay="0"/>
                                  </p:stCondLst>
                                  <p:childTnLst>
                                    <p:set>
                                      <p:cBhvr>
                                        <p:cTn id="107" dur="1" fill="hold">
                                          <p:stCondLst>
                                            <p:cond delay="0"/>
                                          </p:stCondLst>
                                        </p:cTn>
                                        <p:tgtEl>
                                          <p:spTgt spid="30"/>
                                        </p:tgtEl>
                                        <p:attrNameLst>
                                          <p:attrName>style.visibility</p:attrName>
                                        </p:attrNameLst>
                                      </p:cBhvr>
                                      <p:to>
                                        <p:strVal val="visible"/>
                                      </p:to>
                                    </p:set>
                                    <p:animEffect transition="in" filter="wipe(up)">
                                      <p:cBhvr>
                                        <p:cTn id="108" dur="1500"/>
                                        <p:tgtEl>
                                          <p:spTgt spid="30"/>
                                        </p:tgtEl>
                                      </p:cBhvr>
                                    </p:animEffect>
                                  </p:childTnLst>
                                </p:cTn>
                              </p:par>
                            </p:childTnLst>
                          </p:cTn>
                        </p:par>
                      </p:childTnLst>
                    </p:cTn>
                  </p:par>
                  <p:par>
                    <p:cTn id="109" fill="hold">
                      <p:stCondLst>
                        <p:cond delay="indefinite"/>
                      </p:stCondLst>
                      <p:childTnLst>
                        <p:par>
                          <p:cTn id="110" fill="hold">
                            <p:stCondLst>
                              <p:cond delay="0"/>
                            </p:stCondLst>
                            <p:childTnLst>
                              <p:par>
                                <p:cTn id="111" presetID="22" presetClass="exit" presetSubtype="8" fill="hold" grpId="1" nodeType="clickEffect">
                                  <p:stCondLst>
                                    <p:cond delay="0"/>
                                  </p:stCondLst>
                                  <p:childTnLst>
                                    <p:animEffect transition="out" filter="wipe(left)">
                                      <p:cBhvr>
                                        <p:cTn id="112" dur="500"/>
                                        <p:tgtEl>
                                          <p:spTgt spid="31"/>
                                        </p:tgtEl>
                                      </p:cBhvr>
                                    </p:animEffect>
                                    <p:set>
                                      <p:cBhvr>
                                        <p:cTn id="113" dur="1" fill="hold">
                                          <p:stCondLst>
                                            <p:cond delay="499"/>
                                          </p:stCondLst>
                                        </p:cTn>
                                        <p:tgtEl>
                                          <p:spTgt spid="31"/>
                                        </p:tgtEl>
                                        <p:attrNameLst>
                                          <p:attrName>style.visibility</p:attrName>
                                        </p:attrNameLst>
                                      </p:cBhvr>
                                      <p:to>
                                        <p:strVal val="hidden"/>
                                      </p:to>
                                    </p:set>
                                  </p:childTnLst>
                                </p:cTn>
                              </p:par>
                            </p:childTnLst>
                          </p:cTn>
                        </p:par>
                        <p:par>
                          <p:cTn id="114" fill="hold">
                            <p:stCondLst>
                              <p:cond delay="500"/>
                            </p:stCondLst>
                            <p:childTnLst>
                              <p:par>
                                <p:cTn id="115" presetID="22" presetClass="entr" presetSubtype="8" fill="hold" grpId="0" nodeType="afterEffect">
                                  <p:stCondLst>
                                    <p:cond delay="0"/>
                                  </p:stCondLst>
                                  <p:childTnLst>
                                    <p:set>
                                      <p:cBhvr>
                                        <p:cTn id="116" dur="1" fill="hold">
                                          <p:stCondLst>
                                            <p:cond delay="0"/>
                                          </p:stCondLst>
                                        </p:cTn>
                                        <p:tgtEl>
                                          <p:spTgt spid="32"/>
                                        </p:tgtEl>
                                        <p:attrNameLst>
                                          <p:attrName>style.visibility</p:attrName>
                                        </p:attrNameLst>
                                      </p:cBhvr>
                                      <p:to>
                                        <p:strVal val="visible"/>
                                      </p:to>
                                    </p:set>
                                    <p:animEffect transition="in" filter="wipe(left)">
                                      <p:cBhvr>
                                        <p:cTn id="117" dur="500"/>
                                        <p:tgtEl>
                                          <p:spTgt spid="32"/>
                                        </p:tgtEl>
                                      </p:cBhvr>
                                    </p:animEffect>
                                  </p:childTnLst>
                                </p:cTn>
                              </p:par>
                            </p:childTnLst>
                          </p:cTn>
                        </p:par>
                        <p:par>
                          <p:cTn id="118" fill="hold">
                            <p:stCondLst>
                              <p:cond delay="10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20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par>
                    <p:cTn id="126" fill="hold">
                      <p:stCondLst>
                        <p:cond delay="indefinite"/>
                      </p:stCondLst>
                      <p:childTnLst>
                        <p:par>
                          <p:cTn id="127" fill="hold">
                            <p:stCondLst>
                              <p:cond delay="0"/>
                            </p:stCondLst>
                            <p:childTnLst>
                              <p:par>
                                <p:cTn id="128" presetID="10" presetClass="entr" presetSubtype="0" fill="hold" grpId="0" nodeType="clickEffect">
                                  <p:stCondLst>
                                    <p:cond delay="0"/>
                                  </p:stCondLst>
                                  <p:childTnLst>
                                    <p:set>
                                      <p:cBhvr>
                                        <p:cTn id="129" dur="1" fill="hold">
                                          <p:stCondLst>
                                            <p:cond delay="0"/>
                                          </p:stCondLst>
                                        </p:cTn>
                                        <p:tgtEl>
                                          <p:spTgt spid="26"/>
                                        </p:tgtEl>
                                        <p:attrNameLst>
                                          <p:attrName>style.visibility</p:attrName>
                                        </p:attrNameLst>
                                      </p:cBhvr>
                                      <p:to>
                                        <p:strVal val="visible"/>
                                      </p:to>
                                    </p:set>
                                    <p:animEffect transition="in" filter="fade">
                                      <p:cBhvr>
                                        <p:cTn id="130" dur="2000"/>
                                        <p:tgtEl>
                                          <p:spTgt spid="26"/>
                                        </p:tgtEl>
                                      </p:cBhvr>
                                    </p:animEffect>
                                  </p:childTnLst>
                                </p:cTn>
                              </p:par>
                              <p:par>
                                <p:cTn id="131" presetID="45" presetClass="entr" presetSubtype="0" fill="hold" grpId="0" nodeType="withEffect">
                                  <p:stCondLst>
                                    <p:cond delay="0"/>
                                  </p:stCondLst>
                                  <p:childTnLst>
                                    <p:set>
                                      <p:cBhvr>
                                        <p:cTn id="132" dur="1" fill="hold">
                                          <p:stCondLst>
                                            <p:cond delay="0"/>
                                          </p:stCondLst>
                                        </p:cTn>
                                        <p:tgtEl>
                                          <p:spTgt spid="7"/>
                                        </p:tgtEl>
                                        <p:attrNameLst>
                                          <p:attrName>style.visibility</p:attrName>
                                        </p:attrNameLst>
                                      </p:cBhvr>
                                      <p:to>
                                        <p:strVal val="visible"/>
                                      </p:to>
                                    </p:set>
                                    <p:animEffect transition="in" filter="fade">
                                      <p:cBhvr>
                                        <p:cTn id="133" dur="2000"/>
                                        <p:tgtEl>
                                          <p:spTgt spid="7"/>
                                        </p:tgtEl>
                                      </p:cBhvr>
                                    </p:animEffect>
                                    <p:anim calcmode="lin" valueType="num">
                                      <p:cBhvr>
                                        <p:cTn id="134" dur="2000" fill="hold"/>
                                        <p:tgtEl>
                                          <p:spTgt spid="7"/>
                                        </p:tgtEl>
                                        <p:attrNameLst>
                                          <p:attrName>ppt_w</p:attrName>
                                        </p:attrNameLst>
                                      </p:cBhvr>
                                      <p:tavLst>
                                        <p:tav tm="0" fmla="#ppt_w*sin(2.5*pi*$)">
                                          <p:val>
                                            <p:fltVal val="0"/>
                                          </p:val>
                                        </p:tav>
                                        <p:tav tm="100000">
                                          <p:val>
                                            <p:fltVal val="1"/>
                                          </p:val>
                                        </p:tav>
                                      </p:tavLst>
                                    </p:anim>
                                    <p:anim calcmode="lin" valueType="num">
                                      <p:cBhvr>
                                        <p:cTn id="135" dur="2000" fill="hold"/>
                                        <p:tgtEl>
                                          <p:spTgt spid="7"/>
                                        </p:tgtEl>
                                        <p:attrNameLst>
                                          <p:attrName>ppt_h</p:attrName>
                                        </p:attrNameLst>
                                      </p:cBhvr>
                                      <p:tavLst>
                                        <p:tav tm="0">
                                          <p:val>
                                            <p:strVal val="#ppt_h"/>
                                          </p:val>
                                        </p:tav>
                                        <p:tav tm="100000">
                                          <p:val>
                                            <p:strVal val="#ppt_h"/>
                                          </p:val>
                                        </p:tav>
                                      </p:tavLst>
                                    </p:anim>
                                  </p:childTnLst>
                                </p:cTn>
                              </p:par>
                            </p:childTnLst>
                          </p:cTn>
                        </p:par>
                        <p:par>
                          <p:cTn id="136" fill="hold">
                            <p:stCondLst>
                              <p:cond delay="2000"/>
                            </p:stCondLst>
                            <p:childTnLst>
                              <p:par>
                                <p:cTn id="137" presetID="10" presetClass="entr" presetSubtype="0" fill="hold" grpId="0" nodeType="afterEffect">
                                  <p:stCondLst>
                                    <p:cond delay="0"/>
                                  </p:stCondLst>
                                  <p:childTnLst>
                                    <p:set>
                                      <p:cBhvr>
                                        <p:cTn id="138" dur="1" fill="hold">
                                          <p:stCondLst>
                                            <p:cond delay="0"/>
                                          </p:stCondLst>
                                        </p:cTn>
                                        <p:tgtEl>
                                          <p:spTgt spid="33"/>
                                        </p:tgtEl>
                                        <p:attrNameLst>
                                          <p:attrName>style.visibility</p:attrName>
                                        </p:attrNameLst>
                                      </p:cBhvr>
                                      <p:to>
                                        <p:strVal val="visible"/>
                                      </p:to>
                                    </p:set>
                                    <p:animEffect transition="in" filter="fade">
                                      <p:cBhvr>
                                        <p:cTn id="139"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P spid="33" grpId="0"/>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61928418"/>
              </p:ext>
            </p:extLst>
          </p:nvPr>
        </p:nvGraphicFramePr>
        <p:xfrm>
          <a:off x="4894972" y="3300868"/>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869626" y="3270149"/>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7074196" y="3267983"/>
            <a:ext cx="928086" cy="2996319"/>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229626" y="2704073"/>
            <a:ext cx="1164571" cy="566076"/>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394197" y="2704073"/>
            <a:ext cx="1144042" cy="5639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299781"/>
          <a:ext cx="1652969"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579592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par>
                          <p:cTn id="43" fill="hold">
                            <p:stCondLst>
                              <p:cond delay="3000"/>
                            </p:stCondLst>
                            <p:childTnLst>
                              <p:par>
                                <p:cTn id="44" presetID="22" presetClass="entr" presetSubtype="8" fill="hold" grpId="0" nodeType="afterEffect">
                                  <p:stCondLst>
                                    <p:cond delay="0"/>
                                  </p:stCondLst>
                                  <p:childTnLst>
                                    <p:set>
                                      <p:cBhvr>
                                        <p:cTn id="45" dur="1" fill="hold">
                                          <p:stCondLst>
                                            <p:cond delay="0"/>
                                          </p:stCondLst>
                                        </p:cTn>
                                        <p:tgtEl>
                                          <p:spTgt spid="44"/>
                                        </p:tgtEl>
                                        <p:attrNameLst>
                                          <p:attrName>style.visibility</p:attrName>
                                        </p:attrNameLst>
                                      </p:cBhvr>
                                      <p:to>
                                        <p:strVal val="visible"/>
                                      </p:to>
                                    </p:set>
                                    <p:animEffect transition="in" filter="wipe(left)">
                                      <p:cBhvr>
                                        <p:cTn id="46" dur="1000"/>
                                        <p:tgtEl>
                                          <p:spTgt spid="44"/>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wipe(left)">
                                      <p:cBhvr>
                                        <p:cTn id="51" dur="2000"/>
                                        <p:tgtEl>
                                          <p:spTgt spid="23"/>
                                        </p:tgtEl>
                                      </p:cBhvr>
                                    </p:animEffect>
                                  </p:childTnLst>
                                </p:cTn>
                              </p:par>
                            </p:childTnLst>
                          </p:cTn>
                        </p:par>
                        <p:par>
                          <p:cTn id="52" fill="hold">
                            <p:stCondLst>
                              <p:cond delay="2000"/>
                            </p:stCondLst>
                            <p:childTnLst>
                              <p:par>
                                <p:cTn id="53" presetID="22" presetClass="entr" presetSubtype="1" fill="hold" nodeType="afterEffect">
                                  <p:stCondLst>
                                    <p:cond delay="0"/>
                                  </p:stCondLst>
                                  <p:childTnLst>
                                    <p:set>
                                      <p:cBhvr>
                                        <p:cTn id="54" dur="1" fill="hold">
                                          <p:stCondLst>
                                            <p:cond delay="0"/>
                                          </p:stCondLst>
                                        </p:cTn>
                                        <p:tgtEl>
                                          <p:spTgt spid="5"/>
                                        </p:tgtEl>
                                        <p:attrNameLst>
                                          <p:attrName>style.visibility</p:attrName>
                                        </p:attrNameLst>
                                      </p:cBhvr>
                                      <p:to>
                                        <p:strVal val="visible"/>
                                      </p:to>
                                    </p:set>
                                    <p:animEffect transition="in" filter="wipe(up)">
                                      <p:cBhvr>
                                        <p:cTn id="55" dur="500"/>
                                        <p:tgtEl>
                                          <p:spTgt spid="5"/>
                                        </p:tgtEl>
                                      </p:cBhvr>
                                    </p:animEffect>
                                  </p:childTnLst>
                                </p:cTn>
                              </p:par>
                            </p:childTnLst>
                          </p:cTn>
                        </p:par>
                        <p:par>
                          <p:cTn id="56" fill="hold">
                            <p:stCondLst>
                              <p:cond delay="2500"/>
                            </p:stCondLst>
                            <p:childTnLst>
                              <p:par>
                                <p:cTn id="57" presetID="22" presetClass="entr" presetSubtype="1" fill="hold" grpId="0" nodeType="afterEffect">
                                  <p:stCondLst>
                                    <p:cond delay="0"/>
                                  </p:stCondLst>
                                  <p:childTnLst>
                                    <p:set>
                                      <p:cBhvr>
                                        <p:cTn id="58" dur="1" fill="hold">
                                          <p:stCondLst>
                                            <p:cond delay="0"/>
                                          </p:stCondLst>
                                        </p:cTn>
                                        <p:tgtEl>
                                          <p:spTgt spid="29"/>
                                        </p:tgtEl>
                                        <p:attrNameLst>
                                          <p:attrName>style.visibility</p:attrName>
                                        </p:attrNameLst>
                                      </p:cBhvr>
                                      <p:to>
                                        <p:strVal val="visible"/>
                                      </p:to>
                                    </p:set>
                                    <p:animEffect transition="in" filter="wipe(up)">
                                      <p:cBhvr>
                                        <p:cTn id="59" dur="1500"/>
                                        <p:tgtEl>
                                          <p:spTgt spid="29"/>
                                        </p:tgtEl>
                                      </p:cBhvr>
                                    </p:animEffect>
                                  </p:childTnLst>
                                </p:cTn>
                              </p:par>
                            </p:childTnLst>
                          </p:cTn>
                        </p:par>
                        <p:par>
                          <p:cTn id="60" fill="hold">
                            <p:stCondLst>
                              <p:cond delay="4000"/>
                            </p:stCondLst>
                            <p:childTnLst>
                              <p:par>
                                <p:cTn id="61" presetID="22" presetClass="entr" presetSubtype="1" fill="hold" nodeType="afterEffect">
                                  <p:stCondLst>
                                    <p:cond delay="0"/>
                                  </p:stCondLst>
                                  <p:childTnLst>
                                    <p:set>
                                      <p:cBhvr>
                                        <p:cTn id="62" dur="1" fill="hold">
                                          <p:stCondLst>
                                            <p:cond delay="0"/>
                                          </p:stCondLst>
                                        </p:cTn>
                                        <p:tgtEl>
                                          <p:spTgt spid="9"/>
                                        </p:tgtEl>
                                        <p:attrNameLst>
                                          <p:attrName>style.visibility</p:attrName>
                                        </p:attrNameLst>
                                      </p:cBhvr>
                                      <p:to>
                                        <p:strVal val="visible"/>
                                      </p:to>
                                    </p:set>
                                    <p:animEffect transition="in" filter="wipe(up)">
                                      <p:cBhvr>
                                        <p:cTn id="63" dur="500"/>
                                        <p:tgtEl>
                                          <p:spTgt spid="9"/>
                                        </p:tgtEl>
                                      </p:cBhvr>
                                    </p:animEffect>
                                  </p:childTnLst>
                                </p:cTn>
                              </p:par>
                            </p:childTnLst>
                          </p:cTn>
                        </p:par>
                        <p:par>
                          <p:cTn id="64" fill="hold">
                            <p:stCondLst>
                              <p:cond delay="4500"/>
                            </p:stCondLst>
                            <p:childTnLst>
                              <p:par>
                                <p:cTn id="65" presetID="22" presetClass="entr" presetSubtype="1" fill="hold" grpId="0" nodeType="after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wipe(up)">
                                      <p:cBhvr>
                                        <p:cTn id="67" dur="1500"/>
                                        <p:tgtEl>
                                          <p:spTgt spid="30"/>
                                        </p:tgtEl>
                                      </p:cBhvr>
                                    </p:animEffect>
                                  </p:childTnLst>
                                </p:cTn>
                              </p:par>
                            </p:childTnLst>
                          </p:cTn>
                        </p:par>
                        <p:par>
                          <p:cTn id="68" fill="hold">
                            <p:stCondLst>
                              <p:cond delay="6000"/>
                            </p:stCondLst>
                            <p:childTnLst>
                              <p:par>
                                <p:cTn id="69" presetID="22" presetClass="entr" presetSubtype="8" fill="hold" grpId="0" nodeType="afterEffect">
                                  <p:stCondLst>
                                    <p:cond delay="0"/>
                                  </p:stCondLst>
                                  <p:childTnLst>
                                    <p:set>
                                      <p:cBhvr>
                                        <p:cTn id="70" dur="1" fill="hold">
                                          <p:stCondLst>
                                            <p:cond delay="0"/>
                                          </p:stCondLst>
                                        </p:cTn>
                                        <p:tgtEl>
                                          <p:spTgt spid="28"/>
                                        </p:tgtEl>
                                        <p:attrNameLst>
                                          <p:attrName>style.visibility</p:attrName>
                                        </p:attrNameLst>
                                      </p:cBhvr>
                                      <p:to>
                                        <p:strVal val="visible"/>
                                      </p:to>
                                    </p:set>
                                    <p:animEffect transition="in" filter="wipe(left)">
                                      <p:cBhvr>
                                        <p:cTn id="71" dur="1000"/>
                                        <p:tgtEl>
                                          <p:spTgt spid="28"/>
                                        </p:tgtEl>
                                      </p:cBhvr>
                                    </p:animEffect>
                                  </p:childTnLst>
                                </p:cTn>
                              </p:par>
                            </p:childTnLst>
                          </p:cTn>
                        </p:par>
                        <p:par>
                          <p:cTn id="72" fill="hold">
                            <p:stCondLst>
                              <p:cond delay="7000"/>
                            </p:stCondLst>
                            <p:childTnLst>
                              <p:par>
                                <p:cTn id="73" presetID="22" presetClass="entr" presetSubtype="8" fill="hold" nodeType="after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wipe(left)">
                                      <p:cBhvr>
                                        <p:cTn id="7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747055"/>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414445329"/>
              </p:ext>
            </p:extLst>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118541189"/>
              </p:ext>
            </p:extLst>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996155"/>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52832"/>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50667"/>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3501968"/>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21300" y="2365487"/>
            <a:ext cx="998469"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2365487"/>
            <a:ext cx="931931" cy="1039681"/>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3344836484"/>
              </p:ext>
            </p:extLst>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840418785"/>
              </p:ext>
            </p:extLst>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714401"/>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663735"/>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678062"/>
            <a:ext cx="558311" cy="523220"/>
          </a:xfrm>
          <a:prstGeom prst="rect">
            <a:avLst/>
          </a:prstGeom>
          <a:noFill/>
        </p:spPr>
        <p:txBody>
          <a:bodyPr wrap="square" rtlCol="0" anchor="ctr">
            <a:spAutoFit/>
          </a:bodyPr>
          <a:lstStyle/>
          <a:p>
            <a:pPr algn="ctr"/>
            <a:r>
              <a:rPr lang="en-GB" sz="2800" b="1" dirty="0">
                <a:solidFill>
                  <a:srgbClr val="7030A0"/>
                </a:solidFill>
              </a:rPr>
              <a:t>9</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685444"/>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8" name="Where">
            <a:extLst>
              <a:ext uri="{FF2B5EF4-FFF2-40B4-BE49-F238E27FC236}">
                <a16:creationId xmlns:a16="http://schemas.microsoft.com/office/drawing/2014/main" id="{D9C491AC-88F8-426C-A43D-B2F060D5E6AD}"/>
              </a:ext>
            </a:extLst>
          </p:cNvPr>
          <p:cNvSpPr txBox="1"/>
          <p:nvPr/>
        </p:nvSpPr>
        <p:spPr>
          <a:xfrm>
            <a:off x="5845106" y="2687757"/>
            <a:ext cx="908750" cy="369332"/>
          </a:xfrm>
          <a:prstGeom prst="rect">
            <a:avLst/>
          </a:prstGeom>
          <a:noFill/>
        </p:spPr>
        <p:txBody>
          <a:bodyPr wrap="square" rtlCol="0">
            <a:spAutoFit/>
          </a:bodyPr>
          <a:lstStyle/>
          <a:p>
            <a:pPr algn="ctr"/>
            <a:r>
              <a:rPr lang="en-GB" b="1" dirty="0"/>
              <a:t>WHERE</a:t>
            </a:r>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nodeType="afterEffect">
                                  <p:stCondLst>
                                    <p:cond delay="0"/>
                                  </p:stCondLst>
                                  <p:childTnLst>
                                    <p:set>
                                      <p:cBhvr>
                                        <p:cTn id="100" dur="1" fill="hold">
                                          <p:stCondLst>
                                            <p:cond delay="0"/>
                                          </p:stCondLst>
                                        </p:cTn>
                                        <p:tgtEl>
                                          <p:spTgt spid="8"/>
                                        </p:tgtEl>
                                        <p:attrNameLst>
                                          <p:attrName>style.visibility</p:attrName>
                                        </p:attrNameLst>
                                      </p:cBhvr>
                                      <p:to>
                                        <p:strVal val="visible"/>
                                      </p:to>
                                    </p:set>
                                    <p:animEffect transition="in" filter="wipe(up)">
                                      <p:cBhvr>
                                        <p:cTn id="101" dur="1000"/>
                                        <p:tgtEl>
                                          <p:spTgt spid="8"/>
                                        </p:tgtEl>
                                      </p:cBhvr>
                                    </p:animEffect>
                                  </p:childTnLst>
                                </p:cTn>
                              </p:par>
                              <p:par>
                                <p:cTn id="102" presetID="22" presetClass="entr" presetSubtype="1"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wipe(up)">
                                      <p:cBhvr>
                                        <p:cTn id="104" dur="1000"/>
                                        <p:tgtEl>
                                          <p:spTgt spid="49"/>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grpId="0" nodeType="clickEffect">
                                  <p:stCondLst>
                                    <p:cond delay="0"/>
                                  </p:stCondLst>
                                  <p:childTnLst>
                                    <p:set>
                                      <p:cBhvr>
                                        <p:cTn id="108" dur="1" fill="hold">
                                          <p:stCondLst>
                                            <p:cond delay="0"/>
                                          </p:stCondLst>
                                        </p:cTn>
                                        <p:tgtEl>
                                          <p:spTgt spid="38"/>
                                        </p:tgtEl>
                                        <p:attrNameLst>
                                          <p:attrName>style.visibility</p:attrName>
                                        </p:attrNameLst>
                                      </p:cBhvr>
                                      <p:to>
                                        <p:strVal val="visible"/>
                                      </p:to>
                                    </p:set>
                                    <p:animEffect transition="in" filter="wipe(left)">
                                      <p:cBhvr>
                                        <p:cTn id="109" dur="500"/>
                                        <p:tgtEl>
                                          <p:spTgt spid="38"/>
                                        </p:tgtEl>
                                      </p:cBhvr>
                                    </p:animEffec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7"/>
                                        </p:tgtEl>
                                        <p:attrNameLst>
                                          <p:attrName>style.visibility</p:attrName>
                                        </p:attrNameLst>
                                      </p:cBhvr>
                                      <p:to>
                                        <p:strVal val="visible"/>
                                      </p:to>
                                    </p:set>
                                    <p:animEffect transition="in" filter="wipe(left)">
                                      <p:cBhvr>
                                        <p:cTn id="113" dur="500"/>
                                        <p:tgtEl>
                                          <p:spTgt spid="37"/>
                                        </p:tgtEl>
                                      </p:cBhvr>
                                    </p:animEffect>
                                  </p:childTnLst>
                                </p:cTn>
                              </p:par>
                            </p:childTnLst>
                          </p:cTn>
                        </p:par>
                        <p:par>
                          <p:cTn id="114" fill="hold">
                            <p:stCondLst>
                              <p:cond delay="1000"/>
                            </p:stCondLst>
                            <p:childTnLst>
                              <p:par>
                                <p:cTn id="115" presetID="22" presetClass="entr" presetSubtype="8" fill="hold" grpId="0" nodeType="afterEffect">
                                  <p:stCondLst>
                                    <p:cond delay="0"/>
                                  </p:stCondLst>
                                  <p:childTnLst>
                                    <p:set>
                                      <p:cBhvr>
                                        <p:cTn id="116" dur="1" fill="hold">
                                          <p:stCondLst>
                                            <p:cond delay="0"/>
                                          </p:stCondLst>
                                        </p:cTn>
                                        <p:tgtEl>
                                          <p:spTgt spid="36"/>
                                        </p:tgtEl>
                                        <p:attrNameLst>
                                          <p:attrName>style.visibility</p:attrName>
                                        </p:attrNameLst>
                                      </p:cBhvr>
                                      <p:to>
                                        <p:strVal val="visible"/>
                                      </p:to>
                                    </p:set>
                                    <p:animEffect transition="in" filter="wipe(left)">
                                      <p:cBhvr>
                                        <p:cTn id="117" dur="1500"/>
                                        <p:tgtEl>
                                          <p:spTgt spid="36"/>
                                        </p:tgtEl>
                                      </p:cBhvr>
                                    </p:animEffect>
                                  </p:childTnLst>
                                </p:cTn>
                              </p:par>
                            </p:childTnLst>
                          </p:cTn>
                        </p:par>
                        <p:par>
                          <p:cTn id="118" fill="hold">
                            <p:stCondLst>
                              <p:cond delay="2500"/>
                            </p:stCondLst>
                            <p:childTnLst>
                              <p:par>
                                <p:cTn id="119" presetID="22" presetClass="entr" presetSubtype="8" fill="hold" grpId="0" nodeType="after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wipe(left)">
                                      <p:cBhvr>
                                        <p:cTn id="121" dur="500"/>
                                        <p:tgtEl>
                                          <p:spTgt spid="41"/>
                                        </p:tgtEl>
                                      </p:cBhvr>
                                    </p:animEffect>
                                  </p:childTnLst>
                                </p:cTn>
                              </p:par>
                            </p:childTnLst>
                          </p:cTn>
                        </p:par>
                        <p:par>
                          <p:cTn id="122" fill="hold">
                            <p:stCondLst>
                              <p:cond delay="3000"/>
                            </p:stCondLst>
                            <p:childTnLst>
                              <p:par>
                                <p:cTn id="123" presetID="22" presetClass="entr" presetSubtype="8" fill="hold" grpId="0" nodeType="afterEffect">
                                  <p:stCondLst>
                                    <p:cond delay="0"/>
                                  </p:stCondLst>
                                  <p:childTnLst>
                                    <p:set>
                                      <p:cBhvr>
                                        <p:cTn id="124" dur="1" fill="hold">
                                          <p:stCondLst>
                                            <p:cond delay="0"/>
                                          </p:stCondLst>
                                        </p:cTn>
                                        <p:tgtEl>
                                          <p:spTgt spid="40"/>
                                        </p:tgtEl>
                                        <p:attrNameLst>
                                          <p:attrName>style.visibility</p:attrName>
                                        </p:attrNameLst>
                                      </p:cBhvr>
                                      <p:to>
                                        <p:strVal val="visible"/>
                                      </p:to>
                                    </p:set>
                                    <p:animEffect transition="in" filter="wipe(left)">
                                      <p:cBhvr>
                                        <p:cTn id="125" dur="500"/>
                                        <p:tgtEl>
                                          <p:spTgt spid="40"/>
                                        </p:tgtEl>
                                      </p:cBhvr>
                                    </p:animEffect>
                                  </p:childTnLst>
                                </p:cTn>
                              </p:par>
                            </p:childTnLst>
                          </p:cTn>
                        </p:par>
                        <p:par>
                          <p:cTn id="126" fill="hold">
                            <p:stCondLst>
                              <p:cond delay="3500"/>
                            </p:stCondLst>
                            <p:childTnLst>
                              <p:par>
                                <p:cTn id="127" presetID="22" presetClass="entr" presetSubtype="8" fill="hold" grpId="0" nodeType="afterEffect">
                                  <p:stCondLst>
                                    <p:cond delay="0"/>
                                  </p:stCondLst>
                                  <p:childTnLst>
                                    <p:set>
                                      <p:cBhvr>
                                        <p:cTn id="128" dur="1" fill="hold">
                                          <p:stCondLst>
                                            <p:cond delay="0"/>
                                          </p:stCondLst>
                                        </p:cTn>
                                        <p:tgtEl>
                                          <p:spTgt spid="39"/>
                                        </p:tgtEl>
                                        <p:attrNameLst>
                                          <p:attrName>style.visibility</p:attrName>
                                        </p:attrNameLst>
                                      </p:cBhvr>
                                      <p:to>
                                        <p:strVal val="visible"/>
                                      </p:to>
                                    </p:set>
                                    <p:animEffect transition="in" filter="wipe(left)">
                                      <p:cBhvr>
                                        <p:cTn id="129" dur="1500"/>
                                        <p:tgtEl>
                                          <p:spTgt spid="39"/>
                                        </p:tgtEl>
                                      </p:cBhvr>
                                    </p:animEffect>
                                  </p:childTnLst>
                                </p:cTn>
                              </p:par>
                            </p:childTnLst>
                          </p:cTn>
                        </p:par>
                        <p:par>
                          <p:cTn id="130" fill="hold">
                            <p:stCondLst>
                              <p:cond delay="5000"/>
                            </p:stCondLst>
                            <p:childTnLst>
                              <p:par>
                                <p:cTn id="131" presetID="22" presetClass="entr" presetSubtype="8" fill="hold" grpId="0" nodeType="afterEffect">
                                  <p:stCondLst>
                                    <p:cond delay="0"/>
                                  </p:stCondLst>
                                  <p:childTnLst>
                                    <p:set>
                                      <p:cBhvr>
                                        <p:cTn id="132" dur="1" fill="hold">
                                          <p:stCondLst>
                                            <p:cond delay="0"/>
                                          </p:stCondLst>
                                        </p:cTn>
                                        <p:tgtEl>
                                          <p:spTgt spid="46"/>
                                        </p:tgtEl>
                                        <p:attrNameLst>
                                          <p:attrName>style.visibility</p:attrName>
                                        </p:attrNameLst>
                                      </p:cBhvr>
                                      <p:to>
                                        <p:strVal val="visible"/>
                                      </p:to>
                                    </p:set>
                                    <p:animEffect transition="in" filter="wipe(left)">
                                      <p:cBhvr>
                                        <p:cTn id="133" dur="500"/>
                                        <p:tgtEl>
                                          <p:spTgt spid="46"/>
                                        </p:tgtEl>
                                      </p:cBhvr>
                                    </p:animEffect>
                                  </p:childTnLst>
                                </p:cTn>
                              </p:par>
                            </p:childTnLst>
                          </p:cTn>
                        </p:par>
                        <p:par>
                          <p:cTn id="134" fill="hold">
                            <p:stCondLst>
                              <p:cond delay="5500"/>
                            </p:stCondLst>
                            <p:childTnLst>
                              <p:par>
                                <p:cTn id="135" presetID="22" presetClass="entr" presetSubtype="8" fill="hold" grpId="0" nodeType="afterEffect">
                                  <p:stCondLst>
                                    <p:cond delay="0"/>
                                  </p:stCondLst>
                                  <p:childTnLst>
                                    <p:set>
                                      <p:cBhvr>
                                        <p:cTn id="136" dur="1" fill="hold">
                                          <p:stCondLst>
                                            <p:cond delay="0"/>
                                          </p:stCondLst>
                                        </p:cTn>
                                        <p:tgtEl>
                                          <p:spTgt spid="45"/>
                                        </p:tgtEl>
                                        <p:attrNameLst>
                                          <p:attrName>style.visibility</p:attrName>
                                        </p:attrNameLst>
                                      </p:cBhvr>
                                      <p:to>
                                        <p:strVal val="visible"/>
                                      </p:to>
                                    </p:set>
                                    <p:animEffect transition="in" filter="wipe(left)">
                                      <p:cBhvr>
                                        <p:cTn id="137" dur="500"/>
                                        <p:tgtEl>
                                          <p:spTgt spid="45"/>
                                        </p:tgtEl>
                                      </p:cBhvr>
                                    </p:animEffect>
                                  </p:childTnLst>
                                </p:cTn>
                              </p:par>
                            </p:childTnLst>
                          </p:cTn>
                        </p:par>
                        <p:par>
                          <p:cTn id="138" fill="hold">
                            <p:stCondLst>
                              <p:cond delay="6000"/>
                            </p:stCondLst>
                            <p:childTnLst>
                              <p:par>
                                <p:cTn id="139" presetID="22" presetClass="entr" presetSubtype="8" fill="hold" grpId="0" nodeType="afterEffect">
                                  <p:stCondLst>
                                    <p:cond delay="0"/>
                                  </p:stCondLst>
                                  <p:childTnLst>
                                    <p:set>
                                      <p:cBhvr>
                                        <p:cTn id="140" dur="1" fill="hold">
                                          <p:stCondLst>
                                            <p:cond delay="0"/>
                                          </p:stCondLst>
                                        </p:cTn>
                                        <p:tgtEl>
                                          <p:spTgt spid="42"/>
                                        </p:tgtEl>
                                        <p:attrNameLst>
                                          <p:attrName>style.visibility</p:attrName>
                                        </p:attrNameLst>
                                      </p:cBhvr>
                                      <p:to>
                                        <p:strVal val="visible"/>
                                      </p:to>
                                    </p:set>
                                    <p:animEffect transition="in" filter="wipe(left)">
                                      <p:cBhvr>
                                        <p:cTn id="141" dur="1500"/>
                                        <p:tgtEl>
                                          <p:spTgt spid="42"/>
                                        </p:tgtEl>
                                      </p:cBhvr>
                                    </p:animEffect>
                                  </p:childTnLst>
                                </p:cTn>
                              </p:par>
                            </p:childTnLst>
                          </p:cTn>
                        </p:par>
                      </p:childTnLst>
                    </p:cTn>
                  </p:par>
                  <p:par>
                    <p:cTn id="142" fill="hold">
                      <p:stCondLst>
                        <p:cond delay="indefinite"/>
                      </p:stCondLst>
                      <p:childTnLst>
                        <p:par>
                          <p:cTn id="143" fill="hold">
                            <p:stCondLst>
                              <p:cond delay="0"/>
                            </p:stCondLst>
                            <p:childTnLst>
                              <p:par>
                                <p:cTn id="144" presetID="22" presetClass="exit" presetSubtype="8" fill="hold" grpId="1" nodeType="clickEffect">
                                  <p:stCondLst>
                                    <p:cond delay="0"/>
                                  </p:stCondLst>
                                  <p:childTnLst>
                                    <p:animEffect transition="out" filter="wipe(left)">
                                      <p:cBhvr>
                                        <p:cTn id="145" dur="500"/>
                                        <p:tgtEl>
                                          <p:spTgt spid="31"/>
                                        </p:tgtEl>
                                      </p:cBhvr>
                                    </p:animEffect>
                                    <p:set>
                                      <p:cBhvr>
                                        <p:cTn id="146" dur="1" fill="hold">
                                          <p:stCondLst>
                                            <p:cond delay="499"/>
                                          </p:stCondLst>
                                        </p:cTn>
                                        <p:tgtEl>
                                          <p:spTgt spid="31"/>
                                        </p:tgtEl>
                                        <p:attrNameLst>
                                          <p:attrName>style.visibility</p:attrName>
                                        </p:attrNameLst>
                                      </p:cBhvr>
                                      <p:to>
                                        <p:strVal val="hidden"/>
                                      </p:to>
                                    </p:set>
                                  </p:childTnLst>
                                </p:cTn>
                              </p:par>
                            </p:childTnLst>
                          </p:cTn>
                        </p:par>
                        <p:par>
                          <p:cTn id="147" fill="hold">
                            <p:stCondLst>
                              <p:cond delay="500"/>
                            </p:stCondLst>
                            <p:childTnLst>
                              <p:par>
                                <p:cTn id="148" presetID="22" presetClass="entr" presetSubtype="8" fill="hold" grpId="0" nodeType="afterEffect">
                                  <p:stCondLst>
                                    <p:cond delay="0"/>
                                  </p:stCondLst>
                                  <p:childTnLst>
                                    <p:set>
                                      <p:cBhvr>
                                        <p:cTn id="149" dur="1" fill="hold">
                                          <p:stCondLst>
                                            <p:cond delay="0"/>
                                          </p:stCondLst>
                                        </p:cTn>
                                        <p:tgtEl>
                                          <p:spTgt spid="26"/>
                                        </p:tgtEl>
                                        <p:attrNameLst>
                                          <p:attrName>style.visibility</p:attrName>
                                        </p:attrNameLst>
                                      </p:cBhvr>
                                      <p:to>
                                        <p:strVal val="visible"/>
                                      </p:to>
                                    </p:set>
                                    <p:animEffect transition="in" filter="wipe(left)">
                                      <p:cBhvr>
                                        <p:cTn id="150" dur="1000"/>
                                        <p:tgtEl>
                                          <p:spTgt spid="26"/>
                                        </p:tgtEl>
                                      </p:cBhvr>
                                    </p:animEffect>
                                  </p:childTnLst>
                                </p:cTn>
                              </p:par>
                            </p:childTnLst>
                          </p:cTn>
                        </p:par>
                      </p:childTnLst>
                    </p:cTn>
                  </p:par>
                  <p:par>
                    <p:cTn id="151" fill="hold">
                      <p:stCondLst>
                        <p:cond delay="indefinite"/>
                      </p:stCondLst>
                      <p:childTnLst>
                        <p:par>
                          <p:cTn id="152" fill="hold">
                            <p:stCondLst>
                              <p:cond delay="0"/>
                            </p:stCondLst>
                            <p:childTnLst>
                              <p:par>
                                <p:cTn id="153" presetID="22" presetClass="entr" presetSubtype="8" fill="hold" grpId="0" nodeType="clickEffect">
                                  <p:stCondLst>
                                    <p:cond delay="0"/>
                                  </p:stCondLst>
                                  <p:childTnLst>
                                    <p:set>
                                      <p:cBhvr>
                                        <p:cTn id="154" dur="1" fill="hold">
                                          <p:stCondLst>
                                            <p:cond delay="0"/>
                                          </p:stCondLst>
                                        </p:cTn>
                                        <p:tgtEl>
                                          <p:spTgt spid="25"/>
                                        </p:tgtEl>
                                        <p:attrNameLst>
                                          <p:attrName>style.visibility</p:attrName>
                                        </p:attrNameLst>
                                      </p:cBhvr>
                                      <p:to>
                                        <p:strVal val="visible"/>
                                      </p:to>
                                    </p:set>
                                    <p:animEffect transition="in" filter="wipe(left)">
                                      <p:cBhvr>
                                        <p:cTn id="155" dur="500"/>
                                        <p:tgtEl>
                                          <p:spTgt spid="25"/>
                                        </p:tgtEl>
                                      </p:cBhvr>
                                    </p:animEffect>
                                  </p:childTnLst>
                                </p:cTn>
                              </p:par>
                            </p:childTnLst>
                          </p:cTn>
                        </p:par>
                        <p:par>
                          <p:cTn id="156" fill="hold">
                            <p:stCondLst>
                              <p:cond delay="500"/>
                            </p:stCondLst>
                            <p:childTnLst>
                              <p:par>
                                <p:cTn id="157" presetID="22" presetClass="entr" presetSubtype="1" fill="hold" nodeType="afterEffect">
                                  <p:stCondLst>
                                    <p:cond delay="0"/>
                                  </p:stCondLst>
                                  <p:childTnLst>
                                    <p:set>
                                      <p:cBhvr>
                                        <p:cTn id="158" dur="1" fill="hold">
                                          <p:stCondLst>
                                            <p:cond delay="0"/>
                                          </p:stCondLst>
                                        </p:cTn>
                                        <p:tgtEl>
                                          <p:spTgt spid="5"/>
                                        </p:tgtEl>
                                        <p:attrNameLst>
                                          <p:attrName>style.visibility</p:attrName>
                                        </p:attrNameLst>
                                      </p:cBhvr>
                                      <p:to>
                                        <p:strVal val="visible"/>
                                      </p:to>
                                    </p:set>
                                    <p:animEffect transition="in" filter="wipe(up)">
                                      <p:cBhvr>
                                        <p:cTn id="159" dur="500"/>
                                        <p:tgtEl>
                                          <p:spTgt spid="5"/>
                                        </p:tgtEl>
                                      </p:cBhvr>
                                    </p:animEffect>
                                  </p:childTnLst>
                                </p:cTn>
                              </p:par>
                            </p:childTnLst>
                          </p:cTn>
                        </p:par>
                        <p:par>
                          <p:cTn id="160" fill="hold">
                            <p:stCondLst>
                              <p:cond delay="1000"/>
                            </p:stCondLst>
                            <p:childTnLst>
                              <p:par>
                                <p:cTn id="161" presetID="22" presetClass="entr" presetSubtype="1" fill="hold" grpId="0" nodeType="afterEffect">
                                  <p:stCondLst>
                                    <p:cond delay="0"/>
                                  </p:stCondLst>
                                  <p:childTnLst>
                                    <p:set>
                                      <p:cBhvr>
                                        <p:cTn id="162" dur="1" fill="hold">
                                          <p:stCondLst>
                                            <p:cond delay="0"/>
                                          </p:stCondLst>
                                        </p:cTn>
                                        <p:tgtEl>
                                          <p:spTgt spid="29"/>
                                        </p:tgtEl>
                                        <p:attrNameLst>
                                          <p:attrName>style.visibility</p:attrName>
                                        </p:attrNameLst>
                                      </p:cBhvr>
                                      <p:to>
                                        <p:strVal val="visible"/>
                                      </p:to>
                                    </p:set>
                                    <p:animEffect transition="in" filter="wipe(up)">
                                      <p:cBhvr>
                                        <p:cTn id="163" dur="1500"/>
                                        <p:tgtEl>
                                          <p:spTgt spid="29"/>
                                        </p:tgtEl>
                                      </p:cBhvr>
                                    </p:animEffect>
                                  </p:childTnLst>
                                </p:cTn>
                              </p:par>
                            </p:childTnLst>
                          </p:cTn>
                        </p:par>
                        <p:par>
                          <p:cTn id="164" fill="hold">
                            <p:stCondLst>
                              <p:cond delay="2500"/>
                            </p:stCondLst>
                            <p:childTnLst>
                              <p:par>
                                <p:cTn id="165" presetID="22" presetClass="entr" presetSubtype="1" fill="hold" nodeType="afterEffect">
                                  <p:stCondLst>
                                    <p:cond delay="0"/>
                                  </p:stCondLst>
                                  <p:childTnLst>
                                    <p:set>
                                      <p:cBhvr>
                                        <p:cTn id="166" dur="1" fill="hold">
                                          <p:stCondLst>
                                            <p:cond delay="0"/>
                                          </p:stCondLst>
                                        </p:cTn>
                                        <p:tgtEl>
                                          <p:spTgt spid="9"/>
                                        </p:tgtEl>
                                        <p:attrNameLst>
                                          <p:attrName>style.visibility</p:attrName>
                                        </p:attrNameLst>
                                      </p:cBhvr>
                                      <p:to>
                                        <p:strVal val="visible"/>
                                      </p:to>
                                    </p:set>
                                    <p:animEffect transition="in" filter="wipe(up)">
                                      <p:cBhvr>
                                        <p:cTn id="167" dur="500"/>
                                        <p:tgtEl>
                                          <p:spTgt spid="9"/>
                                        </p:tgtEl>
                                      </p:cBhvr>
                                    </p:animEffect>
                                  </p:childTnLst>
                                </p:cTn>
                              </p:par>
                            </p:childTnLst>
                          </p:cTn>
                        </p:par>
                        <p:par>
                          <p:cTn id="168" fill="hold">
                            <p:stCondLst>
                              <p:cond delay="3000"/>
                            </p:stCondLst>
                            <p:childTnLst>
                              <p:par>
                                <p:cTn id="169" presetID="22" presetClass="entr" presetSubtype="1" fill="hold" grpId="0" nodeType="afterEffect">
                                  <p:stCondLst>
                                    <p:cond delay="0"/>
                                  </p:stCondLst>
                                  <p:childTnLst>
                                    <p:set>
                                      <p:cBhvr>
                                        <p:cTn id="170" dur="1" fill="hold">
                                          <p:stCondLst>
                                            <p:cond delay="0"/>
                                          </p:stCondLst>
                                        </p:cTn>
                                        <p:tgtEl>
                                          <p:spTgt spid="30"/>
                                        </p:tgtEl>
                                        <p:attrNameLst>
                                          <p:attrName>style.visibility</p:attrName>
                                        </p:attrNameLst>
                                      </p:cBhvr>
                                      <p:to>
                                        <p:strVal val="visible"/>
                                      </p:to>
                                    </p:set>
                                    <p:animEffect transition="in" filter="wipe(up)">
                                      <p:cBhvr>
                                        <p:cTn id="171" dur="1500"/>
                                        <p:tgtEl>
                                          <p:spTgt spid="30"/>
                                        </p:tgtEl>
                                      </p:cBhvr>
                                    </p:animEffect>
                                  </p:childTnLst>
                                </p:cTn>
                              </p:par>
                            </p:childTnLst>
                          </p:cTn>
                        </p:par>
                      </p:childTnLst>
                    </p:cTn>
                  </p:par>
                  <p:par>
                    <p:cTn id="172" fill="hold">
                      <p:stCondLst>
                        <p:cond delay="indefinite"/>
                      </p:stCondLst>
                      <p:childTnLst>
                        <p:par>
                          <p:cTn id="173" fill="hold">
                            <p:stCondLst>
                              <p:cond delay="0"/>
                            </p:stCondLst>
                            <p:childTnLst>
                              <p:par>
                                <p:cTn id="174" presetID="22" presetClass="exit" presetSubtype="8" fill="hold" grpId="1" nodeType="clickEffect">
                                  <p:stCondLst>
                                    <p:cond delay="0"/>
                                  </p:stCondLst>
                                  <p:childTnLst>
                                    <p:animEffect transition="out" filter="wipe(left)">
                                      <p:cBhvr>
                                        <p:cTn id="175" dur="500"/>
                                        <p:tgtEl>
                                          <p:spTgt spid="26"/>
                                        </p:tgtEl>
                                      </p:cBhvr>
                                    </p:animEffect>
                                    <p:set>
                                      <p:cBhvr>
                                        <p:cTn id="176" dur="1" fill="hold">
                                          <p:stCondLst>
                                            <p:cond delay="499"/>
                                          </p:stCondLst>
                                        </p:cTn>
                                        <p:tgtEl>
                                          <p:spTgt spid="26"/>
                                        </p:tgtEl>
                                        <p:attrNameLst>
                                          <p:attrName>style.visibility</p:attrName>
                                        </p:attrNameLst>
                                      </p:cBhvr>
                                      <p:to>
                                        <p:strVal val="hidden"/>
                                      </p:to>
                                    </p:set>
                                  </p:childTnLst>
                                </p:cTn>
                              </p:par>
                            </p:childTnLst>
                          </p:cTn>
                        </p:par>
                        <p:par>
                          <p:cTn id="177" fill="hold">
                            <p:stCondLst>
                              <p:cond delay="500"/>
                            </p:stCondLst>
                            <p:childTnLst>
                              <p:par>
                                <p:cTn id="178" presetID="22" presetClass="entr" presetSubtype="8" fill="hold" grpId="0" nodeType="afterEffect">
                                  <p:stCondLst>
                                    <p:cond delay="0"/>
                                  </p:stCondLst>
                                  <p:childTnLst>
                                    <p:set>
                                      <p:cBhvr>
                                        <p:cTn id="179" dur="1" fill="hold">
                                          <p:stCondLst>
                                            <p:cond delay="0"/>
                                          </p:stCondLst>
                                        </p:cTn>
                                        <p:tgtEl>
                                          <p:spTgt spid="32"/>
                                        </p:tgtEl>
                                        <p:attrNameLst>
                                          <p:attrName>style.visibility</p:attrName>
                                        </p:attrNameLst>
                                      </p:cBhvr>
                                      <p:to>
                                        <p:strVal val="visible"/>
                                      </p:to>
                                    </p:set>
                                    <p:animEffect transition="in" filter="wipe(left)">
                                      <p:cBhvr>
                                        <p:cTn id="180" dur="500"/>
                                        <p:tgtEl>
                                          <p:spTgt spid="32"/>
                                        </p:tgtEl>
                                      </p:cBhvr>
                                    </p:animEffect>
                                  </p:childTnLst>
                                </p:cTn>
                              </p:par>
                            </p:childTnLst>
                          </p:cTn>
                        </p:par>
                        <p:par>
                          <p:cTn id="181" fill="hold">
                            <p:stCondLst>
                              <p:cond delay="1000"/>
                            </p:stCondLst>
                            <p:childTnLst>
                              <p:par>
                                <p:cTn id="182" presetID="22" presetClass="entr" presetSubtype="8" fill="hold" grpId="0" nodeType="afterEffect">
                                  <p:stCondLst>
                                    <p:cond delay="0"/>
                                  </p:stCondLst>
                                  <p:childTnLst>
                                    <p:set>
                                      <p:cBhvr>
                                        <p:cTn id="183" dur="1" fill="hold">
                                          <p:stCondLst>
                                            <p:cond delay="0"/>
                                          </p:stCondLst>
                                        </p:cTn>
                                        <p:tgtEl>
                                          <p:spTgt spid="28"/>
                                        </p:tgtEl>
                                        <p:attrNameLst>
                                          <p:attrName>style.visibility</p:attrName>
                                        </p:attrNameLst>
                                      </p:cBhvr>
                                      <p:to>
                                        <p:strVal val="visible"/>
                                      </p:to>
                                    </p:set>
                                    <p:animEffect transition="in" filter="wipe(left)">
                                      <p:cBhvr>
                                        <p:cTn id="184" dur="1000"/>
                                        <p:tgtEl>
                                          <p:spTgt spid="28"/>
                                        </p:tgtEl>
                                      </p:cBhvr>
                                    </p:animEffect>
                                  </p:childTnLst>
                                </p:cTn>
                              </p:par>
                            </p:childTnLst>
                          </p:cTn>
                        </p:par>
                        <p:par>
                          <p:cTn id="185" fill="hold">
                            <p:stCondLst>
                              <p:cond delay="2000"/>
                            </p:stCondLst>
                            <p:childTnLst>
                              <p:par>
                                <p:cTn id="186" presetID="22" presetClass="entr" presetSubtype="8" fill="hold" nodeType="afterEffect">
                                  <p:stCondLst>
                                    <p:cond delay="0"/>
                                  </p:stCondLst>
                                  <p:childTnLst>
                                    <p:set>
                                      <p:cBhvr>
                                        <p:cTn id="187" dur="1" fill="hold">
                                          <p:stCondLst>
                                            <p:cond delay="0"/>
                                          </p:stCondLst>
                                        </p:cTn>
                                        <p:tgtEl>
                                          <p:spTgt spid="43"/>
                                        </p:tgtEl>
                                        <p:attrNameLst>
                                          <p:attrName>style.visibility</p:attrName>
                                        </p:attrNameLst>
                                      </p:cBhvr>
                                      <p:to>
                                        <p:strVal val="visible"/>
                                      </p:to>
                                    </p:set>
                                    <p:animEffect transition="in" filter="wipe(left)">
                                      <p:cBhvr>
                                        <p:cTn id="18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36" grpId="0" animBg="1"/>
      <p:bldP spid="37" grpId="0" animBg="1"/>
      <p:bldP spid="38" grpId="0" animBg="1"/>
      <p:bldP spid="39" grpId="0" animBg="1"/>
      <p:bldP spid="40" grpId="0" animBg="1"/>
      <p:bldP spid="41" grpId="0" animBg="1"/>
      <p:bldP spid="42" grpId="0" animBg="1"/>
      <p:bldP spid="45" grpId="0" animBg="1"/>
      <p:bldP spid="46" grpId="0" animBg="1"/>
      <p:bldP spid="48"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3001464"/>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322532"/>
          <a:ext cx="2152143"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3471000"/>
          <a:ext cx="3107310" cy="293370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409694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3429648"/>
            <a:ext cx="720000" cy="299631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3427483"/>
            <a:ext cx="928086" cy="299848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2365487"/>
            <a:ext cx="966553" cy="101432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2365487"/>
            <a:ext cx="881143" cy="1006058"/>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5027767"/>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348835"/>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3469916"/>
          <a:ext cx="1652969" cy="117348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694006"/>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704" y="434574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055" y="435172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45503" y="435172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704" y="493248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055" y="4942271"/>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45503" y="4942271"/>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704" y="5810304"/>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055" y="5820095"/>
            <a:ext cx="229174" cy="288000"/>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45503" y="5820095"/>
            <a:ext cx="706825" cy="288000"/>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Where Arrow - insurer">
            <a:extLst>
              <a:ext uri="{FF2B5EF4-FFF2-40B4-BE49-F238E27FC236}">
                <a16:creationId xmlns:a16="http://schemas.microsoft.com/office/drawing/2014/main" id="{82F3C0C0-627A-4352-B521-71A74C69D03B}"/>
              </a:ext>
            </a:extLst>
          </p:cNvPr>
          <p:cNvCxnSpPr>
            <a:cxnSpLocks/>
          </p:cNvCxnSpPr>
          <p:nvPr/>
        </p:nvCxnSpPr>
        <p:spPr>
          <a:xfrm flipH="1">
            <a:off x="6208143" y="3058728"/>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9" name="Where Arrow - id">
            <a:extLst>
              <a:ext uri="{FF2B5EF4-FFF2-40B4-BE49-F238E27FC236}">
                <a16:creationId xmlns:a16="http://schemas.microsoft.com/office/drawing/2014/main" id="{B9A62A42-1BDC-4ED8-8925-BD8226428803}"/>
              </a:ext>
            </a:extLst>
          </p:cNvPr>
          <p:cNvCxnSpPr>
            <a:cxnSpLocks/>
          </p:cNvCxnSpPr>
          <p:nvPr/>
        </p:nvCxnSpPr>
        <p:spPr>
          <a:xfrm>
            <a:off x="6530573" y="3057089"/>
            <a:ext cx="324000" cy="39600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63418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par>
                          <p:cTn id="50" fill="hold">
                            <p:stCondLst>
                              <p:cond delay="4000"/>
                            </p:stCondLst>
                            <p:childTnLst>
                              <p:par>
                                <p:cTn id="51" presetID="22" presetClass="entr" presetSubtype="8" fill="hold" grpId="0" nodeType="afterEffect">
                                  <p:stCondLst>
                                    <p:cond delay="0"/>
                                  </p:stCondLst>
                                  <p:childTnLst>
                                    <p:set>
                                      <p:cBhvr>
                                        <p:cTn id="52" dur="1" fill="hold">
                                          <p:stCondLst>
                                            <p:cond delay="0"/>
                                          </p:stCondLst>
                                        </p:cTn>
                                        <p:tgtEl>
                                          <p:spTgt spid="44"/>
                                        </p:tgtEl>
                                        <p:attrNameLst>
                                          <p:attrName>style.visibility</p:attrName>
                                        </p:attrNameLst>
                                      </p:cBhvr>
                                      <p:to>
                                        <p:strVal val="visible"/>
                                      </p:to>
                                    </p:set>
                                    <p:animEffect transition="in" filter="wipe(left)">
                                      <p:cBhvr>
                                        <p:cTn id="53" dur="1000"/>
                                        <p:tgtEl>
                                          <p:spTgt spid="44"/>
                                        </p:tgtEl>
                                      </p:cBhvr>
                                    </p:animEffect>
                                  </p:childTnLst>
                                </p:cTn>
                              </p:par>
                            </p:childTnLst>
                          </p:cTn>
                        </p:par>
                        <p:par>
                          <p:cTn id="54" fill="hold">
                            <p:stCondLst>
                              <p:cond delay="5000"/>
                            </p:stCondLst>
                            <p:childTnLst>
                              <p:par>
                                <p:cTn id="55" presetID="22" presetClass="entr" presetSubtype="8" fill="hold" nodeType="after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2000"/>
                                        <p:tgtEl>
                                          <p:spTgt spid="23"/>
                                        </p:tgtEl>
                                      </p:cBhvr>
                                    </p:animEffect>
                                  </p:childTnLst>
                                </p:cTn>
                              </p:par>
                            </p:childTnLst>
                          </p:cTn>
                        </p:par>
                        <p:par>
                          <p:cTn id="58" fill="hold">
                            <p:stCondLst>
                              <p:cond delay="7000"/>
                            </p:stCondLst>
                            <p:childTnLst>
                              <p:par>
                                <p:cTn id="59" presetID="22" presetClass="entr" presetSubtype="1" fill="hold" nodeType="after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up)">
                                      <p:cBhvr>
                                        <p:cTn id="61" dur="1000"/>
                                        <p:tgtEl>
                                          <p:spTgt spid="8"/>
                                        </p:tgtEl>
                                      </p:cBhvr>
                                    </p:animEffect>
                                  </p:childTnLst>
                                </p:cTn>
                              </p:par>
                              <p:par>
                                <p:cTn id="62" presetID="22" presetClass="entr" presetSubtype="1" fill="hold" nodeType="withEffect">
                                  <p:stCondLst>
                                    <p:cond delay="0"/>
                                  </p:stCondLst>
                                  <p:childTnLst>
                                    <p:set>
                                      <p:cBhvr>
                                        <p:cTn id="63" dur="1" fill="hold">
                                          <p:stCondLst>
                                            <p:cond delay="0"/>
                                          </p:stCondLst>
                                        </p:cTn>
                                        <p:tgtEl>
                                          <p:spTgt spid="49"/>
                                        </p:tgtEl>
                                        <p:attrNameLst>
                                          <p:attrName>style.visibility</p:attrName>
                                        </p:attrNameLst>
                                      </p:cBhvr>
                                      <p:to>
                                        <p:strVal val="visible"/>
                                      </p:to>
                                    </p:set>
                                    <p:animEffect transition="in" filter="wipe(up)">
                                      <p:cBhvr>
                                        <p:cTn id="64" dur="1000"/>
                                        <p:tgtEl>
                                          <p:spTgt spid="49"/>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38"/>
                                        </p:tgtEl>
                                        <p:attrNameLst>
                                          <p:attrName>style.visibility</p:attrName>
                                        </p:attrNameLst>
                                      </p:cBhvr>
                                      <p:to>
                                        <p:strVal val="visible"/>
                                      </p:to>
                                    </p:set>
                                    <p:animEffect transition="in" filter="wipe(left)">
                                      <p:cBhvr>
                                        <p:cTn id="69" dur="500"/>
                                        <p:tgtEl>
                                          <p:spTgt spid="38"/>
                                        </p:tgtEl>
                                      </p:cBhvr>
                                    </p:animEffect>
                                  </p:childTnLst>
                                </p:cTn>
                              </p:par>
                            </p:childTnLst>
                          </p:cTn>
                        </p:par>
                        <p:par>
                          <p:cTn id="70" fill="hold">
                            <p:stCondLst>
                              <p:cond delay="500"/>
                            </p:stCondLst>
                            <p:childTnLst>
                              <p:par>
                                <p:cTn id="71" presetID="22" presetClass="entr" presetSubtype="8" fill="hold" grpId="0" nodeType="afterEffect">
                                  <p:stCondLst>
                                    <p:cond delay="0"/>
                                  </p:stCondLst>
                                  <p:childTnLst>
                                    <p:set>
                                      <p:cBhvr>
                                        <p:cTn id="72" dur="1" fill="hold">
                                          <p:stCondLst>
                                            <p:cond delay="0"/>
                                          </p:stCondLst>
                                        </p:cTn>
                                        <p:tgtEl>
                                          <p:spTgt spid="37"/>
                                        </p:tgtEl>
                                        <p:attrNameLst>
                                          <p:attrName>style.visibility</p:attrName>
                                        </p:attrNameLst>
                                      </p:cBhvr>
                                      <p:to>
                                        <p:strVal val="visible"/>
                                      </p:to>
                                    </p:set>
                                    <p:animEffect transition="in" filter="wipe(left)">
                                      <p:cBhvr>
                                        <p:cTn id="73" dur="500"/>
                                        <p:tgtEl>
                                          <p:spTgt spid="37"/>
                                        </p:tgtEl>
                                      </p:cBhvr>
                                    </p:animEffect>
                                  </p:childTnLst>
                                </p:cTn>
                              </p:par>
                            </p:childTnLst>
                          </p:cTn>
                        </p:par>
                        <p:par>
                          <p:cTn id="74" fill="hold">
                            <p:stCondLst>
                              <p:cond delay="1000"/>
                            </p:stCondLst>
                            <p:childTnLst>
                              <p:par>
                                <p:cTn id="75" presetID="22" presetClass="entr" presetSubtype="8" fill="hold" grpId="0" nodeType="afterEffect">
                                  <p:stCondLst>
                                    <p:cond delay="0"/>
                                  </p:stCondLst>
                                  <p:childTnLst>
                                    <p:set>
                                      <p:cBhvr>
                                        <p:cTn id="76" dur="1" fill="hold">
                                          <p:stCondLst>
                                            <p:cond delay="0"/>
                                          </p:stCondLst>
                                        </p:cTn>
                                        <p:tgtEl>
                                          <p:spTgt spid="36"/>
                                        </p:tgtEl>
                                        <p:attrNameLst>
                                          <p:attrName>style.visibility</p:attrName>
                                        </p:attrNameLst>
                                      </p:cBhvr>
                                      <p:to>
                                        <p:strVal val="visible"/>
                                      </p:to>
                                    </p:set>
                                    <p:animEffect transition="in" filter="wipe(left)">
                                      <p:cBhvr>
                                        <p:cTn id="77" dur="1500"/>
                                        <p:tgtEl>
                                          <p:spTgt spid="36"/>
                                        </p:tgtEl>
                                      </p:cBhvr>
                                    </p:animEffect>
                                  </p:childTnLst>
                                </p:cTn>
                              </p:par>
                            </p:childTnLst>
                          </p:cTn>
                        </p:par>
                        <p:par>
                          <p:cTn id="78" fill="hold">
                            <p:stCondLst>
                              <p:cond delay="2500"/>
                            </p:stCondLst>
                            <p:childTnLst>
                              <p:par>
                                <p:cTn id="79" presetID="22" presetClass="entr" presetSubtype="8" fill="hold" grpId="0" nodeType="afterEffect">
                                  <p:stCondLst>
                                    <p:cond delay="0"/>
                                  </p:stCondLst>
                                  <p:childTnLst>
                                    <p:set>
                                      <p:cBhvr>
                                        <p:cTn id="80" dur="1" fill="hold">
                                          <p:stCondLst>
                                            <p:cond delay="0"/>
                                          </p:stCondLst>
                                        </p:cTn>
                                        <p:tgtEl>
                                          <p:spTgt spid="41"/>
                                        </p:tgtEl>
                                        <p:attrNameLst>
                                          <p:attrName>style.visibility</p:attrName>
                                        </p:attrNameLst>
                                      </p:cBhvr>
                                      <p:to>
                                        <p:strVal val="visible"/>
                                      </p:to>
                                    </p:set>
                                    <p:animEffect transition="in" filter="wipe(left)">
                                      <p:cBhvr>
                                        <p:cTn id="81" dur="500"/>
                                        <p:tgtEl>
                                          <p:spTgt spid="41"/>
                                        </p:tgtEl>
                                      </p:cBhvr>
                                    </p:animEffect>
                                  </p:childTnLst>
                                </p:cTn>
                              </p:par>
                            </p:childTnLst>
                          </p:cTn>
                        </p:par>
                        <p:par>
                          <p:cTn id="82" fill="hold">
                            <p:stCondLst>
                              <p:cond delay="3000"/>
                            </p:stCondLst>
                            <p:childTnLst>
                              <p:par>
                                <p:cTn id="83" presetID="22" presetClass="entr" presetSubtype="8" fill="hold" grpId="0" nodeType="afterEffect">
                                  <p:stCondLst>
                                    <p:cond delay="0"/>
                                  </p:stCondLst>
                                  <p:childTnLst>
                                    <p:set>
                                      <p:cBhvr>
                                        <p:cTn id="84" dur="1" fill="hold">
                                          <p:stCondLst>
                                            <p:cond delay="0"/>
                                          </p:stCondLst>
                                        </p:cTn>
                                        <p:tgtEl>
                                          <p:spTgt spid="40"/>
                                        </p:tgtEl>
                                        <p:attrNameLst>
                                          <p:attrName>style.visibility</p:attrName>
                                        </p:attrNameLst>
                                      </p:cBhvr>
                                      <p:to>
                                        <p:strVal val="visible"/>
                                      </p:to>
                                    </p:set>
                                    <p:animEffect transition="in" filter="wipe(left)">
                                      <p:cBhvr>
                                        <p:cTn id="85" dur="500"/>
                                        <p:tgtEl>
                                          <p:spTgt spid="40"/>
                                        </p:tgtEl>
                                      </p:cBhvr>
                                    </p:animEffect>
                                  </p:childTnLst>
                                </p:cTn>
                              </p:par>
                            </p:childTnLst>
                          </p:cTn>
                        </p:par>
                        <p:par>
                          <p:cTn id="86" fill="hold">
                            <p:stCondLst>
                              <p:cond delay="3500"/>
                            </p:stCondLst>
                            <p:childTnLst>
                              <p:par>
                                <p:cTn id="87" presetID="22" presetClass="entr" presetSubtype="8" fill="hold" grpId="0" nodeType="after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wipe(left)">
                                      <p:cBhvr>
                                        <p:cTn id="89" dur="1500"/>
                                        <p:tgtEl>
                                          <p:spTgt spid="39"/>
                                        </p:tgtEl>
                                      </p:cBhvr>
                                    </p:animEffect>
                                  </p:childTnLst>
                                </p:cTn>
                              </p:par>
                            </p:childTnLst>
                          </p:cTn>
                        </p:par>
                        <p:par>
                          <p:cTn id="90" fill="hold">
                            <p:stCondLst>
                              <p:cond delay="5000"/>
                            </p:stCondLst>
                            <p:childTnLst>
                              <p:par>
                                <p:cTn id="91" presetID="22" presetClass="entr" presetSubtype="8" fill="hold" grpId="0" nodeType="afterEffect">
                                  <p:stCondLst>
                                    <p:cond delay="0"/>
                                  </p:stCondLst>
                                  <p:childTnLst>
                                    <p:set>
                                      <p:cBhvr>
                                        <p:cTn id="92" dur="1" fill="hold">
                                          <p:stCondLst>
                                            <p:cond delay="0"/>
                                          </p:stCondLst>
                                        </p:cTn>
                                        <p:tgtEl>
                                          <p:spTgt spid="46"/>
                                        </p:tgtEl>
                                        <p:attrNameLst>
                                          <p:attrName>style.visibility</p:attrName>
                                        </p:attrNameLst>
                                      </p:cBhvr>
                                      <p:to>
                                        <p:strVal val="visible"/>
                                      </p:to>
                                    </p:set>
                                    <p:animEffect transition="in" filter="wipe(left)">
                                      <p:cBhvr>
                                        <p:cTn id="93" dur="500"/>
                                        <p:tgtEl>
                                          <p:spTgt spid="46"/>
                                        </p:tgtEl>
                                      </p:cBhvr>
                                    </p:animEffect>
                                  </p:childTnLst>
                                </p:cTn>
                              </p:par>
                            </p:childTnLst>
                          </p:cTn>
                        </p:par>
                        <p:par>
                          <p:cTn id="94" fill="hold">
                            <p:stCondLst>
                              <p:cond delay="5500"/>
                            </p:stCondLst>
                            <p:childTnLst>
                              <p:par>
                                <p:cTn id="95" presetID="22" presetClass="entr" presetSubtype="8" fill="hold" grpId="0" nodeType="afterEffect">
                                  <p:stCondLst>
                                    <p:cond delay="0"/>
                                  </p:stCondLst>
                                  <p:childTnLst>
                                    <p:set>
                                      <p:cBhvr>
                                        <p:cTn id="96" dur="1" fill="hold">
                                          <p:stCondLst>
                                            <p:cond delay="0"/>
                                          </p:stCondLst>
                                        </p:cTn>
                                        <p:tgtEl>
                                          <p:spTgt spid="45"/>
                                        </p:tgtEl>
                                        <p:attrNameLst>
                                          <p:attrName>style.visibility</p:attrName>
                                        </p:attrNameLst>
                                      </p:cBhvr>
                                      <p:to>
                                        <p:strVal val="visible"/>
                                      </p:to>
                                    </p:set>
                                    <p:animEffect transition="in" filter="wipe(left)">
                                      <p:cBhvr>
                                        <p:cTn id="97" dur="500"/>
                                        <p:tgtEl>
                                          <p:spTgt spid="45"/>
                                        </p:tgtEl>
                                      </p:cBhvr>
                                    </p:animEffect>
                                  </p:childTnLst>
                                </p:cTn>
                              </p:par>
                            </p:childTnLst>
                          </p:cTn>
                        </p:par>
                        <p:par>
                          <p:cTn id="98" fill="hold">
                            <p:stCondLst>
                              <p:cond delay="6000"/>
                            </p:stCondLst>
                            <p:childTnLst>
                              <p:par>
                                <p:cTn id="99" presetID="22" presetClass="entr" presetSubtype="8" fill="hold" grpId="0" nodeType="afterEffect">
                                  <p:stCondLst>
                                    <p:cond delay="0"/>
                                  </p:stCondLst>
                                  <p:childTnLst>
                                    <p:set>
                                      <p:cBhvr>
                                        <p:cTn id="100" dur="1" fill="hold">
                                          <p:stCondLst>
                                            <p:cond delay="0"/>
                                          </p:stCondLst>
                                        </p:cTn>
                                        <p:tgtEl>
                                          <p:spTgt spid="42"/>
                                        </p:tgtEl>
                                        <p:attrNameLst>
                                          <p:attrName>style.visibility</p:attrName>
                                        </p:attrNameLst>
                                      </p:cBhvr>
                                      <p:to>
                                        <p:strVal val="visible"/>
                                      </p:to>
                                    </p:set>
                                    <p:animEffect transition="in" filter="wipe(left)">
                                      <p:cBhvr>
                                        <p:cTn id="101" dur="1500"/>
                                        <p:tgtEl>
                                          <p:spTgt spid="42"/>
                                        </p:tgtEl>
                                      </p:cBhvr>
                                    </p:animEffect>
                                  </p:childTnLst>
                                </p:cTn>
                              </p:par>
                            </p:childTnLst>
                          </p:cTn>
                        </p:par>
                        <p:par>
                          <p:cTn id="102" fill="hold">
                            <p:stCondLst>
                              <p:cond delay="7500"/>
                            </p:stCondLst>
                            <p:childTnLst>
                              <p:par>
                                <p:cTn id="103" presetID="22" presetClass="entr" presetSubtype="1" fill="hold" nodeType="afterEffect">
                                  <p:stCondLst>
                                    <p:cond delay="0"/>
                                  </p:stCondLst>
                                  <p:childTnLst>
                                    <p:set>
                                      <p:cBhvr>
                                        <p:cTn id="104" dur="1" fill="hold">
                                          <p:stCondLst>
                                            <p:cond delay="0"/>
                                          </p:stCondLst>
                                        </p:cTn>
                                        <p:tgtEl>
                                          <p:spTgt spid="5"/>
                                        </p:tgtEl>
                                        <p:attrNameLst>
                                          <p:attrName>style.visibility</p:attrName>
                                        </p:attrNameLst>
                                      </p:cBhvr>
                                      <p:to>
                                        <p:strVal val="visible"/>
                                      </p:to>
                                    </p:set>
                                    <p:animEffect transition="in" filter="wipe(up)">
                                      <p:cBhvr>
                                        <p:cTn id="105" dur="500"/>
                                        <p:tgtEl>
                                          <p:spTgt spid="5"/>
                                        </p:tgtEl>
                                      </p:cBhvr>
                                    </p:animEffect>
                                  </p:childTnLst>
                                </p:cTn>
                              </p:par>
                            </p:childTnLst>
                          </p:cTn>
                        </p:par>
                        <p:par>
                          <p:cTn id="106" fill="hold">
                            <p:stCondLst>
                              <p:cond delay="8000"/>
                            </p:stCondLst>
                            <p:childTnLst>
                              <p:par>
                                <p:cTn id="107" presetID="22" presetClass="entr" presetSubtype="1" fill="hold" grpId="0" nodeType="afterEffect">
                                  <p:stCondLst>
                                    <p:cond delay="0"/>
                                  </p:stCondLst>
                                  <p:childTnLst>
                                    <p:set>
                                      <p:cBhvr>
                                        <p:cTn id="108" dur="1" fill="hold">
                                          <p:stCondLst>
                                            <p:cond delay="0"/>
                                          </p:stCondLst>
                                        </p:cTn>
                                        <p:tgtEl>
                                          <p:spTgt spid="29"/>
                                        </p:tgtEl>
                                        <p:attrNameLst>
                                          <p:attrName>style.visibility</p:attrName>
                                        </p:attrNameLst>
                                      </p:cBhvr>
                                      <p:to>
                                        <p:strVal val="visible"/>
                                      </p:to>
                                    </p:set>
                                    <p:animEffect transition="in" filter="wipe(up)">
                                      <p:cBhvr>
                                        <p:cTn id="109" dur="1500"/>
                                        <p:tgtEl>
                                          <p:spTgt spid="29"/>
                                        </p:tgtEl>
                                      </p:cBhvr>
                                    </p:animEffect>
                                  </p:childTnLst>
                                </p:cTn>
                              </p:par>
                            </p:childTnLst>
                          </p:cTn>
                        </p:par>
                        <p:par>
                          <p:cTn id="110" fill="hold">
                            <p:stCondLst>
                              <p:cond delay="9500"/>
                            </p:stCondLst>
                            <p:childTnLst>
                              <p:par>
                                <p:cTn id="111" presetID="22" presetClass="entr" presetSubtype="1" fill="hold" nodeType="afterEffect">
                                  <p:stCondLst>
                                    <p:cond delay="0"/>
                                  </p:stCondLst>
                                  <p:childTnLst>
                                    <p:set>
                                      <p:cBhvr>
                                        <p:cTn id="112" dur="1" fill="hold">
                                          <p:stCondLst>
                                            <p:cond delay="0"/>
                                          </p:stCondLst>
                                        </p:cTn>
                                        <p:tgtEl>
                                          <p:spTgt spid="9"/>
                                        </p:tgtEl>
                                        <p:attrNameLst>
                                          <p:attrName>style.visibility</p:attrName>
                                        </p:attrNameLst>
                                      </p:cBhvr>
                                      <p:to>
                                        <p:strVal val="visible"/>
                                      </p:to>
                                    </p:set>
                                    <p:animEffect transition="in" filter="wipe(up)">
                                      <p:cBhvr>
                                        <p:cTn id="113" dur="500"/>
                                        <p:tgtEl>
                                          <p:spTgt spid="9"/>
                                        </p:tgtEl>
                                      </p:cBhvr>
                                    </p:animEffect>
                                  </p:childTnLst>
                                </p:cTn>
                              </p:par>
                            </p:childTnLst>
                          </p:cTn>
                        </p:par>
                        <p:par>
                          <p:cTn id="114" fill="hold">
                            <p:stCondLst>
                              <p:cond delay="10000"/>
                            </p:stCondLst>
                            <p:childTnLst>
                              <p:par>
                                <p:cTn id="115" presetID="22" presetClass="entr" presetSubtype="1" fill="hold" grpId="0" nodeType="afterEffect">
                                  <p:stCondLst>
                                    <p:cond delay="0"/>
                                  </p:stCondLst>
                                  <p:childTnLst>
                                    <p:set>
                                      <p:cBhvr>
                                        <p:cTn id="116" dur="1" fill="hold">
                                          <p:stCondLst>
                                            <p:cond delay="0"/>
                                          </p:stCondLst>
                                        </p:cTn>
                                        <p:tgtEl>
                                          <p:spTgt spid="30"/>
                                        </p:tgtEl>
                                        <p:attrNameLst>
                                          <p:attrName>style.visibility</p:attrName>
                                        </p:attrNameLst>
                                      </p:cBhvr>
                                      <p:to>
                                        <p:strVal val="visible"/>
                                      </p:to>
                                    </p:set>
                                    <p:animEffect transition="in" filter="wipe(up)">
                                      <p:cBhvr>
                                        <p:cTn id="117" dur="1500"/>
                                        <p:tgtEl>
                                          <p:spTgt spid="30"/>
                                        </p:tgtEl>
                                      </p:cBhvr>
                                    </p:animEffect>
                                  </p:childTnLst>
                                </p:cTn>
                              </p:par>
                            </p:childTnLst>
                          </p:cTn>
                        </p:par>
                        <p:par>
                          <p:cTn id="118" fill="hold">
                            <p:stCondLst>
                              <p:cond delay="11500"/>
                            </p:stCondLst>
                            <p:childTnLst>
                              <p:par>
                                <p:cTn id="119" presetID="22" presetClass="entr" presetSubtype="8" fill="hold" grpId="0" nodeType="afterEffect">
                                  <p:stCondLst>
                                    <p:cond delay="0"/>
                                  </p:stCondLst>
                                  <p:childTnLst>
                                    <p:set>
                                      <p:cBhvr>
                                        <p:cTn id="120" dur="1" fill="hold">
                                          <p:stCondLst>
                                            <p:cond delay="0"/>
                                          </p:stCondLst>
                                        </p:cTn>
                                        <p:tgtEl>
                                          <p:spTgt spid="28"/>
                                        </p:tgtEl>
                                        <p:attrNameLst>
                                          <p:attrName>style.visibility</p:attrName>
                                        </p:attrNameLst>
                                      </p:cBhvr>
                                      <p:to>
                                        <p:strVal val="visible"/>
                                      </p:to>
                                    </p:set>
                                    <p:animEffect transition="in" filter="wipe(left)">
                                      <p:cBhvr>
                                        <p:cTn id="121" dur="1000"/>
                                        <p:tgtEl>
                                          <p:spTgt spid="28"/>
                                        </p:tgtEl>
                                      </p:cBhvr>
                                    </p:animEffect>
                                  </p:childTnLst>
                                </p:cTn>
                              </p:par>
                            </p:childTnLst>
                          </p:cTn>
                        </p:par>
                        <p:par>
                          <p:cTn id="122" fill="hold">
                            <p:stCondLst>
                              <p:cond delay="12500"/>
                            </p:stCondLst>
                            <p:childTnLst>
                              <p:par>
                                <p:cTn id="123" presetID="22" presetClass="entr" presetSubtype="8" fill="hold" nodeType="after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wipe(left)">
                                      <p:cBhvr>
                                        <p:cTn id="125"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8" grpId="0" animBg="1"/>
      <p:bldP spid="29" grpId="0" animBg="1"/>
      <p:bldP spid="30" grpId="0" animBg="1"/>
      <p:bldP spid="2" grpId="0"/>
      <p:bldP spid="44" grpId="0" animBg="1"/>
      <p:bldP spid="36" grpId="0" animBg="1"/>
      <p:bldP spid="37" grpId="0" animBg="1"/>
      <p:bldP spid="38" grpId="0" animBg="1"/>
      <p:bldP spid="39" grpId="0" animBg="1"/>
      <p:bldP spid="40" grpId="0" animBg="1"/>
      <p:bldP spid="41" grpId="0" animBg="1"/>
      <p:bldP spid="42" grpId="0" animBg="1"/>
      <p:bldP spid="45" grpId="0" animBg="1"/>
      <p:bldP spid="46"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9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5642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904433"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down)">
                                      <p:cBhvr>
                                        <p:cTn id="22" dur="2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1169585" y="4001294"/>
            <a:ext cx="2500656"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same</a:t>
            </a:r>
          </a:p>
          <a:p>
            <a:pPr algn="r"/>
            <a:r>
              <a:rPr lang="en-GB" sz="2800" b="1" dirty="0">
                <a:solidFill>
                  <a:srgbClr val="7030A0"/>
                </a:solidFill>
              </a:rPr>
              <a:t> order as fields</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074277" y="1504636"/>
            <a:ext cx="2952033" cy="862642"/>
          </a:xfrm>
          <a:prstGeom prst="callout2">
            <a:avLst>
              <a:gd name="adj1" fmla="val 50222"/>
              <a:gd name="adj2" fmla="val 100724"/>
              <a:gd name="adj3" fmla="val 50087"/>
              <a:gd name="adj4" fmla="val 121224"/>
              <a:gd name="adj5" fmla="val 119875"/>
              <a:gd name="adj6" fmla="val 1310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30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processed lawfully, fairly and in a transparent manner</a:t>
            </a:r>
          </a:p>
          <a:p>
            <a:pPr marL="514350" indent="-514350">
              <a:spcAft>
                <a:spcPts val="1200"/>
              </a:spcAft>
              <a:buFont typeface="+mj-lt"/>
              <a:buAutoNum type="arabicPeriod"/>
            </a:pPr>
            <a:r>
              <a:rPr lang="en-GB" sz="3200" dirty="0"/>
              <a:t>used for the declared purpose only</a:t>
            </a:r>
          </a:p>
          <a:p>
            <a:pPr marL="514350" indent="-514350">
              <a:spcAft>
                <a:spcPts val="1200"/>
              </a:spcAft>
              <a:buFont typeface="+mj-lt"/>
              <a:buAutoNum type="arabicPeriod"/>
            </a:pPr>
            <a:r>
              <a:rPr lang="en-GB" sz="3200" dirty="0"/>
              <a:t>limited to the data needed for the declared purpose</a:t>
            </a:r>
          </a:p>
          <a:p>
            <a:pPr marL="514350" indent="-514350">
              <a:spcAft>
                <a:spcPts val="1200"/>
              </a:spcAft>
              <a:buFont typeface="+mj-lt"/>
              <a:buAutoNum type="arabicPeriod"/>
            </a:pPr>
            <a:r>
              <a:rPr lang="en-GB" sz="3200" dirty="0"/>
              <a:t>accurate</a:t>
            </a:r>
          </a:p>
          <a:p>
            <a:pPr marL="514350" indent="-514350">
              <a:spcAft>
                <a:spcPts val="1200"/>
              </a:spcAft>
              <a:buFont typeface="+mj-lt"/>
              <a:buAutoNum type="arabicPeriod"/>
            </a:pPr>
            <a:r>
              <a:rPr lang="en-GB" sz="3200" dirty="0"/>
              <a:t>not kept for longer than necessary</a:t>
            </a:r>
          </a:p>
          <a:p>
            <a:pPr marL="514350" indent="-514350">
              <a:spcAft>
                <a:spcPts val="1200"/>
              </a:spcAft>
              <a:buFont typeface="+mj-lt"/>
              <a:buAutoNum type="arabicPeriod"/>
            </a:pPr>
            <a:r>
              <a:rPr lang="en-GB" sz="3200" dirty="0"/>
              <a:t>held securely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75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a:p>
            <a:pPr marL="514350" indent="-514350">
              <a:spcAft>
                <a:spcPts val="1200"/>
              </a:spcAft>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9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9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2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fontScale="92500" lnSpcReduction="2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6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48</TotalTime>
  <Words>12208</Words>
  <Application>Microsoft Office PowerPoint</Application>
  <PresentationFormat>Widescreen</PresentationFormat>
  <Paragraphs>5002</Paragraphs>
  <Slides>264</Slides>
  <Notes>210</Notes>
  <HiddenSlides>124</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264</vt:i4>
      </vt:variant>
    </vt:vector>
  </HeadingPairs>
  <TitlesOfParts>
    <vt:vector size="272"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SQL</vt:lpstr>
      <vt:lpstr>SQL</vt:lpstr>
      <vt:lpstr>DB Browser for SQLite</vt:lpstr>
      <vt:lpstr>Edit – Preferences</vt:lpstr>
      <vt:lpstr>View – Edit Pragmas</vt:lpstr>
      <vt:lpstr>Learning Intentions</vt:lpstr>
      <vt:lpstr>Internal Commentary -  Single Line</vt:lpstr>
      <vt:lpstr>Internal Commentary – Single Line</vt:lpstr>
      <vt:lpstr>Internal Commentary – Multiple Lines</vt:lpstr>
      <vt:lpstr>Internal Commentary – Multiple Lines</vt:lpstr>
      <vt:lpstr>Learning Intentions</vt:lpstr>
      <vt:lpstr>Display information</vt:lpstr>
      <vt:lpstr>Display information</vt:lpstr>
      <vt:lpstr>Learning Intentions</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Attributes Example</vt:lpstr>
      <vt:lpstr>Attributes Example</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Sort Results – Small to Big</vt:lpstr>
      <vt:lpstr>Sort Results – Small to Big</vt:lpstr>
      <vt:lpstr>Sort Results – Big to Small</vt:lpstr>
      <vt:lpstr>Sort Results – Big to Small</vt:lpstr>
      <vt:lpstr>Order of Operations (3)</vt:lpstr>
      <vt:lpstr>Order of Operations (3)</vt:lpstr>
      <vt:lpstr>Order of Operations (3)</vt:lpstr>
      <vt:lpstr>Order of Operations (3)</vt:lpstr>
      <vt:lpstr>Sort Results – Multiple fields</vt:lpstr>
      <vt:lpstr>Sort Results – Multiple fields</vt:lpstr>
      <vt:lpstr>Learning Intentions</vt:lpstr>
      <vt:lpstr>Filter Results: Complex - AND</vt:lpstr>
      <vt:lpstr>Filter Results: Complex - AND</vt:lpstr>
      <vt:lpstr>Filter Results: Complex - OR</vt:lpstr>
      <vt:lpstr>Filter Results: Complex - OR</vt:lpstr>
      <vt:lpstr>Filter Results: Complex!</vt:lpstr>
      <vt:lpstr>Filter Results: Complex!</vt:lpstr>
      <vt:lpstr>Order of Operations (4)</vt:lpstr>
      <vt:lpstr>Order of Operations (4)</vt:lpstr>
      <vt:lpstr>Prison Task</vt:lpstr>
      <vt:lpstr>Doing It All!</vt:lpstr>
      <vt:lpstr>Doing It All!</vt:lpstr>
      <vt:lpstr>Santa's List</vt:lpstr>
      <vt:lpstr>Santa's List - SQL</vt:lpstr>
      <vt:lpstr>Video Games Task</vt:lpstr>
      <vt:lpstr>Learning Intentions</vt:lpstr>
      <vt:lpstr>Primary Key (PK)</vt:lpstr>
      <vt:lpstr>Primary Key (PK)</vt:lpstr>
      <vt:lpstr>Foreign Key (FK)</vt:lpstr>
      <vt:lpstr>Foreign Key (FK)</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490</cp:revision>
  <cp:lastPrinted>2021-06-18T08:15:49Z</cp:lastPrinted>
  <dcterms:created xsi:type="dcterms:W3CDTF">2020-11-23T14:36:09Z</dcterms:created>
  <dcterms:modified xsi:type="dcterms:W3CDTF">2026-02-12T10:33:39Z</dcterms:modified>
</cp:coreProperties>
</file>