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79" d="100"/>
          <a:sy n="79" d="100"/>
        </p:scale>
        <p:origin x="606" y="27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3-01T16:30:59.734" v="665" actId="4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del">
        <pc:chgData name="Al Friend" userId="e5ed79da-d858-46d4-9eed-a7a24903f2de" providerId="ADAL" clId="{6CF5D3DD-A8C4-4611-8099-4AEB2E976A2E}" dt="2026-03-01T16:30:59.734" v="665" actId="47"/>
        <pc:sldMkLst>
          <pc:docMk/>
          <pc:sldMk cId="332170703" sldId="701"/>
        </pc:sldMkLst>
      </pc:sldChg>
      <pc:sldChg chg="del">
        <pc:chgData name="Al Friend" userId="e5ed79da-d858-46d4-9eed-a7a24903f2de" providerId="ADAL" clId="{6CF5D3DD-A8C4-4611-8099-4AEB2E976A2E}" dt="2026-03-01T16:30:59.734" v="665" actId="47"/>
        <pc:sldMkLst>
          <pc:docMk/>
          <pc:sldMk cId="1799982689" sldId="740"/>
        </pc:sldMkLst>
      </pc:sldChg>
      <pc:sldChg chg="del">
        <pc:chgData name="Al Friend" userId="e5ed79da-d858-46d4-9eed-a7a24903f2de" providerId="ADAL" clId="{6CF5D3DD-A8C4-4611-8099-4AEB2E976A2E}" dt="2026-03-01T16:30:59.734" v="665" actId="47"/>
        <pc:sldMkLst>
          <pc:docMk/>
          <pc:sldMk cId="2425948343" sldId="741"/>
        </pc:sldMkLst>
      </pc:sldChg>
      <pc:sldChg chg="del">
        <pc:chgData name="Al Friend" userId="e5ed79da-d858-46d4-9eed-a7a24903f2de" providerId="ADAL" clId="{6CF5D3DD-A8C4-4611-8099-4AEB2E976A2E}" dt="2026-03-01T16:30:49.139" v="664" actId="47"/>
        <pc:sldMkLst>
          <pc:docMk/>
          <pc:sldMk cId="1374022082" sldId="742"/>
        </pc:sldMkLst>
      </pc:sldChg>
      <pc:sldChg chg="del">
        <pc:chgData name="Al Friend" userId="e5ed79da-d858-46d4-9eed-a7a24903f2de" providerId="ADAL" clId="{6CF5D3DD-A8C4-4611-8099-4AEB2E976A2E}" dt="2026-03-01T16:30:49.139" v="664" actId="47"/>
        <pc:sldMkLst>
          <pc:docMk/>
          <pc:sldMk cId="1932405725" sldId="764"/>
        </pc:sldMkLst>
      </pc:sldChg>
      <pc:sldChg chg="del">
        <pc:chgData name="Al Friend" userId="e5ed79da-d858-46d4-9eed-a7a24903f2de" providerId="ADAL" clId="{6CF5D3DD-A8C4-4611-8099-4AEB2E976A2E}" dt="2026-03-01T16:30:49.139" v="664" actId="47"/>
        <pc:sldMkLst>
          <pc:docMk/>
          <pc:sldMk cId="2599681531" sldId="765"/>
        </pc:sldMkLst>
      </pc:sldChg>
      <pc:sldChg chg="del">
        <pc:chgData name="Al Friend" userId="e5ed79da-d858-46d4-9eed-a7a24903f2de" providerId="ADAL" clId="{6CF5D3DD-A8C4-4611-8099-4AEB2E976A2E}" dt="2026-03-01T16:30:49.139" v="664" actId="47"/>
        <pc:sldMkLst>
          <pc:docMk/>
          <pc:sldMk cId="1639736254" sldId="766"/>
        </pc:sldMkLst>
      </pc:sldChg>
      <pc:sldChg chg="del">
        <pc:chgData name="Al Friend" userId="e5ed79da-d858-46d4-9eed-a7a24903f2de" providerId="ADAL" clId="{6CF5D3DD-A8C4-4611-8099-4AEB2E976A2E}" dt="2026-03-01T16:30:49.139" v="664" actId="47"/>
        <pc:sldMkLst>
          <pc:docMk/>
          <pc:sldMk cId="628094127" sldId="768"/>
        </pc:sldMkLst>
      </pc:sldChg>
      <pc:sldChg chg="del">
        <pc:chgData name="Al Friend" userId="e5ed79da-d858-46d4-9eed-a7a24903f2de" providerId="ADAL" clId="{6CF5D3DD-A8C4-4611-8099-4AEB2E976A2E}" dt="2026-03-01T16:30:49.139" v="664" actId="47"/>
        <pc:sldMkLst>
          <pc:docMk/>
          <pc:sldMk cId="1720643508" sldId="769"/>
        </pc:sldMkLst>
      </pc:sldChg>
      <pc:sldChg chg="del">
        <pc:chgData name="Al Friend" userId="e5ed79da-d858-46d4-9eed-a7a24903f2de" providerId="ADAL" clId="{6CF5D3DD-A8C4-4611-8099-4AEB2E976A2E}" dt="2026-03-01T16:30:49.139" v="664" actId="47"/>
        <pc:sldMkLst>
          <pc:docMk/>
          <pc:sldMk cId="2635279827" sldId="774"/>
        </pc:sldMkLst>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23T15:09:29.837" v="3180"/>
      <pc:docMkLst>
        <pc:docMk/>
      </pc:docMkLst>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pc:chgData name="Al Friend" userId="e5ed79da-d858-46d4-9eed-a7a24903f2de" providerId="ADAL" clId="{7537B086-0992-4C5F-A071-F6F8659556F1}" dt="2026-02-20T09:55:30.964" v="3172" actId="20577"/>
        <pc:sldMkLst>
          <pc:docMk/>
          <pc:sldMk cId="2545875336" sldId="736"/>
        </pc:sldMkLst>
        <pc:spChg chg="mod">
          <ac:chgData name="Al Friend" userId="e5ed79da-d858-46d4-9eed-a7a24903f2de" providerId="ADAL" clId="{7537B086-0992-4C5F-A071-F6F8659556F1}" dt="2026-02-20T09:55:30.964" v="3172" actId="20577"/>
          <ac:spMkLst>
            <pc:docMk/>
            <pc:sldMk cId="2545875336" sldId="736"/>
            <ac:spMk id="2" creationId="{A4150D6E-A7AE-40F1-B520-C3C5A5B9033C}"/>
          </ac:spMkLst>
        </pc:spChg>
      </pc:sldChg>
      <pc:sldChg chg="modSp">
        <pc:chgData name="Al Friend" userId="e5ed79da-d858-46d4-9eed-a7a24903f2de" providerId="ADAL" clId="{7537B086-0992-4C5F-A071-F6F8659556F1}" dt="2026-02-20T09:55:24.217" v="3165" actId="20577"/>
        <pc:sldMkLst>
          <pc:docMk/>
          <pc:sldMk cId="456428960" sldId="737"/>
        </pc:sldMkLst>
        <pc:spChg chg="mod">
          <ac:chgData name="Al Friend" userId="e5ed79da-d858-46d4-9eed-a7a24903f2de" providerId="ADAL" clId="{7537B086-0992-4C5F-A071-F6F8659556F1}" dt="2026-02-20T09:55:24.217" v="3165" actId="20577"/>
          <ac:spMkLst>
            <pc:docMk/>
            <pc:sldMk cId="456428960" sldId="737"/>
            <ac:spMk id="2" creationId="{A4150D6E-A7AE-40F1-B520-C3C5A5B9033C}"/>
          </ac:spMkLst>
        </pc:spChg>
      </pc:sldChg>
      <pc:sldChg chg="modSp">
        <pc:chgData name="Al Friend" userId="e5ed79da-d858-46d4-9eed-a7a24903f2de" providerId="ADAL" clId="{7537B086-0992-4C5F-A071-F6F8659556F1}" dt="2026-02-20T09:54:16.375" v="3150" actId="6549"/>
        <pc:sldMkLst>
          <pc:docMk/>
          <pc:sldMk cId="2351112501" sldId="738"/>
        </pc:sldMkLst>
        <pc:spChg chg="mod">
          <ac:chgData name="Al Friend" userId="e5ed79da-d858-46d4-9eed-a7a24903f2de" providerId="ADAL" clId="{7537B086-0992-4C5F-A071-F6F8659556F1}" dt="2026-02-20T09:54:16.375" v="3150" actId="6549"/>
          <ac:spMkLst>
            <pc:docMk/>
            <pc:sldMk cId="2351112501" sldId="738"/>
            <ac:spMk id="2" creationId="{A4150D6E-A7AE-40F1-B520-C3C5A5B9033C}"/>
          </ac:spMkLst>
        </pc:spChg>
      </pc:sldChg>
      <pc:sldChg chg="modSp">
        <pc:chgData name="Al Friend" userId="e5ed79da-d858-46d4-9eed-a7a24903f2de" providerId="ADAL" clId="{7537B086-0992-4C5F-A071-F6F8659556F1}" dt="2026-02-20T09:54:23.794" v="3158" actId="20577"/>
        <pc:sldMkLst>
          <pc:docMk/>
          <pc:sldMk cId="3289411279" sldId="739"/>
        </pc:sldMkLst>
        <pc:spChg chg="mod">
          <ac:chgData name="Al Friend" userId="e5ed79da-d858-46d4-9eed-a7a24903f2de" providerId="ADAL" clId="{7537B086-0992-4C5F-A071-F6F8659556F1}" dt="2026-02-20T09:54:23.794" v="3158" actId="20577"/>
          <ac:spMkLst>
            <pc:docMk/>
            <pc:sldMk cId="3289411279" sldId="739"/>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Anim">
        <pc:chgData name="Al Friend" userId="e5ed79da-d858-46d4-9eed-a7a24903f2de" providerId="ADAL" clId="{7537B086-0992-4C5F-A071-F6F8659556F1}" dt="2026-02-23T15:09:29.837" v="3180"/>
        <pc:sldMkLst>
          <pc:docMk/>
          <pc:sldMk cId="2352829044" sldId="778"/>
        </pc:sldMkLst>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01/03/2026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01/03/2026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10488</Words>
  <Application>Microsoft Office PowerPoint</Application>
  <PresentationFormat>Widescreen</PresentationFormat>
  <Paragraphs>4231</Paragraphs>
  <Slides>254</Slides>
  <Notes>200</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2026-03-01T16:31:00Z</dcterms:modified>
</cp:coreProperties>
</file>