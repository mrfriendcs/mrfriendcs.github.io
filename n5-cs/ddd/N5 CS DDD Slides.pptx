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7" r:id="rId219"/>
    <p:sldId id="884" r:id="rId220"/>
    <p:sldId id="885"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81622" autoAdjust="0"/>
  </p:normalViewPr>
  <p:slideViewPr>
    <p:cSldViewPr snapToGrid="0" showGuides="1">
      <p:cViewPr varScale="1">
        <p:scale>
          <a:sx n="82" d="100"/>
          <a:sy n="82" d="100"/>
        </p:scale>
        <p:origin x="486" y="27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8EE75906-5173-4B3D-81F1-C9888A5A8C46}"/>
    <pc:docChg chg="modSld">
      <pc:chgData name="Al Friend" userId="e5ed79da-d858-46d4-9eed-a7a24903f2de" providerId="ADAL" clId="{8EE75906-5173-4B3D-81F1-C9888A5A8C46}" dt="2026-01-03T12:13:43.702" v="5" actId="113"/>
      <pc:docMkLst>
        <pc:docMk/>
      </pc:docMkLst>
      <pc:sldChg chg="modNotesTx">
        <pc:chgData name="Al Friend" userId="e5ed79da-d858-46d4-9eed-a7a24903f2de" providerId="ADAL" clId="{8EE75906-5173-4B3D-81F1-C9888A5A8C46}" dt="2026-01-03T12:13:43.702" v="5" actId="113"/>
        <pc:sldMkLst>
          <pc:docMk/>
          <pc:sldMk cId="3493534986" sldId="687"/>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03/01/2026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03/01/2026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03/01/2026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11136</Words>
  <Application>Microsoft Office PowerPoint</Application>
  <PresentationFormat>Widescreen</PresentationFormat>
  <Paragraphs>4803</Paragraphs>
  <Slides>250</Slides>
  <Notes>198</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460</cp:revision>
  <cp:lastPrinted>2021-06-18T08:15:49Z</cp:lastPrinted>
  <dcterms:created xsi:type="dcterms:W3CDTF">2020-11-23T14:36:09Z</dcterms:created>
  <dcterms:modified xsi:type="dcterms:W3CDTF">2026-01-03T12:13:53Z</dcterms:modified>
</cp:coreProperties>
</file>