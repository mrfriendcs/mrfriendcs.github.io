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2"/>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3" r:id="rId71"/>
    <p:sldId id="543" r:id="rId72"/>
    <p:sldId id="441" r:id="rId73"/>
    <p:sldId id="669" r:id="rId74"/>
    <p:sldId id="730" r:id="rId75"/>
    <p:sldId id="731" r:id="rId76"/>
    <p:sldId id="544" r:id="rId77"/>
    <p:sldId id="445" r:id="rId78"/>
    <p:sldId id="732" r:id="rId79"/>
    <p:sldId id="853" r:id="rId80"/>
    <p:sldId id="444" r:id="rId81"/>
    <p:sldId id="447" r:id="rId82"/>
    <p:sldId id="460" r:id="rId83"/>
    <p:sldId id="446" r:id="rId84"/>
    <p:sldId id="671" r:id="rId85"/>
    <p:sldId id="521" r:id="rId86"/>
    <p:sldId id="735" r:id="rId87"/>
    <p:sldId id="776" r:id="rId88"/>
    <p:sldId id="855" r:id="rId89"/>
    <p:sldId id="854" r:id="rId90"/>
    <p:sldId id="857" r:id="rId91"/>
    <p:sldId id="450" r:id="rId92"/>
    <p:sldId id="449" r:id="rId93"/>
    <p:sldId id="675" r:id="rId94"/>
    <p:sldId id="862" r:id="rId95"/>
    <p:sldId id="863" r:id="rId96"/>
    <p:sldId id="864" r:id="rId97"/>
    <p:sldId id="865" r:id="rId98"/>
    <p:sldId id="468" r:id="rId99"/>
    <p:sldId id="673" r:id="rId100"/>
    <p:sldId id="570" r:id="rId101"/>
    <p:sldId id="674" r:id="rId102"/>
    <p:sldId id="451" r:id="rId103"/>
    <p:sldId id="452" r:id="rId104"/>
    <p:sldId id="676" r:id="rId105"/>
    <p:sldId id="736" r:id="rId106"/>
    <p:sldId id="737" r:id="rId107"/>
    <p:sldId id="574" r:id="rId108"/>
    <p:sldId id="677" r:id="rId109"/>
    <p:sldId id="454" r:id="rId110"/>
    <p:sldId id="453" r:id="rId111"/>
    <p:sldId id="678" r:id="rId112"/>
    <p:sldId id="738" r:id="rId113"/>
    <p:sldId id="739" r:id="rId114"/>
    <p:sldId id="778" r:id="rId115"/>
    <p:sldId id="781" r:id="rId116"/>
    <p:sldId id="545" r:id="rId117"/>
    <p:sldId id="577" r:id="rId118"/>
    <p:sldId id="715" r:id="rId119"/>
    <p:sldId id="743" r:id="rId120"/>
    <p:sldId id="586" r:id="rId121"/>
    <p:sldId id="714" r:id="rId122"/>
    <p:sldId id="588" r:id="rId123"/>
    <p:sldId id="752" r:id="rId124"/>
    <p:sldId id="748" r:id="rId125"/>
    <p:sldId id="750" r:id="rId126"/>
    <p:sldId id="749" r:id="rId127"/>
    <p:sldId id="751" r:id="rId128"/>
    <p:sldId id="587" r:id="rId129"/>
    <p:sldId id="702" r:id="rId130"/>
    <p:sldId id="754" r:id="rId131"/>
    <p:sldId id="670" r:id="rId132"/>
    <p:sldId id="717" r:id="rId133"/>
    <p:sldId id="728" r:id="rId134"/>
    <p:sldId id="719" r:id="rId135"/>
    <p:sldId id="780" r:id="rId136"/>
    <p:sldId id="718" r:id="rId137"/>
    <p:sldId id="703" r:id="rId138"/>
    <p:sldId id="581" r:id="rId139"/>
    <p:sldId id="753" r:id="rId140"/>
    <p:sldId id="582" r:id="rId141"/>
    <p:sldId id="705" r:id="rId142"/>
    <p:sldId id="755" r:id="rId143"/>
    <p:sldId id="756" r:id="rId144"/>
    <p:sldId id="724" r:id="rId145"/>
    <p:sldId id="726" r:id="rId146"/>
    <p:sldId id="723" r:id="rId147"/>
    <p:sldId id="706" r:id="rId148"/>
    <p:sldId id="584" r:id="rId149"/>
    <p:sldId id="707" r:id="rId150"/>
    <p:sldId id="725" r:id="rId151"/>
    <p:sldId id="727" r:id="rId152"/>
    <p:sldId id="461" r:id="rId153"/>
    <p:sldId id="729" r:id="rId154"/>
    <p:sldId id="819" r:id="rId155"/>
    <p:sldId id="256" r:id="rId156"/>
    <p:sldId id="524" r:id="rId157"/>
    <p:sldId id="820" r:id="rId158"/>
    <p:sldId id="821" r:id="rId159"/>
    <p:sldId id="822" r:id="rId160"/>
    <p:sldId id="823" r:id="rId161"/>
    <p:sldId id="824" r:id="rId162"/>
    <p:sldId id="826" r:id="rId163"/>
    <p:sldId id="523" r:id="rId164"/>
    <p:sldId id="827" r:id="rId165"/>
    <p:sldId id="690" r:id="rId166"/>
    <p:sldId id="480" r:id="rId167"/>
    <p:sldId id="777" r:id="rId168"/>
    <p:sldId id="680" r:id="rId169"/>
    <p:sldId id="684" r:id="rId170"/>
    <p:sldId id="682" r:id="rId171"/>
    <p:sldId id="681" r:id="rId172"/>
    <p:sldId id="874" r:id="rId173"/>
    <p:sldId id="482" r:id="rId174"/>
    <p:sldId id="873" r:id="rId175"/>
    <p:sldId id="842" r:id="rId176"/>
    <p:sldId id="843" r:id="rId177"/>
    <p:sldId id="846" r:id="rId178"/>
    <p:sldId id="850" r:id="rId179"/>
    <p:sldId id="847" r:id="rId180"/>
    <p:sldId id="849" r:id="rId181"/>
    <p:sldId id="828" r:id="rId182"/>
    <p:sldId id="829" r:id="rId183"/>
    <p:sldId id="533" r:id="rId184"/>
    <p:sldId id="763" r:id="rId185"/>
    <p:sldId id="761" r:id="rId186"/>
    <p:sldId id="759" r:id="rId187"/>
    <p:sldId id="760" r:id="rId188"/>
    <p:sldId id="757" r:id="rId189"/>
    <p:sldId id="758" r:id="rId190"/>
    <p:sldId id="501" r:id="rId191"/>
    <p:sldId id="508" r:id="rId192"/>
    <p:sldId id="495" r:id="rId193"/>
    <p:sldId id="509" r:id="rId194"/>
    <p:sldId id="493" r:id="rId195"/>
    <p:sldId id="528" r:id="rId196"/>
    <p:sldId id="529" r:id="rId197"/>
    <p:sldId id="530" r:id="rId198"/>
    <p:sldId id="499" r:id="rId199"/>
    <p:sldId id="506" r:id="rId200"/>
    <p:sldId id="500" r:id="rId201"/>
    <p:sldId id="507" r:id="rId202"/>
    <p:sldId id="496" r:id="rId203"/>
    <p:sldId id="467" r:id="rId204"/>
    <p:sldId id="875" r:id="rId205"/>
    <p:sldId id="838" r:id="rId206"/>
    <p:sldId id="876" r:id="rId207"/>
    <p:sldId id="534" r:id="rId208"/>
    <p:sldId id="503" r:id="rId209"/>
    <p:sldId id="512" r:id="rId210"/>
    <p:sldId id="836" r:id="rId211"/>
    <p:sldId id="837" r:id="rId212"/>
    <p:sldId id="519" r:id="rId213"/>
    <p:sldId id="877" r:id="rId214"/>
    <p:sldId id="532" r:id="rId215"/>
    <p:sldId id="878" r:id="rId216"/>
    <p:sldId id="502" r:id="rId217"/>
    <p:sldId id="879" r:id="rId218"/>
    <p:sldId id="513" r:id="rId219"/>
    <p:sldId id="535" r:id="rId220"/>
    <p:sldId id="514" r:id="rId221"/>
    <p:sldId id="880" r:id="rId222"/>
    <p:sldId id="515" r:id="rId223"/>
    <p:sldId id="881" r:id="rId224"/>
    <p:sldId id="516" r:id="rId225"/>
    <p:sldId id="883" r:id="rId226"/>
    <p:sldId id="517" r:id="rId227"/>
    <p:sldId id="882" r:id="rId228"/>
    <p:sldId id="537" r:id="rId229"/>
    <p:sldId id="884" r:id="rId230"/>
    <p:sldId id="885" r:id="rId231"/>
    <p:sldId id="856" r:id="rId232"/>
    <p:sldId id="866" r:id="rId233"/>
    <p:sldId id="860" r:id="rId234"/>
    <p:sldId id="867" r:id="rId235"/>
    <p:sldId id="858" r:id="rId236"/>
    <p:sldId id="868" r:id="rId237"/>
    <p:sldId id="869" r:id="rId238"/>
    <p:sldId id="871" r:id="rId239"/>
    <p:sldId id="870" r:id="rId240"/>
    <p:sldId id="872" r:id="rId241"/>
    <p:sldId id="691" r:id="rId242"/>
    <p:sldId id="692" r:id="rId243"/>
    <p:sldId id="693" r:id="rId244"/>
    <p:sldId id="694" r:id="rId245"/>
    <p:sldId id="695" r:id="rId246"/>
    <p:sldId id="696" r:id="rId247"/>
    <p:sldId id="697" r:id="rId248"/>
    <p:sldId id="698" r:id="rId249"/>
    <p:sldId id="699" r:id="rId250"/>
    <p:sldId id="700" r:id="rId251"/>
    <p:sldId id="701" r:id="rId252"/>
    <p:sldId id="740" r:id="rId253"/>
    <p:sldId id="741" r:id="rId254"/>
    <p:sldId id="769" r:id="rId255"/>
    <p:sldId id="742" r:id="rId256"/>
    <p:sldId id="774" r:id="rId257"/>
    <p:sldId id="764" r:id="rId258"/>
    <p:sldId id="766" r:id="rId259"/>
    <p:sldId id="765" r:id="rId260"/>
    <p:sldId id="768" r:id="rId261"/>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3"/>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90946" autoAdjust="0"/>
  </p:normalViewPr>
  <p:slideViewPr>
    <p:cSldViewPr snapToGrid="0" showGuides="1">
      <p:cViewPr varScale="1">
        <p:scale>
          <a:sx n="60" d="100"/>
          <a:sy n="60" d="100"/>
        </p:scale>
        <p:origin x="380" y="56"/>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107" Type="http://schemas.openxmlformats.org/officeDocument/2006/relationships/slide" Target="slides/slide106.xml"/><Relationship Id="rId268" Type="http://schemas.microsoft.com/office/2016/11/relationships/changesInfo" Target="changesInfos/changesInfo1.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notesMaster" Target="notesMasters/notesMaster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commentAuthors" Target="commentAuthor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presProps" Target="presProp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viewProps" Target="viewProps.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theme" Target="theme/theme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tableStyles" Target="tableStyle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9EB0769B-6403-4A8A-804B-F964790C5CE3}"/>
    <pc:docChg chg="undo addSld delSld modSld sldOrd delSection modSection">
      <pc:chgData name="Al Friend" userId="e5ed79da-d858-46d4-9eed-a7a24903f2de" providerId="ADAL" clId="{9EB0769B-6403-4A8A-804B-F964790C5CE3}" dt="2025-12-18T13:39:27.882" v="463"/>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16T09:37:47.943" v="431" actId="20577"/>
        <pc:sldMkLst>
          <pc:docMk/>
          <pc:sldMk cId="4015496597" sldId="521"/>
        </pc:sldMkLst>
        <pc:spChg chg="mod">
          <ac:chgData name="Al Friend" userId="e5ed79da-d858-46d4-9eed-a7a24903f2de" providerId="ADAL" clId="{9EB0769B-6403-4A8A-804B-F964790C5CE3}" dt="2025-12-16T09:37:47.943" v="431" actId="20577"/>
          <ac:spMkLst>
            <pc:docMk/>
            <pc:sldMk cId="4015496597" sldId="521"/>
            <ac:spMk id="3" creationId="{E4EE7085-4C5B-409B-8843-A8A3D3CB6E90}"/>
          </ac:spMkLst>
        </pc:spChg>
      </pc:sldChg>
      <pc:sldChg chg="modSp modAnim">
        <pc:chgData name="Al Friend" userId="e5ed79da-d858-46d4-9eed-a7a24903f2de" providerId="ADAL" clId="{9EB0769B-6403-4A8A-804B-F964790C5CE3}" dt="2025-12-18T13:39:27.882" v="463"/>
        <pc:sldMkLst>
          <pc:docMk/>
          <pc:sldMk cId="3622404688" sldId="523"/>
        </pc:sldMkLst>
        <pc:spChg chg="mod">
          <ac:chgData name="Al Friend" userId="e5ed79da-d858-46d4-9eed-a7a24903f2de" providerId="ADAL" clId="{9EB0769B-6403-4A8A-804B-F964790C5CE3}" dt="2025-12-18T13:38:15.737" v="447" actId="20577"/>
          <ac:spMkLst>
            <pc:docMk/>
            <pc:sldMk cId="3622404688" sldId="523"/>
            <ac:spMk id="3" creationId="{257141CB-89B9-453C-950A-3B96F4293BEE}"/>
          </ac:spMkLst>
        </pc:spChg>
      </pc:sldChg>
      <pc:sldChg chg="modSp">
        <pc:chgData name="Al Friend" userId="e5ed79da-d858-46d4-9eed-a7a24903f2de" providerId="ADAL" clId="{9EB0769B-6403-4A8A-804B-F964790C5CE3}" dt="2025-12-11T13:16:55.434" v="100" actId="20577"/>
        <pc:sldMkLst>
          <pc:docMk/>
          <pc:sldMk cId="780501331" sldId="537"/>
        </pc:sldMkLst>
        <pc:spChg chg="mod">
          <ac:chgData name="Al Friend" userId="e5ed79da-d858-46d4-9eed-a7a24903f2de" providerId="ADAL" clId="{9EB0769B-6403-4A8A-804B-F964790C5CE3}" dt="2025-12-11T13:16:55.434" v="100" actId="20577"/>
          <ac:spMkLst>
            <pc:docMk/>
            <pc:sldMk cId="780501331" sldId="537"/>
            <ac:spMk id="3" creationId="{ABB964B2-0CC2-489B-8E1F-1BC040B76915}"/>
          </ac:spMkLst>
        </pc:spChg>
      </pc:sldChg>
      <pc:sldChg chg="modSp modAnim">
        <pc:chgData name="Al Friend" userId="e5ed79da-d858-46d4-9eed-a7a24903f2de" providerId="ADAL" clId="{9EB0769B-6403-4A8A-804B-F964790C5CE3}" dt="2025-12-16T09:38:07.377" v="432"/>
        <pc:sldMkLst>
          <pc:docMk/>
          <pc:sldMk cId="3963149759" sldId="735"/>
        </pc:sldMkLst>
        <pc:spChg chg="mod">
          <ac:chgData name="Al Friend" userId="e5ed79da-d858-46d4-9eed-a7a24903f2de" providerId="ADAL" clId="{9EB0769B-6403-4A8A-804B-F964790C5CE3}" dt="2025-12-16T09:38:07.377" v="432"/>
          <ac:spMkLst>
            <pc:docMk/>
            <pc:sldMk cId="3963149759" sldId="735"/>
            <ac:spMk id="3" creationId="{E4EE7085-4C5B-409B-8843-A8A3D3CB6E90}"/>
          </ac:spMkLst>
        </pc:spChg>
      </pc:sldChg>
      <pc:sldChg chg="modSp">
        <pc:chgData name="Al Friend" userId="e5ed79da-d858-46d4-9eed-a7a24903f2de" providerId="ADAL" clId="{9EB0769B-6403-4A8A-804B-F964790C5CE3}" dt="2025-12-18T13:38:43.833" v="448" actId="948"/>
        <pc:sldMkLst>
          <pc:docMk/>
          <pc:sldMk cId="2584223036" sldId="827"/>
        </pc:sldMkLst>
        <pc:spChg chg="mod">
          <ac:chgData name="Al Friend" userId="e5ed79da-d858-46d4-9eed-a7a24903f2de" providerId="ADAL" clId="{9EB0769B-6403-4A8A-804B-F964790C5CE3}" dt="2025-12-18T13:38:43.833" v="448" actId="948"/>
          <ac:spMkLst>
            <pc:docMk/>
            <pc:sldMk cId="2584223036" sldId="827"/>
            <ac:spMk id="3" creationId="{257141CB-89B9-453C-950A-3B96F4293BEE}"/>
          </ac:spMkLst>
        </pc:spChg>
      </pc:sldChg>
      <pc:sldChg chg="modSp">
        <pc:chgData name="Al Friend" userId="e5ed79da-d858-46d4-9eed-a7a24903f2de" providerId="ADAL" clId="{9EB0769B-6403-4A8A-804B-F964790C5CE3}" dt="2025-12-11T13:18:34.085" v="118" actId="255"/>
        <pc:sldMkLst>
          <pc:docMk/>
          <pc:sldMk cId="3750724401" sldId="866"/>
        </pc:sldMkLst>
        <pc:spChg chg="mod">
          <ac:chgData name="Al Friend" userId="e5ed79da-d858-46d4-9eed-a7a24903f2de" providerId="ADAL" clId="{9EB0769B-6403-4A8A-804B-F964790C5CE3}" dt="2025-12-11T13:18:34.085" v="118" actId="255"/>
          <ac:spMkLst>
            <pc:docMk/>
            <pc:sldMk cId="3750724401" sldId="866"/>
            <ac:spMk id="4" creationId="{ECF8A258-5D7E-4EE3-814B-67DD52E72862}"/>
          </ac:spMkLst>
        </pc:spChg>
      </pc:sldChg>
      <pc:sldChg chg="modSp modAnim">
        <pc:chgData name="Al Friend" userId="e5ed79da-d858-46d4-9eed-a7a24903f2de" providerId="ADAL" clId="{9EB0769B-6403-4A8A-804B-F964790C5CE3}" dt="2025-12-11T13:19:45.145" v="177" actId="207"/>
        <pc:sldMkLst>
          <pc:docMk/>
          <pc:sldMk cId="2610940249" sldId="869"/>
        </pc:sldMkLst>
        <pc:spChg chg="mod">
          <ac:chgData name="Al Friend" userId="e5ed79da-d858-46d4-9eed-a7a24903f2de" providerId="ADAL" clId="{9EB0769B-6403-4A8A-804B-F964790C5CE3}" dt="2025-12-11T13:19:45.145" v="177" actId="207"/>
          <ac:spMkLst>
            <pc:docMk/>
            <pc:sldMk cId="2610940249" sldId="869"/>
            <ac:spMk id="3" creationId="{06B8E349-DC6D-4A5B-8DA3-98695E00841D}"/>
          </ac:spMkLst>
        </pc:spChg>
      </pc:sldChg>
      <pc:sldChg chg="modSp">
        <pc:chgData name="Al Friend" userId="e5ed79da-d858-46d4-9eed-a7a24903f2de" providerId="ADAL" clId="{9EB0769B-6403-4A8A-804B-F964790C5CE3}" dt="2025-12-11T13:19:50.774" v="179" actId="207"/>
        <pc:sldMkLst>
          <pc:docMk/>
          <pc:sldMk cId="1175320702" sldId="870"/>
        </pc:sldMkLst>
        <pc:spChg chg="mod">
          <ac:chgData name="Al Friend" userId="e5ed79da-d858-46d4-9eed-a7a24903f2de" providerId="ADAL" clId="{9EB0769B-6403-4A8A-804B-F964790C5CE3}" dt="2025-12-11T13:19:50.774" v="179" actId="207"/>
          <ac:spMkLst>
            <pc:docMk/>
            <pc:sldMk cId="1175320702" sldId="870"/>
            <ac:spMk id="3" creationId="{06B8E349-DC6D-4A5B-8DA3-98695E00841D}"/>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sldChg chg="modSp add ord modNotesTx">
        <pc:chgData name="Al Friend" userId="e5ed79da-d858-46d4-9eed-a7a24903f2de" providerId="ADAL" clId="{9EB0769B-6403-4A8A-804B-F964790C5CE3}" dt="2025-12-11T14:52:42.433" v="302" actId="20577"/>
        <pc:sldMkLst>
          <pc:docMk/>
          <pc:sldMk cId="887359266" sldId="884"/>
        </pc:sldMkLst>
        <pc:spChg chg="mod">
          <ac:chgData name="Al Friend" userId="e5ed79da-d858-46d4-9eed-a7a24903f2de" providerId="ADAL" clId="{9EB0769B-6403-4A8A-804B-F964790C5CE3}" dt="2025-12-11T13:17:59.174" v="114" actId="20577"/>
          <ac:spMkLst>
            <pc:docMk/>
            <pc:sldMk cId="887359266" sldId="884"/>
            <ac:spMk id="2" creationId="{354BA070-2C10-4880-9E17-C099725CF02B}"/>
          </ac:spMkLst>
        </pc:spChg>
        <pc:spChg chg="mod">
          <ac:chgData name="Al Friend" userId="e5ed79da-d858-46d4-9eed-a7a24903f2de" providerId="ADAL" clId="{9EB0769B-6403-4A8A-804B-F964790C5CE3}" dt="2025-12-10T11:48:58.618" v="92" actId="404"/>
          <ac:spMkLst>
            <pc:docMk/>
            <pc:sldMk cId="887359266" sldId="884"/>
            <ac:spMk id="3" creationId="{DBA10379-742D-4968-A43A-99F7383FD78F}"/>
          </ac:spMkLst>
        </pc:spChg>
      </pc:sldChg>
      <pc:sldChg chg="modSp add modNotesTx">
        <pc:chgData name="Al Friend" userId="e5ed79da-d858-46d4-9eed-a7a24903f2de" providerId="ADAL" clId="{9EB0769B-6403-4A8A-804B-F964790C5CE3}" dt="2025-12-11T15:07:40.136" v="415" actId="6549"/>
        <pc:sldMkLst>
          <pc:docMk/>
          <pc:sldMk cId="1093687535" sldId="885"/>
        </pc:sldMkLst>
        <pc:spChg chg="mod">
          <ac:chgData name="Al Friend" userId="e5ed79da-d858-46d4-9eed-a7a24903f2de" providerId="ADAL" clId="{9EB0769B-6403-4A8A-804B-F964790C5CE3}" dt="2025-12-11T14:40:38.940" v="195" actId="20577"/>
          <ac:spMkLst>
            <pc:docMk/>
            <pc:sldMk cId="1093687535" sldId="885"/>
            <ac:spMk id="2" creationId="{F333451D-0114-4DF6-AABC-755019BC213E}"/>
          </ac:spMkLst>
        </pc:spChg>
        <pc:spChg chg="mod">
          <ac:chgData name="Al Friend" userId="e5ed79da-d858-46d4-9eed-a7a24903f2de" providerId="ADAL" clId="{9EB0769B-6403-4A8A-804B-F964790C5CE3}" dt="2025-12-11T15:03:21.247" v="350" actId="20577"/>
          <ac:spMkLst>
            <pc:docMk/>
            <pc:sldMk cId="1093687535" sldId="885"/>
            <ac:spMk id="3" creationId="{BFCD6E65-E1E8-4D4D-8116-9135D4F98C8D}"/>
          </ac:spMkLst>
        </pc:sp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1-22T16:08:01.111" v="1484" actId="2696"/>
      <pc:docMkLst>
        <pc:docMk/>
      </pc:docMkLst>
      <pc:sldChg chg="modSp">
        <pc:chgData name="Al Friend" userId="e5ed79da-d858-46d4-9eed-a7a24903f2de" providerId="ADAL" clId="{7537B086-0992-4C5F-A071-F6F8659556F1}" dt="2026-01-08T09:15:52.870" v="80" actId="403"/>
        <pc:sldMkLst>
          <pc:docMk/>
          <pc:sldMk cId="1397375078" sldId="262"/>
        </pc:sldMkLst>
        <pc:spChg chg="mod">
          <ac:chgData name="Al Friend" userId="e5ed79da-d858-46d4-9eed-a7a24903f2de" providerId="ADAL" clId="{7537B086-0992-4C5F-A071-F6F8659556F1}" dt="2026-01-08T09:15:52.870" v="80" actId="403"/>
          <ac:spMkLst>
            <pc:docMk/>
            <pc:sldMk cId="1397375078" sldId="262"/>
            <ac:spMk id="3" creationId="{00000000-0000-0000-0000-000000000000}"/>
          </ac:spMkLst>
        </pc:spChg>
      </pc:sldChg>
      <pc:sldChg chg="modSp modAnim">
        <pc:chgData name="Al Friend" userId="e5ed79da-d858-46d4-9eed-a7a24903f2de" providerId="ADAL" clId="{7537B086-0992-4C5F-A071-F6F8659556F1}" dt="2026-01-08T08:59:13.966" v="5"/>
        <pc:sldMkLst>
          <pc:docMk/>
          <pc:sldMk cId="1842242945" sldId="430"/>
        </pc:sldMkLst>
        <pc:spChg chg="mod">
          <ac:chgData name="Al Friend" userId="e5ed79da-d858-46d4-9eed-a7a24903f2de" providerId="ADAL" clId="{7537B086-0992-4C5F-A071-F6F8659556F1}" dt="2026-01-08T08:59:13.966" v="5"/>
          <ac:spMkLst>
            <pc:docMk/>
            <pc:sldMk cId="1842242945" sldId="430"/>
            <ac:spMk id="3" creationId="{00000000-0000-0000-0000-000000000000}"/>
          </ac:spMkLst>
        </pc:spChg>
      </pc:sldChg>
      <pc:sldChg chg="modSp">
        <pc:chgData name="Al Friend" userId="e5ed79da-d858-46d4-9eed-a7a24903f2de" providerId="ADAL" clId="{7537B086-0992-4C5F-A071-F6F8659556F1}" dt="2026-01-09T11:12:38.584" v="360" actId="20577"/>
        <pc:sldMkLst>
          <pc:docMk/>
          <pc:sldMk cId="1701761292" sldId="435"/>
        </pc:sldMkLst>
        <pc:spChg chg="mod">
          <ac:chgData name="Al Friend" userId="e5ed79da-d858-46d4-9eed-a7a24903f2de" providerId="ADAL" clId="{7537B086-0992-4C5F-A071-F6F8659556F1}" dt="2026-01-09T11:12:36.200" v="358" actId="20577"/>
          <ac:spMkLst>
            <pc:docMk/>
            <pc:sldMk cId="1701761292" sldId="435"/>
            <ac:spMk id="3" creationId="{E4EE7085-4C5B-409B-8843-A8A3D3CB6E90}"/>
          </ac:spMkLst>
        </pc:spChg>
        <pc:spChg chg="mod">
          <ac:chgData name="Al Friend" userId="e5ed79da-d858-46d4-9eed-a7a24903f2de" providerId="ADAL" clId="{7537B086-0992-4C5F-A071-F6F8659556F1}" dt="2026-01-09T11:12:38.584" v="360" actId="20577"/>
          <ac:spMkLst>
            <pc:docMk/>
            <pc:sldMk cId="1701761292" sldId="435"/>
            <ac:spMk id="7" creationId="{5FE7746D-D127-4927-B238-DF71612EDD32}"/>
          </ac:spMkLst>
        </pc:spChg>
      </pc:sldChg>
      <pc:sldChg chg="modSp">
        <pc:chgData name="Al Friend" userId="e5ed79da-d858-46d4-9eed-a7a24903f2de" providerId="ADAL" clId="{7537B086-0992-4C5F-A071-F6F8659556F1}" dt="2026-01-09T11:13:33.491" v="364" actId="20577"/>
        <pc:sldMkLst>
          <pc:docMk/>
          <pc:sldMk cId="2774159214" sldId="437"/>
        </pc:sldMkLst>
        <pc:spChg chg="mod">
          <ac:chgData name="Al Friend" userId="e5ed79da-d858-46d4-9eed-a7a24903f2de" providerId="ADAL" clId="{7537B086-0992-4C5F-A071-F6F8659556F1}" dt="2026-01-09T11:13:33.491" v="364" actId="20577"/>
          <ac:spMkLst>
            <pc:docMk/>
            <pc:sldMk cId="2774159214" sldId="437"/>
            <ac:spMk id="3" creationId="{E4EE7085-4C5B-409B-8843-A8A3D3CB6E90}"/>
          </ac:spMkLst>
        </pc:spChg>
      </pc:sldChg>
      <pc:sldChg chg="modSp">
        <pc:chgData name="Al Friend" userId="e5ed79da-d858-46d4-9eed-a7a24903f2de" providerId="ADAL" clId="{7537B086-0992-4C5F-A071-F6F8659556F1}" dt="2026-01-12T15:20:44.330" v="690" actId="20577"/>
        <pc:sldMkLst>
          <pc:docMk/>
          <pc:sldMk cId="3662892889" sldId="438"/>
        </pc:sldMkLst>
        <pc:spChg chg="mod">
          <ac:chgData name="Al Friend" userId="e5ed79da-d858-46d4-9eed-a7a24903f2de" providerId="ADAL" clId="{7537B086-0992-4C5F-A071-F6F8659556F1}" dt="2026-01-12T15:20:44.330" v="690" actId="20577"/>
          <ac:spMkLst>
            <pc:docMk/>
            <pc:sldMk cId="3662892889" sldId="438"/>
            <ac:spMk id="3" creationId="{E4EE7085-4C5B-409B-8843-A8A3D3CB6E90}"/>
          </ac:spMkLst>
        </pc:spChg>
      </pc:sldChg>
      <pc:sldChg chg="modSp">
        <pc:chgData name="Al Friend" userId="e5ed79da-d858-46d4-9eed-a7a24903f2de" providerId="ADAL" clId="{7537B086-0992-4C5F-A071-F6F8659556F1}" dt="2026-01-09T11:12:42.041" v="362" actId="20577"/>
        <pc:sldMkLst>
          <pc:docMk/>
          <pc:sldMk cId="1739365771" sldId="455"/>
        </pc:sldMkLst>
        <pc:spChg chg="mod">
          <ac:chgData name="Al Friend" userId="e5ed79da-d858-46d4-9eed-a7a24903f2de" providerId="ADAL" clId="{7537B086-0992-4C5F-A071-F6F8659556F1}" dt="2026-01-09T11:12:42.041" v="362" actId="20577"/>
          <ac:spMkLst>
            <pc:docMk/>
            <pc:sldMk cId="1739365771" sldId="455"/>
            <ac:spMk id="3" creationId="{E4EE7085-4C5B-409B-8843-A8A3D3CB6E90}"/>
          </ac:spMkLst>
        </pc:spChg>
      </pc:sldChg>
      <pc:sldChg chg="modSp ord">
        <pc:chgData name="Al Friend" userId="e5ed79da-d858-46d4-9eed-a7a24903f2de" providerId="ADAL" clId="{7537B086-0992-4C5F-A071-F6F8659556F1}" dt="2026-01-12T15:51:52.111" v="824" actId="1076"/>
        <pc:sldMkLst>
          <pc:docMk/>
          <pc:sldMk cId="818983537" sldId="471"/>
        </pc:sldMkLst>
        <pc:spChg chg="mod">
          <ac:chgData name="Al Friend" userId="e5ed79da-d858-46d4-9eed-a7a24903f2de" providerId="ADAL" clId="{7537B086-0992-4C5F-A071-F6F8659556F1}" dt="2026-01-12T15:43:32.063" v="718" actId="20577"/>
          <ac:spMkLst>
            <pc:docMk/>
            <pc:sldMk cId="818983537" sldId="471"/>
            <ac:spMk id="3" creationId="{E4EE7085-4C5B-409B-8843-A8A3D3CB6E90}"/>
          </ac:spMkLst>
        </pc:spChg>
        <pc:spChg chg="mod">
          <ac:chgData name="Al Friend" userId="e5ed79da-d858-46d4-9eed-a7a24903f2de" providerId="ADAL" clId="{7537B086-0992-4C5F-A071-F6F8659556F1}" dt="2026-01-12T15:51:52.111" v="824" actId="1076"/>
          <ac:spMkLst>
            <pc:docMk/>
            <pc:sldMk cId="818983537" sldId="471"/>
            <ac:spMk id="7" creationId="{DFBCD4FE-B2C2-4A7E-BA42-AFCA68B5BE18}"/>
          </ac:spMkLst>
        </pc:spChg>
      </pc:sldChg>
      <pc:sldChg chg="modSp ord">
        <pc:chgData name="Al Friend" userId="e5ed79da-d858-46d4-9eed-a7a24903f2de" providerId="ADAL" clId="{7537B086-0992-4C5F-A071-F6F8659556F1}" dt="2026-01-12T15:42:02.680" v="710" actId="20577"/>
        <pc:sldMkLst>
          <pc:docMk/>
          <pc:sldMk cId="2545018025" sldId="472"/>
        </pc:sldMkLst>
        <pc:spChg chg="mod">
          <ac:chgData name="Al Friend" userId="e5ed79da-d858-46d4-9eed-a7a24903f2de" providerId="ADAL" clId="{7537B086-0992-4C5F-A071-F6F8659556F1}" dt="2026-01-12T15:42:02.680" v="710" actId="20577"/>
          <ac:spMkLst>
            <pc:docMk/>
            <pc:sldMk cId="2545018025" sldId="472"/>
            <ac:spMk id="3" creationId="{E4EE7085-4C5B-409B-8843-A8A3D3CB6E90}"/>
          </ac:spMkLst>
        </pc:spChg>
      </pc:sldChg>
      <pc:sldChg chg="modSp ord">
        <pc:chgData name="Al Friend" userId="e5ed79da-d858-46d4-9eed-a7a24903f2de" providerId="ADAL" clId="{7537B086-0992-4C5F-A071-F6F8659556F1}" dt="2026-01-12T15:42:11.323" v="714" actId="20577"/>
        <pc:sldMkLst>
          <pc:docMk/>
          <pc:sldMk cId="2752439583" sldId="473"/>
        </pc:sldMkLst>
        <pc:spChg chg="mod">
          <ac:chgData name="Al Friend" userId="e5ed79da-d858-46d4-9eed-a7a24903f2de" providerId="ADAL" clId="{7537B086-0992-4C5F-A071-F6F8659556F1}" dt="2026-01-12T15:42:11.323" v="714" actId="20577"/>
          <ac:spMkLst>
            <pc:docMk/>
            <pc:sldMk cId="2752439583" sldId="473"/>
            <ac:spMk id="3" creationId="{E4EE7085-4C5B-409B-8843-A8A3D3CB6E90}"/>
          </ac:spMkLst>
        </pc:spChg>
      </pc:sldChg>
      <pc:sldChg chg="modSp">
        <pc:chgData name="Al Friend" userId="e5ed79da-d858-46d4-9eed-a7a24903f2de" providerId="ADAL" clId="{7537B086-0992-4C5F-A071-F6F8659556F1}" dt="2026-01-08T10:07:15.003" v="117" actId="113"/>
        <pc:sldMkLst>
          <pc:docMk/>
          <pc:sldMk cId="1529298100" sldId="479"/>
        </pc:sldMkLst>
        <pc:spChg chg="mod">
          <ac:chgData name="Al Friend" userId="e5ed79da-d858-46d4-9eed-a7a24903f2de" providerId="ADAL" clId="{7537B086-0992-4C5F-A071-F6F8659556F1}" dt="2026-01-08T10:07:15.003" v="117" actId="113"/>
          <ac:spMkLst>
            <pc:docMk/>
            <pc:sldMk cId="1529298100" sldId="479"/>
            <ac:spMk id="9" creationId="{B935E981-B7C6-4BDF-ADC2-EFF2B075D3D8}"/>
          </ac:spMkLst>
        </pc:spChg>
        <pc:spChg chg="mod">
          <ac:chgData name="Al Friend" userId="e5ed79da-d858-46d4-9eed-a7a24903f2de" providerId="ADAL" clId="{7537B086-0992-4C5F-A071-F6F8659556F1}" dt="2026-01-08T09:04:28.708" v="76" actId="113"/>
          <ac:spMkLst>
            <pc:docMk/>
            <pc:sldMk cId="1529298100" sldId="479"/>
            <ac:spMk id="15" creationId="{B935E981-B7C6-4BDF-ADC2-EFF2B075D3D8}"/>
          </ac:spMkLst>
        </pc:spChg>
      </pc:sldChg>
      <pc:sldChg chg="modSp modAnim">
        <pc:chgData name="Al Friend" userId="e5ed79da-d858-46d4-9eed-a7a24903f2de" providerId="ADAL" clId="{7537B086-0992-4C5F-A071-F6F8659556F1}" dt="2026-01-08T10:06:50.205" v="116" actId="20577"/>
        <pc:sldMkLst>
          <pc:docMk/>
          <pc:sldMk cId="3877628735" sldId="481"/>
        </pc:sldMkLst>
        <pc:spChg chg="mod">
          <ac:chgData name="Al Friend" userId="e5ed79da-d858-46d4-9eed-a7a24903f2de" providerId="ADAL" clId="{7537B086-0992-4C5F-A071-F6F8659556F1}" dt="2026-01-08T10:06:50.205" v="116" actId="20577"/>
          <ac:spMkLst>
            <pc:docMk/>
            <pc:sldMk cId="3877628735" sldId="481"/>
            <ac:spMk id="3" creationId="{52A295CC-8959-7191-3AFD-BD54D14A7EC9}"/>
          </ac:spMkLst>
        </pc:spChg>
        <pc:spChg chg="mod">
          <ac:chgData name="Al Friend" userId="e5ed79da-d858-46d4-9eed-a7a24903f2de" providerId="ADAL" clId="{7537B086-0992-4C5F-A071-F6F8659556F1}" dt="2026-01-08T09:02:22.070" v="42" actId="20577"/>
          <ac:spMkLst>
            <pc:docMk/>
            <pc:sldMk cId="3877628735" sldId="481"/>
            <ac:spMk id="6" creationId="{924404A3-ED4C-4699-9CA9-EFEB23F51AA9}"/>
          </ac:spMkLst>
        </pc:spChg>
      </pc:sldChg>
      <pc:sldChg chg="modSp">
        <pc:chgData name="Al Friend" userId="e5ed79da-d858-46d4-9eed-a7a24903f2de" providerId="ADAL" clId="{7537B086-0992-4C5F-A071-F6F8659556F1}" dt="2026-01-08T08:58:12.553" v="3" actId="27636"/>
        <pc:sldMkLst>
          <pc:docMk/>
          <pc:sldMk cId="1645342312" sldId="513"/>
        </pc:sldMkLst>
        <pc:spChg chg="mod">
          <ac:chgData name="Al Friend" userId="e5ed79da-d858-46d4-9eed-a7a24903f2de" providerId="ADAL" clId="{7537B086-0992-4C5F-A071-F6F8659556F1}" dt="2026-01-08T08:58:12.553" v="3" actId="27636"/>
          <ac:spMkLst>
            <pc:docMk/>
            <pc:sldMk cId="1645342312" sldId="513"/>
            <ac:spMk id="3" creationId="{00000000-0000-0000-0000-000000000000}"/>
          </ac:spMkLst>
        </pc:spChg>
      </pc:sldChg>
      <pc:sldChg chg="delSp modSp delAnim">
        <pc:chgData name="Al Friend" userId="e5ed79da-d858-46d4-9eed-a7a24903f2de" providerId="ADAL" clId="{7537B086-0992-4C5F-A071-F6F8659556F1}" dt="2026-01-12T15:44:55.104" v="739" actId="478"/>
        <pc:sldMkLst>
          <pc:docMk/>
          <pc:sldMk cId="2830124929" sldId="539"/>
        </pc:sldMkLst>
        <pc:spChg chg="mod">
          <ac:chgData name="Al Friend" userId="e5ed79da-d858-46d4-9eed-a7a24903f2de" providerId="ADAL" clId="{7537B086-0992-4C5F-A071-F6F8659556F1}" dt="2026-01-12T15:44:46.398" v="738" actId="20577"/>
          <ac:spMkLst>
            <pc:docMk/>
            <pc:sldMk cId="2830124929" sldId="539"/>
            <ac:spMk id="2" creationId="{2CE87805-17F2-4B70-B505-57FB17E1FEE3}"/>
          </ac:spMkLst>
        </pc:spChg>
        <pc:spChg chg="mod">
          <ac:chgData name="Al Friend" userId="e5ed79da-d858-46d4-9eed-a7a24903f2de" providerId="ADAL" clId="{7537B086-0992-4C5F-A071-F6F8659556F1}" dt="2026-01-12T15:44:05.204" v="724" actId="20577"/>
          <ac:spMkLst>
            <pc:docMk/>
            <pc:sldMk cId="2830124929" sldId="539"/>
            <ac:spMk id="3" creationId="{E4EE7085-4C5B-409B-8843-A8A3D3CB6E90}"/>
          </ac:spMkLst>
        </pc:spChg>
        <pc:grpChg chg="del">
          <ac:chgData name="Al Friend" userId="e5ed79da-d858-46d4-9eed-a7a24903f2de" providerId="ADAL" clId="{7537B086-0992-4C5F-A071-F6F8659556F1}" dt="2026-01-12T15:44:55.104" v="739" actId="478"/>
          <ac:grpSpMkLst>
            <pc:docMk/>
            <pc:sldMk cId="2830124929" sldId="539"/>
            <ac:grpSpMk id="7" creationId="{C7B59F06-E9C9-56FF-C7CA-BC1A6DABE3C1}"/>
          </ac:grpSpMkLst>
        </pc:grpChg>
      </pc:sldChg>
      <pc:sldChg chg="modSp">
        <pc:chgData name="Al Friend" userId="e5ed79da-d858-46d4-9eed-a7a24903f2de" providerId="ADAL" clId="{7537B086-0992-4C5F-A071-F6F8659556F1}" dt="2026-01-12T15:38:27.244" v="694" actId="20577"/>
        <pc:sldMkLst>
          <pc:docMk/>
          <pc:sldMk cId="2796949558" sldId="553"/>
        </pc:sldMkLst>
        <pc:spChg chg="mod">
          <ac:chgData name="Al Friend" userId="e5ed79da-d858-46d4-9eed-a7a24903f2de" providerId="ADAL" clId="{7537B086-0992-4C5F-A071-F6F8659556F1}" dt="2026-01-12T15:38:27.244" v="694" actId="20577"/>
          <ac:spMkLst>
            <pc:docMk/>
            <pc:sldMk cId="2796949558" sldId="553"/>
            <ac:spMk id="3" creationId="{E4EE7085-4C5B-409B-8843-A8A3D3CB6E90}"/>
          </ac:spMkLst>
        </pc:spChg>
      </pc:sldChg>
      <pc:sldChg chg="modSp">
        <pc:chgData name="Al Friend" userId="e5ed79da-d858-46d4-9eed-a7a24903f2de" providerId="ADAL" clId="{7537B086-0992-4C5F-A071-F6F8659556F1}" dt="2026-01-12T15:40:44.934" v="706" actId="20577"/>
        <pc:sldMkLst>
          <pc:docMk/>
          <pc:sldMk cId="1736274729" sldId="554"/>
        </pc:sldMkLst>
        <pc:spChg chg="mod">
          <ac:chgData name="Al Friend" userId="e5ed79da-d858-46d4-9eed-a7a24903f2de" providerId="ADAL" clId="{7537B086-0992-4C5F-A071-F6F8659556F1}" dt="2026-01-12T15:40:44.934" v="706" actId="20577"/>
          <ac:spMkLst>
            <pc:docMk/>
            <pc:sldMk cId="1736274729" sldId="554"/>
            <ac:spMk id="3" creationId="{E4EE7085-4C5B-409B-8843-A8A3D3CB6E90}"/>
          </ac:spMkLst>
        </pc:spChg>
      </pc:sldChg>
      <pc:sldChg chg="addSp delSp modSp">
        <pc:chgData name="Al Friend" userId="e5ed79da-d858-46d4-9eed-a7a24903f2de" providerId="ADAL" clId="{7537B086-0992-4C5F-A071-F6F8659556F1}" dt="2026-01-12T15:38:33.253" v="698" actId="20577"/>
        <pc:sldMkLst>
          <pc:docMk/>
          <pc:sldMk cId="3656827312" sldId="555"/>
        </pc:sldMkLst>
        <pc:spChg chg="mod">
          <ac:chgData name="Al Friend" userId="e5ed79da-d858-46d4-9eed-a7a24903f2de" providerId="ADAL" clId="{7537B086-0992-4C5F-A071-F6F8659556F1}" dt="2026-01-12T15:38:33.253" v="698" actId="20577"/>
          <ac:spMkLst>
            <pc:docMk/>
            <pc:sldMk cId="3656827312" sldId="555"/>
            <ac:spMk id="3" creationId="{E4EE7085-4C5B-409B-8843-A8A3D3CB6E90}"/>
          </ac:spMkLst>
        </pc:spChg>
        <pc:cxnChg chg="add del mod">
          <ac:chgData name="Al Friend" userId="e5ed79da-d858-46d4-9eed-a7a24903f2de" providerId="ADAL" clId="{7537B086-0992-4C5F-A071-F6F8659556F1}" dt="2026-01-12T10:00:51.887" v="611" actId="478"/>
          <ac:cxnSpMkLst>
            <pc:docMk/>
            <pc:sldMk cId="3656827312" sldId="555"/>
            <ac:cxnSpMk id="6" creationId="{BEAA4597-DD2E-4DD4-BF30-10CE238F69D2}"/>
          </ac:cxnSpMkLst>
        </pc:cxnChg>
      </pc:sldChg>
      <pc:sldChg chg="modSp">
        <pc:chgData name="Al Friend" userId="e5ed79da-d858-46d4-9eed-a7a24903f2de" providerId="ADAL" clId="{7537B086-0992-4C5F-A071-F6F8659556F1}" dt="2026-01-12T15:40:37.364" v="702" actId="20577"/>
        <pc:sldMkLst>
          <pc:docMk/>
          <pc:sldMk cId="970874047" sldId="559"/>
        </pc:sldMkLst>
        <pc:spChg chg="mod">
          <ac:chgData name="Al Friend" userId="e5ed79da-d858-46d4-9eed-a7a24903f2de" providerId="ADAL" clId="{7537B086-0992-4C5F-A071-F6F8659556F1}" dt="2026-01-12T15:40:37.364" v="702" actId="20577"/>
          <ac:spMkLst>
            <pc:docMk/>
            <pc:sldMk cId="970874047" sldId="559"/>
            <ac:spMk id="3" creationId="{E4EE7085-4C5B-409B-8843-A8A3D3CB6E90}"/>
          </ac:spMkLst>
        </pc:spChg>
      </pc:sldChg>
      <pc:sldChg chg="modSp">
        <pc:chgData name="Al Friend" userId="e5ed79da-d858-46d4-9eed-a7a24903f2de" providerId="ADAL" clId="{7537B086-0992-4C5F-A071-F6F8659556F1}" dt="2026-01-09T11:13:39.379" v="366" actId="20577"/>
        <pc:sldMkLst>
          <pc:docMk/>
          <pc:sldMk cId="1599820182" sldId="589"/>
        </pc:sldMkLst>
        <pc:spChg chg="mod">
          <ac:chgData name="Al Friend" userId="e5ed79da-d858-46d4-9eed-a7a24903f2de" providerId="ADAL" clId="{7537B086-0992-4C5F-A071-F6F8659556F1}" dt="2026-01-09T11:13:39.379" v="366" actId="20577"/>
          <ac:spMkLst>
            <pc:docMk/>
            <pc:sldMk cId="1599820182" sldId="589"/>
            <ac:spMk id="3" creationId="{E4EE7085-4C5B-409B-8843-A8A3D3CB6E90}"/>
          </ac:spMkLst>
        </pc:spChg>
      </pc:sldChg>
      <pc:sldChg chg="modSp">
        <pc:chgData name="Al Friend" userId="e5ed79da-d858-46d4-9eed-a7a24903f2de" providerId="ADAL" clId="{7537B086-0992-4C5F-A071-F6F8659556F1}" dt="2026-01-12T15:21:35.082" v="692" actId="20577"/>
        <pc:sldMkLst>
          <pc:docMk/>
          <pc:sldMk cId="2929584588" sldId="590"/>
        </pc:sldMkLst>
        <pc:spChg chg="mod">
          <ac:chgData name="Al Friend" userId="e5ed79da-d858-46d4-9eed-a7a24903f2de" providerId="ADAL" clId="{7537B086-0992-4C5F-A071-F6F8659556F1}" dt="2026-01-12T15:21:35.082" v="692" actId="20577"/>
          <ac:spMkLst>
            <pc:docMk/>
            <pc:sldMk cId="2929584588" sldId="590"/>
            <ac:spMk id="3" creationId="{E4EE7085-4C5B-409B-8843-A8A3D3CB6E90}"/>
          </ac:spMkLst>
        </pc:spChg>
      </pc:sldChg>
      <pc:sldChg chg="modSp">
        <pc:chgData name="Al Friend" userId="e5ed79da-d858-46d4-9eed-a7a24903f2de" providerId="ADAL" clId="{7537B086-0992-4C5F-A071-F6F8659556F1}" dt="2026-01-12T15:38:30.470" v="696" actId="20577"/>
        <pc:sldMkLst>
          <pc:docMk/>
          <pc:sldMk cId="3483862181" sldId="591"/>
        </pc:sldMkLst>
        <pc:spChg chg="mod">
          <ac:chgData name="Al Friend" userId="e5ed79da-d858-46d4-9eed-a7a24903f2de" providerId="ADAL" clId="{7537B086-0992-4C5F-A071-F6F8659556F1}" dt="2026-01-12T15:38:30.470" v="696" actId="20577"/>
          <ac:spMkLst>
            <pc:docMk/>
            <pc:sldMk cId="3483862181" sldId="591"/>
            <ac:spMk id="3" creationId="{E4EE7085-4C5B-409B-8843-A8A3D3CB6E90}"/>
          </ac:spMkLst>
        </pc:spChg>
      </pc:sldChg>
      <pc:sldChg chg="modSp">
        <pc:chgData name="Al Friend" userId="e5ed79da-d858-46d4-9eed-a7a24903f2de" providerId="ADAL" clId="{7537B086-0992-4C5F-A071-F6F8659556F1}" dt="2026-01-12T15:40:34.293" v="700" actId="20577"/>
        <pc:sldMkLst>
          <pc:docMk/>
          <pc:sldMk cId="818404692" sldId="592"/>
        </pc:sldMkLst>
        <pc:spChg chg="mod">
          <ac:chgData name="Al Friend" userId="e5ed79da-d858-46d4-9eed-a7a24903f2de" providerId="ADAL" clId="{7537B086-0992-4C5F-A071-F6F8659556F1}" dt="2026-01-12T15:40:34.293" v="700" actId="20577"/>
          <ac:spMkLst>
            <pc:docMk/>
            <pc:sldMk cId="818404692" sldId="592"/>
            <ac:spMk id="3" creationId="{E4EE7085-4C5B-409B-8843-A8A3D3CB6E90}"/>
          </ac:spMkLst>
        </pc:spChg>
      </pc:sldChg>
      <pc:sldChg chg="modSp">
        <pc:chgData name="Al Friend" userId="e5ed79da-d858-46d4-9eed-a7a24903f2de" providerId="ADAL" clId="{7537B086-0992-4C5F-A071-F6F8659556F1}" dt="2026-01-12T15:40:40.776" v="704" actId="20577"/>
        <pc:sldMkLst>
          <pc:docMk/>
          <pc:sldMk cId="1368737392" sldId="593"/>
        </pc:sldMkLst>
        <pc:spChg chg="mod">
          <ac:chgData name="Al Friend" userId="e5ed79da-d858-46d4-9eed-a7a24903f2de" providerId="ADAL" clId="{7537B086-0992-4C5F-A071-F6F8659556F1}" dt="2026-01-12T15:40:40.776" v="704" actId="20577"/>
          <ac:spMkLst>
            <pc:docMk/>
            <pc:sldMk cId="1368737392" sldId="593"/>
            <ac:spMk id="3" creationId="{E4EE7085-4C5B-409B-8843-A8A3D3CB6E90}"/>
          </ac:spMkLst>
        </pc:spChg>
      </pc:sldChg>
      <pc:sldChg chg="modSp">
        <pc:chgData name="Al Friend" userId="e5ed79da-d858-46d4-9eed-a7a24903f2de" providerId="ADAL" clId="{7537B086-0992-4C5F-A071-F6F8659556F1}" dt="2026-01-12T15:40:48.874" v="708" actId="20577"/>
        <pc:sldMkLst>
          <pc:docMk/>
          <pc:sldMk cId="3908499378" sldId="594"/>
        </pc:sldMkLst>
        <pc:spChg chg="mod">
          <ac:chgData name="Al Friend" userId="e5ed79da-d858-46d4-9eed-a7a24903f2de" providerId="ADAL" clId="{7537B086-0992-4C5F-A071-F6F8659556F1}" dt="2026-01-12T15:40:48.874" v="708" actId="20577"/>
          <ac:spMkLst>
            <pc:docMk/>
            <pc:sldMk cId="3908499378" sldId="594"/>
            <ac:spMk id="3" creationId="{E4EE7085-4C5B-409B-8843-A8A3D3CB6E90}"/>
          </ac:spMkLst>
        </pc:spChg>
      </pc:sldChg>
      <pc:sldChg chg="modSp">
        <pc:chgData name="Al Friend" userId="e5ed79da-d858-46d4-9eed-a7a24903f2de" providerId="ADAL" clId="{7537B086-0992-4C5F-A071-F6F8659556F1}" dt="2026-01-09T10:57:01.974" v="356" actId="1036"/>
        <pc:sldMkLst>
          <pc:docMk/>
          <pc:sldMk cId="3288459417" sldId="659"/>
        </pc:sldMkLst>
        <pc:grpChg chg="mod">
          <ac:chgData name="Al Friend" userId="e5ed79da-d858-46d4-9eed-a7a24903f2de" providerId="ADAL" clId="{7537B086-0992-4C5F-A071-F6F8659556F1}" dt="2026-01-09T10:57:01.974" v="356" actId="1036"/>
          <ac:grpSpMkLst>
            <pc:docMk/>
            <pc:sldMk cId="3288459417" sldId="659"/>
            <ac:grpSpMk id="6" creationId="{CDA2DFA6-83BE-D060-BDA8-CF34E45D5A03}"/>
          </ac:grpSpMkLst>
        </pc:grpChg>
      </pc:sldChg>
      <pc:sldChg chg="ord">
        <pc:chgData name="Al Friend" userId="e5ed79da-d858-46d4-9eed-a7a24903f2de" providerId="ADAL" clId="{7537B086-0992-4C5F-A071-F6F8659556F1}" dt="2026-01-12T10:29:48.173" v="613"/>
        <pc:sldMkLst>
          <pc:docMk/>
          <pc:sldMk cId="3590783804" sldId="663"/>
        </pc:sldMkLst>
      </pc:sldChg>
      <pc:sldChg chg="modNotesTx">
        <pc:chgData name="Al Friend" userId="e5ed79da-d858-46d4-9eed-a7a24903f2de" providerId="ADAL" clId="{7537B086-0992-4C5F-A071-F6F8659556F1}" dt="2026-01-12T15:58:37.551" v="860" actId="20577"/>
        <pc:sldMkLst>
          <pc:docMk/>
          <pc:sldMk cId="3589467266" sldId="664"/>
        </pc:sldMkLst>
      </pc:sldChg>
      <pc:sldChg chg="modSp">
        <pc:chgData name="Al Friend" userId="e5ed79da-d858-46d4-9eed-a7a24903f2de" providerId="ADAL" clId="{7537B086-0992-4C5F-A071-F6F8659556F1}" dt="2026-01-12T15:44:38.483" v="730" actId="20577"/>
        <pc:sldMkLst>
          <pc:docMk/>
          <pc:sldMk cId="3697990193" sldId="665"/>
        </pc:sldMkLst>
        <pc:spChg chg="mod">
          <ac:chgData name="Al Friend" userId="e5ed79da-d858-46d4-9eed-a7a24903f2de" providerId="ADAL" clId="{7537B086-0992-4C5F-A071-F6F8659556F1}" dt="2026-01-12T15:44:38.483" v="730" actId="20577"/>
          <ac:spMkLst>
            <pc:docMk/>
            <pc:sldMk cId="3697990193" sldId="665"/>
            <ac:spMk id="2" creationId="{2CE87805-17F2-4B70-B505-57FB17E1FEE3}"/>
          </ac:spMkLst>
        </pc:spChg>
        <pc:spChg chg="mod">
          <ac:chgData name="Al Friend" userId="e5ed79da-d858-46d4-9eed-a7a24903f2de" providerId="ADAL" clId="{7537B086-0992-4C5F-A071-F6F8659556F1}" dt="2026-01-12T15:44:02.582" v="722" actId="20577"/>
          <ac:spMkLst>
            <pc:docMk/>
            <pc:sldMk cId="3697990193" sldId="665"/>
            <ac:spMk id="3" creationId="{E4EE7085-4C5B-409B-8843-A8A3D3CB6E90}"/>
          </ac:spMkLst>
        </pc:spChg>
      </pc:sldChg>
      <pc:sldChg chg="modSp">
        <pc:chgData name="Al Friend" userId="e5ed79da-d858-46d4-9eed-a7a24903f2de" providerId="ADAL" clId="{7537B086-0992-4C5F-A071-F6F8659556F1}" dt="2026-01-08T08:58:12.334" v="1" actId="27636"/>
        <pc:sldMkLst>
          <pc:docMk/>
          <pc:sldMk cId="4089413313" sldId="688"/>
        </pc:sldMkLst>
        <pc:spChg chg="mod">
          <ac:chgData name="Al Friend" userId="e5ed79da-d858-46d4-9eed-a7a24903f2de" providerId="ADAL" clId="{7537B086-0992-4C5F-A071-F6F8659556F1}" dt="2026-01-08T08:58:12.334" v="1" actId="27636"/>
          <ac:spMkLst>
            <pc:docMk/>
            <pc:sldMk cId="4089413313" sldId="688"/>
            <ac:spMk id="3" creationId="{141DFD40-5B60-02A6-A1F0-71163A85F354}"/>
          </ac:spMkLst>
        </pc:spChg>
      </pc:sldChg>
      <pc:sldChg chg="modSp">
        <pc:chgData name="Al Friend" userId="e5ed79da-d858-46d4-9eed-a7a24903f2de" providerId="ADAL" clId="{7537B086-0992-4C5F-A071-F6F8659556F1}" dt="2026-01-08T08:58:12.395" v="2" actId="27636"/>
        <pc:sldMkLst>
          <pc:docMk/>
          <pc:sldMk cId="1265154754" sldId="689"/>
        </pc:sldMkLst>
        <pc:spChg chg="mod">
          <ac:chgData name="Al Friend" userId="e5ed79da-d858-46d4-9eed-a7a24903f2de" providerId="ADAL" clId="{7537B086-0992-4C5F-A071-F6F8659556F1}" dt="2026-01-08T08:58:12.395" v="2" actId="27636"/>
          <ac:spMkLst>
            <pc:docMk/>
            <pc:sldMk cId="1265154754" sldId="689"/>
            <ac:spMk id="3" creationId="{141DFD40-5B60-02A6-A1F0-71163A85F354}"/>
          </ac:spMkLst>
        </pc:spChg>
      </pc:sldChg>
      <pc:sldChg chg="modSp ord">
        <pc:chgData name="Al Friend" userId="e5ed79da-d858-46d4-9eed-a7a24903f2de" providerId="ADAL" clId="{7537B086-0992-4C5F-A071-F6F8659556F1}" dt="2026-01-12T15:42:07.231" v="712" actId="20577"/>
        <pc:sldMkLst>
          <pc:docMk/>
          <pc:sldMk cId="630824385" sldId="711"/>
        </pc:sldMkLst>
        <pc:spChg chg="mod">
          <ac:chgData name="Al Friend" userId="e5ed79da-d858-46d4-9eed-a7a24903f2de" providerId="ADAL" clId="{7537B086-0992-4C5F-A071-F6F8659556F1}" dt="2026-01-12T15:42:07.231" v="712" actId="20577"/>
          <ac:spMkLst>
            <pc:docMk/>
            <pc:sldMk cId="630824385" sldId="711"/>
            <ac:spMk id="3" creationId="{E4EE7085-4C5B-409B-8843-A8A3D3CB6E90}"/>
          </ac:spMkLst>
        </pc:spChg>
      </pc:sldChg>
      <pc:sldChg chg="modSp ord">
        <pc:chgData name="Al Friend" userId="e5ed79da-d858-46d4-9eed-a7a24903f2de" providerId="ADAL" clId="{7537B086-0992-4C5F-A071-F6F8659556F1}" dt="2026-01-12T15:42:14.865" v="716" actId="20577"/>
        <pc:sldMkLst>
          <pc:docMk/>
          <pc:sldMk cId="2327285765" sldId="712"/>
        </pc:sldMkLst>
        <pc:spChg chg="mod">
          <ac:chgData name="Al Friend" userId="e5ed79da-d858-46d4-9eed-a7a24903f2de" providerId="ADAL" clId="{7537B086-0992-4C5F-A071-F6F8659556F1}" dt="2026-01-12T15:42:14.865" v="716" actId="20577"/>
          <ac:spMkLst>
            <pc:docMk/>
            <pc:sldMk cId="2327285765" sldId="712"/>
            <ac:spMk id="3" creationId="{E4EE7085-4C5B-409B-8843-A8A3D3CB6E90}"/>
          </ac:spMkLst>
        </pc:spChg>
      </pc:sldChg>
      <pc:sldChg chg="modSp ord">
        <pc:chgData name="Al Friend" userId="e5ed79da-d858-46d4-9eed-a7a24903f2de" providerId="ADAL" clId="{7537B086-0992-4C5F-A071-F6F8659556F1}" dt="2026-01-12T15:43:36.113" v="720" actId="20577"/>
        <pc:sldMkLst>
          <pc:docMk/>
          <pc:sldMk cId="3019406255" sldId="713"/>
        </pc:sldMkLst>
        <pc:spChg chg="mod">
          <ac:chgData name="Al Friend" userId="e5ed79da-d858-46d4-9eed-a7a24903f2de" providerId="ADAL" clId="{7537B086-0992-4C5F-A071-F6F8659556F1}" dt="2026-01-12T15:43:36.113" v="720" actId="20577"/>
          <ac:spMkLst>
            <pc:docMk/>
            <pc:sldMk cId="3019406255" sldId="713"/>
            <ac:spMk id="3" creationId="{E4EE7085-4C5B-409B-8843-A8A3D3CB6E90}"/>
          </ac:spMkLst>
        </pc:spChg>
      </pc:sldChg>
      <pc:sldChg chg="modSp del">
        <pc:chgData name="Al Friend" userId="e5ed79da-d858-46d4-9eed-a7a24903f2de" providerId="ADAL" clId="{7537B086-0992-4C5F-A071-F6F8659556F1}" dt="2026-01-22T16:07:10.280" v="1469" actId="2696"/>
        <pc:sldMkLst>
          <pc:docMk/>
          <pc:sldMk cId="1135862847" sldId="773"/>
        </pc:sldMkLst>
        <pc:spChg chg="mod">
          <ac:chgData name="Al Friend" userId="e5ed79da-d858-46d4-9eed-a7a24903f2de" providerId="ADAL" clId="{7537B086-0992-4C5F-A071-F6F8659556F1}" dt="2026-01-22T16:03:01.431" v="1438" actId="20577"/>
          <ac:spMkLst>
            <pc:docMk/>
            <pc:sldMk cId="1135862847" sldId="773"/>
            <ac:spMk id="4" creationId="{08C76DEA-F650-51AB-7EE7-9B3064808EC0}"/>
          </ac:spMkLst>
        </pc:spChg>
      </pc:sldChg>
      <pc:sldChg chg="modSp del">
        <pc:chgData name="Al Friend" userId="e5ed79da-d858-46d4-9eed-a7a24903f2de" providerId="ADAL" clId="{7537B086-0992-4C5F-A071-F6F8659556F1}" dt="2026-01-22T16:08:01.111" v="1484" actId="2696"/>
        <pc:sldMkLst>
          <pc:docMk/>
          <pc:sldMk cId="2176521065" sldId="833"/>
        </pc:sldMkLst>
        <pc:spChg chg="mod">
          <ac:chgData name="Al Friend" userId="e5ed79da-d858-46d4-9eed-a7a24903f2de" providerId="ADAL" clId="{7537B086-0992-4C5F-A071-F6F8659556F1}" dt="2026-01-15T10:16:21.355" v="869" actId="20577"/>
          <ac:spMkLst>
            <pc:docMk/>
            <pc:sldMk cId="2176521065" sldId="833"/>
            <ac:spMk id="4" creationId="{08C76DEA-F650-51AB-7EE7-9B3064808EC0}"/>
          </ac:spMkLst>
        </pc:spChg>
      </pc:sldChg>
      <pc:sldChg chg="modSp ord modTransition">
        <pc:chgData name="Al Friend" userId="e5ed79da-d858-46d4-9eed-a7a24903f2de" providerId="ADAL" clId="{7537B086-0992-4C5F-A071-F6F8659556F1}" dt="2026-01-15T15:51:06.828" v="1268"/>
        <pc:sldMkLst>
          <pc:docMk/>
          <pc:sldMk cId="4078011167" sldId="851"/>
        </pc:sldMkLst>
        <pc:spChg chg="mod">
          <ac:chgData name="Al Friend" userId="e5ed79da-d858-46d4-9eed-a7a24903f2de" providerId="ADAL" clId="{7537B086-0992-4C5F-A071-F6F8659556F1}" dt="2026-01-15T10:15:28.368" v="862" actId="20577"/>
          <ac:spMkLst>
            <pc:docMk/>
            <pc:sldMk cId="4078011167" sldId="851"/>
            <ac:spMk id="4" creationId="{B4D7039D-DC4C-3007-1F96-6D1B58A2A3A3}"/>
          </ac:spMkLst>
        </pc:spChg>
        <pc:spChg chg="mod">
          <ac:chgData name="Al Friend" userId="e5ed79da-d858-46d4-9eed-a7a24903f2de" providerId="ADAL" clId="{7537B086-0992-4C5F-A071-F6F8659556F1}" dt="2026-01-15T15:05:40.452" v="964" actId="1037"/>
          <ac:spMkLst>
            <pc:docMk/>
            <pc:sldMk cId="4078011167" sldId="851"/>
            <ac:spMk id="7" creationId="{F42FD7F0-C7E3-F7C3-64B5-86175BE26E84}"/>
          </ac:spMkLst>
        </pc:spChg>
        <pc:spChg chg="mod">
          <ac:chgData name="Al Friend" userId="e5ed79da-d858-46d4-9eed-a7a24903f2de" providerId="ADAL" clId="{7537B086-0992-4C5F-A071-F6F8659556F1}" dt="2026-01-15T15:05:40.452" v="964" actId="1037"/>
          <ac:spMkLst>
            <pc:docMk/>
            <pc:sldMk cId="4078011167" sldId="851"/>
            <ac:spMk id="8" creationId="{DE26CC7C-F218-9CA9-C097-A8F3A953F8BD}"/>
          </ac:spMkLst>
        </pc:spChg>
        <pc:spChg chg="mod">
          <ac:chgData name="Al Friend" userId="e5ed79da-d858-46d4-9eed-a7a24903f2de" providerId="ADAL" clId="{7537B086-0992-4C5F-A071-F6F8659556F1}" dt="2026-01-15T15:05:40.452" v="964" actId="1037"/>
          <ac:spMkLst>
            <pc:docMk/>
            <pc:sldMk cId="4078011167" sldId="851"/>
            <ac:spMk id="10" creationId="{78B64078-CD33-E0CF-944C-B2B88EB38B02}"/>
          </ac:spMkLst>
        </pc:spChg>
        <pc:spChg chg="mod">
          <ac:chgData name="Al Friend" userId="e5ed79da-d858-46d4-9eed-a7a24903f2de" providerId="ADAL" clId="{7537B086-0992-4C5F-A071-F6F8659556F1}" dt="2026-01-15T15:05:40.452" v="964" actId="1037"/>
          <ac:spMkLst>
            <pc:docMk/>
            <pc:sldMk cId="4078011167" sldId="851"/>
            <ac:spMk id="11" creationId="{25E94918-C645-BFD4-5304-B5A80FA2722B}"/>
          </ac:spMkLst>
        </pc:spChg>
        <pc:spChg chg="mod">
          <ac:chgData name="Al Friend" userId="e5ed79da-d858-46d4-9eed-a7a24903f2de" providerId="ADAL" clId="{7537B086-0992-4C5F-A071-F6F8659556F1}" dt="2026-01-15T15:05:40.452" v="964" actId="1037"/>
          <ac:spMkLst>
            <pc:docMk/>
            <pc:sldMk cId="4078011167" sldId="851"/>
            <ac:spMk id="17" creationId="{4CA12722-67FD-1D61-B738-175BB9CB27FD}"/>
          </ac:spMkLst>
        </pc:spChg>
        <pc:spChg chg="mod">
          <ac:chgData name="Al Friend" userId="e5ed79da-d858-46d4-9eed-a7a24903f2de" providerId="ADAL" clId="{7537B086-0992-4C5F-A071-F6F8659556F1}" dt="2026-01-15T15:05:40.452" v="964" actId="1037"/>
          <ac:spMkLst>
            <pc:docMk/>
            <pc:sldMk cId="4078011167" sldId="851"/>
            <ac:spMk id="20" creationId="{1853AA6B-7FD8-3E7E-8D9E-E7952D8BFB0D}"/>
          </ac:spMkLst>
        </pc:spChg>
        <pc:spChg chg="mod">
          <ac:chgData name="Al Friend" userId="e5ed79da-d858-46d4-9eed-a7a24903f2de" providerId="ADAL" clId="{7537B086-0992-4C5F-A071-F6F8659556F1}" dt="2026-01-15T15:05:40.452" v="964" actId="1037"/>
          <ac:spMkLst>
            <pc:docMk/>
            <pc:sldMk cId="4078011167" sldId="851"/>
            <ac:spMk id="21" creationId="{0D3CC910-5E9E-5935-6ED7-338DCE177882}"/>
          </ac:spMkLst>
        </pc:spChg>
        <pc:spChg chg="mod">
          <ac:chgData name="Al Friend" userId="e5ed79da-d858-46d4-9eed-a7a24903f2de" providerId="ADAL" clId="{7537B086-0992-4C5F-A071-F6F8659556F1}" dt="2026-01-15T15:05:40.452" v="964" actId="1037"/>
          <ac:spMkLst>
            <pc:docMk/>
            <pc:sldMk cId="4078011167" sldId="851"/>
            <ac:spMk id="25" creationId="{2A49F281-A209-A6F3-A18C-72757AC1B916}"/>
          </ac:spMkLst>
        </pc:spChg>
        <pc:spChg chg="mod">
          <ac:chgData name="Al Friend" userId="e5ed79da-d858-46d4-9eed-a7a24903f2de" providerId="ADAL" clId="{7537B086-0992-4C5F-A071-F6F8659556F1}" dt="2026-01-15T15:05:40.452" v="964" actId="1037"/>
          <ac:spMkLst>
            <pc:docMk/>
            <pc:sldMk cId="4078011167" sldId="851"/>
            <ac:spMk id="26" creationId="{1A22687F-9CC3-77DA-888E-EB02C1FDEFA4}"/>
          </ac:spMkLst>
        </pc:spChg>
        <pc:spChg chg="mod">
          <ac:chgData name="Al Friend" userId="e5ed79da-d858-46d4-9eed-a7a24903f2de" providerId="ADAL" clId="{7537B086-0992-4C5F-A071-F6F8659556F1}" dt="2026-01-15T15:05:40.452" v="964" actId="1037"/>
          <ac:spMkLst>
            <pc:docMk/>
            <pc:sldMk cId="4078011167" sldId="851"/>
            <ac:spMk id="29" creationId="{E54C19DE-454B-F9EC-8F7B-CE1C4831318F}"/>
          </ac:spMkLst>
        </pc:spChg>
        <pc:spChg chg="mod">
          <ac:chgData name="Al Friend" userId="e5ed79da-d858-46d4-9eed-a7a24903f2de" providerId="ADAL" clId="{7537B086-0992-4C5F-A071-F6F8659556F1}" dt="2026-01-15T15:05:40.452" v="964" actId="1037"/>
          <ac:spMkLst>
            <pc:docMk/>
            <pc:sldMk cId="4078011167" sldId="851"/>
            <ac:spMk id="30" creationId="{478C350C-C7E5-7A4A-CBD3-3128DC1AB01A}"/>
          </ac:spMkLst>
        </pc:spChg>
        <pc:spChg chg="mod">
          <ac:chgData name="Al Friend" userId="e5ed79da-d858-46d4-9eed-a7a24903f2de" providerId="ADAL" clId="{7537B086-0992-4C5F-A071-F6F8659556F1}" dt="2026-01-15T15:05:40.921" v="965" actId="1038"/>
          <ac:spMkLst>
            <pc:docMk/>
            <pc:sldMk cId="4078011167" sldId="851"/>
            <ac:spMk id="32" creationId="{12D80B6F-5F24-F5D0-D320-08DA8E3B3394}"/>
          </ac:spMkLst>
        </pc:spChg>
        <pc:spChg chg="mod">
          <ac:chgData name="Al Friend" userId="e5ed79da-d858-46d4-9eed-a7a24903f2de" providerId="ADAL" clId="{7537B086-0992-4C5F-A071-F6F8659556F1}" dt="2026-01-15T15:05:40.452" v="964" actId="1037"/>
          <ac:spMkLst>
            <pc:docMk/>
            <pc:sldMk cId="4078011167" sldId="851"/>
            <ac:spMk id="33" creationId="{55B3F266-3D66-01A5-0084-02B23DD79047}"/>
          </ac:spMkLst>
        </pc:spChg>
        <pc:spChg chg="mod">
          <ac:chgData name="Al Friend" userId="e5ed79da-d858-46d4-9eed-a7a24903f2de" providerId="ADAL" clId="{7537B086-0992-4C5F-A071-F6F8659556F1}" dt="2026-01-15T15:05:40.452" v="964" actId="1037"/>
          <ac:spMkLst>
            <pc:docMk/>
            <pc:sldMk cId="4078011167" sldId="851"/>
            <ac:spMk id="34" creationId="{CA1DF3E2-1B1A-F633-3A4A-4F5C43855F4B}"/>
          </ac:spMkLst>
        </pc:spChg>
        <pc:spChg chg="mod">
          <ac:chgData name="Al Friend" userId="e5ed79da-d858-46d4-9eed-a7a24903f2de" providerId="ADAL" clId="{7537B086-0992-4C5F-A071-F6F8659556F1}" dt="2026-01-15T15:05:40.452" v="964" actId="1037"/>
          <ac:spMkLst>
            <pc:docMk/>
            <pc:sldMk cId="4078011167" sldId="851"/>
            <ac:spMk id="36" creationId="{A6189F44-41DB-CE81-6168-B5A995CDCC5B}"/>
          </ac:spMkLst>
        </pc:spChg>
        <pc:spChg chg="mod">
          <ac:chgData name="Al Friend" userId="e5ed79da-d858-46d4-9eed-a7a24903f2de" providerId="ADAL" clId="{7537B086-0992-4C5F-A071-F6F8659556F1}" dt="2026-01-15T15:05:40.921" v="965" actId="1038"/>
          <ac:spMkLst>
            <pc:docMk/>
            <pc:sldMk cId="4078011167" sldId="851"/>
            <ac:spMk id="38" creationId="{41B03BC3-B622-38BA-3963-2997C3543829}"/>
          </ac:spMkLst>
        </pc:spChg>
        <pc:spChg chg="mod">
          <ac:chgData name="Al Friend" userId="e5ed79da-d858-46d4-9eed-a7a24903f2de" providerId="ADAL" clId="{7537B086-0992-4C5F-A071-F6F8659556F1}" dt="2026-01-15T15:05:40.452" v="964" actId="1037"/>
          <ac:spMkLst>
            <pc:docMk/>
            <pc:sldMk cId="4078011167" sldId="851"/>
            <ac:spMk id="40" creationId="{868CB6FE-6953-CD77-7A9F-225AD4548CB6}"/>
          </ac:spMkLst>
        </pc:spChg>
        <pc:spChg chg="mod">
          <ac:chgData name="Al Friend" userId="e5ed79da-d858-46d4-9eed-a7a24903f2de" providerId="ADAL" clId="{7537B086-0992-4C5F-A071-F6F8659556F1}" dt="2026-01-15T15:05:40.452" v="964" actId="1037"/>
          <ac:spMkLst>
            <pc:docMk/>
            <pc:sldMk cId="4078011167" sldId="851"/>
            <ac:spMk id="43" creationId="{12735B52-F70C-8511-82FF-DD98CDFED39E}"/>
          </ac:spMkLst>
        </pc:spChg>
        <pc:spChg chg="mod">
          <ac:chgData name="Al Friend" userId="e5ed79da-d858-46d4-9eed-a7a24903f2de" providerId="ADAL" clId="{7537B086-0992-4C5F-A071-F6F8659556F1}" dt="2026-01-15T15:05:40.452" v="964" actId="1037"/>
          <ac:spMkLst>
            <pc:docMk/>
            <pc:sldMk cId="4078011167" sldId="851"/>
            <ac:spMk id="58" creationId="{2966E2E3-1095-3AA5-54F4-22EC69E21F63}"/>
          </ac:spMkLst>
        </pc:spChg>
        <pc:grpChg chg="mod">
          <ac:chgData name="Al Friend" userId="e5ed79da-d858-46d4-9eed-a7a24903f2de" providerId="ADAL" clId="{7537B086-0992-4C5F-A071-F6F8659556F1}" dt="2026-01-15T15:05:40.452" v="964" actId="1037"/>
          <ac:grpSpMkLst>
            <pc:docMk/>
            <pc:sldMk cId="4078011167" sldId="851"/>
            <ac:grpSpMk id="57" creationId="{B1521731-A15D-3FBE-F181-C47FACE64AD9}"/>
          </ac:grpSpMkLst>
        </pc:grpChg>
        <pc:graphicFrameChg chg="mod">
          <ac:chgData name="Al Friend" userId="e5ed79da-d858-46d4-9eed-a7a24903f2de" providerId="ADAL" clId="{7537B086-0992-4C5F-A071-F6F8659556F1}" dt="2026-01-15T15:05:40.921" v="965" actId="1038"/>
          <ac:graphicFrameMkLst>
            <pc:docMk/>
            <pc:sldMk cId="4078011167" sldId="851"/>
            <ac:graphicFrameMk id="2" creationId="{23E04685-FE2C-E794-0AD6-95692BED2BED}"/>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12" creationId="{EF3A2748-AA90-BCC8-2993-A9CADABE91F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2" creationId="{F1277B78-8984-8B58-5C2E-EDE193CCEAA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3" creationId="{DA0004D0-54C5-7FE3-495E-2E40E17F56E7}"/>
          </ac:graphicFrameMkLst>
        </pc:graphicFrameChg>
        <pc:cxnChg chg="mod">
          <ac:chgData name="Al Friend" userId="e5ed79da-d858-46d4-9eed-a7a24903f2de" providerId="ADAL" clId="{7537B086-0992-4C5F-A071-F6F8659556F1}" dt="2026-01-15T15:05:40.452" v="964" actId="1037"/>
          <ac:cxnSpMkLst>
            <pc:docMk/>
            <pc:sldMk cId="4078011167" sldId="851"/>
            <ac:cxnSpMk id="5" creationId="{72F20B23-42BD-4059-0D74-45475F61A21A}"/>
          </ac:cxnSpMkLst>
        </pc:cxnChg>
        <pc:cxnChg chg="mod">
          <ac:chgData name="Al Friend" userId="e5ed79da-d858-46d4-9eed-a7a24903f2de" providerId="ADAL" clId="{7537B086-0992-4C5F-A071-F6F8659556F1}" dt="2026-01-15T15:05:40.452" v="964" actId="1037"/>
          <ac:cxnSpMkLst>
            <pc:docMk/>
            <pc:sldMk cId="4078011167" sldId="851"/>
            <ac:cxnSpMk id="9" creationId="{89C05E4F-C462-0686-CC12-3E0009FCBBA6}"/>
          </ac:cxnSpMkLst>
        </pc:cxnChg>
      </pc:sldChg>
      <pc:sldChg chg="modSp ord modNotesTx">
        <pc:chgData name="Al Friend" userId="e5ed79da-d858-46d4-9eed-a7a24903f2de" providerId="ADAL" clId="{7537B086-0992-4C5F-A071-F6F8659556F1}" dt="2026-01-15T15:51:00.642" v="1267"/>
        <pc:sldMkLst>
          <pc:docMk/>
          <pc:sldMk cId="1092475532" sldId="852"/>
        </pc:sldMkLst>
        <pc:spChg chg="mod">
          <ac:chgData name="Al Friend" userId="e5ed79da-d858-46d4-9eed-a7a24903f2de" providerId="ADAL" clId="{7537B086-0992-4C5F-A071-F6F8659556F1}" dt="2026-01-15T10:15:31.770" v="864" actId="20577"/>
          <ac:spMkLst>
            <pc:docMk/>
            <pc:sldMk cId="1092475532" sldId="852"/>
            <ac:spMk id="4" creationId="{A1CF8388-E071-F307-5668-99A634416365}"/>
          </ac:spMkLst>
        </pc:spChg>
      </pc:sldChg>
      <pc:sldChg chg="delSp add modTransition modAnim">
        <pc:chgData name="Al Friend" userId="e5ed79da-d858-46d4-9eed-a7a24903f2de" providerId="ADAL" clId="{7537B086-0992-4C5F-A071-F6F8659556F1}" dt="2026-01-08T08:59:48.965" v="9" actId="478"/>
        <pc:sldMkLst>
          <pc:docMk/>
          <pc:sldMk cId="504513756" sldId="886"/>
        </pc:sldMkLst>
        <pc:spChg chg="del">
          <ac:chgData name="Al Friend" userId="e5ed79da-d858-46d4-9eed-a7a24903f2de" providerId="ADAL" clId="{7537B086-0992-4C5F-A071-F6F8659556F1}" dt="2026-01-08T08:59:48.965" v="9" actId="478"/>
          <ac:spMkLst>
            <pc:docMk/>
            <pc:sldMk cId="504513756" sldId="886"/>
            <ac:spMk id="10" creationId="{924404A3-ED4C-4699-9CA9-EFEB23F51AA9}"/>
          </ac:spMkLst>
        </pc:spChg>
      </pc:sldChg>
      <pc:sldChg chg="delSp add modTransition modAnim">
        <pc:chgData name="Al Friend" userId="e5ed79da-d858-46d4-9eed-a7a24903f2de" providerId="ADAL" clId="{7537B086-0992-4C5F-A071-F6F8659556F1}" dt="2026-01-08T09:03:03.953" v="50" actId="478"/>
        <pc:sldMkLst>
          <pc:docMk/>
          <pc:sldMk cId="274477786" sldId="887"/>
        </pc:sldMkLst>
        <pc:spChg chg="del">
          <ac:chgData name="Al Friend" userId="e5ed79da-d858-46d4-9eed-a7a24903f2de" providerId="ADAL" clId="{7537B086-0992-4C5F-A071-F6F8659556F1}" dt="2026-01-08T09:02:56.947" v="46" actId="478"/>
          <ac:spMkLst>
            <pc:docMk/>
            <pc:sldMk cId="274477786" sldId="887"/>
            <ac:spMk id="3" creationId="{52A295CC-8959-7191-3AFD-BD54D14A7EC9}"/>
          </ac:spMkLst>
        </pc:spChg>
        <pc:spChg chg="del">
          <ac:chgData name="Al Friend" userId="e5ed79da-d858-46d4-9eed-a7a24903f2de" providerId="ADAL" clId="{7537B086-0992-4C5F-A071-F6F8659556F1}" dt="2026-01-08T09:02:58.976" v="47" actId="478"/>
          <ac:spMkLst>
            <pc:docMk/>
            <pc:sldMk cId="274477786" sldId="887"/>
            <ac:spMk id="4" creationId="{5D773087-09BD-45AD-89A6-29025E9351DE}"/>
          </ac:spMkLst>
        </pc:spChg>
        <pc:spChg chg="del">
          <ac:chgData name="Al Friend" userId="e5ed79da-d858-46d4-9eed-a7a24903f2de" providerId="ADAL" clId="{7537B086-0992-4C5F-A071-F6F8659556F1}" dt="2026-01-08T09:03:03.953" v="50" actId="478"/>
          <ac:spMkLst>
            <pc:docMk/>
            <pc:sldMk cId="274477786" sldId="887"/>
            <ac:spMk id="6" creationId="{924404A3-ED4C-4699-9CA9-EFEB23F51AA9}"/>
          </ac:spMkLst>
        </pc:spChg>
        <pc:spChg chg="del">
          <ac:chgData name="Al Friend" userId="e5ed79da-d858-46d4-9eed-a7a24903f2de" providerId="ADAL" clId="{7537B086-0992-4C5F-A071-F6F8659556F1}" dt="2026-01-08T09:03:01.819" v="48" actId="478"/>
          <ac:spMkLst>
            <pc:docMk/>
            <pc:sldMk cId="274477786" sldId="887"/>
            <ac:spMk id="7" creationId="{EBD85118-3121-322A-A785-D7E5BC3C6DDB}"/>
          </ac:spMkLst>
        </pc:spChg>
        <pc:spChg chg="del">
          <ac:chgData name="Al Friend" userId="e5ed79da-d858-46d4-9eed-a7a24903f2de" providerId="ADAL" clId="{7537B086-0992-4C5F-A071-F6F8659556F1}" dt="2026-01-08T09:03:02.719" v="49" actId="478"/>
          <ac:spMkLst>
            <pc:docMk/>
            <pc:sldMk cId="274477786" sldId="887"/>
            <ac:spMk id="8" creationId="{B9255652-7499-91E1-0752-F0DD357DD42C}"/>
          </ac:spMkLst>
        </pc:spChg>
      </pc:sldChg>
      <pc:sldChg chg="modSp add ord">
        <pc:chgData name="Al Friend" userId="e5ed79da-d858-46d4-9eed-a7a24903f2de" providerId="ADAL" clId="{7537B086-0992-4C5F-A071-F6F8659556F1}" dt="2026-01-09T10:07:31.309" v="119"/>
        <pc:sldMkLst>
          <pc:docMk/>
          <pc:sldMk cId="28860088" sldId="888"/>
        </pc:sldMkLst>
        <pc:spChg chg="mod">
          <ac:chgData name="Al Friend" userId="e5ed79da-d858-46d4-9eed-a7a24903f2de" providerId="ADAL" clId="{7537B086-0992-4C5F-A071-F6F8659556F1}" dt="2026-01-08T09:34:45.577" v="102" actId="113"/>
          <ac:spMkLst>
            <pc:docMk/>
            <pc:sldMk cId="28860088" sldId="888"/>
            <ac:spMk id="5" creationId="{964D77D7-D52A-864E-2F76-F013C7C8D4FE}"/>
          </ac:spMkLst>
        </pc:spChg>
      </pc:sldChg>
      <pc:sldChg chg="delSp modSp add ord modTransition modAnim">
        <pc:chgData name="Al Friend" userId="e5ed79da-d858-46d4-9eed-a7a24903f2de" providerId="ADAL" clId="{7537B086-0992-4C5F-A071-F6F8659556F1}" dt="2026-01-09T10:07:31.309" v="119"/>
        <pc:sldMkLst>
          <pc:docMk/>
          <pc:sldMk cId="1610565375" sldId="889"/>
        </pc:sldMkLst>
        <pc:spChg chg="mod">
          <ac:chgData name="Al Friend" userId="e5ed79da-d858-46d4-9eed-a7a24903f2de" providerId="ADAL" clId="{7537B086-0992-4C5F-A071-F6F8659556F1}" dt="2026-01-08T09:34:29.477" v="100" actId="27636"/>
          <ac:spMkLst>
            <pc:docMk/>
            <pc:sldMk cId="1610565375" sldId="889"/>
            <ac:spMk id="3" creationId="{3006BFFB-0638-4D0F-887F-1B4CD48CA2DD}"/>
          </ac:spMkLst>
        </pc:spChg>
        <pc:spChg chg="del">
          <ac:chgData name="Al Friend" userId="e5ed79da-d858-46d4-9eed-a7a24903f2de" providerId="ADAL" clId="{7537B086-0992-4C5F-A071-F6F8659556F1}" dt="2026-01-08T09:34:07.467" v="87" actId="478"/>
          <ac:spMkLst>
            <pc:docMk/>
            <pc:sldMk cId="1610565375" sldId="889"/>
            <ac:spMk id="5" creationId="{964D77D7-D52A-864E-2F76-F013C7C8D4FE}"/>
          </ac:spMkLst>
        </pc:spChg>
      </pc:sldChg>
      <pc:sldChg chg="modSp add">
        <pc:chgData name="Al Friend" userId="e5ed79da-d858-46d4-9eed-a7a24903f2de" providerId="ADAL" clId="{7537B086-0992-4C5F-A071-F6F8659556F1}" dt="2026-01-09T10:10:00.162" v="155" actId="403"/>
        <pc:sldMkLst>
          <pc:docMk/>
          <pc:sldMk cId="2120745638" sldId="891"/>
        </pc:sldMkLst>
        <pc:spChg chg="mod">
          <ac:chgData name="Al Friend" userId="e5ed79da-d858-46d4-9eed-a7a24903f2de" providerId="ADAL" clId="{7537B086-0992-4C5F-A071-F6F8659556F1}" dt="2026-01-09T10:09:50.186" v="142" actId="20577"/>
          <ac:spMkLst>
            <pc:docMk/>
            <pc:sldMk cId="2120745638" sldId="891"/>
            <ac:spMk id="2" creationId="{DFDD032C-747B-43CF-884D-7ACD26C31B4A}"/>
          </ac:spMkLst>
        </pc:spChg>
        <pc:spChg chg="mod">
          <ac:chgData name="Al Friend" userId="e5ed79da-d858-46d4-9eed-a7a24903f2de" providerId="ADAL" clId="{7537B086-0992-4C5F-A071-F6F8659556F1}" dt="2026-01-09T10:10:00.162" v="155" actId="403"/>
          <ac:spMkLst>
            <pc:docMk/>
            <pc:sldMk cId="2120745638" sldId="891"/>
            <ac:spMk id="3" creationId="{F6399757-F604-4277-99DE-AE75EE3A83E3}"/>
          </ac:spMkLst>
        </pc:spChg>
      </pc:sldChg>
      <pc:sldChg chg="addSp modSp add modAnim">
        <pc:chgData name="Al Friend" userId="e5ed79da-d858-46d4-9eed-a7a24903f2de" providerId="ADAL" clId="{7537B086-0992-4C5F-A071-F6F8659556F1}" dt="2026-01-09T10:39:47.634" v="345" actId="13244"/>
        <pc:sldMkLst>
          <pc:docMk/>
          <pc:sldMk cId="4100891914" sldId="892"/>
        </pc:sldMkLst>
        <pc:spChg chg="mod">
          <ac:chgData name="Al Friend" userId="e5ed79da-d858-46d4-9eed-a7a24903f2de" providerId="ADAL" clId="{7537B086-0992-4C5F-A071-F6F8659556F1}" dt="2026-01-09T10:29:19.853" v="264" actId="20577"/>
          <ac:spMkLst>
            <pc:docMk/>
            <pc:sldMk cId="4100891914" sldId="892"/>
            <ac:spMk id="2" creationId="{D049432C-9C31-40D9-8C26-6E288E61F0CD}"/>
          </ac:spMkLst>
        </pc:spChg>
        <pc:picChg chg="add mod ord">
          <ac:chgData name="Al Friend" userId="e5ed79da-d858-46d4-9eed-a7a24903f2de" providerId="ADAL" clId="{7537B086-0992-4C5F-A071-F6F8659556F1}" dt="2026-01-09T10:22:52.542" v="230" actId="167"/>
          <ac:picMkLst>
            <pc:docMk/>
            <pc:sldMk cId="4100891914" sldId="892"/>
            <ac:picMk id="3" creationId="{6372C94C-F39C-4633-9690-936896E7997C}"/>
          </ac:picMkLst>
        </pc:picChg>
        <pc:picChg chg="add mod ord modCrop">
          <ac:chgData name="Al Friend" userId="e5ed79da-d858-46d4-9eed-a7a24903f2de" providerId="ADAL" clId="{7537B086-0992-4C5F-A071-F6F8659556F1}" dt="2026-01-09T10:39:47.634" v="345" actId="13244"/>
          <ac:picMkLst>
            <pc:docMk/>
            <pc:sldMk cId="4100891914" sldId="892"/>
            <ac:picMk id="4" creationId="{431D348A-1E20-4DD1-9964-01135A5AF008}"/>
          </ac:picMkLst>
        </pc:picChg>
        <pc:picChg chg="add mod ord modCrop">
          <ac:chgData name="Al Friend" userId="e5ed79da-d858-46d4-9eed-a7a24903f2de" providerId="ADAL" clId="{7537B086-0992-4C5F-A071-F6F8659556F1}" dt="2026-01-09T10:23:22.071" v="234" actId="167"/>
          <ac:picMkLst>
            <pc:docMk/>
            <pc:sldMk cId="4100891914" sldId="892"/>
            <ac:picMk id="5" creationId="{FD0C6429-8DF0-4AEF-A5E4-B8A8869104C9}"/>
          </ac:picMkLst>
        </pc:picChg>
        <pc:picChg chg="add mod ord modCrop">
          <ac:chgData name="Al Friend" userId="e5ed79da-d858-46d4-9eed-a7a24903f2de" providerId="ADAL" clId="{7537B086-0992-4C5F-A071-F6F8659556F1}" dt="2026-01-09T10:39:00.665" v="342" actId="167"/>
          <ac:picMkLst>
            <pc:docMk/>
            <pc:sldMk cId="4100891914" sldId="892"/>
            <ac:picMk id="6" creationId="{D1E8208F-9679-4FB9-BD07-D2EBB831BEFC}"/>
          </ac:picMkLst>
        </pc:picChg>
        <pc:picChg chg="add mod ord modCrop">
          <ac:chgData name="Al Friend" userId="e5ed79da-d858-46d4-9eed-a7a24903f2de" providerId="ADAL" clId="{7537B086-0992-4C5F-A071-F6F8659556F1}" dt="2026-01-09T10:39:24.648" v="344" actId="167"/>
          <ac:picMkLst>
            <pc:docMk/>
            <pc:sldMk cId="4100891914" sldId="892"/>
            <ac:picMk id="7" creationId="{69EEEA1B-CA96-47AA-938A-E625989FE2B8}"/>
          </ac:picMkLst>
        </pc:picChg>
      </pc:sldChg>
      <pc:sldChg chg="addSp modSp add modAnim">
        <pc:chgData name="Al Friend" userId="e5ed79da-d858-46d4-9eed-a7a24903f2de" providerId="ADAL" clId="{7537B086-0992-4C5F-A071-F6F8659556F1}" dt="2026-01-09T10:35:04.356" v="340"/>
        <pc:sldMkLst>
          <pc:docMk/>
          <pc:sldMk cId="1002852827" sldId="893"/>
        </pc:sldMkLst>
        <pc:spChg chg="mod">
          <ac:chgData name="Al Friend" userId="e5ed79da-d858-46d4-9eed-a7a24903f2de" providerId="ADAL" clId="{7537B086-0992-4C5F-A071-F6F8659556F1}" dt="2026-01-09T10:29:42.232" v="280" actId="20577"/>
          <ac:spMkLst>
            <pc:docMk/>
            <pc:sldMk cId="1002852827" sldId="893"/>
            <ac:spMk id="2" creationId="{E8277E8C-E4DA-48E1-A57F-56A67EA6539B}"/>
          </ac:spMkLst>
        </pc:spChg>
        <pc:spChg chg="add mod">
          <ac:chgData name="Al Friend" userId="e5ed79da-d858-46d4-9eed-a7a24903f2de" providerId="ADAL" clId="{7537B086-0992-4C5F-A071-F6F8659556F1}" dt="2026-01-09T10:34:27.537" v="333" actId="1076"/>
          <ac:spMkLst>
            <pc:docMk/>
            <pc:sldMk cId="1002852827" sldId="893"/>
            <ac:spMk id="4" creationId="{9540C108-C9FE-42D7-BD6F-E1997C341839}"/>
          </ac:spMkLst>
        </pc:spChg>
        <pc:picChg chg="add mod">
          <ac:chgData name="Al Friend" userId="e5ed79da-d858-46d4-9eed-a7a24903f2de" providerId="ADAL" clId="{7537B086-0992-4C5F-A071-F6F8659556F1}" dt="2026-01-09T10:32:50.957" v="284" actId="14100"/>
          <ac:picMkLst>
            <pc:docMk/>
            <pc:sldMk cId="1002852827" sldId="893"/>
            <ac:picMk id="3" creationId="{4999E231-EF80-4729-892E-1ED241F4B497}"/>
          </ac:picMkLst>
        </pc:picChg>
      </pc:sldChg>
      <pc:sldChg chg="addSp delSp modSp delAnim modAnim modNotesTx">
        <pc:chgData name="Al Friend" userId="e5ed79da-d858-46d4-9eed-a7a24903f2de" providerId="ADAL" clId="{7537B086-0992-4C5F-A071-F6F8659556F1}" dt="2026-01-12T15:17:33.419" v="688" actId="1038"/>
        <pc:sldMkLst>
          <pc:docMk/>
          <pc:sldMk cId="3739040659" sldId="894"/>
        </pc:sldMkLst>
        <pc:spChg chg="mod">
          <ac:chgData name="Al Friend" userId="e5ed79da-d858-46d4-9eed-a7a24903f2de" providerId="ADAL" clId="{7537B086-0992-4C5F-A071-F6F8659556F1}" dt="2026-01-12T15:07:07.549" v="625" actId="20577"/>
          <ac:spMkLst>
            <pc:docMk/>
            <pc:sldMk cId="3739040659" sldId="894"/>
            <ac:spMk id="2" creationId="{2CE87805-17F2-4B70-B505-57FB17E1FEE3}"/>
          </ac:spMkLst>
        </pc:spChg>
        <pc:spChg chg="mod">
          <ac:chgData name="Al Friend" userId="e5ed79da-d858-46d4-9eed-a7a24903f2de" providerId="ADAL" clId="{7537B086-0992-4C5F-A071-F6F8659556F1}" dt="2026-01-12T15:10:03.777" v="653" actId="20577"/>
          <ac:spMkLst>
            <pc:docMk/>
            <pc:sldMk cId="3739040659" sldId="894"/>
            <ac:spMk id="3" creationId="{E4EE7085-4C5B-409B-8843-A8A3D3CB6E90}"/>
          </ac:spMkLst>
        </pc:spChg>
        <pc:spChg chg="del">
          <ac:chgData name="Al Friend" userId="e5ed79da-d858-46d4-9eed-a7a24903f2de" providerId="ADAL" clId="{7537B086-0992-4C5F-A071-F6F8659556F1}" dt="2026-01-12T09:28:50.068" v="368" actId="478"/>
          <ac:spMkLst>
            <pc:docMk/>
            <pc:sldMk cId="3739040659" sldId="894"/>
            <ac:spMk id="4" creationId="{973BE903-2B4C-5BCA-8CFF-AD26E80D1A76}"/>
          </ac:spMkLst>
        </pc:spChg>
        <pc:spChg chg="del">
          <ac:chgData name="Al Friend" userId="e5ed79da-d858-46d4-9eed-a7a24903f2de" providerId="ADAL" clId="{7537B086-0992-4C5F-A071-F6F8659556F1}" dt="2026-01-12T09:28:48.571" v="367" actId="478"/>
          <ac:spMkLst>
            <pc:docMk/>
            <pc:sldMk cId="3739040659" sldId="894"/>
            <ac:spMk id="5" creationId="{87B61908-2A1E-ED5C-FE12-C6DCD5EF3C3F}"/>
          </ac:spMkLst>
        </pc:spChg>
        <pc:spChg chg="del">
          <ac:chgData name="Al Friend" userId="e5ed79da-d858-46d4-9eed-a7a24903f2de" providerId="ADAL" clId="{7537B086-0992-4C5F-A071-F6F8659556F1}" dt="2026-01-12T09:29:00.007" v="373" actId="478"/>
          <ac:spMkLst>
            <pc:docMk/>
            <pc:sldMk cId="3739040659" sldId="894"/>
            <ac:spMk id="6" creationId="{00EF8586-C5C9-BBB7-2263-DED3452C407B}"/>
          </ac:spMkLst>
        </pc:spChg>
        <pc:spChg chg="del">
          <ac:chgData name="Al Friend" userId="e5ed79da-d858-46d4-9eed-a7a24903f2de" providerId="ADAL" clId="{7537B086-0992-4C5F-A071-F6F8659556F1}" dt="2026-01-12T09:29:04.855" v="375" actId="478"/>
          <ac:spMkLst>
            <pc:docMk/>
            <pc:sldMk cId="3739040659" sldId="894"/>
            <ac:spMk id="10" creationId="{DF4BA8FF-524A-4C13-87BF-68801971FA28}"/>
          </ac:spMkLst>
        </pc:spChg>
        <pc:spChg chg="del">
          <ac:chgData name="Al Friend" userId="e5ed79da-d858-46d4-9eed-a7a24903f2de" providerId="ADAL" clId="{7537B086-0992-4C5F-A071-F6F8659556F1}" dt="2026-01-12T09:29:01.319" v="374" actId="478"/>
          <ac:spMkLst>
            <pc:docMk/>
            <pc:sldMk cId="3739040659" sldId="894"/>
            <ac:spMk id="13" creationId="{55A11A63-969F-4B38-8776-DA4F6EC83E0A}"/>
          </ac:spMkLst>
        </pc:spChg>
        <pc:spChg chg="add del mod">
          <ac:chgData name="Al Friend" userId="e5ed79da-d858-46d4-9eed-a7a24903f2de" providerId="ADAL" clId="{7537B086-0992-4C5F-A071-F6F8659556F1}" dt="2026-01-12T09:35:29.630" v="413" actId="478"/>
          <ac:spMkLst>
            <pc:docMk/>
            <pc:sldMk cId="3739040659" sldId="894"/>
            <ac:spMk id="17" creationId="{B177373B-D294-4CE2-9186-4DE11D079A69}"/>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del">
          <ac:chgData name="Al Friend" userId="e5ed79da-d858-46d4-9eed-a7a24903f2de" providerId="ADAL" clId="{7537B086-0992-4C5F-A071-F6F8659556F1}" dt="2026-01-12T09:28:58.568" v="372" actId="478"/>
          <ac:grpSpMkLst>
            <pc:docMk/>
            <pc:sldMk cId="3739040659" sldId="894"/>
            <ac:grpSpMk id="16" creationId="{BF181095-D978-47A3-6622-982A1296D1CD}"/>
          </ac:grpSpMkLst>
        </pc:gr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15:17:06.251" v="670"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15:17:06.251" v="670"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15:17:23.131" v="680" actId="1038"/>
          <ac:grpSpMkLst>
            <pc:docMk/>
            <pc:sldMk cId="3739040659" sldId="894"/>
            <ac:grpSpMk id="32" creationId="{E90030F4-B936-4A76-A772-450565C086DC}"/>
          </ac:grpSpMkLst>
        </pc:grpChg>
        <pc:grpChg chg="add mod">
          <ac:chgData name="Al Friend" userId="e5ed79da-d858-46d4-9eed-a7a24903f2de" providerId="ADAL" clId="{7537B086-0992-4C5F-A071-F6F8659556F1}" dt="2026-01-12T15:17:33.419" v="688" actId="1038"/>
          <ac:grpSpMkLst>
            <pc:docMk/>
            <pc:sldMk cId="3739040659" sldId="894"/>
            <ac:grpSpMk id="39" creationId="{E653B77E-1210-43EE-9222-E347BDC74DBE}"/>
          </ac:grpSpMkLst>
        </pc:grpChg>
        <pc:picChg chg="add mod">
          <ac:chgData name="Al Friend" userId="e5ed79da-d858-46d4-9eed-a7a24903f2de" providerId="ADAL" clId="{7537B086-0992-4C5F-A071-F6F8659556F1}" dt="2026-01-12T15:10:10.724" v="654"/>
          <ac:picMkLst>
            <pc:docMk/>
            <pc:sldMk cId="3739040659" sldId="894"/>
            <ac:picMk id="4" creationId="{8C1D1F9B-AFC7-498D-B082-EB8D8DDB68BD}"/>
          </ac:picMkLst>
        </pc:picChg>
        <pc:picChg chg="add del">
          <ac:chgData name="Al Friend" userId="e5ed79da-d858-46d4-9eed-a7a24903f2de" providerId="ADAL" clId="{7537B086-0992-4C5F-A071-F6F8659556F1}" dt="2026-01-12T09:30:52.427" v="389" actId="478"/>
          <ac:picMkLst>
            <pc:docMk/>
            <pc:sldMk cId="3739040659" sldId="894"/>
            <ac:picMk id="7" creationId="{EBD4BFA7-CB5E-45C0-9024-0E3CF1F3D133}"/>
          </ac:picMkLst>
        </pc:picChg>
        <pc:picChg chg="add del mod ord modCrop">
          <ac:chgData name="Al Friend" userId="e5ed79da-d858-46d4-9eed-a7a24903f2de" providerId="ADAL" clId="{7537B086-0992-4C5F-A071-F6F8659556F1}" dt="2026-01-12T15:07:33.422" v="626" actId="478"/>
          <ac:picMkLst>
            <pc:docMk/>
            <pc:sldMk cId="3739040659" sldId="894"/>
            <ac:picMk id="8" creationId="{AF18B919-74D7-496A-A0DF-031099F48334}"/>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addSp delSp modSp add modTransition delAnim modAnim">
        <pc:chgData name="Al Friend" userId="e5ed79da-d858-46d4-9eed-a7a24903f2de" providerId="ADAL" clId="{7537B086-0992-4C5F-A071-F6F8659556F1}" dt="2026-01-12T15:09:57.820" v="650"/>
        <pc:sldMkLst>
          <pc:docMk/>
          <pc:sldMk cId="4214137901" sldId="895"/>
        </pc:sldMkLst>
        <pc:spChg chg="mod">
          <ac:chgData name="Al Friend" userId="e5ed79da-d858-46d4-9eed-a7a24903f2de" providerId="ADAL" clId="{7537B086-0992-4C5F-A071-F6F8659556F1}" dt="2026-01-12T15:08:43.709" v="648" actId="20577"/>
          <ac:spMkLst>
            <pc:docMk/>
            <pc:sldMk cId="4214137901" sldId="895"/>
            <ac:spMk id="2" creationId="{2CE87805-17F2-4B70-B505-57FB17E1FEE3}"/>
          </ac:spMkLst>
        </pc:spChg>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grpChg chg="del">
          <ac:chgData name="Al Friend" userId="e5ed79da-d858-46d4-9eed-a7a24903f2de" providerId="ADAL" clId="{7537B086-0992-4C5F-A071-F6F8659556F1}" dt="2026-01-12T09:40:21.894" v="546" actId="478"/>
          <ac:grpSpMkLst>
            <pc:docMk/>
            <pc:sldMk cId="4214137901" sldId="895"/>
            <ac:grpSpMk id="18" creationId="{3BB9987A-6107-490D-B52C-8CAAA98CF371}"/>
          </ac:grpSpMkLst>
        </pc:grpChg>
        <pc:grpChg chg="del">
          <ac:chgData name="Al Friend" userId="e5ed79da-d858-46d4-9eed-a7a24903f2de" providerId="ADAL" clId="{7537B086-0992-4C5F-A071-F6F8659556F1}" dt="2026-01-12T09:40:23.143" v="547" actId="478"/>
          <ac:grpSpMkLst>
            <pc:docMk/>
            <pc:sldMk cId="4214137901" sldId="895"/>
            <ac:grpSpMk id="22" creationId="{C7316428-005D-402D-8EEB-3402A215C071}"/>
          </ac:grpSpMkLst>
        </pc:grpChg>
        <pc:grpChg chg="del">
          <ac:chgData name="Al Friend" userId="e5ed79da-d858-46d4-9eed-a7a24903f2de" providerId="ADAL" clId="{7537B086-0992-4C5F-A071-F6F8659556F1}" dt="2026-01-12T09:40:23.769" v="548" actId="478"/>
          <ac:grpSpMkLst>
            <pc:docMk/>
            <pc:sldMk cId="4214137901" sldId="895"/>
            <ac:grpSpMk id="26" creationId="{19D75174-A5CA-4929-9FBC-0CB13DA416CB}"/>
          </ac:grpSpMkLst>
        </pc:grpChg>
        <pc:grpChg chg="del">
          <ac:chgData name="Al Friend" userId="e5ed79da-d858-46d4-9eed-a7a24903f2de" providerId="ADAL" clId="{7537B086-0992-4C5F-A071-F6F8659556F1}" dt="2026-01-12T09:40:24.779" v="549" actId="478"/>
          <ac:grpSpMkLst>
            <pc:docMk/>
            <pc:sldMk cId="4214137901" sldId="895"/>
            <ac:grpSpMk id="32" creationId="{E90030F4-B936-4A76-A772-450565C086DC}"/>
          </ac:grpSpMkLst>
        </pc:grpChg>
        <pc:grpChg chg="del">
          <ac:chgData name="Al Friend" userId="e5ed79da-d858-46d4-9eed-a7a24903f2de" providerId="ADAL" clId="{7537B086-0992-4C5F-A071-F6F8659556F1}" dt="2026-01-12T09:40:25.643" v="550" actId="478"/>
          <ac:grpSpMkLst>
            <pc:docMk/>
            <pc:sldMk cId="4214137901" sldId="895"/>
            <ac:grpSpMk id="39" creationId="{E653B77E-1210-43EE-9222-E347BDC74DBE}"/>
          </ac:grpSpMkLst>
        </pc:grpChg>
        <pc:picChg chg="add mod">
          <ac:chgData name="Al Friend" userId="e5ed79da-d858-46d4-9eed-a7a24903f2de" providerId="ADAL" clId="{7537B086-0992-4C5F-A071-F6F8659556F1}" dt="2026-01-12T15:09:57.820" v="650"/>
          <ac:picMkLst>
            <pc:docMk/>
            <pc:sldMk cId="4214137901" sldId="895"/>
            <ac:picMk id="5" creationId="{8640A34F-AFC9-46B7-83C9-B3616F182BE6}"/>
          </ac:picMkLst>
        </pc:picChg>
        <pc:picChg chg="del">
          <ac:chgData name="Al Friend" userId="e5ed79da-d858-46d4-9eed-a7a24903f2de" providerId="ADAL" clId="{7537B086-0992-4C5F-A071-F6F8659556F1}" dt="2026-01-12T15:07:55.486" v="630" actId="478"/>
          <ac:picMkLst>
            <pc:docMk/>
            <pc:sldMk cId="4214137901" sldId="895"/>
            <ac:picMk id="8" creationId="{AF18B919-74D7-496A-A0DF-031099F48334}"/>
          </ac:picMkLst>
        </pc:picChg>
        <pc:cxnChg chg="mod">
          <ac:chgData name="Al Friend" userId="e5ed79da-d858-46d4-9eed-a7a24903f2de" providerId="ADAL" clId="{7537B086-0992-4C5F-A071-F6F8659556F1}" dt="2026-01-12T09:40:24.779" v="549" actId="478"/>
          <ac:cxnSpMkLst>
            <pc:docMk/>
            <pc:sldMk cId="4214137901" sldId="895"/>
            <ac:cxnSpMk id="34" creationId="{B5631C90-EBAE-475E-93F4-AE9C811DBF4B}"/>
          </ac:cxnSpMkLst>
        </pc:cxnChg>
      </pc:sldChg>
      <pc:sldChg chg="modSp add ord modNotesTx">
        <pc:chgData name="Al Friend" userId="e5ed79da-d858-46d4-9eed-a7a24903f2de" providerId="ADAL" clId="{7537B086-0992-4C5F-A071-F6F8659556F1}" dt="2026-01-12T15:58:22.751" v="859" actId="6549"/>
        <pc:sldMkLst>
          <pc:docMk/>
          <pc:sldMk cId="2976992114" sldId="896"/>
        </pc:sldMkLst>
        <pc:spChg chg="mod">
          <ac:chgData name="Al Friend" userId="e5ed79da-d858-46d4-9eed-a7a24903f2de" providerId="ADAL" clId="{7537B086-0992-4C5F-A071-F6F8659556F1}" dt="2026-01-12T15:45:04.949" v="742" actId="20577"/>
          <ac:spMkLst>
            <pc:docMk/>
            <pc:sldMk cId="2976992114" sldId="896"/>
            <ac:spMk id="2" creationId="{2CE87805-17F2-4B70-B505-57FB17E1FEE3}"/>
          </ac:spMkLst>
        </pc:spChg>
        <pc:spChg chg="mod">
          <ac:chgData name="Al Friend" userId="e5ed79da-d858-46d4-9eed-a7a24903f2de" providerId="ADAL" clId="{7537B086-0992-4C5F-A071-F6F8659556F1}" dt="2026-01-12T15:45:09.936" v="745" actId="20577"/>
          <ac:spMkLst>
            <pc:docMk/>
            <pc:sldMk cId="2976992114" sldId="896"/>
            <ac:spMk id="3" creationId="{E4EE7085-4C5B-409B-8843-A8A3D3CB6E90}"/>
          </ac:spMkLst>
        </pc:spChg>
      </pc:sldChg>
      <pc:sldChg chg="modSp add ord">
        <pc:chgData name="Al Friend" userId="e5ed79da-d858-46d4-9eed-a7a24903f2de" providerId="ADAL" clId="{7537B086-0992-4C5F-A071-F6F8659556F1}" dt="2026-01-12T15:45:31.986" v="753"/>
        <pc:sldMkLst>
          <pc:docMk/>
          <pc:sldMk cId="3497065734" sldId="897"/>
        </pc:sldMkLst>
        <pc:spChg chg="mod">
          <ac:chgData name="Al Friend" userId="e5ed79da-d858-46d4-9eed-a7a24903f2de" providerId="ADAL" clId="{7537B086-0992-4C5F-A071-F6F8659556F1}" dt="2026-01-12T15:45:23.094" v="749" actId="20577"/>
          <ac:spMkLst>
            <pc:docMk/>
            <pc:sldMk cId="3497065734" sldId="897"/>
            <ac:spMk id="2" creationId="{2CE87805-17F2-4B70-B505-57FB17E1FEE3}"/>
          </ac:spMkLst>
        </pc:spChg>
        <pc:spChg chg="mod">
          <ac:chgData name="Al Friend" userId="e5ed79da-d858-46d4-9eed-a7a24903f2de" providerId="ADAL" clId="{7537B086-0992-4C5F-A071-F6F8659556F1}" dt="2026-01-12T15:45:27.079" v="752" actId="20577"/>
          <ac:spMkLst>
            <pc:docMk/>
            <pc:sldMk cId="3497065734" sldId="897"/>
            <ac:spMk id="3" creationId="{E4EE7085-4C5B-409B-8843-A8A3D3CB6E90}"/>
          </ac:spMkLst>
        </pc:spChg>
      </pc:sldChg>
      <pc:sldChg chg="addSp modSp add ord modAnim modNotesTx">
        <pc:chgData name="Al Friend" userId="e5ed79da-d858-46d4-9eed-a7a24903f2de" providerId="ADAL" clId="{7537B086-0992-4C5F-A071-F6F8659556F1}" dt="2026-01-12T15:58:10.741" v="858" actId="6549"/>
        <pc:sldMkLst>
          <pc:docMk/>
          <pc:sldMk cId="3988729821" sldId="898"/>
        </pc:sldMkLst>
        <pc:spChg chg="mod">
          <ac:chgData name="Al Friend" userId="e5ed79da-d858-46d4-9eed-a7a24903f2de" providerId="ADAL" clId="{7537B086-0992-4C5F-A071-F6F8659556F1}" dt="2026-01-12T15:47:02.668" v="761" actId="20577"/>
          <ac:spMkLst>
            <pc:docMk/>
            <pc:sldMk cId="3988729821" sldId="898"/>
            <ac:spMk id="2" creationId="{2CE87805-17F2-4B70-B505-57FB17E1FEE3}"/>
          </ac:spMkLst>
        </pc:spChg>
        <pc:spChg chg="mod">
          <ac:chgData name="Al Friend" userId="e5ed79da-d858-46d4-9eed-a7a24903f2de" providerId="ADAL" clId="{7537B086-0992-4C5F-A071-F6F8659556F1}" dt="2026-01-12T15:52:47.382" v="827" actId="20577"/>
          <ac:spMkLst>
            <pc:docMk/>
            <pc:sldMk cId="3988729821" sldId="898"/>
            <ac:spMk id="3" creationId="{E4EE7085-4C5B-409B-8843-A8A3D3CB6E90}"/>
          </ac:spMkLst>
        </pc:spChg>
        <pc:spChg chg="add mod">
          <ac:chgData name="Al Friend" userId="e5ed79da-d858-46d4-9eed-a7a24903f2de" providerId="ADAL" clId="{7537B086-0992-4C5F-A071-F6F8659556F1}" dt="2026-01-12T15:54:20.962" v="841" actId="164"/>
          <ac:spMkLst>
            <pc:docMk/>
            <pc:sldMk cId="3988729821" sldId="898"/>
            <ac:spMk id="4" creationId="{30E87908-1EAB-4528-8776-4B1B0F4F6DF3}"/>
          </ac:spMkLst>
        </pc:spChg>
        <pc:spChg chg="add mod">
          <ac:chgData name="Al Friend" userId="e5ed79da-d858-46d4-9eed-a7a24903f2de" providerId="ADAL" clId="{7537B086-0992-4C5F-A071-F6F8659556F1}" dt="2026-01-12T15:54:20.962" v="841" actId="164"/>
          <ac:spMkLst>
            <pc:docMk/>
            <pc:sldMk cId="3988729821" sldId="898"/>
            <ac:spMk id="5" creationId="{3A2C89A4-6DE3-4DAB-AF80-8A8E82E7F79A}"/>
          </ac:spMkLst>
        </pc:spChg>
        <pc:grpChg chg="add mod">
          <ac:chgData name="Al Friend" userId="e5ed79da-d858-46d4-9eed-a7a24903f2de" providerId="ADAL" clId="{7537B086-0992-4C5F-A071-F6F8659556F1}" dt="2026-01-12T15:54:39.353" v="854" actId="1038"/>
          <ac:grpSpMkLst>
            <pc:docMk/>
            <pc:sldMk cId="3988729821" sldId="898"/>
            <ac:grpSpMk id="6" creationId="{B8534C20-C1CB-4A7A-B7AC-6BB11132EE15}"/>
          </ac:grpSpMkLst>
        </pc:grpChg>
      </pc:sldChg>
      <pc:sldChg chg="addSp delSp modSp add modTransition modAnim modNotesTx">
        <pc:chgData name="Al Friend" userId="e5ed79da-d858-46d4-9eed-a7a24903f2de" providerId="ADAL" clId="{7537B086-0992-4C5F-A071-F6F8659556F1}" dt="2026-01-12T15:58:06.858" v="857" actId="6549"/>
        <pc:sldMkLst>
          <pc:docMk/>
          <pc:sldMk cId="762284221" sldId="899"/>
        </pc:sldMkLst>
        <pc:spChg chg="mod">
          <ac:chgData name="Al Friend" userId="e5ed79da-d858-46d4-9eed-a7a24903f2de" providerId="ADAL" clId="{7537B086-0992-4C5F-A071-F6F8659556F1}" dt="2026-01-12T15:49:10.706" v="787"/>
          <ac:spMkLst>
            <pc:docMk/>
            <pc:sldMk cId="762284221" sldId="899"/>
            <ac:spMk id="2" creationId="{2CE87805-17F2-4B70-B505-57FB17E1FEE3}"/>
          </ac:spMkLst>
        </pc:spChg>
        <pc:spChg chg="mod">
          <ac:chgData name="Al Friend" userId="e5ed79da-d858-46d4-9eed-a7a24903f2de" providerId="ADAL" clId="{7537B086-0992-4C5F-A071-F6F8659556F1}" dt="2026-01-12T15:49:06.336" v="786" actId="20577"/>
          <ac:spMkLst>
            <pc:docMk/>
            <pc:sldMk cId="762284221" sldId="899"/>
            <ac:spMk id="3" creationId="{E4EE7085-4C5B-409B-8843-A8A3D3CB6E90}"/>
          </ac:spMkLst>
        </pc:spChg>
        <pc:spChg chg="add del mod">
          <ac:chgData name="Al Friend" userId="e5ed79da-d858-46d4-9eed-a7a24903f2de" providerId="ADAL" clId="{7537B086-0992-4C5F-A071-F6F8659556F1}" dt="2026-01-12T15:52:58.273" v="829" actId="478"/>
          <ac:spMkLst>
            <pc:docMk/>
            <pc:sldMk cId="762284221" sldId="899"/>
            <ac:spMk id="4" creationId="{36174EB3-C374-4108-A98C-D8D22CD036E6}"/>
          </ac:spMkLst>
        </pc:spChg>
        <pc:spChg chg="add">
          <ac:chgData name="Al Friend" userId="e5ed79da-d858-46d4-9eed-a7a24903f2de" providerId="ADAL" clId="{7537B086-0992-4C5F-A071-F6F8659556F1}" dt="2026-01-12T15:57:00.682" v="856"/>
          <ac:spMkLst>
            <pc:docMk/>
            <pc:sldMk cId="762284221" sldId="899"/>
            <ac:spMk id="6" creationId="{1350B37A-7342-47C8-B677-C965C745D8E8}"/>
          </ac:spMkLst>
        </pc:spChg>
        <pc:spChg chg="del">
          <ac:chgData name="Al Friend" userId="e5ed79da-d858-46d4-9eed-a7a24903f2de" providerId="ADAL" clId="{7537B086-0992-4C5F-A071-F6F8659556F1}" dt="2026-01-12T15:57:00.189" v="855" actId="478"/>
          <ac:spMkLst>
            <pc:docMk/>
            <pc:sldMk cId="762284221" sldId="899"/>
            <ac:spMk id="12" creationId="{AF313AC3-2051-D946-A4BD-CB8D61AE849C}"/>
          </ac:spMkLst>
        </pc:spChg>
      </pc:sldChg>
      <pc:sldChg chg="addSp delSp modSp add del addAnim delAnim modAnim">
        <pc:chgData name="Al Friend" userId="e5ed79da-d858-46d4-9eed-a7a24903f2de" providerId="ADAL" clId="{7537B086-0992-4C5F-A071-F6F8659556F1}" dt="2026-01-15T15:49:36.246" v="1264"/>
        <pc:sldMkLst>
          <pc:docMk/>
          <pc:sldMk cId="3500093631" sldId="900"/>
        </pc:sldMkLst>
        <pc:spChg chg="mod">
          <ac:chgData name="Al Friend" userId="e5ed79da-d858-46d4-9eed-a7a24903f2de" providerId="ADAL" clId="{7537B086-0992-4C5F-A071-F6F8659556F1}" dt="2026-01-15T15:31:56.313" v="1230" actId="1037"/>
          <ac:spMkLst>
            <pc:docMk/>
            <pc:sldMk cId="3500093631" sldId="900"/>
            <ac:spMk id="7" creationId="{F42FD7F0-C7E3-F7C3-64B5-86175BE26E84}"/>
          </ac:spMkLst>
        </pc:spChg>
        <pc:spChg chg="mod">
          <ac:chgData name="Al Friend" userId="e5ed79da-d858-46d4-9eed-a7a24903f2de" providerId="ADAL" clId="{7537B086-0992-4C5F-A071-F6F8659556F1}" dt="2026-01-15T15:31:56.313" v="1230" actId="1037"/>
          <ac:spMkLst>
            <pc:docMk/>
            <pc:sldMk cId="3500093631" sldId="900"/>
            <ac:spMk id="8" creationId="{DE26CC7C-F218-9CA9-C097-A8F3A953F8BD}"/>
          </ac:spMkLst>
        </pc:spChg>
        <pc:spChg chg="mod">
          <ac:chgData name="Al Friend" userId="e5ed79da-d858-46d4-9eed-a7a24903f2de" providerId="ADAL" clId="{7537B086-0992-4C5F-A071-F6F8659556F1}" dt="2026-01-15T15:31:56.313" v="1230" actId="1037"/>
          <ac:spMkLst>
            <pc:docMk/>
            <pc:sldMk cId="3500093631" sldId="900"/>
            <ac:spMk id="10" creationId="{78B64078-CD33-E0CF-944C-B2B88EB38B02}"/>
          </ac:spMkLst>
        </pc:spChg>
        <pc:spChg chg="mod">
          <ac:chgData name="Al Friend" userId="e5ed79da-d858-46d4-9eed-a7a24903f2de" providerId="ADAL" clId="{7537B086-0992-4C5F-A071-F6F8659556F1}" dt="2026-01-15T15:31:56.313" v="1230" actId="1037"/>
          <ac:spMkLst>
            <pc:docMk/>
            <pc:sldMk cId="3500093631" sldId="900"/>
            <ac:spMk id="11" creationId="{25E94918-C645-BFD4-5304-B5A80FA2722B}"/>
          </ac:spMkLst>
        </pc:spChg>
        <pc:spChg chg="del">
          <ac:chgData name="Al Friend" userId="e5ed79da-d858-46d4-9eed-a7a24903f2de" providerId="ADAL" clId="{7537B086-0992-4C5F-A071-F6F8659556F1}" dt="2026-01-15T15:15:39.307" v="1081" actId="478"/>
          <ac:spMkLst>
            <pc:docMk/>
            <pc:sldMk cId="3500093631" sldId="900"/>
            <ac:spMk id="13" creationId="{AB372B6C-3B4A-0882-48BF-C3ED76FEB0E1}"/>
          </ac:spMkLst>
        </pc:spChg>
        <pc:spChg chg="del">
          <ac:chgData name="Al Friend" userId="e5ed79da-d858-46d4-9eed-a7a24903f2de" providerId="ADAL" clId="{7537B086-0992-4C5F-A071-F6F8659556F1}" dt="2026-01-15T15:15:35.404" v="1079" actId="478"/>
          <ac:spMkLst>
            <pc:docMk/>
            <pc:sldMk cId="3500093631" sldId="900"/>
            <ac:spMk id="14" creationId="{5CF9AEE8-7F06-6911-9BD5-2B20058A0ADF}"/>
          </ac:spMkLst>
        </pc:spChg>
        <pc:spChg chg="del">
          <ac:chgData name="Al Friend" userId="e5ed79da-d858-46d4-9eed-a7a24903f2de" providerId="ADAL" clId="{7537B086-0992-4C5F-A071-F6F8659556F1}" dt="2026-01-15T15:15:45.850" v="1084" actId="478"/>
          <ac:spMkLst>
            <pc:docMk/>
            <pc:sldMk cId="3500093631" sldId="900"/>
            <ac:spMk id="15" creationId="{30F0A1F3-8EE7-6C33-2345-466F0727ADCF}"/>
          </ac:spMkLst>
        </pc:spChg>
        <pc:spChg chg="del">
          <ac:chgData name="Al Friend" userId="e5ed79da-d858-46d4-9eed-a7a24903f2de" providerId="ADAL" clId="{7537B086-0992-4C5F-A071-F6F8659556F1}" dt="2026-01-15T15:15:49.163" v="1086" actId="478"/>
          <ac:spMkLst>
            <pc:docMk/>
            <pc:sldMk cId="3500093631" sldId="900"/>
            <ac:spMk id="16" creationId="{D0420BFE-8246-C2E5-2285-39EB349C44AC}"/>
          </ac:spMkLst>
        </pc:spChg>
        <pc:spChg chg="mod">
          <ac:chgData name="Al Friend" userId="e5ed79da-d858-46d4-9eed-a7a24903f2de" providerId="ADAL" clId="{7537B086-0992-4C5F-A071-F6F8659556F1}" dt="2026-01-15T15:31:56.313" v="1230" actId="1037"/>
          <ac:spMkLst>
            <pc:docMk/>
            <pc:sldMk cId="3500093631" sldId="900"/>
            <ac:spMk id="17" creationId="{4CA12722-67FD-1D61-B738-175BB9CB27FD}"/>
          </ac:spMkLst>
        </pc:spChg>
        <pc:spChg chg="del">
          <ac:chgData name="Al Friend" userId="e5ed79da-d858-46d4-9eed-a7a24903f2de" providerId="ADAL" clId="{7537B086-0992-4C5F-A071-F6F8659556F1}" dt="2026-01-15T15:14:05.639" v="1070" actId="478"/>
          <ac:spMkLst>
            <pc:docMk/>
            <pc:sldMk cId="3500093631" sldId="900"/>
            <ac:spMk id="18" creationId="{C10201D1-6D69-AD5F-8101-06261FAA21C4}"/>
          </ac:spMkLst>
        </pc:spChg>
        <pc:spChg chg="mod">
          <ac:chgData name="Al Friend" userId="e5ed79da-d858-46d4-9eed-a7a24903f2de" providerId="ADAL" clId="{7537B086-0992-4C5F-A071-F6F8659556F1}" dt="2026-01-15T15:31:56.313" v="1230" actId="1037"/>
          <ac:spMkLst>
            <pc:docMk/>
            <pc:sldMk cId="3500093631" sldId="900"/>
            <ac:spMk id="20" creationId="{1853AA6B-7FD8-3E7E-8D9E-E7952D8BFB0D}"/>
          </ac:spMkLst>
        </pc:spChg>
        <pc:spChg chg="mod">
          <ac:chgData name="Al Friend" userId="e5ed79da-d858-46d4-9eed-a7a24903f2de" providerId="ADAL" clId="{7537B086-0992-4C5F-A071-F6F8659556F1}" dt="2026-01-15T15:31:56.313" v="1230" actId="1037"/>
          <ac:spMkLst>
            <pc:docMk/>
            <pc:sldMk cId="3500093631" sldId="900"/>
            <ac:spMk id="21" creationId="{0D3CC910-5E9E-5935-6ED7-338DCE177882}"/>
          </ac:spMkLst>
        </pc:spChg>
        <pc:spChg chg="del">
          <ac:chgData name="Al Friend" userId="e5ed79da-d858-46d4-9eed-a7a24903f2de" providerId="ADAL" clId="{7537B086-0992-4C5F-A071-F6F8659556F1}" dt="2026-01-15T15:15:47.627" v="1085" actId="478"/>
          <ac:spMkLst>
            <pc:docMk/>
            <pc:sldMk cId="3500093631" sldId="900"/>
            <ac:spMk id="24" creationId="{516288FD-4D61-14FF-351E-EB783B2321D0}"/>
          </ac:spMkLst>
        </pc:spChg>
        <pc:spChg chg="del">
          <ac:chgData name="Al Friend" userId="e5ed79da-d858-46d4-9eed-a7a24903f2de" providerId="ADAL" clId="{7537B086-0992-4C5F-A071-F6F8659556F1}" dt="2026-01-15T15:06:52.842" v="976" actId="478"/>
          <ac:spMkLst>
            <pc:docMk/>
            <pc:sldMk cId="3500093631" sldId="900"/>
            <ac:spMk id="25" creationId="{2A49F281-A209-A6F3-A18C-72757AC1B916}"/>
          </ac:spMkLst>
        </pc:spChg>
        <pc:spChg chg="mod">
          <ac:chgData name="Al Friend" userId="e5ed79da-d858-46d4-9eed-a7a24903f2de" providerId="ADAL" clId="{7537B086-0992-4C5F-A071-F6F8659556F1}" dt="2026-01-15T15:31:56.313" v="1230" actId="1037"/>
          <ac:spMkLst>
            <pc:docMk/>
            <pc:sldMk cId="3500093631" sldId="900"/>
            <ac:spMk id="26" creationId="{1A22687F-9CC3-77DA-888E-EB02C1FDEFA4}"/>
          </ac:spMkLst>
        </pc:spChg>
        <pc:spChg chg="del">
          <ac:chgData name="Al Friend" userId="e5ed79da-d858-46d4-9eed-a7a24903f2de" providerId="ADAL" clId="{7537B086-0992-4C5F-A071-F6F8659556F1}" dt="2026-01-15T15:15:37.546" v="1080" actId="478"/>
          <ac:spMkLst>
            <pc:docMk/>
            <pc:sldMk cId="3500093631" sldId="900"/>
            <ac:spMk id="28" creationId="{64B2A77A-4EC4-537C-43DD-335601F3B2D6}"/>
          </ac:spMkLst>
        </pc:spChg>
        <pc:spChg chg="del">
          <ac:chgData name="Al Friend" userId="e5ed79da-d858-46d4-9eed-a7a24903f2de" providerId="ADAL" clId="{7537B086-0992-4C5F-A071-F6F8659556F1}" dt="2026-01-15T15:07:41.866" v="984" actId="478"/>
          <ac:spMkLst>
            <pc:docMk/>
            <pc:sldMk cId="3500093631" sldId="900"/>
            <ac:spMk id="29" creationId="{E54C19DE-454B-F9EC-8F7B-CE1C4831318F}"/>
          </ac:spMkLst>
        </pc:spChg>
        <pc:spChg chg="del">
          <ac:chgData name="Al Friend" userId="e5ed79da-d858-46d4-9eed-a7a24903f2de" providerId="ADAL" clId="{7537B086-0992-4C5F-A071-F6F8659556F1}" dt="2026-01-15T15:07:39.592" v="983" actId="478"/>
          <ac:spMkLst>
            <pc:docMk/>
            <pc:sldMk cId="3500093631" sldId="900"/>
            <ac:spMk id="30" creationId="{478C350C-C7E5-7A4A-CBD3-3128DC1AB01A}"/>
          </ac:spMkLst>
        </pc:spChg>
        <pc:spChg chg="mod">
          <ac:chgData name="Al Friend" userId="e5ed79da-d858-46d4-9eed-a7a24903f2de" providerId="ADAL" clId="{7537B086-0992-4C5F-A071-F6F8659556F1}" dt="2026-01-15T15:31:56.313" v="1230" actId="1037"/>
          <ac:spMkLst>
            <pc:docMk/>
            <pc:sldMk cId="3500093631" sldId="900"/>
            <ac:spMk id="32" creationId="{12D80B6F-5F24-F5D0-D320-08DA8E3B3394}"/>
          </ac:spMkLst>
        </pc:spChg>
        <pc:spChg chg="mod">
          <ac:chgData name="Al Friend" userId="e5ed79da-d858-46d4-9eed-a7a24903f2de" providerId="ADAL" clId="{7537B086-0992-4C5F-A071-F6F8659556F1}" dt="2026-01-15T15:31:56.313" v="1230" actId="1037"/>
          <ac:spMkLst>
            <pc:docMk/>
            <pc:sldMk cId="3500093631" sldId="900"/>
            <ac:spMk id="33" creationId="{55B3F266-3D66-01A5-0084-02B23DD79047}"/>
          </ac:spMkLst>
        </pc:spChg>
        <pc:spChg chg="mod">
          <ac:chgData name="Al Friend" userId="e5ed79da-d858-46d4-9eed-a7a24903f2de" providerId="ADAL" clId="{7537B086-0992-4C5F-A071-F6F8659556F1}" dt="2026-01-15T15:31:56.313" v="1230" actId="1037"/>
          <ac:spMkLst>
            <pc:docMk/>
            <pc:sldMk cId="3500093631" sldId="900"/>
            <ac:spMk id="34" creationId="{CA1DF3E2-1B1A-F633-3A4A-4F5C43855F4B}"/>
          </ac:spMkLst>
        </pc:spChg>
        <pc:spChg chg="del mod">
          <ac:chgData name="Al Friend" userId="e5ed79da-d858-46d4-9eed-a7a24903f2de" providerId="ADAL" clId="{7537B086-0992-4C5F-A071-F6F8659556F1}" dt="2026-01-15T15:16:23.708" v="1090" actId="478"/>
          <ac:spMkLst>
            <pc:docMk/>
            <pc:sldMk cId="3500093631" sldId="900"/>
            <ac:spMk id="36" creationId="{A6189F44-41DB-CE81-6168-B5A995CDCC5B}"/>
          </ac:spMkLst>
        </pc:spChg>
        <pc:spChg chg="mod">
          <ac:chgData name="Al Friend" userId="e5ed79da-d858-46d4-9eed-a7a24903f2de" providerId="ADAL" clId="{7537B086-0992-4C5F-A071-F6F8659556F1}" dt="2026-01-15T15:31:56.313" v="1230" actId="1037"/>
          <ac:spMkLst>
            <pc:docMk/>
            <pc:sldMk cId="3500093631" sldId="900"/>
            <ac:spMk id="37" creationId="{4655A23E-6F0D-4644-8D1D-8ACA1DC5679D}"/>
          </ac:spMkLst>
        </pc:spChg>
        <pc:spChg chg="mod">
          <ac:chgData name="Al Friend" userId="e5ed79da-d858-46d4-9eed-a7a24903f2de" providerId="ADAL" clId="{7537B086-0992-4C5F-A071-F6F8659556F1}" dt="2026-01-15T15:31:56.313" v="1230" actId="1037"/>
          <ac:spMkLst>
            <pc:docMk/>
            <pc:sldMk cId="3500093631" sldId="900"/>
            <ac:spMk id="38" creationId="{41B03BC3-B622-38BA-3963-2997C3543829}"/>
          </ac:spMkLst>
        </pc:spChg>
        <pc:spChg chg="mod">
          <ac:chgData name="Al Friend" userId="e5ed79da-d858-46d4-9eed-a7a24903f2de" providerId="ADAL" clId="{7537B086-0992-4C5F-A071-F6F8659556F1}" dt="2026-01-15T15:13:32.509" v="1065" actId="14100"/>
          <ac:spMkLst>
            <pc:docMk/>
            <pc:sldMk cId="3500093631" sldId="900"/>
            <ac:spMk id="39" creationId="{AA596A34-9643-938B-43CE-DB3B46EE8BF1}"/>
          </ac:spMkLst>
        </pc:spChg>
        <pc:spChg chg="mod">
          <ac:chgData name="Al Friend" userId="e5ed79da-d858-46d4-9eed-a7a24903f2de" providerId="ADAL" clId="{7537B086-0992-4C5F-A071-F6F8659556F1}" dt="2026-01-15T15:31:56.313" v="1230" actId="1037"/>
          <ac:spMkLst>
            <pc:docMk/>
            <pc:sldMk cId="3500093631" sldId="900"/>
            <ac:spMk id="40" creationId="{868CB6FE-6953-CD77-7A9F-225AD4548CB6}"/>
          </ac:spMkLst>
        </pc:spChg>
        <pc:spChg chg="mod">
          <ac:chgData name="Al Friend" userId="e5ed79da-d858-46d4-9eed-a7a24903f2de" providerId="ADAL" clId="{7537B086-0992-4C5F-A071-F6F8659556F1}" dt="2026-01-15T15:13:25.789" v="1064" actId="14100"/>
          <ac:spMkLst>
            <pc:docMk/>
            <pc:sldMk cId="3500093631" sldId="900"/>
            <ac:spMk id="41" creationId="{3D274248-AF25-F7EF-A10D-420DC757C823}"/>
          </ac:spMkLst>
        </pc:spChg>
        <pc:spChg chg="del">
          <ac:chgData name="Al Friend" userId="e5ed79da-d858-46d4-9eed-a7a24903f2de" providerId="ADAL" clId="{7537B086-0992-4C5F-A071-F6F8659556F1}" dt="2026-01-15T15:15:51.436" v="1087" actId="478"/>
          <ac:spMkLst>
            <pc:docMk/>
            <pc:sldMk cId="3500093631" sldId="900"/>
            <ac:spMk id="42" creationId="{4ECB4FCC-8F88-19AB-074B-ED37FDF7BF25}"/>
          </ac:spMkLst>
        </pc:spChg>
        <pc:spChg chg="mod">
          <ac:chgData name="Al Friend" userId="e5ed79da-d858-46d4-9eed-a7a24903f2de" providerId="ADAL" clId="{7537B086-0992-4C5F-A071-F6F8659556F1}" dt="2026-01-15T15:31:56.313" v="1230" actId="1037"/>
          <ac:spMkLst>
            <pc:docMk/>
            <pc:sldMk cId="3500093631" sldId="900"/>
            <ac:spMk id="43" creationId="{12735B52-F70C-8511-82FF-DD98CDFED39E}"/>
          </ac:spMkLst>
        </pc:spChg>
        <pc:spChg chg="add del mod">
          <ac:chgData name="Al Friend" userId="e5ed79da-d858-46d4-9eed-a7a24903f2de" providerId="ADAL" clId="{7537B086-0992-4C5F-A071-F6F8659556F1}" dt="2026-01-15T15:06:22.660" v="969"/>
          <ac:spMkLst>
            <pc:docMk/>
            <pc:sldMk cId="3500093631" sldId="900"/>
            <ac:spMk id="48" creationId="{68D5D614-3E0D-44A5-87B3-D223863AECA6}"/>
          </ac:spMkLst>
        </pc:spChg>
        <pc:spChg chg="add del mod">
          <ac:chgData name="Al Friend" userId="e5ed79da-d858-46d4-9eed-a7a24903f2de" providerId="ADAL" clId="{7537B086-0992-4C5F-A071-F6F8659556F1}" dt="2026-01-15T15:06:22.660" v="969"/>
          <ac:spMkLst>
            <pc:docMk/>
            <pc:sldMk cId="3500093631" sldId="900"/>
            <ac:spMk id="49" creationId="{F6559205-F57E-49F1-818A-AF31155E8789}"/>
          </ac:spMkLst>
        </pc:spChg>
        <pc:spChg chg="add del mod">
          <ac:chgData name="Al Friend" userId="e5ed79da-d858-46d4-9eed-a7a24903f2de" providerId="ADAL" clId="{7537B086-0992-4C5F-A071-F6F8659556F1}" dt="2026-01-15T15:06:22.660" v="969"/>
          <ac:spMkLst>
            <pc:docMk/>
            <pc:sldMk cId="3500093631" sldId="900"/>
            <ac:spMk id="50" creationId="{66BCB9DD-C716-4B60-AEB1-843619EC31CF}"/>
          </ac:spMkLst>
        </pc:spChg>
        <pc:spChg chg="add del mod">
          <ac:chgData name="Al Friend" userId="e5ed79da-d858-46d4-9eed-a7a24903f2de" providerId="ADAL" clId="{7537B086-0992-4C5F-A071-F6F8659556F1}" dt="2026-01-15T15:06:22.660" v="969"/>
          <ac:spMkLst>
            <pc:docMk/>
            <pc:sldMk cId="3500093631" sldId="900"/>
            <ac:spMk id="51" creationId="{D9B1DD9E-90CB-45A3-85B0-69312E2A2F3F}"/>
          </ac:spMkLst>
        </pc:spChg>
        <pc:spChg chg="add del mod">
          <ac:chgData name="Al Friend" userId="e5ed79da-d858-46d4-9eed-a7a24903f2de" providerId="ADAL" clId="{7537B086-0992-4C5F-A071-F6F8659556F1}" dt="2026-01-15T15:06:22.660" v="969"/>
          <ac:spMkLst>
            <pc:docMk/>
            <pc:sldMk cId="3500093631" sldId="900"/>
            <ac:spMk id="52" creationId="{4844B9D7-3D72-48AB-8A92-A9646D7469D7}"/>
          </ac:spMkLst>
        </pc:spChg>
        <pc:spChg chg="add del mod">
          <ac:chgData name="Al Friend" userId="e5ed79da-d858-46d4-9eed-a7a24903f2de" providerId="ADAL" clId="{7537B086-0992-4C5F-A071-F6F8659556F1}" dt="2026-01-15T15:06:22.660" v="969"/>
          <ac:spMkLst>
            <pc:docMk/>
            <pc:sldMk cId="3500093631" sldId="900"/>
            <ac:spMk id="53" creationId="{357B8D96-739A-414F-B220-704F8C7F98F7}"/>
          </ac:spMkLst>
        </pc:spChg>
        <pc:spChg chg="add del mod">
          <ac:chgData name="Al Friend" userId="e5ed79da-d858-46d4-9eed-a7a24903f2de" providerId="ADAL" clId="{7537B086-0992-4C5F-A071-F6F8659556F1}" dt="2026-01-15T15:06:22.660" v="969"/>
          <ac:spMkLst>
            <pc:docMk/>
            <pc:sldMk cId="3500093631" sldId="900"/>
            <ac:spMk id="54" creationId="{1BAA0772-0A2A-4D9B-A689-6E6BFFF0FBB6}"/>
          </ac:spMkLst>
        </pc:spChg>
        <pc:spChg chg="add del mod">
          <ac:chgData name="Al Friend" userId="e5ed79da-d858-46d4-9eed-a7a24903f2de" providerId="ADAL" clId="{7537B086-0992-4C5F-A071-F6F8659556F1}" dt="2026-01-15T15:06:22.660" v="969"/>
          <ac:spMkLst>
            <pc:docMk/>
            <pc:sldMk cId="3500093631" sldId="900"/>
            <ac:spMk id="55" creationId="{4A97843F-EED3-4D9E-A7F0-4822519797DF}"/>
          </ac:spMkLst>
        </pc:spChg>
        <pc:spChg chg="add del mod">
          <ac:chgData name="Al Friend" userId="e5ed79da-d858-46d4-9eed-a7a24903f2de" providerId="ADAL" clId="{7537B086-0992-4C5F-A071-F6F8659556F1}" dt="2026-01-15T15:06:22.660" v="969"/>
          <ac:spMkLst>
            <pc:docMk/>
            <pc:sldMk cId="3500093631" sldId="900"/>
            <ac:spMk id="56" creationId="{E85F673A-8668-4571-9C4C-F34C611DB9C2}"/>
          </ac:spMkLst>
        </pc:spChg>
        <pc:spChg chg="mod">
          <ac:chgData name="Al Friend" userId="e5ed79da-d858-46d4-9eed-a7a24903f2de" providerId="ADAL" clId="{7537B086-0992-4C5F-A071-F6F8659556F1}" dt="2026-01-15T15:31:56.313" v="1230" actId="1037"/>
          <ac:spMkLst>
            <pc:docMk/>
            <pc:sldMk cId="3500093631" sldId="900"/>
            <ac:spMk id="58" creationId="{2966E2E3-1095-3AA5-54F4-22EC69E21F63}"/>
          </ac:spMkLst>
        </pc:spChg>
        <pc:spChg chg="mod">
          <ac:chgData name="Al Friend" userId="e5ed79da-d858-46d4-9eed-a7a24903f2de" providerId="ADAL" clId="{7537B086-0992-4C5F-A071-F6F8659556F1}" dt="2026-01-15T15:31:56.313" v="1230" actId="1037"/>
          <ac:spMkLst>
            <pc:docMk/>
            <pc:sldMk cId="3500093631" sldId="900"/>
            <ac:spMk id="59" creationId="{1C4BE62B-40C5-DE8F-B8B5-D85D5F2A6A7A}"/>
          </ac:spMkLst>
        </pc:spChg>
        <pc:spChg chg="add del mod">
          <ac:chgData name="Al Friend" userId="e5ed79da-d858-46d4-9eed-a7a24903f2de" providerId="ADAL" clId="{7537B086-0992-4C5F-A071-F6F8659556F1}" dt="2026-01-15T15:06:22.660" v="969"/>
          <ac:spMkLst>
            <pc:docMk/>
            <pc:sldMk cId="3500093631" sldId="900"/>
            <ac:spMk id="60" creationId="{FD08107B-2857-4D6D-8290-5B7F8270E299}"/>
          </ac:spMkLst>
        </pc:spChg>
        <pc:spChg chg="add del mod">
          <ac:chgData name="Al Friend" userId="e5ed79da-d858-46d4-9eed-a7a24903f2de" providerId="ADAL" clId="{7537B086-0992-4C5F-A071-F6F8659556F1}" dt="2026-01-15T15:06:22.660" v="969"/>
          <ac:spMkLst>
            <pc:docMk/>
            <pc:sldMk cId="3500093631" sldId="900"/>
            <ac:spMk id="61" creationId="{83A28CC7-E562-4947-9705-1A10CA979A4A}"/>
          </ac:spMkLst>
        </pc:spChg>
        <pc:spChg chg="add mod">
          <ac:chgData name="Al Friend" userId="e5ed79da-d858-46d4-9eed-a7a24903f2de" providerId="ADAL" clId="{7537B086-0992-4C5F-A071-F6F8659556F1}" dt="2026-01-15T15:31:56.313" v="1230" actId="1037"/>
          <ac:spMkLst>
            <pc:docMk/>
            <pc:sldMk cId="3500093631" sldId="900"/>
            <ac:spMk id="63" creationId="{1A04EDAE-5F98-49A8-AA3B-FEA2F8FF27D5}"/>
          </ac:spMkLst>
        </pc:spChg>
        <pc:spChg chg="add del mod">
          <ac:chgData name="Al Friend" userId="e5ed79da-d858-46d4-9eed-a7a24903f2de" providerId="ADAL" clId="{7537B086-0992-4C5F-A071-F6F8659556F1}" dt="2026-01-15T15:07:54.634" v="986" actId="478"/>
          <ac:spMkLst>
            <pc:docMk/>
            <pc:sldMk cId="3500093631" sldId="900"/>
            <ac:spMk id="64" creationId="{017329A9-24F9-4579-854E-4B02BBA3E164}"/>
          </ac:spMkLst>
        </pc:spChg>
        <pc:spChg chg="add del mod">
          <ac:chgData name="Al Friend" userId="e5ed79da-d858-46d4-9eed-a7a24903f2de" providerId="ADAL" clId="{7537B086-0992-4C5F-A071-F6F8659556F1}" dt="2026-01-15T15:07:57.374" v="988" actId="478"/>
          <ac:spMkLst>
            <pc:docMk/>
            <pc:sldMk cId="3500093631" sldId="900"/>
            <ac:spMk id="65" creationId="{59246ACB-144D-4AFE-AE71-325EB33B16C4}"/>
          </ac:spMkLst>
        </pc:spChg>
        <pc:spChg chg="add del mod">
          <ac:chgData name="Al Friend" userId="e5ed79da-d858-46d4-9eed-a7a24903f2de" providerId="ADAL" clId="{7537B086-0992-4C5F-A071-F6F8659556F1}" dt="2026-01-15T15:07:52.195" v="985" actId="478"/>
          <ac:spMkLst>
            <pc:docMk/>
            <pc:sldMk cId="3500093631" sldId="900"/>
            <ac:spMk id="66" creationId="{2416BCBC-E375-4D59-ABC2-B0287131296A}"/>
          </ac:spMkLst>
        </pc:spChg>
        <pc:spChg chg="add del mod">
          <ac:chgData name="Al Friend" userId="e5ed79da-d858-46d4-9eed-a7a24903f2de" providerId="ADAL" clId="{7537B086-0992-4C5F-A071-F6F8659556F1}" dt="2026-01-15T15:14:01.774" v="1067" actId="478"/>
          <ac:spMkLst>
            <pc:docMk/>
            <pc:sldMk cId="3500093631" sldId="900"/>
            <ac:spMk id="67" creationId="{245E066D-21D8-492C-ABD3-1B9EB2D92BC0}"/>
          </ac:spMkLst>
        </pc:spChg>
        <pc:spChg chg="add del mod">
          <ac:chgData name="Al Friend" userId="e5ed79da-d858-46d4-9eed-a7a24903f2de" providerId="ADAL" clId="{7537B086-0992-4C5F-A071-F6F8659556F1}" dt="2026-01-15T15:14:03.112" v="1069" actId="478"/>
          <ac:spMkLst>
            <pc:docMk/>
            <pc:sldMk cId="3500093631" sldId="900"/>
            <ac:spMk id="68" creationId="{DD036548-021F-432A-98E3-6D1BE6D1C49D}"/>
          </ac:spMkLst>
        </pc:spChg>
        <pc:spChg chg="add del mod">
          <ac:chgData name="Al Friend" userId="e5ed79da-d858-46d4-9eed-a7a24903f2de" providerId="ADAL" clId="{7537B086-0992-4C5F-A071-F6F8659556F1}" dt="2026-01-15T15:07:23.627" v="981" actId="478"/>
          <ac:spMkLst>
            <pc:docMk/>
            <pc:sldMk cId="3500093631" sldId="900"/>
            <ac:spMk id="69" creationId="{5AC2F459-7E22-4A61-A3B4-A361ABE8BCC3}"/>
          </ac:spMkLst>
        </pc:spChg>
        <pc:spChg chg="add del mod">
          <ac:chgData name="Al Friend" userId="e5ed79da-d858-46d4-9eed-a7a24903f2de" providerId="ADAL" clId="{7537B086-0992-4C5F-A071-F6F8659556F1}" dt="2026-01-15T15:12:24.957" v="1059" actId="478"/>
          <ac:spMkLst>
            <pc:docMk/>
            <pc:sldMk cId="3500093631" sldId="900"/>
            <ac:spMk id="70" creationId="{D5955BE3-2BBE-4594-97EA-C0A78640786A}"/>
          </ac:spMkLst>
        </pc:spChg>
        <pc:spChg chg="add del mod">
          <ac:chgData name="Al Friend" userId="e5ed79da-d858-46d4-9eed-a7a24903f2de" providerId="ADAL" clId="{7537B086-0992-4C5F-A071-F6F8659556F1}" dt="2026-01-15T15:14:01.076" v="1066" actId="478"/>
          <ac:spMkLst>
            <pc:docMk/>
            <pc:sldMk cId="3500093631" sldId="900"/>
            <ac:spMk id="73" creationId="{97CC3B57-7EB8-4C86-8B93-D9ADE2B706F7}"/>
          </ac:spMkLst>
        </pc:spChg>
        <pc:spChg chg="add del mod">
          <ac:chgData name="Al Friend" userId="e5ed79da-d858-46d4-9eed-a7a24903f2de" providerId="ADAL" clId="{7537B086-0992-4C5F-A071-F6F8659556F1}" dt="2026-01-15T15:07:55.963" v="987" actId="478"/>
          <ac:spMkLst>
            <pc:docMk/>
            <pc:sldMk cId="3500093631" sldId="900"/>
            <ac:spMk id="74" creationId="{D23D1C20-945F-4397-B62C-65916D5076F6}"/>
          </ac:spMkLst>
        </pc:spChg>
        <pc:spChg chg="add mod">
          <ac:chgData name="Al Friend" userId="e5ed79da-d858-46d4-9eed-a7a24903f2de" providerId="ADAL" clId="{7537B086-0992-4C5F-A071-F6F8659556F1}" dt="2026-01-15T15:31:56.313" v="1230" actId="1037"/>
          <ac:spMkLst>
            <pc:docMk/>
            <pc:sldMk cId="3500093631" sldId="900"/>
            <ac:spMk id="75" creationId="{C0AD6763-50D9-4E2A-B402-55C2BB0C7BE6}"/>
          </ac:spMkLst>
        </pc:spChg>
        <pc:spChg chg="add mod">
          <ac:chgData name="Al Friend" userId="e5ed79da-d858-46d4-9eed-a7a24903f2de" providerId="ADAL" clId="{7537B086-0992-4C5F-A071-F6F8659556F1}" dt="2026-01-15T15:31:56.313" v="1230" actId="1037"/>
          <ac:spMkLst>
            <pc:docMk/>
            <pc:sldMk cId="3500093631" sldId="900"/>
            <ac:spMk id="76" creationId="{6EEFB8EA-38EB-40F0-ACDB-32F4A15C8012}"/>
          </ac:spMkLst>
        </pc:spChg>
        <pc:spChg chg="add del mod">
          <ac:chgData name="Al Friend" userId="e5ed79da-d858-46d4-9eed-a7a24903f2de" providerId="ADAL" clId="{7537B086-0992-4C5F-A071-F6F8659556F1}" dt="2026-01-15T15:14:02.346" v="1068" actId="478"/>
          <ac:spMkLst>
            <pc:docMk/>
            <pc:sldMk cId="3500093631" sldId="900"/>
            <ac:spMk id="77" creationId="{3B06A7BA-2288-4FFE-AACA-6435006F8E24}"/>
          </ac:spMkLst>
        </pc:spChg>
        <pc:spChg chg="add mod">
          <ac:chgData name="Al Friend" userId="e5ed79da-d858-46d4-9eed-a7a24903f2de" providerId="ADAL" clId="{7537B086-0992-4C5F-A071-F6F8659556F1}" dt="2026-01-15T15:31:56.313" v="1230" actId="1037"/>
          <ac:spMkLst>
            <pc:docMk/>
            <pc:sldMk cId="3500093631" sldId="900"/>
            <ac:spMk id="78" creationId="{505D6E70-C3F4-46DC-93B3-A56DCF57F48A}"/>
          </ac:spMkLst>
        </pc:spChg>
        <pc:spChg chg="add mod">
          <ac:chgData name="Al Friend" userId="e5ed79da-d858-46d4-9eed-a7a24903f2de" providerId="ADAL" clId="{7537B086-0992-4C5F-A071-F6F8659556F1}" dt="2026-01-15T15:31:56.313" v="1230" actId="1037"/>
          <ac:spMkLst>
            <pc:docMk/>
            <pc:sldMk cId="3500093631" sldId="900"/>
            <ac:spMk id="84" creationId="{D731AF1B-DA28-4086-B857-F0B6326C3AFB}"/>
          </ac:spMkLst>
        </pc:spChg>
        <pc:grpChg chg="add del mod">
          <ac:chgData name="Al Friend" userId="e5ed79da-d858-46d4-9eed-a7a24903f2de" providerId="ADAL" clId="{7537B086-0992-4C5F-A071-F6F8659556F1}" dt="2026-01-15T15:31:56.313" v="1230" actId="1037"/>
          <ac:grpSpMkLst>
            <pc:docMk/>
            <pc:sldMk cId="3500093631" sldId="900"/>
            <ac:grpSpMk id="57" creationId="{B1521731-A15D-3FBE-F181-C47FACE64AD9}"/>
          </ac:grpSpMkLst>
        </pc:grpChg>
        <pc:graphicFrameChg chg="mod">
          <ac:chgData name="Al Friend" userId="e5ed79da-d858-46d4-9eed-a7a24903f2de" providerId="ADAL" clId="{7537B086-0992-4C5F-A071-F6F8659556F1}" dt="2026-01-15T15:33:50.845" v="1232" actId="962"/>
          <ac:graphicFrameMkLst>
            <pc:docMk/>
            <pc:sldMk cId="3500093631" sldId="900"/>
            <ac:graphicFrameMk id="2" creationId="{23E04685-FE2C-E794-0AD6-95692BED2BED}"/>
          </ac:graphicFrameMkLst>
        </pc:graphicFrameChg>
        <pc:graphicFrameChg chg="mod">
          <ac:chgData name="Al Friend" userId="e5ed79da-d858-46d4-9eed-a7a24903f2de" providerId="ADAL" clId="{7537B086-0992-4C5F-A071-F6F8659556F1}" dt="2026-01-15T15:48:47.365" v="1260" actId="962"/>
          <ac:graphicFrameMkLst>
            <pc:docMk/>
            <pc:sldMk cId="3500093631" sldId="900"/>
            <ac:graphicFrameMk id="12" creationId="{EF3A2748-AA90-BCC8-2993-A9CADABE91F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2" creationId="{F1277B78-8984-8B58-5C2E-EDE193CCEAA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3" creationId="{DA0004D0-54C5-7FE3-495E-2E40E17F56E7}"/>
          </ac:graphicFrameMkLst>
        </pc:graphicFrameChg>
        <pc:graphicFrameChg chg="add del mod">
          <ac:chgData name="Al Friend" userId="e5ed79da-d858-46d4-9eed-a7a24903f2de" providerId="ADAL" clId="{7537B086-0992-4C5F-A071-F6F8659556F1}" dt="2026-01-15T15:06:22.660" v="969"/>
          <ac:graphicFrameMkLst>
            <pc:docMk/>
            <pc:sldMk cId="3500093631" sldId="900"/>
            <ac:graphicFrameMk id="47" creationId="{D21E047B-6D3C-4953-912D-3E4EB40075C6}"/>
          </ac:graphicFrameMkLst>
        </pc:graphicFrameChg>
        <pc:graphicFrameChg chg="add mod modGraphic">
          <ac:chgData name="Al Friend" userId="e5ed79da-d858-46d4-9eed-a7a24903f2de" providerId="ADAL" clId="{7537B086-0992-4C5F-A071-F6F8659556F1}" dt="2026-01-15T15:31:56.313" v="1230" actId="1037"/>
          <ac:graphicFrameMkLst>
            <pc:docMk/>
            <pc:sldMk cId="3500093631" sldId="900"/>
            <ac:graphicFrameMk id="62" creationId="{2B9122F8-6167-4D85-A839-C4D5DBB12F55}"/>
          </ac:graphicFrameMkLst>
        </pc:graphicFrameChg>
        <pc:cxnChg chg="del mod">
          <ac:chgData name="Al Friend" userId="e5ed79da-d858-46d4-9eed-a7a24903f2de" providerId="ADAL" clId="{7537B086-0992-4C5F-A071-F6F8659556F1}" dt="2026-01-15T15:06:51.677" v="975" actId="478"/>
          <ac:cxnSpMkLst>
            <pc:docMk/>
            <pc:sldMk cId="3500093631" sldId="900"/>
            <ac:cxnSpMk id="5" creationId="{72F20B23-42BD-4059-0D74-45475F61A21A}"/>
          </ac:cxnSpMkLst>
        </pc:cxnChg>
        <pc:cxnChg chg="del mod">
          <ac:chgData name="Al Friend" userId="e5ed79da-d858-46d4-9eed-a7a24903f2de" providerId="ADAL" clId="{7537B086-0992-4C5F-A071-F6F8659556F1}" dt="2026-01-15T15:06:50.302" v="974" actId="478"/>
          <ac:cxnSpMkLst>
            <pc:docMk/>
            <pc:sldMk cId="3500093631" sldId="900"/>
            <ac:cxnSpMk id="9" creationId="{89C05E4F-C462-0686-CC12-3E0009FCBBA6}"/>
          </ac:cxnSpMkLst>
        </pc:cxnChg>
        <pc:cxnChg chg="add mod">
          <ac:chgData name="Al Friend" userId="e5ed79da-d858-46d4-9eed-a7a24903f2de" providerId="ADAL" clId="{7537B086-0992-4C5F-A071-F6F8659556F1}" dt="2026-01-15T15:31:56.313" v="1230" actId="1037"/>
          <ac:cxnSpMkLst>
            <pc:docMk/>
            <pc:sldMk cId="3500093631" sldId="900"/>
            <ac:cxnSpMk id="71" creationId="{5EFE38C2-8439-4C5F-9F74-44013184CA32}"/>
          </ac:cxnSpMkLst>
        </pc:cxnChg>
        <pc:cxnChg chg="add mod">
          <ac:chgData name="Al Friend" userId="e5ed79da-d858-46d4-9eed-a7a24903f2de" providerId="ADAL" clId="{7537B086-0992-4C5F-A071-F6F8659556F1}" dt="2026-01-15T15:31:56.313" v="1230" actId="1037"/>
          <ac:cxnSpMkLst>
            <pc:docMk/>
            <pc:sldMk cId="3500093631" sldId="900"/>
            <ac:cxnSpMk id="72" creationId="{CB1B2BAC-3D1A-47A0-875C-8C332C63A9A8}"/>
          </ac:cxnSpMkLst>
        </pc:cxnChg>
      </pc:sldChg>
      <pc:sldChg chg="delSp modSp add modTransition modAnim modNotesTx">
        <pc:chgData name="Al Friend" userId="e5ed79da-d858-46d4-9eed-a7a24903f2de" providerId="ADAL" clId="{7537B086-0992-4C5F-A071-F6F8659556F1}" dt="2026-01-15T15:56:00.813" v="1284" actId="6549"/>
        <pc:sldMkLst>
          <pc:docMk/>
          <pc:sldMk cId="3492274924" sldId="901"/>
        </pc:sldMkLst>
        <pc:spChg chg="del">
          <ac:chgData name="Al Friend" userId="e5ed79da-d858-46d4-9eed-a7a24903f2de" providerId="ADAL" clId="{7537B086-0992-4C5F-A071-F6F8659556F1}" dt="2026-01-15T15:51:41.844" v="1278" actId="478"/>
          <ac:spMkLst>
            <pc:docMk/>
            <pc:sldMk cId="3492274924" sldId="901"/>
            <ac:spMk id="3" creationId="{A3030223-B6FA-1C0F-1B60-00D7CD4792DA}"/>
          </ac:spMkLst>
        </pc:spChg>
        <pc:spChg chg="del">
          <ac:chgData name="Al Friend" userId="e5ed79da-d858-46d4-9eed-a7a24903f2de" providerId="ADAL" clId="{7537B086-0992-4C5F-A071-F6F8659556F1}" dt="2026-01-15T15:51:51.175" v="1279" actId="478"/>
          <ac:spMkLst>
            <pc:docMk/>
            <pc:sldMk cId="3492274924" sldId="901"/>
            <ac:spMk id="10" creationId="{78B64078-CD33-E0CF-944C-B2B88EB38B02}"/>
          </ac:spMkLst>
        </pc:spChg>
        <pc:spChg chg="mod">
          <ac:chgData name="Al Friend" userId="e5ed79da-d858-46d4-9eed-a7a24903f2de" providerId="ADAL" clId="{7537B086-0992-4C5F-A071-F6F8659556F1}" dt="2026-01-15T15:51:31.782" v="1277" actId="6549"/>
          <ac:spMkLst>
            <pc:docMk/>
            <pc:sldMk cId="3492274924" sldId="901"/>
            <ac:spMk id="19" creationId="{9AB8BED7-3D03-6733-7EEB-905B6A695BC7}"/>
          </ac:spMkLst>
        </pc:spChg>
        <pc:spChg chg="del">
          <ac:chgData name="Al Friend" userId="e5ed79da-d858-46d4-9eed-a7a24903f2de" providerId="ADAL" clId="{7537B086-0992-4C5F-A071-F6F8659556F1}" dt="2026-01-15T15:51:41.844" v="1278" actId="478"/>
          <ac:spMkLst>
            <pc:docMk/>
            <pc:sldMk cId="3492274924" sldId="901"/>
            <ac:spMk id="27" creationId="{E57C248C-DECA-445B-3777-559FD76E0471}"/>
          </ac:spMkLst>
        </pc:spChg>
        <pc:spChg chg="del">
          <ac:chgData name="Al Friend" userId="e5ed79da-d858-46d4-9eed-a7a24903f2de" providerId="ADAL" clId="{7537B086-0992-4C5F-A071-F6F8659556F1}" dt="2026-01-15T15:51:41.844" v="1278" actId="478"/>
          <ac:spMkLst>
            <pc:docMk/>
            <pc:sldMk cId="3492274924" sldId="901"/>
            <ac:spMk id="31" creationId="{B4BBE812-EAF4-B48F-6791-443B03AA852A}"/>
          </ac:spMkLst>
        </pc:spChg>
        <pc:spChg chg="del">
          <ac:chgData name="Al Friend" userId="e5ed79da-d858-46d4-9eed-a7a24903f2de" providerId="ADAL" clId="{7537B086-0992-4C5F-A071-F6F8659556F1}" dt="2026-01-15T15:51:56.903" v="1283" actId="478"/>
          <ac:spMkLst>
            <pc:docMk/>
            <pc:sldMk cId="3492274924" sldId="901"/>
            <ac:spMk id="32" creationId="{12D80B6F-5F24-F5D0-D320-08DA8E3B3394}"/>
          </ac:spMkLst>
        </pc:spChg>
        <pc:spChg chg="del">
          <ac:chgData name="Al Friend" userId="e5ed79da-d858-46d4-9eed-a7a24903f2de" providerId="ADAL" clId="{7537B086-0992-4C5F-A071-F6F8659556F1}" dt="2026-01-15T15:51:41.844" v="1278" actId="478"/>
          <ac:spMkLst>
            <pc:docMk/>
            <pc:sldMk cId="3492274924" sldId="901"/>
            <ac:spMk id="35" creationId="{87DF93C4-BB49-2411-07A1-6DBE208A0AFD}"/>
          </ac:spMkLst>
        </pc:spChg>
        <pc:spChg chg="del">
          <ac:chgData name="Al Friend" userId="e5ed79da-d858-46d4-9eed-a7a24903f2de" providerId="ADAL" clId="{7537B086-0992-4C5F-A071-F6F8659556F1}" dt="2026-01-15T15:51:52.678" v="1280" actId="478"/>
          <ac:spMkLst>
            <pc:docMk/>
            <pc:sldMk cId="3492274924" sldId="901"/>
            <ac:spMk id="37" creationId="{4655A23E-6F0D-4644-8D1D-8ACA1DC5679D}"/>
          </ac:spMkLst>
        </pc:spChg>
        <pc:spChg chg="del">
          <ac:chgData name="Al Friend" userId="e5ed79da-d858-46d4-9eed-a7a24903f2de" providerId="ADAL" clId="{7537B086-0992-4C5F-A071-F6F8659556F1}" dt="2026-01-15T15:51:55.127" v="1282" actId="478"/>
          <ac:spMkLst>
            <pc:docMk/>
            <pc:sldMk cId="3492274924" sldId="901"/>
            <ac:spMk id="59" creationId="{1C4BE62B-40C5-DE8F-B8B5-D85D5F2A6A7A}"/>
          </ac:spMkLst>
        </pc:spChg>
        <pc:spChg chg="del">
          <ac:chgData name="Al Friend" userId="e5ed79da-d858-46d4-9eed-a7a24903f2de" providerId="ADAL" clId="{7537B086-0992-4C5F-A071-F6F8659556F1}" dt="2026-01-15T15:51:53.751" v="1281" actId="478"/>
          <ac:spMkLst>
            <pc:docMk/>
            <pc:sldMk cId="3492274924" sldId="901"/>
            <ac:spMk id="63" creationId="{1A04EDAE-5F98-49A8-AA3B-FEA2F8FF27D5}"/>
          </ac:spMkLst>
        </pc:spChg>
        <pc:cxnChg chg="mod">
          <ac:chgData name="Al Friend" userId="e5ed79da-d858-46d4-9eed-a7a24903f2de" providerId="ADAL" clId="{7537B086-0992-4C5F-A071-F6F8659556F1}" dt="2026-01-15T15:51:53.751" v="1281" actId="478"/>
          <ac:cxnSpMkLst>
            <pc:docMk/>
            <pc:sldMk cId="3492274924" sldId="901"/>
            <ac:cxnSpMk id="71" creationId="{5EFE38C2-8439-4C5F-9F74-44013184CA32}"/>
          </ac:cxnSpMkLst>
        </pc:cxnChg>
        <pc:cxnChg chg="mod">
          <ac:chgData name="Al Friend" userId="e5ed79da-d858-46d4-9eed-a7a24903f2de" providerId="ADAL" clId="{7537B086-0992-4C5F-A071-F6F8659556F1}" dt="2026-01-15T15:51:53.751" v="1281" actId="478"/>
          <ac:cxnSpMkLst>
            <pc:docMk/>
            <pc:sldMk cId="3492274924" sldId="901"/>
            <ac:cxnSpMk id="72" creationId="{CB1B2BAC-3D1A-47A0-875C-8C332C63A9A8}"/>
          </ac:cxnSpMkLst>
        </pc:cxnChg>
      </pc:sldChg>
      <pc:sldChg chg="addSp delSp modSp delAnim modAnim">
        <pc:chgData name="Al Friend" userId="e5ed79da-d858-46d4-9eed-a7a24903f2de" providerId="ADAL" clId="{7537B086-0992-4C5F-A071-F6F8659556F1}" dt="2026-01-22T16:05:58.868" v="1468" actId="478"/>
        <pc:sldMkLst>
          <pc:docMk/>
          <pc:sldMk cId="3427929576" sldId="902"/>
        </pc:sldMkLst>
        <pc:spChg chg="del">
          <ac:chgData name="Al Friend" userId="e5ed79da-d858-46d4-9eed-a7a24903f2de" providerId="ADAL" clId="{7537B086-0992-4C5F-A071-F6F8659556F1}" dt="2026-01-22T15:59:20.664" v="1402" actId="478"/>
          <ac:spMkLst>
            <pc:docMk/>
            <pc:sldMk cId="3427929576" sldId="902"/>
            <ac:spMk id="3" creationId="{A3030223-B6FA-1C0F-1B60-00D7CD4792DA}"/>
          </ac:spMkLst>
        </pc:spChg>
        <pc:spChg chg="mod">
          <ac:chgData name="Al Friend" userId="e5ed79da-d858-46d4-9eed-a7a24903f2de" providerId="ADAL" clId="{7537B086-0992-4C5F-A071-F6F8659556F1}" dt="2026-01-22T15:51:14.005" v="1286" actId="20577"/>
          <ac:spMkLst>
            <pc:docMk/>
            <pc:sldMk cId="3427929576" sldId="902"/>
            <ac:spMk id="4" creationId="{B4D7039D-DC4C-3007-1F96-6D1B58A2A3A3}"/>
          </ac:spMkLst>
        </pc:spChg>
        <pc:spChg chg="mod">
          <ac:chgData name="Al Friend" userId="e5ed79da-d858-46d4-9eed-a7a24903f2de" providerId="ADAL" clId="{7537B086-0992-4C5F-A071-F6F8659556F1}" dt="2026-01-22T15:52:07.173" v="1294" actId="20577"/>
          <ac:spMkLst>
            <pc:docMk/>
            <pc:sldMk cId="3427929576" sldId="902"/>
            <ac:spMk id="6" creationId="{BB3F14BF-DCE7-8211-AF0F-D5BAFB7215FB}"/>
          </ac:spMkLst>
        </pc:spChg>
        <pc:spChg chg="del mod">
          <ac:chgData name="Al Friend" userId="e5ed79da-d858-46d4-9eed-a7a24903f2de" providerId="ADAL" clId="{7537B086-0992-4C5F-A071-F6F8659556F1}" dt="2026-01-22T15:54:47.646" v="1303" actId="478"/>
          <ac:spMkLst>
            <pc:docMk/>
            <pc:sldMk cId="3427929576" sldId="902"/>
            <ac:spMk id="7" creationId="{F42FD7F0-C7E3-F7C3-64B5-86175BE26E84}"/>
          </ac:spMkLst>
        </pc:spChg>
        <pc:spChg chg="del mod">
          <ac:chgData name="Al Friend" userId="e5ed79da-d858-46d4-9eed-a7a24903f2de" providerId="ADAL" clId="{7537B086-0992-4C5F-A071-F6F8659556F1}" dt="2026-01-22T15:54:47.646" v="1303" actId="478"/>
          <ac:spMkLst>
            <pc:docMk/>
            <pc:sldMk cId="3427929576" sldId="902"/>
            <ac:spMk id="8" creationId="{DE26CC7C-F218-9CA9-C097-A8F3A953F8BD}"/>
          </ac:spMkLst>
        </pc:spChg>
        <pc:spChg chg="mod">
          <ac:chgData name="Al Friend" userId="e5ed79da-d858-46d4-9eed-a7a24903f2de" providerId="ADAL" clId="{7537B086-0992-4C5F-A071-F6F8659556F1}" dt="2026-01-22T15:53:01.252" v="1299" actId="1076"/>
          <ac:spMkLst>
            <pc:docMk/>
            <pc:sldMk cId="3427929576" sldId="902"/>
            <ac:spMk id="10" creationId="{78B64078-CD33-E0CF-944C-B2B88EB38B02}"/>
          </ac:spMkLst>
        </pc:spChg>
        <pc:spChg chg="del mod">
          <ac:chgData name="Al Friend" userId="e5ed79da-d858-46d4-9eed-a7a24903f2de" providerId="ADAL" clId="{7537B086-0992-4C5F-A071-F6F8659556F1}" dt="2026-01-22T15:54:47.646" v="1303" actId="478"/>
          <ac:spMkLst>
            <pc:docMk/>
            <pc:sldMk cId="3427929576" sldId="902"/>
            <ac:spMk id="11" creationId="{25E94918-C645-BFD4-5304-B5A80FA2722B}"/>
          </ac:spMkLst>
        </pc:spChg>
        <pc:spChg chg="mod">
          <ac:chgData name="Al Friend" userId="e5ed79da-d858-46d4-9eed-a7a24903f2de" providerId="ADAL" clId="{7537B086-0992-4C5F-A071-F6F8659556F1}" dt="2026-01-22T15:53:01.252" v="1299" actId="1076"/>
          <ac:spMkLst>
            <pc:docMk/>
            <pc:sldMk cId="3427929576" sldId="902"/>
            <ac:spMk id="17" creationId="{4CA12722-67FD-1D61-B738-175BB9CB27FD}"/>
          </ac:spMkLst>
        </pc:spChg>
        <pc:spChg chg="mod">
          <ac:chgData name="Al Friend" userId="e5ed79da-d858-46d4-9eed-a7a24903f2de" providerId="ADAL" clId="{7537B086-0992-4C5F-A071-F6F8659556F1}" dt="2026-01-22T15:51:20.980" v="1287" actId="20577"/>
          <ac:spMkLst>
            <pc:docMk/>
            <pc:sldMk cId="3427929576" sldId="902"/>
            <ac:spMk id="19" creationId="{9AB8BED7-3D03-6733-7EEB-905B6A695BC7}"/>
          </ac:spMkLst>
        </pc:spChg>
        <pc:spChg chg="del mod">
          <ac:chgData name="Al Friend" userId="e5ed79da-d858-46d4-9eed-a7a24903f2de" providerId="ADAL" clId="{7537B086-0992-4C5F-A071-F6F8659556F1}" dt="2026-01-22T15:54:47.646" v="1303" actId="478"/>
          <ac:spMkLst>
            <pc:docMk/>
            <pc:sldMk cId="3427929576" sldId="902"/>
            <ac:spMk id="20" creationId="{1853AA6B-7FD8-3E7E-8D9E-E7952D8BFB0D}"/>
          </ac:spMkLst>
        </pc:spChg>
        <pc:spChg chg="del mod">
          <ac:chgData name="Al Friend" userId="e5ed79da-d858-46d4-9eed-a7a24903f2de" providerId="ADAL" clId="{7537B086-0992-4C5F-A071-F6F8659556F1}" dt="2026-01-22T15:54:47.646" v="1303" actId="478"/>
          <ac:spMkLst>
            <pc:docMk/>
            <pc:sldMk cId="3427929576" sldId="902"/>
            <ac:spMk id="21" creationId="{0D3CC910-5E9E-5935-6ED7-338DCE177882}"/>
          </ac:spMkLst>
        </pc:spChg>
        <pc:spChg chg="mod">
          <ac:chgData name="Al Friend" userId="e5ed79da-d858-46d4-9eed-a7a24903f2de" providerId="ADAL" clId="{7537B086-0992-4C5F-A071-F6F8659556F1}" dt="2026-01-22T15:53:01.252" v="1299" actId="1076"/>
          <ac:spMkLst>
            <pc:docMk/>
            <pc:sldMk cId="3427929576" sldId="902"/>
            <ac:spMk id="26" creationId="{1A22687F-9CC3-77DA-888E-EB02C1FDEFA4}"/>
          </ac:spMkLst>
        </pc:spChg>
        <pc:spChg chg="mod">
          <ac:chgData name="Al Friend" userId="e5ed79da-d858-46d4-9eed-a7a24903f2de" providerId="ADAL" clId="{7537B086-0992-4C5F-A071-F6F8659556F1}" dt="2026-01-22T15:53:01.252" v="1299" actId="1076"/>
          <ac:spMkLst>
            <pc:docMk/>
            <pc:sldMk cId="3427929576" sldId="902"/>
            <ac:spMk id="32" creationId="{12D80B6F-5F24-F5D0-D320-08DA8E3B3394}"/>
          </ac:spMkLst>
        </pc:spChg>
        <pc:spChg chg="del mod">
          <ac:chgData name="Al Friend" userId="e5ed79da-d858-46d4-9eed-a7a24903f2de" providerId="ADAL" clId="{7537B086-0992-4C5F-A071-F6F8659556F1}" dt="2026-01-22T15:54:47.646" v="1303" actId="478"/>
          <ac:spMkLst>
            <pc:docMk/>
            <pc:sldMk cId="3427929576" sldId="902"/>
            <ac:spMk id="33" creationId="{55B3F266-3D66-01A5-0084-02B23DD79047}"/>
          </ac:spMkLst>
        </pc:spChg>
        <pc:spChg chg="del mod">
          <ac:chgData name="Al Friend" userId="e5ed79da-d858-46d4-9eed-a7a24903f2de" providerId="ADAL" clId="{7537B086-0992-4C5F-A071-F6F8659556F1}" dt="2026-01-22T15:54:47.646" v="1303" actId="478"/>
          <ac:spMkLst>
            <pc:docMk/>
            <pc:sldMk cId="3427929576" sldId="902"/>
            <ac:spMk id="34" creationId="{CA1DF3E2-1B1A-F633-3A4A-4F5C43855F4B}"/>
          </ac:spMkLst>
        </pc:spChg>
        <pc:spChg chg="mod">
          <ac:chgData name="Al Friend" userId="e5ed79da-d858-46d4-9eed-a7a24903f2de" providerId="ADAL" clId="{7537B086-0992-4C5F-A071-F6F8659556F1}" dt="2026-01-22T15:58:57.307" v="1398" actId="1037"/>
          <ac:spMkLst>
            <pc:docMk/>
            <pc:sldMk cId="3427929576" sldId="902"/>
            <ac:spMk id="37" creationId="{4655A23E-6F0D-4644-8D1D-8ACA1DC5679D}"/>
          </ac:spMkLst>
        </pc:spChg>
        <pc:spChg chg="mod">
          <ac:chgData name="Al Friend" userId="e5ed79da-d858-46d4-9eed-a7a24903f2de" providerId="ADAL" clId="{7537B086-0992-4C5F-A071-F6F8659556F1}" dt="2026-01-22T15:53:01.252" v="1299" actId="1076"/>
          <ac:spMkLst>
            <pc:docMk/>
            <pc:sldMk cId="3427929576" sldId="902"/>
            <ac:spMk id="38" creationId="{41B03BC3-B622-38BA-3963-2997C3543829}"/>
          </ac:spMkLst>
        </pc:spChg>
        <pc:spChg chg="del mod">
          <ac:chgData name="Al Friend" userId="e5ed79da-d858-46d4-9eed-a7a24903f2de" providerId="ADAL" clId="{7537B086-0992-4C5F-A071-F6F8659556F1}" dt="2026-01-22T15:54:47.646" v="1303" actId="478"/>
          <ac:spMkLst>
            <pc:docMk/>
            <pc:sldMk cId="3427929576" sldId="902"/>
            <ac:spMk id="40" creationId="{868CB6FE-6953-CD77-7A9F-225AD4548CB6}"/>
          </ac:spMkLst>
        </pc:spChg>
        <pc:spChg chg="add mod">
          <ac:chgData name="Al Friend" userId="e5ed79da-d858-46d4-9eed-a7a24903f2de" providerId="ADAL" clId="{7537B086-0992-4C5F-A071-F6F8659556F1}" dt="2026-01-22T15:55:27.451" v="1314" actId="1035"/>
          <ac:spMkLst>
            <pc:docMk/>
            <pc:sldMk cId="3427929576" sldId="902"/>
            <ac:spMk id="42" creationId="{83271580-F433-4F4F-8561-2DA25E02F2D3}"/>
          </ac:spMkLst>
        </pc:spChg>
        <pc:spChg chg="mod">
          <ac:chgData name="Al Friend" userId="e5ed79da-d858-46d4-9eed-a7a24903f2de" providerId="ADAL" clId="{7537B086-0992-4C5F-A071-F6F8659556F1}" dt="2026-01-22T15:53:01.252" v="1299" actId="1076"/>
          <ac:spMkLst>
            <pc:docMk/>
            <pc:sldMk cId="3427929576" sldId="902"/>
            <ac:spMk id="43" creationId="{12735B52-F70C-8511-82FF-DD98CDFED39E}"/>
          </ac:spMkLst>
        </pc:spChg>
        <pc:spChg chg="add mod">
          <ac:chgData name="Al Friend" userId="e5ed79da-d858-46d4-9eed-a7a24903f2de" providerId="ADAL" clId="{7537B086-0992-4C5F-A071-F6F8659556F1}" dt="2026-01-22T15:55:27.451" v="1314" actId="1035"/>
          <ac:spMkLst>
            <pc:docMk/>
            <pc:sldMk cId="3427929576" sldId="902"/>
            <ac:spMk id="44" creationId="{02B25370-6891-4B68-8B6D-5A83B5C508E4}"/>
          </ac:spMkLst>
        </pc:spChg>
        <pc:spChg chg="add mod">
          <ac:chgData name="Al Friend" userId="e5ed79da-d858-46d4-9eed-a7a24903f2de" providerId="ADAL" clId="{7537B086-0992-4C5F-A071-F6F8659556F1}" dt="2026-01-22T15:56:01.413" v="1330" actId="14100"/>
          <ac:spMkLst>
            <pc:docMk/>
            <pc:sldMk cId="3427929576" sldId="902"/>
            <ac:spMk id="45" creationId="{BFF977AB-31E8-4CF0-AC67-B3BA3353BB9D}"/>
          </ac:spMkLst>
        </pc:spChg>
        <pc:spChg chg="add mod">
          <ac:chgData name="Al Friend" userId="e5ed79da-d858-46d4-9eed-a7a24903f2de" providerId="ADAL" clId="{7537B086-0992-4C5F-A071-F6F8659556F1}" dt="2026-01-22T15:55:47.914" v="1321" actId="14100"/>
          <ac:spMkLst>
            <pc:docMk/>
            <pc:sldMk cId="3427929576" sldId="902"/>
            <ac:spMk id="46" creationId="{9B7BDE56-4A4F-4D90-B635-8437BD30F9B3}"/>
          </ac:spMkLst>
        </pc:spChg>
        <pc:spChg chg="add mod">
          <ac:chgData name="Al Friend" userId="e5ed79da-d858-46d4-9eed-a7a24903f2de" providerId="ADAL" clId="{7537B086-0992-4C5F-A071-F6F8659556F1}" dt="2026-01-22T15:55:34.369" v="1317" actId="1038"/>
          <ac:spMkLst>
            <pc:docMk/>
            <pc:sldMk cId="3427929576" sldId="902"/>
            <ac:spMk id="47" creationId="{6EE97270-3EB8-4AD7-8307-1840358483FD}"/>
          </ac:spMkLst>
        </pc:spChg>
        <pc:spChg chg="add mod">
          <ac:chgData name="Al Friend" userId="e5ed79da-d858-46d4-9eed-a7a24903f2de" providerId="ADAL" clId="{7537B086-0992-4C5F-A071-F6F8659556F1}" dt="2026-01-22T15:55:37.594" v="1319" actId="1038"/>
          <ac:spMkLst>
            <pc:docMk/>
            <pc:sldMk cId="3427929576" sldId="902"/>
            <ac:spMk id="48" creationId="{9475256E-05FD-409B-9B61-B36D8E8FAE33}"/>
          </ac:spMkLst>
        </pc:spChg>
        <pc:spChg chg="add mod">
          <ac:chgData name="Al Friend" userId="e5ed79da-d858-46d4-9eed-a7a24903f2de" providerId="ADAL" clId="{7537B086-0992-4C5F-A071-F6F8659556F1}" dt="2026-01-22T15:56:21.280" v="1337" actId="14100"/>
          <ac:spMkLst>
            <pc:docMk/>
            <pc:sldMk cId="3427929576" sldId="902"/>
            <ac:spMk id="49" creationId="{8E30FF34-BC35-4A8B-A41B-A0E7794E8E93}"/>
          </ac:spMkLst>
        </pc:spChg>
        <pc:spChg chg="del">
          <ac:chgData name="Al Friend" userId="e5ed79da-d858-46d4-9eed-a7a24903f2de" providerId="ADAL" clId="{7537B086-0992-4C5F-A071-F6F8659556F1}" dt="2026-01-22T15:52:20.657" v="1295" actId="478"/>
          <ac:spMkLst>
            <pc:docMk/>
            <pc:sldMk cId="3427929576" sldId="902"/>
            <ac:spMk id="58" creationId="{2966E2E3-1095-3AA5-54F4-22EC69E21F63}"/>
          </ac:spMkLst>
        </pc:spChg>
        <pc:spChg chg="del">
          <ac:chgData name="Al Friend" userId="e5ed79da-d858-46d4-9eed-a7a24903f2de" providerId="ADAL" clId="{7537B086-0992-4C5F-A071-F6F8659556F1}" dt="2026-01-22T15:52:20.657" v="1295" actId="478"/>
          <ac:spMkLst>
            <pc:docMk/>
            <pc:sldMk cId="3427929576" sldId="902"/>
            <ac:spMk id="59" creationId="{1C4BE62B-40C5-DE8F-B8B5-D85D5F2A6A7A}"/>
          </ac:spMkLst>
        </pc:spChg>
        <pc:spChg chg="mod">
          <ac:chgData name="Al Friend" userId="e5ed79da-d858-46d4-9eed-a7a24903f2de" providerId="ADAL" clId="{7537B086-0992-4C5F-A071-F6F8659556F1}" dt="2026-01-22T15:53:01.252" v="1299" actId="1076"/>
          <ac:spMkLst>
            <pc:docMk/>
            <pc:sldMk cId="3427929576" sldId="902"/>
            <ac:spMk id="63" creationId="{1A04EDAE-5F98-49A8-AA3B-FEA2F8FF27D5}"/>
          </ac:spMkLst>
        </pc:spChg>
        <pc:spChg chg="mod">
          <ac:chgData name="Al Friend" userId="e5ed79da-d858-46d4-9eed-a7a24903f2de" providerId="ADAL" clId="{7537B086-0992-4C5F-A071-F6F8659556F1}" dt="2026-01-22T15:57:37.566" v="1362" actId="14100"/>
          <ac:spMkLst>
            <pc:docMk/>
            <pc:sldMk cId="3427929576" sldId="902"/>
            <ac:spMk id="75" creationId="{C0AD6763-50D9-4E2A-B402-55C2BB0C7BE6}"/>
          </ac:spMkLst>
        </pc:spChg>
        <pc:spChg chg="mod">
          <ac:chgData name="Al Friend" userId="e5ed79da-d858-46d4-9eed-a7a24903f2de" providerId="ADAL" clId="{7537B086-0992-4C5F-A071-F6F8659556F1}" dt="2026-01-22T15:57:41.458" v="1363" actId="14100"/>
          <ac:spMkLst>
            <pc:docMk/>
            <pc:sldMk cId="3427929576" sldId="902"/>
            <ac:spMk id="76" creationId="{6EEFB8EA-38EB-40F0-ACDB-32F4A15C8012}"/>
          </ac:spMkLst>
        </pc:spChg>
        <pc:spChg chg="del">
          <ac:chgData name="Al Friend" userId="e5ed79da-d858-46d4-9eed-a7a24903f2de" providerId="ADAL" clId="{7537B086-0992-4C5F-A071-F6F8659556F1}" dt="2026-01-22T15:52:21.654" v="1296" actId="478"/>
          <ac:spMkLst>
            <pc:docMk/>
            <pc:sldMk cId="3427929576" sldId="902"/>
            <ac:spMk id="78" creationId="{505D6E70-C3F4-46DC-93B3-A56DCF57F48A}"/>
          </ac:spMkLst>
        </pc:spChg>
        <pc:spChg chg="del mod">
          <ac:chgData name="Al Friend" userId="e5ed79da-d858-46d4-9eed-a7a24903f2de" providerId="ADAL" clId="{7537B086-0992-4C5F-A071-F6F8659556F1}" dt="2026-01-22T16:05:58.868" v="1468" actId="478"/>
          <ac:spMkLst>
            <pc:docMk/>
            <pc:sldMk cId="3427929576" sldId="902"/>
            <ac:spMk id="84" creationId="{D731AF1B-DA28-4086-B857-F0B6326C3AFB}"/>
          </ac:spMkLst>
        </pc:spChg>
        <pc:grpChg chg="del">
          <ac:chgData name="Al Friend" userId="e5ed79da-d858-46d4-9eed-a7a24903f2de" providerId="ADAL" clId="{7537B086-0992-4C5F-A071-F6F8659556F1}" dt="2026-01-22T15:52:20.657" v="1295" actId="478"/>
          <ac:grpSpMkLst>
            <pc:docMk/>
            <pc:sldMk cId="3427929576" sldId="902"/>
            <ac:grpSpMk id="57" creationId="{B1521731-A15D-3FBE-F181-C47FACE64AD9}"/>
          </ac:grpSpMkLst>
        </pc:grpChg>
        <pc:graphicFrameChg chg="mod modGraphic">
          <ac:chgData name="Al Friend" userId="e5ed79da-d858-46d4-9eed-a7a24903f2de" providerId="ADAL" clId="{7537B086-0992-4C5F-A071-F6F8659556F1}" dt="2026-01-22T15:58:00.630" v="1376"/>
          <ac:graphicFrameMkLst>
            <pc:docMk/>
            <pc:sldMk cId="3427929576" sldId="902"/>
            <ac:graphicFrameMk id="2" creationId="{23E04685-FE2C-E794-0AD6-95692BED2BED}"/>
          </ac:graphicFrameMkLst>
        </pc:graphicFrameChg>
        <pc:graphicFrameChg chg="del">
          <ac:chgData name="Al Friend" userId="e5ed79da-d858-46d4-9eed-a7a24903f2de" providerId="ADAL" clId="{7537B086-0992-4C5F-A071-F6F8659556F1}" dt="2026-01-22T15:52:20.657" v="1295" actId="478"/>
          <ac:graphicFrameMkLst>
            <pc:docMk/>
            <pc:sldMk cId="3427929576" sldId="902"/>
            <ac:graphicFrameMk id="12" creationId="{EF3A2748-AA90-BCC8-2993-A9CADABE91F9}"/>
          </ac:graphicFrameMkLst>
        </pc:graphicFrameChg>
        <pc:graphicFrameChg chg="mod">
          <ac:chgData name="Al Friend" userId="e5ed79da-d858-46d4-9eed-a7a24903f2de" providerId="ADAL" clId="{7537B086-0992-4C5F-A071-F6F8659556F1}" dt="2026-01-22T15:53:01.252" v="1299" actId="1076"/>
          <ac:graphicFrameMkLst>
            <pc:docMk/>
            <pc:sldMk cId="3427929576" sldId="902"/>
            <ac:graphicFrameMk id="22" creationId="{F1277B78-8984-8B58-5C2E-EDE193CCEAA9}"/>
          </ac:graphicFrameMkLst>
        </pc:graphicFrameChg>
        <pc:graphicFrameChg chg="mod">
          <ac:chgData name="Al Friend" userId="e5ed79da-d858-46d4-9eed-a7a24903f2de" providerId="ADAL" clId="{7537B086-0992-4C5F-A071-F6F8659556F1}" dt="2026-01-22T15:53:01.252" v="1299" actId="1076"/>
          <ac:graphicFrameMkLst>
            <pc:docMk/>
            <pc:sldMk cId="3427929576" sldId="902"/>
            <ac:graphicFrameMk id="23" creationId="{DA0004D0-54C5-7FE3-495E-2E40E17F56E7}"/>
          </ac:graphicFrameMkLst>
        </pc:graphicFrameChg>
        <pc:graphicFrameChg chg="mod modGraphic">
          <ac:chgData name="Al Friend" userId="e5ed79da-d858-46d4-9eed-a7a24903f2de" providerId="ADAL" clId="{7537B086-0992-4C5F-A071-F6F8659556F1}" dt="2026-01-22T15:57:16.270" v="1356" actId="2165"/>
          <ac:graphicFrameMkLst>
            <pc:docMk/>
            <pc:sldMk cId="3427929576" sldId="902"/>
            <ac:graphicFrameMk id="62" creationId="{2B9122F8-6167-4D85-A839-C4D5DBB12F55}"/>
          </ac:graphicFrameMkLst>
        </pc:graphicFrameChg>
        <pc:cxnChg chg="add mod">
          <ac:chgData name="Al Friend" userId="e5ed79da-d858-46d4-9eed-a7a24903f2de" providerId="ADAL" clId="{7537B086-0992-4C5F-A071-F6F8659556F1}" dt="2026-01-22T15:59:09.685" v="1400" actId="14100"/>
          <ac:cxnSpMkLst>
            <pc:docMk/>
            <pc:sldMk cId="3427929576" sldId="902"/>
            <ac:cxnSpMk id="51" creationId="{B2D81B2D-4987-42CA-8D6D-43906A2EC175}"/>
          </ac:cxnSpMkLst>
        </pc:cxnChg>
        <pc:cxnChg chg="add mod">
          <ac:chgData name="Al Friend" userId="e5ed79da-d858-46d4-9eed-a7a24903f2de" providerId="ADAL" clId="{7537B086-0992-4C5F-A071-F6F8659556F1}" dt="2026-01-22T16:04:55.836" v="1441" actId="962"/>
          <ac:cxnSpMkLst>
            <pc:docMk/>
            <pc:sldMk cId="3427929576" sldId="902"/>
            <ac:cxnSpMk id="52" creationId="{9333E855-31ED-4E6B-82EC-DCA7F6CBC7F6}"/>
          </ac:cxnSpMkLst>
        </pc:cxnChg>
        <pc:cxnChg chg="mod">
          <ac:chgData name="Al Friend" userId="e5ed79da-d858-46d4-9eed-a7a24903f2de" providerId="ADAL" clId="{7537B086-0992-4C5F-A071-F6F8659556F1}" dt="2026-01-22T15:57:41.458" v="1363" actId="14100"/>
          <ac:cxnSpMkLst>
            <pc:docMk/>
            <pc:sldMk cId="3427929576" sldId="902"/>
            <ac:cxnSpMk id="71" creationId="{5EFE38C2-8439-4C5F-9F74-44013184CA32}"/>
          </ac:cxnSpMkLst>
        </pc:cxnChg>
        <pc:cxnChg chg="mod">
          <ac:chgData name="Al Friend" userId="e5ed79da-d858-46d4-9eed-a7a24903f2de" providerId="ADAL" clId="{7537B086-0992-4C5F-A071-F6F8659556F1}" dt="2026-01-22T15:57:30.092" v="1359" actId="14100"/>
          <ac:cxnSpMkLst>
            <pc:docMk/>
            <pc:sldMk cId="3427929576" sldId="902"/>
            <ac:cxnSpMk id="72" creationId="{CB1B2BAC-3D1A-47A0-875C-8C332C63A9A8}"/>
          </ac:cxnSpMkLst>
        </pc:cxnChg>
      </pc:sldChg>
      <pc:sldChg chg="delSp modSp add modTransition modAnim modNotesTx">
        <pc:chgData name="Al Friend" userId="e5ed79da-d858-46d4-9eed-a7a24903f2de" providerId="ADAL" clId="{7537B086-0992-4C5F-A071-F6F8659556F1}" dt="2026-01-22T16:07:53.230" v="1483" actId="478"/>
        <pc:sldMkLst>
          <pc:docMk/>
          <pc:sldMk cId="4195552556" sldId="903"/>
        </pc:sldMkLst>
        <pc:spChg chg="del">
          <ac:chgData name="Al Friend" userId="e5ed79da-d858-46d4-9eed-a7a24903f2de" providerId="ADAL" clId="{7537B086-0992-4C5F-A071-F6F8659556F1}" dt="2026-01-22T16:07:46.544" v="1480" actId="478"/>
          <ac:spMkLst>
            <pc:docMk/>
            <pc:sldMk cId="4195552556" sldId="903"/>
            <ac:spMk id="10" creationId="{78B64078-CD33-E0CF-944C-B2B88EB38B02}"/>
          </ac:spMkLst>
        </pc:spChg>
        <pc:spChg chg="mod">
          <ac:chgData name="Al Friend" userId="e5ed79da-d858-46d4-9eed-a7a24903f2de" providerId="ADAL" clId="{7537B086-0992-4C5F-A071-F6F8659556F1}" dt="2026-01-22T16:07:31.329" v="1476" actId="6549"/>
          <ac:spMkLst>
            <pc:docMk/>
            <pc:sldMk cId="4195552556" sldId="903"/>
            <ac:spMk id="19" creationId="{9AB8BED7-3D03-6733-7EEB-905B6A695BC7}"/>
          </ac:spMkLst>
        </pc:spChg>
        <pc:spChg chg="del">
          <ac:chgData name="Al Friend" userId="e5ed79da-d858-46d4-9eed-a7a24903f2de" providerId="ADAL" clId="{7537B086-0992-4C5F-A071-F6F8659556F1}" dt="2026-01-22T16:07:35.115" v="1478" actId="478"/>
          <ac:spMkLst>
            <pc:docMk/>
            <pc:sldMk cId="4195552556" sldId="903"/>
            <ac:spMk id="27" creationId="{E57C248C-DECA-445B-3777-559FD76E0471}"/>
          </ac:spMkLst>
        </pc:spChg>
        <pc:spChg chg="del">
          <ac:chgData name="Al Friend" userId="e5ed79da-d858-46d4-9eed-a7a24903f2de" providerId="ADAL" clId="{7537B086-0992-4C5F-A071-F6F8659556F1}" dt="2026-01-22T16:07:35.918" v="1479" actId="478"/>
          <ac:spMkLst>
            <pc:docMk/>
            <pc:sldMk cId="4195552556" sldId="903"/>
            <ac:spMk id="31" creationId="{B4BBE812-EAF4-B48F-6791-443B03AA852A}"/>
          </ac:spMkLst>
        </pc:spChg>
        <pc:spChg chg="del">
          <ac:chgData name="Al Friend" userId="e5ed79da-d858-46d4-9eed-a7a24903f2de" providerId="ADAL" clId="{7537B086-0992-4C5F-A071-F6F8659556F1}" dt="2026-01-22T16:07:53.230" v="1483" actId="478"/>
          <ac:spMkLst>
            <pc:docMk/>
            <pc:sldMk cId="4195552556" sldId="903"/>
            <ac:spMk id="32" creationId="{12D80B6F-5F24-F5D0-D320-08DA8E3B3394}"/>
          </ac:spMkLst>
        </pc:spChg>
        <pc:spChg chg="del">
          <ac:chgData name="Al Friend" userId="e5ed79da-d858-46d4-9eed-a7a24903f2de" providerId="ADAL" clId="{7537B086-0992-4C5F-A071-F6F8659556F1}" dt="2026-01-22T16:07:34.399" v="1477" actId="478"/>
          <ac:spMkLst>
            <pc:docMk/>
            <pc:sldMk cId="4195552556" sldId="903"/>
            <ac:spMk id="35" creationId="{87DF93C4-BB49-2411-07A1-6DBE208A0AFD}"/>
          </ac:spMkLst>
        </pc:spChg>
        <pc:spChg chg="del">
          <ac:chgData name="Al Friend" userId="e5ed79da-d858-46d4-9eed-a7a24903f2de" providerId="ADAL" clId="{7537B086-0992-4C5F-A071-F6F8659556F1}" dt="2026-01-22T16:07:47.478" v="1481" actId="478"/>
          <ac:spMkLst>
            <pc:docMk/>
            <pc:sldMk cId="4195552556" sldId="903"/>
            <ac:spMk id="37" creationId="{4655A23E-6F0D-4644-8D1D-8ACA1DC5679D}"/>
          </ac:spMkLst>
        </pc:spChg>
        <pc:spChg chg="del">
          <ac:chgData name="Al Friend" userId="e5ed79da-d858-46d4-9eed-a7a24903f2de" providerId="ADAL" clId="{7537B086-0992-4C5F-A071-F6F8659556F1}" dt="2026-01-22T16:07:48.486" v="1482" actId="478"/>
          <ac:spMkLst>
            <pc:docMk/>
            <pc:sldMk cId="4195552556" sldId="903"/>
            <ac:spMk id="63" creationId="{1A04EDAE-5F98-49A8-AA3B-FEA2F8FF27D5}"/>
          </ac:spMkLst>
        </pc:spChg>
        <pc:cxnChg chg="mod">
          <ac:chgData name="Al Friend" userId="e5ed79da-d858-46d4-9eed-a7a24903f2de" providerId="ADAL" clId="{7537B086-0992-4C5F-A071-F6F8659556F1}" dt="2026-01-22T16:07:47.478" v="1481" actId="478"/>
          <ac:cxnSpMkLst>
            <pc:docMk/>
            <pc:sldMk cId="4195552556" sldId="903"/>
            <ac:cxnSpMk id="51" creationId="{B2D81B2D-4987-42CA-8D6D-43906A2EC175}"/>
          </ac:cxnSpMkLst>
        </pc:cxnChg>
        <pc:cxnChg chg="mod">
          <ac:chgData name="Al Friend" userId="e5ed79da-d858-46d4-9eed-a7a24903f2de" providerId="ADAL" clId="{7537B086-0992-4C5F-A071-F6F8659556F1}" dt="2026-01-22T16:07:47.478" v="1481" actId="478"/>
          <ac:cxnSpMkLst>
            <pc:docMk/>
            <pc:sldMk cId="4195552556" sldId="903"/>
            <ac:cxnSpMk id="52" creationId="{9333E855-31ED-4E6B-82EC-DCA7F6CBC7F6}"/>
          </ac:cxnSpMkLst>
        </pc:cxnChg>
        <pc:cxnChg chg="mod">
          <ac:chgData name="Al Friend" userId="e5ed79da-d858-46d4-9eed-a7a24903f2de" providerId="ADAL" clId="{7537B086-0992-4C5F-A071-F6F8659556F1}" dt="2026-01-22T16:07:48.486" v="1482" actId="478"/>
          <ac:cxnSpMkLst>
            <pc:docMk/>
            <pc:sldMk cId="4195552556" sldId="903"/>
            <ac:cxnSpMk id="71" creationId="{5EFE38C2-8439-4C5F-9F74-44013184CA32}"/>
          </ac:cxnSpMkLst>
        </pc:cxnChg>
        <pc:cxnChg chg="mod">
          <ac:chgData name="Al Friend" userId="e5ed79da-d858-46d4-9eed-a7a24903f2de" providerId="ADAL" clId="{7537B086-0992-4C5F-A071-F6F8659556F1}" dt="2026-01-22T16:07:48.486" v="1482" actId="478"/>
          <ac:cxnSpMkLst>
            <pc:docMk/>
            <pc:sldMk cId="4195552556" sldId="903"/>
            <ac:cxnSpMk id="72" creationId="{CB1B2BAC-3D1A-47A0-875C-8C332C63A9A8}"/>
          </ac:cxnSpMkLst>
        </pc:cxnChg>
      </pc:sldChg>
      <pc:sldMasterChg chg="modSldLayout">
        <pc:chgData name="Al Friend" userId="e5ed79da-d858-46d4-9eed-a7a24903f2de" providerId="ADAL" clId="{7537B086-0992-4C5F-A071-F6F8659556F1}" dt="2026-01-09T10:10:17.631" v="157" actId="403"/>
        <pc:sldMasterMkLst>
          <pc:docMk/>
          <pc:sldMasterMk cId="3492412801" sldId="2147483648"/>
        </pc:sldMasterMkLst>
        <pc:sldLayoutChg chg="modSp">
          <pc:chgData name="Al Friend" userId="e5ed79da-d858-46d4-9eed-a7a24903f2de" providerId="ADAL" clId="{7537B086-0992-4C5F-A071-F6F8659556F1}" dt="2026-01-08T09:16:15.128" v="82" actId="403"/>
          <pc:sldLayoutMkLst>
            <pc:docMk/>
            <pc:sldMasterMk cId="3492412801" sldId="2147483648"/>
            <pc:sldLayoutMk cId="1983201955" sldId="2147483649"/>
          </pc:sldLayoutMkLst>
          <pc:spChg chg="mod">
            <ac:chgData name="Al Friend" userId="e5ed79da-d858-46d4-9eed-a7a24903f2de" providerId="ADAL" clId="{7537B086-0992-4C5F-A071-F6F8659556F1}" dt="2026-01-08T09:16:15.128" v="82" actId="403"/>
            <ac:spMkLst>
              <pc:docMk/>
              <pc:sldMasterMk cId="3492412801" sldId="2147483648"/>
              <pc:sldLayoutMk cId="1983201955" sldId="2147483649"/>
              <ac:spMk id="3" creationId="{DF3D860D-1211-4E26-A35E-A80BC376E9A1}"/>
            </ac:spMkLst>
          </pc:spChg>
        </pc:sldLayoutChg>
        <pc:sldLayoutChg chg="modSp">
          <pc:chgData name="Al Friend" userId="e5ed79da-d858-46d4-9eed-a7a24903f2de" providerId="ADAL" clId="{7537B086-0992-4C5F-A071-F6F8659556F1}" dt="2026-01-08T08:58:12.277" v="0" actId="403"/>
          <pc:sldLayoutMkLst>
            <pc:docMk/>
            <pc:sldMasterMk cId="3492412801" sldId="2147483648"/>
            <pc:sldLayoutMk cId="4028972730" sldId="2147483650"/>
          </pc:sldLayoutMkLst>
          <pc:spChg chg="mod">
            <ac:chgData name="Al Friend" userId="e5ed79da-d858-46d4-9eed-a7a24903f2de" providerId="ADAL" clId="{7537B086-0992-4C5F-A071-F6F8659556F1}" dt="2026-01-08T08:58:12.277" v="0" actId="403"/>
            <ac:spMkLst>
              <pc:docMk/>
              <pc:sldMasterMk cId="3492412801" sldId="2147483648"/>
              <pc:sldLayoutMk cId="4028972730" sldId="2147483650"/>
              <ac:spMk id="3" creationId="{4DBFEDAD-10D4-47B6-8F35-0155F7D63DF8}"/>
            </ac:spMkLst>
          </pc:spChg>
        </pc:sldLayoutChg>
        <pc:sldLayoutChg chg="modSp">
          <pc:chgData name="Al Friend" userId="e5ed79da-d858-46d4-9eed-a7a24903f2de" providerId="ADAL" clId="{7537B086-0992-4C5F-A071-F6F8659556F1}" dt="2026-01-09T10:10:17.631" v="157" actId="403"/>
          <pc:sldLayoutMkLst>
            <pc:docMk/>
            <pc:sldMasterMk cId="3492412801" sldId="2147483648"/>
            <pc:sldLayoutMk cId="3274567511" sldId="2147483651"/>
          </pc:sldLayoutMkLst>
          <pc:spChg chg="mod">
            <ac:chgData name="Al Friend" userId="e5ed79da-d858-46d4-9eed-a7a24903f2de" providerId="ADAL" clId="{7537B086-0992-4C5F-A071-F6F8659556F1}" dt="2026-01-09T10:10:17.631" v="157" actId="403"/>
            <ac:spMkLst>
              <pc:docMk/>
              <pc:sldMasterMk cId="3492412801" sldId="2147483648"/>
              <pc:sldLayoutMk cId="3274567511" sldId="2147483651"/>
              <ac:spMk id="3" creationId="{EC8DA602-023E-4AF2-8A02-5ED3BE4E1C63}"/>
            </ac:spMkLst>
          </pc:spChg>
        </pc:sldLayoutChg>
      </pc:sldMasterChg>
    </pc:docChg>
  </pc:docChgLst>
  <pc:docChgLst>
    <pc:chgData name="Al Friend" userId="e5ed79da-d858-46d4-9eed-a7a24903f2de" providerId="ADAL" clId="{8EE75906-5173-4B3D-81F1-C9888A5A8C46}"/>
    <pc:docChg chg="modSld sldOrd modSection">
      <pc:chgData name="Al Friend" userId="e5ed79da-d858-46d4-9eed-a7a24903f2de" providerId="ADAL" clId="{8EE75906-5173-4B3D-81F1-C9888A5A8C46}" dt="2026-01-04T11:16:34.028" v="7"/>
      <pc:docMkLst>
        <pc:docMk/>
      </pc:docMkLst>
      <pc:sldChg chg="ord">
        <pc:chgData name="Al Friend" userId="e5ed79da-d858-46d4-9eed-a7a24903f2de" providerId="ADAL" clId="{8EE75906-5173-4B3D-81F1-C9888A5A8C46}" dt="2026-01-04T11:16:34.028" v="7"/>
        <pc:sldMkLst>
          <pc:docMk/>
          <pc:sldMk cId="3436463184" sldId="260"/>
        </pc:sldMkLst>
      </pc:sldChg>
      <pc:sldChg chg="ord">
        <pc:chgData name="Al Friend" userId="e5ed79da-d858-46d4-9eed-a7a24903f2de" providerId="ADAL" clId="{8EE75906-5173-4B3D-81F1-C9888A5A8C46}" dt="2026-01-04T11:16:34.028" v="7"/>
        <pc:sldMkLst>
          <pc:docMk/>
          <pc:sldMk cId="3817082245" sldId="658"/>
        </pc:sldMkLst>
      </pc:sldChg>
      <pc:sldChg chg="ord">
        <pc:chgData name="Al Friend" userId="e5ed79da-d858-46d4-9eed-a7a24903f2de" providerId="ADAL" clId="{8EE75906-5173-4B3D-81F1-C9888A5A8C46}" dt="2026-01-04T11:16:34.028" v="7"/>
        <pc:sldMkLst>
          <pc:docMk/>
          <pc:sldMk cId="861823585" sldId="661"/>
        </pc:sldMkLst>
      </pc:sldChg>
      <pc:sldChg chg="modSp mod">
        <pc:chgData name="Al Friend" userId="e5ed79da-d858-46d4-9eed-a7a24903f2de" providerId="ADAL" clId="{8EE75906-5173-4B3D-81F1-C9888A5A8C46}" dt="2026-01-03T12:11:11.321" v="1" actId="20577"/>
        <pc:sldMkLst>
          <pc:docMk/>
          <pc:sldMk cId="1265154754" sldId="689"/>
        </pc:sldMkLst>
        <pc:spChg chg="mod">
          <ac:chgData name="Al Friend" userId="e5ed79da-d858-46d4-9eed-a7a24903f2de" providerId="ADAL" clId="{8EE75906-5173-4B3D-81F1-C9888A5A8C46}" dt="2026-01-03T12:11:11.321" v="1" actId="20577"/>
          <ac:spMkLst>
            <pc:docMk/>
            <pc:sldMk cId="1265154754" sldId="689"/>
            <ac:spMk id="3" creationId="{141DFD40-5B60-02A6-A1F0-71163A85F35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22/01/2026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21455554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121</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155</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208</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222</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255</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256</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257</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258</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259</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260</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22/01/2026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22/01/2026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mod="1">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22/01/2026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22/01/2026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22/01/2026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22/01/2026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22/01/2026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22/01/2026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22/01/2026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22/01/2026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22/01/2026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22/01/2026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5.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5.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4.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4.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5.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5.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0.xml"/><Relationship Id="rId1" Type="http://schemas.openxmlformats.org/officeDocument/2006/relationships/slideLayout" Target="../slideLayouts/slideLayout5.xml"/></Relationships>
</file>

<file path=ppt/slides/_rels/slide25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1.xml"/><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6.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6.xml"/></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6.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339556" y="1380903"/>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r>
              <a:rPr lang="en-US" altLang="en-US" sz="2000" dirty="0">
                <a:solidFill>
                  <a:srgbClr val="000000"/>
                </a:solidFill>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542005" y="3318733"/>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547358" y="3138992"/>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440984267"/>
              </p:ext>
            </p:extLst>
          </p:nvPr>
        </p:nvGraphicFramePr>
        <p:xfrm>
          <a:off x="1627728"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718333711"/>
              </p:ext>
            </p:extLst>
          </p:nvPr>
        </p:nvGraphicFramePr>
        <p:xfrm>
          <a:off x="4189762"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3687554"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9444412" y="3087056"/>
            <a:ext cx="960176" cy="369332"/>
          </a:xfrm>
          <a:prstGeom prst="rect">
            <a:avLst/>
          </a:prstGeom>
          <a:noFill/>
        </p:spPr>
        <p:txBody>
          <a:bodyPr wrap="square" rtlCol="0">
            <a:spAutoFit/>
          </a:bodyPr>
          <a:lstStyle/>
          <a:p>
            <a:pPr algn="ctr"/>
            <a:r>
              <a:rPr lang="en-GB" b="1" dirty="0"/>
              <a:t>Output</a:t>
            </a:r>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5277629" y="2550350"/>
            <a:ext cx="908750" cy="369332"/>
          </a:xfrm>
          <a:prstGeom prst="rect">
            <a:avLst/>
          </a:prstGeom>
          <a:noFill/>
        </p:spPr>
        <p:txBody>
          <a:bodyPr wrap="square" rtlCol="0">
            <a:spAutoFit/>
          </a:bodyPr>
          <a:lstStyle/>
          <a:p>
            <a:pPr algn="ctr"/>
            <a:r>
              <a:rPr lang="en-GB" b="1" dirty="0"/>
              <a:t>WHERE</a:t>
            </a:r>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15822003"/>
              </p:ext>
            </p:extLst>
          </p:nvPr>
        </p:nvGraphicFramePr>
        <p:xfrm>
          <a:off x="9297057"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3151915704"/>
                  </a:ext>
                </a:extLst>
              </a:tr>
            </a:tbl>
          </a:graphicData>
        </a:graphic>
      </p:graphicFrame>
      <p:sp>
        <p:nvSpPr>
          <p:cNvPr id="38" name="Output - Arrow">
            <a:extLst>
              <a:ext uri="{FF2B5EF4-FFF2-40B4-BE49-F238E27FC236}">
                <a16:creationId xmlns:a16="http://schemas.microsoft.com/office/drawing/2014/main" id="{41B03BC3-B622-38BA-3963-2997C3543829}"/>
              </a:ext>
            </a:extLst>
          </p:cNvPr>
          <p:cNvSpPr/>
          <p:nvPr/>
        </p:nvSpPr>
        <p:spPr>
          <a:xfrm>
            <a:off x="8820092"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3322005633"/>
              </p:ext>
            </p:extLst>
          </p:nvPr>
        </p:nvGraphicFramePr>
        <p:xfrm>
          <a:off x="6752474"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6249186"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7429509" y="2836188"/>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7131023" y="3020854"/>
            <a:ext cx="298486" cy="577974"/>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8280469" y="3020854"/>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8329736"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6735023"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4139122"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4139121"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5002211"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5002212"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5798015"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5794723"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Pepper - Yellow">
            <a:extLst>
              <a:ext uri="{FF2B5EF4-FFF2-40B4-BE49-F238E27FC236}">
                <a16:creationId xmlns:a16="http://schemas.microsoft.com/office/drawing/2014/main" id="{8E30FF34-BC35-4A8B-A41B-A0E7794E8E93}"/>
              </a:ext>
            </a:extLst>
          </p:cNvPr>
          <p:cNvSpPr/>
          <p:nvPr/>
        </p:nvSpPr>
        <p:spPr>
          <a:xfrm>
            <a:off x="5000112"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1" name="Type - Arrow">
            <a:extLst>
              <a:ext uri="{FF2B5EF4-FFF2-40B4-BE49-F238E27FC236}">
                <a16:creationId xmlns:a16="http://schemas.microsoft.com/office/drawing/2014/main" id="{B2D81B2D-4987-42CA-8D6D-43906A2EC175}"/>
              </a:ext>
            </a:extLst>
          </p:cNvPr>
          <p:cNvCxnSpPr>
            <a:cxnSpLocks/>
            <a:stCxn id="37" idx="2"/>
          </p:cNvCxnSpPr>
          <p:nvPr/>
        </p:nvCxnSpPr>
        <p:spPr>
          <a:xfrm flipH="1">
            <a:off x="5394165" y="2919682"/>
            <a:ext cx="337839" cy="712969"/>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Age - Arrow">
            <a:extLst>
              <a:ext uri="{FF2B5EF4-FFF2-40B4-BE49-F238E27FC236}">
                <a16:creationId xmlns:a16="http://schemas.microsoft.com/office/drawing/2014/main" id="{9333E855-31ED-4E6B-82EC-DCA7F6CBC7F6}"/>
              </a:ext>
            </a:extLst>
          </p:cNvPr>
          <p:cNvCxnSpPr>
            <a:cxnSpLocks/>
            <a:stCxn id="37" idx="2"/>
          </p:cNvCxnSpPr>
          <p:nvPr/>
        </p:nvCxnSpPr>
        <p:spPr>
          <a:xfrm>
            <a:off x="5732004" y="2919682"/>
            <a:ext cx="266528" cy="69653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51"/>
                                        </p:tgtEl>
                                        <p:attrNameLst>
                                          <p:attrName>style.visibility</p:attrName>
                                        </p:attrNameLst>
                                      </p:cBhvr>
                                      <p:to>
                                        <p:strVal val="visible"/>
                                      </p:to>
                                    </p:set>
                                    <p:animEffect transition="in" filter="wipe(up)">
                                      <p:cBhvr>
                                        <p:cTn id="79" dur="500"/>
                                        <p:tgtEl>
                                          <p:spTgt spid="51"/>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52"/>
                                        </p:tgtEl>
                                        <p:attrNameLst>
                                          <p:attrName>style.visibility</p:attrName>
                                        </p:attrNameLst>
                                      </p:cBhvr>
                                      <p:to>
                                        <p:strVal val="visible"/>
                                      </p:to>
                                    </p:set>
                                    <p:animEffect transition="in" filter="wipe(up)">
                                      <p:cBhvr>
                                        <p:cTn id="83" dur="500"/>
                                        <p:tgtEl>
                                          <p:spTgt spid="5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9"/>
                                        </p:tgtEl>
                                        <p:attrNameLst>
                                          <p:attrName>style.visibility</p:attrName>
                                        </p:attrNameLst>
                                      </p:cBhvr>
                                      <p:to>
                                        <p:strVal val="visible"/>
                                      </p:to>
                                    </p:set>
                                    <p:animEffect transition="in" filter="wipe(left)">
                                      <p:cBhvr>
                                        <p:cTn id="88" dur="500"/>
                                        <p:tgtEl>
                                          <p:spTgt spid="49"/>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45"/>
                                        </p:tgtEl>
                                        <p:attrNameLst>
                                          <p:attrName>style.visibility</p:attrName>
                                        </p:attrNameLst>
                                      </p:cBhvr>
                                      <p:to>
                                        <p:strVal val="visible"/>
                                      </p:to>
                                    </p:set>
                                    <p:animEffect transition="in" filter="wipe(left)">
                                      <p:cBhvr>
                                        <p:cTn id="93" dur="500"/>
                                        <p:tgtEl>
                                          <p:spTgt spid="45"/>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47"/>
                                        </p:tgtEl>
                                        <p:attrNameLst>
                                          <p:attrName>style.visibility</p:attrName>
                                        </p:attrNameLst>
                                      </p:cBhvr>
                                      <p:to>
                                        <p:strVal val="visible"/>
                                      </p:to>
                                    </p:set>
                                    <p:animEffect transition="in" filter="wipe(left)">
                                      <p:cBhvr>
                                        <p:cTn id="98" dur="500"/>
                                        <p:tgtEl>
                                          <p:spTgt spid="47"/>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42"/>
                                        </p:tgtEl>
                                        <p:attrNameLst>
                                          <p:attrName>style.visibility</p:attrName>
                                        </p:attrNameLst>
                                      </p:cBhvr>
                                      <p:to>
                                        <p:strVal val="visible"/>
                                      </p:to>
                                    </p:set>
                                    <p:animEffect transition="in" filter="wipe(left)">
                                      <p:cBhvr>
                                        <p:cTn id="103" dur="1500"/>
                                        <p:tgtEl>
                                          <p:spTgt spid="42"/>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46"/>
                                        </p:tgtEl>
                                        <p:attrNameLst>
                                          <p:attrName>style.visibility</p:attrName>
                                        </p:attrNameLst>
                                      </p:cBhvr>
                                      <p:to>
                                        <p:strVal val="visible"/>
                                      </p:to>
                                    </p:set>
                                    <p:animEffect transition="in" filter="wipe(left)">
                                      <p:cBhvr>
                                        <p:cTn id="108" dur="500"/>
                                        <p:tgtEl>
                                          <p:spTgt spid="46"/>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48"/>
                                        </p:tgtEl>
                                        <p:attrNameLst>
                                          <p:attrName>style.visibility</p:attrName>
                                        </p:attrNameLst>
                                      </p:cBhvr>
                                      <p:to>
                                        <p:strVal val="visible"/>
                                      </p:to>
                                    </p:set>
                                    <p:animEffect transition="in" filter="wipe(left)">
                                      <p:cBhvr>
                                        <p:cTn id="112" dur="500"/>
                                        <p:tgtEl>
                                          <p:spTgt spid="48"/>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44"/>
                                        </p:tgtEl>
                                        <p:attrNameLst>
                                          <p:attrName>style.visibility</p:attrName>
                                        </p:attrNameLst>
                                      </p:cBhvr>
                                      <p:to>
                                        <p:strVal val="visible"/>
                                      </p:to>
                                    </p:set>
                                    <p:animEffect transition="in" filter="wipe(left)">
                                      <p:cBhvr>
                                        <p:cTn id="116" dur="1500"/>
                                        <p:tgtEl>
                                          <p:spTgt spid="44"/>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ntr" presetSubtype="8" fill="hold" grpId="0" nodeType="clickEffect">
                                  <p:stCondLst>
                                    <p:cond delay="0"/>
                                  </p:stCondLst>
                                  <p:childTnLst>
                                    <p:set>
                                      <p:cBhvr>
                                        <p:cTn id="120" dur="1" fill="hold">
                                          <p:stCondLst>
                                            <p:cond delay="0"/>
                                          </p:stCondLst>
                                        </p:cTn>
                                        <p:tgtEl>
                                          <p:spTgt spid="43"/>
                                        </p:tgtEl>
                                        <p:attrNameLst>
                                          <p:attrName>style.visibility</p:attrName>
                                        </p:attrNameLst>
                                      </p:cBhvr>
                                      <p:to>
                                        <p:strVal val="visible"/>
                                      </p:to>
                                    </p:set>
                                    <p:animEffect transition="in" filter="wipe(left)">
                                      <p:cBhvr>
                                        <p:cTn id="121" dur="1000"/>
                                        <p:tgtEl>
                                          <p:spTgt spid="43"/>
                                        </p:tgtEl>
                                      </p:cBhvr>
                                    </p:animEffect>
                                  </p:childTnLst>
                                </p:cTn>
                              </p:par>
                            </p:childTnLst>
                          </p:cTn>
                        </p:par>
                        <p:par>
                          <p:cTn id="122" fill="hold">
                            <p:stCondLst>
                              <p:cond delay="1000"/>
                            </p:stCondLst>
                            <p:childTnLst>
                              <p:par>
                                <p:cTn id="123" presetID="22" presetClass="entr" presetSubtype="8" fill="hold" nodeType="afterEffect">
                                  <p:stCondLst>
                                    <p:cond delay="0"/>
                                  </p:stCondLst>
                                  <p:childTnLst>
                                    <p:set>
                                      <p:cBhvr>
                                        <p:cTn id="124" dur="1" fill="hold">
                                          <p:stCondLst>
                                            <p:cond delay="0"/>
                                          </p:stCondLst>
                                        </p:cTn>
                                        <p:tgtEl>
                                          <p:spTgt spid="62"/>
                                        </p:tgtEl>
                                        <p:attrNameLst>
                                          <p:attrName>style.visibility</p:attrName>
                                        </p:attrNameLst>
                                      </p:cBhvr>
                                      <p:to>
                                        <p:strVal val="visible"/>
                                      </p:to>
                                    </p:set>
                                    <p:animEffect transition="in" filter="wipe(left)">
                                      <p:cBhvr>
                                        <p:cTn id="125" dur="2000"/>
                                        <p:tgtEl>
                                          <p:spTgt spid="62"/>
                                        </p:tgtEl>
                                      </p:cBhvr>
                                    </p:animEffect>
                                  </p:childTnLst>
                                </p:cTn>
                              </p:par>
                            </p:childTnLst>
                          </p:cTn>
                        </p:par>
                        <p:par>
                          <p:cTn id="126" fill="hold">
                            <p:stCondLst>
                              <p:cond delay="3000"/>
                            </p:stCondLst>
                            <p:childTnLst>
                              <p:par>
                                <p:cTn id="127" presetID="22" presetClass="exit" presetSubtype="8" fill="hold" grpId="1" nodeType="afterEffect">
                                  <p:stCondLst>
                                    <p:cond delay="0"/>
                                  </p:stCondLst>
                                  <p:childTnLst>
                                    <p:animEffect transition="out" filter="wipe(left)">
                                      <p:cBhvr>
                                        <p:cTn id="128" dur="500"/>
                                        <p:tgtEl>
                                          <p:spTgt spid="35"/>
                                        </p:tgtEl>
                                      </p:cBhvr>
                                    </p:animEffect>
                                    <p:set>
                                      <p:cBhvr>
                                        <p:cTn id="129" dur="1" fill="hold">
                                          <p:stCondLst>
                                            <p:cond delay="499"/>
                                          </p:stCondLst>
                                        </p:cTn>
                                        <p:tgtEl>
                                          <p:spTgt spid="35"/>
                                        </p:tgtEl>
                                        <p:attrNameLst>
                                          <p:attrName>style.visibility</p:attrName>
                                        </p:attrNameLst>
                                      </p:cBhvr>
                                      <p:to>
                                        <p:strVal val="hidden"/>
                                      </p:to>
                                    </p:set>
                                  </p:childTnLst>
                                </p:cTn>
                              </p:par>
                            </p:childTnLst>
                          </p:cTn>
                        </p:par>
                      </p:childTnLst>
                    </p:cTn>
                  </p:par>
                  <p:par>
                    <p:cTn id="130" fill="hold">
                      <p:stCondLst>
                        <p:cond delay="indefinite"/>
                      </p:stCondLst>
                      <p:childTnLst>
                        <p:par>
                          <p:cTn id="131" fill="hold">
                            <p:stCondLst>
                              <p:cond delay="0"/>
                            </p:stCondLst>
                            <p:childTnLst>
                              <p:par>
                                <p:cTn id="132" presetID="22" presetClass="entr" presetSubtype="8" fill="hold" grpId="0" nodeType="clickEffect">
                                  <p:stCondLst>
                                    <p:cond delay="0"/>
                                  </p:stCondLst>
                                  <p:childTnLst>
                                    <p:set>
                                      <p:cBhvr>
                                        <p:cTn id="133" dur="1" fill="hold">
                                          <p:stCondLst>
                                            <p:cond delay="0"/>
                                          </p:stCondLst>
                                        </p:cTn>
                                        <p:tgtEl>
                                          <p:spTgt spid="31"/>
                                        </p:tgtEl>
                                        <p:attrNameLst>
                                          <p:attrName>style.visibility</p:attrName>
                                        </p:attrNameLst>
                                      </p:cBhvr>
                                      <p:to>
                                        <p:strVal val="visible"/>
                                      </p:to>
                                    </p:set>
                                    <p:animEffect transition="in" filter="wipe(left)">
                                      <p:cBhvr>
                                        <p:cTn id="134" dur="1000"/>
                                        <p:tgtEl>
                                          <p:spTgt spid="31"/>
                                        </p:tgtEl>
                                      </p:cBhvr>
                                    </p:animEffect>
                                  </p:childTnLst>
                                </p:cTn>
                              </p:par>
                            </p:childTnLst>
                          </p:cTn>
                        </p:par>
                        <p:par>
                          <p:cTn id="135" fill="hold">
                            <p:stCondLst>
                              <p:cond delay="1000"/>
                            </p:stCondLst>
                            <p:childTnLst>
                              <p:par>
                                <p:cTn id="136" presetID="22" presetClass="entr" presetSubtype="8" fill="hold" grpId="0" nodeType="afterEffect">
                                  <p:stCondLst>
                                    <p:cond delay="0"/>
                                  </p:stCondLst>
                                  <p:childTnLst>
                                    <p:set>
                                      <p:cBhvr>
                                        <p:cTn id="137" dur="1" fill="hold">
                                          <p:stCondLst>
                                            <p:cond delay="0"/>
                                          </p:stCondLst>
                                        </p:cTn>
                                        <p:tgtEl>
                                          <p:spTgt spid="63"/>
                                        </p:tgtEl>
                                        <p:attrNameLst>
                                          <p:attrName>style.visibility</p:attrName>
                                        </p:attrNameLst>
                                      </p:cBhvr>
                                      <p:to>
                                        <p:strVal val="visible"/>
                                      </p:to>
                                    </p:set>
                                    <p:animEffect transition="in" filter="wipe(left)">
                                      <p:cBhvr>
                                        <p:cTn id="138" dur="500"/>
                                        <p:tgtEl>
                                          <p:spTgt spid="63"/>
                                        </p:tgtEl>
                                      </p:cBhvr>
                                    </p:animEffect>
                                  </p:childTnLst>
                                </p:cTn>
                              </p:par>
                            </p:childTnLst>
                          </p:cTn>
                        </p:par>
                        <p:par>
                          <p:cTn id="139" fill="hold">
                            <p:stCondLst>
                              <p:cond delay="1500"/>
                            </p:stCondLst>
                            <p:childTnLst>
                              <p:par>
                                <p:cTn id="140" presetID="22" presetClass="entr" presetSubtype="1" fill="hold" nodeType="afterEffect">
                                  <p:stCondLst>
                                    <p:cond delay="0"/>
                                  </p:stCondLst>
                                  <p:childTnLst>
                                    <p:set>
                                      <p:cBhvr>
                                        <p:cTn id="141" dur="1" fill="hold">
                                          <p:stCondLst>
                                            <p:cond delay="0"/>
                                          </p:stCondLst>
                                        </p:cTn>
                                        <p:tgtEl>
                                          <p:spTgt spid="71"/>
                                        </p:tgtEl>
                                        <p:attrNameLst>
                                          <p:attrName>style.visibility</p:attrName>
                                        </p:attrNameLst>
                                      </p:cBhvr>
                                      <p:to>
                                        <p:strVal val="visible"/>
                                      </p:to>
                                    </p:set>
                                    <p:animEffect transition="in" filter="wipe(up)">
                                      <p:cBhvr>
                                        <p:cTn id="142" dur="500"/>
                                        <p:tgtEl>
                                          <p:spTgt spid="71"/>
                                        </p:tgtEl>
                                      </p:cBhvr>
                                    </p:animEffect>
                                  </p:childTnLst>
                                </p:cTn>
                              </p:par>
                            </p:childTnLst>
                          </p:cTn>
                        </p:par>
                        <p:par>
                          <p:cTn id="143" fill="hold">
                            <p:stCondLst>
                              <p:cond delay="2000"/>
                            </p:stCondLst>
                            <p:childTnLst>
                              <p:par>
                                <p:cTn id="144" presetID="22" presetClass="entr" presetSubtype="1" fill="hold" grpId="0" nodeType="afterEffect">
                                  <p:stCondLst>
                                    <p:cond delay="0"/>
                                  </p:stCondLst>
                                  <p:childTnLst>
                                    <p:set>
                                      <p:cBhvr>
                                        <p:cTn id="145" dur="1" fill="hold">
                                          <p:stCondLst>
                                            <p:cond delay="0"/>
                                          </p:stCondLst>
                                        </p:cTn>
                                        <p:tgtEl>
                                          <p:spTgt spid="76"/>
                                        </p:tgtEl>
                                        <p:attrNameLst>
                                          <p:attrName>style.visibility</p:attrName>
                                        </p:attrNameLst>
                                      </p:cBhvr>
                                      <p:to>
                                        <p:strVal val="visible"/>
                                      </p:to>
                                    </p:set>
                                    <p:animEffect transition="in" filter="wipe(up)">
                                      <p:cBhvr>
                                        <p:cTn id="146" dur="1000"/>
                                        <p:tgtEl>
                                          <p:spTgt spid="76"/>
                                        </p:tgtEl>
                                      </p:cBhvr>
                                    </p:animEffect>
                                  </p:childTnLst>
                                </p:cTn>
                              </p:par>
                            </p:childTnLst>
                          </p:cTn>
                        </p:par>
                        <p:par>
                          <p:cTn id="147" fill="hold">
                            <p:stCondLst>
                              <p:cond delay="3000"/>
                            </p:stCondLst>
                            <p:childTnLst>
                              <p:par>
                                <p:cTn id="148" presetID="22" presetClass="entr" presetSubtype="1" fill="hold" nodeType="afterEffect">
                                  <p:stCondLst>
                                    <p:cond delay="0"/>
                                  </p:stCondLst>
                                  <p:childTnLst>
                                    <p:set>
                                      <p:cBhvr>
                                        <p:cTn id="149" dur="1" fill="hold">
                                          <p:stCondLst>
                                            <p:cond delay="0"/>
                                          </p:stCondLst>
                                        </p:cTn>
                                        <p:tgtEl>
                                          <p:spTgt spid="72"/>
                                        </p:tgtEl>
                                        <p:attrNameLst>
                                          <p:attrName>style.visibility</p:attrName>
                                        </p:attrNameLst>
                                      </p:cBhvr>
                                      <p:to>
                                        <p:strVal val="visible"/>
                                      </p:to>
                                    </p:set>
                                    <p:animEffect transition="in" filter="wipe(up)">
                                      <p:cBhvr>
                                        <p:cTn id="150" dur="500"/>
                                        <p:tgtEl>
                                          <p:spTgt spid="72"/>
                                        </p:tgtEl>
                                      </p:cBhvr>
                                    </p:animEffect>
                                  </p:childTnLst>
                                </p:cTn>
                              </p:par>
                            </p:childTnLst>
                          </p:cTn>
                        </p:par>
                        <p:par>
                          <p:cTn id="151" fill="hold">
                            <p:stCondLst>
                              <p:cond delay="3500"/>
                            </p:stCondLst>
                            <p:childTnLst>
                              <p:par>
                                <p:cTn id="152" presetID="22" presetClass="entr" presetSubtype="1" fill="hold" grpId="0" nodeType="afterEffect">
                                  <p:stCondLst>
                                    <p:cond delay="0"/>
                                  </p:stCondLst>
                                  <p:childTnLst>
                                    <p:set>
                                      <p:cBhvr>
                                        <p:cTn id="153" dur="1" fill="hold">
                                          <p:stCondLst>
                                            <p:cond delay="0"/>
                                          </p:stCondLst>
                                        </p:cTn>
                                        <p:tgtEl>
                                          <p:spTgt spid="75"/>
                                        </p:tgtEl>
                                        <p:attrNameLst>
                                          <p:attrName>style.visibility</p:attrName>
                                        </p:attrNameLst>
                                      </p:cBhvr>
                                      <p:to>
                                        <p:strVal val="visible"/>
                                      </p:to>
                                    </p:set>
                                    <p:animEffect transition="in" filter="wipe(up)">
                                      <p:cBhvr>
                                        <p:cTn id="154" dur="1000"/>
                                        <p:tgtEl>
                                          <p:spTgt spid="75"/>
                                        </p:tgtEl>
                                      </p:cBhvr>
                                    </p:animEffect>
                                  </p:childTnLst>
                                </p:cTn>
                              </p:par>
                            </p:childTnLst>
                          </p:cTn>
                        </p:par>
                        <p:par>
                          <p:cTn id="155" fill="hold">
                            <p:stCondLst>
                              <p:cond delay="4500"/>
                            </p:stCondLst>
                            <p:childTnLst>
                              <p:par>
                                <p:cTn id="156" presetID="22" presetClass="exit" presetSubtype="8" fill="hold" grpId="1" nodeType="afterEffect">
                                  <p:stCondLst>
                                    <p:cond delay="0"/>
                                  </p:stCondLst>
                                  <p:childTnLst>
                                    <p:animEffect transition="out" filter="wipe(left)">
                                      <p:cBhvr>
                                        <p:cTn id="157" dur="500"/>
                                        <p:tgtEl>
                                          <p:spTgt spid="31"/>
                                        </p:tgtEl>
                                      </p:cBhvr>
                                    </p:animEffect>
                                    <p:set>
                                      <p:cBhvr>
                                        <p:cTn id="158" dur="1" fill="hold">
                                          <p:stCondLst>
                                            <p:cond delay="499"/>
                                          </p:stCondLst>
                                        </p:cTn>
                                        <p:tgtEl>
                                          <p:spTgt spid="31"/>
                                        </p:tgtEl>
                                        <p:attrNameLst>
                                          <p:attrName>style.visibility</p:attrName>
                                        </p:attrNameLst>
                                      </p:cBhvr>
                                      <p:to>
                                        <p:strVal val="hidden"/>
                                      </p:to>
                                    </p:set>
                                  </p:childTnLst>
                                </p:cTn>
                              </p:par>
                            </p:childTnLst>
                          </p:cTn>
                        </p:par>
                      </p:childTnLst>
                    </p:cTn>
                  </p:par>
                  <p:par>
                    <p:cTn id="159" fill="hold">
                      <p:stCondLst>
                        <p:cond delay="indefinite"/>
                      </p:stCondLst>
                      <p:childTnLst>
                        <p:par>
                          <p:cTn id="160" fill="hold">
                            <p:stCondLst>
                              <p:cond delay="0"/>
                            </p:stCondLst>
                            <p:childTnLst>
                              <p:par>
                                <p:cTn id="161" presetID="22" presetClass="entr" presetSubtype="8" fill="hold" grpId="0" nodeType="clickEffect">
                                  <p:stCondLst>
                                    <p:cond delay="0"/>
                                  </p:stCondLst>
                                  <p:childTnLst>
                                    <p:set>
                                      <p:cBhvr>
                                        <p:cTn id="162" dur="1" fill="hold">
                                          <p:stCondLst>
                                            <p:cond delay="0"/>
                                          </p:stCondLst>
                                        </p:cTn>
                                        <p:tgtEl>
                                          <p:spTgt spid="38"/>
                                        </p:tgtEl>
                                        <p:attrNameLst>
                                          <p:attrName>style.visibility</p:attrName>
                                        </p:attrNameLst>
                                      </p:cBhvr>
                                      <p:to>
                                        <p:strVal val="visible"/>
                                      </p:to>
                                    </p:set>
                                    <p:animEffect transition="in" filter="wipe(left)">
                                      <p:cBhvr>
                                        <p:cTn id="163" dur="1000"/>
                                        <p:tgtEl>
                                          <p:spTgt spid="38"/>
                                        </p:tgtEl>
                                      </p:cBhvr>
                                    </p:animEffect>
                                  </p:childTnLst>
                                </p:cTn>
                              </p:par>
                            </p:childTnLst>
                          </p:cTn>
                        </p:par>
                        <p:par>
                          <p:cTn id="164" fill="hold">
                            <p:stCondLst>
                              <p:cond delay="1000"/>
                            </p:stCondLst>
                            <p:childTnLst>
                              <p:par>
                                <p:cTn id="165" presetID="22" presetClass="entr" presetSubtype="8" fill="hold" grpId="0" nodeType="afterEffect">
                                  <p:stCondLst>
                                    <p:cond delay="0"/>
                                  </p:stCondLst>
                                  <p:childTnLst>
                                    <p:set>
                                      <p:cBhvr>
                                        <p:cTn id="166" dur="1" fill="hold">
                                          <p:stCondLst>
                                            <p:cond delay="0"/>
                                          </p:stCondLst>
                                        </p:cTn>
                                        <p:tgtEl>
                                          <p:spTgt spid="32"/>
                                        </p:tgtEl>
                                        <p:attrNameLst>
                                          <p:attrName>style.visibility</p:attrName>
                                        </p:attrNameLst>
                                      </p:cBhvr>
                                      <p:to>
                                        <p:strVal val="visible"/>
                                      </p:to>
                                    </p:set>
                                    <p:animEffect transition="in" filter="wipe(left)">
                                      <p:cBhvr>
                                        <p:cTn id="167" dur="500"/>
                                        <p:tgtEl>
                                          <p:spTgt spid="32"/>
                                        </p:tgtEl>
                                      </p:cBhvr>
                                    </p:animEffect>
                                  </p:childTnLst>
                                </p:cTn>
                              </p:par>
                            </p:childTnLst>
                          </p:cTn>
                        </p:par>
                        <p:par>
                          <p:cTn id="168" fill="hold">
                            <p:stCondLst>
                              <p:cond delay="1500"/>
                            </p:stCondLst>
                            <p:childTnLst>
                              <p:par>
                                <p:cTn id="169" presetID="22" presetClass="entr" presetSubtype="1" fill="hold" nodeType="afterEffect">
                                  <p:stCondLst>
                                    <p:cond delay="0"/>
                                  </p:stCondLst>
                                  <p:childTnLst>
                                    <p:set>
                                      <p:cBhvr>
                                        <p:cTn id="170" dur="1" fill="hold">
                                          <p:stCondLst>
                                            <p:cond delay="0"/>
                                          </p:stCondLst>
                                        </p:cTn>
                                        <p:tgtEl>
                                          <p:spTgt spid="2"/>
                                        </p:tgtEl>
                                        <p:attrNameLst>
                                          <p:attrName>style.visibility</p:attrName>
                                        </p:attrNameLst>
                                      </p:cBhvr>
                                      <p:to>
                                        <p:strVal val="visible"/>
                                      </p:to>
                                    </p:set>
                                    <p:animEffect transition="in" filter="wipe(up)">
                                      <p:cBhvr>
                                        <p:cTn id="17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35" grpId="0" animBg="1"/>
      <p:bldP spid="35" grpId="1" animBg="1"/>
      <p:bldP spid="37" grpId="0"/>
      <p:bldP spid="38" grpId="0" animBg="1"/>
      <p:bldP spid="43" grpId="0" animBg="1"/>
      <p:bldP spid="63" grpId="0"/>
      <p:bldP spid="75" grpId="0" animBg="1"/>
      <p:bldP spid="76" grpId="0" animBg="1"/>
      <p:bldP spid="42" grpId="0" animBg="1"/>
      <p:bldP spid="44" grpId="0" animBg="1"/>
      <p:bldP spid="45" grpId="0" animBg="1"/>
      <p:bldP spid="46" grpId="0" animBg="1"/>
      <p:bldP spid="47" grpId="0" animBg="1"/>
      <p:bldP spid="48" grpId="0" animBg="1"/>
      <p:bldP spid="49"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r>
              <a:rPr lang="en-US" altLang="en-US" sz="2000" dirty="0">
                <a:solidFill>
                  <a:srgbClr val="000000"/>
                </a:solidFill>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542005" y="3318733"/>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nvPr>
        </p:nvGraphicFramePr>
        <p:xfrm>
          <a:off x="1627728"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nvPr>
        </p:nvGraphicFramePr>
        <p:xfrm>
          <a:off x="4189762"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3687554"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nvPr>
        </p:nvGraphicFramePr>
        <p:xfrm>
          <a:off x="9297057"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3151915704"/>
                  </a:ext>
                </a:extLst>
              </a:tr>
            </a:tbl>
          </a:graphicData>
        </a:graphic>
      </p:graphicFrame>
      <p:sp>
        <p:nvSpPr>
          <p:cNvPr id="38" name="Output - Arrow">
            <a:extLst>
              <a:ext uri="{FF2B5EF4-FFF2-40B4-BE49-F238E27FC236}">
                <a16:creationId xmlns:a16="http://schemas.microsoft.com/office/drawing/2014/main" id="{41B03BC3-B622-38BA-3963-2997C3543829}"/>
              </a:ext>
            </a:extLst>
          </p:cNvPr>
          <p:cNvSpPr/>
          <p:nvPr/>
        </p:nvSpPr>
        <p:spPr>
          <a:xfrm>
            <a:off x="8820092"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nvPr>
        </p:nvGraphicFramePr>
        <p:xfrm>
          <a:off x="6752474"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6249186"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7131023" y="3020854"/>
            <a:ext cx="298486" cy="577974"/>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8280469" y="3020854"/>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8329736"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6735023"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4139122"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4139121"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5002211"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5002212"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5798015"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5794723"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Pepper - Yellow">
            <a:extLst>
              <a:ext uri="{FF2B5EF4-FFF2-40B4-BE49-F238E27FC236}">
                <a16:creationId xmlns:a16="http://schemas.microsoft.com/office/drawing/2014/main" id="{8E30FF34-BC35-4A8B-A41B-A0E7794E8E93}"/>
              </a:ext>
            </a:extLst>
          </p:cNvPr>
          <p:cNvSpPr/>
          <p:nvPr/>
        </p:nvSpPr>
        <p:spPr>
          <a:xfrm>
            <a:off x="5000112"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1" name="Type - Arrow">
            <a:extLst>
              <a:ext uri="{FF2B5EF4-FFF2-40B4-BE49-F238E27FC236}">
                <a16:creationId xmlns:a16="http://schemas.microsoft.com/office/drawing/2014/main" id="{B2D81B2D-4987-42CA-8D6D-43906A2EC175}"/>
              </a:ext>
            </a:extLst>
          </p:cNvPr>
          <p:cNvCxnSpPr>
            <a:cxnSpLocks/>
          </p:cNvCxnSpPr>
          <p:nvPr/>
        </p:nvCxnSpPr>
        <p:spPr>
          <a:xfrm flipH="1">
            <a:off x="5394165" y="2919682"/>
            <a:ext cx="337839" cy="712969"/>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Age - Arrow">
            <a:extLst>
              <a:ext uri="{FF2B5EF4-FFF2-40B4-BE49-F238E27FC236}">
                <a16:creationId xmlns:a16="http://schemas.microsoft.com/office/drawing/2014/main" id="{9333E855-31ED-4E6B-82EC-DCA7F6CBC7F6}"/>
              </a:ext>
            </a:extLst>
          </p:cNvPr>
          <p:cNvCxnSpPr>
            <a:cxnSpLocks/>
          </p:cNvCxnSpPr>
          <p:nvPr/>
        </p:nvCxnSpPr>
        <p:spPr>
          <a:xfrm>
            <a:off x="5732004" y="2919682"/>
            <a:ext cx="266528" cy="69653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9555255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455</TotalTime>
  <Words>12082</Words>
  <Application>Microsoft Office PowerPoint</Application>
  <PresentationFormat>Widescreen</PresentationFormat>
  <Paragraphs>4940</Paragraphs>
  <Slides>260</Slides>
  <Notes>206</Notes>
  <HiddenSlides>119</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260</vt:i4>
      </vt:variant>
    </vt:vector>
  </HeadingPairs>
  <TitlesOfParts>
    <vt:vector size="268"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478</cp:revision>
  <cp:lastPrinted>2021-06-18T08:15:49Z</cp:lastPrinted>
  <dcterms:created xsi:type="dcterms:W3CDTF">2020-11-23T14:36:09Z</dcterms:created>
  <dcterms:modified xsi:type="dcterms:W3CDTF">2026-01-22T16:09:17Z</dcterms:modified>
</cp:coreProperties>
</file>