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48"/>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19T08:50:25.606" v="3141" actId="20577"/>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2-19T08:50:25.606" v="3141" actId="20577"/>
        <pc:sldMkLst>
          <pc:docMk/>
          <pc:sldMk cId="456428960" sldId="737"/>
        </pc:sldMkLst>
        <pc:spChg chg="mod">
          <ac:chgData name="Al Friend" userId="e5ed79da-d858-46d4-9eed-a7a24903f2de" providerId="ADAL" clId="{7537B086-0992-4C5F-A071-F6F8659556F1}" dt="2026-02-19T08:50:25.606" v="3141" actId="20577"/>
          <ac:spMkLst>
            <pc:docMk/>
            <pc:sldMk cId="456428960" sldId="737"/>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19/02/2026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62</TotalTime>
  <Words>12208</Words>
  <Application>Microsoft Office PowerPoint</Application>
  <PresentationFormat>Widescreen</PresentationFormat>
  <Paragraphs>5002</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491</cp:revision>
  <cp:lastPrinted>2021-06-18T08:15:49Z</cp:lastPrinted>
  <dcterms:created xsi:type="dcterms:W3CDTF">2020-11-23T14:36:09Z</dcterms:created>
  <dcterms:modified xsi:type="dcterms:W3CDTF">2026-02-19T09:02:49Z</dcterms:modified>
</cp:coreProperties>
</file>