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heme/themeOverride1.xml" ContentType="application/vnd.openxmlformats-officedocument.themeOverride+xml"/>
  <Override PartName="/ppt/notesSlides/notesSlide50.xml" ContentType="application/vnd.openxmlformats-officedocument.presentationml.notesSlide+xml"/>
  <Override PartName="/ppt/theme/themeOverride2.xml" ContentType="application/vnd.openxmlformats-officedocument.themeOverride+xml"/>
  <Override PartName="/ppt/notesSlides/notesSlide51.xml" ContentType="application/vnd.openxmlformats-officedocument.presentationml.notesSlide+xml"/>
  <Override PartName="/ppt/theme/themeOverride3.xml" ContentType="application/vnd.openxmlformats-officedocument.themeOverride+xml"/>
  <Override PartName="/ppt/notesSlides/notesSlide52.xml" ContentType="application/vnd.openxmlformats-officedocument.presentationml.notesSlide+xml"/>
  <Override PartName="/ppt/theme/themeOverride4.xml" ContentType="application/vnd.openxmlformats-officedocument.themeOverride+xml"/>
  <Override PartName="/ppt/notesSlides/notesSlide53.xml" ContentType="application/vnd.openxmlformats-officedocument.presentationml.notesSlide+xml"/>
  <Override PartName="/ppt/theme/themeOverride5.xml" ContentType="application/vnd.openxmlformats-officedocument.themeOverride+xml"/>
  <Override PartName="/ppt/notesSlides/notesSlide54.xml" ContentType="application/vnd.openxmlformats-officedocument.presentationml.notesSlide+xml"/>
  <Override PartName="/ppt/theme/themeOverride6.xml" ContentType="application/vnd.openxmlformats-officedocument.themeOverr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0"/>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471" r:id="rId59"/>
    <p:sldId id="713" r:id="rId60"/>
    <p:sldId id="664" r:id="rId61"/>
    <p:sldId id="539" r:id="rId62"/>
    <p:sldId id="665" r:id="rId63"/>
    <p:sldId id="896" r:id="rId64"/>
    <p:sldId id="897" r:id="rId65"/>
    <p:sldId id="898" r:id="rId66"/>
    <p:sldId id="899" r:id="rId67"/>
    <p:sldId id="773" r:id="rId68"/>
    <p:sldId id="833" r:id="rId69"/>
    <p:sldId id="543" r:id="rId70"/>
    <p:sldId id="441" r:id="rId71"/>
    <p:sldId id="669" r:id="rId72"/>
    <p:sldId id="730" r:id="rId73"/>
    <p:sldId id="731" r:id="rId74"/>
    <p:sldId id="544" r:id="rId75"/>
    <p:sldId id="445" r:id="rId76"/>
    <p:sldId id="732" r:id="rId77"/>
    <p:sldId id="853" r:id="rId78"/>
    <p:sldId id="444" r:id="rId79"/>
    <p:sldId id="447" r:id="rId80"/>
    <p:sldId id="460" r:id="rId81"/>
    <p:sldId id="446" r:id="rId82"/>
    <p:sldId id="671" r:id="rId83"/>
    <p:sldId id="521" r:id="rId84"/>
    <p:sldId id="735" r:id="rId85"/>
    <p:sldId id="776" r:id="rId86"/>
    <p:sldId id="855" r:id="rId87"/>
    <p:sldId id="854" r:id="rId88"/>
    <p:sldId id="857" r:id="rId89"/>
    <p:sldId id="450" r:id="rId90"/>
    <p:sldId id="449" r:id="rId91"/>
    <p:sldId id="675" r:id="rId92"/>
    <p:sldId id="862" r:id="rId93"/>
    <p:sldId id="863" r:id="rId94"/>
    <p:sldId id="864" r:id="rId95"/>
    <p:sldId id="865" r:id="rId96"/>
    <p:sldId id="468" r:id="rId97"/>
    <p:sldId id="673" r:id="rId98"/>
    <p:sldId id="570" r:id="rId99"/>
    <p:sldId id="674" r:id="rId100"/>
    <p:sldId id="451" r:id="rId101"/>
    <p:sldId id="452" r:id="rId102"/>
    <p:sldId id="676" r:id="rId103"/>
    <p:sldId id="736" r:id="rId104"/>
    <p:sldId id="737" r:id="rId105"/>
    <p:sldId id="574" r:id="rId106"/>
    <p:sldId id="677" r:id="rId107"/>
    <p:sldId id="454" r:id="rId108"/>
    <p:sldId id="453" r:id="rId109"/>
    <p:sldId id="678" r:id="rId110"/>
    <p:sldId id="738" r:id="rId111"/>
    <p:sldId id="739" r:id="rId112"/>
    <p:sldId id="778" r:id="rId113"/>
    <p:sldId id="781" r:id="rId114"/>
    <p:sldId id="545" r:id="rId115"/>
    <p:sldId id="577" r:id="rId116"/>
    <p:sldId id="715" r:id="rId117"/>
    <p:sldId id="743" r:id="rId118"/>
    <p:sldId id="586" r:id="rId119"/>
    <p:sldId id="714" r:id="rId120"/>
    <p:sldId id="588" r:id="rId121"/>
    <p:sldId id="752" r:id="rId122"/>
    <p:sldId id="748" r:id="rId123"/>
    <p:sldId id="750" r:id="rId124"/>
    <p:sldId id="749" r:id="rId125"/>
    <p:sldId id="751" r:id="rId126"/>
    <p:sldId id="587" r:id="rId127"/>
    <p:sldId id="702" r:id="rId128"/>
    <p:sldId id="754" r:id="rId129"/>
    <p:sldId id="670" r:id="rId130"/>
    <p:sldId id="717" r:id="rId131"/>
    <p:sldId id="728" r:id="rId132"/>
    <p:sldId id="719" r:id="rId133"/>
    <p:sldId id="780" r:id="rId134"/>
    <p:sldId id="718" r:id="rId135"/>
    <p:sldId id="703" r:id="rId136"/>
    <p:sldId id="581" r:id="rId137"/>
    <p:sldId id="753" r:id="rId138"/>
    <p:sldId id="582" r:id="rId139"/>
    <p:sldId id="705" r:id="rId140"/>
    <p:sldId id="755" r:id="rId141"/>
    <p:sldId id="756" r:id="rId142"/>
    <p:sldId id="724" r:id="rId143"/>
    <p:sldId id="726" r:id="rId144"/>
    <p:sldId id="723" r:id="rId145"/>
    <p:sldId id="706" r:id="rId146"/>
    <p:sldId id="584" r:id="rId147"/>
    <p:sldId id="707" r:id="rId148"/>
    <p:sldId id="725" r:id="rId149"/>
    <p:sldId id="727" r:id="rId150"/>
    <p:sldId id="461" r:id="rId151"/>
    <p:sldId id="729" r:id="rId152"/>
    <p:sldId id="819" r:id="rId153"/>
    <p:sldId id="256" r:id="rId154"/>
    <p:sldId id="524" r:id="rId155"/>
    <p:sldId id="820" r:id="rId156"/>
    <p:sldId id="821" r:id="rId157"/>
    <p:sldId id="822" r:id="rId158"/>
    <p:sldId id="823" r:id="rId159"/>
    <p:sldId id="824" r:id="rId160"/>
    <p:sldId id="826" r:id="rId161"/>
    <p:sldId id="523" r:id="rId162"/>
    <p:sldId id="827" r:id="rId163"/>
    <p:sldId id="690" r:id="rId164"/>
    <p:sldId id="480" r:id="rId165"/>
    <p:sldId id="777" r:id="rId166"/>
    <p:sldId id="680" r:id="rId167"/>
    <p:sldId id="684" r:id="rId168"/>
    <p:sldId id="682" r:id="rId169"/>
    <p:sldId id="681" r:id="rId170"/>
    <p:sldId id="874" r:id="rId171"/>
    <p:sldId id="482" r:id="rId172"/>
    <p:sldId id="873" r:id="rId173"/>
    <p:sldId id="842" r:id="rId174"/>
    <p:sldId id="843" r:id="rId175"/>
    <p:sldId id="846" r:id="rId176"/>
    <p:sldId id="850" r:id="rId177"/>
    <p:sldId id="847" r:id="rId178"/>
    <p:sldId id="849" r:id="rId179"/>
    <p:sldId id="828" r:id="rId180"/>
    <p:sldId id="829" r:id="rId181"/>
    <p:sldId id="533" r:id="rId182"/>
    <p:sldId id="763" r:id="rId183"/>
    <p:sldId id="761" r:id="rId184"/>
    <p:sldId id="759" r:id="rId185"/>
    <p:sldId id="760" r:id="rId186"/>
    <p:sldId id="757" r:id="rId187"/>
    <p:sldId id="758" r:id="rId188"/>
    <p:sldId id="501" r:id="rId189"/>
    <p:sldId id="508" r:id="rId190"/>
    <p:sldId id="495" r:id="rId191"/>
    <p:sldId id="509" r:id="rId192"/>
    <p:sldId id="493" r:id="rId193"/>
    <p:sldId id="528" r:id="rId194"/>
    <p:sldId id="529" r:id="rId195"/>
    <p:sldId id="530" r:id="rId196"/>
    <p:sldId id="499" r:id="rId197"/>
    <p:sldId id="506" r:id="rId198"/>
    <p:sldId id="500" r:id="rId199"/>
    <p:sldId id="507" r:id="rId200"/>
    <p:sldId id="496" r:id="rId201"/>
    <p:sldId id="467" r:id="rId202"/>
    <p:sldId id="875" r:id="rId203"/>
    <p:sldId id="838" r:id="rId204"/>
    <p:sldId id="876" r:id="rId205"/>
    <p:sldId id="534" r:id="rId206"/>
    <p:sldId id="503" r:id="rId207"/>
    <p:sldId id="512" r:id="rId208"/>
    <p:sldId id="836" r:id="rId209"/>
    <p:sldId id="837" r:id="rId210"/>
    <p:sldId id="519" r:id="rId211"/>
    <p:sldId id="877" r:id="rId212"/>
    <p:sldId id="532" r:id="rId213"/>
    <p:sldId id="878" r:id="rId214"/>
    <p:sldId id="502" r:id="rId215"/>
    <p:sldId id="879" r:id="rId216"/>
    <p:sldId id="513" r:id="rId217"/>
    <p:sldId id="535" r:id="rId218"/>
    <p:sldId id="514" r:id="rId219"/>
    <p:sldId id="880" r:id="rId220"/>
    <p:sldId id="515" r:id="rId221"/>
    <p:sldId id="881" r:id="rId222"/>
    <p:sldId id="516" r:id="rId223"/>
    <p:sldId id="883" r:id="rId224"/>
    <p:sldId id="517" r:id="rId225"/>
    <p:sldId id="882" r:id="rId226"/>
    <p:sldId id="537" r:id="rId227"/>
    <p:sldId id="884" r:id="rId228"/>
    <p:sldId id="885" r:id="rId229"/>
    <p:sldId id="856" r:id="rId230"/>
    <p:sldId id="866" r:id="rId231"/>
    <p:sldId id="860" r:id="rId232"/>
    <p:sldId id="867" r:id="rId233"/>
    <p:sldId id="858" r:id="rId234"/>
    <p:sldId id="868" r:id="rId235"/>
    <p:sldId id="869" r:id="rId236"/>
    <p:sldId id="871" r:id="rId237"/>
    <p:sldId id="870" r:id="rId238"/>
    <p:sldId id="872" r:id="rId239"/>
    <p:sldId id="691" r:id="rId240"/>
    <p:sldId id="692" r:id="rId241"/>
    <p:sldId id="693" r:id="rId242"/>
    <p:sldId id="694" r:id="rId243"/>
    <p:sldId id="695" r:id="rId244"/>
    <p:sldId id="696" r:id="rId245"/>
    <p:sldId id="697" r:id="rId246"/>
    <p:sldId id="698" r:id="rId247"/>
    <p:sldId id="699" r:id="rId248"/>
    <p:sldId id="700" r:id="rId249"/>
    <p:sldId id="701" r:id="rId250"/>
    <p:sldId id="740" r:id="rId251"/>
    <p:sldId id="741" r:id="rId252"/>
    <p:sldId id="769" r:id="rId253"/>
    <p:sldId id="742" r:id="rId254"/>
    <p:sldId id="774" r:id="rId255"/>
    <p:sldId id="764" r:id="rId256"/>
    <p:sldId id="766" r:id="rId257"/>
    <p:sldId id="765" r:id="rId258"/>
    <p:sldId id="768" r:id="rId259"/>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471"/>
            <p14:sldId id="713"/>
          </p14:sldIdLst>
        </p14:section>
        <p14:section name="Complex filtering" id="{9260256F-28F3-4E9E-9446-CE52F48BD61A}">
          <p14:sldIdLst>
            <p14:sldId id="664"/>
            <p14:sldId id="539"/>
            <p14:sldId id="665"/>
            <p14:sldId id="896"/>
            <p14:sldId id="897"/>
            <p14:sldId id="898"/>
            <p14:sldId id="899"/>
            <p14:sldId id="773"/>
            <p14:sldId id="833"/>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notesMaster" Target="notesMasters/notesMaster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commentAuthors" Target="commentAuthor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presProps" Target="presProp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tableStyles" Target="tableStyle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microsoft.com/office/2016/11/relationships/changesInfo" Target="changesInfos/changesInfo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8T13:39:27.882" v="463"/>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modAnim">
        <pc:chgData name="Al Friend" userId="e5ed79da-d858-46d4-9eed-a7a24903f2de" providerId="ADAL" clId="{9EB0769B-6403-4A8A-804B-F964790C5CE3}" dt="2025-12-18T13:39:27.882" v="463"/>
        <pc:sldMkLst>
          <pc:docMk/>
          <pc:sldMk cId="3622404688" sldId="523"/>
        </pc:sldMkLst>
        <pc:spChg chg="mod">
          <ac:chgData name="Al Friend" userId="e5ed79da-d858-46d4-9eed-a7a24903f2de" providerId="ADAL" clId="{9EB0769B-6403-4A8A-804B-F964790C5CE3}" dt="2025-12-18T13:38:15.737" v="447" actId="20577"/>
          <ac:spMkLst>
            <pc:docMk/>
            <pc:sldMk cId="3622404688" sldId="523"/>
            <ac:spMk id="3" creationId="{257141CB-89B9-453C-950A-3B96F4293BEE}"/>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8T13:38:43.833" v="448" actId="948"/>
        <pc:sldMkLst>
          <pc:docMk/>
          <pc:sldMk cId="2584223036" sldId="827"/>
        </pc:sldMkLst>
        <pc:spChg chg="mod">
          <ac:chgData name="Al Friend" userId="e5ed79da-d858-46d4-9eed-a7a24903f2de" providerId="ADAL" clId="{9EB0769B-6403-4A8A-804B-F964790C5CE3}" dt="2025-12-18T13:38:43.833" v="448" actId="948"/>
          <ac:spMkLst>
            <pc:docMk/>
            <pc:sldMk cId="2584223036" sldId="827"/>
            <ac:spMk id="3" creationId="{257141CB-89B9-453C-950A-3B96F4293BEE}"/>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1-12T15:58:37.551" v="860" actId="20577"/>
      <pc:docMkLst>
        <pc:docMk/>
      </pc:docMkLst>
      <pc:sldChg chg="modSp">
        <pc:chgData name="Al Friend" userId="e5ed79da-d858-46d4-9eed-a7a24903f2de" providerId="ADAL" clId="{7537B086-0992-4C5F-A071-F6F8659556F1}" dt="2026-01-08T09:15:52.870" v="80" actId="403"/>
        <pc:sldMkLst>
          <pc:docMk/>
          <pc:sldMk cId="1397375078" sldId="262"/>
        </pc:sldMkLst>
        <pc:spChg chg="mod">
          <ac:chgData name="Al Friend" userId="e5ed79da-d858-46d4-9eed-a7a24903f2de" providerId="ADAL" clId="{7537B086-0992-4C5F-A071-F6F8659556F1}" dt="2026-01-08T09:15:52.870" v="80" actId="403"/>
          <ac:spMkLst>
            <pc:docMk/>
            <pc:sldMk cId="1397375078" sldId="262"/>
            <ac:spMk id="3" creationId="{00000000-0000-0000-0000-000000000000}"/>
          </ac:spMkLst>
        </pc:spChg>
      </pc:sldChg>
      <pc:sldChg chg="modSp modAnim">
        <pc:chgData name="Al Friend" userId="e5ed79da-d858-46d4-9eed-a7a24903f2de" providerId="ADAL" clId="{7537B086-0992-4C5F-A071-F6F8659556F1}" dt="2026-01-08T08:59:13.966" v="5"/>
        <pc:sldMkLst>
          <pc:docMk/>
          <pc:sldMk cId="1842242945" sldId="430"/>
        </pc:sldMkLst>
        <pc:spChg chg="mod">
          <ac:chgData name="Al Friend" userId="e5ed79da-d858-46d4-9eed-a7a24903f2de" providerId="ADAL" clId="{7537B086-0992-4C5F-A071-F6F8659556F1}" dt="2026-01-08T08:59:13.966" v="5"/>
          <ac:spMkLst>
            <pc:docMk/>
            <pc:sldMk cId="1842242945" sldId="430"/>
            <ac:spMk id="3" creationId="{00000000-0000-0000-0000-000000000000}"/>
          </ac:spMkLst>
        </pc:spChg>
      </pc:sldChg>
      <pc:sldChg chg="modSp">
        <pc:chgData name="Al Friend" userId="e5ed79da-d858-46d4-9eed-a7a24903f2de" providerId="ADAL" clId="{7537B086-0992-4C5F-A071-F6F8659556F1}" dt="2026-01-09T11:12:38.584" v="360" actId="20577"/>
        <pc:sldMkLst>
          <pc:docMk/>
          <pc:sldMk cId="1701761292" sldId="435"/>
        </pc:sldMkLst>
        <pc:spChg chg="mod">
          <ac:chgData name="Al Friend" userId="e5ed79da-d858-46d4-9eed-a7a24903f2de" providerId="ADAL" clId="{7537B086-0992-4C5F-A071-F6F8659556F1}" dt="2026-01-09T11:12:36.200" v="358" actId="20577"/>
          <ac:spMkLst>
            <pc:docMk/>
            <pc:sldMk cId="1701761292" sldId="435"/>
            <ac:spMk id="3" creationId="{E4EE7085-4C5B-409B-8843-A8A3D3CB6E90}"/>
          </ac:spMkLst>
        </pc:spChg>
        <pc:spChg chg="mod">
          <ac:chgData name="Al Friend" userId="e5ed79da-d858-46d4-9eed-a7a24903f2de" providerId="ADAL" clId="{7537B086-0992-4C5F-A071-F6F8659556F1}" dt="2026-01-09T11:12:38.584" v="360" actId="20577"/>
          <ac:spMkLst>
            <pc:docMk/>
            <pc:sldMk cId="1701761292" sldId="435"/>
            <ac:spMk id="7" creationId="{5FE7746D-D127-4927-B238-DF71612EDD32}"/>
          </ac:spMkLst>
        </pc:spChg>
      </pc:sldChg>
      <pc:sldChg chg="modSp">
        <pc:chgData name="Al Friend" userId="e5ed79da-d858-46d4-9eed-a7a24903f2de" providerId="ADAL" clId="{7537B086-0992-4C5F-A071-F6F8659556F1}" dt="2026-01-09T11:13:33.491" v="364" actId="20577"/>
        <pc:sldMkLst>
          <pc:docMk/>
          <pc:sldMk cId="2774159214" sldId="437"/>
        </pc:sldMkLst>
        <pc:spChg chg="mod">
          <ac:chgData name="Al Friend" userId="e5ed79da-d858-46d4-9eed-a7a24903f2de" providerId="ADAL" clId="{7537B086-0992-4C5F-A071-F6F8659556F1}" dt="2026-01-09T11:13:33.491" v="364" actId="20577"/>
          <ac:spMkLst>
            <pc:docMk/>
            <pc:sldMk cId="2774159214" sldId="437"/>
            <ac:spMk id="3" creationId="{E4EE7085-4C5B-409B-8843-A8A3D3CB6E90}"/>
          </ac:spMkLst>
        </pc:spChg>
      </pc:sldChg>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Sp">
        <pc:chgData name="Al Friend" userId="e5ed79da-d858-46d4-9eed-a7a24903f2de" providerId="ADAL" clId="{7537B086-0992-4C5F-A071-F6F8659556F1}" dt="2026-01-09T11:12:42.041" v="362" actId="20577"/>
        <pc:sldMkLst>
          <pc:docMk/>
          <pc:sldMk cId="1739365771" sldId="455"/>
        </pc:sldMkLst>
        <pc:spChg chg="mod">
          <ac:chgData name="Al Friend" userId="e5ed79da-d858-46d4-9eed-a7a24903f2de" providerId="ADAL" clId="{7537B086-0992-4C5F-A071-F6F8659556F1}" dt="2026-01-09T11:12:42.041" v="362" actId="20577"/>
          <ac:spMkLst>
            <pc:docMk/>
            <pc:sldMk cId="1739365771" sldId="455"/>
            <ac:spMk id="3" creationId="{E4EE7085-4C5B-409B-8843-A8A3D3CB6E90}"/>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1-08T10:07:15.003" v="117" actId="113"/>
        <pc:sldMkLst>
          <pc:docMk/>
          <pc:sldMk cId="1529298100" sldId="479"/>
        </pc:sldMkLst>
        <pc:spChg chg="mod">
          <ac:chgData name="Al Friend" userId="e5ed79da-d858-46d4-9eed-a7a24903f2de" providerId="ADAL" clId="{7537B086-0992-4C5F-A071-F6F8659556F1}" dt="2026-01-08T10:07:15.003" v="117" actId="113"/>
          <ac:spMkLst>
            <pc:docMk/>
            <pc:sldMk cId="1529298100" sldId="479"/>
            <ac:spMk id="9" creationId="{B935E981-B7C6-4BDF-ADC2-EFF2B075D3D8}"/>
          </ac:spMkLst>
        </pc:spChg>
        <pc:spChg chg="mod">
          <ac:chgData name="Al Friend" userId="e5ed79da-d858-46d4-9eed-a7a24903f2de" providerId="ADAL" clId="{7537B086-0992-4C5F-A071-F6F8659556F1}" dt="2026-01-08T09:04:28.708" v="76" actId="113"/>
          <ac:spMkLst>
            <pc:docMk/>
            <pc:sldMk cId="1529298100" sldId="479"/>
            <ac:spMk id="15" creationId="{B935E981-B7C6-4BDF-ADC2-EFF2B075D3D8}"/>
          </ac:spMkLst>
        </pc:spChg>
      </pc:sldChg>
      <pc:sldChg chg="modSp modAnim">
        <pc:chgData name="Al Friend" userId="e5ed79da-d858-46d4-9eed-a7a24903f2de" providerId="ADAL" clId="{7537B086-0992-4C5F-A071-F6F8659556F1}" dt="2026-01-08T10:06:50.205" v="116" actId="20577"/>
        <pc:sldMkLst>
          <pc:docMk/>
          <pc:sldMk cId="3877628735" sldId="481"/>
        </pc:sldMkLst>
        <pc:spChg chg="mod">
          <ac:chgData name="Al Friend" userId="e5ed79da-d858-46d4-9eed-a7a24903f2de" providerId="ADAL" clId="{7537B086-0992-4C5F-A071-F6F8659556F1}" dt="2026-01-08T10:06:50.205" v="116" actId="20577"/>
          <ac:spMkLst>
            <pc:docMk/>
            <pc:sldMk cId="3877628735" sldId="481"/>
            <ac:spMk id="3" creationId="{52A295CC-8959-7191-3AFD-BD54D14A7EC9}"/>
          </ac:spMkLst>
        </pc:spChg>
        <pc:spChg chg="mod">
          <ac:chgData name="Al Friend" userId="e5ed79da-d858-46d4-9eed-a7a24903f2de" providerId="ADAL" clId="{7537B086-0992-4C5F-A071-F6F8659556F1}" dt="2026-01-08T09:02:22.070" v="42" actId="20577"/>
          <ac:spMkLst>
            <pc:docMk/>
            <pc:sldMk cId="3877628735" sldId="481"/>
            <ac:spMk id="6" creationId="{924404A3-ED4C-4699-9CA9-EFEB23F51AA9}"/>
          </ac:spMkLst>
        </pc:spChg>
      </pc:sldChg>
      <pc:sldChg chg="modSp">
        <pc:chgData name="Al Friend" userId="e5ed79da-d858-46d4-9eed-a7a24903f2de" providerId="ADAL" clId="{7537B086-0992-4C5F-A071-F6F8659556F1}" dt="2026-01-08T08:58:12.553" v="3" actId="27636"/>
        <pc:sldMkLst>
          <pc:docMk/>
          <pc:sldMk cId="1645342312" sldId="513"/>
        </pc:sldMkLst>
        <pc:spChg chg="mod">
          <ac:chgData name="Al Friend" userId="e5ed79da-d858-46d4-9eed-a7a24903f2de" providerId="ADAL" clId="{7537B086-0992-4C5F-A071-F6F8659556F1}" dt="2026-01-08T08:58:12.553" v="3" actId="27636"/>
          <ac:spMkLst>
            <pc:docMk/>
            <pc:sldMk cId="1645342312" sldId="513"/>
            <ac:spMk id="3" creationId="{00000000-0000-0000-0000-000000000000}"/>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grpChg chg="del">
          <ac:chgData name="Al Friend" userId="e5ed79da-d858-46d4-9eed-a7a24903f2de" providerId="ADAL" clId="{7537B086-0992-4C5F-A071-F6F8659556F1}" dt="2026-01-12T15:44:55.104" v="739" actId="478"/>
          <ac:grpSpMkLst>
            <pc:docMk/>
            <pc:sldMk cId="2830124929" sldId="539"/>
            <ac:grpSpMk id="7" creationId="{C7B59F06-E9C9-56FF-C7CA-BC1A6DABE3C1}"/>
          </ac:grpSpMkLst>
        </pc:grpChg>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cxnChg chg="add del mod">
          <ac:chgData name="Al Friend" userId="e5ed79da-d858-46d4-9eed-a7a24903f2de" providerId="ADAL" clId="{7537B086-0992-4C5F-A071-F6F8659556F1}" dt="2026-01-12T10:00:51.887" v="611" actId="478"/>
          <ac:cxnSpMkLst>
            <pc:docMk/>
            <pc:sldMk cId="3656827312" sldId="555"/>
            <ac:cxnSpMk id="6" creationId="{BEAA4597-DD2E-4DD4-BF30-10CE238F69D2}"/>
          </ac:cxnSpMkLst>
        </pc:cxn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pc:chgData name="Al Friend" userId="e5ed79da-d858-46d4-9eed-a7a24903f2de" providerId="ADAL" clId="{7537B086-0992-4C5F-A071-F6F8659556F1}" dt="2026-01-09T11:13:39.379" v="366" actId="20577"/>
        <pc:sldMkLst>
          <pc:docMk/>
          <pc:sldMk cId="1599820182" sldId="589"/>
        </pc:sldMkLst>
        <pc:spChg chg="mod">
          <ac:chgData name="Al Friend" userId="e5ed79da-d858-46d4-9eed-a7a24903f2de" providerId="ADAL" clId="{7537B086-0992-4C5F-A071-F6F8659556F1}" dt="2026-01-09T11:13:39.379" v="366" actId="20577"/>
          <ac:spMkLst>
            <pc:docMk/>
            <pc:sldMk cId="1599820182" sldId="589"/>
            <ac:spMk id="3" creationId="{E4EE7085-4C5B-409B-8843-A8A3D3CB6E90}"/>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modSp">
        <pc:chgData name="Al Friend" userId="e5ed79da-d858-46d4-9eed-a7a24903f2de" providerId="ADAL" clId="{7537B086-0992-4C5F-A071-F6F8659556F1}" dt="2026-01-09T10:57:01.974" v="356" actId="1036"/>
        <pc:sldMkLst>
          <pc:docMk/>
          <pc:sldMk cId="3288459417" sldId="659"/>
        </pc:sldMkLst>
        <pc:grpChg chg="mod">
          <ac:chgData name="Al Friend" userId="e5ed79da-d858-46d4-9eed-a7a24903f2de" providerId="ADAL" clId="{7537B086-0992-4C5F-A071-F6F8659556F1}" dt="2026-01-09T10:57:01.974" v="356" actId="1036"/>
          <ac:grpSpMkLst>
            <pc:docMk/>
            <pc:sldMk cId="3288459417" sldId="659"/>
            <ac:grpSpMk id="6" creationId="{CDA2DFA6-83BE-D060-BDA8-CF34E45D5A03}"/>
          </ac:grpSpMkLst>
        </pc:gr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1-08T08:58:12.334" v="1" actId="27636"/>
        <pc:sldMkLst>
          <pc:docMk/>
          <pc:sldMk cId="4089413313" sldId="688"/>
        </pc:sldMkLst>
        <pc:spChg chg="mod">
          <ac:chgData name="Al Friend" userId="e5ed79da-d858-46d4-9eed-a7a24903f2de" providerId="ADAL" clId="{7537B086-0992-4C5F-A071-F6F8659556F1}" dt="2026-01-08T08:58:12.334" v="1" actId="27636"/>
          <ac:spMkLst>
            <pc:docMk/>
            <pc:sldMk cId="4089413313" sldId="688"/>
            <ac:spMk id="3" creationId="{141DFD40-5B60-02A6-A1F0-71163A85F354}"/>
          </ac:spMkLst>
        </pc:spChg>
      </pc:sldChg>
      <pc:sldChg chg="modSp">
        <pc:chgData name="Al Friend" userId="e5ed79da-d858-46d4-9eed-a7a24903f2de" providerId="ADAL" clId="{7537B086-0992-4C5F-A071-F6F8659556F1}" dt="2026-01-08T08:58:12.395" v="2" actId="27636"/>
        <pc:sldMkLst>
          <pc:docMk/>
          <pc:sldMk cId="1265154754" sldId="689"/>
        </pc:sldMkLst>
        <pc:spChg chg="mod">
          <ac:chgData name="Al Friend" userId="e5ed79da-d858-46d4-9eed-a7a24903f2de" providerId="ADAL" clId="{7537B086-0992-4C5F-A071-F6F8659556F1}" dt="2026-01-08T08:58:12.395" v="2" actId="27636"/>
          <ac:spMkLst>
            <pc:docMk/>
            <pc:sldMk cId="1265154754" sldId="689"/>
            <ac:spMk id="3" creationId="{141DFD40-5B60-02A6-A1F0-71163A85F354}"/>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del ord">
        <pc:chgData name="Al Friend" userId="e5ed79da-d858-46d4-9eed-a7a24903f2de" providerId="ADAL" clId="{7537B086-0992-4C5F-A071-F6F8659556F1}" dt="2026-01-12T10:31:54.048" v="614" actId="2696"/>
        <pc:sldMkLst>
          <pc:docMk/>
          <pc:sldMk cId="1527957868" sldId="834"/>
        </pc:sldMkLst>
      </pc:sldChg>
      <pc:sldChg chg="del ord">
        <pc:chgData name="Al Friend" userId="e5ed79da-d858-46d4-9eed-a7a24903f2de" providerId="ADAL" clId="{7537B086-0992-4C5F-A071-F6F8659556F1}" dt="2026-01-12T10:31:54.089" v="615" actId="2696"/>
        <pc:sldMkLst>
          <pc:docMk/>
          <pc:sldMk cId="3429009054" sldId="835"/>
        </pc:sldMkLst>
      </pc:sldChg>
      <pc:sldChg chg="ord">
        <pc:chgData name="Al Friend" userId="e5ed79da-d858-46d4-9eed-a7a24903f2de" providerId="ADAL" clId="{7537B086-0992-4C5F-A071-F6F8659556F1}" dt="2026-01-12T10:29:48.173" v="613"/>
        <pc:sldMkLst>
          <pc:docMk/>
          <pc:sldMk cId="4078011167" sldId="851"/>
        </pc:sldMkLst>
      </pc:sldChg>
      <pc:sldChg chg="ord">
        <pc:chgData name="Al Friend" userId="e5ed79da-d858-46d4-9eed-a7a24903f2de" providerId="ADAL" clId="{7537B086-0992-4C5F-A071-F6F8659556F1}" dt="2026-01-12T10:29:48.173" v="613"/>
        <pc:sldMkLst>
          <pc:docMk/>
          <pc:sldMk cId="1092475532" sldId="852"/>
        </pc:sldMkLst>
      </pc:sldChg>
      <pc:sldChg chg="delSp add modTransition modAnim">
        <pc:chgData name="Al Friend" userId="e5ed79da-d858-46d4-9eed-a7a24903f2de" providerId="ADAL" clId="{7537B086-0992-4C5F-A071-F6F8659556F1}" dt="2026-01-08T08:59:48.965" v="9" actId="478"/>
        <pc:sldMkLst>
          <pc:docMk/>
          <pc:sldMk cId="504513756" sldId="886"/>
        </pc:sldMkLst>
        <pc:spChg chg="del">
          <ac:chgData name="Al Friend" userId="e5ed79da-d858-46d4-9eed-a7a24903f2de" providerId="ADAL" clId="{7537B086-0992-4C5F-A071-F6F8659556F1}" dt="2026-01-08T08:59:48.965" v="9" actId="478"/>
          <ac:spMkLst>
            <pc:docMk/>
            <pc:sldMk cId="504513756" sldId="886"/>
            <ac:spMk id="10" creationId="{924404A3-ED4C-4699-9CA9-EFEB23F51AA9}"/>
          </ac:spMkLst>
        </pc:spChg>
      </pc:sldChg>
      <pc:sldChg chg="delSp add modTransition modAnim">
        <pc:chgData name="Al Friend" userId="e5ed79da-d858-46d4-9eed-a7a24903f2de" providerId="ADAL" clId="{7537B086-0992-4C5F-A071-F6F8659556F1}" dt="2026-01-08T09:03:03.953" v="50" actId="478"/>
        <pc:sldMkLst>
          <pc:docMk/>
          <pc:sldMk cId="274477786" sldId="887"/>
        </pc:sldMkLst>
        <pc:spChg chg="del">
          <ac:chgData name="Al Friend" userId="e5ed79da-d858-46d4-9eed-a7a24903f2de" providerId="ADAL" clId="{7537B086-0992-4C5F-A071-F6F8659556F1}" dt="2026-01-08T09:02:56.947" v="46" actId="478"/>
          <ac:spMkLst>
            <pc:docMk/>
            <pc:sldMk cId="274477786" sldId="887"/>
            <ac:spMk id="3" creationId="{52A295CC-8959-7191-3AFD-BD54D14A7EC9}"/>
          </ac:spMkLst>
        </pc:spChg>
        <pc:spChg chg="del">
          <ac:chgData name="Al Friend" userId="e5ed79da-d858-46d4-9eed-a7a24903f2de" providerId="ADAL" clId="{7537B086-0992-4C5F-A071-F6F8659556F1}" dt="2026-01-08T09:02:58.976" v="47" actId="478"/>
          <ac:spMkLst>
            <pc:docMk/>
            <pc:sldMk cId="274477786" sldId="887"/>
            <ac:spMk id="4" creationId="{5D773087-09BD-45AD-89A6-29025E9351DE}"/>
          </ac:spMkLst>
        </pc:spChg>
        <pc:spChg chg="del">
          <ac:chgData name="Al Friend" userId="e5ed79da-d858-46d4-9eed-a7a24903f2de" providerId="ADAL" clId="{7537B086-0992-4C5F-A071-F6F8659556F1}" dt="2026-01-08T09:03:03.953" v="50" actId="478"/>
          <ac:spMkLst>
            <pc:docMk/>
            <pc:sldMk cId="274477786" sldId="887"/>
            <ac:spMk id="6" creationId="{924404A3-ED4C-4699-9CA9-EFEB23F51AA9}"/>
          </ac:spMkLst>
        </pc:spChg>
        <pc:spChg chg="del">
          <ac:chgData name="Al Friend" userId="e5ed79da-d858-46d4-9eed-a7a24903f2de" providerId="ADAL" clId="{7537B086-0992-4C5F-A071-F6F8659556F1}" dt="2026-01-08T09:03:01.819" v="48" actId="478"/>
          <ac:spMkLst>
            <pc:docMk/>
            <pc:sldMk cId="274477786" sldId="887"/>
            <ac:spMk id="7" creationId="{EBD85118-3121-322A-A785-D7E5BC3C6DDB}"/>
          </ac:spMkLst>
        </pc:spChg>
        <pc:spChg chg="del">
          <ac:chgData name="Al Friend" userId="e5ed79da-d858-46d4-9eed-a7a24903f2de" providerId="ADAL" clId="{7537B086-0992-4C5F-A071-F6F8659556F1}" dt="2026-01-08T09:03:02.719" v="49" actId="478"/>
          <ac:spMkLst>
            <pc:docMk/>
            <pc:sldMk cId="274477786" sldId="887"/>
            <ac:spMk id="8" creationId="{B9255652-7499-91E1-0752-F0DD357DD42C}"/>
          </ac:spMkLst>
        </pc:spChg>
      </pc:sldChg>
      <pc:sldChg chg="modSp add ord">
        <pc:chgData name="Al Friend" userId="e5ed79da-d858-46d4-9eed-a7a24903f2de" providerId="ADAL" clId="{7537B086-0992-4C5F-A071-F6F8659556F1}" dt="2026-01-09T10:07:31.309" v="119"/>
        <pc:sldMkLst>
          <pc:docMk/>
          <pc:sldMk cId="28860088" sldId="888"/>
        </pc:sldMkLst>
        <pc:spChg chg="mod">
          <ac:chgData name="Al Friend" userId="e5ed79da-d858-46d4-9eed-a7a24903f2de" providerId="ADAL" clId="{7537B086-0992-4C5F-A071-F6F8659556F1}" dt="2026-01-08T09:34:45.577" v="102" actId="113"/>
          <ac:spMkLst>
            <pc:docMk/>
            <pc:sldMk cId="28860088" sldId="888"/>
            <ac:spMk id="5" creationId="{964D77D7-D52A-864E-2F76-F013C7C8D4FE}"/>
          </ac:spMkLst>
        </pc:spChg>
      </pc:sldChg>
      <pc:sldChg chg="delSp modSp add ord modTransition modAnim">
        <pc:chgData name="Al Friend" userId="e5ed79da-d858-46d4-9eed-a7a24903f2de" providerId="ADAL" clId="{7537B086-0992-4C5F-A071-F6F8659556F1}" dt="2026-01-09T10:07:31.309" v="119"/>
        <pc:sldMkLst>
          <pc:docMk/>
          <pc:sldMk cId="1610565375" sldId="889"/>
        </pc:sldMkLst>
        <pc:spChg chg="mod">
          <ac:chgData name="Al Friend" userId="e5ed79da-d858-46d4-9eed-a7a24903f2de" providerId="ADAL" clId="{7537B086-0992-4C5F-A071-F6F8659556F1}" dt="2026-01-08T09:34:29.477" v="100" actId="27636"/>
          <ac:spMkLst>
            <pc:docMk/>
            <pc:sldMk cId="1610565375" sldId="889"/>
            <ac:spMk id="3" creationId="{3006BFFB-0638-4D0F-887F-1B4CD48CA2DD}"/>
          </ac:spMkLst>
        </pc:spChg>
        <pc:spChg chg="del">
          <ac:chgData name="Al Friend" userId="e5ed79da-d858-46d4-9eed-a7a24903f2de" providerId="ADAL" clId="{7537B086-0992-4C5F-A071-F6F8659556F1}" dt="2026-01-08T09:34:07.467" v="87" actId="478"/>
          <ac:spMkLst>
            <pc:docMk/>
            <pc:sldMk cId="1610565375" sldId="889"/>
            <ac:spMk id="5" creationId="{964D77D7-D52A-864E-2F76-F013C7C8D4FE}"/>
          </ac:spMkLst>
        </pc:spChg>
      </pc:sldChg>
      <pc:sldChg chg="modSp add">
        <pc:chgData name="Al Friend" userId="e5ed79da-d858-46d4-9eed-a7a24903f2de" providerId="ADAL" clId="{7537B086-0992-4C5F-A071-F6F8659556F1}" dt="2026-01-09T10:10:00.162" v="155" actId="403"/>
        <pc:sldMkLst>
          <pc:docMk/>
          <pc:sldMk cId="2120745638" sldId="891"/>
        </pc:sldMkLst>
        <pc:spChg chg="mod">
          <ac:chgData name="Al Friend" userId="e5ed79da-d858-46d4-9eed-a7a24903f2de" providerId="ADAL" clId="{7537B086-0992-4C5F-A071-F6F8659556F1}" dt="2026-01-09T10:09:50.186" v="142" actId="20577"/>
          <ac:spMkLst>
            <pc:docMk/>
            <pc:sldMk cId="2120745638" sldId="891"/>
            <ac:spMk id="2" creationId="{DFDD032C-747B-43CF-884D-7ACD26C31B4A}"/>
          </ac:spMkLst>
        </pc:spChg>
        <pc:spChg chg="mod">
          <ac:chgData name="Al Friend" userId="e5ed79da-d858-46d4-9eed-a7a24903f2de" providerId="ADAL" clId="{7537B086-0992-4C5F-A071-F6F8659556F1}" dt="2026-01-09T10:10:00.162" v="155" actId="403"/>
          <ac:spMkLst>
            <pc:docMk/>
            <pc:sldMk cId="2120745638" sldId="891"/>
            <ac:spMk id="3" creationId="{F6399757-F604-4277-99DE-AE75EE3A83E3}"/>
          </ac:spMkLst>
        </pc:spChg>
      </pc:sldChg>
      <pc:sldChg chg="addSp modSp add modAnim">
        <pc:chgData name="Al Friend" userId="e5ed79da-d858-46d4-9eed-a7a24903f2de" providerId="ADAL" clId="{7537B086-0992-4C5F-A071-F6F8659556F1}" dt="2026-01-09T10:39:47.634" v="345" actId="13244"/>
        <pc:sldMkLst>
          <pc:docMk/>
          <pc:sldMk cId="4100891914" sldId="892"/>
        </pc:sldMkLst>
        <pc:spChg chg="mod">
          <ac:chgData name="Al Friend" userId="e5ed79da-d858-46d4-9eed-a7a24903f2de" providerId="ADAL" clId="{7537B086-0992-4C5F-A071-F6F8659556F1}" dt="2026-01-09T10:29:19.853" v="264" actId="20577"/>
          <ac:spMkLst>
            <pc:docMk/>
            <pc:sldMk cId="4100891914" sldId="892"/>
            <ac:spMk id="2" creationId="{D049432C-9C31-40D9-8C26-6E288E61F0CD}"/>
          </ac:spMkLst>
        </pc:spChg>
        <pc:picChg chg="add mod ord">
          <ac:chgData name="Al Friend" userId="e5ed79da-d858-46d4-9eed-a7a24903f2de" providerId="ADAL" clId="{7537B086-0992-4C5F-A071-F6F8659556F1}" dt="2026-01-09T10:22:52.542" v="230" actId="167"/>
          <ac:picMkLst>
            <pc:docMk/>
            <pc:sldMk cId="4100891914" sldId="892"/>
            <ac:picMk id="3" creationId="{6372C94C-F39C-4633-9690-936896E7997C}"/>
          </ac:picMkLst>
        </pc:picChg>
        <pc:picChg chg="add mod ord modCrop">
          <ac:chgData name="Al Friend" userId="e5ed79da-d858-46d4-9eed-a7a24903f2de" providerId="ADAL" clId="{7537B086-0992-4C5F-A071-F6F8659556F1}" dt="2026-01-09T10:39:47.634" v="345" actId="13244"/>
          <ac:picMkLst>
            <pc:docMk/>
            <pc:sldMk cId="4100891914" sldId="892"/>
            <ac:picMk id="4" creationId="{431D348A-1E20-4DD1-9964-01135A5AF008}"/>
          </ac:picMkLst>
        </pc:picChg>
        <pc:picChg chg="add mod ord modCrop">
          <ac:chgData name="Al Friend" userId="e5ed79da-d858-46d4-9eed-a7a24903f2de" providerId="ADAL" clId="{7537B086-0992-4C5F-A071-F6F8659556F1}" dt="2026-01-09T10:23:22.071" v="234" actId="167"/>
          <ac:picMkLst>
            <pc:docMk/>
            <pc:sldMk cId="4100891914" sldId="892"/>
            <ac:picMk id="5" creationId="{FD0C6429-8DF0-4AEF-A5E4-B8A8869104C9}"/>
          </ac:picMkLst>
        </pc:picChg>
        <pc:picChg chg="add mod ord modCrop">
          <ac:chgData name="Al Friend" userId="e5ed79da-d858-46d4-9eed-a7a24903f2de" providerId="ADAL" clId="{7537B086-0992-4C5F-A071-F6F8659556F1}" dt="2026-01-09T10:39:00.665" v="342" actId="167"/>
          <ac:picMkLst>
            <pc:docMk/>
            <pc:sldMk cId="4100891914" sldId="892"/>
            <ac:picMk id="6" creationId="{D1E8208F-9679-4FB9-BD07-D2EBB831BEFC}"/>
          </ac:picMkLst>
        </pc:picChg>
        <pc:picChg chg="add mod ord modCrop">
          <ac:chgData name="Al Friend" userId="e5ed79da-d858-46d4-9eed-a7a24903f2de" providerId="ADAL" clId="{7537B086-0992-4C5F-A071-F6F8659556F1}" dt="2026-01-09T10:39:24.648" v="344" actId="167"/>
          <ac:picMkLst>
            <pc:docMk/>
            <pc:sldMk cId="4100891914" sldId="892"/>
            <ac:picMk id="7" creationId="{69EEEA1B-CA96-47AA-938A-E625989FE2B8}"/>
          </ac:picMkLst>
        </pc:picChg>
      </pc:sldChg>
      <pc:sldChg chg="addSp modSp add modAnim">
        <pc:chgData name="Al Friend" userId="e5ed79da-d858-46d4-9eed-a7a24903f2de" providerId="ADAL" clId="{7537B086-0992-4C5F-A071-F6F8659556F1}" dt="2026-01-09T10:35:04.356" v="340"/>
        <pc:sldMkLst>
          <pc:docMk/>
          <pc:sldMk cId="1002852827" sldId="893"/>
        </pc:sldMkLst>
        <pc:spChg chg="mod">
          <ac:chgData name="Al Friend" userId="e5ed79da-d858-46d4-9eed-a7a24903f2de" providerId="ADAL" clId="{7537B086-0992-4C5F-A071-F6F8659556F1}" dt="2026-01-09T10:29:42.232" v="280" actId="20577"/>
          <ac:spMkLst>
            <pc:docMk/>
            <pc:sldMk cId="1002852827" sldId="893"/>
            <ac:spMk id="2" creationId="{E8277E8C-E4DA-48E1-A57F-56A67EA6539B}"/>
          </ac:spMkLst>
        </pc:spChg>
        <pc:spChg chg="add mod">
          <ac:chgData name="Al Friend" userId="e5ed79da-d858-46d4-9eed-a7a24903f2de" providerId="ADAL" clId="{7537B086-0992-4C5F-A071-F6F8659556F1}" dt="2026-01-09T10:34:27.537" v="333" actId="1076"/>
          <ac:spMkLst>
            <pc:docMk/>
            <pc:sldMk cId="1002852827" sldId="893"/>
            <ac:spMk id="4" creationId="{9540C108-C9FE-42D7-BD6F-E1997C341839}"/>
          </ac:spMkLst>
        </pc:spChg>
        <pc:picChg chg="add mod">
          <ac:chgData name="Al Friend" userId="e5ed79da-d858-46d4-9eed-a7a24903f2de" providerId="ADAL" clId="{7537B086-0992-4C5F-A071-F6F8659556F1}" dt="2026-01-09T10:32:50.957" v="284" actId="14100"/>
          <ac:picMkLst>
            <pc:docMk/>
            <pc:sldMk cId="1002852827" sldId="893"/>
            <ac:picMk id="3" creationId="{4999E231-EF80-4729-892E-1ED241F4B497}"/>
          </ac:picMkLst>
        </pc:pic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del">
          <ac:chgData name="Al Friend" userId="e5ed79da-d858-46d4-9eed-a7a24903f2de" providerId="ADAL" clId="{7537B086-0992-4C5F-A071-F6F8659556F1}" dt="2026-01-12T09:28:50.068" v="368" actId="478"/>
          <ac:spMkLst>
            <pc:docMk/>
            <pc:sldMk cId="3739040659" sldId="894"/>
            <ac:spMk id="4" creationId="{973BE903-2B4C-5BCA-8CFF-AD26E80D1A76}"/>
          </ac:spMkLst>
        </pc:spChg>
        <pc:spChg chg="del">
          <ac:chgData name="Al Friend" userId="e5ed79da-d858-46d4-9eed-a7a24903f2de" providerId="ADAL" clId="{7537B086-0992-4C5F-A071-F6F8659556F1}" dt="2026-01-12T09:28:48.571" v="367" actId="478"/>
          <ac:spMkLst>
            <pc:docMk/>
            <pc:sldMk cId="3739040659" sldId="894"/>
            <ac:spMk id="5" creationId="{87B61908-2A1E-ED5C-FE12-C6DCD5EF3C3F}"/>
          </ac:spMkLst>
        </pc:spChg>
        <pc:spChg chg="del">
          <ac:chgData name="Al Friend" userId="e5ed79da-d858-46d4-9eed-a7a24903f2de" providerId="ADAL" clId="{7537B086-0992-4C5F-A071-F6F8659556F1}" dt="2026-01-12T09:29:00.007" v="373" actId="478"/>
          <ac:spMkLst>
            <pc:docMk/>
            <pc:sldMk cId="3739040659" sldId="894"/>
            <ac:spMk id="6" creationId="{00EF8586-C5C9-BBB7-2263-DED3452C407B}"/>
          </ac:spMkLst>
        </pc:spChg>
        <pc:spChg chg="del">
          <ac:chgData name="Al Friend" userId="e5ed79da-d858-46d4-9eed-a7a24903f2de" providerId="ADAL" clId="{7537B086-0992-4C5F-A071-F6F8659556F1}" dt="2026-01-12T09:29:04.855" v="375" actId="478"/>
          <ac:spMkLst>
            <pc:docMk/>
            <pc:sldMk cId="3739040659" sldId="894"/>
            <ac:spMk id="10" creationId="{DF4BA8FF-524A-4C13-87BF-68801971FA28}"/>
          </ac:spMkLst>
        </pc:spChg>
        <pc:spChg chg="del">
          <ac:chgData name="Al Friend" userId="e5ed79da-d858-46d4-9eed-a7a24903f2de" providerId="ADAL" clId="{7537B086-0992-4C5F-A071-F6F8659556F1}" dt="2026-01-12T09:29:01.319" v="374" actId="478"/>
          <ac:spMkLst>
            <pc:docMk/>
            <pc:sldMk cId="3739040659" sldId="894"/>
            <ac:spMk id="13" creationId="{55A11A63-969F-4B38-8776-DA4F6EC83E0A}"/>
          </ac:spMkLst>
        </pc:spChg>
        <pc:spChg chg="add del mod">
          <ac:chgData name="Al Friend" userId="e5ed79da-d858-46d4-9eed-a7a24903f2de" providerId="ADAL" clId="{7537B086-0992-4C5F-A071-F6F8659556F1}" dt="2026-01-12T09:35:29.630" v="413" actId="478"/>
          <ac:spMkLst>
            <pc:docMk/>
            <pc:sldMk cId="3739040659" sldId="894"/>
            <ac:spMk id="17" creationId="{B177373B-D294-4CE2-9186-4DE11D079A69}"/>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del">
          <ac:chgData name="Al Friend" userId="e5ed79da-d858-46d4-9eed-a7a24903f2de" providerId="ADAL" clId="{7537B086-0992-4C5F-A071-F6F8659556F1}" dt="2026-01-12T09:28:58.568" v="372" actId="478"/>
          <ac:grpSpMkLst>
            <pc:docMk/>
            <pc:sldMk cId="3739040659" sldId="894"/>
            <ac:grpSpMk id="16" creationId="{BF181095-D978-47A3-6622-982A1296D1CD}"/>
          </ac:grpSpMkLst>
        </pc:gr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picChg chg="add del">
          <ac:chgData name="Al Friend" userId="e5ed79da-d858-46d4-9eed-a7a24903f2de" providerId="ADAL" clId="{7537B086-0992-4C5F-A071-F6F8659556F1}" dt="2026-01-12T09:30:52.427" v="389" actId="478"/>
          <ac:picMkLst>
            <pc:docMk/>
            <pc:sldMk cId="3739040659" sldId="894"/>
            <ac:picMk id="7" creationId="{EBD4BFA7-CB5E-45C0-9024-0E3CF1F3D133}"/>
          </ac:picMkLst>
        </pc:picChg>
        <pc:picChg chg="add del mod ord modCrop">
          <ac:chgData name="Al Friend" userId="e5ed79da-d858-46d4-9eed-a7a24903f2de" providerId="ADAL" clId="{7537B086-0992-4C5F-A071-F6F8659556F1}" dt="2026-01-12T15:07:33.422" v="626" actId="478"/>
          <ac:picMkLst>
            <pc:docMk/>
            <pc:sldMk cId="3739040659" sldId="894"/>
            <ac:picMk id="8" creationId="{AF18B919-74D7-496A-A0DF-031099F48334}"/>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grpChg chg="del">
          <ac:chgData name="Al Friend" userId="e5ed79da-d858-46d4-9eed-a7a24903f2de" providerId="ADAL" clId="{7537B086-0992-4C5F-A071-F6F8659556F1}" dt="2026-01-12T09:40:21.894" v="546" actId="478"/>
          <ac:grpSpMkLst>
            <pc:docMk/>
            <pc:sldMk cId="4214137901" sldId="895"/>
            <ac:grpSpMk id="18" creationId="{3BB9987A-6107-490D-B52C-8CAAA98CF371}"/>
          </ac:grpSpMkLst>
        </pc:grpChg>
        <pc:grpChg chg="del">
          <ac:chgData name="Al Friend" userId="e5ed79da-d858-46d4-9eed-a7a24903f2de" providerId="ADAL" clId="{7537B086-0992-4C5F-A071-F6F8659556F1}" dt="2026-01-12T09:40:23.143" v="547" actId="478"/>
          <ac:grpSpMkLst>
            <pc:docMk/>
            <pc:sldMk cId="4214137901" sldId="895"/>
            <ac:grpSpMk id="22" creationId="{C7316428-005D-402D-8EEB-3402A215C071}"/>
          </ac:grpSpMkLst>
        </pc:grpChg>
        <pc:grpChg chg="del">
          <ac:chgData name="Al Friend" userId="e5ed79da-d858-46d4-9eed-a7a24903f2de" providerId="ADAL" clId="{7537B086-0992-4C5F-A071-F6F8659556F1}" dt="2026-01-12T09:40:23.769" v="548" actId="478"/>
          <ac:grpSpMkLst>
            <pc:docMk/>
            <pc:sldMk cId="4214137901" sldId="895"/>
            <ac:grpSpMk id="26" creationId="{19D75174-A5CA-4929-9FBC-0CB13DA416CB}"/>
          </ac:grpSpMkLst>
        </pc:grpChg>
        <pc:grpChg chg="del">
          <ac:chgData name="Al Friend" userId="e5ed79da-d858-46d4-9eed-a7a24903f2de" providerId="ADAL" clId="{7537B086-0992-4C5F-A071-F6F8659556F1}" dt="2026-01-12T09:40:24.779" v="549" actId="478"/>
          <ac:grpSpMkLst>
            <pc:docMk/>
            <pc:sldMk cId="4214137901" sldId="895"/>
            <ac:grpSpMk id="32" creationId="{E90030F4-B936-4A76-A772-450565C086DC}"/>
          </ac:grpSpMkLst>
        </pc:grpChg>
        <pc:grpChg chg="del">
          <ac:chgData name="Al Friend" userId="e5ed79da-d858-46d4-9eed-a7a24903f2de" providerId="ADAL" clId="{7537B086-0992-4C5F-A071-F6F8659556F1}" dt="2026-01-12T09:40:25.643" v="550" actId="478"/>
          <ac:grpSpMkLst>
            <pc:docMk/>
            <pc:sldMk cId="4214137901" sldId="895"/>
            <ac:grpSpMk id="39" creationId="{E653B77E-1210-43EE-9222-E347BDC74DBE}"/>
          </ac:grpSpMkLst>
        </pc:gr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picChg chg="del">
          <ac:chgData name="Al Friend" userId="e5ed79da-d858-46d4-9eed-a7a24903f2de" providerId="ADAL" clId="{7537B086-0992-4C5F-A071-F6F8659556F1}" dt="2026-01-12T15:07:55.486" v="630" actId="478"/>
          <ac:picMkLst>
            <pc:docMk/>
            <pc:sldMk cId="4214137901" sldId="895"/>
            <ac:picMk id="8" creationId="{AF18B919-74D7-496A-A0DF-031099F48334}"/>
          </ac:picMkLst>
        </pc:picChg>
        <pc:cxnChg chg="mod">
          <ac:chgData name="Al Friend" userId="e5ed79da-d858-46d4-9eed-a7a24903f2de" providerId="ADAL" clId="{7537B086-0992-4C5F-A071-F6F8659556F1}" dt="2026-01-12T09:40:24.779" v="549" actId="478"/>
          <ac:cxnSpMkLst>
            <pc:docMk/>
            <pc:sldMk cId="4214137901" sldId="895"/>
            <ac:cxnSpMk id="34" creationId="{B5631C90-EBAE-475E-93F4-AE9C811DBF4B}"/>
          </ac:cxnSpMkLst>
        </pc:cxn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12T15:58:10.741" v="858" actId="6549"/>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12T15:54:39.353" v="854" actId="1038"/>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del mod">
          <ac:chgData name="Al Friend" userId="e5ed79da-d858-46d4-9eed-a7a24903f2de" providerId="ADAL" clId="{7537B086-0992-4C5F-A071-F6F8659556F1}" dt="2026-01-12T15:52:58.273" v="829" actId="478"/>
          <ac:spMkLst>
            <pc:docMk/>
            <pc:sldMk cId="762284221" sldId="899"/>
            <ac:spMk id="4" creationId="{36174EB3-C374-4108-A98C-D8D22CD036E6}"/>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pChg chg="del">
          <ac:chgData name="Al Friend" userId="e5ed79da-d858-46d4-9eed-a7a24903f2de" providerId="ADAL" clId="{7537B086-0992-4C5F-A071-F6F8659556F1}" dt="2026-01-12T15:57:00.189" v="855" actId="478"/>
          <ac:spMkLst>
            <pc:docMk/>
            <pc:sldMk cId="762284221" sldId="899"/>
            <ac:spMk id="12" creationId="{AF313AC3-2051-D946-A4BD-CB8D61AE849C}"/>
          </ac:spMkLst>
        </pc:spChg>
      </pc:sldChg>
      <pc:sldMasterChg chg="modSldLayout">
        <pc:chgData name="Al Friend" userId="e5ed79da-d858-46d4-9eed-a7a24903f2de" providerId="ADAL" clId="{7537B086-0992-4C5F-A071-F6F8659556F1}" dt="2026-01-09T10:10:17.631" v="157" actId="403"/>
        <pc:sldMasterMkLst>
          <pc:docMk/>
          <pc:sldMasterMk cId="3492412801" sldId="2147483648"/>
        </pc:sldMasterMkLst>
        <pc:sldLayoutChg chg="modSp">
          <pc:chgData name="Al Friend" userId="e5ed79da-d858-46d4-9eed-a7a24903f2de" providerId="ADAL" clId="{7537B086-0992-4C5F-A071-F6F8659556F1}" dt="2026-01-08T09:16:15.128" v="82" actId="403"/>
          <pc:sldLayoutMkLst>
            <pc:docMk/>
            <pc:sldMasterMk cId="3492412801" sldId="2147483648"/>
            <pc:sldLayoutMk cId="1983201955" sldId="2147483649"/>
          </pc:sldLayoutMkLst>
          <pc:spChg chg="mod">
            <ac:chgData name="Al Friend" userId="e5ed79da-d858-46d4-9eed-a7a24903f2de" providerId="ADAL" clId="{7537B086-0992-4C5F-A071-F6F8659556F1}" dt="2026-01-08T09:16:15.128" v="82" actId="403"/>
            <ac:spMkLst>
              <pc:docMk/>
              <pc:sldMasterMk cId="3492412801" sldId="2147483648"/>
              <pc:sldLayoutMk cId="1983201955" sldId="2147483649"/>
              <ac:spMk id="3" creationId="{DF3D860D-1211-4E26-A35E-A80BC376E9A1}"/>
            </ac:spMkLst>
          </pc:spChg>
        </pc:sldLayoutChg>
        <pc:sldLayoutChg chg="modSp">
          <pc:chgData name="Al Friend" userId="e5ed79da-d858-46d4-9eed-a7a24903f2de" providerId="ADAL" clId="{7537B086-0992-4C5F-A071-F6F8659556F1}" dt="2026-01-08T08:58:12.277" v="0" actId="403"/>
          <pc:sldLayoutMkLst>
            <pc:docMk/>
            <pc:sldMasterMk cId="3492412801" sldId="2147483648"/>
            <pc:sldLayoutMk cId="4028972730" sldId="2147483650"/>
          </pc:sldLayoutMkLst>
          <pc:spChg chg="mod">
            <ac:chgData name="Al Friend" userId="e5ed79da-d858-46d4-9eed-a7a24903f2de" providerId="ADAL" clId="{7537B086-0992-4C5F-A071-F6F8659556F1}" dt="2026-01-08T08:58:12.277" v="0" actId="403"/>
            <ac:spMkLst>
              <pc:docMk/>
              <pc:sldMasterMk cId="3492412801" sldId="2147483648"/>
              <pc:sldLayoutMk cId="4028972730" sldId="2147483650"/>
              <ac:spMk id="3" creationId="{4DBFEDAD-10D4-47B6-8F35-0155F7D63DF8}"/>
            </ac:spMkLst>
          </pc:spChg>
        </pc:sldLayoutChg>
        <pc:sldLayoutChg chg="modSp">
          <pc:chgData name="Al Friend" userId="e5ed79da-d858-46d4-9eed-a7a24903f2de" providerId="ADAL" clId="{7537B086-0992-4C5F-A071-F6F8659556F1}" dt="2026-01-09T10:10:17.631" v="157" actId="403"/>
          <pc:sldLayoutMkLst>
            <pc:docMk/>
            <pc:sldMasterMk cId="3492412801" sldId="2147483648"/>
            <pc:sldLayoutMk cId="3274567511" sldId="2147483651"/>
          </pc:sldLayoutMkLst>
          <pc:spChg chg="mod">
            <ac:chgData name="Al Friend" userId="e5ed79da-d858-46d4-9eed-a7a24903f2de" providerId="ADAL" clId="{7537B086-0992-4C5F-A071-F6F8659556F1}" dt="2026-01-09T10:10:17.631" v="157" actId="403"/>
            <ac:spMkLst>
              <pc:docMk/>
              <pc:sldMasterMk cId="3492412801" sldId="2147483648"/>
              <pc:sldLayoutMk cId="3274567511" sldId="2147483651"/>
              <ac:spMk id="3" creationId="{EC8DA602-023E-4AF2-8A02-5ED3BE4E1C63}"/>
            </ac:spMkLst>
          </pc:spChg>
        </pc:sldLayoutChg>
      </pc:sldMasterChg>
    </pc:docChg>
  </pc:docChgLst>
  <pc:docChgLst>
    <pc:chgData name="Al Friend" userId="e5ed79da-d858-46d4-9eed-a7a24903f2de" providerId="ADAL" clId="{8EE75906-5173-4B3D-81F1-C9888A5A8C46}"/>
    <pc:docChg chg="modSld sldOrd modSection">
      <pc:chgData name="Al Friend" userId="e5ed79da-d858-46d4-9eed-a7a24903f2de" providerId="ADAL" clId="{8EE75906-5173-4B3D-81F1-C9888A5A8C46}" dt="2026-01-04T11:16:34.028" v="7"/>
      <pc:docMkLst>
        <pc:docMk/>
      </pc:docMkLst>
      <pc:sldChg chg="ord">
        <pc:chgData name="Al Friend" userId="e5ed79da-d858-46d4-9eed-a7a24903f2de" providerId="ADAL" clId="{8EE75906-5173-4B3D-81F1-C9888A5A8C46}" dt="2026-01-04T11:16:34.028" v="7"/>
        <pc:sldMkLst>
          <pc:docMk/>
          <pc:sldMk cId="3436463184" sldId="260"/>
        </pc:sldMkLst>
      </pc:sldChg>
      <pc:sldChg chg="ord">
        <pc:chgData name="Al Friend" userId="e5ed79da-d858-46d4-9eed-a7a24903f2de" providerId="ADAL" clId="{8EE75906-5173-4B3D-81F1-C9888A5A8C46}" dt="2026-01-04T11:16:34.028" v="7"/>
        <pc:sldMkLst>
          <pc:docMk/>
          <pc:sldMk cId="3817082245" sldId="658"/>
        </pc:sldMkLst>
      </pc:sldChg>
      <pc:sldChg chg="ord">
        <pc:chgData name="Al Friend" userId="e5ed79da-d858-46d4-9eed-a7a24903f2de" providerId="ADAL" clId="{8EE75906-5173-4B3D-81F1-C9888A5A8C46}" dt="2026-01-04T11:16:34.028" v="7"/>
        <pc:sldMkLst>
          <pc:docMk/>
          <pc:sldMk cId="861823585" sldId="661"/>
        </pc:sldMkLst>
      </pc:sldChg>
      <pc:sldChg chg="modSp mod">
        <pc:chgData name="Al Friend" userId="e5ed79da-d858-46d4-9eed-a7a24903f2de" providerId="ADAL" clId="{8EE75906-5173-4B3D-81F1-C9888A5A8C46}" dt="2026-01-03T12:11:11.321" v="1" actId="20577"/>
        <pc:sldMkLst>
          <pc:docMk/>
          <pc:sldMk cId="1265154754" sldId="689"/>
        </pc:sldMkLst>
        <pc:spChg chg="mod">
          <ac:chgData name="Al Friend" userId="e5ed79da-d858-46d4-9eed-a7a24903f2de" providerId="ADAL" clId="{8EE75906-5173-4B3D-81F1-C9888A5A8C46}" dt="2026-01-03T12:11:11.321" v="1" actId="20577"/>
          <ac:spMkLst>
            <pc:docMk/>
            <pc:sldMk cId="1265154754" sldId="689"/>
            <ac:spMk id="3" creationId="{141DFD40-5B60-02A6-A1F0-71163A85F354}"/>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12/01/2026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109</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121</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153</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162</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mod="1">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12/01/2026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notesSlide" Target="../notesSlides/notesSlide50.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51.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2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8.xml"/><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9.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6.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2.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339556" y="1380903"/>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311</TotalTime>
  <Words>11768</Words>
  <Application>Microsoft Office PowerPoint</Application>
  <PresentationFormat>Widescreen</PresentationFormat>
  <Paragraphs>4705</Paragraphs>
  <Slides>258</Slides>
  <Notes>204</Notes>
  <HiddenSlides>117</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258</vt:i4>
      </vt:variant>
    </vt:vector>
  </HeadingPairs>
  <TitlesOfParts>
    <vt:vector size="266"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(3)</vt:lpstr>
      <vt:lpstr>Order of Operations (3)</vt:lpstr>
      <vt:lpstr>Prison Task</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473</cp:revision>
  <cp:lastPrinted>2021-06-18T08:15:49Z</cp:lastPrinted>
  <dcterms:created xsi:type="dcterms:W3CDTF">2020-11-23T14:36:09Z</dcterms:created>
  <dcterms:modified xsi:type="dcterms:W3CDTF">2026-01-12T15:58:50Z</dcterms:modified>
</cp:coreProperties>
</file>