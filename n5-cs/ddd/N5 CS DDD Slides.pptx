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3"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3"/>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CA8F95-78BE-4A0F-A20D-D1A6370B698A}" v="162" dt="2026-02-04T22:00:52.3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microsoft.com/office/2015/10/relationships/revisionInfo" Target="revisionInfo.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04T22:02:42.403" v="647" actId="20577"/>
      <pc:docMkLst>
        <pc:docMk/>
      </pc:docMkLst>
      <pc:sldChg chg="addSp delSp modSp del mod addAnim delAnim modAnim">
        <pc:chgData name="Al Friend" userId="e5ed79da-d858-46d4-9eed-a7a24903f2de" providerId="ADAL" clId="{6CF5D3DD-A8C4-4611-8099-4AEB2E976A2E}" dt="2026-02-04T21:28:14.811" v="253" actId="2696"/>
        <pc:sldMkLst>
          <pc:docMk/>
          <pc:sldMk cId="476690512" sldId="732"/>
        </pc:sldMkLst>
        <pc:spChg chg="add mod">
          <ac:chgData name="Al Friend" userId="e5ed79da-d858-46d4-9eed-a7a24903f2de" providerId="ADAL" clId="{6CF5D3DD-A8C4-4611-8099-4AEB2E976A2E}" dt="2026-02-04T21:23:28.967" v="205" actId="14100"/>
          <ac:spMkLst>
            <pc:docMk/>
            <pc:sldMk cId="476690512" sldId="732"/>
            <ac:spMk id="2" creationId="{7B04BB8D-B691-8E2C-F623-412C615B0266}"/>
          </ac:spMkLst>
        </pc:spChg>
        <pc:spChg chg="del mod">
          <ac:chgData name="Al Friend" userId="e5ed79da-d858-46d4-9eed-a7a24903f2de" providerId="ADAL" clId="{6CF5D3DD-A8C4-4611-8099-4AEB2E976A2E}" dt="2026-02-04T21:23:45.880" v="226"/>
          <ac:spMkLst>
            <pc:docMk/>
            <pc:sldMk cId="476690512" sldId="732"/>
            <ac:spMk id="7" creationId="{663E3461-DC5D-48CF-AE13-69B629EAA16E}"/>
          </ac:spMkLst>
        </pc:spChg>
        <pc:spChg chg="mod">
          <ac:chgData name="Al Friend" userId="e5ed79da-d858-46d4-9eed-a7a24903f2de" providerId="ADAL" clId="{6CF5D3DD-A8C4-4611-8099-4AEB2E976A2E}" dt="2026-02-04T21:22:47.903" v="199" actId="1038"/>
          <ac:spMkLst>
            <pc:docMk/>
            <pc:sldMk cId="476690512" sldId="732"/>
            <ac:spMk id="9" creationId="{2EE28BEF-588B-4646-BB12-65CF6FC91458}"/>
          </ac:spMkLst>
        </pc:spChg>
        <pc:spChg chg="mod">
          <ac:chgData name="Al Friend" userId="e5ed79da-d858-46d4-9eed-a7a24903f2de" providerId="ADAL" clId="{6CF5D3DD-A8C4-4611-8099-4AEB2E976A2E}" dt="2026-02-04T21:21:11.188" v="101" actId="20577"/>
          <ac:spMkLst>
            <pc:docMk/>
            <pc:sldMk cId="476690512" sldId="732"/>
            <ac:spMk id="14" creationId="{9C2CD2B3-59E7-4006-BA07-7A4091453049}"/>
          </ac:spMkLst>
        </pc:spChg>
        <pc:spChg chg="mod">
          <ac:chgData name="Al Friend" userId="e5ed79da-d858-46d4-9eed-a7a24903f2de" providerId="ADAL" clId="{6CF5D3DD-A8C4-4611-8099-4AEB2E976A2E}" dt="2026-02-04T21:21:15.511" v="102" actId="14100"/>
          <ac:spMkLst>
            <pc:docMk/>
            <pc:sldMk cId="476690512" sldId="732"/>
            <ac:spMk id="15" creationId="{1FD6EF7E-F059-430F-9A1F-C89FC42961D2}"/>
          </ac:spMkLst>
        </pc:spChg>
        <pc:spChg chg="mod">
          <ac:chgData name="Al Friend" userId="e5ed79da-d858-46d4-9eed-a7a24903f2de" providerId="ADAL" clId="{6CF5D3DD-A8C4-4611-8099-4AEB2E976A2E}" dt="2026-02-04T21:22:47.903" v="199" actId="1038"/>
          <ac:spMkLst>
            <pc:docMk/>
            <pc:sldMk cId="476690512" sldId="732"/>
            <ac:spMk id="23" creationId="{5ECE31C2-607E-428E-8FB1-325AF6B6A26F}"/>
          </ac:spMkLst>
        </pc:spChg>
        <pc:spChg chg="mod">
          <ac:chgData name="Al Friend" userId="e5ed79da-d858-46d4-9eed-a7a24903f2de" providerId="ADAL" clId="{6CF5D3DD-A8C4-4611-8099-4AEB2E976A2E}" dt="2026-02-04T21:23:38.159" v="224" actId="1038"/>
          <ac:spMkLst>
            <pc:docMk/>
            <pc:sldMk cId="476690512" sldId="732"/>
            <ac:spMk id="25" creationId="{E40F5619-3514-460D-BB64-C97EEA7EECAB}"/>
          </ac:spMkLst>
        </pc:spChg>
        <pc:spChg chg="mod">
          <ac:chgData name="Al Friend" userId="e5ed79da-d858-46d4-9eed-a7a24903f2de" providerId="ADAL" clId="{6CF5D3DD-A8C4-4611-8099-4AEB2E976A2E}" dt="2026-02-04T21:22:47.903" v="199" actId="1038"/>
          <ac:spMkLst>
            <pc:docMk/>
            <pc:sldMk cId="476690512" sldId="732"/>
            <ac:spMk id="26" creationId="{86F84B68-B0DF-45F0-8676-63C003F271DE}"/>
          </ac:spMkLst>
        </pc:spChg>
        <pc:grpChg chg="mod">
          <ac:chgData name="Al Friend" userId="e5ed79da-d858-46d4-9eed-a7a24903f2de" providerId="ADAL" clId="{6CF5D3DD-A8C4-4611-8099-4AEB2E976A2E}" dt="2026-02-04T21:22:47.903" v="199" actId="1038"/>
          <ac:grpSpMkLst>
            <pc:docMk/>
            <pc:sldMk cId="476690512" sldId="732"/>
            <ac:grpSpMk id="13" creationId="{999086BD-AB94-47EE-8DB1-32155A3F5AD8}"/>
          </ac:grpSpMkLst>
        </pc:grpChg>
        <pc:graphicFrameChg chg="mod modGraphic">
          <ac:chgData name="Al Friend" userId="e5ed79da-d858-46d4-9eed-a7a24903f2de" providerId="ADAL" clId="{6CF5D3DD-A8C4-4611-8099-4AEB2E976A2E}" dt="2026-02-04T21:22:47.903" v="199" actId="1038"/>
          <ac:graphicFrameMkLst>
            <pc:docMk/>
            <pc:sldMk cId="476690512" sldId="732"/>
            <ac:graphicFrameMk id="8" creationId="{5C78924D-DB14-4096-A372-7CD9DB56FD71}"/>
          </ac:graphicFrameMkLst>
        </pc:graphicFrameChg>
      </pc:sldChg>
      <pc:sldChg chg="modSp del mod">
        <pc:chgData name="Al Friend" userId="e5ed79da-d858-46d4-9eed-a7a24903f2de" providerId="ADAL" clId="{6CF5D3DD-A8C4-4611-8099-4AEB2E976A2E}" dt="2026-02-04T21:30:15.454" v="263" actId="2696"/>
        <pc:sldMkLst>
          <pc:docMk/>
          <pc:sldMk cId="2150400347" sldId="906"/>
        </pc:sldMkLst>
        <pc:spChg chg="mod">
          <ac:chgData name="Al Friend" userId="e5ed79da-d858-46d4-9eed-a7a24903f2de" providerId="ADAL" clId="{6CF5D3DD-A8C4-4611-8099-4AEB2E976A2E}" dt="2026-02-04T21:18:42.405" v="98" actId="20577"/>
          <ac:spMkLst>
            <pc:docMk/>
            <pc:sldMk cId="2150400347" sldId="906"/>
            <ac:spMk id="4" creationId="{12630251-0176-4E08-9A40-5821ACD1944C}"/>
          </ac:spMkLst>
        </pc:spChg>
      </pc:sldChg>
      <pc:sldChg chg="delSp modSp add del mod delAnim modAnim modShow">
        <pc:chgData name="Al Friend" userId="e5ed79da-d858-46d4-9eed-a7a24903f2de" providerId="ADAL" clId="{6CF5D3DD-A8C4-4611-8099-4AEB2E976A2E}" dt="2026-02-04T21:28:19.822" v="254" actId="2696"/>
        <pc:sldMkLst>
          <pc:docMk/>
          <pc:sldMk cId="1977861713" sldId="907"/>
        </pc:sldMkLst>
        <pc:spChg chg="del">
          <ac:chgData name="Al Friend" userId="e5ed79da-d858-46d4-9eed-a7a24903f2de" providerId="ADAL" clId="{6CF5D3DD-A8C4-4611-8099-4AEB2E976A2E}" dt="2026-02-04T21:17:09.074" v="84" actId="478"/>
          <ac:spMkLst>
            <pc:docMk/>
            <pc:sldMk cId="1977861713" sldId="907"/>
            <ac:spMk id="7" creationId="{03ABC2D0-0AA0-3816-1FF7-96C623D832C3}"/>
          </ac:spMkLst>
        </pc:spChg>
        <pc:spChg chg="del">
          <ac:chgData name="Al Friend" userId="e5ed79da-d858-46d4-9eed-a7a24903f2de" providerId="ADAL" clId="{6CF5D3DD-A8C4-4611-8099-4AEB2E976A2E}" dt="2026-02-04T21:16:36.087" v="67" actId="478"/>
          <ac:spMkLst>
            <pc:docMk/>
            <pc:sldMk cId="1977861713" sldId="907"/>
            <ac:spMk id="9" creationId="{07E77C98-1586-BA3C-2D73-7D5592FF539F}"/>
          </ac:spMkLst>
        </pc:spChg>
        <pc:spChg chg="del mod">
          <ac:chgData name="Al Friend" userId="e5ed79da-d858-46d4-9eed-a7a24903f2de" providerId="ADAL" clId="{6CF5D3DD-A8C4-4611-8099-4AEB2E976A2E}" dt="2026-02-04T21:17:11.551" v="85" actId="478"/>
          <ac:spMkLst>
            <pc:docMk/>
            <pc:sldMk cId="1977861713" sldId="907"/>
            <ac:spMk id="23" creationId="{609191C7-4A6E-0F60-899F-CF472CBA2247}"/>
          </ac:spMkLst>
        </pc:spChg>
        <pc:spChg chg="del">
          <ac:chgData name="Al Friend" userId="e5ed79da-d858-46d4-9eed-a7a24903f2de" providerId="ADAL" clId="{6CF5D3DD-A8C4-4611-8099-4AEB2E976A2E}" dt="2026-02-04T21:17:00.814" v="83" actId="478"/>
          <ac:spMkLst>
            <pc:docMk/>
            <pc:sldMk cId="1977861713" sldId="907"/>
            <ac:spMk id="25" creationId="{76416886-271B-974D-80FB-10C7A1959AC0}"/>
          </ac:spMkLst>
        </pc:spChg>
        <pc:spChg chg="del">
          <ac:chgData name="Al Friend" userId="e5ed79da-d858-46d4-9eed-a7a24903f2de" providerId="ADAL" clId="{6CF5D3DD-A8C4-4611-8099-4AEB2E976A2E}" dt="2026-02-04T21:16:37.575" v="68" actId="478"/>
          <ac:spMkLst>
            <pc:docMk/>
            <pc:sldMk cId="1977861713" sldId="907"/>
            <ac:spMk id="26" creationId="{4F19FB03-D27B-F401-BED4-97E79E3657B8}"/>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del">
          <ac:chgData name="Al Friend" userId="e5ed79da-d858-46d4-9eed-a7a24903f2de" providerId="ADAL" clId="{6CF5D3DD-A8C4-4611-8099-4AEB2E976A2E}" dt="2026-02-04T21:25:01.982" v="236" actId="478"/>
          <ac:spMkLst>
            <pc:docMk/>
            <pc:sldMk cId="3421085211" sldId="909"/>
            <ac:spMk id="9" creationId="{BA5C6387-A468-970F-7513-F128EFCA130D}"/>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pChg chg="del">
          <ac:chgData name="Al Friend" userId="e5ed79da-d858-46d4-9eed-a7a24903f2de" providerId="ADAL" clId="{6CF5D3DD-A8C4-4611-8099-4AEB2E976A2E}" dt="2026-02-04T21:28:29.844" v="257" actId="478"/>
          <ac:spMkLst>
            <pc:docMk/>
            <pc:sldMk cId="2279857909" sldId="910"/>
            <ac:spMk id="2" creationId="{8A7F60AC-0843-B802-B1B9-5AB3C7FE453D}"/>
          </ac:spMkLst>
        </pc:spChg>
        <pc:spChg chg="del">
          <ac:chgData name="Al Friend" userId="e5ed79da-d858-46d4-9eed-a7a24903f2de" providerId="ADAL" clId="{6CF5D3DD-A8C4-4611-8099-4AEB2E976A2E}" dt="2026-02-04T21:28:33.284" v="260" actId="478"/>
          <ac:spMkLst>
            <pc:docMk/>
            <pc:sldMk cId="2279857909" sldId="910"/>
            <ac:spMk id="23" creationId="{63A41F82-0C29-7042-3B1F-7249622BF52F}"/>
          </ac:spMkLst>
        </pc:spChg>
        <pc:spChg chg="del">
          <ac:chgData name="Al Friend" userId="e5ed79da-d858-46d4-9eed-a7a24903f2de" providerId="ADAL" clId="{6CF5D3DD-A8C4-4611-8099-4AEB2E976A2E}" dt="2026-02-04T21:28:31.034" v="258" actId="478"/>
          <ac:spMkLst>
            <pc:docMk/>
            <pc:sldMk cId="2279857909" sldId="910"/>
            <ac:spMk id="25" creationId="{FC51879F-8081-037C-7BB4-78772C11EDD2}"/>
          </ac:spMkLst>
        </pc:spChg>
        <pc:spChg chg="del">
          <ac:chgData name="Al Friend" userId="e5ed79da-d858-46d4-9eed-a7a24903f2de" providerId="ADAL" clId="{6CF5D3DD-A8C4-4611-8099-4AEB2E976A2E}" dt="2026-02-04T21:28:32.332" v="259" actId="478"/>
          <ac:spMkLst>
            <pc:docMk/>
            <pc:sldMk cId="2279857909" sldId="910"/>
            <ac:spMk id="26" creationId="{576EA9EF-228B-2AE9-A8B2-0056BC671732}"/>
          </ac:spMkLst>
        </pc:spChg>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del mod">
          <ac:chgData name="Al Friend" userId="e5ed79da-d858-46d4-9eed-a7a24903f2de" providerId="ADAL" clId="{6CF5D3DD-A8C4-4611-8099-4AEB2E976A2E}" dt="2026-02-04T21:31:46.178" v="378" actId="478"/>
          <ac:spMkLst>
            <pc:docMk/>
            <pc:sldMk cId="1018795189" sldId="911"/>
            <ac:spMk id="2" creationId="{97610C3D-C27B-CDD2-B263-DB6B99C1C153}"/>
          </ac:spMkLst>
        </pc:spChg>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del mod">
          <ac:chgData name="Al Friend" userId="e5ed79da-d858-46d4-9eed-a7a24903f2de" providerId="ADAL" clId="{6CF5D3DD-A8C4-4611-8099-4AEB2E976A2E}" dt="2026-02-04T21:36:03.591" v="476" actId="478"/>
          <ac:spMkLst>
            <pc:docMk/>
            <pc:sldMk cId="1018795189" sldId="911"/>
            <ac:spMk id="6" creationId="{1B3A57FF-F8E1-69CC-1023-D144B0880C32}"/>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spChg chg="del">
          <ac:chgData name="Al Friend" userId="e5ed79da-d858-46d4-9eed-a7a24903f2de" providerId="ADAL" clId="{6CF5D3DD-A8C4-4611-8099-4AEB2E976A2E}" dt="2026-02-04T21:30:36.871" v="274" actId="478"/>
          <ac:spMkLst>
            <pc:docMk/>
            <pc:sldMk cId="1018795189" sldId="911"/>
            <ac:spMk id="26" creationId="{0D1F2FFD-A9D7-55FE-08EB-8403B19431E6}"/>
          </ac:spMkLst>
        </pc:spChg>
        <pc:grpChg chg="del">
          <ac:chgData name="Al Friend" userId="e5ed79da-d858-46d4-9eed-a7a24903f2de" providerId="ADAL" clId="{6CF5D3DD-A8C4-4611-8099-4AEB2E976A2E}" dt="2026-02-04T21:30:37.929" v="275" actId="478"/>
          <ac:grpSpMkLst>
            <pc:docMk/>
            <pc:sldMk cId="1018795189" sldId="911"/>
            <ac:grpSpMk id="13" creationId="{1E74E6B6-B6D7-CAC2-3C13-5FAC87C96411}"/>
          </ac:grpSpMkLst>
        </pc:gr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spChg chg="del">
          <ac:chgData name="Al Friend" userId="e5ed79da-d858-46d4-9eed-a7a24903f2de" providerId="ADAL" clId="{6CF5D3DD-A8C4-4611-8099-4AEB2E976A2E}" dt="2026-02-04T21:59:57.974" v="621" actId="478"/>
          <ac:spMkLst>
            <pc:docMk/>
            <pc:sldMk cId="2380365815" sldId="912"/>
            <ac:spMk id="5" creationId="{4064CB55-0E43-CE5B-D165-0021FF0FEC0A}"/>
          </ac:spMkLst>
        </pc:spChg>
        <pc:spChg chg="del">
          <ac:chgData name="Al Friend" userId="e5ed79da-d858-46d4-9eed-a7a24903f2de" providerId="ADAL" clId="{6CF5D3DD-A8C4-4611-8099-4AEB2E976A2E}" dt="2026-02-04T21:59:56.672" v="620" actId="478"/>
          <ac:spMkLst>
            <pc:docMk/>
            <pc:sldMk cId="2380365815" sldId="912"/>
            <ac:spMk id="7" creationId="{CBAF2AAC-6D1E-ED43-72FA-A3681B5FC985}"/>
          </ac:spMkLst>
        </pc:spChg>
        <pc:spChg chg="del">
          <ac:chgData name="Al Friend" userId="e5ed79da-d858-46d4-9eed-a7a24903f2de" providerId="ADAL" clId="{6CF5D3DD-A8C4-4611-8099-4AEB2E976A2E}" dt="2026-02-04T21:59:55.979" v="619" actId="478"/>
          <ac:spMkLst>
            <pc:docMk/>
            <pc:sldMk cId="2380365815" sldId="912"/>
            <ac:spMk id="9" creationId="{8C22B476-C1D2-B9EB-C012-B70156BFA606}"/>
          </ac:spMkLst>
        </pc:spChg>
        <pc:spChg chg="del">
          <ac:chgData name="Al Friend" userId="e5ed79da-d858-46d4-9eed-a7a24903f2de" providerId="ADAL" clId="{6CF5D3DD-A8C4-4611-8099-4AEB2E976A2E}" dt="2026-02-04T21:59:59.014" v="622" actId="478"/>
          <ac:spMkLst>
            <pc:docMk/>
            <pc:sldMk cId="2380365815" sldId="912"/>
            <ac:spMk id="23" creationId="{1CC3755C-B10D-5DBB-00BC-4F78BE4D1DAA}"/>
          </ac:spMkLst>
        </pc:spChg>
        <pc:spChg chg="del">
          <ac:chgData name="Al Friend" userId="e5ed79da-d858-46d4-9eed-a7a24903f2de" providerId="ADAL" clId="{6CF5D3DD-A8C4-4611-8099-4AEB2E976A2E}" dt="2026-02-04T21:59:54.783" v="618" actId="478"/>
          <ac:spMkLst>
            <pc:docMk/>
            <pc:sldMk cId="2380365815" sldId="912"/>
            <ac:spMk id="25" creationId="{39920382-B821-D18D-CEC2-7851ADE65BF0}"/>
          </ac:spMkLst>
        </pc:spChg>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5T09:16:21.661" v="2777" actId="20577"/>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delSp modSp delAnim modAnim">
        <pc:chgData name="Al Friend" userId="e5ed79da-d858-46d4-9eed-a7a24903f2de" providerId="ADAL" clId="{7537B086-0992-4C5F-A071-F6F8659556F1}" dt="2026-02-04T15:47:57.888" v="2560" actId="1076"/>
        <pc:sldMkLst>
          <pc:docMk/>
          <pc:sldMk cId="476690512" sldId="732"/>
        </pc:sldMkLst>
        <pc:spChg chg="del">
          <ac:chgData name="Al Friend" userId="e5ed79da-d858-46d4-9eed-a7a24903f2de" providerId="ADAL" clId="{7537B086-0992-4C5F-A071-F6F8659556F1}" dt="2026-02-04T14:14:16.875" v="2267" actId="478"/>
          <ac:spMkLst>
            <pc:docMk/>
            <pc:sldMk cId="476690512" sldId="732"/>
            <ac:spMk id="2" creationId="{5F704C70-63DD-5CD2-81E0-68A28F00CDBA}"/>
          </ac:spMkLst>
        </pc:spChg>
        <pc:spChg chg="add del">
          <ac:chgData name="Al Friend" userId="e5ed79da-d858-46d4-9eed-a7a24903f2de" providerId="ADAL" clId="{7537B086-0992-4C5F-A071-F6F8659556F1}" dt="2026-02-04T14:16:47.676" v="2274"/>
          <ac:spMkLst>
            <pc:docMk/>
            <pc:sldMk cId="476690512" sldId="732"/>
            <ac:spMk id="3" creationId="{B37A59EF-ADD7-4510-B1FF-A62D2B11DC68}"/>
          </ac:spMkLst>
        </pc:spChg>
        <pc:spChg chg="mod">
          <ac:chgData name="Al Friend" userId="e5ed79da-d858-46d4-9eed-a7a24903f2de" providerId="ADAL" clId="{7537B086-0992-4C5F-A071-F6F8659556F1}" dt="2026-02-04T15:38:10.356" v="2550" actId="20577"/>
          <ac:spMkLst>
            <pc:docMk/>
            <pc:sldMk cId="476690512" sldId="732"/>
            <ac:spMk id="4" creationId="{12630251-0176-4E08-9A40-5821ACD1944C}"/>
          </ac:spMkLst>
        </pc:spChg>
        <pc:spChg chg="mod">
          <ac:chgData name="Al Friend" userId="e5ed79da-d858-46d4-9eed-a7a24903f2de" providerId="ADAL" clId="{7537B086-0992-4C5F-A071-F6F8659556F1}" dt="2026-02-04T15:38:35.294" v="2553" actId="404"/>
          <ac:spMkLst>
            <pc:docMk/>
            <pc:sldMk cId="476690512" sldId="732"/>
            <ac:spMk id="7" creationId="{663E3461-DC5D-48CF-AE13-69B629EAA16E}"/>
          </ac:spMkLst>
        </pc:spChg>
        <pc:spChg chg="add mod">
          <ac:chgData name="Al Friend" userId="e5ed79da-d858-46d4-9eed-a7a24903f2de" providerId="ADAL" clId="{7537B086-0992-4C5F-A071-F6F8659556F1}" dt="2026-02-04T15:37:37.138" v="2532" actId="1076"/>
          <ac:spMkLst>
            <pc:docMk/>
            <pc:sldMk cId="476690512" sldId="732"/>
            <ac:spMk id="9" creationId="{2EE28BEF-588B-4646-BB12-65CF6FC91458}"/>
          </ac:spMkLst>
        </pc:spChg>
        <pc:spChg chg="del">
          <ac:chgData name="Al Friend" userId="e5ed79da-d858-46d4-9eed-a7a24903f2de" providerId="ADAL" clId="{7537B086-0992-4C5F-A071-F6F8659556F1}" dt="2026-02-04T14:14:10.718" v="2265" actId="478"/>
          <ac:spMkLst>
            <pc:docMk/>
            <pc:sldMk cId="476690512" sldId="732"/>
            <ac:spMk id="12" creationId="{DB0883C9-01FE-4D89-B150-38DC55AEFC10}"/>
          </ac:spMkLst>
        </pc:spChg>
        <pc:spChg chg="mod">
          <ac:chgData name="Al Friend" userId="e5ed79da-d858-46d4-9eed-a7a24903f2de" providerId="ADAL" clId="{7537B086-0992-4C5F-A071-F6F8659556F1}" dt="2026-02-04T14:32:45.451" v="2477" actId="20577"/>
          <ac:spMkLst>
            <pc:docMk/>
            <pc:sldMk cId="476690512" sldId="732"/>
            <ac:spMk id="15" creationId="{1FD6EF7E-F059-430F-9A1F-C89FC42961D2}"/>
          </ac:spMkLst>
        </pc:spChg>
        <pc:spChg chg="add mod">
          <ac:chgData name="Al Friend" userId="e5ed79da-d858-46d4-9eed-a7a24903f2de" providerId="ADAL" clId="{7537B086-0992-4C5F-A071-F6F8659556F1}" dt="2026-02-04T15:37:07.329" v="2526" actId="1076"/>
          <ac:spMkLst>
            <pc:docMk/>
            <pc:sldMk cId="476690512" sldId="732"/>
            <ac:spMk id="23" creationId="{5ECE31C2-607E-428E-8FB1-325AF6B6A26F}"/>
          </ac:spMkLst>
        </pc:spChg>
        <pc:spChg chg="add del mod">
          <ac:chgData name="Al Friend" userId="e5ed79da-d858-46d4-9eed-a7a24903f2de" providerId="ADAL" clId="{7537B086-0992-4C5F-A071-F6F8659556F1}" dt="2026-02-04T14:27:33.931" v="2448" actId="478"/>
          <ac:spMkLst>
            <pc:docMk/>
            <pc:sldMk cId="476690512" sldId="732"/>
            <ac:spMk id="24" creationId="{D30D1FC9-480D-4ADB-BFD0-8E13749D9840}"/>
          </ac:spMkLst>
        </pc:spChg>
        <pc:spChg chg="add mod">
          <ac:chgData name="Al Friend" userId="e5ed79da-d858-46d4-9eed-a7a24903f2de" providerId="ADAL" clId="{7537B086-0992-4C5F-A071-F6F8659556F1}" dt="2026-02-04T15:47:57.888" v="2560" actId="1076"/>
          <ac:spMkLst>
            <pc:docMk/>
            <pc:sldMk cId="476690512" sldId="732"/>
            <ac:spMk id="25" creationId="{E40F5619-3514-460D-BB64-C97EEA7EECAB}"/>
          </ac:spMkLst>
        </pc:spChg>
        <pc:spChg chg="add mod">
          <ac:chgData name="Al Friend" userId="e5ed79da-d858-46d4-9eed-a7a24903f2de" providerId="ADAL" clId="{7537B086-0992-4C5F-A071-F6F8659556F1}" dt="2026-02-04T15:36:58.942" v="2525" actId="1076"/>
          <ac:spMkLst>
            <pc:docMk/>
            <pc:sldMk cId="476690512" sldId="732"/>
            <ac:spMk id="26" creationId="{86F84B68-B0DF-45F0-8676-63C003F271DE}"/>
          </ac:spMkLst>
        </pc:spChg>
        <pc:grpChg chg="mod">
          <ac:chgData name="Al Friend" userId="e5ed79da-d858-46d4-9eed-a7a24903f2de" providerId="ADAL" clId="{7537B086-0992-4C5F-A071-F6F8659556F1}" dt="2026-02-04T15:36:39.430" v="2522" actId="1076"/>
          <ac:grpSpMkLst>
            <pc:docMk/>
            <pc:sldMk cId="476690512" sldId="732"/>
            <ac:grpSpMk id="13" creationId="{999086BD-AB94-47EE-8DB1-32155A3F5AD8}"/>
          </ac:grpSpMkLst>
        </pc:grpChg>
        <pc:grpChg chg="del">
          <ac:chgData name="Al Friend" userId="e5ed79da-d858-46d4-9eed-a7a24903f2de" providerId="ADAL" clId="{7537B086-0992-4C5F-A071-F6F8659556F1}" dt="2026-02-04T14:14:12.850" v="2266" actId="478"/>
          <ac:grpSpMkLst>
            <pc:docMk/>
            <pc:sldMk cId="476690512" sldId="732"/>
            <ac:grpSpMk id="16" creationId="{26A1FAA3-CC81-49D6-AB17-4E0AC8A72287}"/>
          </ac:grpSpMkLst>
        </pc:grpChg>
        <pc:grpChg chg="del">
          <ac:chgData name="Al Friend" userId="e5ed79da-d858-46d4-9eed-a7a24903f2de" providerId="ADAL" clId="{7537B086-0992-4C5F-A071-F6F8659556F1}" dt="2026-02-04T14:14:08.119" v="2264" actId="478"/>
          <ac:grpSpMkLst>
            <pc:docMk/>
            <pc:sldMk cId="476690512" sldId="732"/>
            <ac:grpSpMk id="20" creationId="{875D6F1B-A908-4F59-B0B7-94D23EF5C00E}"/>
          </ac:grpSpMkLst>
        </pc:grpChg>
        <pc:graphicFrameChg chg="add del mod modGraphic">
          <ac:chgData name="Al Friend" userId="e5ed79da-d858-46d4-9eed-a7a24903f2de" providerId="ADAL" clId="{7537B086-0992-4C5F-A071-F6F8659556F1}" dt="2026-02-04T14:21:17.998" v="2305" actId="478"/>
          <ac:graphicFrameMkLst>
            <pc:docMk/>
            <pc:sldMk cId="476690512" sldId="732"/>
            <ac:graphicFrameMk id="5" creationId="{5DDD073C-9F73-46B9-88AB-729E865A51F2}"/>
          </ac:graphicFrameMkLst>
        </pc:graphicFrameChg>
        <pc:graphicFrameChg chg="add del">
          <ac:chgData name="Al Friend" userId="e5ed79da-d858-46d4-9eed-a7a24903f2de" providerId="ADAL" clId="{7537B086-0992-4C5F-A071-F6F8659556F1}" dt="2026-02-04T14:21:22.455" v="2307"/>
          <ac:graphicFrameMkLst>
            <pc:docMk/>
            <pc:sldMk cId="476690512" sldId="732"/>
            <ac:graphicFrameMk id="6" creationId="{AF66C286-1434-43E1-8F5F-D39A775F8D87}"/>
          </ac:graphicFrameMkLst>
        </pc:graphicFrameChg>
        <pc:graphicFrameChg chg="add mod modGraphic">
          <ac:chgData name="Al Friend" userId="e5ed79da-d858-46d4-9eed-a7a24903f2de" providerId="ADAL" clId="{7537B086-0992-4C5F-A071-F6F8659556F1}" dt="2026-02-04T15:36:32.743" v="2521" actId="1076"/>
          <ac:graphicFrameMkLst>
            <pc:docMk/>
            <pc:sldMk cId="476690512" sldId="732"/>
            <ac:graphicFrameMk id="8" creationId="{5C78924D-DB14-4096-A372-7CD9DB56FD71}"/>
          </ac:graphicFrameMkLst>
        </pc:graphicFrameChg>
      </pc:sldChg>
      <pc:sldChg chg="addSp modSp modAnim">
        <pc:chgData name="Al Friend" userId="e5ed79da-d858-46d4-9eed-a7a24903f2de" providerId="ADAL" clId="{7537B086-0992-4C5F-A071-F6F8659556F1}" dt="2026-01-26T15:46:18.226" v="2124" actId="113"/>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1-26T15:20:52.737" v="2057" actId="1035"/>
          <ac:spMkLst>
            <pc:docMk/>
            <pc:sldMk cId="3929749998" sldId="776"/>
            <ac:spMk id="29" creationId="{9CFD6623-90F9-8CA0-585A-959ADF79ADE1}"/>
          </ac:spMkLst>
        </pc:spChg>
        <pc:spChg chg="mod">
          <ac:chgData name="Al Friend" userId="e5ed79da-d858-46d4-9eed-a7a24903f2de" providerId="ADAL" clId="{7537B086-0992-4C5F-A071-F6F8659556F1}" dt="2026-01-26T15:20:52.737" v="2057" actId="1035"/>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1-26T15:20:52.737" v="2057" actId="1035"/>
          <ac:cxnSpMkLst>
            <pc:docMk/>
            <pc:sldMk cId="3929749998" sldId="776"/>
            <ac:cxnSpMk id="5" creationId="{74743580-1BBD-44D1-9B4B-3FCD69A573CA}"/>
          </ac:cxnSpMkLst>
        </pc:cxnChg>
        <pc:cxnChg chg="mod">
          <ac:chgData name="Al Friend" userId="e5ed79da-d858-46d4-9eed-a7a24903f2de" providerId="ADAL" clId="{7537B086-0992-4C5F-A071-F6F8659556F1}" dt="2026-01-26T15:20:52.737" v="2057" actId="1035"/>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delSp modSp delAnim modAnim">
        <pc:chgData name="Al Friend" userId="e5ed79da-d858-46d4-9eed-a7a24903f2de" providerId="ADAL" clId="{7537B086-0992-4C5F-A071-F6F8659556F1}" dt="2026-01-26T15:49:47.555" v="2248" actId="1037"/>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1-26T15:48:10.155" v="2238" actId="1035"/>
          <ac:spMkLst>
            <pc:docMk/>
            <pc:sldMk cId="1816502967" sldId="854"/>
            <ac:spMk id="29" creationId="{9CFD6623-90F9-8CA0-585A-959ADF79ADE1}"/>
          </ac:spMkLst>
        </pc:spChg>
        <pc:spChg chg="mod">
          <ac:chgData name="Al Friend" userId="e5ed79da-d858-46d4-9eed-a7a24903f2de" providerId="ADAL" clId="{7537B086-0992-4C5F-A071-F6F8659556F1}" dt="2026-01-26T15:48:10.155" v="2238" actId="1035"/>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1-26T15:49:47.555" v="2248" actId="1037"/>
          <ac:spMkLst>
            <pc:docMk/>
            <pc:sldMk cId="1816502967" sldId="854"/>
            <ac:spMk id="36" creationId="{58BEFD8E-59D7-4B59-AD8D-56CF2F8CD107}"/>
          </ac:spMkLst>
        </pc:spChg>
        <pc:spChg chg="mod">
          <ac:chgData name="Al Friend" userId="e5ed79da-d858-46d4-9eed-a7a24903f2de" providerId="ADAL" clId="{7537B086-0992-4C5F-A071-F6F8659556F1}" dt="2026-01-26T15:48:10.155" v="2238" actId="1035"/>
          <ac:spMkLst>
            <pc:docMk/>
            <pc:sldMk cId="1816502967" sldId="854"/>
            <ac:spMk id="37" creationId="{2138EE6B-2A89-465B-8D74-A2F0DB965B5D}"/>
          </ac:spMkLst>
        </pc:spChg>
        <pc:spChg chg="mod">
          <ac:chgData name="Al Friend" userId="e5ed79da-d858-46d4-9eed-a7a24903f2de" providerId="ADAL" clId="{7537B086-0992-4C5F-A071-F6F8659556F1}" dt="2026-01-26T15:48:10.155" v="2238" actId="1035"/>
          <ac:spMkLst>
            <pc:docMk/>
            <pc:sldMk cId="1816502967" sldId="854"/>
            <ac:spMk id="38" creationId="{40519916-002C-4B50-9CAD-882322014126}"/>
          </ac:spMkLst>
        </pc:spChg>
        <pc:spChg chg="mod">
          <ac:chgData name="Al Friend" userId="e5ed79da-d858-46d4-9eed-a7a24903f2de" providerId="ADAL" clId="{7537B086-0992-4C5F-A071-F6F8659556F1}" dt="2026-01-26T15:49:47.555" v="2248" actId="1037"/>
          <ac:spMkLst>
            <pc:docMk/>
            <pc:sldMk cId="1816502967" sldId="854"/>
            <ac:spMk id="39" creationId="{590FF629-1C6B-4A73-9B6F-1A3047E0C351}"/>
          </ac:spMkLst>
        </pc:spChg>
        <pc:spChg chg="mod">
          <ac:chgData name="Al Friend" userId="e5ed79da-d858-46d4-9eed-a7a24903f2de" providerId="ADAL" clId="{7537B086-0992-4C5F-A071-F6F8659556F1}" dt="2026-01-26T15:48:10.155" v="2238" actId="1035"/>
          <ac:spMkLst>
            <pc:docMk/>
            <pc:sldMk cId="1816502967" sldId="854"/>
            <ac:spMk id="40" creationId="{2059C02D-22B0-4CF8-88BE-A139FCC5E365}"/>
          </ac:spMkLst>
        </pc:spChg>
        <pc:spChg chg="mod">
          <ac:chgData name="Al Friend" userId="e5ed79da-d858-46d4-9eed-a7a24903f2de" providerId="ADAL" clId="{7537B086-0992-4C5F-A071-F6F8659556F1}" dt="2026-01-26T15:48:10.155" v="2238" actId="1035"/>
          <ac:spMkLst>
            <pc:docMk/>
            <pc:sldMk cId="1816502967" sldId="854"/>
            <ac:spMk id="41" creationId="{A908B61F-A960-4A63-B920-885CE28F0894}"/>
          </ac:spMkLst>
        </pc:spChg>
        <pc:spChg chg="mod">
          <ac:chgData name="Al Friend" userId="e5ed79da-d858-46d4-9eed-a7a24903f2de" providerId="ADAL" clId="{7537B086-0992-4C5F-A071-F6F8659556F1}" dt="2026-01-26T15:49:47.555" v="2248" actId="1037"/>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1-26T15:48:10.155" v="2238" actId="1035"/>
          <ac:spMkLst>
            <pc:docMk/>
            <pc:sldMk cId="1816502967" sldId="854"/>
            <ac:spMk id="45" creationId="{D34CE510-4BD9-46EC-99AA-DBE7BD04F483}"/>
          </ac:spMkLst>
        </pc:spChg>
        <pc:spChg chg="mod">
          <ac:chgData name="Al Friend" userId="e5ed79da-d858-46d4-9eed-a7a24903f2de" providerId="ADAL" clId="{7537B086-0992-4C5F-A071-F6F8659556F1}" dt="2026-01-26T15:48:10.155" v="2238" actId="1035"/>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1-26T15:48:10.155" v="2238" actId="1035"/>
          <ac:cxnSpMkLst>
            <pc:docMk/>
            <pc:sldMk cId="1816502967" sldId="854"/>
            <ac:cxnSpMk id="5" creationId="{74743580-1BBD-44D1-9B4B-3FCD69A573CA}"/>
          </ac:cxnSpMkLst>
        </pc:cxnChg>
        <pc:cxnChg chg="mod">
          <ac:chgData name="Al Friend" userId="e5ed79da-d858-46d4-9eed-a7a24903f2de" providerId="ADAL" clId="{7537B086-0992-4C5F-A071-F6F8659556F1}" dt="2026-01-26T15:48:10.155" v="2238" actId="1035"/>
          <ac:cxnSpMkLst>
            <pc:docMk/>
            <pc:sldMk cId="1816502967" sldId="854"/>
            <ac:cxnSpMk id="9" creationId="{4A59694F-BFA9-47E0-AA51-53E4E5936D1D}"/>
          </ac:cxnSpMkLst>
        </pc:cxnChg>
      </pc:sldChg>
      <pc:sldChg chg="del">
        <pc:chgData name="Al Friend" userId="e5ed79da-d858-46d4-9eed-a7a24903f2de" providerId="ADAL" clId="{7537B086-0992-4C5F-A071-F6F8659556F1}" dt="2026-02-05T08:57:11.433" v="2591" actId="2696"/>
        <pc:sldMkLst>
          <pc:docMk/>
          <pc:sldMk cId="3634735652" sldId="855"/>
        </pc:sldMkLst>
      </pc:sldChg>
      <pc:sldChg chg="del">
        <pc:chgData name="Al Friend" userId="e5ed79da-d858-46d4-9eed-a7a24903f2de" providerId="ADAL" clId="{7537B086-0992-4C5F-A071-F6F8659556F1}" dt="2026-02-05T08:56:28.731" v="2576" actId="2696"/>
        <pc:sldMkLst>
          <pc:docMk/>
          <pc:sldMk cId="2053263644" sldId="857"/>
        </pc:sldMkLst>
      </pc:sldChg>
      <pc:sldChg chg="delSp add modTransition modAnim">
        <pc:chgData name="Al Friend" userId="e5ed79da-d858-46d4-9eed-a7a24903f2de" providerId="ADAL" clId="{7537B086-0992-4C5F-A071-F6F8659556F1}" dt="2026-01-08T08:59:48.965" v="9" actId="478"/>
        <pc:sldMkLst>
          <pc:docMk/>
          <pc:sldMk cId="504513756" sldId="886"/>
        </pc:sldMkLst>
      </pc:sldChg>
      <pc:sldChg chg="delSp add modTransition modAnim">
        <pc:chgData name="Al Friend" userId="e5ed79da-d858-46d4-9eed-a7a24903f2de" providerId="ADAL" clId="{7537B086-0992-4C5F-A071-F6F8659556F1}" dt="2026-01-08T09:03:03.953" v="50" actId="478"/>
        <pc:sldMkLst>
          <pc:docMk/>
          <pc:sldMk cId="274477786" sldId="887"/>
        </pc:sldMkLst>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modSp add">
        <pc:chgData name="Al Friend" userId="e5ed79da-d858-46d4-9eed-a7a24903f2de" providerId="ADAL" clId="{7537B086-0992-4C5F-A071-F6F8659556F1}" dt="2026-02-04T14:32:53.711" v="2481" actId="20577"/>
        <pc:sldMkLst>
          <pc:docMk/>
          <pc:sldMk cId="2150400347" sldId="906"/>
        </pc:sldMkLst>
        <pc:spChg chg="mod">
          <ac:chgData name="Al Friend" userId="e5ed79da-d858-46d4-9eed-a7a24903f2de" providerId="ADAL" clId="{7537B086-0992-4C5F-A071-F6F8659556F1}" dt="2026-02-04T14:32:53.711" v="2481" actId="20577"/>
          <ac:spMkLst>
            <pc:docMk/>
            <pc:sldMk cId="2150400347" sldId="906"/>
            <ac:spMk id="15" creationId="{1FD6EF7E-F059-430F-9A1F-C89FC42961D2}"/>
          </ac:spMkLst>
        </pc:spChg>
        <pc:spChg chg="mod">
          <ac:chgData name="Al Friend" userId="e5ed79da-d858-46d4-9eed-a7a24903f2de" providerId="ADAL" clId="{7537B086-0992-4C5F-A071-F6F8659556F1}" dt="2026-02-04T14:32:51.196" v="2479" actId="20577"/>
          <ac:spMkLst>
            <pc:docMk/>
            <pc:sldMk cId="2150400347" sldId="906"/>
            <ac:spMk id="22" creationId="{2EE40C53-3243-472A-883B-FF608A0E334A}"/>
          </ac:spMkLst>
        </pc:spChg>
      </pc:sldChg>
      <pc:sldChg chg="addSp delSp modSp modAnim">
        <pc:chgData name="Al Friend" userId="e5ed79da-d858-46d4-9eed-a7a24903f2de" providerId="ADAL" clId="{7537B086-0992-4C5F-A071-F6F8659556F1}" dt="2026-02-05T09:16:01.147" v="2762" actId="20577"/>
        <pc:sldMkLst>
          <pc:docMk/>
          <pc:sldMk cId="3421085211" sldId="909"/>
        </pc:sldMkLst>
        <pc:spChg chg="add del mod">
          <ac:chgData name="Al Friend" userId="e5ed79da-d858-46d4-9eed-a7a24903f2de" providerId="ADAL" clId="{7537B086-0992-4C5F-A071-F6F8659556F1}" dt="2026-02-05T09:10:41.465" v="2596"/>
          <ac:spMkLst>
            <pc:docMk/>
            <pc:sldMk cId="3421085211" sldId="909"/>
            <ac:spMk id="3" creationId="{2447D83F-983B-4421-818F-23A37F1DF7EB}"/>
          </ac:spMkLst>
        </pc:spChg>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5T09:09:57.906" v="2592" actId="20577"/>
        <pc:sldMkLst>
          <pc:docMk/>
          <pc:sldMk cId="1599293347" sldId="913"/>
        </pc:sldMkLst>
        <pc:spChg chg="del">
          <ac:chgData name="Al Friend" userId="e5ed79da-d858-46d4-9eed-a7a24903f2de" providerId="ADAL" clId="{7537B086-0992-4C5F-A071-F6F8659556F1}" dt="2026-02-05T08:56:09.669" v="2571" actId="478"/>
          <ac:spMkLst>
            <pc:docMk/>
            <pc:sldMk cId="1599293347" sldId="913"/>
            <ac:spMk id="10" creationId="{BC0A24A5-7704-6A36-CD80-4ED2C2F64BD2}"/>
          </ac:spMkLst>
        </pc:spChg>
        <pc:spChg chg="del">
          <ac:chgData name="Al Friend" userId="e5ed79da-d858-46d4-9eed-a7a24903f2de" providerId="ADAL" clId="{7537B086-0992-4C5F-A071-F6F8659556F1}" dt="2026-02-05T08:56:06.740" v="2568" actId="478"/>
          <ac:spMkLst>
            <pc:docMk/>
            <pc:sldMk cId="1599293347" sldId="913"/>
            <ac:spMk id="25" creationId="{35683CAD-1E2A-EA31-E6BB-C707B14B8F0A}"/>
          </ac:spMkLst>
        </pc:spChg>
        <pc:spChg chg="del">
          <ac:chgData name="Al Friend" userId="e5ed79da-d858-46d4-9eed-a7a24903f2de" providerId="ADAL" clId="{7537B086-0992-4C5F-A071-F6F8659556F1}" dt="2026-02-05T08:55:59.627" v="2565" actId="478"/>
          <ac:spMkLst>
            <pc:docMk/>
            <pc:sldMk cId="1599293347" sldId="913"/>
            <ac:spMk id="26" creationId="{A4913A86-8E20-4DDA-AAA9-F82A2BA73778}"/>
          </ac:spMkLst>
        </pc:spChg>
        <pc:spChg chg="del">
          <ac:chgData name="Al Friend" userId="e5ed79da-d858-46d4-9eed-a7a24903f2de" providerId="ADAL" clId="{7537B086-0992-4C5F-A071-F6F8659556F1}" dt="2026-02-05T08:56:01.482" v="2567" actId="478"/>
          <ac:spMkLst>
            <pc:docMk/>
            <pc:sldMk cId="1599293347" sldId="913"/>
            <ac:spMk id="31" creationId="{44EEC309-5164-E750-8A98-948F7250CF9F}"/>
          </ac:spMkLst>
        </pc:spChg>
        <pc:spChg chg="del">
          <ac:chgData name="Al Friend" userId="e5ed79da-d858-46d4-9eed-a7a24903f2de" providerId="ADAL" clId="{7537B086-0992-4C5F-A071-F6F8659556F1}" dt="2026-02-05T08:56:08.690" v="2570" actId="478"/>
          <ac:spMkLst>
            <pc:docMk/>
            <pc:sldMk cId="1599293347" sldId="913"/>
            <ac:spMk id="32" creationId="{56038AF1-3FFC-CE48-15B4-04B9F7CE57D9}"/>
          </ac:spMkLst>
        </pc:spChg>
        <pc:spChg chg="del">
          <ac:chgData name="Al Friend" userId="e5ed79da-d858-46d4-9eed-a7a24903f2de" providerId="ADAL" clId="{7537B086-0992-4C5F-A071-F6F8659556F1}" dt="2026-02-05T08:56:00.663" v="2566" actId="478"/>
          <ac:spMkLst>
            <pc:docMk/>
            <pc:sldMk cId="1599293347" sldId="913"/>
            <ac:spMk id="35" creationId="{570E26B8-2533-45CC-B630-78104B4BF6E3}"/>
          </ac:spMkLst>
        </pc:spChg>
        <pc:spChg chg="del">
          <ac:chgData name="Al Friend" userId="e5ed79da-d858-46d4-9eed-a7a24903f2de" providerId="ADAL" clId="{7537B086-0992-4C5F-A071-F6F8659556F1}" dt="2026-02-05T08:56:07.773" v="2569" actId="478"/>
          <ac:spMkLst>
            <pc:docMk/>
            <pc:sldMk cId="1599293347" sldId="913"/>
            <ac:spMk id="48" creationId="{D9C491AC-88F8-426C-A43D-B2F060D5E6AD}"/>
          </ac:spMkLst>
        </pc:spChg>
        <pc:spChg chg="del">
          <ac:chgData name="Al Friend" userId="e5ed79da-d858-46d4-9eed-a7a24903f2de" providerId="ADAL" clId="{7537B086-0992-4C5F-A071-F6F8659556F1}" dt="2026-02-05T08:56:11.770" v="2572" actId="478"/>
          <ac:spMkLst>
            <pc:docMk/>
            <pc:sldMk cId="1599293347" sldId="913"/>
            <ac:spMk id="51" creationId="{A84125A0-FE9B-4B5B-4183-B7CDBBEF9D4C}"/>
          </ac:spMkLst>
        </pc:spChg>
        <pc:spChg chg="del">
          <ac:chgData name="Al Friend" userId="e5ed79da-d858-46d4-9eed-a7a24903f2de" providerId="ADAL" clId="{7537B086-0992-4C5F-A071-F6F8659556F1}" dt="2026-02-05T08:56:17.916" v="2575" actId="478"/>
          <ac:spMkLst>
            <pc:docMk/>
            <pc:sldMk cId="1599293347" sldId="913"/>
            <ac:spMk id="52" creationId="{BCEA5CB0-5749-1A40-A7A8-2A13550A9ECB}"/>
          </ac:spMkLst>
        </pc:spChg>
        <pc:spChg chg="del">
          <ac:chgData name="Al Friend" userId="e5ed79da-d858-46d4-9eed-a7a24903f2de" providerId="ADAL" clId="{7537B086-0992-4C5F-A071-F6F8659556F1}" dt="2026-02-05T08:56:13.641" v="2573" actId="478"/>
          <ac:spMkLst>
            <pc:docMk/>
            <pc:sldMk cId="1599293347" sldId="913"/>
            <ac:spMk id="53" creationId="{92831D18-72D2-C4FA-FD15-A525AFB4E5C5}"/>
          </ac:spMkLst>
        </pc:spChg>
        <pc:spChg chg="del">
          <ac:chgData name="Al Friend" userId="e5ed79da-d858-46d4-9eed-a7a24903f2de" providerId="ADAL" clId="{7537B086-0992-4C5F-A071-F6F8659556F1}" dt="2026-02-05T08:56:16.746" v="2574" actId="478"/>
          <ac:spMkLst>
            <pc:docMk/>
            <pc:sldMk cId="1599293347" sldId="913"/>
            <ac:spMk id="54" creationId="{FF73204C-FADD-6664-F4EE-878B598637DD}"/>
          </ac:spMkLst>
        </pc:spChg>
        <pc:cxnChg chg="mod">
          <ac:chgData name="Al Friend" userId="e5ed79da-d858-46d4-9eed-a7a24903f2de" providerId="ADAL" clId="{7537B086-0992-4C5F-A071-F6F8659556F1}" dt="2026-02-05T08:56:06.740" v="2568" actId="478"/>
          <ac:cxnSpMkLst>
            <pc:docMk/>
            <pc:sldMk cId="1599293347" sldId="913"/>
            <ac:cxnSpMk id="5" creationId="{74743580-1BBD-44D1-9B4B-3FCD69A573CA}"/>
          </ac:cxnSpMkLst>
        </pc:cxnChg>
        <pc:cxnChg chg="mod">
          <ac:chgData name="Al Friend" userId="e5ed79da-d858-46d4-9eed-a7a24903f2de" providerId="ADAL" clId="{7537B086-0992-4C5F-A071-F6F8659556F1}" dt="2026-02-05T08:56:06.740" v="2568" actId="478"/>
          <ac:cxnSpMkLst>
            <pc:docMk/>
            <pc:sldMk cId="1599293347" sldId="913"/>
            <ac:cxnSpMk id="9" creationId="{4A59694F-BFA9-47E0-AA51-53E4E5936D1D}"/>
          </ac:cxnSpMkLst>
        </pc:cxnChg>
      </pc:sldChg>
      <pc:sldChg chg="delSp modSp add modTransition delAnim modNotesTx">
        <pc:chgData name="Al Friend" userId="e5ed79da-d858-46d4-9eed-a7a24903f2de" providerId="ADAL" clId="{7537B086-0992-4C5F-A071-F6F8659556F1}" dt="2026-02-05T09:10:02.268" v="2593" actId="20577"/>
        <pc:sldMkLst>
          <pc:docMk/>
          <pc:sldMk cId="1579592882" sldId="914"/>
        </pc:sldMkLst>
        <pc:spChg chg="del">
          <ac:chgData name="Al Friend" userId="e5ed79da-d858-46d4-9eed-a7a24903f2de" providerId="ADAL" clId="{7537B086-0992-4C5F-A071-F6F8659556F1}" dt="2026-02-05T08:56:47.727" v="2581" actId="478"/>
          <ac:spMkLst>
            <pc:docMk/>
            <pc:sldMk cId="1579592882" sldId="914"/>
            <ac:spMk id="7" creationId="{A35A661D-58BB-43A0-B5BA-FA8551E8C962}"/>
          </ac:spMkLst>
        </pc:spChg>
        <pc:spChg chg="del">
          <ac:chgData name="Al Friend" userId="e5ed79da-d858-46d4-9eed-a7a24903f2de" providerId="ADAL" clId="{7537B086-0992-4C5F-A071-F6F8659556F1}" dt="2026-02-05T08:56:53.991" v="2584" actId="478"/>
          <ac:spMkLst>
            <pc:docMk/>
            <pc:sldMk cId="1579592882" sldId="914"/>
            <ac:spMk id="10" creationId="{BC0A24A5-7704-6A36-CD80-4ED2C2F64BD2}"/>
          </ac:spMkLst>
        </pc:spChg>
        <pc:spChg chg="del">
          <ac:chgData name="Al Friend" userId="e5ed79da-d858-46d4-9eed-a7a24903f2de" providerId="ADAL" clId="{7537B086-0992-4C5F-A071-F6F8659556F1}" dt="2026-02-05T08:56:50.658" v="2583" actId="478"/>
          <ac:spMkLst>
            <pc:docMk/>
            <pc:sldMk cId="1579592882" sldId="914"/>
            <ac:spMk id="25" creationId="{35683CAD-1E2A-EA31-E6BB-C707B14B8F0A}"/>
          </ac:spMkLst>
        </pc:spChg>
        <pc:spChg chg="del">
          <ac:chgData name="Al Friend" userId="e5ed79da-d858-46d4-9eed-a7a24903f2de" providerId="ADAL" clId="{7537B086-0992-4C5F-A071-F6F8659556F1}" dt="2026-02-05T08:56:45.190" v="2579" actId="478"/>
          <ac:spMkLst>
            <pc:docMk/>
            <pc:sldMk cId="1579592882" sldId="914"/>
            <ac:spMk id="26" creationId="{51A85133-9936-421C-ADA9-CC0C711D817F}"/>
          </ac:spMkLst>
        </pc:spChg>
        <pc:spChg chg="del">
          <ac:chgData name="Al Friend" userId="e5ed79da-d858-46d4-9eed-a7a24903f2de" providerId="ADAL" clId="{7537B086-0992-4C5F-A071-F6F8659556F1}" dt="2026-02-05T08:57:05.008" v="2590" actId="478"/>
          <ac:spMkLst>
            <pc:docMk/>
            <pc:sldMk cId="1579592882" sldId="914"/>
            <ac:spMk id="31" creationId="{44EEC309-5164-E750-8A98-948F7250CF9F}"/>
          </ac:spMkLst>
        </pc:spChg>
        <pc:spChg chg="del">
          <ac:chgData name="Al Friend" userId="e5ed79da-d858-46d4-9eed-a7a24903f2de" providerId="ADAL" clId="{7537B086-0992-4C5F-A071-F6F8659556F1}" dt="2026-02-05T08:56:49.378" v="2582" actId="478"/>
          <ac:spMkLst>
            <pc:docMk/>
            <pc:sldMk cId="1579592882" sldId="914"/>
            <ac:spMk id="32" creationId="{56038AF1-3FFC-CE48-15B4-04B9F7CE57D9}"/>
          </ac:spMkLst>
        </pc:spChg>
        <pc:spChg chg="del">
          <ac:chgData name="Al Friend" userId="e5ed79da-d858-46d4-9eed-a7a24903f2de" providerId="ADAL" clId="{7537B086-0992-4C5F-A071-F6F8659556F1}" dt="2026-02-05T08:56:46.670" v="2580" actId="478"/>
          <ac:spMkLst>
            <pc:docMk/>
            <pc:sldMk cId="1579592882" sldId="914"/>
            <ac:spMk id="33" creationId="{9EBF274B-66FC-4484-8533-22FFBDFC1CFA}"/>
          </ac:spMkLst>
        </pc:spChg>
        <pc:spChg chg="del">
          <ac:chgData name="Al Friend" userId="e5ed79da-d858-46d4-9eed-a7a24903f2de" providerId="ADAL" clId="{7537B086-0992-4C5F-A071-F6F8659556F1}" dt="2026-02-05T08:57:04.315" v="2589" actId="478"/>
          <ac:spMkLst>
            <pc:docMk/>
            <pc:sldMk cId="1579592882" sldId="914"/>
            <ac:spMk id="35" creationId="{570E26B8-2533-45CC-B630-78104B4BF6E3}"/>
          </ac:spMkLst>
        </pc:spChg>
        <pc:spChg chg="del">
          <ac:chgData name="Al Friend" userId="e5ed79da-d858-46d4-9eed-a7a24903f2de" providerId="ADAL" clId="{7537B086-0992-4C5F-A071-F6F8659556F1}" dt="2026-02-05T08:56:56.056" v="2585" actId="478"/>
          <ac:spMkLst>
            <pc:docMk/>
            <pc:sldMk cId="1579592882" sldId="914"/>
            <ac:spMk id="51" creationId="{A84125A0-FE9B-4B5B-4183-B7CDBBEF9D4C}"/>
          </ac:spMkLst>
        </pc:spChg>
        <pc:spChg chg="del">
          <ac:chgData name="Al Friend" userId="e5ed79da-d858-46d4-9eed-a7a24903f2de" providerId="ADAL" clId="{7537B086-0992-4C5F-A071-F6F8659556F1}" dt="2026-02-05T08:57:00.967" v="2587" actId="478"/>
          <ac:spMkLst>
            <pc:docMk/>
            <pc:sldMk cId="1579592882" sldId="914"/>
            <ac:spMk id="52" creationId="{BCEA5CB0-5749-1A40-A7A8-2A13550A9ECB}"/>
          </ac:spMkLst>
        </pc:spChg>
        <pc:spChg chg="del">
          <ac:chgData name="Al Friend" userId="e5ed79da-d858-46d4-9eed-a7a24903f2de" providerId="ADAL" clId="{7537B086-0992-4C5F-A071-F6F8659556F1}" dt="2026-02-05T08:56:59.154" v="2586" actId="478"/>
          <ac:spMkLst>
            <pc:docMk/>
            <pc:sldMk cId="1579592882" sldId="914"/>
            <ac:spMk id="53" creationId="{92831D18-72D2-C4FA-FD15-A525AFB4E5C5}"/>
          </ac:spMkLst>
        </pc:spChg>
        <pc:spChg chg="del">
          <ac:chgData name="Al Friend" userId="e5ed79da-d858-46d4-9eed-a7a24903f2de" providerId="ADAL" clId="{7537B086-0992-4C5F-A071-F6F8659556F1}" dt="2026-02-05T08:57:03.258" v="2588" actId="478"/>
          <ac:spMkLst>
            <pc:docMk/>
            <pc:sldMk cId="1579592882" sldId="914"/>
            <ac:spMk id="54" creationId="{FF73204C-FADD-6664-F4EE-878B598637DD}"/>
          </ac:spMkLst>
        </pc:spChg>
        <pc:cxnChg chg="mod">
          <ac:chgData name="Al Friend" userId="e5ed79da-d858-46d4-9eed-a7a24903f2de" providerId="ADAL" clId="{7537B086-0992-4C5F-A071-F6F8659556F1}" dt="2026-02-05T08:56:50.658" v="2583" actId="478"/>
          <ac:cxnSpMkLst>
            <pc:docMk/>
            <pc:sldMk cId="1579592882" sldId="914"/>
            <ac:cxnSpMk id="5" creationId="{74743580-1BBD-44D1-9B4B-3FCD69A573CA}"/>
          </ac:cxnSpMkLst>
        </pc:cxnChg>
        <pc:cxnChg chg="mod">
          <ac:chgData name="Al Friend" userId="e5ed79da-d858-46d4-9eed-a7a24903f2de" providerId="ADAL" clId="{7537B086-0992-4C5F-A071-F6F8659556F1}" dt="2026-02-05T08:56:50.658" v="2583" actId="478"/>
          <ac:cxnSpMkLst>
            <pc:docMk/>
            <pc:sldMk cId="1579592882" sldId="914"/>
            <ac:cxnSpMk id="9" creationId="{4A59694F-BFA9-47E0-AA51-53E4E5936D1D}"/>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05/02/2026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404130302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05/02/2026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05/02/2026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wipe(left)">
                                      <p:cBhvr>
                                        <p:cTn id="106" dur="500"/>
                                        <p:tgtEl>
                                          <p:spTgt spid="38"/>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wipe(left)">
                                      <p:cBhvr>
                                        <p:cTn id="110" dur="500"/>
                                        <p:tgtEl>
                                          <p:spTgt spid="37"/>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36"/>
                                        </p:tgtEl>
                                        <p:attrNameLst>
                                          <p:attrName>style.visibility</p:attrName>
                                        </p:attrNameLst>
                                      </p:cBhvr>
                                      <p:to>
                                        <p:strVal val="visible"/>
                                      </p:to>
                                    </p:set>
                                    <p:animEffect transition="in" filter="wipe(left)">
                                      <p:cBhvr>
                                        <p:cTn id="114" dur="1500"/>
                                        <p:tgtEl>
                                          <p:spTgt spid="36"/>
                                        </p:tgtEl>
                                      </p:cBhvr>
                                    </p:animEffect>
                                  </p:childTnLst>
                                </p:cTn>
                              </p:par>
                            </p:childTnLst>
                          </p:cTn>
                        </p:par>
                        <p:par>
                          <p:cTn id="115" fill="hold">
                            <p:stCondLst>
                              <p:cond delay="2500"/>
                            </p:stCondLst>
                            <p:childTnLst>
                              <p:par>
                                <p:cTn id="116" presetID="22" presetClass="entr" presetSubtype="8" fill="hold" grpId="0" nodeType="after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wipe(left)">
                                      <p:cBhvr>
                                        <p:cTn id="118" dur="500"/>
                                        <p:tgtEl>
                                          <p:spTgt spid="41"/>
                                        </p:tgtEl>
                                      </p:cBhvr>
                                    </p:animEffect>
                                  </p:childTnLst>
                                </p:cTn>
                              </p:par>
                            </p:childTnLst>
                          </p:cTn>
                        </p:par>
                        <p:par>
                          <p:cTn id="119" fill="hold">
                            <p:stCondLst>
                              <p:cond delay="3000"/>
                            </p:stCondLst>
                            <p:childTnLst>
                              <p:par>
                                <p:cTn id="120" presetID="22" presetClass="entr" presetSubtype="8"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wipe(left)">
                                      <p:cBhvr>
                                        <p:cTn id="122" dur="500"/>
                                        <p:tgtEl>
                                          <p:spTgt spid="40"/>
                                        </p:tgtEl>
                                      </p:cBhvr>
                                    </p:animEffect>
                                  </p:childTnLst>
                                </p:cTn>
                              </p:par>
                            </p:childTnLst>
                          </p:cTn>
                        </p:par>
                        <p:par>
                          <p:cTn id="123" fill="hold">
                            <p:stCondLst>
                              <p:cond delay="3500"/>
                            </p:stCondLst>
                            <p:childTnLst>
                              <p:par>
                                <p:cTn id="124" presetID="22" presetClass="entr" presetSubtype="8" fill="hold" grpId="0" nodeType="afterEffect">
                                  <p:stCondLst>
                                    <p:cond delay="0"/>
                                  </p:stCondLst>
                                  <p:childTnLst>
                                    <p:set>
                                      <p:cBhvr>
                                        <p:cTn id="125" dur="1" fill="hold">
                                          <p:stCondLst>
                                            <p:cond delay="0"/>
                                          </p:stCondLst>
                                        </p:cTn>
                                        <p:tgtEl>
                                          <p:spTgt spid="39"/>
                                        </p:tgtEl>
                                        <p:attrNameLst>
                                          <p:attrName>style.visibility</p:attrName>
                                        </p:attrNameLst>
                                      </p:cBhvr>
                                      <p:to>
                                        <p:strVal val="visible"/>
                                      </p:to>
                                    </p:set>
                                    <p:animEffect transition="in" filter="wipe(left)">
                                      <p:cBhvr>
                                        <p:cTn id="126" dur="1500"/>
                                        <p:tgtEl>
                                          <p:spTgt spid="39"/>
                                        </p:tgtEl>
                                      </p:cBhvr>
                                    </p:animEffect>
                                  </p:childTnLst>
                                </p:cTn>
                              </p:par>
                            </p:childTnLst>
                          </p:cTn>
                        </p:par>
                        <p:par>
                          <p:cTn id="127" fill="hold">
                            <p:stCondLst>
                              <p:cond delay="5000"/>
                            </p:stCondLst>
                            <p:childTnLst>
                              <p:par>
                                <p:cTn id="128" presetID="22" presetClass="entr" presetSubtype="8" fill="hold" grpId="0" nodeType="after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wipe(left)">
                                      <p:cBhvr>
                                        <p:cTn id="130" dur="500"/>
                                        <p:tgtEl>
                                          <p:spTgt spid="46"/>
                                        </p:tgtEl>
                                      </p:cBhvr>
                                    </p:animEffect>
                                  </p:childTnLst>
                                </p:cTn>
                              </p:par>
                            </p:childTnLst>
                          </p:cTn>
                        </p:par>
                        <p:par>
                          <p:cTn id="131" fill="hold">
                            <p:stCondLst>
                              <p:cond delay="5500"/>
                            </p:stCondLst>
                            <p:childTnLst>
                              <p:par>
                                <p:cTn id="132" presetID="22" presetClass="entr" presetSubtype="8" fill="hold" grpId="0" nodeType="afterEffect">
                                  <p:stCondLst>
                                    <p:cond delay="0"/>
                                  </p:stCondLst>
                                  <p:childTnLst>
                                    <p:set>
                                      <p:cBhvr>
                                        <p:cTn id="133" dur="1" fill="hold">
                                          <p:stCondLst>
                                            <p:cond delay="0"/>
                                          </p:stCondLst>
                                        </p:cTn>
                                        <p:tgtEl>
                                          <p:spTgt spid="45"/>
                                        </p:tgtEl>
                                        <p:attrNameLst>
                                          <p:attrName>style.visibility</p:attrName>
                                        </p:attrNameLst>
                                      </p:cBhvr>
                                      <p:to>
                                        <p:strVal val="visible"/>
                                      </p:to>
                                    </p:set>
                                    <p:animEffect transition="in" filter="wipe(left)">
                                      <p:cBhvr>
                                        <p:cTn id="134" dur="500"/>
                                        <p:tgtEl>
                                          <p:spTgt spid="45"/>
                                        </p:tgtEl>
                                      </p:cBhvr>
                                    </p:animEffect>
                                  </p:childTnLst>
                                </p:cTn>
                              </p:par>
                            </p:childTnLst>
                          </p:cTn>
                        </p:par>
                        <p:par>
                          <p:cTn id="135" fill="hold">
                            <p:stCondLst>
                              <p:cond delay="6000"/>
                            </p:stCondLst>
                            <p:childTnLst>
                              <p:par>
                                <p:cTn id="136" presetID="22" presetClass="entr" presetSubtype="8" fill="hold" grpId="0" nodeType="after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wipe(left)">
                                      <p:cBhvr>
                                        <p:cTn id="138" dur="1500"/>
                                        <p:tgtEl>
                                          <p:spTgt spid="42"/>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xit" presetSubtype="8" fill="hold" grpId="1" nodeType="clickEffect">
                                  <p:stCondLst>
                                    <p:cond delay="0"/>
                                  </p:stCondLst>
                                  <p:childTnLst>
                                    <p:animEffect transition="out" filter="wipe(left)">
                                      <p:cBhvr>
                                        <p:cTn id="142" dur="500"/>
                                        <p:tgtEl>
                                          <p:spTgt spid="31"/>
                                        </p:tgtEl>
                                      </p:cBhvr>
                                    </p:animEffect>
                                    <p:set>
                                      <p:cBhvr>
                                        <p:cTn id="143" dur="1" fill="hold">
                                          <p:stCondLst>
                                            <p:cond delay="499"/>
                                          </p:stCondLst>
                                        </p:cTn>
                                        <p:tgtEl>
                                          <p:spTgt spid="31"/>
                                        </p:tgtEl>
                                        <p:attrNameLst>
                                          <p:attrName>style.visibility</p:attrName>
                                        </p:attrNameLst>
                                      </p:cBhvr>
                                      <p:to>
                                        <p:strVal val="hidden"/>
                                      </p:to>
                                    </p:set>
                                  </p:childTnLst>
                                </p:cTn>
                              </p:par>
                            </p:childTnLst>
                          </p:cTn>
                        </p:par>
                        <p:par>
                          <p:cTn id="144" fill="hold">
                            <p:stCondLst>
                              <p:cond delay="500"/>
                            </p:stCondLst>
                            <p:childTnLst>
                              <p:par>
                                <p:cTn id="145" presetID="22" presetClass="entr" presetSubtype="8" fill="hold" grpId="0" nodeType="afterEffect">
                                  <p:stCondLst>
                                    <p:cond delay="0"/>
                                  </p:stCondLst>
                                  <p:childTnLst>
                                    <p:set>
                                      <p:cBhvr>
                                        <p:cTn id="146" dur="1" fill="hold">
                                          <p:stCondLst>
                                            <p:cond delay="0"/>
                                          </p:stCondLst>
                                        </p:cTn>
                                        <p:tgtEl>
                                          <p:spTgt spid="26"/>
                                        </p:tgtEl>
                                        <p:attrNameLst>
                                          <p:attrName>style.visibility</p:attrName>
                                        </p:attrNameLst>
                                      </p:cBhvr>
                                      <p:to>
                                        <p:strVal val="visible"/>
                                      </p:to>
                                    </p:set>
                                    <p:animEffect transition="in" filter="wipe(left)">
                                      <p:cBhvr>
                                        <p:cTn id="147" dur="1000"/>
                                        <p:tgtEl>
                                          <p:spTgt spid="26"/>
                                        </p:tgtEl>
                                      </p:cBhvr>
                                    </p:animEffect>
                                  </p:childTnLst>
                                </p:cTn>
                              </p:par>
                            </p:childTnLst>
                          </p:cTn>
                        </p:par>
                      </p:childTnLst>
                    </p:cTn>
                  </p:par>
                  <p:par>
                    <p:cTn id="148" fill="hold">
                      <p:stCondLst>
                        <p:cond delay="indefinite"/>
                      </p:stCondLst>
                      <p:childTnLst>
                        <p:par>
                          <p:cTn id="149" fill="hold">
                            <p:stCondLst>
                              <p:cond delay="0"/>
                            </p:stCondLst>
                            <p:childTnLst>
                              <p:par>
                                <p:cTn id="150" presetID="22" presetClass="entr" presetSubtype="8" fill="hold" grpId="0" nodeType="clickEffect">
                                  <p:stCondLst>
                                    <p:cond delay="0"/>
                                  </p:stCondLst>
                                  <p:childTnLst>
                                    <p:set>
                                      <p:cBhvr>
                                        <p:cTn id="151" dur="1" fill="hold">
                                          <p:stCondLst>
                                            <p:cond delay="0"/>
                                          </p:stCondLst>
                                        </p:cTn>
                                        <p:tgtEl>
                                          <p:spTgt spid="25"/>
                                        </p:tgtEl>
                                        <p:attrNameLst>
                                          <p:attrName>style.visibility</p:attrName>
                                        </p:attrNameLst>
                                      </p:cBhvr>
                                      <p:to>
                                        <p:strVal val="visible"/>
                                      </p:to>
                                    </p:set>
                                    <p:animEffect transition="in" filter="wipe(left)">
                                      <p:cBhvr>
                                        <p:cTn id="152" dur="500"/>
                                        <p:tgtEl>
                                          <p:spTgt spid="25"/>
                                        </p:tgtEl>
                                      </p:cBhvr>
                                    </p:animEffect>
                                  </p:childTnLst>
                                </p:cTn>
                              </p:par>
                            </p:childTnLst>
                          </p:cTn>
                        </p:par>
                        <p:par>
                          <p:cTn id="153" fill="hold">
                            <p:stCondLst>
                              <p:cond delay="500"/>
                            </p:stCondLst>
                            <p:childTnLst>
                              <p:par>
                                <p:cTn id="154" presetID="22" presetClass="entr" presetSubtype="1" fill="hold" nodeType="afterEffect">
                                  <p:stCondLst>
                                    <p:cond delay="0"/>
                                  </p:stCondLst>
                                  <p:childTnLst>
                                    <p:set>
                                      <p:cBhvr>
                                        <p:cTn id="155" dur="1" fill="hold">
                                          <p:stCondLst>
                                            <p:cond delay="0"/>
                                          </p:stCondLst>
                                        </p:cTn>
                                        <p:tgtEl>
                                          <p:spTgt spid="5"/>
                                        </p:tgtEl>
                                        <p:attrNameLst>
                                          <p:attrName>style.visibility</p:attrName>
                                        </p:attrNameLst>
                                      </p:cBhvr>
                                      <p:to>
                                        <p:strVal val="visible"/>
                                      </p:to>
                                    </p:set>
                                    <p:animEffect transition="in" filter="wipe(up)">
                                      <p:cBhvr>
                                        <p:cTn id="156" dur="500"/>
                                        <p:tgtEl>
                                          <p:spTgt spid="5"/>
                                        </p:tgtEl>
                                      </p:cBhvr>
                                    </p:animEffect>
                                  </p:childTnLst>
                                </p:cTn>
                              </p:par>
                            </p:childTnLst>
                          </p:cTn>
                        </p:par>
                        <p:par>
                          <p:cTn id="157" fill="hold">
                            <p:stCondLst>
                              <p:cond delay="1000"/>
                            </p:stCondLst>
                            <p:childTnLst>
                              <p:par>
                                <p:cTn id="158" presetID="22" presetClass="entr" presetSubtype="1" fill="hold" grpId="0" nodeType="afterEffect">
                                  <p:stCondLst>
                                    <p:cond delay="0"/>
                                  </p:stCondLst>
                                  <p:childTnLst>
                                    <p:set>
                                      <p:cBhvr>
                                        <p:cTn id="159" dur="1" fill="hold">
                                          <p:stCondLst>
                                            <p:cond delay="0"/>
                                          </p:stCondLst>
                                        </p:cTn>
                                        <p:tgtEl>
                                          <p:spTgt spid="29"/>
                                        </p:tgtEl>
                                        <p:attrNameLst>
                                          <p:attrName>style.visibility</p:attrName>
                                        </p:attrNameLst>
                                      </p:cBhvr>
                                      <p:to>
                                        <p:strVal val="visible"/>
                                      </p:to>
                                    </p:set>
                                    <p:animEffect transition="in" filter="wipe(up)">
                                      <p:cBhvr>
                                        <p:cTn id="160" dur="1500"/>
                                        <p:tgtEl>
                                          <p:spTgt spid="29"/>
                                        </p:tgtEl>
                                      </p:cBhvr>
                                    </p:animEffect>
                                  </p:childTnLst>
                                </p:cTn>
                              </p:par>
                            </p:childTnLst>
                          </p:cTn>
                        </p:par>
                        <p:par>
                          <p:cTn id="161" fill="hold">
                            <p:stCondLst>
                              <p:cond delay="2500"/>
                            </p:stCondLst>
                            <p:childTnLst>
                              <p:par>
                                <p:cTn id="162" presetID="22" presetClass="entr" presetSubtype="1" fill="hold" nodeType="afterEffect">
                                  <p:stCondLst>
                                    <p:cond delay="0"/>
                                  </p:stCondLst>
                                  <p:childTnLst>
                                    <p:set>
                                      <p:cBhvr>
                                        <p:cTn id="163" dur="1" fill="hold">
                                          <p:stCondLst>
                                            <p:cond delay="0"/>
                                          </p:stCondLst>
                                        </p:cTn>
                                        <p:tgtEl>
                                          <p:spTgt spid="9"/>
                                        </p:tgtEl>
                                        <p:attrNameLst>
                                          <p:attrName>style.visibility</p:attrName>
                                        </p:attrNameLst>
                                      </p:cBhvr>
                                      <p:to>
                                        <p:strVal val="visible"/>
                                      </p:to>
                                    </p:set>
                                    <p:animEffect transition="in" filter="wipe(up)">
                                      <p:cBhvr>
                                        <p:cTn id="164" dur="500"/>
                                        <p:tgtEl>
                                          <p:spTgt spid="9"/>
                                        </p:tgtEl>
                                      </p:cBhvr>
                                    </p:animEffect>
                                  </p:childTnLst>
                                </p:cTn>
                              </p:par>
                            </p:childTnLst>
                          </p:cTn>
                        </p:par>
                        <p:par>
                          <p:cTn id="165" fill="hold">
                            <p:stCondLst>
                              <p:cond delay="3000"/>
                            </p:stCondLst>
                            <p:childTnLst>
                              <p:par>
                                <p:cTn id="166" presetID="22" presetClass="entr" presetSubtype="1" fill="hold" grpId="0" nodeType="afterEffect">
                                  <p:stCondLst>
                                    <p:cond delay="0"/>
                                  </p:stCondLst>
                                  <p:childTnLst>
                                    <p:set>
                                      <p:cBhvr>
                                        <p:cTn id="167" dur="1" fill="hold">
                                          <p:stCondLst>
                                            <p:cond delay="0"/>
                                          </p:stCondLst>
                                        </p:cTn>
                                        <p:tgtEl>
                                          <p:spTgt spid="30"/>
                                        </p:tgtEl>
                                        <p:attrNameLst>
                                          <p:attrName>style.visibility</p:attrName>
                                        </p:attrNameLst>
                                      </p:cBhvr>
                                      <p:to>
                                        <p:strVal val="visible"/>
                                      </p:to>
                                    </p:set>
                                    <p:animEffect transition="in" filter="wipe(up)">
                                      <p:cBhvr>
                                        <p:cTn id="168" dur="1500"/>
                                        <p:tgtEl>
                                          <p:spTgt spid="30"/>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xit" presetSubtype="8" fill="hold" grpId="1" nodeType="clickEffect">
                                  <p:stCondLst>
                                    <p:cond delay="0"/>
                                  </p:stCondLst>
                                  <p:childTnLst>
                                    <p:animEffect transition="out" filter="wipe(left)">
                                      <p:cBhvr>
                                        <p:cTn id="172" dur="500"/>
                                        <p:tgtEl>
                                          <p:spTgt spid="26"/>
                                        </p:tgtEl>
                                      </p:cBhvr>
                                    </p:animEffect>
                                    <p:set>
                                      <p:cBhvr>
                                        <p:cTn id="173" dur="1" fill="hold">
                                          <p:stCondLst>
                                            <p:cond delay="499"/>
                                          </p:stCondLst>
                                        </p:cTn>
                                        <p:tgtEl>
                                          <p:spTgt spid="26"/>
                                        </p:tgtEl>
                                        <p:attrNameLst>
                                          <p:attrName>style.visibility</p:attrName>
                                        </p:attrNameLst>
                                      </p:cBhvr>
                                      <p:to>
                                        <p:strVal val="hidden"/>
                                      </p:to>
                                    </p:set>
                                  </p:childTnLst>
                                </p:cTn>
                              </p:par>
                            </p:childTnLst>
                          </p:cTn>
                        </p:par>
                        <p:par>
                          <p:cTn id="174" fill="hold">
                            <p:stCondLst>
                              <p:cond delay="500"/>
                            </p:stCondLst>
                            <p:childTnLst>
                              <p:par>
                                <p:cTn id="175" presetID="22" presetClass="entr" presetSubtype="8" fill="hold" grpId="0" nodeType="afterEffect">
                                  <p:stCondLst>
                                    <p:cond delay="0"/>
                                  </p:stCondLst>
                                  <p:childTnLst>
                                    <p:set>
                                      <p:cBhvr>
                                        <p:cTn id="176" dur="1" fill="hold">
                                          <p:stCondLst>
                                            <p:cond delay="0"/>
                                          </p:stCondLst>
                                        </p:cTn>
                                        <p:tgtEl>
                                          <p:spTgt spid="32"/>
                                        </p:tgtEl>
                                        <p:attrNameLst>
                                          <p:attrName>style.visibility</p:attrName>
                                        </p:attrNameLst>
                                      </p:cBhvr>
                                      <p:to>
                                        <p:strVal val="visible"/>
                                      </p:to>
                                    </p:set>
                                    <p:animEffect transition="in" filter="wipe(left)">
                                      <p:cBhvr>
                                        <p:cTn id="177" dur="500"/>
                                        <p:tgtEl>
                                          <p:spTgt spid="32"/>
                                        </p:tgtEl>
                                      </p:cBhvr>
                                    </p:animEffect>
                                  </p:childTnLst>
                                </p:cTn>
                              </p:par>
                            </p:childTnLst>
                          </p:cTn>
                        </p:par>
                        <p:par>
                          <p:cTn id="178" fill="hold">
                            <p:stCondLst>
                              <p:cond delay="1000"/>
                            </p:stCondLst>
                            <p:childTnLst>
                              <p:par>
                                <p:cTn id="179" presetID="22" presetClass="entr" presetSubtype="8" fill="hold" grpId="0" nodeType="afterEffect">
                                  <p:stCondLst>
                                    <p:cond delay="0"/>
                                  </p:stCondLst>
                                  <p:childTnLst>
                                    <p:set>
                                      <p:cBhvr>
                                        <p:cTn id="180" dur="1" fill="hold">
                                          <p:stCondLst>
                                            <p:cond delay="0"/>
                                          </p:stCondLst>
                                        </p:cTn>
                                        <p:tgtEl>
                                          <p:spTgt spid="28"/>
                                        </p:tgtEl>
                                        <p:attrNameLst>
                                          <p:attrName>style.visibility</p:attrName>
                                        </p:attrNameLst>
                                      </p:cBhvr>
                                      <p:to>
                                        <p:strVal val="visible"/>
                                      </p:to>
                                    </p:set>
                                    <p:animEffect transition="in" filter="wipe(left)">
                                      <p:cBhvr>
                                        <p:cTn id="181" dur="1000"/>
                                        <p:tgtEl>
                                          <p:spTgt spid="28"/>
                                        </p:tgtEl>
                                      </p:cBhvr>
                                    </p:animEffect>
                                  </p:childTnLst>
                                </p:cTn>
                              </p:par>
                            </p:childTnLst>
                          </p:cTn>
                        </p:par>
                        <p:par>
                          <p:cTn id="182" fill="hold">
                            <p:stCondLst>
                              <p:cond delay="2000"/>
                            </p:stCondLst>
                            <p:childTnLst>
                              <p:par>
                                <p:cTn id="183" presetID="22" presetClass="entr" presetSubtype="8" fill="hold" nodeType="after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wipe(left)">
                                      <p:cBhvr>
                                        <p:cTn id="18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599293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grpId="0" nodeType="after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wipe(up)">
                                      <p:cBhvr>
                                        <p:cTn id="61" dur="1000"/>
                                        <p:tgtEl>
                                          <p:spTgt spid="4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500"/>
                                        <p:tgtEl>
                                          <p:spTgt spid="38"/>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wipe(left)">
                                      <p:cBhvr>
                                        <p:cTn id="70" dur="500"/>
                                        <p:tgtEl>
                                          <p:spTgt spid="37"/>
                                        </p:tgtEl>
                                      </p:cBhvr>
                                    </p:animEffect>
                                  </p:childTnLst>
                                </p:cTn>
                              </p:par>
                            </p:childTnLst>
                          </p:cTn>
                        </p:par>
                        <p:par>
                          <p:cTn id="71" fill="hold">
                            <p:stCondLst>
                              <p:cond delay="1000"/>
                            </p:stCondLst>
                            <p:childTnLst>
                              <p:par>
                                <p:cTn id="72" presetID="22" presetClass="entr" presetSubtype="8" fill="hold" grpId="0" nodeType="after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wipe(left)">
                                      <p:cBhvr>
                                        <p:cTn id="74" dur="1500"/>
                                        <p:tgtEl>
                                          <p:spTgt spid="36"/>
                                        </p:tgtEl>
                                      </p:cBhvr>
                                    </p:animEffect>
                                  </p:childTnLst>
                                </p:cTn>
                              </p:par>
                            </p:childTnLst>
                          </p:cTn>
                        </p:par>
                        <p:par>
                          <p:cTn id="75" fill="hold">
                            <p:stCondLst>
                              <p:cond delay="2500"/>
                            </p:stCondLst>
                            <p:childTnLst>
                              <p:par>
                                <p:cTn id="76" presetID="22" presetClass="entr" presetSubtype="8" fill="hold" grpId="0" nodeType="afterEffect">
                                  <p:stCondLst>
                                    <p:cond delay="0"/>
                                  </p:stCondLst>
                                  <p:childTnLst>
                                    <p:set>
                                      <p:cBhvr>
                                        <p:cTn id="77" dur="1" fill="hold">
                                          <p:stCondLst>
                                            <p:cond delay="0"/>
                                          </p:stCondLst>
                                        </p:cTn>
                                        <p:tgtEl>
                                          <p:spTgt spid="41"/>
                                        </p:tgtEl>
                                        <p:attrNameLst>
                                          <p:attrName>style.visibility</p:attrName>
                                        </p:attrNameLst>
                                      </p:cBhvr>
                                      <p:to>
                                        <p:strVal val="visible"/>
                                      </p:to>
                                    </p:set>
                                    <p:animEffect transition="in" filter="wipe(left)">
                                      <p:cBhvr>
                                        <p:cTn id="78" dur="500"/>
                                        <p:tgtEl>
                                          <p:spTgt spid="41"/>
                                        </p:tgtEl>
                                      </p:cBhvr>
                                    </p:animEffect>
                                  </p:childTnLst>
                                </p:cTn>
                              </p:par>
                            </p:childTnLst>
                          </p:cTn>
                        </p:par>
                        <p:par>
                          <p:cTn id="79" fill="hold">
                            <p:stCondLst>
                              <p:cond delay="3000"/>
                            </p:stCondLst>
                            <p:childTnLst>
                              <p:par>
                                <p:cTn id="80" presetID="22" presetClass="entr" presetSubtype="8" fill="hold" grpId="0" nodeType="afterEffect">
                                  <p:stCondLst>
                                    <p:cond delay="0"/>
                                  </p:stCondLst>
                                  <p:childTnLst>
                                    <p:set>
                                      <p:cBhvr>
                                        <p:cTn id="81" dur="1" fill="hold">
                                          <p:stCondLst>
                                            <p:cond delay="0"/>
                                          </p:stCondLst>
                                        </p:cTn>
                                        <p:tgtEl>
                                          <p:spTgt spid="40"/>
                                        </p:tgtEl>
                                        <p:attrNameLst>
                                          <p:attrName>style.visibility</p:attrName>
                                        </p:attrNameLst>
                                      </p:cBhvr>
                                      <p:to>
                                        <p:strVal val="visible"/>
                                      </p:to>
                                    </p:set>
                                    <p:animEffect transition="in" filter="wipe(left)">
                                      <p:cBhvr>
                                        <p:cTn id="82" dur="500"/>
                                        <p:tgtEl>
                                          <p:spTgt spid="40"/>
                                        </p:tgtEl>
                                      </p:cBhvr>
                                    </p:animEffect>
                                  </p:childTnLst>
                                </p:cTn>
                              </p:par>
                            </p:childTnLst>
                          </p:cTn>
                        </p:par>
                        <p:par>
                          <p:cTn id="83" fill="hold">
                            <p:stCondLst>
                              <p:cond delay="3500"/>
                            </p:stCondLst>
                            <p:childTnLst>
                              <p:par>
                                <p:cTn id="84" presetID="22" presetClass="entr" presetSubtype="8" fill="hold" grpId="0" nodeType="afterEffect">
                                  <p:stCondLst>
                                    <p:cond delay="0"/>
                                  </p:stCondLst>
                                  <p:childTnLst>
                                    <p:set>
                                      <p:cBhvr>
                                        <p:cTn id="85" dur="1" fill="hold">
                                          <p:stCondLst>
                                            <p:cond delay="0"/>
                                          </p:stCondLst>
                                        </p:cTn>
                                        <p:tgtEl>
                                          <p:spTgt spid="39"/>
                                        </p:tgtEl>
                                        <p:attrNameLst>
                                          <p:attrName>style.visibility</p:attrName>
                                        </p:attrNameLst>
                                      </p:cBhvr>
                                      <p:to>
                                        <p:strVal val="visible"/>
                                      </p:to>
                                    </p:set>
                                    <p:animEffect transition="in" filter="wipe(left)">
                                      <p:cBhvr>
                                        <p:cTn id="86" dur="1500"/>
                                        <p:tgtEl>
                                          <p:spTgt spid="39"/>
                                        </p:tgtEl>
                                      </p:cBhvr>
                                    </p:animEffect>
                                  </p:childTnLst>
                                </p:cTn>
                              </p:par>
                            </p:childTnLst>
                          </p:cTn>
                        </p:par>
                        <p:par>
                          <p:cTn id="87" fill="hold">
                            <p:stCondLst>
                              <p:cond delay="5000"/>
                            </p:stCondLst>
                            <p:childTnLst>
                              <p:par>
                                <p:cTn id="88" presetID="22" presetClass="entr" presetSubtype="8" fill="hold" grpId="0" nodeType="after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500"/>
                                        <p:tgtEl>
                                          <p:spTgt spid="46"/>
                                        </p:tgtEl>
                                      </p:cBhvr>
                                    </p:animEffect>
                                  </p:childTnLst>
                                </p:cTn>
                              </p:par>
                            </p:childTnLst>
                          </p:cTn>
                        </p:par>
                        <p:par>
                          <p:cTn id="91" fill="hold">
                            <p:stCondLst>
                              <p:cond delay="5500"/>
                            </p:stCondLst>
                            <p:childTnLst>
                              <p:par>
                                <p:cTn id="92" presetID="22" presetClass="entr" presetSubtype="8" fill="hold" grpId="0" nodeType="after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wipe(left)">
                                      <p:cBhvr>
                                        <p:cTn id="94" dur="500"/>
                                        <p:tgtEl>
                                          <p:spTgt spid="45"/>
                                        </p:tgtEl>
                                      </p:cBhvr>
                                    </p:animEffect>
                                  </p:childTnLst>
                                </p:cTn>
                              </p:par>
                            </p:childTnLst>
                          </p:cTn>
                        </p:par>
                        <p:par>
                          <p:cTn id="95" fill="hold">
                            <p:stCondLst>
                              <p:cond delay="6000"/>
                            </p:stCondLst>
                            <p:childTnLst>
                              <p:par>
                                <p:cTn id="96" presetID="22" presetClass="entr" presetSubtype="8" fill="hold" grpId="0" nodeType="afterEffect">
                                  <p:stCondLst>
                                    <p:cond delay="0"/>
                                  </p:stCondLst>
                                  <p:childTnLst>
                                    <p:set>
                                      <p:cBhvr>
                                        <p:cTn id="97" dur="1" fill="hold">
                                          <p:stCondLst>
                                            <p:cond delay="0"/>
                                          </p:stCondLst>
                                        </p:cTn>
                                        <p:tgtEl>
                                          <p:spTgt spid="42"/>
                                        </p:tgtEl>
                                        <p:attrNameLst>
                                          <p:attrName>style.visibility</p:attrName>
                                        </p:attrNameLst>
                                      </p:cBhvr>
                                      <p:to>
                                        <p:strVal val="visible"/>
                                      </p:to>
                                    </p:set>
                                    <p:animEffect transition="in" filter="wipe(left)">
                                      <p:cBhvr>
                                        <p:cTn id="98" dur="1500"/>
                                        <p:tgtEl>
                                          <p:spTgt spid="42"/>
                                        </p:tgtEl>
                                      </p:cBhvr>
                                    </p:animEffect>
                                  </p:childTnLst>
                                </p:cTn>
                              </p:par>
                            </p:childTnLst>
                          </p:cTn>
                        </p:par>
                        <p:par>
                          <p:cTn id="99" fill="hold">
                            <p:stCondLst>
                              <p:cond delay="7500"/>
                            </p:stCondLst>
                            <p:childTnLst>
                              <p:par>
                                <p:cTn id="100" presetID="22" presetClass="entr" presetSubtype="1" fill="hold" nodeType="afterEffect">
                                  <p:stCondLst>
                                    <p:cond delay="0"/>
                                  </p:stCondLst>
                                  <p:childTnLst>
                                    <p:set>
                                      <p:cBhvr>
                                        <p:cTn id="101" dur="1" fill="hold">
                                          <p:stCondLst>
                                            <p:cond delay="0"/>
                                          </p:stCondLst>
                                        </p:cTn>
                                        <p:tgtEl>
                                          <p:spTgt spid="5"/>
                                        </p:tgtEl>
                                        <p:attrNameLst>
                                          <p:attrName>style.visibility</p:attrName>
                                        </p:attrNameLst>
                                      </p:cBhvr>
                                      <p:to>
                                        <p:strVal val="visible"/>
                                      </p:to>
                                    </p:set>
                                    <p:animEffect transition="in" filter="wipe(up)">
                                      <p:cBhvr>
                                        <p:cTn id="102" dur="500"/>
                                        <p:tgtEl>
                                          <p:spTgt spid="5"/>
                                        </p:tgtEl>
                                      </p:cBhvr>
                                    </p:animEffect>
                                  </p:childTnLst>
                                </p:cTn>
                              </p:par>
                            </p:childTnLst>
                          </p:cTn>
                        </p:par>
                        <p:par>
                          <p:cTn id="103" fill="hold">
                            <p:stCondLst>
                              <p:cond delay="8000"/>
                            </p:stCondLst>
                            <p:childTnLst>
                              <p:par>
                                <p:cTn id="104" presetID="22" presetClass="entr" presetSubtype="1" fill="hold" grpId="0" nodeType="after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up)">
                                      <p:cBhvr>
                                        <p:cTn id="106" dur="1500"/>
                                        <p:tgtEl>
                                          <p:spTgt spid="29"/>
                                        </p:tgtEl>
                                      </p:cBhvr>
                                    </p:animEffect>
                                  </p:childTnLst>
                                </p:cTn>
                              </p:par>
                            </p:childTnLst>
                          </p:cTn>
                        </p:par>
                        <p:par>
                          <p:cTn id="107" fill="hold">
                            <p:stCondLst>
                              <p:cond delay="9500"/>
                            </p:stCondLst>
                            <p:childTnLst>
                              <p:par>
                                <p:cTn id="108" presetID="22" presetClass="entr" presetSubtype="1" fill="hold" nodeType="afterEffect">
                                  <p:stCondLst>
                                    <p:cond delay="0"/>
                                  </p:stCondLst>
                                  <p:childTnLst>
                                    <p:set>
                                      <p:cBhvr>
                                        <p:cTn id="109" dur="1" fill="hold">
                                          <p:stCondLst>
                                            <p:cond delay="0"/>
                                          </p:stCondLst>
                                        </p:cTn>
                                        <p:tgtEl>
                                          <p:spTgt spid="9"/>
                                        </p:tgtEl>
                                        <p:attrNameLst>
                                          <p:attrName>style.visibility</p:attrName>
                                        </p:attrNameLst>
                                      </p:cBhvr>
                                      <p:to>
                                        <p:strVal val="visible"/>
                                      </p:to>
                                    </p:set>
                                    <p:animEffect transition="in" filter="wipe(up)">
                                      <p:cBhvr>
                                        <p:cTn id="110" dur="500"/>
                                        <p:tgtEl>
                                          <p:spTgt spid="9"/>
                                        </p:tgtEl>
                                      </p:cBhvr>
                                    </p:animEffect>
                                  </p:childTnLst>
                                </p:cTn>
                              </p:par>
                            </p:childTnLst>
                          </p:cTn>
                        </p:par>
                        <p:par>
                          <p:cTn id="111" fill="hold">
                            <p:stCondLst>
                              <p:cond delay="10000"/>
                            </p:stCondLst>
                            <p:childTnLst>
                              <p:par>
                                <p:cTn id="112" presetID="22" presetClass="entr" presetSubtype="1"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wipe(up)">
                                      <p:cBhvr>
                                        <p:cTn id="114" dur="1500"/>
                                        <p:tgtEl>
                                          <p:spTgt spid="30"/>
                                        </p:tgtEl>
                                      </p:cBhvr>
                                    </p:animEffect>
                                  </p:childTnLst>
                                </p:cTn>
                              </p:par>
                            </p:childTnLst>
                          </p:cTn>
                        </p:par>
                        <p:par>
                          <p:cTn id="115" fill="hold">
                            <p:stCondLst>
                              <p:cond delay="11500"/>
                            </p:stCondLst>
                            <p:childTnLst>
                              <p:par>
                                <p:cTn id="116" presetID="22" presetClass="entr" presetSubtype="8"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wipe(left)">
                                      <p:cBhvr>
                                        <p:cTn id="118" dur="1000"/>
                                        <p:tgtEl>
                                          <p:spTgt spid="28"/>
                                        </p:tgtEl>
                                      </p:cBhvr>
                                    </p:animEffect>
                                  </p:childTnLst>
                                </p:cTn>
                              </p:par>
                            </p:childTnLst>
                          </p:cTn>
                        </p:par>
                        <p:par>
                          <p:cTn id="119" fill="hold">
                            <p:stCondLst>
                              <p:cond delay="12500"/>
                            </p:stCondLst>
                            <p:childTnLst>
                              <p:par>
                                <p:cTn id="120" presetID="22" presetClass="entr" presetSubtype="8" fill="hold" nodeType="afterEffect">
                                  <p:stCondLst>
                                    <p:cond delay="0"/>
                                  </p:stCondLst>
                                  <p:childTnLst>
                                    <p:set>
                                      <p:cBhvr>
                                        <p:cTn id="121" dur="1" fill="hold">
                                          <p:stCondLst>
                                            <p:cond delay="0"/>
                                          </p:stCondLst>
                                        </p:cTn>
                                        <p:tgtEl>
                                          <p:spTgt spid="43"/>
                                        </p:tgtEl>
                                        <p:attrNameLst>
                                          <p:attrName>style.visibility</p:attrName>
                                        </p:attrNameLst>
                                      </p:cBhvr>
                                      <p:to>
                                        <p:strVal val="visible"/>
                                      </p:to>
                                    </p:set>
                                    <p:animEffect transition="in" filter="wipe(left)">
                                      <p:cBhvr>
                                        <p:cTn id="122"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36</TotalTime>
  <Words>12200</Words>
  <Application>Microsoft Office PowerPoint</Application>
  <PresentationFormat>Widescreen</PresentationFormat>
  <Paragraphs>5000</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487</cp:revision>
  <cp:lastPrinted>2021-06-18T08:15:49Z</cp:lastPrinted>
  <dcterms:created xsi:type="dcterms:W3CDTF">2020-11-23T14:36:09Z</dcterms:created>
  <dcterms:modified xsi:type="dcterms:W3CDTF">2026-02-05T09:28:56Z</dcterms:modified>
</cp:coreProperties>
</file>