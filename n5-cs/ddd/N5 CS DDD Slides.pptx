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2"/>
  </p:notesMasterIdLst>
  <p:sldIdLst>
    <p:sldId id="262" r:id="rId2"/>
    <p:sldId id="424" r:id="rId3"/>
    <p:sldId id="430" r:id="rId4"/>
    <p:sldId id="470" r:id="rId5"/>
    <p:sldId id="465" r:id="rId6"/>
    <p:sldId id="491" r:id="rId7"/>
    <p:sldId id="481" r:id="rId8"/>
    <p:sldId id="685" r:id="rId9"/>
    <p:sldId id="479" r:id="rId10"/>
    <p:sldId id="686" r:id="rId11"/>
    <p:sldId id="595" r:id="rId12"/>
    <p:sldId id="659" r:id="rId13"/>
    <p:sldId id="660" r:id="rId14"/>
    <p:sldId id="688" r:id="rId15"/>
    <p:sldId id="689" r:id="rId16"/>
    <p:sldId id="658" r:id="rId17"/>
    <p:sldId id="260" r:id="rId18"/>
    <p:sldId id="661"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883" r:id="rId216"/>
    <p:sldId id="517" r:id="rId217"/>
    <p:sldId id="882" r:id="rId218"/>
    <p:sldId id="537" r:id="rId219"/>
    <p:sldId id="884" r:id="rId220"/>
    <p:sldId id="885" r:id="rId221"/>
    <p:sldId id="856" r:id="rId222"/>
    <p:sldId id="866" r:id="rId223"/>
    <p:sldId id="860" r:id="rId224"/>
    <p:sldId id="867" r:id="rId225"/>
    <p:sldId id="858" r:id="rId226"/>
    <p:sldId id="868" r:id="rId227"/>
    <p:sldId id="869" r:id="rId228"/>
    <p:sldId id="871" r:id="rId229"/>
    <p:sldId id="870" r:id="rId230"/>
    <p:sldId id="872" r:id="rId231"/>
    <p:sldId id="691" r:id="rId232"/>
    <p:sldId id="692" r:id="rId233"/>
    <p:sldId id="693" r:id="rId234"/>
    <p:sldId id="694" r:id="rId235"/>
    <p:sldId id="695" r:id="rId236"/>
    <p:sldId id="696" r:id="rId237"/>
    <p:sldId id="697" r:id="rId238"/>
    <p:sldId id="698" r:id="rId239"/>
    <p:sldId id="699" r:id="rId240"/>
    <p:sldId id="700" r:id="rId241"/>
    <p:sldId id="701" r:id="rId242"/>
    <p:sldId id="740" r:id="rId243"/>
    <p:sldId id="741" r:id="rId244"/>
    <p:sldId id="769" r:id="rId245"/>
    <p:sldId id="742" r:id="rId246"/>
    <p:sldId id="774" r:id="rId247"/>
    <p:sldId id="764" r:id="rId248"/>
    <p:sldId id="766" r:id="rId249"/>
    <p:sldId id="765" r:id="rId250"/>
    <p:sldId id="768" r:id="rId25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Internal commentary" id="{1C33CE3C-DDFD-4A04-A8B3-5B64861D3E79}">
          <p14:sldIdLst>
            <p14:sldId id="595"/>
            <p14:sldId id="659"/>
            <p14:sldId id="660"/>
            <p14:sldId id="688"/>
            <p14:sldId id="689"/>
          </p14:sldIdLst>
        </p14:section>
        <p14:section name="Display" id="{7F5F0C3E-99A6-45D0-9B99-14930DA3A596}">
          <p14:sldIdLst>
            <p14:sldId id="658"/>
            <p14:sldId id="260"/>
            <p14:sldId id="661"/>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93" d="100"/>
          <a:sy n="93" d="100"/>
        </p:scale>
        <p:origin x="1284" y="30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microsoft.com/office/2016/11/relationships/changesInfo" Target="changesInfos/changesInfo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commentAuthors" Target="commentAuthor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presProps" Target="pres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viewProps" Target="view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theme" Target="theme/theme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NotesTx">
        <pc:chgData name="Al Friend" userId="e5ed79da-d858-46d4-9eed-a7a24903f2de" providerId="ADAL" clId="{8EE75906-5173-4B3D-81F1-C9888A5A8C46}" dt="2026-01-03T12:13:43.702" v="5" actId="113"/>
        <pc:sldMkLst>
          <pc:docMk/>
          <pc:sldMk cId="3493534986" sldId="687"/>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04/01/2026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04/01/2026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04/01/2026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11136</Words>
  <Application>Microsoft Office PowerPoint</Application>
  <PresentationFormat>Widescreen</PresentationFormat>
  <Paragraphs>4803</Paragraphs>
  <Slides>250</Slides>
  <Notes>198</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250</vt:i4>
      </vt:variant>
    </vt:vector>
  </HeadingPairs>
  <TitlesOfParts>
    <vt:vector size="25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460</cp:revision>
  <cp:lastPrinted>2021-06-18T08:15:49Z</cp:lastPrinted>
  <dcterms:created xsi:type="dcterms:W3CDTF">2020-11-23T14:36:09Z</dcterms:created>
  <dcterms:modified xsi:type="dcterms:W3CDTF">2026-01-04T11:16:46Z</dcterms:modified>
</cp:coreProperties>
</file>