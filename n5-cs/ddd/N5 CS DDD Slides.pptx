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theme/themeOverride1.xml" ContentType="application/vnd.openxmlformats-officedocument.themeOverride+xml"/>
  <Override PartName="/ppt/notesSlides/notesSlide52.xml" ContentType="application/vnd.openxmlformats-officedocument.presentationml.notesSlide+xml"/>
  <Override PartName="/ppt/theme/themeOverride2.xml" ContentType="application/vnd.openxmlformats-officedocument.themeOverride+xml"/>
  <Override PartName="/ppt/notesSlides/notesSlide53.xml" ContentType="application/vnd.openxmlformats-officedocument.presentationml.notesSlide+xml"/>
  <Override PartName="/ppt/theme/themeOverride3.xml" ContentType="application/vnd.openxmlformats-officedocument.themeOverride+xml"/>
  <Override PartName="/ppt/notesSlides/notesSlide54.xml" ContentType="application/vnd.openxmlformats-officedocument.presentationml.notesSlide+xml"/>
  <Override PartName="/ppt/theme/themeOverride4.xml" ContentType="application/vnd.openxmlformats-officedocument.themeOverride+xml"/>
  <Override PartName="/ppt/notesSlides/notesSlide55.xml" ContentType="application/vnd.openxmlformats-officedocument.presentationml.notesSlide+xml"/>
  <Override PartName="/ppt/theme/themeOverride5.xml" ContentType="application/vnd.openxmlformats-officedocument.themeOverride+xml"/>
  <Override PartName="/ppt/notesSlides/notesSlide56.xml" ContentType="application/vnd.openxmlformats-officedocument.presentationml.notesSlide+xml"/>
  <Override PartName="/ppt/theme/themeOverride6.xml" ContentType="application/vnd.openxmlformats-officedocument.themeOverr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6"/>
  </p:notesMasterIdLst>
  <p:sldIdLst>
    <p:sldId id="262" r:id="rId2"/>
    <p:sldId id="424" r:id="rId3"/>
    <p:sldId id="430" r:id="rId4"/>
    <p:sldId id="470" r:id="rId5"/>
    <p:sldId id="465" r:id="rId6"/>
    <p:sldId id="886" r:id="rId7"/>
    <p:sldId id="481" r:id="rId8"/>
    <p:sldId id="887" r:id="rId9"/>
    <p:sldId id="479" r:id="rId10"/>
    <p:sldId id="686" r:id="rId11"/>
    <p:sldId id="888" r:id="rId12"/>
    <p:sldId id="889" r:id="rId13"/>
    <p:sldId id="891" r:id="rId14"/>
    <p:sldId id="892" r:id="rId15"/>
    <p:sldId id="893" r:id="rId16"/>
    <p:sldId id="595" r:id="rId17"/>
    <p:sldId id="659" r:id="rId18"/>
    <p:sldId id="660" r:id="rId19"/>
    <p:sldId id="688" r:id="rId20"/>
    <p:sldId id="689" r:id="rId21"/>
    <p:sldId id="658" r:id="rId22"/>
    <p:sldId id="260" r:id="rId23"/>
    <p:sldId id="661" r:id="rId24"/>
    <p:sldId id="434" r:id="rId25"/>
    <p:sldId id="436" r:id="rId26"/>
    <p:sldId id="435" r:id="rId27"/>
    <p:sldId id="455" r:id="rId28"/>
    <p:sldId id="437" r:id="rId29"/>
    <p:sldId id="589" r:id="rId30"/>
    <p:sldId id="830" r:id="rId31"/>
    <p:sldId id="831" r:id="rId32"/>
    <p:sldId id="662" r:id="rId33"/>
    <p:sldId id="448" r:id="rId34"/>
    <p:sldId id="536" r:id="rId35"/>
    <p:sldId id="287" r:id="rId36"/>
    <p:sldId id="710" r:id="rId37"/>
    <p:sldId id="894" r:id="rId38"/>
    <p:sldId id="895" r:id="rId39"/>
    <p:sldId id="438" r:id="rId40"/>
    <p:sldId id="590" r:id="rId41"/>
    <p:sldId id="772" r:id="rId42"/>
    <p:sldId id="832" r:id="rId43"/>
    <p:sldId id="553" r:id="rId44"/>
    <p:sldId id="591" r:id="rId45"/>
    <p:sldId id="555" r:id="rId46"/>
    <p:sldId id="592" r:id="rId47"/>
    <p:sldId id="559" r:id="rId48"/>
    <p:sldId id="593" r:id="rId49"/>
    <p:sldId id="554" r:id="rId50"/>
    <p:sldId id="594" r:id="rId51"/>
    <p:sldId id="663" r:id="rId52"/>
    <p:sldId id="472" r:id="rId53"/>
    <p:sldId id="711" r:id="rId54"/>
    <p:sldId id="473" r:id="rId55"/>
    <p:sldId id="712" r:id="rId56"/>
    <p:sldId id="851" r:id="rId57"/>
    <p:sldId id="852" r:id="rId58"/>
    <p:sldId id="900" r:id="rId59"/>
    <p:sldId id="901" r:id="rId60"/>
    <p:sldId id="471" r:id="rId61"/>
    <p:sldId id="713" r:id="rId62"/>
    <p:sldId id="664" r:id="rId63"/>
    <p:sldId id="539" r:id="rId64"/>
    <p:sldId id="665" r:id="rId65"/>
    <p:sldId id="896" r:id="rId66"/>
    <p:sldId id="897" r:id="rId67"/>
    <p:sldId id="898" r:id="rId68"/>
    <p:sldId id="899" r:id="rId69"/>
    <p:sldId id="902" r:id="rId70"/>
    <p:sldId id="905" r:id="rId71"/>
    <p:sldId id="543" r:id="rId72"/>
    <p:sldId id="441" r:id="rId73"/>
    <p:sldId id="669" r:id="rId74"/>
    <p:sldId id="730" r:id="rId75"/>
    <p:sldId id="731" r:id="rId76"/>
    <p:sldId id="544" r:id="rId77"/>
    <p:sldId id="445" r:id="rId78"/>
    <p:sldId id="909" r:id="rId79"/>
    <p:sldId id="910" r:id="rId80"/>
    <p:sldId id="911" r:id="rId81"/>
    <p:sldId id="912" r:id="rId82"/>
    <p:sldId id="908" r:id="rId83"/>
    <p:sldId id="853" r:id="rId84"/>
    <p:sldId id="444" r:id="rId85"/>
    <p:sldId id="447" r:id="rId86"/>
    <p:sldId id="460" r:id="rId87"/>
    <p:sldId id="446" r:id="rId88"/>
    <p:sldId id="671" r:id="rId89"/>
    <p:sldId id="521" r:id="rId90"/>
    <p:sldId id="735" r:id="rId91"/>
    <p:sldId id="776" r:id="rId92"/>
    <p:sldId id="914" r:id="rId93"/>
    <p:sldId id="854" r:id="rId94"/>
    <p:sldId id="915" r:id="rId95"/>
    <p:sldId id="450" r:id="rId96"/>
    <p:sldId id="449" r:id="rId97"/>
    <p:sldId id="675" r:id="rId98"/>
    <p:sldId id="862" r:id="rId99"/>
    <p:sldId id="863" r:id="rId100"/>
    <p:sldId id="864" r:id="rId101"/>
    <p:sldId id="865" r:id="rId102"/>
    <p:sldId id="468" r:id="rId103"/>
    <p:sldId id="673" r:id="rId104"/>
    <p:sldId id="570" r:id="rId105"/>
    <p:sldId id="674" r:id="rId106"/>
    <p:sldId id="451" r:id="rId107"/>
    <p:sldId id="452" r:id="rId108"/>
    <p:sldId id="676" r:id="rId109"/>
    <p:sldId id="736" r:id="rId110"/>
    <p:sldId id="737" r:id="rId111"/>
    <p:sldId id="574" r:id="rId112"/>
    <p:sldId id="677" r:id="rId113"/>
    <p:sldId id="454" r:id="rId114"/>
    <p:sldId id="453" r:id="rId115"/>
    <p:sldId id="678" r:id="rId116"/>
    <p:sldId id="738" r:id="rId117"/>
    <p:sldId id="739" r:id="rId118"/>
    <p:sldId id="778" r:id="rId119"/>
    <p:sldId id="781" r:id="rId120"/>
    <p:sldId id="545" r:id="rId121"/>
    <p:sldId id="461" r:id="rId122"/>
    <p:sldId id="729" r:id="rId123"/>
    <p:sldId id="819" r:id="rId124"/>
    <p:sldId id="256" r:id="rId125"/>
    <p:sldId id="524" r:id="rId126"/>
    <p:sldId id="820" r:id="rId127"/>
    <p:sldId id="821" r:id="rId128"/>
    <p:sldId id="822" r:id="rId129"/>
    <p:sldId id="823" r:id="rId130"/>
    <p:sldId id="824" r:id="rId131"/>
    <p:sldId id="826" r:id="rId132"/>
    <p:sldId id="523" r:id="rId133"/>
    <p:sldId id="827" r:id="rId134"/>
    <p:sldId id="690" r:id="rId135"/>
    <p:sldId id="480" r:id="rId136"/>
    <p:sldId id="777" r:id="rId137"/>
    <p:sldId id="680" r:id="rId138"/>
    <p:sldId id="684" r:id="rId139"/>
    <p:sldId id="682" r:id="rId140"/>
    <p:sldId id="681" r:id="rId141"/>
    <p:sldId id="874" r:id="rId142"/>
    <p:sldId id="482" r:id="rId143"/>
    <p:sldId id="873" r:id="rId144"/>
    <p:sldId id="842" r:id="rId145"/>
    <p:sldId id="843" r:id="rId146"/>
    <p:sldId id="846" r:id="rId147"/>
    <p:sldId id="850" r:id="rId148"/>
    <p:sldId id="847" r:id="rId149"/>
    <p:sldId id="849" r:id="rId150"/>
    <p:sldId id="828" r:id="rId151"/>
    <p:sldId id="829" r:id="rId152"/>
    <p:sldId id="533" r:id="rId153"/>
    <p:sldId id="763" r:id="rId154"/>
    <p:sldId id="761" r:id="rId155"/>
    <p:sldId id="759" r:id="rId156"/>
    <p:sldId id="760" r:id="rId157"/>
    <p:sldId id="757" r:id="rId158"/>
    <p:sldId id="758" r:id="rId159"/>
    <p:sldId id="501" r:id="rId160"/>
    <p:sldId id="508" r:id="rId161"/>
    <p:sldId id="495" r:id="rId162"/>
    <p:sldId id="509" r:id="rId163"/>
    <p:sldId id="493" r:id="rId164"/>
    <p:sldId id="528" r:id="rId165"/>
    <p:sldId id="529" r:id="rId166"/>
    <p:sldId id="530" r:id="rId167"/>
    <p:sldId id="499" r:id="rId168"/>
    <p:sldId id="506" r:id="rId169"/>
    <p:sldId id="500" r:id="rId170"/>
    <p:sldId id="507" r:id="rId171"/>
    <p:sldId id="496" r:id="rId172"/>
    <p:sldId id="467" r:id="rId173"/>
    <p:sldId id="875" r:id="rId174"/>
    <p:sldId id="838" r:id="rId175"/>
    <p:sldId id="876" r:id="rId176"/>
    <p:sldId id="534" r:id="rId177"/>
    <p:sldId id="503" r:id="rId178"/>
    <p:sldId id="512" r:id="rId179"/>
    <p:sldId id="836" r:id="rId180"/>
    <p:sldId id="837" r:id="rId181"/>
    <p:sldId id="519" r:id="rId182"/>
    <p:sldId id="877" r:id="rId183"/>
    <p:sldId id="532" r:id="rId184"/>
    <p:sldId id="878" r:id="rId185"/>
    <p:sldId id="502" r:id="rId186"/>
    <p:sldId id="879" r:id="rId187"/>
    <p:sldId id="513" r:id="rId188"/>
    <p:sldId id="535" r:id="rId189"/>
    <p:sldId id="514" r:id="rId190"/>
    <p:sldId id="880" r:id="rId191"/>
    <p:sldId id="515" r:id="rId192"/>
    <p:sldId id="881" r:id="rId193"/>
    <p:sldId id="516" r:id="rId194"/>
    <p:sldId id="883" r:id="rId195"/>
    <p:sldId id="517" r:id="rId196"/>
    <p:sldId id="882" r:id="rId197"/>
    <p:sldId id="537" r:id="rId198"/>
    <p:sldId id="884" r:id="rId199"/>
    <p:sldId id="885" r:id="rId200"/>
    <p:sldId id="856" r:id="rId201"/>
    <p:sldId id="866" r:id="rId202"/>
    <p:sldId id="860" r:id="rId203"/>
    <p:sldId id="867" r:id="rId204"/>
    <p:sldId id="858" r:id="rId205"/>
    <p:sldId id="868" r:id="rId206"/>
    <p:sldId id="869" r:id="rId207"/>
    <p:sldId id="871" r:id="rId208"/>
    <p:sldId id="870" r:id="rId209"/>
    <p:sldId id="872" r:id="rId210"/>
    <p:sldId id="577" r:id="rId211"/>
    <p:sldId id="715" r:id="rId212"/>
    <p:sldId id="743" r:id="rId213"/>
    <p:sldId id="586" r:id="rId214"/>
    <p:sldId id="714" r:id="rId215"/>
    <p:sldId id="588" r:id="rId216"/>
    <p:sldId id="752" r:id="rId217"/>
    <p:sldId id="748" r:id="rId218"/>
    <p:sldId id="750" r:id="rId219"/>
    <p:sldId id="749" r:id="rId220"/>
    <p:sldId id="751" r:id="rId221"/>
    <p:sldId id="587" r:id="rId222"/>
    <p:sldId id="702" r:id="rId223"/>
    <p:sldId id="754" r:id="rId224"/>
    <p:sldId id="670" r:id="rId225"/>
    <p:sldId id="717" r:id="rId226"/>
    <p:sldId id="728" r:id="rId227"/>
    <p:sldId id="719" r:id="rId228"/>
    <p:sldId id="780" r:id="rId229"/>
    <p:sldId id="718" r:id="rId230"/>
    <p:sldId id="703" r:id="rId231"/>
    <p:sldId id="581" r:id="rId232"/>
    <p:sldId id="753" r:id="rId233"/>
    <p:sldId id="582" r:id="rId234"/>
    <p:sldId id="705" r:id="rId235"/>
    <p:sldId id="755" r:id="rId236"/>
    <p:sldId id="756" r:id="rId237"/>
    <p:sldId id="724" r:id="rId238"/>
    <p:sldId id="726" r:id="rId239"/>
    <p:sldId id="723" r:id="rId240"/>
    <p:sldId id="706" r:id="rId241"/>
    <p:sldId id="584" r:id="rId242"/>
    <p:sldId id="707" r:id="rId243"/>
    <p:sldId id="725" r:id="rId244"/>
    <p:sldId id="727" r:id="rId245"/>
    <p:sldId id="691" r:id="rId246"/>
    <p:sldId id="692" r:id="rId247"/>
    <p:sldId id="693" r:id="rId248"/>
    <p:sldId id="694" r:id="rId249"/>
    <p:sldId id="695" r:id="rId250"/>
    <p:sldId id="696" r:id="rId251"/>
    <p:sldId id="697" r:id="rId252"/>
    <p:sldId id="698" r:id="rId253"/>
    <p:sldId id="699" r:id="rId254"/>
    <p:sldId id="700" r:id="rId255"/>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SQL" id="{DD89DABE-A453-49AB-9CCB-EE9E631C2A80}">
          <p14:sldIdLst>
            <p14:sldId id="888"/>
            <p14:sldId id="889"/>
          </p14:sldIdLst>
        </p14:section>
        <p14:section name="DB4S" id="{CFDB8A92-3B4F-42B9-A8E1-EED9786AB2F7}">
          <p14:sldIdLst>
            <p14:sldId id="891"/>
            <p14:sldId id="892"/>
            <p14:sldId id="893"/>
          </p14:sldIdLst>
        </p14:section>
        <p14:section name="Internal commentary" id="{1C33CE3C-DDFD-4A04-A8B3-5B64861D3E79}">
          <p14:sldIdLst>
            <p14:sldId id="595"/>
            <p14:sldId id="659"/>
            <p14:sldId id="660"/>
            <p14:sldId id="688"/>
            <p14:sldId id="689"/>
            <p14:sldId id="658"/>
            <p14:sldId id="260"/>
            <p14:sldId id="661"/>
          </p14:sldIdLst>
        </p14:section>
        <p14:section name="Selecting data" id="{2EDCD0F4-5722-4C0A-AACB-6CCC95B63552}">
          <p14:sldIdLst>
            <p14:sldId id="434"/>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894"/>
            <p14:sldId id="895"/>
            <p14:sldId id="438"/>
            <p14:sldId id="590"/>
            <p14:sldId id="772"/>
            <p14:sldId id="832"/>
            <p14:sldId id="553"/>
            <p14:sldId id="591"/>
            <p14:sldId id="555"/>
            <p14:sldId id="592"/>
            <p14:sldId id="559"/>
            <p14:sldId id="593"/>
            <p14:sldId id="554"/>
            <p14:sldId id="594"/>
          </p14:sldIdLst>
        </p14:section>
        <p14:section name="Sorting" id="{A0843CDC-A3D8-42E2-A92F-876C3B7F5B35}">
          <p14:sldIdLst>
            <p14:sldId id="663"/>
            <p14:sldId id="472"/>
            <p14:sldId id="711"/>
            <p14:sldId id="473"/>
            <p14:sldId id="712"/>
            <p14:sldId id="851"/>
            <p14:sldId id="852"/>
            <p14:sldId id="900"/>
            <p14:sldId id="901"/>
            <p14:sldId id="471"/>
            <p14:sldId id="713"/>
          </p14:sldIdLst>
        </p14:section>
        <p14:section name="Complex filtering" id="{9260256F-28F3-4E9E-9446-CE52F48BD61A}">
          <p14:sldIdLst>
            <p14:sldId id="664"/>
            <p14:sldId id="539"/>
            <p14:sldId id="665"/>
            <p14:sldId id="896"/>
            <p14:sldId id="897"/>
            <p14:sldId id="898"/>
            <p14:sldId id="899"/>
            <p14:sldId id="902"/>
            <p14:sldId id="905"/>
          </p14:sldIdLst>
        </p14:section>
        <p14:section name="Task 1 - Prison" id="{03337F12-57C8-453A-971A-F8161C78F81A}">
          <p14:sldIdLst>
            <p14:sldId id="54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909"/>
            <p14:sldId id="910"/>
            <p14:sldId id="911"/>
            <p14:sldId id="912"/>
            <p14:sldId id="908"/>
            <p14:sldId id="853"/>
            <p14:sldId id="444"/>
            <p14:sldId id="447"/>
            <p14:sldId id="460"/>
            <p14:sldId id="446"/>
            <p14:sldId id="671"/>
            <p14:sldId id="521"/>
            <p14:sldId id="735"/>
          </p14:sldIdLst>
        </p14:section>
        <p14:section name="Order of Operations" id="{11B55FB4-B940-4A7E-92D4-97A5E14B2FF2}">
          <p14:sldIdLst>
            <p14:sldId id="776"/>
            <p14:sldId id="914"/>
            <p14:sldId id="854"/>
            <p14:sldId id="915"/>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Unused" id="{6B78BB24-7CD6-4957-A4D8-8AE3A74FF31C}">
          <p14:sldIdLst>
            <p14:sldId id="691"/>
            <p14:sldId id="692"/>
            <p14:sldId id="693"/>
            <p14:sldId id="694"/>
            <p14:sldId id="695"/>
            <p14:sldId id="696"/>
            <p14:sldId id="697"/>
            <p14:sldId id="698"/>
            <p14:sldId id="699"/>
            <p14:sldId id="700"/>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00FF"/>
    <a:srgbClr val="A71D5D"/>
    <a:srgbClr val="0086B3"/>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34" autoAdjust="0"/>
    <p:restoredTop sz="75676" autoAdjust="0"/>
  </p:normalViewPr>
  <p:slideViewPr>
    <p:cSldViewPr snapToGrid="0" showGuides="1">
      <p:cViewPr varScale="1">
        <p:scale>
          <a:sx n="50" d="100"/>
          <a:sy n="50" d="100"/>
        </p:scale>
        <p:origin x="1292" y="40"/>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presProps" Target="pres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viewProps" Target="viewProps.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theme" Target="theme/theme1.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tableStyles" Target="tableStyles.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microsoft.com/office/2016/11/relationships/changesInfo" Target="changesInfos/changesInfo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notesMaster" Target="notesMasters/notesMaster1.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commentAuthors" Target="commentAuthors.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modSection">
      <pc:chgData name="Al Friend" userId="e5ed79da-d858-46d4-9eed-a7a24903f2de" providerId="ADAL" clId="{6CF5D3DD-A8C4-4611-8099-4AEB2E976A2E}" dt="2026-08-18T21:36:13.515" v="670" actId="20577"/>
      <pc:docMkLst>
        <pc:docMk/>
      </pc:docMkLst>
      <pc:sldChg chg="modNotesTx">
        <pc:chgData name="Al Friend" userId="e5ed79da-d858-46d4-9eed-a7a24903f2de" providerId="ADAL" clId="{6CF5D3DD-A8C4-4611-8099-4AEB2E976A2E}" dt="2026-08-18T21:36:13.515" v="670" actId="20577"/>
        <pc:sldMkLst>
          <pc:docMk/>
          <pc:sldMk cId="3703383339" sldId="873"/>
        </pc:sldMkLst>
      </pc:sldChg>
    </pc:docChg>
  </pc:docChgLst>
  <pc:docChgLst>
    <pc:chgData name="Al Friend" userId="e5ed79da-d858-46d4-9eed-a7a24903f2de" providerId="ADAL" clId="{2D1BF10B-8102-4CBE-8A49-8DCB49189240}"/>
    <pc:docChg chg="modSld">
      <pc:chgData name="Al Friend" userId="e5ed79da-d858-46d4-9eed-a7a24903f2de" providerId="ADAL" clId="{2D1BF10B-8102-4CBE-8A49-8DCB49189240}" dt="2026-10-28T15:30:53.624" v="2" actId="20577"/>
      <pc:docMkLst>
        <pc:docMk/>
      </pc:docMkLst>
      <pc:sldChg chg="modNotesTx">
        <pc:chgData name="Al Friend" userId="e5ed79da-d858-46d4-9eed-a7a24903f2de" providerId="ADAL" clId="{2D1BF10B-8102-4CBE-8A49-8DCB49189240}" dt="2026-10-28T15:30:53.624" v="2" actId="20577"/>
        <pc:sldMkLst>
          <pc:docMk/>
          <pc:sldMk cId="2647622202" sldId="524"/>
        </pc:sldMkLst>
      </pc:sldChg>
      <pc:sldChg chg="modSp">
        <pc:chgData name="Al Friend" userId="e5ed79da-d858-46d4-9eed-a7a24903f2de" providerId="ADAL" clId="{2D1BF10B-8102-4CBE-8A49-8DCB49189240}" dt="2026-10-28T14:43:16.876" v="0" actId="12"/>
        <pc:sldMkLst>
          <pc:docMk/>
          <pc:sldMk cId="4193087359" sldId="826"/>
        </pc:sldMkLst>
        <pc:spChg chg="mod">
          <ac:chgData name="Al Friend" userId="e5ed79da-d858-46d4-9eed-a7a24903f2de" providerId="ADAL" clId="{2D1BF10B-8102-4CBE-8A49-8DCB49189240}" dt="2026-10-28T14:43:16.876" v="0" actId="12"/>
          <ac:spMkLst>
            <pc:docMk/>
            <pc:sldMk cId="4193087359" sldId="826"/>
            <ac:spMk id="3" creationId="{E9A49755-BB00-33FD-7E1B-FD41E624CF57}"/>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28/10/2026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502836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75422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3254597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7613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93756496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60730379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41013817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30057130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17545081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32915533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261218152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Ordering: think aliases (H CS)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33228452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37984550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C6FE0-5748-607A-1B52-B9A378F730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D7C97C-CBA2-0D3E-98D4-6E3FEBA105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6C1993-24D6-BD2B-0DAF-FEB95D47361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941DAA-B5A6-53F7-DDD5-7D99EE54E1EA}"/>
              </a:ext>
            </a:extLst>
          </p:cNvPr>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6183624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CE351-2F36-9C35-5B41-1A945A97CD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7006A-0C2A-CA51-AE84-0E485A2364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41FB6F-BACA-75DC-47EE-66B22C16569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0DD6F86-915B-E643-0BD6-D3AB525951A9}"/>
              </a:ext>
            </a:extLst>
          </p:cNvPr>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44842876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9E436-3141-903C-3CEA-1E4013DEEF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576B65-54E7-94F5-CC3A-63B4E93E79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56319A-E249-2607-C078-E8010B224FE1}"/>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982340D0-D111-24D8-5C16-3F4C58CFEF49}"/>
              </a:ext>
            </a:extLst>
          </p:cNvPr>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304927084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644E0-CE40-9277-5479-D72EB7DAE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A96A87-4E9B-0C7B-11A8-8765111E82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2801B-69F5-971F-D773-FBF5E6BDA73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8246519-F14F-A133-6F98-17128F9EF71A}"/>
              </a:ext>
            </a:extLst>
          </p:cNvPr>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5064785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E441E-618D-2147-406E-5780260751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ED2D99-14E1-4345-2165-47B4F9180D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2CF8D8-0A7D-B877-99BE-A9219CBDE74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A3EE15-1494-7096-58BA-0135E56F523D}"/>
              </a:ext>
            </a:extLst>
          </p:cNvPr>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299430911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285566244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18518246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107</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118</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121</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122</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124</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a:p>
            <a:endParaRPr lang="en-GB" dirty="0"/>
          </a:p>
          <a:p>
            <a:r>
              <a:rPr lang="en-GB" dirty="0"/>
              <a:t>https://www.youtube.com/watch?v=gBJXfayW40M</a:t>
            </a:r>
          </a:p>
        </p:txBody>
      </p:sp>
      <p:sp>
        <p:nvSpPr>
          <p:cNvPr id="4" name="Slide Number Placeholder 3"/>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149</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151</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155</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159</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160</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161</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162</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163</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164</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165</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166</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169</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174</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193</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200</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214</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222</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223</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225</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226</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228</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229</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230</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232</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236</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239</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240</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241</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242</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244</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251</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252</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253</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254</a:t>
            </a:fld>
            <a:endParaRPr lang="en-GB"/>
          </a:p>
        </p:txBody>
      </p:sp>
    </p:spTree>
    <p:extLst>
      <p:ext uri="{BB962C8B-B14F-4D97-AF65-F5344CB8AC3E}">
        <p14:creationId xmlns:p14="http://schemas.microsoft.com/office/powerpoint/2010/main" val="20939794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28/10/2026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28/10/2026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normAutofit/>
          </a:bodyPr>
          <a:lstStyle>
            <a:lvl1pPr marL="0" indent="0">
              <a:buNone/>
              <a:defRPr sz="3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28/10/2026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28/10/2026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28/10/2026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28/10/2026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28/10/2026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28/10/2026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28/10/2026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28/10/2026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28/10/2026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28/10/2026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00.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5.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3.xml"/></Relationships>
</file>

<file path=ppt/slides/_rels/slide125.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5.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5.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6.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6.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6.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6.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6.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6.xml"/></Relationships>
</file>

<file path=ppt/slides/_rels/slide14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5.xml"/><Relationship Id="rId1" Type="http://schemas.openxmlformats.org/officeDocument/2006/relationships/slideLayout" Target="../slideLayouts/slideLayout6.xml"/></Relationships>
</file>

<file path=ppt/slides/_rels/slide14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6.xml"/><Relationship Id="rId1" Type="http://schemas.openxmlformats.org/officeDocument/2006/relationships/slideLayout" Target="../slideLayouts/slideLayout6.xml"/></Relationships>
</file>

<file path=ppt/slides/_rels/slide14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7.xml"/><Relationship Id="rId1" Type="http://schemas.openxmlformats.org/officeDocument/2006/relationships/slideLayout" Target="../slideLayouts/slideLayout6.xml"/></Relationships>
</file>

<file path=ppt/slides/_rels/slide14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8.xml"/><Relationship Id="rId1" Type="http://schemas.openxmlformats.org/officeDocument/2006/relationships/slideLayout" Target="../slideLayouts/slideLayout6.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4.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4.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6.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6.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6.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6.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6.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5.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955442"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arn(outVertical)">
                                      <p:cBhvr>
                                        <p:cTn id="17" dur="500"/>
                                        <p:tgtEl>
                                          <p:spTgt spid="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outVertical)">
                                      <p:cBhvr>
                                        <p:cTn id="26" dur="1500"/>
                                        <p:tgtEl>
                                          <p:spTgt spid="4"/>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77866" cy="584775"/>
          </a:xfrm>
          <a:prstGeom prst="rect">
            <a:avLst/>
          </a:prstGeom>
          <a:noFill/>
        </p:spPr>
        <p:txBody>
          <a:bodyPr wrap="none" rtlCol="0">
            <a:spAutoFit/>
          </a:bodyPr>
          <a:lstStyle/>
          <a:p>
            <a:r>
              <a:rPr lang="en-GB" sz="3200" b="1"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b="1" dirty="0">
                <a:solidFill>
                  <a:srgbClr val="FF0000"/>
                </a:solidFill>
              </a:rPr>
              <a:t>"SEQUEL"</a:t>
            </a:r>
          </a:p>
        </p:txBody>
      </p:sp>
    </p:spTree>
    <p:extLst>
      <p:ext uri="{BB962C8B-B14F-4D97-AF65-F5344CB8AC3E}">
        <p14:creationId xmlns:p14="http://schemas.microsoft.com/office/powerpoint/2010/main" val="2886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p>
          <a:p>
            <a:r>
              <a:rPr lang="en-GB" sz="9600" b="1" dirty="0">
                <a:solidFill>
                  <a:srgbClr val="7030A0"/>
                </a:solidFill>
              </a:rPr>
              <a:t>Q</a:t>
            </a:r>
          </a:p>
          <a:p>
            <a:r>
              <a:rPr lang="en-GB" sz="9600" b="1" dirty="0">
                <a:solidFill>
                  <a:srgbClr val="7030A0"/>
                </a:solidFill>
              </a:rPr>
              <a:t>L</a:t>
            </a:r>
            <a:endParaRPr lang="en-GB" sz="9600" dirty="0"/>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Tree>
    <p:extLst>
      <p:ext uri="{BB962C8B-B14F-4D97-AF65-F5344CB8AC3E}">
        <p14:creationId xmlns:p14="http://schemas.microsoft.com/office/powerpoint/2010/main" val="161056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D032C-747B-43CF-884D-7ACD26C31B4A}"/>
              </a:ext>
            </a:extLst>
          </p:cNvPr>
          <p:cNvSpPr>
            <a:spLocks noGrp="1"/>
          </p:cNvSpPr>
          <p:nvPr>
            <p:ph type="title"/>
          </p:nvPr>
        </p:nvSpPr>
        <p:spPr/>
        <p:txBody>
          <a:bodyPr/>
          <a:lstStyle/>
          <a:p>
            <a:r>
              <a:rPr lang="en-GB" dirty="0"/>
              <a:t>DB Browser for SQLite</a:t>
            </a:r>
          </a:p>
        </p:txBody>
      </p:sp>
      <p:sp>
        <p:nvSpPr>
          <p:cNvPr id="3" name="Text Placeholder 2">
            <a:extLst>
              <a:ext uri="{FF2B5EF4-FFF2-40B4-BE49-F238E27FC236}">
                <a16:creationId xmlns:a16="http://schemas.microsoft.com/office/drawing/2014/main" id="{F6399757-F604-4277-99DE-AE75EE3A83E3}"/>
              </a:ext>
            </a:extLst>
          </p:cNvPr>
          <p:cNvSpPr>
            <a:spLocks noGrp="1"/>
          </p:cNvSpPr>
          <p:nvPr>
            <p:ph type="body" idx="1"/>
          </p:nvPr>
        </p:nvSpPr>
        <p:spPr/>
        <p:txBody>
          <a:bodyPr/>
          <a:lstStyle/>
          <a:p>
            <a:r>
              <a:rPr lang="en-GB" sz="3200" dirty="0"/>
              <a:t>Setup</a:t>
            </a:r>
            <a:endParaRPr lang="en-GB" dirty="0"/>
          </a:p>
        </p:txBody>
      </p:sp>
    </p:spTree>
    <p:extLst>
      <p:ext uri="{BB962C8B-B14F-4D97-AF65-F5344CB8AC3E}">
        <p14:creationId xmlns:p14="http://schemas.microsoft.com/office/powerpoint/2010/main" val="21207456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9EEEA1B-CA96-47AA-938A-E625989FE2B8}"/>
              </a:ext>
            </a:extLst>
          </p:cNvPr>
          <p:cNvPicPr>
            <a:picLocks noChangeAspect="1"/>
          </p:cNvPicPr>
          <p:nvPr/>
        </p:nvPicPr>
        <p:blipFill rotWithShape="1">
          <a:blip r:embed="rId2"/>
          <a:srcRect t="6736"/>
          <a:stretch/>
        </p:blipFill>
        <p:spPr>
          <a:xfrm>
            <a:off x="1177323" y="2877736"/>
            <a:ext cx="10176477" cy="2578688"/>
          </a:xfrm>
          <a:prstGeom prst="rect">
            <a:avLst/>
          </a:prstGeom>
        </p:spPr>
      </p:pic>
      <p:pic>
        <p:nvPicPr>
          <p:cNvPr id="6" name="Picture 5">
            <a:extLst>
              <a:ext uri="{FF2B5EF4-FFF2-40B4-BE49-F238E27FC236}">
                <a16:creationId xmlns:a16="http://schemas.microsoft.com/office/drawing/2014/main" id="{D1E8208F-9679-4FB9-BD07-D2EBB831BEFC}"/>
              </a:ext>
            </a:extLst>
          </p:cNvPr>
          <p:cNvPicPr>
            <a:picLocks noChangeAspect="1"/>
          </p:cNvPicPr>
          <p:nvPr/>
        </p:nvPicPr>
        <p:blipFill rotWithShape="1">
          <a:blip r:embed="rId3"/>
          <a:srcRect l="1111" t="10111" r="2993"/>
          <a:stretch/>
        </p:blipFill>
        <p:spPr>
          <a:xfrm>
            <a:off x="1037057" y="1666805"/>
            <a:ext cx="10626305" cy="4733995"/>
          </a:xfrm>
          <a:prstGeom prst="rect">
            <a:avLst/>
          </a:prstGeom>
        </p:spPr>
      </p:pic>
      <p:pic>
        <p:nvPicPr>
          <p:cNvPr id="5" name="Picture 4">
            <a:extLst>
              <a:ext uri="{FF2B5EF4-FFF2-40B4-BE49-F238E27FC236}">
                <a16:creationId xmlns:a16="http://schemas.microsoft.com/office/drawing/2014/main" id="{FD0C6429-8DF0-4AEF-A5E4-B8A8869104C9}"/>
              </a:ext>
            </a:extLst>
          </p:cNvPr>
          <p:cNvPicPr>
            <a:picLocks noChangeAspect="1"/>
          </p:cNvPicPr>
          <p:nvPr/>
        </p:nvPicPr>
        <p:blipFill rotWithShape="1">
          <a:blip r:embed="rId4"/>
          <a:srcRect l="1428" t="24539" r="1251"/>
          <a:stretch/>
        </p:blipFill>
        <p:spPr>
          <a:xfrm>
            <a:off x="1037057" y="1666805"/>
            <a:ext cx="10682469" cy="1620110"/>
          </a:xfrm>
          <a:prstGeom prst="rect">
            <a:avLst/>
          </a:prstGeom>
        </p:spPr>
      </p:pic>
      <p:pic>
        <p:nvPicPr>
          <p:cNvPr id="4" name="Picture 3">
            <a:extLst>
              <a:ext uri="{FF2B5EF4-FFF2-40B4-BE49-F238E27FC236}">
                <a16:creationId xmlns:a16="http://schemas.microsoft.com/office/drawing/2014/main" id="{431D348A-1E20-4DD1-9964-01135A5AF008}"/>
              </a:ext>
            </a:extLst>
          </p:cNvPr>
          <p:cNvPicPr>
            <a:picLocks noChangeAspect="1"/>
          </p:cNvPicPr>
          <p:nvPr/>
        </p:nvPicPr>
        <p:blipFill rotWithShape="1">
          <a:blip r:embed="rId5"/>
          <a:srcRect l="1596" t="15197"/>
          <a:stretch/>
        </p:blipFill>
        <p:spPr>
          <a:xfrm>
            <a:off x="1037057" y="1666805"/>
            <a:ext cx="10515600" cy="4553946"/>
          </a:xfrm>
          <a:prstGeom prst="rect">
            <a:avLst/>
          </a:prstGeom>
        </p:spPr>
      </p:pic>
      <p:pic>
        <p:nvPicPr>
          <p:cNvPr id="3" name="Picture 2">
            <a:extLst>
              <a:ext uri="{FF2B5EF4-FFF2-40B4-BE49-F238E27FC236}">
                <a16:creationId xmlns:a16="http://schemas.microsoft.com/office/drawing/2014/main" id="{6372C94C-F39C-4633-9690-936896E7997C}"/>
              </a:ext>
            </a:extLst>
          </p:cNvPr>
          <p:cNvPicPr>
            <a:picLocks noChangeAspect="1"/>
          </p:cNvPicPr>
          <p:nvPr/>
        </p:nvPicPr>
        <p:blipFill>
          <a:blip r:embed="rId6"/>
          <a:stretch>
            <a:fillRect/>
          </a:stretch>
        </p:blipFill>
        <p:spPr>
          <a:xfrm>
            <a:off x="1037057" y="1666805"/>
            <a:ext cx="6995773" cy="4820999"/>
          </a:xfrm>
          <a:prstGeom prst="rect">
            <a:avLst/>
          </a:prstGeom>
        </p:spPr>
      </p:pic>
      <p:sp>
        <p:nvSpPr>
          <p:cNvPr id="2" name="Title 1">
            <a:extLst>
              <a:ext uri="{FF2B5EF4-FFF2-40B4-BE49-F238E27FC236}">
                <a16:creationId xmlns:a16="http://schemas.microsoft.com/office/drawing/2014/main" id="{D049432C-9C31-40D9-8C26-6E288E61F0CD}"/>
              </a:ext>
            </a:extLst>
          </p:cNvPr>
          <p:cNvSpPr>
            <a:spLocks noGrp="1"/>
          </p:cNvSpPr>
          <p:nvPr>
            <p:ph type="title"/>
          </p:nvPr>
        </p:nvSpPr>
        <p:spPr/>
        <p:txBody>
          <a:bodyPr/>
          <a:lstStyle/>
          <a:p>
            <a:r>
              <a:rPr lang="en-GB" dirty="0"/>
              <a:t>Edit – Preferences</a:t>
            </a:r>
          </a:p>
        </p:txBody>
      </p:sp>
    </p:spTree>
    <p:extLst>
      <p:ext uri="{BB962C8B-B14F-4D97-AF65-F5344CB8AC3E}">
        <p14:creationId xmlns:p14="http://schemas.microsoft.com/office/powerpoint/2010/main" val="410089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500"/>
                                        <p:tgtEl>
                                          <p:spTgt spid="4"/>
                                        </p:tgtEl>
                                      </p:cBhvr>
                                    </p:animEffect>
                                    <p:set>
                                      <p:cBhvr>
                                        <p:cTn id="21" dur="1" fill="hold">
                                          <p:stCondLst>
                                            <p:cond delay="499"/>
                                          </p:stCondLst>
                                        </p:cTn>
                                        <p:tgtEl>
                                          <p:spTgt spid="4"/>
                                        </p:tgtEl>
                                        <p:attrNameLst>
                                          <p:attrName>style.visibility</p:attrName>
                                        </p:attrNameLst>
                                      </p:cBhvr>
                                      <p:to>
                                        <p:strVal val="hidden"/>
                                      </p:to>
                                    </p:set>
                                  </p:childTnLst>
                                </p:cTn>
                              </p:par>
                            </p:childTnLst>
                          </p:cTn>
                        </p:par>
                        <p:par>
                          <p:cTn id="22" fill="hold">
                            <p:stCondLst>
                              <p:cond delay="500"/>
                            </p:stCondLst>
                            <p:childTnLst>
                              <p:par>
                                <p:cTn id="23" presetID="10" presetClass="entr" presetSubtype="0"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500"/>
                                        <p:tgtEl>
                                          <p:spTgt spid="5"/>
                                        </p:tgtEl>
                                      </p:cBhvr>
                                    </p:animEffect>
                                    <p:set>
                                      <p:cBhvr>
                                        <p:cTn id="30" dur="1" fill="hold">
                                          <p:stCondLst>
                                            <p:cond delay="499"/>
                                          </p:stCondLst>
                                        </p:cTn>
                                        <p:tgtEl>
                                          <p:spTgt spid="5"/>
                                        </p:tgtEl>
                                        <p:attrNameLst>
                                          <p:attrName>style.visibility</p:attrName>
                                        </p:attrNameLst>
                                      </p:cBhvr>
                                      <p:to>
                                        <p:strVal val="hidden"/>
                                      </p:to>
                                    </p:set>
                                  </p:childTnLst>
                                </p:cTn>
                              </p:par>
                            </p:childTnLst>
                          </p:cTn>
                        </p:par>
                        <p:par>
                          <p:cTn id="31" fill="hold">
                            <p:stCondLst>
                              <p:cond delay="500"/>
                            </p:stCondLst>
                            <p:childTnLst>
                              <p:par>
                                <p:cTn id="32" presetID="10" presetClass="entr" presetSubtype="0"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500"/>
                                        <p:tgtEl>
                                          <p:spTgt spid="6"/>
                                        </p:tgtEl>
                                      </p:cBhvr>
                                    </p:animEffect>
                                    <p:set>
                                      <p:cBhvr>
                                        <p:cTn id="39" dur="1" fill="hold">
                                          <p:stCondLst>
                                            <p:cond delay="499"/>
                                          </p:stCondLst>
                                        </p:cTn>
                                        <p:tgtEl>
                                          <p:spTgt spid="6"/>
                                        </p:tgtEl>
                                        <p:attrNameLst>
                                          <p:attrName>style.visibility</p:attrName>
                                        </p:attrNameLst>
                                      </p:cBhvr>
                                      <p:to>
                                        <p:strVal val="hidden"/>
                                      </p:to>
                                    </p:set>
                                  </p:childTnLst>
                                </p:cTn>
                              </p:par>
                            </p:childTnLst>
                          </p:cTn>
                        </p:par>
                        <p:par>
                          <p:cTn id="40" fill="hold">
                            <p:stCondLst>
                              <p:cond delay="500"/>
                            </p:stCondLst>
                            <p:childTnLst>
                              <p:par>
                                <p:cTn id="41" presetID="10" presetClass="entr" presetSubtype="0"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77E8C-E4DA-48E1-A57F-56A67EA6539B}"/>
              </a:ext>
            </a:extLst>
          </p:cNvPr>
          <p:cNvSpPr>
            <a:spLocks noGrp="1"/>
          </p:cNvSpPr>
          <p:nvPr>
            <p:ph type="title"/>
          </p:nvPr>
        </p:nvSpPr>
        <p:spPr/>
        <p:txBody>
          <a:bodyPr/>
          <a:lstStyle/>
          <a:p>
            <a:r>
              <a:rPr lang="en-GB" dirty="0"/>
              <a:t>View – Edit Pragmas</a:t>
            </a:r>
          </a:p>
        </p:txBody>
      </p:sp>
      <p:pic>
        <p:nvPicPr>
          <p:cNvPr id="3" name="Picture 2">
            <a:extLst>
              <a:ext uri="{FF2B5EF4-FFF2-40B4-BE49-F238E27FC236}">
                <a16:creationId xmlns:a16="http://schemas.microsoft.com/office/drawing/2014/main" id="{4999E231-EF80-4729-892E-1ED241F4B497}"/>
              </a:ext>
            </a:extLst>
          </p:cNvPr>
          <p:cNvPicPr>
            <a:picLocks noChangeAspect="1"/>
          </p:cNvPicPr>
          <p:nvPr/>
        </p:nvPicPr>
        <p:blipFill>
          <a:blip r:embed="rId2"/>
          <a:stretch>
            <a:fillRect/>
          </a:stretch>
        </p:blipFill>
        <p:spPr>
          <a:xfrm>
            <a:off x="838200" y="1690687"/>
            <a:ext cx="6152909" cy="4718041"/>
          </a:xfrm>
          <a:prstGeom prst="rect">
            <a:avLst/>
          </a:prstGeom>
        </p:spPr>
      </p:pic>
      <p:sp>
        <p:nvSpPr>
          <p:cNvPr id="4" name="TextBox 3">
            <a:extLst>
              <a:ext uri="{FF2B5EF4-FFF2-40B4-BE49-F238E27FC236}">
                <a16:creationId xmlns:a16="http://schemas.microsoft.com/office/drawing/2014/main" id="{9540C108-C9FE-42D7-BD6F-E1997C341839}"/>
              </a:ext>
            </a:extLst>
          </p:cNvPr>
          <p:cNvSpPr txBox="1"/>
          <p:nvPr/>
        </p:nvSpPr>
        <p:spPr>
          <a:xfrm>
            <a:off x="7450857" y="1904581"/>
            <a:ext cx="2609817" cy="1754326"/>
          </a:xfrm>
          <a:prstGeom prst="rect">
            <a:avLst/>
          </a:prstGeom>
          <a:noFill/>
        </p:spPr>
        <p:txBody>
          <a:bodyPr wrap="none" rtlCol="0">
            <a:spAutoFit/>
          </a:bodyPr>
          <a:lstStyle/>
          <a:p>
            <a:pPr algn="ctr"/>
            <a:r>
              <a:rPr lang="en-GB" sz="3600" dirty="0">
                <a:solidFill>
                  <a:srgbClr val="7030A0"/>
                </a:solidFill>
              </a:rPr>
              <a:t>Removes</a:t>
            </a:r>
          </a:p>
          <a:p>
            <a:pPr algn="ctr"/>
            <a:r>
              <a:rPr lang="en-GB" sz="3600" dirty="0">
                <a:solidFill>
                  <a:srgbClr val="7030A0"/>
                </a:solidFill>
              </a:rPr>
              <a:t>Edit Pragmas</a:t>
            </a:r>
          </a:p>
          <a:p>
            <a:pPr algn="ctr"/>
            <a:r>
              <a:rPr lang="en-GB" sz="3600" dirty="0">
                <a:solidFill>
                  <a:srgbClr val="7030A0"/>
                </a:solidFill>
              </a:rPr>
              <a:t>tab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002852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1000"/>
                                        <p:tgtEl>
                                          <p:spTgt spid="4">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wipe(left)">
                                      <p:cBhvr>
                                        <p:cTn id="14" dur="1000"/>
                                        <p:tgtEl>
                                          <p:spTgt spid="4">
                                            <p:txEl>
                                              <p:pRg st="1" end="1"/>
                                            </p:txEl>
                                          </p:spTgt>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169159"/>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grpSp>
        <p:nvGrpSpPr>
          <p:cNvPr id="18" name="Group 17">
            <a:extLst>
              <a:ext uri="{FF2B5EF4-FFF2-40B4-BE49-F238E27FC236}">
                <a16:creationId xmlns:a16="http://schemas.microsoft.com/office/drawing/2014/main" id="{3BB9987A-6107-490D-B52C-8CAAA98CF371}"/>
              </a:ext>
            </a:extLst>
          </p:cNvPr>
          <p:cNvGrpSpPr/>
          <p:nvPr/>
        </p:nvGrpSpPr>
        <p:grpSpPr>
          <a:xfrm>
            <a:off x="2450463" y="5699466"/>
            <a:ext cx="1012982" cy="703220"/>
            <a:chOff x="8269088" y="2149231"/>
            <a:chExt cx="3751393" cy="703220"/>
          </a:xfrm>
        </p:grpSpPr>
        <p:cxnSp>
          <p:nvCxnSpPr>
            <p:cNvPr id="19" name="Straight Connector 18">
              <a:extLst>
                <a:ext uri="{FF2B5EF4-FFF2-40B4-BE49-F238E27FC236}">
                  <a16:creationId xmlns:a16="http://schemas.microsoft.com/office/drawing/2014/main" id="{9F5B8D5F-B809-4A3F-A063-6015E23E4D23}"/>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9E1B545-6597-47A7-9D08-ED8BCC6F27D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0A16EF2-6826-471D-B2CF-BB71EDA6BFB1}"/>
                </a:ext>
              </a:extLst>
            </p:cNvPr>
            <p:cNvSpPr txBox="1"/>
            <p:nvPr/>
          </p:nvSpPr>
          <p:spPr>
            <a:xfrm>
              <a:off x="8269088" y="2329231"/>
              <a:ext cx="3751389" cy="523220"/>
            </a:xfrm>
            <a:prstGeom prst="rect">
              <a:avLst/>
            </a:prstGeom>
            <a:noFill/>
          </p:spPr>
          <p:txBody>
            <a:bodyPr wrap="square" rtlCol="0">
              <a:spAutoFit/>
            </a:bodyPr>
            <a:lstStyle/>
            <a:p>
              <a:pPr algn="ctr"/>
              <a:r>
                <a:rPr lang="en-GB" sz="2800" b="1" dirty="0">
                  <a:solidFill>
                    <a:srgbClr val="7030A0"/>
                  </a:solidFill>
                </a:rPr>
                <a:t>Text</a:t>
              </a:r>
            </a:p>
          </p:txBody>
        </p:sp>
      </p:grpSp>
      <p:grpSp>
        <p:nvGrpSpPr>
          <p:cNvPr id="22" name="Group 21">
            <a:extLst>
              <a:ext uri="{FF2B5EF4-FFF2-40B4-BE49-F238E27FC236}">
                <a16:creationId xmlns:a16="http://schemas.microsoft.com/office/drawing/2014/main" id="{C7316428-005D-402D-8EEB-3402A215C071}"/>
              </a:ext>
            </a:extLst>
          </p:cNvPr>
          <p:cNvGrpSpPr/>
          <p:nvPr/>
        </p:nvGrpSpPr>
        <p:grpSpPr>
          <a:xfrm>
            <a:off x="4225835" y="5699466"/>
            <a:ext cx="1650670" cy="703220"/>
            <a:chOff x="7129853" y="2149231"/>
            <a:chExt cx="6112952" cy="703220"/>
          </a:xfrm>
        </p:grpSpPr>
        <p:cxnSp>
          <p:nvCxnSpPr>
            <p:cNvPr id="23" name="Straight Connector 22">
              <a:extLst>
                <a:ext uri="{FF2B5EF4-FFF2-40B4-BE49-F238E27FC236}">
                  <a16:creationId xmlns:a16="http://schemas.microsoft.com/office/drawing/2014/main" id="{3C5E83A0-6FED-47EE-9101-1780FD393035}"/>
                </a:ext>
              </a:extLst>
            </p:cNvPr>
            <p:cNvCxnSpPr>
              <a:cxnSpLocks/>
            </p:cNvCxnSpPr>
            <p:nvPr/>
          </p:nvCxnSpPr>
          <p:spPr>
            <a:xfrm>
              <a:off x="7129853" y="2149231"/>
              <a:ext cx="611295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EC6D469-0506-45A0-827C-A9B1181B6DD4}"/>
                </a:ext>
              </a:extLst>
            </p:cNvPr>
            <p:cNvCxnSpPr>
              <a:cxnSpLocks/>
            </p:cNvCxnSpPr>
            <p:nvPr/>
          </p:nvCxnSpPr>
          <p:spPr>
            <a:xfrm flipV="1">
              <a:off x="1018241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B8F1B0E-5AD5-4146-85BD-47A29F3B0A53}"/>
                </a:ext>
              </a:extLst>
            </p:cNvPr>
            <p:cNvSpPr txBox="1"/>
            <p:nvPr/>
          </p:nvSpPr>
          <p:spPr>
            <a:xfrm>
              <a:off x="7129853" y="2329231"/>
              <a:ext cx="6112952" cy="523220"/>
            </a:xfrm>
            <a:prstGeom prst="rect">
              <a:avLst/>
            </a:prstGeom>
            <a:noFill/>
          </p:spPr>
          <p:txBody>
            <a:bodyPr wrap="square" rtlCol="0">
              <a:spAutoFit/>
            </a:bodyPr>
            <a:lstStyle/>
            <a:p>
              <a:pPr algn="ctr"/>
              <a:r>
                <a:rPr lang="en-GB" sz="2800" b="1" dirty="0">
                  <a:solidFill>
                    <a:srgbClr val="7030A0"/>
                  </a:solidFill>
                </a:rPr>
                <a:t>Number</a:t>
              </a:r>
            </a:p>
          </p:txBody>
        </p:sp>
      </p:grpSp>
      <p:grpSp>
        <p:nvGrpSpPr>
          <p:cNvPr id="26" name="Group 25">
            <a:extLst>
              <a:ext uri="{FF2B5EF4-FFF2-40B4-BE49-F238E27FC236}">
                <a16:creationId xmlns:a16="http://schemas.microsoft.com/office/drawing/2014/main" id="{19D75174-A5CA-4929-9FBC-0CB13DA416CB}"/>
              </a:ext>
            </a:extLst>
          </p:cNvPr>
          <p:cNvGrpSpPr/>
          <p:nvPr/>
        </p:nvGrpSpPr>
        <p:grpSpPr>
          <a:xfrm>
            <a:off x="6124400" y="5699466"/>
            <a:ext cx="1397827" cy="703220"/>
            <a:chOff x="7919317" y="2149231"/>
            <a:chExt cx="5176595" cy="703220"/>
          </a:xfrm>
        </p:grpSpPr>
        <p:cxnSp>
          <p:nvCxnSpPr>
            <p:cNvPr id="27" name="Straight Connector 26">
              <a:extLst>
                <a:ext uri="{FF2B5EF4-FFF2-40B4-BE49-F238E27FC236}">
                  <a16:creationId xmlns:a16="http://schemas.microsoft.com/office/drawing/2014/main" id="{F7CB9BEC-190A-4581-BCED-C1C666114E61}"/>
                </a:ext>
              </a:extLst>
            </p:cNvPr>
            <p:cNvCxnSpPr>
              <a:cxnSpLocks/>
            </p:cNvCxnSpPr>
            <p:nvPr/>
          </p:nvCxnSpPr>
          <p:spPr>
            <a:xfrm>
              <a:off x="7919317" y="2149231"/>
              <a:ext cx="517659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AC3FF36-1D2A-41E1-B14C-C0507DF33682}"/>
                </a:ext>
              </a:extLst>
            </p:cNvPr>
            <p:cNvCxnSpPr>
              <a:cxnSpLocks/>
            </p:cNvCxnSpPr>
            <p:nvPr/>
          </p:nvCxnSpPr>
          <p:spPr>
            <a:xfrm flipV="1">
              <a:off x="1049282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F8FB1546-1B52-4F92-944F-FB89E2921207}"/>
                </a:ext>
              </a:extLst>
            </p:cNvPr>
            <p:cNvSpPr txBox="1"/>
            <p:nvPr/>
          </p:nvSpPr>
          <p:spPr>
            <a:xfrm>
              <a:off x="7919317" y="2329231"/>
              <a:ext cx="5176573" cy="523220"/>
            </a:xfrm>
            <a:prstGeom prst="rect">
              <a:avLst/>
            </a:prstGeom>
            <a:noFill/>
          </p:spPr>
          <p:txBody>
            <a:bodyPr wrap="square" rtlCol="0">
              <a:spAutoFit/>
            </a:bodyPr>
            <a:lstStyle/>
            <a:p>
              <a:pPr algn="ctr"/>
              <a:r>
                <a:rPr lang="en-GB" sz="2800" b="1" dirty="0">
                  <a:solidFill>
                    <a:srgbClr val="7030A0"/>
                  </a:solidFill>
                </a:rPr>
                <a:t>Date</a:t>
              </a:r>
            </a:p>
          </p:txBody>
        </p:sp>
      </p:grpSp>
      <p:grpSp>
        <p:nvGrpSpPr>
          <p:cNvPr id="32" name="Group 31">
            <a:extLst>
              <a:ext uri="{FF2B5EF4-FFF2-40B4-BE49-F238E27FC236}">
                <a16:creationId xmlns:a16="http://schemas.microsoft.com/office/drawing/2014/main" id="{E90030F4-B936-4A76-A772-450565C086DC}"/>
              </a:ext>
            </a:extLst>
          </p:cNvPr>
          <p:cNvGrpSpPr/>
          <p:nvPr/>
        </p:nvGrpSpPr>
        <p:grpSpPr>
          <a:xfrm>
            <a:off x="7831651" y="5699466"/>
            <a:ext cx="1086714" cy="703220"/>
            <a:chOff x="7919317" y="2149231"/>
            <a:chExt cx="4024445" cy="703220"/>
          </a:xfrm>
        </p:grpSpPr>
        <p:cxnSp>
          <p:nvCxnSpPr>
            <p:cNvPr id="33" name="Straight Connector 32">
              <a:extLst>
                <a:ext uri="{FF2B5EF4-FFF2-40B4-BE49-F238E27FC236}">
                  <a16:creationId xmlns:a16="http://schemas.microsoft.com/office/drawing/2014/main" id="{882D16C4-CB66-4DD9-8E2A-DB745713908F}"/>
                </a:ext>
              </a:extLst>
            </p:cNvPr>
            <p:cNvCxnSpPr>
              <a:cxnSpLocks/>
            </p:cNvCxnSpPr>
            <p:nvPr/>
          </p:nvCxnSpPr>
          <p:spPr>
            <a:xfrm>
              <a:off x="7919317" y="2149231"/>
              <a:ext cx="402444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5631C90-EBAE-475E-93F4-AE9C811DBF4B}"/>
                </a:ext>
              </a:extLst>
            </p:cNvPr>
            <p:cNvCxnSpPr>
              <a:cxnSpLocks/>
              <a:stCxn id="35" idx="0"/>
            </p:cNvCxnSpPr>
            <p:nvPr/>
          </p:nvCxnSpPr>
          <p:spPr>
            <a:xfrm flipH="1" flipV="1">
              <a:off x="9931536" y="2149231"/>
              <a:ext cx="4"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00087746-F36A-4347-9616-5F4CCF533EDD}"/>
                </a:ext>
              </a:extLst>
            </p:cNvPr>
            <p:cNvSpPr txBox="1"/>
            <p:nvPr/>
          </p:nvSpPr>
          <p:spPr>
            <a:xfrm>
              <a:off x="7919317" y="2329231"/>
              <a:ext cx="4024445" cy="523220"/>
            </a:xfrm>
            <a:prstGeom prst="rect">
              <a:avLst/>
            </a:prstGeom>
            <a:noFill/>
          </p:spPr>
          <p:txBody>
            <a:bodyPr wrap="square" rtlCol="0">
              <a:spAutoFit/>
            </a:bodyPr>
            <a:lstStyle/>
            <a:p>
              <a:pPr algn="ctr"/>
              <a:r>
                <a:rPr lang="en-GB" sz="2800" b="1" dirty="0">
                  <a:solidFill>
                    <a:srgbClr val="7030A0"/>
                  </a:solidFill>
                </a:rPr>
                <a:t>Time</a:t>
              </a:r>
            </a:p>
          </p:txBody>
        </p:sp>
      </p:grpSp>
      <p:grpSp>
        <p:nvGrpSpPr>
          <p:cNvPr id="39" name="Group 38">
            <a:extLst>
              <a:ext uri="{FF2B5EF4-FFF2-40B4-BE49-F238E27FC236}">
                <a16:creationId xmlns:a16="http://schemas.microsoft.com/office/drawing/2014/main" id="{E653B77E-1210-43EE-9222-E347BDC74DBE}"/>
              </a:ext>
            </a:extLst>
          </p:cNvPr>
          <p:cNvGrpSpPr/>
          <p:nvPr/>
        </p:nvGrpSpPr>
        <p:grpSpPr>
          <a:xfrm>
            <a:off x="9161134" y="5699466"/>
            <a:ext cx="1418016" cy="703220"/>
            <a:chOff x="8269096" y="2149231"/>
            <a:chExt cx="5251361" cy="703220"/>
          </a:xfrm>
        </p:grpSpPr>
        <p:cxnSp>
          <p:nvCxnSpPr>
            <p:cNvPr id="40" name="Straight Connector 39">
              <a:extLst>
                <a:ext uri="{FF2B5EF4-FFF2-40B4-BE49-F238E27FC236}">
                  <a16:creationId xmlns:a16="http://schemas.microsoft.com/office/drawing/2014/main" id="{56EF5190-3D39-4234-A022-68EE2427B1A5}"/>
                </a:ext>
              </a:extLst>
            </p:cNvPr>
            <p:cNvCxnSpPr>
              <a:cxnSpLocks/>
            </p:cNvCxnSpPr>
            <p:nvPr/>
          </p:nvCxnSpPr>
          <p:spPr>
            <a:xfrm>
              <a:off x="8269096" y="2149231"/>
              <a:ext cx="187569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623CE62-5819-48A4-B9A0-481F616A91E5}"/>
                </a:ext>
              </a:extLst>
            </p:cNvPr>
            <p:cNvCxnSpPr>
              <a:cxnSpLocks/>
            </p:cNvCxnSpPr>
            <p:nvPr/>
          </p:nvCxnSpPr>
          <p:spPr>
            <a:xfrm flipV="1">
              <a:off x="925117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96E29D66-D360-436C-AF89-BB680EDD5EDF}"/>
                </a:ext>
              </a:extLst>
            </p:cNvPr>
            <p:cNvSpPr txBox="1"/>
            <p:nvPr/>
          </p:nvSpPr>
          <p:spPr>
            <a:xfrm>
              <a:off x="8315106" y="2329231"/>
              <a:ext cx="5205351" cy="523220"/>
            </a:xfrm>
            <a:prstGeom prst="rect">
              <a:avLst/>
            </a:prstGeom>
            <a:noFill/>
          </p:spPr>
          <p:txBody>
            <a:bodyPr wrap="square" rtlCol="0">
              <a:spAutoFit/>
            </a:bodyPr>
            <a:lstStyle/>
            <a:p>
              <a:r>
                <a:rPr lang="en-GB" sz="2800" b="1" dirty="0">
                  <a:solidFill>
                    <a:srgbClr val="7030A0"/>
                  </a:solidFill>
                </a:rPr>
                <a:t>Boolean</a:t>
              </a:r>
            </a:p>
          </p:txBody>
        </p:sp>
      </p:grpSp>
      <p:pic>
        <p:nvPicPr>
          <p:cNvPr id="4" name="Picture 3">
            <a:extLst>
              <a:ext uri="{FF2B5EF4-FFF2-40B4-BE49-F238E27FC236}">
                <a16:creationId xmlns:a16="http://schemas.microsoft.com/office/drawing/2014/main" id="{8C1D1F9B-AFC7-498D-B082-EB8D8DDB68BD}"/>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3739040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1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barn(outVertical)">
                                      <p:cBhvr>
                                        <p:cTn id="21" dur="10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barn(outVertical)">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6" presetClass="entr" presetSubtype="37"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barn(outVertical)">
                                      <p:cBhvr>
                                        <p:cTn id="31" dur="1000"/>
                                        <p:tgtEl>
                                          <p:spTgt spid="26"/>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37" fill="hold" nodeType="click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barn(outVertical)">
                                      <p:cBhvr>
                                        <p:cTn id="36" dur="1000"/>
                                        <p:tgtEl>
                                          <p:spTgt spid="32"/>
                                        </p:tgtEl>
                                      </p:cBhvr>
                                    </p:animEffect>
                                  </p:childTnLst>
                                </p:cTn>
                              </p:par>
                            </p:childTnLst>
                          </p:cTn>
                        </p:par>
                      </p:childTnLst>
                    </p:cTn>
                  </p:par>
                  <p:par>
                    <p:cTn id="37" fill="hold">
                      <p:stCondLst>
                        <p:cond delay="indefinite"/>
                      </p:stCondLst>
                      <p:childTnLst>
                        <p:par>
                          <p:cTn id="38" fill="hold">
                            <p:stCondLst>
                              <p:cond delay="0"/>
                            </p:stCondLst>
                            <p:childTnLst>
                              <p:par>
                                <p:cTn id="39" presetID="16" presetClass="entr" presetSubtype="37"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animEffect transition="in" filter="barn(outVertical)">
                                      <p:cBhvr>
                                        <p:cTn id="41"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5" name="Picture 4">
            <a:extLst>
              <a:ext uri="{FF2B5EF4-FFF2-40B4-BE49-F238E27FC236}">
                <a16:creationId xmlns:a16="http://schemas.microsoft.com/office/drawing/2014/main" id="{8640A34F-AFC9-46B7-83C9-B3616F182BE6}"/>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42141379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202258056"/>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145521503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029401190"/>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662633397"/>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2274895" y="3233224"/>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1386805415"/>
              </p:ext>
            </p:extLst>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09024738"/>
              </p:ext>
            </p:extLst>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10743788" y="3231735"/>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4655A23E-6F0D-4644-8D1D-8ACA1DC5679D}"/>
              </a:ext>
            </a:extLst>
          </p:cNvPr>
          <p:cNvSpPr txBox="1"/>
          <p:nvPr/>
        </p:nvSpPr>
        <p:spPr>
          <a:xfrm>
            <a:off x="4275374" y="2930420"/>
            <a:ext cx="908750" cy="369332"/>
          </a:xfrm>
          <a:prstGeom prst="rect">
            <a:avLst/>
          </a:prstGeom>
          <a:noFill/>
        </p:spPr>
        <p:txBody>
          <a:bodyPr wrap="square" rtlCol="0">
            <a:spAutoFit/>
          </a:bodyPr>
          <a:lstStyle/>
          <a:p>
            <a:pPr algn="ctr"/>
            <a:r>
              <a:rPr lang="en-GB" b="1" dirty="0"/>
              <a:t>WHERE</a:t>
            </a:r>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254803125"/>
              </p:ext>
            </p:extLst>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281395437"/>
              </p:ext>
            </p:extLst>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ORDER BY">
            <a:extLst>
              <a:ext uri="{FF2B5EF4-FFF2-40B4-BE49-F238E27FC236}">
                <a16:creationId xmlns:a16="http://schemas.microsoft.com/office/drawing/2014/main" id="{1C4BE62B-40C5-DE8F-B8B5-D85D5F2A6A7A}"/>
              </a:ext>
            </a:extLst>
          </p:cNvPr>
          <p:cNvSpPr txBox="1"/>
          <p:nvPr/>
        </p:nvSpPr>
        <p:spPr>
          <a:xfrm>
            <a:off x="8591293" y="2930420"/>
            <a:ext cx="1147392" cy="369332"/>
          </a:xfrm>
          <a:prstGeom prst="rect">
            <a:avLst/>
          </a:prstGeom>
          <a:noFill/>
        </p:spPr>
        <p:txBody>
          <a:bodyPr wrap="square" rtlCol="0">
            <a:spAutoFit/>
          </a:bodyPr>
          <a:lstStyle/>
          <a:p>
            <a:pPr algn="ctr"/>
            <a:r>
              <a:rPr lang="en-GB" b="1" dirty="0"/>
              <a:t>ORDER BY</a:t>
            </a:r>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2163529132"/>
              </p:ext>
            </p:extLst>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a:extLst>
              <a:ext uri="{FF2B5EF4-FFF2-40B4-BE49-F238E27FC236}">
                <a16:creationId xmlns:a16="http://schemas.microsoft.com/office/drawing/2014/main" id="{1A04EDAE-5F98-49A8-AA3B-FEA2F8FF27D5}"/>
              </a:ext>
            </a:extLst>
          </p:cNvPr>
          <p:cNvSpPr txBox="1"/>
          <p:nvPr/>
        </p:nvSpPr>
        <p:spPr>
          <a:xfrm>
            <a:off x="6157046" y="2930420"/>
            <a:ext cx="850960" cy="369332"/>
          </a:xfrm>
          <a:prstGeom prst="rect">
            <a:avLst/>
          </a:prstGeom>
          <a:noFill/>
        </p:spPr>
        <p:txBody>
          <a:bodyPr wrap="square" rtlCol="0">
            <a:spAutoFit/>
          </a:bodyPr>
          <a:lstStyle/>
          <a:p>
            <a:pPr algn="ctr"/>
            <a:r>
              <a:rPr lang="en-GB" b="1" dirty="0"/>
              <a:t>SELECT</a:t>
            </a:r>
          </a:p>
        </p:txBody>
      </p:sp>
      <p:cxnSp>
        <p:nvCxnSpPr>
          <p:cNvPr id="71" name="Name - Arrow">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500093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84"/>
                                        </p:tgtEl>
                                        <p:attrNameLst>
                                          <p:attrName>style.visibility</p:attrName>
                                        </p:attrNameLst>
                                      </p:cBhvr>
                                      <p:to>
                                        <p:strVal val="visible"/>
                                      </p:to>
                                    </p:set>
                                    <p:animEffect transition="in" filter="wipe(up)">
                                      <p:cBhvr>
                                        <p:cTn id="83" dur="1000"/>
                                        <p:tgtEl>
                                          <p:spTgt spid="84"/>
                                        </p:tgtEl>
                                      </p:cBhvr>
                                    </p:animEffect>
                                  </p:childTnLst>
                                </p:cTn>
                              </p:par>
                            </p:childTnLst>
                          </p:cTn>
                        </p:par>
                        <p:par>
                          <p:cTn id="84" fill="hold">
                            <p:stCondLst>
                              <p:cond delay="3000"/>
                            </p:stCondLst>
                            <p:childTnLst>
                              <p:par>
                                <p:cTn id="85" presetID="22" presetClass="entr" presetSubtype="1"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up)">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1"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up)">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1"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up)">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1"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up)">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ntr" presetSubtype="8" fill="hold" grpId="0" nodeType="clickEffect">
                                  <p:stCondLst>
                                    <p:cond delay="0"/>
                                  </p:stCondLst>
                                  <p:childTnLst>
                                    <p:set>
                                      <p:cBhvr>
                                        <p:cTn id="119" dur="1" fill="hold">
                                          <p:stCondLst>
                                            <p:cond delay="0"/>
                                          </p:stCondLst>
                                        </p:cTn>
                                        <p:tgtEl>
                                          <p:spTgt spid="43"/>
                                        </p:tgtEl>
                                        <p:attrNameLst>
                                          <p:attrName>style.visibility</p:attrName>
                                        </p:attrNameLst>
                                      </p:cBhvr>
                                      <p:to>
                                        <p:strVal val="visible"/>
                                      </p:to>
                                    </p:set>
                                    <p:animEffect transition="in" filter="wipe(left)">
                                      <p:cBhvr>
                                        <p:cTn id="120" dur="1000"/>
                                        <p:tgtEl>
                                          <p:spTgt spid="43"/>
                                        </p:tgtEl>
                                      </p:cBhvr>
                                    </p:animEffect>
                                  </p:childTnLst>
                                </p:cTn>
                              </p:par>
                            </p:childTnLst>
                          </p:cTn>
                        </p:par>
                        <p:par>
                          <p:cTn id="121" fill="hold">
                            <p:stCondLst>
                              <p:cond delay="1000"/>
                            </p:stCondLst>
                            <p:childTnLst>
                              <p:par>
                                <p:cTn id="122" presetID="22" presetClass="entr" presetSubtype="8" fill="hold" nodeType="afterEffect">
                                  <p:stCondLst>
                                    <p:cond delay="0"/>
                                  </p:stCondLst>
                                  <p:childTnLst>
                                    <p:set>
                                      <p:cBhvr>
                                        <p:cTn id="123" dur="1" fill="hold">
                                          <p:stCondLst>
                                            <p:cond delay="0"/>
                                          </p:stCondLst>
                                        </p:cTn>
                                        <p:tgtEl>
                                          <p:spTgt spid="62"/>
                                        </p:tgtEl>
                                        <p:attrNameLst>
                                          <p:attrName>style.visibility</p:attrName>
                                        </p:attrNameLst>
                                      </p:cBhvr>
                                      <p:to>
                                        <p:strVal val="visible"/>
                                      </p:to>
                                    </p:set>
                                    <p:animEffect transition="in" filter="wipe(left)">
                                      <p:cBhvr>
                                        <p:cTn id="124" dur="2000"/>
                                        <p:tgtEl>
                                          <p:spTgt spid="62"/>
                                        </p:tgtEl>
                                      </p:cBhvr>
                                    </p:animEffect>
                                  </p:childTnLst>
                                </p:cTn>
                              </p:par>
                            </p:childTnLst>
                          </p:cTn>
                        </p:par>
                        <p:par>
                          <p:cTn id="125" fill="hold">
                            <p:stCondLst>
                              <p:cond delay="3000"/>
                            </p:stCondLst>
                            <p:childTnLst>
                              <p:par>
                                <p:cTn id="126" presetID="22" presetClass="exit" presetSubtype="8" fill="hold" grpId="1" nodeType="afterEffect">
                                  <p:stCondLst>
                                    <p:cond delay="0"/>
                                  </p:stCondLst>
                                  <p:childTnLst>
                                    <p:animEffect transition="out" filter="wipe(left)">
                                      <p:cBhvr>
                                        <p:cTn id="127" dur="500"/>
                                        <p:tgtEl>
                                          <p:spTgt spid="35"/>
                                        </p:tgtEl>
                                      </p:cBhvr>
                                    </p:animEffect>
                                    <p:set>
                                      <p:cBhvr>
                                        <p:cTn id="128" dur="1" fill="hold">
                                          <p:stCondLst>
                                            <p:cond delay="499"/>
                                          </p:stCondLst>
                                        </p:cTn>
                                        <p:tgtEl>
                                          <p:spTgt spid="35"/>
                                        </p:tgtEl>
                                        <p:attrNameLst>
                                          <p:attrName>style.visibility</p:attrName>
                                        </p:attrNameLst>
                                      </p:cBhvr>
                                      <p:to>
                                        <p:strVal val="hidden"/>
                                      </p:to>
                                    </p:set>
                                  </p:childTnLst>
                                </p:cTn>
                              </p:par>
                            </p:childTnLst>
                          </p:cTn>
                        </p:par>
                      </p:childTnLst>
                    </p:cTn>
                  </p:par>
                  <p:par>
                    <p:cTn id="129" fill="hold">
                      <p:stCondLst>
                        <p:cond delay="indefinite"/>
                      </p:stCondLst>
                      <p:childTnLst>
                        <p:par>
                          <p:cTn id="130" fill="hold">
                            <p:stCondLst>
                              <p:cond delay="0"/>
                            </p:stCondLst>
                            <p:childTnLst>
                              <p:par>
                                <p:cTn id="131" presetID="22" presetClass="entr" presetSubtype="8" fill="hold" grpId="0" nodeType="clickEffect">
                                  <p:stCondLst>
                                    <p:cond delay="0"/>
                                  </p:stCondLst>
                                  <p:childTnLst>
                                    <p:set>
                                      <p:cBhvr>
                                        <p:cTn id="132" dur="1" fill="hold">
                                          <p:stCondLst>
                                            <p:cond delay="0"/>
                                          </p:stCondLst>
                                        </p:cTn>
                                        <p:tgtEl>
                                          <p:spTgt spid="31"/>
                                        </p:tgtEl>
                                        <p:attrNameLst>
                                          <p:attrName>style.visibility</p:attrName>
                                        </p:attrNameLst>
                                      </p:cBhvr>
                                      <p:to>
                                        <p:strVal val="visible"/>
                                      </p:to>
                                    </p:set>
                                    <p:animEffect transition="in" filter="wipe(left)">
                                      <p:cBhvr>
                                        <p:cTn id="133" dur="1000"/>
                                        <p:tgtEl>
                                          <p:spTgt spid="31"/>
                                        </p:tgtEl>
                                      </p:cBhvr>
                                    </p:animEffect>
                                  </p:childTnLst>
                                </p:cTn>
                              </p:par>
                            </p:childTnLst>
                          </p:cTn>
                        </p:par>
                        <p:par>
                          <p:cTn id="134" fill="hold">
                            <p:stCondLst>
                              <p:cond delay="4000"/>
                            </p:stCondLst>
                            <p:childTnLst>
                              <p:par>
                                <p:cTn id="135" presetID="22" presetClass="entr" presetSubtype="8" fill="hold" grpId="0" nodeType="afterEffect">
                                  <p:stCondLst>
                                    <p:cond delay="0"/>
                                  </p:stCondLst>
                                  <p:childTnLst>
                                    <p:set>
                                      <p:cBhvr>
                                        <p:cTn id="136" dur="1" fill="hold">
                                          <p:stCondLst>
                                            <p:cond delay="0"/>
                                          </p:stCondLst>
                                        </p:cTn>
                                        <p:tgtEl>
                                          <p:spTgt spid="63"/>
                                        </p:tgtEl>
                                        <p:attrNameLst>
                                          <p:attrName>style.visibility</p:attrName>
                                        </p:attrNameLst>
                                      </p:cBhvr>
                                      <p:to>
                                        <p:strVal val="visible"/>
                                      </p:to>
                                    </p:set>
                                    <p:animEffect transition="in" filter="wipe(left)">
                                      <p:cBhvr>
                                        <p:cTn id="137" dur="500"/>
                                        <p:tgtEl>
                                          <p:spTgt spid="63"/>
                                        </p:tgtEl>
                                      </p:cBhvr>
                                    </p:animEffect>
                                  </p:childTnLst>
                                </p:cTn>
                              </p:par>
                            </p:childTnLst>
                          </p:cTn>
                        </p:par>
                        <p:par>
                          <p:cTn id="138" fill="hold">
                            <p:stCondLst>
                              <p:cond delay="4500"/>
                            </p:stCondLst>
                            <p:childTnLst>
                              <p:par>
                                <p:cTn id="139" presetID="22" presetClass="entr" presetSubtype="1" fill="hold" nodeType="afterEffect">
                                  <p:stCondLst>
                                    <p:cond delay="0"/>
                                  </p:stCondLst>
                                  <p:childTnLst>
                                    <p:set>
                                      <p:cBhvr>
                                        <p:cTn id="140" dur="1" fill="hold">
                                          <p:stCondLst>
                                            <p:cond delay="0"/>
                                          </p:stCondLst>
                                        </p:cTn>
                                        <p:tgtEl>
                                          <p:spTgt spid="71"/>
                                        </p:tgtEl>
                                        <p:attrNameLst>
                                          <p:attrName>style.visibility</p:attrName>
                                        </p:attrNameLst>
                                      </p:cBhvr>
                                      <p:to>
                                        <p:strVal val="visible"/>
                                      </p:to>
                                    </p:set>
                                    <p:animEffect transition="in" filter="wipe(up)">
                                      <p:cBhvr>
                                        <p:cTn id="141" dur="500"/>
                                        <p:tgtEl>
                                          <p:spTgt spid="71"/>
                                        </p:tgtEl>
                                      </p:cBhvr>
                                    </p:animEffect>
                                  </p:childTnLst>
                                </p:cTn>
                              </p:par>
                            </p:childTnLst>
                          </p:cTn>
                        </p:par>
                        <p:par>
                          <p:cTn id="142" fill="hold">
                            <p:stCondLst>
                              <p:cond delay="5000"/>
                            </p:stCondLst>
                            <p:childTnLst>
                              <p:par>
                                <p:cTn id="143" presetID="22" presetClass="entr" presetSubtype="1" fill="hold" grpId="0" nodeType="afterEffect">
                                  <p:stCondLst>
                                    <p:cond delay="0"/>
                                  </p:stCondLst>
                                  <p:childTnLst>
                                    <p:set>
                                      <p:cBhvr>
                                        <p:cTn id="144" dur="1" fill="hold">
                                          <p:stCondLst>
                                            <p:cond delay="0"/>
                                          </p:stCondLst>
                                        </p:cTn>
                                        <p:tgtEl>
                                          <p:spTgt spid="76"/>
                                        </p:tgtEl>
                                        <p:attrNameLst>
                                          <p:attrName>style.visibility</p:attrName>
                                        </p:attrNameLst>
                                      </p:cBhvr>
                                      <p:to>
                                        <p:strVal val="visible"/>
                                      </p:to>
                                    </p:set>
                                    <p:animEffect transition="in" filter="wipe(up)">
                                      <p:cBhvr>
                                        <p:cTn id="145" dur="1000"/>
                                        <p:tgtEl>
                                          <p:spTgt spid="76"/>
                                        </p:tgtEl>
                                      </p:cBhvr>
                                    </p:animEffect>
                                  </p:childTnLst>
                                </p:cTn>
                              </p:par>
                            </p:childTnLst>
                          </p:cTn>
                        </p:par>
                        <p:par>
                          <p:cTn id="146" fill="hold">
                            <p:stCondLst>
                              <p:cond delay="6000"/>
                            </p:stCondLst>
                            <p:childTnLst>
                              <p:par>
                                <p:cTn id="147" presetID="22" presetClass="entr" presetSubtype="1" fill="hold" nodeType="afterEffect">
                                  <p:stCondLst>
                                    <p:cond delay="0"/>
                                  </p:stCondLst>
                                  <p:childTnLst>
                                    <p:set>
                                      <p:cBhvr>
                                        <p:cTn id="148" dur="1" fill="hold">
                                          <p:stCondLst>
                                            <p:cond delay="0"/>
                                          </p:stCondLst>
                                        </p:cTn>
                                        <p:tgtEl>
                                          <p:spTgt spid="72"/>
                                        </p:tgtEl>
                                        <p:attrNameLst>
                                          <p:attrName>style.visibility</p:attrName>
                                        </p:attrNameLst>
                                      </p:cBhvr>
                                      <p:to>
                                        <p:strVal val="visible"/>
                                      </p:to>
                                    </p:set>
                                    <p:animEffect transition="in" filter="wipe(up)">
                                      <p:cBhvr>
                                        <p:cTn id="149" dur="500"/>
                                        <p:tgtEl>
                                          <p:spTgt spid="72"/>
                                        </p:tgtEl>
                                      </p:cBhvr>
                                    </p:animEffect>
                                  </p:childTnLst>
                                </p:cTn>
                              </p:par>
                            </p:childTnLst>
                          </p:cTn>
                        </p:par>
                        <p:par>
                          <p:cTn id="150" fill="hold">
                            <p:stCondLst>
                              <p:cond delay="6500"/>
                            </p:stCondLst>
                            <p:childTnLst>
                              <p:par>
                                <p:cTn id="151" presetID="22" presetClass="entr" presetSubtype="1" fill="hold" grpId="0" nodeType="afterEffect">
                                  <p:stCondLst>
                                    <p:cond delay="0"/>
                                  </p:stCondLst>
                                  <p:childTnLst>
                                    <p:set>
                                      <p:cBhvr>
                                        <p:cTn id="152" dur="1" fill="hold">
                                          <p:stCondLst>
                                            <p:cond delay="0"/>
                                          </p:stCondLst>
                                        </p:cTn>
                                        <p:tgtEl>
                                          <p:spTgt spid="75"/>
                                        </p:tgtEl>
                                        <p:attrNameLst>
                                          <p:attrName>style.visibility</p:attrName>
                                        </p:attrNameLst>
                                      </p:cBhvr>
                                      <p:to>
                                        <p:strVal val="visible"/>
                                      </p:to>
                                    </p:set>
                                    <p:animEffect transition="in" filter="wipe(up)">
                                      <p:cBhvr>
                                        <p:cTn id="153" dur="1000"/>
                                        <p:tgtEl>
                                          <p:spTgt spid="75"/>
                                        </p:tgtEl>
                                      </p:cBhvr>
                                    </p:animEffect>
                                  </p:childTnLst>
                                </p:cTn>
                              </p:par>
                            </p:childTnLst>
                          </p:cTn>
                        </p:par>
                        <p:par>
                          <p:cTn id="154" fill="hold">
                            <p:stCondLst>
                              <p:cond delay="7500"/>
                            </p:stCondLst>
                            <p:childTnLst>
                              <p:par>
                                <p:cTn id="155" presetID="22" presetClass="exit" presetSubtype="8" fill="hold" grpId="1" nodeType="afterEffect">
                                  <p:stCondLst>
                                    <p:cond delay="0"/>
                                  </p:stCondLst>
                                  <p:childTnLst>
                                    <p:animEffect transition="out" filter="wipe(left)">
                                      <p:cBhvr>
                                        <p:cTn id="156" dur="500"/>
                                        <p:tgtEl>
                                          <p:spTgt spid="31"/>
                                        </p:tgtEl>
                                      </p:cBhvr>
                                    </p:animEffect>
                                    <p:set>
                                      <p:cBhvr>
                                        <p:cTn id="157" dur="1" fill="hold">
                                          <p:stCondLst>
                                            <p:cond delay="499"/>
                                          </p:stCondLst>
                                        </p:cTn>
                                        <p:tgtEl>
                                          <p:spTgt spid="31"/>
                                        </p:tgtEl>
                                        <p:attrNameLst>
                                          <p:attrName>style.visibility</p:attrName>
                                        </p:attrNameLst>
                                      </p:cBhvr>
                                      <p:to>
                                        <p:strVal val="hidden"/>
                                      </p:to>
                                    </p:set>
                                  </p:childTnLst>
                                </p:cTn>
                              </p:par>
                            </p:childTnLst>
                          </p:cTn>
                        </p:par>
                      </p:childTnLst>
                    </p:cTn>
                  </p:par>
                  <p:par>
                    <p:cTn id="158" fill="hold">
                      <p:stCondLst>
                        <p:cond delay="indefinite"/>
                      </p:stCondLst>
                      <p:childTnLst>
                        <p:par>
                          <p:cTn id="159" fill="hold">
                            <p:stCondLst>
                              <p:cond delay="0"/>
                            </p:stCondLst>
                            <p:childTnLst>
                              <p:par>
                                <p:cTn id="160" presetID="22" presetClass="entr" presetSubtype="8" fill="hold" grpId="0" nodeType="clickEffect">
                                  <p:stCondLst>
                                    <p:cond delay="0"/>
                                  </p:stCondLst>
                                  <p:childTnLst>
                                    <p:set>
                                      <p:cBhvr>
                                        <p:cTn id="161" dur="1" fill="hold">
                                          <p:stCondLst>
                                            <p:cond delay="0"/>
                                          </p:stCondLst>
                                        </p:cTn>
                                        <p:tgtEl>
                                          <p:spTgt spid="3"/>
                                        </p:tgtEl>
                                        <p:attrNameLst>
                                          <p:attrName>style.visibility</p:attrName>
                                        </p:attrNameLst>
                                      </p:cBhvr>
                                      <p:to>
                                        <p:strVal val="visible"/>
                                      </p:to>
                                    </p:set>
                                    <p:animEffect transition="in" filter="wipe(left)">
                                      <p:cBhvr>
                                        <p:cTn id="162" dur="1000"/>
                                        <p:tgtEl>
                                          <p:spTgt spid="3"/>
                                        </p:tgtEl>
                                      </p:cBhvr>
                                    </p:animEffect>
                                  </p:childTnLst>
                                </p:cTn>
                              </p:par>
                            </p:childTnLst>
                          </p:cTn>
                        </p:par>
                      </p:childTnLst>
                    </p:cTn>
                  </p:par>
                  <p:par>
                    <p:cTn id="163" fill="hold">
                      <p:stCondLst>
                        <p:cond delay="indefinite"/>
                      </p:stCondLst>
                      <p:childTnLst>
                        <p:par>
                          <p:cTn id="164" fill="hold">
                            <p:stCondLst>
                              <p:cond delay="0"/>
                            </p:stCondLst>
                            <p:childTnLst>
                              <p:par>
                                <p:cTn id="165" presetID="22" presetClass="entr" presetSubtype="8" fill="hold" grpId="0" nodeType="clickEffect">
                                  <p:stCondLst>
                                    <p:cond delay="0"/>
                                  </p:stCondLst>
                                  <p:childTnLst>
                                    <p:set>
                                      <p:cBhvr>
                                        <p:cTn id="166" dur="1" fill="hold">
                                          <p:stCondLst>
                                            <p:cond delay="0"/>
                                          </p:stCondLst>
                                        </p:cTn>
                                        <p:tgtEl>
                                          <p:spTgt spid="78"/>
                                        </p:tgtEl>
                                        <p:attrNameLst>
                                          <p:attrName>style.visibility</p:attrName>
                                        </p:attrNameLst>
                                      </p:cBhvr>
                                      <p:to>
                                        <p:strVal val="visible"/>
                                      </p:to>
                                    </p:set>
                                    <p:animEffect transition="in" filter="wipe(left)">
                                      <p:cBhvr>
                                        <p:cTn id="167" dur="1000"/>
                                        <p:tgtEl>
                                          <p:spTgt spid="78"/>
                                        </p:tgtEl>
                                      </p:cBhvr>
                                    </p:animEffect>
                                  </p:childTnLst>
                                </p:cTn>
                              </p:par>
                            </p:childTnLst>
                          </p:cTn>
                        </p:par>
                      </p:childTnLst>
                    </p:cTn>
                  </p:par>
                  <p:par>
                    <p:cTn id="168" fill="hold">
                      <p:stCondLst>
                        <p:cond delay="indefinite"/>
                      </p:stCondLst>
                      <p:childTnLst>
                        <p:par>
                          <p:cTn id="169" fill="hold">
                            <p:stCondLst>
                              <p:cond delay="0"/>
                            </p:stCondLst>
                            <p:childTnLst>
                              <p:par>
                                <p:cTn id="170" presetID="22" presetClass="entr" presetSubtype="1" fill="hold" nodeType="clickEffect">
                                  <p:stCondLst>
                                    <p:cond delay="0"/>
                                  </p:stCondLst>
                                  <p:childTnLst>
                                    <p:set>
                                      <p:cBhvr>
                                        <p:cTn id="171" dur="1" fill="hold">
                                          <p:stCondLst>
                                            <p:cond delay="0"/>
                                          </p:stCondLst>
                                        </p:cTn>
                                        <p:tgtEl>
                                          <p:spTgt spid="12"/>
                                        </p:tgtEl>
                                        <p:attrNameLst>
                                          <p:attrName>style.visibility</p:attrName>
                                        </p:attrNameLst>
                                      </p:cBhvr>
                                      <p:to>
                                        <p:strVal val="visible"/>
                                      </p:to>
                                    </p:set>
                                    <p:animEffect transition="in" filter="wipe(up)">
                                      <p:cBhvr>
                                        <p:cTn id="172" dur="2000"/>
                                        <p:tgtEl>
                                          <p:spTgt spid="12"/>
                                        </p:tgtEl>
                                      </p:cBhvr>
                                    </p:animEffect>
                                  </p:childTnLst>
                                </p:cTn>
                              </p:par>
                              <p:par>
                                <p:cTn id="173" presetID="22" presetClass="entr" presetSubtype="1" fill="hold" nodeType="withEffect">
                                  <p:stCondLst>
                                    <p:cond delay="0"/>
                                  </p:stCondLst>
                                  <p:childTnLst>
                                    <p:set>
                                      <p:cBhvr>
                                        <p:cTn id="174" dur="1" fill="hold">
                                          <p:stCondLst>
                                            <p:cond delay="0"/>
                                          </p:stCondLst>
                                        </p:cTn>
                                        <p:tgtEl>
                                          <p:spTgt spid="57"/>
                                        </p:tgtEl>
                                        <p:attrNameLst>
                                          <p:attrName>style.visibility</p:attrName>
                                        </p:attrNameLst>
                                      </p:cBhvr>
                                      <p:to>
                                        <p:strVal val="visible"/>
                                      </p:to>
                                    </p:set>
                                    <p:animEffect transition="in" filter="wipe(up)">
                                      <p:cBhvr>
                                        <p:cTn id="175" dur="2000"/>
                                        <p:tgtEl>
                                          <p:spTgt spid="57"/>
                                        </p:tgtEl>
                                      </p:cBhvr>
                                    </p:animEffect>
                                  </p:childTnLst>
                                </p:cTn>
                              </p:par>
                            </p:childTnLst>
                          </p:cTn>
                        </p:par>
                        <p:par>
                          <p:cTn id="176" fill="hold">
                            <p:stCondLst>
                              <p:cond delay="2000"/>
                            </p:stCondLst>
                            <p:childTnLst>
                              <p:par>
                                <p:cTn id="177" presetID="22" presetClass="entr" presetSubtype="8" fill="hold" grpId="0" nodeType="afterEffect">
                                  <p:stCondLst>
                                    <p:cond delay="0"/>
                                  </p:stCondLst>
                                  <p:childTnLst>
                                    <p:set>
                                      <p:cBhvr>
                                        <p:cTn id="178" dur="1" fill="hold">
                                          <p:stCondLst>
                                            <p:cond delay="0"/>
                                          </p:stCondLst>
                                        </p:cTn>
                                        <p:tgtEl>
                                          <p:spTgt spid="59"/>
                                        </p:tgtEl>
                                        <p:attrNameLst>
                                          <p:attrName>style.visibility</p:attrName>
                                        </p:attrNameLst>
                                      </p:cBhvr>
                                      <p:to>
                                        <p:strVal val="visible"/>
                                      </p:to>
                                    </p:set>
                                    <p:animEffect transition="in" filter="wipe(left)">
                                      <p:cBhvr>
                                        <p:cTn id="179" dur="500"/>
                                        <p:tgtEl>
                                          <p:spTgt spid="59"/>
                                        </p:tgtEl>
                                      </p:cBhvr>
                                    </p:animEffect>
                                  </p:childTnLst>
                                </p:cTn>
                              </p:par>
                            </p:childTnLst>
                          </p:cTn>
                        </p:par>
                        <p:par>
                          <p:cTn id="180" fill="hold">
                            <p:stCondLst>
                              <p:cond delay="2500"/>
                            </p:stCondLst>
                            <p:childTnLst>
                              <p:par>
                                <p:cTn id="181" presetID="22" presetClass="entr" presetSubtype="1" fill="hold" grpId="0" nodeType="afterEffect">
                                  <p:stCondLst>
                                    <p:cond delay="0"/>
                                  </p:stCondLst>
                                  <p:childTnLst>
                                    <p:set>
                                      <p:cBhvr>
                                        <p:cTn id="182" dur="1" fill="hold">
                                          <p:stCondLst>
                                            <p:cond delay="0"/>
                                          </p:stCondLst>
                                        </p:cTn>
                                        <p:tgtEl>
                                          <p:spTgt spid="58"/>
                                        </p:tgtEl>
                                        <p:attrNameLst>
                                          <p:attrName>style.visibility</p:attrName>
                                        </p:attrNameLst>
                                      </p:cBhvr>
                                      <p:to>
                                        <p:strVal val="visible"/>
                                      </p:to>
                                    </p:set>
                                    <p:animEffect transition="in" filter="wipe(up)">
                                      <p:cBhvr>
                                        <p:cTn id="183" dur="1000"/>
                                        <p:tgtEl>
                                          <p:spTgt spid="58"/>
                                        </p:tgtEl>
                                      </p:cBhvr>
                                    </p:animEffect>
                                  </p:childTnLst>
                                </p:cTn>
                              </p:par>
                            </p:childTnLst>
                          </p:cTn>
                        </p:par>
                        <p:par>
                          <p:cTn id="184" fill="hold">
                            <p:stCondLst>
                              <p:cond delay="3500"/>
                            </p:stCondLst>
                            <p:childTnLst>
                              <p:par>
                                <p:cTn id="185" presetID="22" presetClass="exit" presetSubtype="8" fill="hold" grpId="1" nodeType="afterEffect">
                                  <p:stCondLst>
                                    <p:cond delay="0"/>
                                  </p:stCondLst>
                                  <p:childTnLst>
                                    <p:animEffect transition="out" filter="wipe(left)">
                                      <p:cBhvr>
                                        <p:cTn id="186" dur="500"/>
                                        <p:tgtEl>
                                          <p:spTgt spid="3"/>
                                        </p:tgtEl>
                                      </p:cBhvr>
                                    </p:animEffect>
                                    <p:set>
                                      <p:cBhvr>
                                        <p:cTn id="187" dur="1" fill="hold">
                                          <p:stCondLst>
                                            <p:cond delay="499"/>
                                          </p:stCondLst>
                                        </p:cTn>
                                        <p:tgtEl>
                                          <p:spTgt spid="3"/>
                                        </p:tgtEl>
                                        <p:attrNameLst>
                                          <p:attrName>style.visibility</p:attrName>
                                        </p:attrNameLst>
                                      </p:cBhvr>
                                      <p:to>
                                        <p:strVal val="hidden"/>
                                      </p:to>
                                    </p:set>
                                  </p:childTnLst>
                                </p:cTn>
                              </p:par>
                            </p:childTnLst>
                          </p:cTn>
                        </p:par>
                      </p:childTnLst>
                    </p:cTn>
                  </p:par>
                  <p:par>
                    <p:cTn id="188" fill="hold">
                      <p:stCondLst>
                        <p:cond delay="indefinite"/>
                      </p:stCondLst>
                      <p:childTnLst>
                        <p:par>
                          <p:cTn id="189" fill="hold">
                            <p:stCondLst>
                              <p:cond delay="0"/>
                            </p:stCondLst>
                            <p:childTnLst>
                              <p:par>
                                <p:cTn id="190" presetID="22" presetClass="entr" presetSubtype="8" fill="hold" grpId="0" nodeType="clickEffect">
                                  <p:stCondLst>
                                    <p:cond delay="0"/>
                                  </p:stCondLst>
                                  <p:childTnLst>
                                    <p:set>
                                      <p:cBhvr>
                                        <p:cTn id="191" dur="1" fill="hold">
                                          <p:stCondLst>
                                            <p:cond delay="0"/>
                                          </p:stCondLst>
                                        </p:cTn>
                                        <p:tgtEl>
                                          <p:spTgt spid="38"/>
                                        </p:tgtEl>
                                        <p:attrNameLst>
                                          <p:attrName>style.visibility</p:attrName>
                                        </p:attrNameLst>
                                      </p:cBhvr>
                                      <p:to>
                                        <p:strVal val="visible"/>
                                      </p:to>
                                    </p:set>
                                    <p:animEffect transition="in" filter="wipe(left)">
                                      <p:cBhvr>
                                        <p:cTn id="192" dur="1000"/>
                                        <p:tgtEl>
                                          <p:spTgt spid="38"/>
                                        </p:tgtEl>
                                      </p:cBhvr>
                                    </p:animEffect>
                                  </p:childTnLst>
                                </p:cTn>
                              </p:par>
                            </p:childTnLst>
                          </p:cTn>
                        </p:par>
                        <p:par>
                          <p:cTn id="193" fill="hold">
                            <p:stCondLst>
                              <p:cond delay="1000"/>
                            </p:stCondLst>
                            <p:childTnLst>
                              <p:par>
                                <p:cTn id="194" presetID="22" presetClass="entr" presetSubtype="8" fill="hold" grpId="0" nodeType="afterEffect">
                                  <p:stCondLst>
                                    <p:cond delay="0"/>
                                  </p:stCondLst>
                                  <p:childTnLst>
                                    <p:set>
                                      <p:cBhvr>
                                        <p:cTn id="195" dur="1" fill="hold">
                                          <p:stCondLst>
                                            <p:cond delay="0"/>
                                          </p:stCondLst>
                                        </p:cTn>
                                        <p:tgtEl>
                                          <p:spTgt spid="32"/>
                                        </p:tgtEl>
                                        <p:attrNameLst>
                                          <p:attrName>style.visibility</p:attrName>
                                        </p:attrNameLst>
                                      </p:cBhvr>
                                      <p:to>
                                        <p:strVal val="visible"/>
                                      </p:to>
                                    </p:set>
                                    <p:animEffect transition="in" filter="wipe(left)">
                                      <p:cBhvr>
                                        <p:cTn id="196" dur="500"/>
                                        <p:tgtEl>
                                          <p:spTgt spid="32"/>
                                        </p:tgtEl>
                                      </p:cBhvr>
                                    </p:animEffect>
                                  </p:childTnLst>
                                </p:cTn>
                              </p:par>
                            </p:childTnLst>
                          </p:cTn>
                        </p:par>
                        <p:par>
                          <p:cTn id="197" fill="hold">
                            <p:stCondLst>
                              <p:cond delay="1500"/>
                            </p:stCondLst>
                            <p:childTnLst>
                              <p:par>
                                <p:cTn id="198" presetID="22" presetClass="entr" presetSubtype="1" fill="hold" nodeType="afterEffect">
                                  <p:stCondLst>
                                    <p:cond delay="0"/>
                                  </p:stCondLst>
                                  <p:childTnLst>
                                    <p:set>
                                      <p:cBhvr>
                                        <p:cTn id="199" dur="1" fill="hold">
                                          <p:stCondLst>
                                            <p:cond delay="0"/>
                                          </p:stCondLst>
                                        </p:cTn>
                                        <p:tgtEl>
                                          <p:spTgt spid="2"/>
                                        </p:tgtEl>
                                        <p:attrNameLst>
                                          <p:attrName>style.visibility</p:attrName>
                                        </p:attrNameLst>
                                      </p:cBhvr>
                                      <p:to>
                                        <p:strVal val="visible"/>
                                      </p:to>
                                    </p:set>
                                    <p:animEffect transition="in" filter="wipe(up)">
                                      <p:cBhvr>
                                        <p:cTn id="200"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7" grpId="0"/>
      <p:bldP spid="40" grpId="0" animBg="1"/>
      <p:bldP spid="3" grpId="0" animBg="1"/>
      <p:bldP spid="3" grpId="1" animBg="1"/>
      <p:bldP spid="8" grpId="0" animBg="1"/>
      <p:bldP spid="38" grpId="0" animBg="1"/>
      <p:bldP spid="11" grpId="0" animBg="1"/>
      <p:bldP spid="58" grpId="0" animBg="1"/>
      <p:bldP spid="59" grpId="0"/>
      <p:bldP spid="43" grpId="0" animBg="1"/>
      <p:bldP spid="63" grpId="0"/>
      <p:bldP spid="75" grpId="0" animBg="1"/>
      <p:bldP spid="76" grpId="0" animBg="1"/>
      <p:bldP spid="78" grpId="0" animBg="1"/>
      <p:bldP spid="84" grpId="0" animBg="1"/>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1" name="Name - Arrow">
            <a:extLst>
              <a:ext uri="{FF2B5EF4-FFF2-40B4-BE49-F238E27FC236}">
                <a16:creationId xmlns:a16="http://schemas.microsoft.com/office/drawing/2014/main" id="{5EFE38C2-8439-4C5F-9F74-44013184CA32}"/>
              </a:ext>
            </a:extLst>
          </p:cNvPr>
          <p:cNvCxnSpPr>
            <a:cxnSpLocks/>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922749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236967" y="6019512"/>
            <a:ext cx="7432869" cy="584775"/>
          </a:xfrm>
          <a:prstGeom prst="rect">
            <a:avLst/>
          </a:prstGeom>
          <a:noFill/>
        </p:spPr>
        <p:txBody>
          <a:bodyPr wrap="none" rtlCol="0">
            <a:spAutoFit/>
          </a:bodyPr>
          <a:lstStyle/>
          <a:p>
            <a:pPr algn="ctr"/>
            <a:r>
              <a:rPr lang="en-GB" sz="3200" b="1" dirty="0">
                <a:solidFill>
                  <a:srgbClr val="7030A0"/>
                </a:solidFill>
              </a:rPr>
              <a:t>When </a:t>
            </a:r>
            <a:r>
              <a:rPr lang="en-GB" sz="3200" b="1" dirty="0">
                <a:latin typeface="Consolas" panose="020B0609020204030204" pitchFamily="49" charset="0"/>
              </a:rPr>
              <a:t>age</a:t>
            </a:r>
            <a:r>
              <a:rPr lang="en-GB" sz="3200" b="1" dirty="0">
                <a:solidFill>
                  <a:srgbClr val="7030A0"/>
                </a:solidFill>
              </a:rPr>
              <a:t> is the same, sorts by </a:t>
            </a:r>
            <a:r>
              <a:rPr lang="en-GB" sz="3200" b="1" dirty="0" err="1">
                <a:latin typeface="Consolas" panose="020B0609020204030204" pitchFamily="49" charset="0"/>
              </a:rPr>
              <a:t>lastName</a:t>
            </a:r>
            <a:endParaRPr lang="en-GB" sz="40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4.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76992114"/>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6.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97065734"/>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6" name="Group 5">
            <a:extLst>
              <a:ext uri="{FF2B5EF4-FFF2-40B4-BE49-F238E27FC236}">
                <a16:creationId xmlns:a16="http://schemas.microsoft.com/office/drawing/2014/main" id="{B8534C20-C1CB-4A7A-B7AC-6BB11132EE15}"/>
              </a:ext>
            </a:extLst>
          </p:cNvPr>
          <p:cNvGrpSpPr/>
          <p:nvPr/>
        </p:nvGrpSpPr>
        <p:grpSpPr>
          <a:xfrm>
            <a:off x="8413987" y="1827468"/>
            <a:ext cx="3464514" cy="2668586"/>
            <a:chOff x="8256431" y="1380903"/>
            <a:chExt cx="3464514" cy="2668586"/>
          </a:xfrm>
        </p:grpSpPr>
        <p:sp>
          <p:nvSpPr>
            <p:cNvPr id="5" name="Rectangle 4">
              <a:extLst>
                <a:ext uri="{FF2B5EF4-FFF2-40B4-BE49-F238E27FC236}">
                  <a16:creationId xmlns:a16="http://schemas.microsoft.com/office/drawing/2014/main" id="{3A2C89A4-6DE3-4DAB-AF80-8A8E82E7F79A}"/>
                </a:ext>
              </a:extLst>
            </p:cNvPr>
            <p:cNvSpPr/>
            <p:nvPr/>
          </p:nvSpPr>
          <p:spPr>
            <a:xfrm>
              <a:off x="8256431" y="1380903"/>
              <a:ext cx="3464514" cy="1200329"/>
            </a:xfrm>
            <a:prstGeom prst="rect">
              <a:avLst/>
            </a:prstGeom>
          </p:spPr>
          <p:txBody>
            <a:bodyPr wrap="square">
              <a:spAutoFit/>
            </a:bodyPr>
            <a:lstStyle/>
            <a:p>
              <a:r>
                <a:rPr lang="en-GB" sz="3600" b="1" dirty="0">
                  <a:solidFill>
                    <a:srgbClr val="7030A0"/>
                  </a:solidFill>
                  <a:latin typeface="Consolas" panose="020B0609020204030204" pitchFamily="49" charset="0"/>
                </a:rPr>
                <a:t>Use brackets for clarity</a:t>
              </a:r>
              <a:endParaRPr lang="en-GB" sz="3600" b="1" dirty="0"/>
            </a:p>
          </p:txBody>
        </p:sp>
        <p:sp>
          <p:nvSpPr>
            <p:cNvPr id="4" name="Arrow: Bent-Up 3">
              <a:extLst>
                <a:ext uri="{FF2B5EF4-FFF2-40B4-BE49-F238E27FC236}">
                  <a16:creationId xmlns:a16="http://schemas.microsoft.com/office/drawing/2014/main" id="{30E87908-1EAB-4528-8776-4B1B0F4F6DF3}"/>
                </a:ext>
              </a:extLst>
            </p:cNvPr>
            <p:cNvSpPr/>
            <p:nvPr/>
          </p:nvSpPr>
          <p:spPr>
            <a:xfrm rot="16200000" flipH="1">
              <a:off x="9072575" y="2949601"/>
              <a:ext cx="1468256" cy="731520"/>
            </a:xfrm>
            <a:prstGeom prst="bentUpArrow">
              <a:avLst>
                <a:gd name="adj1" fmla="val 21753"/>
                <a:gd name="adj2" fmla="val 34740"/>
                <a:gd name="adj3" fmla="val 25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988729821"/>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par>
                          <p:cTn id="16" fill="hold">
                            <p:stCondLst>
                              <p:cond delay="5500"/>
                            </p:stCondLst>
                            <p:childTnLst>
                              <p:par>
                                <p:cTn id="17" presetID="22" presetClass="entr" presetSubtype="8" fill="hold" grpId="0" nodeType="after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wipe(left)">
                                      <p:cBhvr>
                                        <p:cTn id="19" dur="2500"/>
                                        <p:tgtEl>
                                          <p:spTgt spid="3">
                                            <p:txEl>
                                              <p:pRg st="3" end="3"/>
                                            </p:txEl>
                                          </p:spTgt>
                                        </p:tgtEl>
                                      </p:cBhvr>
                                    </p:animEffect>
                                  </p:childTnLst>
                                </p:cTn>
                              </p:par>
                            </p:childTnLst>
                          </p:cTn>
                        </p:par>
                        <p:par>
                          <p:cTn id="20" fill="hold">
                            <p:stCondLst>
                              <p:cond delay="8000"/>
                            </p:stCondLst>
                            <p:childTnLst>
                              <p:par>
                                <p:cTn id="21" presetID="22" presetClass="entr" presetSubtype="8" fill="hold" grpId="0" nodeType="after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wipe(left)">
                                      <p:cBhvr>
                                        <p:cTn id="23" dur="2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2">
                                            <p:txEl>
                                              <p:pRg st="0" end="0"/>
                                            </p:txEl>
                                          </p:spTgt>
                                        </p:tgtEl>
                                        <p:attrNameLst>
                                          <p:attrName>style.visibility</p:attrName>
                                        </p:attrNameLst>
                                      </p:cBhvr>
                                      <p:to>
                                        <p:strVal val="visible"/>
                                      </p:to>
                                    </p:set>
                                    <p:animEffect transition="in" filter="wipe(left)">
                                      <p:cBhvr>
                                        <p:cTn id="28" dur="2000"/>
                                        <p:tgtEl>
                                          <p:spTgt spid="12">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1" fill="hold" nodeType="click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wipe(up)">
                                      <p:cBhvr>
                                        <p:cTn id="33"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8.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1350B37A-7342-47C8-B677-C965C745D8E8}"/>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762284221"/>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4242883919"/>
              </p:ext>
            </p:extLst>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31" name="SELECT - Arrow - SQL">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FROM - Arrow - SQL">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 SQL">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ORDER BY - Arrow - SQL">
            <a:extLst>
              <a:ext uri="{FF2B5EF4-FFF2-40B4-BE49-F238E27FC236}">
                <a16:creationId xmlns:a16="http://schemas.microsoft.com/office/drawing/2014/main" id="{27507C8B-6A72-4468-91DA-42267C8E3EE3}"/>
              </a:ext>
            </a:extLst>
          </p:cNvPr>
          <p:cNvSpPr/>
          <p:nvPr/>
        </p:nvSpPr>
        <p:spPr>
          <a:xfrm>
            <a:off x="163554" y="265407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 Text">
            <a:extLst>
              <a:ext uri="{FF2B5EF4-FFF2-40B4-BE49-F238E27FC236}">
                <a16:creationId xmlns:a16="http://schemas.microsoft.com/office/drawing/2014/main" id="{78B64078-CD33-E0CF-944C-B2B88EB38B02}"/>
              </a:ext>
            </a:extLst>
          </p:cNvPr>
          <p:cNvSpPr txBox="1"/>
          <p:nvPr/>
        </p:nvSpPr>
        <p:spPr>
          <a:xfrm>
            <a:off x="2260813" y="3138992"/>
            <a:ext cx="850960" cy="369332"/>
          </a:xfrm>
          <a:prstGeom prst="rect">
            <a:avLst/>
          </a:prstGeom>
          <a:noFill/>
        </p:spPr>
        <p:txBody>
          <a:bodyPr wrap="square" rtlCol="0">
            <a:spAutoFit/>
          </a:bodyPr>
          <a:lstStyle/>
          <a:p>
            <a:r>
              <a:rPr lang="en-GB" b="1" dirty="0"/>
              <a:t>FROM</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211868279"/>
              </p:ext>
            </p:extLst>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37" name="WHERE - Text">
            <a:extLst>
              <a:ext uri="{FF2B5EF4-FFF2-40B4-BE49-F238E27FC236}">
                <a16:creationId xmlns:a16="http://schemas.microsoft.com/office/drawing/2014/main" id="{4655A23E-6F0D-4644-8D1D-8ACA1DC5679D}"/>
              </a:ext>
            </a:extLst>
          </p:cNvPr>
          <p:cNvSpPr txBox="1"/>
          <p:nvPr/>
        </p:nvSpPr>
        <p:spPr>
          <a:xfrm>
            <a:off x="4039692" y="2895292"/>
            <a:ext cx="908750" cy="369332"/>
          </a:xfrm>
          <a:prstGeom prst="rect">
            <a:avLst/>
          </a:prstGeom>
          <a:noFill/>
        </p:spPr>
        <p:txBody>
          <a:bodyPr wrap="square" rtlCol="0">
            <a:spAutoFit/>
          </a:bodyPr>
          <a:lstStyle/>
          <a:p>
            <a:pPr algn="ctr"/>
            <a:r>
              <a:rPr lang="en-GB" b="1" dirty="0"/>
              <a:t>WHERE</a:t>
            </a:r>
          </a:p>
        </p:txBody>
      </p:sp>
      <p:cxnSp>
        <p:nvCxnSpPr>
          <p:cNvPr id="51" name="WHERE - Arrow - Type">
            <a:extLst>
              <a:ext uri="{FF2B5EF4-FFF2-40B4-BE49-F238E27FC236}">
                <a16:creationId xmlns:a16="http://schemas.microsoft.com/office/drawing/2014/main" id="{B2D81B2D-4987-42CA-8D6D-43906A2EC175}"/>
              </a:ext>
            </a:extLst>
          </p:cNvPr>
          <p:cNvCxnSpPr>
            <a:cxnSpLocks/>
            <a:stCxn id="37" idx="2"/>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a:stCxn id="37" idx="2"/>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 Text">
            <a:extLst>
              <a:ext uri="{FF2B5EF4-FFF2-40B4-BE49-F238E27FC236}">
                <a16:creationId xmlns:a16="http://schemas.microsoft.com/office/drawing/2014/main" id="{1A04EDAE-5F98-49A8-AA3B-FEA2F8FF27D5}"/>
              </a:ext>
            </a:extLst>
          </p:cNvPr>
          <p:cNvSpPr txBox="1"/>
          <p:nvPr/>
        </p:nvSpPr>
        <p:spPr>
          <a:xfrm>
            <a:off x="6180411" y="2918110"/>
            <a:ext cx="850960" cy="369332"/>
          </a:xfrm>
          <a:prstGeom prst="rect">
            <a:avLst/>
          </a:prstGeom>
          <a:noFill/>
        </p:spPr>
        <p:txBody>
          <a:bodyPr wrap="square" rtlCol="0">
            <a:spAutoFit/>
          </a:bodyPr>
          <a:lstStyle/>
          <a:p>
            <a:pPr algn="ctr"/>
            <a:r>
              <a:rPr lang="en-GB" b="1" dirty="0"/>
              <a:t>SELECT</a:t>
            </a:r>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604546246"/>
              </p:ext>
            </p:extLst>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extLst>
              <p:ext uri="{D42A27DB-BD31-4B8C-83A1-F6EECF244321}">
                <p14:modId xmlns:p14="http://schemas.microsoft.com/office/powerpoint/2010/main" val="3383287365"/>
              </p:ext>
            </p:extLst>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RDER BY - Text">
            <a:extLst>
              <a:ext uri="{FF2B5EF4-FFF2-40B4-BE49-F238E27FC236}">
                <a16:creationId xmlns:a16="http://schemas.microsoft.com/office/drawing/2014/main" id="{92C33A5A-F732-4833-95E5-AEA73B84F742}"/>
              </a:ext>
            </a:extLst>
          </p:cNvPr>
          <p:cNvSpPr txBox="1"/>
          <p:nvPr/>
        </p:nvSpPr>
        <p:spPr>
          <a:xfrm>
            <a:off x="5270782" y="5150435"/>
            <a:ext cx="1147392" cy="369332"/>
          </a:xfrm>
          <a:prstGeom prst="rect">
            <a:avLst/>
          </a:prstGeom>
          <a:noFill/>
        </p:spPr>
        <p:txBody>
          <a:bodyPr wrap="square" rtlCol="0">
            <a:spAutoFit/>
          </a:bodyPr>
          <a:lstStyle/>
          <a:p>
            <a:pPr algn="ctr"/>
            <a:r>
              <a:rPr lang="en-GB" b="1" dirty="0"/>
              <a:t>ORDER BY</a:t>
            </a:r>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2" name="Output - Text">
            <a:extLst>
              <a:ext uri="{FF2B5EF4-FFF2-40B4-BE49-F238E27FC236}">
                <a16:creationId xmlns:a16="http://schemas.microsoft.com/office/drawing/2014/main" id="{12D80B6F-5F24-F5D0-D320-08DA8E3B3394}"/>
              </a:ext>
            </a:extLst>
          </p:cNvPr>
          <p:cNvSpPr txBox="1"/>
          <p:nvPr/>
        </p:nvSpPr>
        <p:spPr>
          <a:xfrm>
            <a:off x="9861060" y="3134067"/>
            <a:ext cx="960176" cy="369332"/>
          </a:xfrm>
          <a:prstGeom prst="rect">
            <a:avLst/>
          </a:prstGeom>
          <a:noFill/>
        </p:spPr>
        <p:txBody>
          <a:bodyPr wrap="square" rtlCol="0">
            <a:spAutoFit/>
          </a:bodyPr>
          <a:lstStyle/>
          <a:p>
            <a:pPr algn="ctr"/>
            <a:r>
              <a:rPr lang="en-GB" b="1" dirty="0"/>
              <a:t>Output</a:t>
            </a:r>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1798606384"/>
              </p:ext>
            </p:extLst>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34279295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par>
                          <p:cTn id="29" fill="hold">
                            <p:stCondLst>
                              <p:cond delay="6000"/>
                            </p:stCondLst>
                            <p:childTnLst>
                              <p:par>
                                <p:cTn id="30" presetID="22" presetClass="entr" presetSubtype="8" fill="hold" grpId="0" nodeType="after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wipe(left)">
                                      <p:cBhvr>
                                        <p:cTn id="32" dur="1500"/>
                                        <p:tgtEl>
                                          <p:spTgt spid="6">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19">
                                            <p:txEl>
                                              <p:pRg st="4" end="4"/>
                                            </p:txEl>
                                          </p:spTgt>
                                        </p:tgtEl>
                                        <p:attrNameLst>
                                          <p:attrName>style.visibility</p:attrName>
                                        </p:attrNameLst>
                                      </p:cBhvr>
                                      <p:to>
                                        <p:strVal val="visible"/>
                                      </p:to>
                                    </p:set>
                                    <p:animEffect transition="in" filter="wipe(left)">
                                      <p:cBhvr>
                                        <p:cTn id="53" dur="1000"/>
                                        <p:tgtEl>
                                          <p:spTgt spid="19">
                                            <p:txEl>
                                              <p:pRg st="4" end="4"/>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wipe(left)">
                                      <p:cBhvr>
                                        <p:cTn id="58" dur="1000"/>
                                        <p:tgtEl>
                                          <p:spTgt spid="27"/>
                                        </p:tgtEl>
                                      </p:cBhvr>
                                    </p:animEffect>
                                  </p:childTnLst>
                                </p:cTn>
                              </p:par>
                            </p:childTnLst>
                          </p:cTn>
                        </p:par>
                        <p:par>
                          <p:cTn id="59" fill="hold">
                            <p:stCondLst>
                              <p:cond delay="1000"/>
                            </p:stCondLst>
                            <p:childTnLst>
                              <p:par>
                                <p:cTn id="60" presetID="22" presetClass="entr" presetSubtype="8" fill="hold" grpId="0" nodeType="afterEffect">
                                  <p:stCondLst>
                                    <p:cond delay="0"/>
                                  </p:stCondLst>
                                  <p:childTnLst>
                                    <p:set>
                                      <p:cBhvr>
                                        <p:cTn id="61" dur="1" fill="hold">
                                          <p:stCondLst>
                                            <p:cond delay="0"/>
                                          </p:stCondLst>
                                        </p:cTn>
                                        <p:tgtEl>
                                          <p:spTgt spid="10"/>
                                        </p:tgtEl>
                                        <p:attrNameLst>
                                          <p:attrName>style.visibility</p:attrName>
                                        </p:attrNameLst>
                                      </p:cBhvr>
                                      <p:to>
                                        <p:strVal val="visible"/>
                                      </p:to>
                                    </p:set>
                                    <p:animEffect transition="in" filter="wipe(left)">
                                      <p:cBhvr>
                                        <p:cTn id="62" dur="500"/>
                                        <p:tgtEl>
                                          <p:spTgt spid="10"/>
                                        </p:tgtEl>
                                      </p:cBhvr>
                                    </p:animEffect>
                                  </p:childTnLst>
                                </p:cTn>
                              </p:par>
                            </p:childTnLst>
                          </p:cTn>
                        </p:par>
                        <p:par>
                          <p:cTn id="63" fill="hold">
                            <p:stCondLst>
                              <p:cond delay="1500"/>
                            </p:stCondLst>
                            <p:childTnLst>
                              <p:par>
                                <p:cTn id="64" presetID="22" presetClass="entr" presetSubtype="8" fill="hold" grpId="0" nodeType="after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wipe(left)">
                                      <p:cBhvr>
                                        <p:cTn id="66" dur="1000"/>
                                        <p:tgtEl>
                                          <p:spTgt spid="26"/>
                                        </p:tgtEl>
                                      </p:cBhvr>
                                    </p:animEffect>
                                  </p:childTnLst>
                                </p:cTn>
                              </p:par>
                            </p:childTnLst>
                          </p:cTn>
                        </p:par>
                        <p:par>
                          <p:cTn id="67" fill="hold">
                            <p:stCondLst>
                              <p:cond delay="2500"/>
                            </p:stCondLst>
                            <p:childTnLst>
                              <p:par>
                                <p:cTn id="68" presetID="22" presetClass="entr" presetSubtype="8" fill="hold" nodeType="after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wipe(left)">
                                      <p:cBhvr>
                                        <p:cTn id="70" dur="20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xit" presetSubtype="8" fill="hold" grpId="1" nodeType="clickEffect">
                                  <p:stCondLst>
                                    <p:cond delay="0"/>
                                  </p:stCondLst>
                                  <p:childTnLst>
                                    <p:animEffect transition="out" filter="wipe(left)">
                                      <p:cBhvr>
                                        <p:cTn id="74" dur="500"/>
                                        <p:tgtEl>
                                          <p:spTgt spid="27"/>
                                        </p:tgtEl>
                                      </p:cBhvr>
                                    </p:animEffect>
                                    <p:set>
                                      <p:cBhvr>
                                        <p:cTn id="75" dur="1" fill="hold">
                                          <p:stCondLst>
                                            <p:cond delay="499"/>
                                          </p:stCondLst>
                                        </p:cTn>
                                        <p:tgtEl>
                                          <p:spTgt spid="27"/>
                                        </p:tgtEl>
                                        <p:attrNameLst>
                                          <p:attrName>style.visibility</p:attrName>
                                        </p:attrNameLst>
                                      </p:cBhvr>
                                      <p:to>
                                        <p:strVal val="hidden"/>
                                      </p:to>
                                    </p:set>
                                  </p:childTnLst>
                                </p:cTn>
                              </p:par>
                            </p:childTnLst>
                          </p:cTn>
                        </p:par>
                        <p:par>
                          <p:cTn id="76" fill="hold">
                            <p:stCondLst>
                              <p:cond delay="500"/>
                            </p:stCondLst>
                            <p:childTnLst>
                              <p:par>
                                <p:cTn id="77" presetID="22" presetClass="entr" presetSubtype="8" fill="hold" grpId="0" nodeType="afterEffect">
                                  <p:stCondLst>
                                    <p:cond delay="0"/>
                                  </p:stCondLst>
                                  <p:childTnLst>
                                    <p:set>
                                      <p:cBhvr>
                                        <p:cTn id="78" dur="1" fill="hold">
                                          <p:stCondLst>
                                            <p:cond delay="0"/>
                                          </p:stCondLst>
                                        </p:cTn>
                                        <p:tgtEl>
                                          <p:spTgt spid="35"/>
                                        </p:tgtEl>
                                        <p:attrNameLst>
                                          <p:attrName>style.visibility</p:attrName>
                                        </p:attrNameLst>
                                      </p:cBhvr>
                                      <p:to>
                                        <p:strVal val="visible"/>
                                      </p:to>
                                    </p:set>
                                    <p:animEffect transition="in" filter="wipe(left)">
                                      <p:cBhvr>
                                        <p:cTn id="79" dur="1000"/>
                                        <p:tgtEl>
                                          <p:spTgt spid="35"/>
                                        </p:tgtEl>
                                      </p:cBhvr>
                                    </p:animEffect>
                                  </p:childTnLst>
                                </p:cTn>
                              </p:par>
                            </p:childTnLst>
                          </p:cTn>
                        </p:par>
                        <p:par>
                          <p:cTn id="80" fill="hold">
                            <p:stCondLst>
                              <p:cond delay="1500"/>
                            </p:stCondLst>
                            <p:childTnLst>
                              <p:par>
                                <p:cTn id="81" presetID="22" presetClass="entr" presetSubtype="8"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wipe(left)">
                                      <p:cBhvr>
                                        <p:cTn id="83" dur="500"/>
                                        <p:tgtEl>
                                          <p:spTgt spid="37"/>
                                        </p:tgtEl>
                                      </p:cBhvr>
                                    </p:animEffect>
                                  </p:childTnLst>
                                </p:cTn>
                              </p:par>
                            </p:childTnLst>
                          </p:cTn>
                        </p:par>
                        <p:par>
                          <p:cTn id="84" fill="hold">
                            <p:stCondLst>
                              <p:cond delay="2000"/>
                            </p:stCondLst>
                            <p:childTnLst>
                              <p:par>
                                <p:cTn id="85" presetID="22" presetClass="entr" presetSubtype="1" fill="hold" nodeType="after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wipe(up)">
                                      <p:cBhvr>
                                        <p:cTn id="87" dur="500"/>
                                        <p:tgtEl>
                                          <p:spTgt spid="51"/>
                                        </p:tgtEl>
                                      </p:cBhvr>
                                    </p:animEffect>
                                  </p:childTnLst>
                                </p:cTn>
                              </p:par>
                            </p:childTnLst>
                          </p:cTn>
                        </p:par>
                        <p:par>
                          <p:cTn id="88" fill="hold">
                            <p:stCondLst>
                              <p:cond delay="2500"/>
                            </p:stCondLst>
                            <p:childTnLst>
                              <p:par>
                                <p:cTn id="89" presetID="22" presetClass="entr" presetSubtype="1" fill="hold" nodeType="afterEffect">
                                  <p:stCondLst>
                                    <p:cond delay="0"/>
                                  </p:stCondLst>
                                  <p:childTnLst>
                                    <p:set>
                                      <p:cBhvr>
                                        <p:cTn id="90" dur="1" fill="hold">
                                          <p:stCondLst>
                                            <p:cond delay="0"/>
                                          </p:stCondLst>
                                        </p:cTn>
                                        <p:tgtEl>
                                          <p:spTgt spid="52"/>
                                        </p:tgtEl>
                                        <p:attrNameLst>
                                          <p:attrName>style.visibility</p:attrName>
                                        </p:attrNameLst>
                                      </p:cBhvr>
                                      <p:to>
                                        <p:strVal val="visible"/>
                                      </p:to>
                                    </p:set>
                                    <p:animEffect transition="in" filter="wipe(up)">
                                      <p:cBhvr>
                                        <p:cTn id="91" dur="500"/>
                                        <p:tgtEl>
                                          <p:spTgt spid="52"/>
                                        </p:tgtEl>
                                      </p:cBhvr>
                                    </p:animEffect>
                                  </p:childTnLst>
                                </p:cTn>
                              </p:par>
                            </p:childTnLst>
                          </p:cTn>
                        </p:par>
                      </p:childTnLst>
                    </p:cTn>
                  </p:par>
                  <p:par>
                    <p:cTn id="92" fill="hold">
                      <p:stCondLst>
                        <p:cond delay="indefinite"/>
                      </p:stCondLst>
                      <p:childTnLst>
                        <p:par>
                          <p:cTn id="93" fill="hold">
                            <p:stCondLst>
                              <p:cond delay="0"/>
                            </p:stCondLst>
                            <p:childTnLst>
                              <p:par>
                                <p:cTn id="94" presetID="22" presetClass="entr" presetSubtype="8" fill="hold" grpId="0" nodeType="clickEffect">
                                  <p:stCondLst>
                                    <p:cond delay="0"/>
                                  </p:stCondLst>
                                  <p:childTnLst>
                                    <p:set>
                                      <p:cBhvr>
                                        <p:cTn id="95" dur="1" fill="hold">
                                          <p:stCondLst>
                                            <p:cond delay="0"/>
                                          </p:stCondLst>
                                        </p:cTn>
                                        <p:tgtEl>
                                          <p:spTgt spid="49"/>
                                        </p:tgtEl>
                                        <p:attrNameLst>
                                          <p:attrName>style.visibility</p:attrName>
                                        </p:attrNameLst>
                                      </p:cBhvr>
                                      <p:to>
                                        <p:strVal val="visible"/>
                                      </p:to>
                                    </p:set>
                                    <p:animEffect transition="in" filter="wipe(left)">
                                      <p:cBhvr>
                                        <p:cTn id="96" dur="500"/>
                                        <p:tgtEl>
                                          <p:spTgt spid="49"/>
                                        </p:tgtEl>
                                      </p:cBhvr>
                                    </p:animEffect>
                                  </p:childTnLst>
                                </p:cTn>
                              </p:par>
                            </p:childTnLst>
                          </p:cTn>
                        </p:par>
                      </p:childTnLst>
                    </p:cTn>
                  </p:par>
                  <p:par>
                    <p:cTn id="97" fill="hold">
                      <p:stCondLst>
                        <p:cond delay="indefinite"/>
                      </p:stCondLst>
                      <p:childTnLst>
                        <p:par>
                          <p:cTn id="98" fill="hold">
                            <p:stCondLst>
                              <p:cond delay="0"/>
                            </p:stCondLst>
                            <p:childTnLst>
                              <p:par>
                                <p:cTn id="99" presetID="22" presetClass="entr" presetSubtype="8" fill="hold" grpId="0" nodeType="clickEffect">
                                  <p:stCondLst>
                                    <p:cond delay="0"/>
                                  </p:stCondLst>
                                  <p:childTnLst>
                                    <p:set>
                                      <p:cBhvr>
                                        <p:cTn id="100" dur="1" fill="hold">
                                          <p:stCondLst>
                                            <p:cond delay="0"/>
                                          </p:stCondLst>
                                        </p:cTn>
                                        <p:tgtEl>
                                          <p:spTgt spid="45"/>
                                        </p:tgtEl>
                                        <p:attrNameLst>
                                          <p:attrName>style.visibility</p:attrName>
                                        </p:attrNameLst>
                                      </p:cBhvr>
                                      <p:to>
                                        <p:strVal val="visible"/>
                                      </p:to>
                                    </p:set>
                                    <p:animEffect transition="in" filter="wipe(left)">
                                      <p:cBhvr>
                                        <p:cTn id="101" dur="500"/>
                                        <p:tgtEl>
                                          <p:spTgt spid="45"/>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47"/>
                                        </p:tgtEl>
                                        <p:attrNameLst>
                                          <p:attrName>style.visibility</p:attrName>
                                        </p:attrNameLst>
                                      </p:cBhvr>
                                      <p:to>
                                        <p:strVal val="visible"/>
                                      </p:to>
                                    </p:set>
                                    <p:animEffect transition="in" filter="wipe(left)">
                                      <p:cBhvr>
                                        <p:cTn id="106" dur="500"/>
                                        <p:tgtEl>
                                          <p:spTgt spid="47"/>
                                        </p:tgtEl>
                                      </p:cBhvr>
                                    </p:animEffect>
                                  </p:childTnLst>
                                </p:cTn>
                              </p:par>
                            </p:childTnLst>
                          </p:cTn>
                        </p:par>
                      </p:childTnLst>
                    </p:cTn>
                  </p:par>
                  <p:par>
                    <p:cTn id="107" fill="hold">
                      <p:stCondLst>
                        <p:cond delay="indefinite"/>
                      </p:stCondLst>
                      <p:childTnLst>
                        <p:par>
                          <p:cTn id="108" fill="hold">
                            <p:stCondLst>
                              <p:cond delay="0"/>
                            </p:stCondLst>
                            <p:childTnLst>
                              <p:par>
                                <p:cTn id="109" presetID="22" presetClass="entr" presetSubtype="8" fill="hold" grpId="0" nodeType="click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wipe(left)">
                                      <p:cBhvr>
                                        <p:cTn id="111" dur="1500"/>
                                        <p:tgtEl>
                                          <p:spTgt spid="42"/>
                                        </p:tgtEl>
                                      </p:cBhvr>
                                    </p:animEffect>
                                  </p:childTnLst>
                                </p:cTn>
                              </p:par>
                            </p:childTnLst>
                          </p:cTn>
                        </p:par>
                      </p:childTnLst>
                    </p:cTn>
                  </p:par>
                  <p:par>
                    <p:cTn id="112" fill="hold">
                      <p:stCondLst>
                        <p:cond delay="indefinite"/>
                      </p:stCondLst>
                      <p:childTnLst>
                        <p:par>
                          <p:cTn id="113" fill="hold">
                            <p:stCondLst>
                              <p:cond delay="0"/>
                            </p:stCondLst>
                            <p:childTnLst>
                              <p:par>
                                <p:cTn id="114" presetID="22" presetClass="entr" presetSubtype="8" fill="hold" grpId="0" nodeType="clickEffect">
                                  <p:stCondLst>
                                    <p:cond delay="0"/>
                                  </p:stCondLst>
                                  <p:childTnLst>
                                    <p:set>
                                      <p:cBhvr>
                                        <p:cTn id="115" dur="1" fill="hold">
                                          <p:stCondLst>
                                            <p:cond delay="0"/>
                                          </p:stCondLst>
                                        </p:cTn>
                                        <p:tgtEl>
                                          <p:spTgt spid="46"/>
                                        </p:tgtEl>
                                        <p:attrNameLst>
                                          <p:attrName>style.visibility</p:attrName>
                                        </p:attrNameLst>
                                      </p:cBhvr>
                                      <p:to>
                                        <p:strVal val="visible"/>
                                      </p:to>
                                    </p:set>
                                    <p:animEffect transition="in" filter="wipe(left)">
                                      <p:cBhvr>
                                        <p:cTn id="116" dur="500"/>
                                        <p:tgtEl>
                                          <p:spTgt spid="46"/>
                                        </p:tgtEl>
                                      </p:cBhvr>
                                    </p:animEffect>
                                  </p:childTnLst>
                                </p:cTn>
                              </p:par>
                            </p:childTnLst>
                          </p:cTn>
                        </p:par>
                        <p:par>
                          <p:cTn id="117" fill="hold">
                            <p:stCondLst>
                              <p:cond delay="500"/>
                            </p:stCondLst>
                            <p:childTnLst>
                              <p:par>
                                <p:cTn id="118" presetID="22" presetClass="entr" presetSubtype="8" fill="hold" grpId="0" nodeType="afterEffect">
                                  <p:stCondLst>
                                    <p:cond delay="0"/>
                                  </p:stCondLst>
                                  <p:childTnLst>
                                    <p:set>
                                      <p:cBhvr>
                                        <p:cTn id="119" dur="1" fill="hold">
                                          <p:stCondLst>
                                            <p:cond delay="0"/>
                                          </p:stCondLst>
                                        </p:cTn>
                                        <p:tgtEl>
                                          <p:spTgt spid="48"/>
                                        </p:tgtEl>
                                        <p:attrNameLst>
                                          <p:attrName>style.visibility</p:attrName>
                                        </p:attrNameLst>
                                      </p:cBhvr>
                                      <p:to>
                                        <p:strVal val="visible"/>
                                      </p:to>
                                    </p:set>
                                    <p:animEffect transition="in" filter="wipe(left)">
                                      <p:cBhvr>
                                        <p:cTn id="120" dur="500"/>
                                        <p:tgtEl>
                                          <p:spTgt spid="48"/>
                                        </p:tgtEl>
                                      </p:cBhvr>
                                    </p:animEffect>
                                  </p:childTnLst>
                                </p:cTn>
                              </p:par>
                            </p:childTnLst>
                          </p:cTn>
                        </p:par>
                        <p:par>
                          <p:cTn id="121" fill="hold">
                            <p:stCondLst>
                              <p:cond delay="1000"/>
                            </p:stCondLst>
                            <p:childTnLst>
                              <p:par>
                                <p:cTn id="122" presetID="22" presetClass="entr" presetSubtype="8" fill="hold" grpId="0" nodeType="afterEffect">
                                  <p:stCondLst>
                                    <p:cond delay="0"/>
                                  </p:stCondLst>
                                  <p:childTnLst>
                                    <p:set>
                                      <p:cBhvr>
                                        <p:cTn id="123" dur="1" fill="hold">
                                          <p:stCondLst>
                                            <p:cond delay="0"/>
                                          </p:stCondLst>
                                        </p:cTn>
                                        <p:tgtEl>
                                          <p:spTgt spid="44"/>
                                        </p:tgtEl>
                                        <p:attrNameLst>
                                          <p:attrName>style.visibility</p:attrName>
                                        </p:attrNameLst>
                                      </p:cBhvr>
                                      <p:to>
                                        <p:strVal val="visible"/>
                                      </p:to>
                                    </p:set>
                                    <p:animEffect transition="in" filter="wipe(left)">
                                      <p:cBhvr>
                                        <p:cTn id="124" dur="1500"/>
                                        <p:tgtEl>
                                          <p:spTgt spid="44"/>
                                        </p:tgtEl>
                                      </p:cBhvr>
                                    </p:animEffect>
                                  </p:childTnLst>
                                </p:cTn>
                              </p:par>
                            </p:childTnLst>
                          </p:cTn>
                        </p:par>
                      </p:childTnLst>
                    </p:cTn>
                  </p:par>
                  <p:par>
                    <p:cTn id="125" fill="hold">
                      <p:stCondLst>
                        <p:cond delay="indefinite"/>
                      </p:stCondLst>
                      <p:childTnLst>
                        <p:par>
                          <p:cTn id="126" fill="hold">
                            <p:stCondLst>
                              <p:cond delay="0"/>
                            </p:stCondLst>
                            <p:childTnLst>
                              <p:par>
                                <p:cTn id="127" presetID="22" presetClass="entr" presetSubtype="8" fill="hold" grpId="0" nodeType="click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wipe(left)">
                                      <p:cBhvr>
                                        <p:cTn id="129" dur="1000"/>
                                        <p:tgtEl>
                                          <p:spTgt spid="43"/>
                                        </p:tgtEl>
                                      </p:cBhvr>
                                    </p:animEffect>
                                  </p:childTnLst>
                                </p:cTn>
                              </p:par>
                            </p:childTnLst>
                          </p:cTn>
                        </p:par>
                        <p:par>
                          <p:cTn id="130" fill="hold">
                            <p:stCondLst>
                              <p:cond delay="1000"/>
                            </p:stCondLst>
                            <p:childTnLst>
                              <p:par>
                                <p:cTn id="131" presetID="22" presetClass="entr" presetSubtype="8" fill="hold" nodeType="afterEffect">
                                  <p:stCondLst>
                                    <p:cond delay="0"/>
                                  </p:stCondLst>
                                  <p:childTnLst>
                                    <p:set>
                                      <p:cBhvr>
                                        <p:cTn id="132" dur="1" fill="hold">
                                          <p:stCondLst>
                                            <p:cond delay="0"/>
                                          </p:stCondLst>
                                        </p:cTn>
                                        <p:tgtEl>
                                          <p:spTgt spid="62"/>
                                        </p:tgtEl>
                                        <p:attrNameLst>
                                          <p:attrName>style.visibility</p:attrName>
                                        </p:attrNameLst>
                                      </p:cBhvr>
                                      <p:to>
                                        <p:strVal val="visible"/>
                                      </p:to>
                                    </p:set>
                                    <p:animEffect transition="in" filter="wipe(left)">
                                      <p:cBhvr>
                                        <p:cTn id="133" dur="2000"/>
                                        <p:tgtEl>
                                          <p:spTgt spid="62"/>
                                        </p:tgtEl>
                                      </p:cBhvr>
                                    </p:animEffect>
                                  </p:childTnLst>
                                </p:cTn>
                              </p:par>
                            </p:childTnLst>
                          </p:cTn>
                        </p:par>
                        <p:par>
                          <p:cTn id="134" fill="hold">
                            <p:stCondLst>
                              <p:cond delay="3000"/>
                            </p:stCondLst>
                            <p:childTnLst>
                              <p:par>
                                <p:cTn id="135" presetID="22" presetClass="exit" presetSubtype="8" fill="hold" grpId="1" nodeType="afterEffect">
                                  <p:stCondLst>
                                    <p:cond delay="0"/>
                                  </p:stCondLst>
                                  <p:childTnLst>
                                    <p:animEffect transition="out" filter="wipe(left)">
                                      <p:cBhvr>
                                        <p:cTn id="136" dur="500"/>
                                        <p:tgtEl>
                                          <p:spTgt spid="35"/>
                                        </p:tgtEl>
                                      </p:cBhvr>
                                    </p:animEffect>
                                    <p:set>
                                      <p:cBhvr>
                                        <p:cTn id="137" dur="1" fill="hold">
                                          <p:stCondLst>
                                            <p:cond delay="499"/>
                                          </p:stCondLst>
                                        </p:cTn>
                                        <p:tgtEl>
                                          <p:spTgt spid="35"/>
                                        </p:tgtEl>
                                        <p:attrNameLst>
                                          <p:attrName>style.visibility</p:attrName>
                                        </p:attrNameLst>
                                      </p:cBhvr>
                                      <p:to>
                                        <p:strVal val="hidden"/>
                                      </p:to>
                                    </p:set>
                                  </p:childTnLst>
                                </p:cTn>
                              </p:par>
                            </p:childTnLst>
                          </p:cTn>
                        </p:par>
                      </p:childTnLst>
                    </p:cTn>
                  </p:par>
                  <p:par>
                    <p:cTn id="138" fill="hold">
                      <p:stCondLst>
                        <p:cond delay="indefinite"/>
                      </p:stCondLst>
                      <p:childTnLst>
                        <p:par>
                          <p:cTn id="139" fill="hold">
                            <p:stCondLst>
                              <p:cond delay="0"/>
                            </p:stCondLst>
                            <p:childTnLst>
                              <p:par>
                                <p:cTn id="140" presetID="22" presetClass="entr" presetSubtype="8" fill="hold" grpId="0" nodeType="click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wipe(left)">
                                      <p:cBhvr>
                                        <p:cTn id="142" dur="1000"/>
                                        <p:tgtEl>
                                          <p:spTgt spid="31"/>
                                        </p:tgtEl>
                                      </p:cBhvr>
                                    </p:animEffect>
                                  </p:childTnLst>
                                </p:cTn>
                              </p:par>
                            </p:childTnLst>
                          </p:cTn>
                        </p:par>
                        <p:par>
                          <p:cTn id="143" fill="hold">
                            <p:stCondLst>
                              <p:cond delay="1000"/>
                            </p:stCondLst>
                            <p:childTnLst>
                              <p:par>
                                <p:cTn id="144" presetID="22" presetClass="entr" presetSubtype="8" fill="hold" grpId="0" nodeType="afterEffect">
                                  <p:stCondLst>
                                    <p:cond delay="0"/>
                                  </p:stCondLst>
                                  <p:childTnLst>
                                    <p:set>
                                      <p:cBhvr>
                                        <p:cTn id="145" dur="1" fill="hold">
                                          <p:stCondLst>
                                            <p:cond delay="0"/>
                                          </p:stCondLst>
                                        </p:cTn>
                                        <p:tgtEl>
                                          <p:spTgt spid="63"/>
                                        </p:tgtEl>
                                        <p:attrNameLst>
                                          <p:attrName>style.visibility</p:attrName>
                                        </p:attrNameLst>
                                      </p:cBhvr>
                                      <p:to>
                                        <p:strVal val="visible"/>
                                      </p:to>
                                    </p:set>
                                    <p:animEffect transition="in" filter="wipe(left)">
                                      <p:cBhvr>
                                        <p:cTn id="146" dur="500"/>
                                        <p:tgtEl>
                                          <p:spTgt spid="63"/>
                                        </p:tgtEl>
                                      </p:cBhvr>
                                    </p:animEffect>
                                  </p:childTnLst>
                                </p:cTn>
                              </p:par>
                            </p:childTnLst>
                          </p:cTn>
                        </p:par>
                        <p:par>
                          <p:cTn id="147" fill="hold">
                            <p:stCondLst>
                              <p:cond delay="1500"/>
                            </p:stCondLst>
                            <p:childTnLst>
                              <p:par>
                                <p:cTn id="148" presetID="22" presetClass="entr" presetSubtype="1" fill="hold" nodeType="afterEffect">
                                  <p:stCondLst>
                                    <p:cond delay="0"/>
                                  </p:stCondLst>
                                  <p:childTnLst>
                                    <p:set>
                                      <p:cBhvr>
                                        <p:cTn id="149" dur="1" fill="hold">
                                          <p:stCondLst>
                                            <p:cond delay="0"/>
                                          </p:stCondLst>
                                        </p:cTn>
                                        <p:tgtEl>
                                          <p:spTgt spid="71"/>
                                        </p:tgtEl>
                                        <p:attrNameLst>
                                          <p:attrName>style.visibility</p:attrName>
                                        </p:attrNameLst>
                                      </p:cBhvr>
                                      <p:to>
                                        <p:strVal val="visible"/>
                                      </p:to>
                                    </p:set>
                                    <p:animEffect transition="in" filter="wipe(up)">
                                      <p:cBhvr>
                                        <p:cTn id="150" dur="500"/>
                                        <p:tgtEl>
                                          <p:spTgt spid="71"/>
                                        </p:tgtEl>
                                      </p:cBhvr>
                                    </p:animEffect>
                                  </p:childTnLst>
                                </p:cTn>
                              </p:par>
                            </p:childTnLst>
                          </p:cTn>
                        </p:par>
                        <p:par>
                          <p:cTn id="151" fill="hold">
                            <p:stCondLst>
                              <p:cond delay="2000"/>
                            </p:stCondLst>
                            <p:childTnLst>
                              <p:par>
                                <p:cTn id="152" presetID="22" presetClass="entr" presetSubtype="1" fill="hold" grpId="0" nodeType="afterEffect">
                                  <p:stCondLst>
                                    <p:cond delay="0"/>
                                  </p:stCondLst>
                                  <p:childTnLst>
                                    <p:set>
                                      <p:cBhvr>
                                        <p:cTn id="153" dur="1" fill="hold">
                                          <p:stCondLst>
                                            <p:cond delay="0"/>
                                          </p:stCondLst>
                                        </p:cTn>
                                        <p:tgtEl>
                                          <p:spTgt spid="76"/>
                                        </p:tgtEl>
                                        <p:attrNameLst>
                                          <p:attrName>style.visibility</p:attrName>
                                        </p:attrNameLst>
                                      </p:cBhvr>
                                      <p:to>
                                        <p:strVal val="visible"/>
                                      </p:to>
                                    </p:set>
                                    <p:animEffect transition="in" filter="wipe(up)">
                                      <p:cBhvr>
                                        <p:cTn id="154" dur="1000"/>
                                        <p:tgtEl>
                                          <p:spTgt spid="76"/>
                                        </p:tgtEl>
                                      </p:cBhvr>
                                    </p:animEffect>
                                  </p:childTnLst>
                                </p:cTn>
                              </p:par>
                            </p:childTnLst>
                          </p:cTn>
                        </p:par>
                        <p:par>
                          <p:cTn id="155" fill="hold">
                            <p:stCondLst>
                              <p:cond delay="3000"/>
                            </p:stCondLst>
                            <p:childTnLst>
                              <p:par>
                                <p:cTn id="156" presetID="22" presetClass="entr" presetSubtype="1" fill="hold" nodeType="afterEffect">
                                  <p:stCondLst>
                                    <p:cond delay="0"/>
                                  </p:stCondLst>
                                  <p:childTnLst>
                                    <p:set>
                                      <p:cBhvr>
                                        <p:cTn id="157" dur="1" fill="hold">
                                          <p:stCondLst>
                                            <p:cond delay="0"/>
                                          </p:stCondLst>
                                        </p:cTn>
                                        <p:tgtEl>
                                          <p:spTgt spid="72"/>
                                        </p:tgtEl>
                                        <p:attrNameLst>
                                          <p:attrName>style.visibility</p:attrName>
                                        </p:attrNameLst>
                                      </p:cBhvr>
                                      <p:to>
                                        <p:strVal val="visible"/>
                                      </p:to>
                                    </p:set>
                                    <p:animEffect transition="in" filter="wipe(up)">
                                      <p:cBhvr>
                                        <p:cTn id="158" dur="500"/>
                                        <p:tgtEl>
                                          <p:spTgt spid="72"/>
                                        </p:tgtEl>
                                      </p:cBhvr>
                                    </p:animEffect>
                                  </p:childTnLst>
                                </p:cTn>
                              </p:par>
                            </p:childTnLst>
                          </p:cTn>
                        </p:par>
                        <p:par>
                          <p:cTn id="159" fill="hold">
                            <p:stCondLst>
                              <p:cond delay="3500"/>
                            </p:stCondLst>
                            <p:childTnLst>
                              <p:par>
                                <p:cTn id="160" presetID="22" presetClass="entr" presetSubtype="1" fill="hold" grpId="0" nodeType="afterEffect">
                                  <p:stCondLst>
                                    <p:cond delay="0"/>
                                  </p:stCondLst>
                                  <p:childTnLst>
                                    <p:set>
                                      <p:cBhvr>
                                        <p:cTn id="161" dur="1" fill="hold">
                                          <p:stCondLst>
                                            <p:cond delay="0"/>
                                          </p:stCondLst>
                                        </p:cTn>
                                        <p:tgtEl>
                                          <p:spTgt spid="75"/>
                                        </p:tgtEl>
                                        <p:attrNameLst>
                                          <p:attrName>style.visibility</p:attrName>
                                        </p:attrNameLst>
                                      </p:cBhvr>
                                      <p:to>
                                        <p:strVal val="visible"/>
                                      </p:to>
                                    </p:set>
                                    <p:animEffect transition="in" filter="wipe(up)">
                                      <p:cBhvr>
                                        <p:cTn id="162" dur="1000"/>
                                        <p:tgtEl>
                                          <p:spTgt spid="75"/>
                                        </p:tgtEl>
                                      </p:cBhvr>
                                    </p:animEffect>
                                  </p:childTnLst>
                                </p:cTn>
                              </p:par>
                            </p:childTnLst>
                          </p:cTn>
                        </p:par>
                        <p:par>
                          <p:cTn id="163" fill="hold">
                            <p:stCondLst>
                              <p:cond delay="4500"/>
                            </p:stCondLst>
                            <p:childTnLst>
                              <p:par>
                                <p:cTn id="164" presetID="22" presetClass="exit" presetSubtype="8" fill="hold" grpId="1" nodeType="afterEffect">
                                  <p:stCondLst>
                                    <p:cond delay="0"/>
                                  </p:stCondLst>
                                  <p:childTnLst>
                                    <p:animEffect transition="out" filter="wipe(left)">
                                      <p:cBhvr>
                                        <p:cTn id="165" dur="500"/>
                                        <p:tgtEl>
                                          <p:spTgt spid="31"/>
                                        </p:tgtEl>
                                      </p:cBhvr>
                                    </p:animEffect>
                                    <p:set>
                                      <p:cBhvr>
                                        <p:cTn id="166" dur="1" fill="hold">
                                          <p:stCondLst>
                                            <p:cond delay="499"/>
                                          </p:stCondLst>
                                        </p:cTn>
                                        <p:tgtEl>
                                          <p:spTgt spid="31"/>
                                        </p:tgtEl>
                                        <p:attrNameLst>
                                          <p:attrName>style.visibility</p:attrName>
                                        </p:attrNameLst>
                                      </p:cBhvr>
                                      <p:to>
                                        <p:strVal val="hidden"/>
                                      </p:to>
                                    </p:set>
                                  </p:childTnLst>
                                </p:cTn>
                              </p:par>
                            </p:childTnLst>
                          </p:cTn>
                        </p:par>
                      </p:childTnLst>
                    </p:cTn>
                  </p:par>
                  <p:par>
                    <p:cTn id="167" fill="hold">
                      <p:stCondLst>
                        <p:cond delay="indefinite"/>
                      </p:stCondLst>
                      <p:childTnLst>
                        <p:par>
                          <p:cTn id="168" fill="hold">
                            <p:stCondLst>
                              <p:cond delay="0"/>
                            </p:stCondLst>
                            <p:childTnLst>
                              <p:par>
                                <p:cTn id="169" presetID="22" presetClass="entr" presetSubtype="8" fill="hold" grpId="0" nodeType="clickEffect">
                                  <p:stCondLst>
                                    <p:cond delay="0"/>
                                  </p:stCondLst>
                                  <p:childTnLst>
                                    <p:set>
                                      <p:cBhvr>
                                        <p:cTn id="170" dur="1" fill="hold">
                                          <p:stCondLst>
                                            <p:cond delay="0"/>
                                          </p:stCondLst>
                                        </p:cTn>
                                        <p:tgtEl>
                                          <p:spTgt spid="33"/>
                                        </p:tgtEl>
                                        <p:attrNameLst>
                                          <p:attrName>style.visibility</p:attrName>
                                        </p:attrNameLst>
                                      </p:cBhvr>
                                      <p:to>
                                        <p:strVal val="visible"/>
                                      </p:to>
                                    </p:set>
                                    <p:animEffect transition="in" filter="wipe(left)">
                                      <p:cBhvr>
                                        <p:cTn id="171" dur="1000"/>
                                        <p:tgtEl>
                                          <p:spTgt spid="33"/>
                                        </p:tgtEl>
                                      </p:cBhvr>
                                    </p:animEffect>
                                  </p:childTnLst>
                                </p:cTn>
                              </p:par>
                            </p:childTnLst>
                          </p:cTn>
                        </p:par>
                        <p:par>
                          <p:cTn id="172" fill="hold">
                            <p:stCondLst>
                              <p:cond delay="1000"/>
                            </p:stCondLst>
                            <p:childTnLst>
                              <p:par>
                                <p:cTn id="173" presetID="22" presetClass="entr" presetSubtype="8" fill="hold" grpId="0" nodeType="afterEffect">
                                  <p:stCondLst>
                                    <p:cond delay="0"/>
                                  </p:stCondLst>
                                  <p:childTnLst>
                                    <p:set>
                                      <p:cBhvr>
                                        <p:cTn id="174" dur="1" fill="hold">
                                          <p:stCondLst>
                                            <p:cond delay="0"/>
                                          </p:stCondLst>
                                        </p:cTn>
                                        <p:tgtEl>
                                          <p:spTgt spid="53"/>
                                        </p:tgtEl>
                                        <p:attrNameLst>
                                          <p:attrName>style.visibility</p:attrName>
                                        </p:attrNameLst>
                                      </p:cBhvr>
                                      <p:to>
                                        <p:strVal val="visible"/>
                                      </p:to>
                                    </p:set>
                                    <p:animEffect transition="in" filter="wipe(left)">
                                      <p:cBhvr>
                                        <p:cTn id="175" dur="500"/>
                                        <p:tgtEl>
                                          <p:spTgt spid="53"/>
                                        </p:tgtEl>
                                      </p:cBhvr>
                                    </p:animEffect>
                                  </p:childTnLst>
                                </p:cTn>
                              </p:par>
                            </p:childTnLst>
                          </p:cTn>
                        </p:par>
                        <p:par>
                          <p:cTn id="176" fill="hold">
                            <p:stCondLst>
                              <p:cond delay="1500"/>
                            </p:stCondLst>
                            <p:childTnLst>
                              <p:par>
                                <p:cTn id="177" presetID="22" presetClass="entr" presetSubtype="4" fill="hold" grpId="0" nodeType="afterEffect">
                                  <p:stCondLst>
                                    <p:cond delay="0"/>
                                  </p:stCondLst>
                                  <p:childTnLst>
                                    <p:set>
                                      <p:cBhvr>
                                        <p:cTn id="178" dur="1" fill="hold">
                                          <p:stCondLst>
                                            <p:cond delay="0"/>
                                          </p:stCondLst>
                                        </p:cTn>
                                        <p:tgtEl>
                                          <p:spTgt spid="50"/>
                                        </p:tgtEl>
                                        <p:attrNameLst>
                                          <p:attrName>style.visibility</p:attrName>
                                        </p:attrNameLst>
                                      </p:cBhvr>
                                      <p:to>
                                        <p:strVal val="visible"/>
                                      </p:to>
                                    </p:set>
                                    <p:animEffect transition="in" filter="wipe(down)">
                                      <p:cBhvr>
                                        <p:cTn id="179" dur="1000"/>
                                        <p:tgtEl>
                                          <p:spTgt spid="50"/>
                                        </p:tgtEl>
                                      </p:cBhvr>
                                    </p:animEffect>
                                  </p:childTnLst>
                                </p:cTn>
                              </p:par>
                            </p:childTnLst>
                          </p:cTn>
                        </p:par>
                      </p:childTnLst>
                    </p:cTn>
                  </p:par>
                  <p:par>
                    <p:cTn id="180" fill="hold">
                      <p:stCondLst>
                        <p:cond delay="indefinite"/>
                      </p:stCondLst>
                      <p:childTnLst>
                        <p:par>
                          <p:cTn id="181" fill="hold">
                            <p:stCondLst>
                              <p:cond delay="0"/>
                            </p:stCondLst>
                            <p:childTnLst>
                              <p:par>
                                <p:cTn id="182" presetID="22" presetClass="entr" presetSubtype="8" fill="hold" grpId="0" nodeType="clickEffect">
                                  <p:stCondLst>
                                    <p:cond delay="0"/>
                                  </p:stCondLst>
                                  <p:childTnLst>
                                    <p:set>
                                      <p:cBhvr>
                                        <p:cTn id="183" dur="1" fill="hold">
                                          <p:stCondLst>
                                            <p:cond delay="0"/>
                                          </p:stCondLst>
                                        </p:cTn>
                                        <p:tgtEl>
                                          <p:spTgt spid="38"/>
                                        </p:tgtEl>
                                        <p:attrNameLst>
                                          <p:attrName>style.visibility</p:attrName>
                                        </p:attrNameLst>
                                      </p:cBhvr>
                                      <p:to>
                                        <p:strVal val="visible"/>
                                      </p:to>
                                    </p:set>
                                    <p:animEffect transition="in" filter="wipe(left)">
                                      <p:cBhvr>
                                        <p:cTn id="184" dur="1000"/>
                                        <p:tgtEl>
                                          <p:spTgt spid="38"/>
                                        </p:tgtEl>
                                      </p:cBhvr>
                                    </p:animEffect>
                                  </p:childTnLst>
                                </p:cTn>
                              </p:par>
                            </p:childTnLst>
                          </p:cTn>
                        </p:par>
                        <p:par>
                          <p:cTn id="185" fill="hold">
                            <p:stCondLst>
                              <p:cond delay="1000"/>
                            </p:stCondLst>
                            <p:childTnLst>
                              <p:par>
                                <p:cTn id="186" presetID="22" presetClass="entr" presetSubtype="8" fill="hold" nodeType="afterEffect">
                                  <p:stCondLst>
                                    <p:cond delay="0"/>
                                  </p:stCondLst>
                                  <p:childTnLst>
                                    <p:set>
                                      <p:cBhvr>
                                        <p:cTn id="187" dur="1" fill="hold">
                                          <p:stCondLst>
                                            <p:cond delay="0"/>
                                          </p:stCondLst>
                                        </p:cTn>
                                        <p:tgtEl>
                                          <p:spTgt spid="34"/>
                                        </p:tgtEl>
                                        <p:attrNameLst>
                                          <p:attrName>style.visibility</p:attrName>
                                        </p:attrNameLst>
                                      </p:cBhvr>
                                      <p:to>
                                        <p:strVal val="visible"/>
                                      </p:to>
                                    </p:set>
                                    <p:animEffect transition="in" filter="wipe(left)">
                                      <p:cBhvr>
                                        <p:cTn id="188" dur="2000"/>
                                        <p:tgtEl>
                                          <p:spTgt spid="34"/>
                                        </p:tgtEl>
                                      </p:cBhvr>
                                    </p:animEffect>
                                  </p:childTnLst>
                                </p:cTn>
                              </p:par>
                              <p:par>
                                <p:cTn id="189" presetID="22" presetClass="entr" presetSubtype="8" fill="hold" grpId="0" nodeType="withEffect">
                                  <p:stCondLst>
                                    <p:cond delay="0"/>
                                  </p:stCondLst>
                                  <p:childTnLst>
                                    <p:set>
                                      <p:cBhvr>
                                        <p:cTn id="190" dur="1" fill="hold">
                                          <p:stCondLst>
                                            <p:cond delay="0"/>
                                          </p:stCondLst>
                                        </p:cTn>
                                        <p:tgtEl>
                                          <p:spTgt spid="39"/>
                                        </p:tgtEl>
                                        <p:attrNameLst>
                                          <p:attrName>style.visibility</p:attrName>
                                        </p:attrNameLst>
                                      </p:cBhvr>
                                      <p:to>
                                        <p:strVal val="visible"/>
                                      </p:to>
                                    </p:set>
                                    <p:animEffect transition="in" filter="wipe(left)">
                                      <p:cBhvr>
                                        <p:cTn id="191" dur="1000"/>
                                        <p:tgtEl>
                                          <p:spTgt spid="39"/>
                                        </p:tgtEl>
                                      </p:cBhvr>
                                    </p:animEffect>
                                  </p:childTnLst>
                                </p:cTn>
                              </p:par>
                              <p:par>
                                <p:cTn id="192" presetID="22" presetClass="entr" presetSubtype="8" fill="hold" grpId="0" nodeType="withEffect">
                                  <p:stCondLst>
                                    <p:cond delay="1000"/>
                                  </p:stCondLst>
                                  <p:childTnLst>
                                    <p:set>
                                      <p:cBhvr>
                                        <p:cTn id="193" dur="1" fill="hold">
                                          <p:stCondLst>
                                            <p:cond delay="0"/>
                                          </p:stCondLst>
                                        </p:cTn>
                                        <p:tgtEl>
                                          <p:spTgt spid="36"/>
                                        </p:tgtEl>
                                        <p:attrNameLst>
                                          <p:attrName>style.visibility</p:attrName>
                                        </p:attrNameLst>
                                      </p:cBhvr>
                                      <p:to>
                                        <p:strVal val="visible"/>
                                      </p:to>
                                    </p:set>
                                    <p:animEffect transition="in" filter="wipe(left)">
                                      <p:cBhvr>
                                        <p:cTn id="194" dur="1000"/>
                                        <p:tgtEl>
                                          <p:spTgt spid="36"/>
                                        </p:tgtEl>
                                      </p:cBhvr>
                                    </p:animEffect>
                                  </p:childTnLst>
                                </p:cTn>
                              </p:par>
                            </p:childTnLst>
                          </p:cTn>
                        </p:par>
                        <p:par>
                          <p:cTn id="195" fill="hold">
                            <p:stCondLst>
                              <p:cond delay="3000"/>
                            </p:stCondLst>
                            <p:childTnLst>
                              <p:par>
                                <p:cTn id="196" presetID="22" presetClass="exit" presetSubtype="8" fill="hold" grpId="1" nodeType="afterEffect">
                                  <p:stCondLst>
                                    <p:cond delay="0"/>
                                  </p:stCondLst>
                                  <p:childTnLst>
                                    <p:animEffect transition="out" filter="wipe(left)">
                                      <p:cBhvr>
                                        <p:cTn id="197" dur="500"/>
                                        <p:tgtEl>
                                          <p:spTgt spid="33"/>
                                        </p:tgtEl>
                                      </p:cBhvr>
                                    </p:animEffect>
                                    <p:set>
                                      <p:cBhvr>
                                        <p:cTn id="198" dur="1" fill="hold">
                                          <p:stCondLst>
                                            <p:cond delay="499"/>
                                          </p:stCondLst>
                                        </p:cTn>
                                        <p:tgtEl>
                                          <p:spTgt spid="33"/>
                                        </p:tgtEl>
                                        <p:attrNameLst>
                                          <p:attrName>style.visibility</p:attrName>
                                        </p:attrNameLst>
                                      </p:cBhvr>
                                      <p:to>
                                        <p:strVal val="hidden"/>
                                      </p:to>
                                    </p:set>
                                  </p:childTnLst>
                                </p:cTn>
                              </p:par>
                            </p:childTnLst>
                          </p:cTn>
                        </p:par>
                      </p:childTnLst>
                    </p:cTn>
                  </p:par>
                  <p:par>
                    <p:cTn id="199" fill="hold">
                      <p:stCondLst>
                        <p:cond delay="indefinite"/>
                      </p:stCondLst>
                      <p:childTnLst>
                        <p:par>
                          <p:cTn id="200" fill="hold">
                            <p:stCondLst>
                              <p:cond delay="0"/>
                            </p:stCondLst>
                            <p:childTnLst>
                              <p:par>
                                <p:cTn id="201" presetID="22" presetClass="entr" presetSubtype="8" fill="hold" grpId="0" nodeType="clickEffect">
                                  <p:stCondLst>
                                    <p:cond delay="0"/>
                                  </p:stCondLst>
                                  <p:childTnLst>
                                    <p:set>
                                      <p:cBhvr>
                                        <p:cTn id="202" dur="1" fill="hold">
                                          <p:stCondLst>
                                            <p:cond delay="0"/>
                                          </p:stCondLst>
                                        </p:cTn>
                                        <p:tgtEl>
                                          <p:spTgt spid="32"/>
                                        </p:tgtEl>
                                        <p:attrNameLst>
                                          <p:attrName>style.visibility</p:attrName>
                                        </p:attrNameLst>
                                      </p:cBhvr>
                                      <p:to>
                                        <p:strVal val="visible"/>
                                      </p:to>
                                    </p:set>
                                    <p:animEffect transition="in" filter="wipe(left)">
                                      <p:cBhvr>
                                        <p:cTn id="203" dur="500"/>
                                        <p:tgtEl>
                                          <p:spTgt spid="32"/>
                                        </p:tgtEl>
                                      </p:cBhvr>
                                    </p:animEffect>
                                  </p:childTnLst>
                                </p:cTn>
                              </p:par>
                            </p:childTnLst>
                          </p:cTn>
                        </p:par>
                        <p:par>
                          <p:cTn id="204" fill="hold">
                            <p:stCondLst>
                              <p:cond delay="500"/>
                            </p:stCondLst>
                            <p:childTnLst>
                              <p:par>
                                <p:cTn id="205" presetID="22" presetClass="entr" presetSubtype="8" fill="hold" grpId="0" nodeType="afterEffect">
                                  <p:stCondLst>
                                    <p:cond delay="0"/>
                                  </p:stCondLst>
                                  <p:childTnLst>
                                    <p:set>
                                      <p:cBhvr>
                                        <p:cTn id="206" dur="1" fill="hold">
                                          <p:stCondLst>
                                            <p:cond delay="0"/>
                                          </p:stCondLst>
                                        </p:cTn>
                                        <p:tgtEl>
                                          <p:spTgt spid="40"/>
                                        </p:tgtEl>
                                        <p:attrNameLst>
                                          <p:attrName>style.visibility</p:attrName>
                                        </p:attrNameLst>
                                      </p:cBhvr>
                                      <p:to>
                                        <p:strVal val="visible"/>
                                      </p:to>
                                    </p:set>
                                    <p:animEffect transition="in" filter="wipe(left)">
                                      <p:cBhvr>
                                        <p:cTn id="207" dur="1000"/>
                                        <p:tgtEl>
                                          <p:spTgt spid="40"/>
                                        </p:tgtEl>
                                      </p:cBhvr>
                                    </p:animEffect>
                                  </p:childTnLst>
                                </p:cTn>
                              </p:par>
                            </p:childTnLst>
                          </p:cTn>
                        </p:par>
                        <p:par>
                          <p:cTn id="208" fill="hold">
                            <p:stCondLst>
                              <p:cond delay="1500"/>
                            </p:stCondLst>
                            <p:childTnLst>
                              <p:par>
                                <p:cTn id="209" presetID="22" presetClass="entr" presetSubtype="1" fill="hold" nodeType="afterEffect">
                                  <p:stCondLst>
                                    <p:cond delay="0"/>
                                  </p:stCondLst>
                                  <p:childTnLst>
                                    <p:set>
                                      <p:cBhvr>
                                        <p:cTn id="210" dur="1" fill="hold">
                                          <p:stCondLst>
                                            <p:cond delay="0"/>
                                          </p:stCondLst>
                                        </p:cTn>
                                        <p:tgtEl>
                                          <p:spTgt spid="2"/>
                                        </p:tgtEl>
                                        <p:attrNameLst>
                                          <p:attrName>style.visibility</p:attrName>
                                        </p:attrNameLst>
                                      </p:cBhvr>
                                      <p:to>
                                        <p:strVal val="visible"/>
                                      </p:to>
                                    </p:set>
                                    <p:animEffect transition="in" filter="wipe(up)">
                                      <p:cBhvr>
                                        <p:cTn id="21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6" grpId="0" uiExpand="1" build="p"/>
      <p:bldP spid="19" grpId="0" uiExpand="1" build="p"/>
      <p:bldP spid="31" grpId="0" animBg="1"/>
      <p:bldP spid="31" grpId="1" animBg="1"/>
      <p:bldP spid="27" grpId="0" animBg="1"/>
      <p:bldP spid="27" grpId="1" animBg="1"/>
      <p:bldP spid="35" grpId="0" animBg="1"/>
      <p:bldP spid="35" grpId="1" animBg="1"/>
      <p:bldP spid="33" grpId="0" animBg="1"/>
      <p:bldP spid="33" grpId="1" animBg="1"/>
      <p:bldP spid="10" grpId="0"/>
      <p:bldP spid="26" grpId="0" animBg="1"/>
      <p:bldP spid="37" grpId="0"/>
      <p:bldP spid="49" grpId="0" animBg="1"/>
      <p:bldP spid="45" grpId="0" animBg="1"/>
      <p:bldP spid="47" grpId="0" animBg="1"/>
      <p:bldP spid="42" grpId="0" animBg="1"/>
      <p:bldP spid="46" grpId="0" animBg="1"/>
      <p:bldP spid="48" grpId="0" animBg="1"/>
      <p:bldP spid="44" grpId="0" animBg="1"/>
      <p:bldP spid="43" grpId="0" animBg="1"/>
      <p:bldP spid="63" grpId="0"/>
      <p:bldP spid="76" grpId="0" animBg="1"/>
      <p:bldP spid="75" grpId="0" animBg="1"/>
      <p:bldP spid="38" grpId="0" animBg="1"/>
      <p:bldP spid="39" grpId="0" animBg="1"/>
      <p:bldP spid="36" grpId="0" animBg="1"/>
      <p:bldP spid="53" grpId="0"/>
      <p:bldP spid="50" grpId="0" animBg="1"/>
      <p:bldP spid="32" grpId="0"/>
      <p:bldP spid="40" grpId="0" animBg="1"/>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cxnSp>
        <p:nvCxnSpPr>
          <p:cNvPr id="51" name="WHERE - Arrow - Type">
            <a:extLst>
              <a:ext uri="{FF2B5EF4-FFF2-40B4-BE49-F238E27FC236}">
                <a16:creationId xmlns:a16="http://schemas.microsoft.com/office/drawing/2014/main" id="{B2D81B2D-4987-42CA-8D6D-43906A2EC175}"/>
              </a:ext>
            </a:extLst>
          </p:cNvPr>
          <p:cNvCxnSpPr>
            <a:cxnSpLocks/>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244729325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AC65A-FD1A-BA1D-1BF6-AAC2517F365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4C665E2-9D1A-B958-6DD2-7F3DD5C473A6}"/>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EA65587E-0D48-7FFF-BECE-C5976BE8844D}"/>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72694D17-6DCF-F900-E224-247D65BB7BF3}"/>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7B42CFA8-7291-9A65-F0A3-5D0456261D5A}"/>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B0C2A4DE-D301-E7BF-3F87-C1DA54AF1A30}"/>
              </a:ext>
            </a:extLst>
          </p:cNvPr>
          <p:cNvGraphicFramePr>
            <a:graphicFrameLocks noGrp="1"/>
          </p:cNvGraphicFramePr>
          <p:nvPr>
            <p:extLst>
              <p:ext uri="{D42A27DB-BD31-4B8C-83A1-F6EECF244321}">
                <p14:modId xmlns:p14="http://schemas.microsoft.com/office/powerpoint/2010/main" val="1807896098"/>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BE12CF5F-1BE6-861F-88CA-3629610ACDEE}"/>
              </a:ext>
            </a:extLst>
          </p:cNvPr>
          <p:cNvSpPr txBox="1"/>
          <p:nvPr/>
        </p:nvSpPr>
        <p:spPr>
          <a:xfrm>
            <a:off x="5665160" y="1690431"/>
            <a:ext cx="1201291" cy="646331"/>
          </a:xfrm>
          <a:prstGeom prst="rect">
            <a:avLst/>
          </a:prstGeom>
          <a:noFill/>
        </p:spPr>
        <p:txBody>
          <a:bodyPr wrap="none" rtlCol="0">
            <a:spAutoFit/>
          </a:bodyPr>
          <a:lstStyle/>
          <a:p>
            <a:r>
              <a:rPr lang="en-GB" sz="3600" b="1" dirty="0">
                <a:solidFill>
                  <a:srgbClr val="7030A0"/>
                </a:solidFill>
              </a:rPr>
              <a:t>Table</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B3C6986C-ACAA-4B1B-398B-3E2FDD22811B}"/>
              </a:ext>
            </a:extLst>
          </p:cNvPr>
          <p:cNvSpPr/>
          <p:nvPr/>
        </p:nvSpPr>
        <p:spPr>
          <a:xfrm>
            <a:off x="6769686" y="5265723"/>
            <a:ext cx="4747389" cy="546932"/>
          </a:xfrm>
          <a:prstGeom prst="callout2">
            <a:avLst>
              <a:gd name="adj1" fmla="val 51215"/>
              <a:gd name="adj2" fmla="val -583"/>
              <a:gd name="adj3" fmla="val 52593"/>
              <a:gd name="adj4" fmla="val -10044"/>
              <a:gd name="adj5" fmla="val -58400"/>
              <a:gd name="adj6" fmla="val -138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dirty="0">
                <a:solidFill>
                  <a:srgbClr val="7030A0"/>
                </a:solidFill>
              </a:rPr>
              <a:t>unique value</a:t>
            </a:r>
          </a:p>
        </p:txBody>
      </p:sp>
      <p:sp>
        <p:nvSpPr>
          <p:cNvPr id="26" name="Keys">
            <a:extLst>
              <a:ext uri="{FF2B5EF4-FFF2-40B4-BE49-F238E27FC236}">
                <a16:creationId xmlns:a16="http://schemas.microsoft.com/office/drawing/2014/main" id="{85E6E209-8179-0CBE-26A4-AE69CEB0EEA0}"/>
              </a:ext>
            </a:extLst>
          </p:cNvPr>
          <p:cNvSpPr txBox="1"/>
          <p:nvPr/>
        </p:nvSpPr>
        <p:spPr>
          <a:xfrm>
            <a:off x="2808915" y="1690431"/>
            <a:ext cx="1305678" cy="646331"/>
          </a:xfrm>
          <a:prstGeom prst="rect">
            <a:avLst/>
          </a:prstGeom>
          <a:noFill/>
        </p:spPr>
        <p:txBody>
          <a:bodyPr wrap="none" rtlCol="0">
            <a:spAutoFit/>
          </a:bodyPr>
          <a:lstStyle/>
          <a:p>
            <a:r>
              <a:rPr lang="en-GB" sz="3600" b="1" dirty="0">
                <a:solidFill>
                  <a:srgbClr val="7030A0"/>
                </a:solidFill>
              </a:rPr>
              <a:t>Entity</a:t>
            </a:r>
            <a:endParaRPr lang="en-GB" sz="3600" b="1" u="sng" dirty="0">
              <a:solidFill>
                <a:srgbClr val="7030A0"/>
              </a:solidFill>
            </a:endParaRPr>
          </a:p>
        </p:txBody>
      </p:sp>
      <p:sp>
        <p:nvSpPr>
          <p:cNvPr id="2" name="Callout: Bent Line with No Border 8">
            <a:extLst>
              <a:ext uri="{FF2B5EF4-FFF2-40B4-BE49-F238E27FC236}">
                <a16:creationId xmlns:a16="http://schemas.microsoft.com/office/drawing/2014/main" id="{14B06F77-A786-B656-BBA0-7D64280D7A57}"/>
              </a:ext>
            </a:extLst>
          </p:cNvPr>
          <p:cNvSpPr/>
          <p:nvPr/>
        </p:nvSpPr>
        <p:spPr>
          <a:xfrm>
            <a:off x="1411831" y="5265723"/>
            <a:ext cx="4253329" cy="546932"/>
          </a:xfrm>
          <a:prstGeom prst="callout2">
            <a:avLst>
              <a:gd name="adj1" fmla="val 51215"/>
              <a:gd name="adj2" fmla="val -583"/>
              <a:gd name="adj3" fmla="val 52593"/>
              <a:gd name="adj4" fmla="val -10044"/>
              <a:gd name="adj5" fmla="val -362588"/>
              <a:gd name="adj6" fmla="val 303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u="sng" dirty="0">
                <a:solidFill>
                  <a:srgbClr val="7030A0"/>
                </a:solidFill>
              </a:rPr>
              <a:t>underlined</a:t>
            </a:r>
          </a:p>
        </p:txBody>
      </p:sp>
      <p:sp>
        <p:nvSpPr>
          <p:cNvPr id="5" name="TextBox 4">
            <a:extLst>
              <a:ext uri="{FF2B5EF4-FFF2-40B4-BE49-F238E27FC236}">
                <a16:creationId xmlns:a16="http://schemas.microsoft.com/office/drawing/2014/main" id="{E1FECD34-CF1B-4B92-8A2C-67AF04EDB2E8}"/>
              </a:ext>
            </a:extLst>
          </p:cNvPr>
          <p:cNvSpPr txBox="1"/>
          <p:nvPr/>
        </p:nvSpPr>
        <p:spPr>
          <a:xfrm>
            <a:off x="891210" y="6187531"/>
            <a:ext cx="10409581" cy="584775"/>
          </a:xfrm>
          <a:prstGeom prst="rect">
            <a:avLst/>
          </a:prstGeom>
          <a:noFill/>
        </p:spPr>
        <p:txBody>
          <a:bodyPr wrap="none" rtlCol="0">
            <a:spAutoFit/>
          </a:bodyPr>
          <a:lstStyle/>
          <a:p>
            <a:pPr algn="ctr"/>
            <a:r>
              <a:rPr lang="en-GB" sz="3200" i="1" dirty="0">
                <a:solidFill>
                  <a:srgbClr val="7030A0"/>
                </a:solidFill>
              </a:rPr>
              <a:t>Every</a:t>
            </a:r>
            <a:r>
              <a:rPr lang="en-GB" sz="3200" dirty="0">
                <a:solidFill>
                  <a:srgbClr val="7030A0"/>
                </a:solidFill>
              </a:rPr>
              <a:t> table has a </a:t>
            </a:r>
            <a:r>
              <a:rPr lang="en-GB" sz="3200" b="1" dirty="0">
                <a:solidFill>
                  <a:srgbClr val="7030A0"/>
                </a:solidFill>
              </a:rPr>
              <a:t>PK</a:t>
            </a:r>
            <a:r>
              <a:rPr lang="en-GB" sz="3200" dirty="0">
                <a:solidFill>
                  <a:srgbClr val="7030A0"/>
                </a:solidFill>
              </a:rPr>
              <a:t> – used to identify records and link tables</a:t>
            </a:r>
          </a:p>
        </p:txBody>
      </p:sp>
    </p:spTree>
    <p:extLst>
      <p:ext uri="{BB962C8B-B14F-4D97-AF65-F5344CB8AC3E}">
        <p14:creationId xmlns:p14="http://schemas.microsoft.com/office/powerpoint/2010/main" val="3421085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6">
                                            <p:txEl>
                                              <p:pRg st="0" end="0"/>
                                            </p:txEl>
                                          </p:spTgt>
                                        </p:tgtEl>
                                        <p:attrNameLst>
                                          <p:attrName>style.visibility</p:attrName>
                                        </p:attrNameLst>
                                      </p:cBhvr>
                                      <p:to>
                                        <p:strVal val="visible"/>
                                      </p:to>
                                    </p:set>
                                    <p:animEffect transition="in" filter="wipe(left)">
                                      <p:cBhvr>
                                        <p:cTn id="7" dur="1000"/>
                                        <p:tgtEl>
                                          <p:spTgt spid="26">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up)">
                                      <p:cBhvr>
                                        <p:cTn id="11" dur="2000"/>
                                        <p:tgtEl>
                                          <p:spTgt spid="1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200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3">
                                            <p:txEl>
                                              <p:pRg st="0" end="0"/>
                                            </p:txEl>
                                          </p:spTgt>
                                        </p:tgtEl>
                                        <p:attrNameLst>
                                          <p:attrName>style.visibility</p:attrName>
                                        </p:attrNameLst>
                                      </p:cBhvr>
                                      <p:to>
                                        <p:strVal val="visible"/>
                                      </p:to>
                                    </p:set>
                                    <p:animEffect transition="in" filter="wipe(left)">
                                      <p:cBhvr>
                                        <p:cTn id="21" dur="1000"/>
                                        <p:tgtEl>
                                          <p:spTgt spid="23">
                                            <p:txEl>
                                              <p:pRg st="0" end="0"/>
                                            </p:txEl>
                                          </p:spTgt>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up)">
                                      <p:cBhvr>
                                        <p:cTn id="25" dur="20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wipe(left)">
                                      <p:cBhvr>
                                        <p:cTn id="30" dur="2000"/>
                                        <p:tgtEl>
                                          <p:spTgt spid="25"/>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left)">
                                      <p:cBhvr>
                                        <p:cTn id="35" dur="4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26" grpId="0" uiExpand="1" build="p"/>
      <p:bldP spid="2" grpId="0" animBg="1"/>
      <p:bldP spid="5" grpId="0"/>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8F22A1C-FA05-84B3-6981-2B7890158C1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647C95C-2047-B2FA-D767-732CBEE6A83F}"/>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4A762D2C-B9E3-A0EC-18DC-6C85D61BF521}"/>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E309C57A-AA90-4D10-15A4-88CA662CEB7A}"/>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3C4C048A-1422-1B5A-1428-537EB8672848}"/>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48F31396-050C-5190-1FBB-002FEAD892F5}"/>
              </a:ext>
            </a:extLst>
          </p:cNvPr>
          <p:cNvGraphicFramePr>
            <a:graphicFrameLocks noGrp="1"/>
          </p:cNvGraphicFramePr>
          <p:nvPr>
            <p:extLst>
              <p:ext uri="{D42A27DB-BD31-4B8C-83A1-F6EECF244321}">
                <p14:modId xmlns:p14="http://schemas.microsoft.com/office/powerpoint/2010/main" val="3577695080"/>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Tree>
    <p:extLst>
      <p:ext uri="{BB962C8B-B14F-4D97-AF65-F5344CB8AC3E}">
        <p14:creationId xmlns:p14="http://schemas.microsoft.com/office/powerpoint/2010/main" val="227985790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7E058-E4A1-2D17-379A-D17AE8EB7D7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43FE3B5-CCED-531B-9D75-74B02F9FCCD3}"/>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42287C8D-C1EF-C053-7A75-739971CA7A2A}"/>
              </a:ext>
            </a:extLst>
          </p:cNvPr>
          <p:cNvGraphicFramePr>
            <a:graphicFrameLocks noGrp="1"/>
          </p:cNvGraphicFramePr>
          <p:nvPr>
            <p:extLst>
              <p:ext uri="{D42A27DB-BD31-4B8C-83A1-F6EECF244321}">
                <p14:modId xmlns:p14="http://schemas.microsoft.com/office/powerpoint/2010/main" val="890077922"/>
              </p:ext>
            </p:extLst>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15E655EB-CF46-A8D3-7818-966EECB3F463}"/>
              </a:ext>
            </a:extLst>
          </p:cNvPr>
          <p:cNvSpPr txBox="1"/>
          <p:nvPr/>
        </p:nvSpPr>
        <p:spPr>
          <a:xfrm>
            <a:off x="838200" y="1690688"/>
            <a:ext cx="2175147" cy="646331"/>
          </a:xfrm>
          <a:prstGeom prst="rect">
            <a:avLst/>
          </a:prstGeom>
          <a:noFill/>
        </p:spPr>
        <p:txBody>
          <a:bodyPr wrap="none" rtlCol="0">
            <a:spAutoFit/>
          </a:bodyPr>
          <a:lstStyle/>
          <a:p>
            <a:r>
              <a:rPr lang="en-GB" sz="3600" b="1" dirty="0">
                <a:solidFill>
                  <a:srgbClr val="7030A0"/>
                </a:solidFill>
              </a:rPr>
              <a:t>Table: Taxi</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E3BFB660-B402-AC52-ADE2-671F7DDCB522}"/>
              </a:ext>
            </a:extLst>
          </p:cNvPr>
          <p:cNvSpPr/>
          <p:nvPr/>
        </p:nvSpPr>
        <p:spPr>
          <a:xfrm>
            <a:off x="1359487" y="5322873"/>
            <a:ext cx="2240964" cy="546932"/>
          </a:xfrm>
          <a:prstGeom prst="callout2">
            <a:avLst>
              <a:gd name="adj1" fmla="val 49256"/>
              <a:gd name="adj2" fmla="val 1"/>
              <a:gd name="adj3" fmla="val 48675"/>
              <a:gd name="adj4" fmla="val -10470"/>
              <a:gd name="adj5" fmla="val -96714"/>
              <a:gd name="adj6" fmla="val -1034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a:t>
            </a:r>
            <a:endParaRPr lang="en-GB" sz="3200" b="1" dirty="0">
              <a:solidFill>
                <a:srgbClr val="7030A0"/>
              </a:solidFill>
            </a:endParaRPr>
          </a:p>
        </p:txBody>
      </p:sp>
      <p:graphicFrame>
        <p:nvGraphicFramePr>
          <p:cNvPr id="3" name="Table 2">
            <a:extLst>
              <a:ext uri="{FF2B5EF4-FFF2-40B4-BE49-F238E27FC236}">
                <a16:creationId xmlns:a16="http://schemas.microsoft.com/office/drawing/2014/main" id="{BF6C8320-3B62-7F41-0D45-F63A303F3AD5}"/>
              </a:ext>
            </a:extLst>
          </p:cNvPr>
          <p:cNvGraphicFramePr>
            <a:graphicFrameLocks noGrp="1"/>
          </p:cNvGraphicFramePr>
          <p:nvPr>
            <p:extLst>
              <p:ext uri="{D42A27DB-BD31-4B8C-83A1-F6EECF244321}">
                <p14:modId xmlns:p14="http://schemas.microsoft.com/office/powerpoint/2010/main" val="1948255901"/>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
        <p:nvSpPr>
          <p:cNvPr id="5" name="Keys">
            <a:extLst>
              <a:ext uri="{FF2B5EF4-FFF2-40B4-BE49-F238E27FC236}">
                <a16:creationId xmlns:a16="http://schemas.microsoft.com/office/drawing/2014/main" id="{30982C2F-1B07-2C27-F182-8D5B538204D3}"/>
              </a:ext>
            </a:extLst>
          </p:cNvPr>
          <p:cNvSpPr txBox="1"/>
          <p:nvPr/>
        </p:nvSpPr>
        <p:spPr>
          <a:xfrm>
            <a:off x="6436045" y="1690688"/>
            <a:ext cx="2163477" cy="646331"/>
          </a:xfrm>
          <a:prstGeom prst="rect">
            <a:avLst/>
          </a:prstGeom>
          <a:noFill/>
        </p:spPr>
        <p:txBody>
          <a:bodyPr wrap="none" rtlCol="0">
            <a:spAutoFit/>
          </a:bodyPr>
          <a:lstStyle/>
          <a:p>
            <a:r>
              <a:rPr lang="en-GB" sz="3600" b="1" dirty="0">
                <a:solidFill>
                  <a:srgbClr val="7030A0"/>
                </a:solidFill>
              </a:rPr>
              <a:t>Table: Trip</a:t>
            </a:r>
            <a:endParaRPr lang="en-GB" sz="3600" b="1" u="sng" dirty="0">
              <a:solidFill>
                <a:srgbClr val="7030A0"/>
              </a:solidFill>
            </a:endParaRPr>
          </a:p>
        </p:txBody>
      </p:sp>
      <p:sp>
        <p:nvSpPr>
          <p:cNvPr id="7" name="Callout: Bent Line with No Border 8">
            <a:extLst>
              <a:ext uri="{FF2B5EF4-FFF2-40B4-BE49-F238E27FC236}">
                <a16:creationId xmlns:a16="http://schemas.microsoft.com/office/drawing/2014/main" id="{0B778F1C-E849-D6D2-FE49-1A07B813AE62}"/>
              </a:ext>
            </a:extLst>
          </p:cNvPr>
          <p:cNvSpPr/>
          <p:nvPr/>
        </p:nvSpPr>
        <p:spPr>
          <a:xfrm flipH="1">
            <a:off x="203200" y="6014683"/>
            <a:ext cx="7369322" cy="546932"/>
          </a:xfrm>
          <a:prstGeom prst="callout2">
            <a:avLst>
              <a:gd name="adj1" fmla="val 50127"/>
              <a:gd name="adj2" fmla="val -82"/>
              <a:gd name="adj3" fmla="val 48892"/>
              <a:gd name="adj4" fmla="val -10060"/>
              <a:gd name="adj5" fmla="val -132706"/>
              <a:gd name="adj6" fmla="val -100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Foreign Key: </a:t>
            </a:r>
            <a:r>
              <a:rPr lang="en-GB" sz="3200" b="1" dirty="0">
                <a:solidFill>
                  <a:srgbClr val="7030A0"/>
                </a:solidFill>
              </a:rPr>
              <a:t>Primary Key of another table</a:t>
            </a:r>
          </a:p>
        </p:txBody>
      </p:sp>
      <p:sp>
        <p:nvSpPr>
          <p:cNvPr id="9" name="Callout: Bent Line with No Border 8">
            <a:extLst>
              <a:ext uri="{FF2B5EF4-FFF2-40B4-BE49-F238E27FC236}">
                <a16:creationId xmlns:a16="http://schemas.microsoft.com/office/drawing/2014/main" id="{0143EC99-5F2C-25C0-63F5-91FC5EFD8561}"/>
              </a:ext>
            </a:extLst>
          </p:cNvPr>
          <p:cNvSpPr/>
          <p:nvPr/>
        </p:nvSpPr>
        <p:spPr>
          <a:xfrm flipH="1">
            <a:off x="4224297" y="5322873"/>
            <a:ext cx="2240964" cy="546932"/>
          </a:xfrm>
          <a:prstGeom prst="callout2">
            <a:avLst>
              <a:gd name="adj1" fmla="val 50562"/>
              <a:gd name="adj2" fmla="val 55"/>
              <a:gd name="adj3" fmla="val 50634"/>
              <a:gd name="adj4" fmla="val -9938"/>
              <a:gd name="adj5" fmla="val -8476"/>
              <a:gd name="adj6" fmla="val -10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Primary Key</a:t>
            </a:r>
            <a:endParaRPr lang="en-GB" sz="3200" b="1" dirty="0">
              <a:solidFill>
                <a:srgbClr val="7030A0"/>
              </a:solidFill>
            </a:endParaRPr>
          </a:p>
        </p:txBody>
      </p:sp>
    </p:spTree>
    <p:extLst>
      <p:ext uri="{BB962C8B-B14F-4D97-AF65-F5344CB8AC3E}">
        <p14:creationId xmlns:p14="http://schemas.microsoft.com/office/powerpoint/2010/main" val="1018795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3">
                                            <p:txEl>
                                              <p:pRg st="0" end="0"/>
                                            </p:txEl>
                                          </p:spTgt>
                                        </p:tgtEl>
                                        <p:attrNameLst>
                                          <p:attrName>style.visibility</p:attrName>
                                        </p:attrNameLst>
                                      </p:cBhvr>
                                      <p:to>
                                        <p:strVal val="visible"/>
                                      </p:to>
                                    </p:set>
                                    <p:animEffect transition="in" filter="wipe(left)">
                                      <p:cBhvr>
                                        <p:cTn id="7" dur="1000"/>
                                        <p:tgtEl>
                                          <p:spTgt spid="23">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2000"/>
                                        <p:tgtEl>
                                          <p:spTgt spid="8"/>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txEl>
                                              <p:pRg st="0" end="0"/>
                                            </p:txEl>
                                          </p:spTgt>
                                        </p:tgtEl>
                                        <p:attrNameLst>
                                          <p:attrName>style.visibility</p:attrName>
                                        </p:attrNameLst>
                                      </p:cBhvr>
                                      <p:to>
                                        <p:strVal val="visible"/>
                                      </p:to>
                                    </p:set>
                                    <p:animEffect transition="in" filter="wipe(left)">
                                      <p:cBhvr>
                                        <p:cTn id="16" dur="1000"/>
                                        <p:tgtEl>
                                          <p:spTgt spid="5">
                                            <p:txEl>
                                              <p:pRg st="0" end="0"/>
                                            </p:txEl>
                                          </p:spTgt>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wipe(left)">
                                      <p:cBhvr>
                                        <p:cTn id="25" dur="2000"/>
                                        <p:tgtEl>
                                          <p:spTgt spid="2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20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4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5" grpId="0" uiExpand="1" build="p"/>
      <p:bldP spid="7" grpId="0" animBg="1"/>
      <p:bldP spid="9" grpId="0" animBg="1"/>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E86A5F8-9D2F-DB16-E2BA-5329BEDC9C7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0120949-EFD5-8A0F-E12D-5450647EB0E5}"/>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01009E7C-3343-7E78-A738-6B72AF88D957}"/>
              </a:ext>
            </a:extLst>
          </p:cNvPr>
          <p:cNvGraphicFramePr>
            <a:graphicFrameLocks noGrp="1"/>
          </p:cNvGraphicFramePr>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graphicFrame>
        <p:nvGraphicFramePr>
          <p:cNvPr id="3" name="Table 2">
            <a:extLst>
              <a:ext uri="{FF2B5EF4-FFF2-40B4-BE49-F238E27FC236}">
                <a16:creationId xmlns:a16="http://schemas.microsoft.com/office/drawing/2014/main" id="{C3005A74-E6D7-2B6B-4EA7-005BEE7621E9}"/>
              </a:ext>
            </a:extLst>
          </p:cNvPr>
          <p:cNvGraphicFramePr>
            <a:graphicFrameLocks noGrp="1"/>
          </p:cNvGraphicFramePr>
          <p:nvPr>
            <p:extLst>
              <p:ext uri="{D42A27DB-BD31-4B8C-83A1-F6EECF244321}">
                <p14:modId xmlns:p14="http://schemas.microsoft.com/office/powerpoint/2010/main" val="3116073464"/>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Tree>
    <p:extLst>
      <p:ext uri="{BB962C8B-B14F-4D97-AF65-F5344CB8AC3E}">
        <p14:creationId xmlns:p14="http://schemas.microsoft.com/office/powerpoint/2010/main" val="238036581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8BD93-1B88-24BD-91B5-9760F737906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7294DEE-B4CF-D499-E8FD-C32133FC7688}"/>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7339F5D7-E547-051B-8358-27ED8DD864DC}"/>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C718EF25-5E66-0EC0-D41D-E53FB2DD5A22}"/>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763FD95B-C871-A100-D5DF-AB0EF148E82E}"/>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09E0208B-192F-170B-23ED-09D5F9E4C9CD}"/>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FB7DE14A-DEFF-0A36-8296-2883E7534727}"/>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7E8DD76-82F5-EBED-53C5-A86AFF405E65}"/>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9B8B19A6-2260-2C61-6682-4E398288D9ED}"/>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DA71695C-75D6-7FA2-EDF7-663F16D6E33F}"/>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31322E0E-E674-A201-DDD8-064E9155D3FC}"/>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B87C0CC-A0A5-5425-34AA-7DC13A524165}"/>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F4AA4CDB-0909-672F-A034-B9BE7CD52B47}"/>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13FC6549-5292-849D-6638-4E2A62944BAD}"/>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89A5EB07-D890-D071-5C41-45A369B763B8}"/>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241636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97342570"/>
              </p:ext>
            </p:extLst>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26296195"/>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968717" y="2302842"/>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70149"/>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67983"/>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963255"/>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589626" y="2672174"/>
            <a:ext cx="804571"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94197" y="2672174"/>
            <a:ext cx="679999"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78517460"/>
              </p:ext>
            </p:extLst>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8" y="2747797"/>
            <a:ext cx="2480449" cy="584775"/>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Nonsense">
            <a:extLst>
              <a:ext uri="{FF2B5EF4-FFF2-40B4-BE49-F238E27FC236}">
                <a16:creationId xmlns:a16="http://schemas.microsoft.com/office/drawing/2014/main" id="{9EBF274B-66FC-4484-8533-22FFBDFC1CFA}"/>
              </a:ext>
            </a:extLst>
          </p:cNvPr>
          <p:cNvSpPr txBox="1"/>
          <p:nvPr/>
        </p:nvSpPr>
        <p:spPr>
          <a:xfrm>
            <a:off x="9175848" y="6199913"/>
            <a:ext cx="2480449" cy="646331"/>
          </a:xfrm>
          <a:prstGeom prst="rect">
            <a:avLst/>
          </a:prstGeom>
          <a:noFill/>
        </p:spPr>
        <p:txBody>
          <a:bodyPr wrap="square" rtlCol="0">
            <a:spAutoFit/>
          </a:bodyPr>
          <a:lstStyle/>
          <a:p>
            <a:pPr algn="ctr"/>
            <a:r>
              <a:rPr lang="en-GB" sz="3600" b="1" dirty="0">
                <a:solidFill>
                  <a:srgbClr val="FF0000"/>
                </a:solidFill>
              </a:rPr>
              <a:t>Nonsense!</a:t>
            </a:r>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51">
                                            <p:txEl>
                                              <p:pRg st="0" end="0"/>
                                            </p:txEl>
                                          </p:spTgt>
                                        </p:tgtEl>
                                        <p:attrNameLst>
                                          <p:attrName>style.visibility</p:attrName>
                                        </p:attrNameLst>
                                      </p:cBhvr>
                                      <p:to>
                                        <p:strVal val="visible"/>
                                      </p:to>
                                    </p:set>
                                    <p:animEffect transition="in" filter="wipe(left)">
                                      <p:cBhvr>
                                        <p:cTn id="61" dur="500"/>
                                        <p:tgtEl>
                                          <p:spTgt spid="51">
                                            <p:txEl>
                                              <p:pRg st="0" end="0"/>
                                            </p:txEl>
                                          </p:spTgt>
                                        </p:tgtEl>
                                      </p:cBhvr>
                                    </p:animEffect>
                                  </p:childTnLst>
                                </p:cTn>
                              </p:par>
                            </p:childTnLst>
                          </p:cTn>
                        </p:par>
                        <p:par>
                          <p:cTn id="62" fill="hold">
                            <p:stCondLst>
                              <p:cond delay="500"/>
                            </p:stCondLst>
                            <p:childTnLst>
                              <p:par>
                                <p:cTn id="63" presetID="22" presetClass="entr" presetSubtype="8" fill="hold" grpId="0" nodeType="afterEffect" nodePh="1">
                                  <p:stCondLst>
                                    <p:cond delay="0"/>
                                  </p:stCondLst>
                                  <p:endCondLst>
                                    <p:cond evt="begin" delay="0">
                                      <p:tn val="63"/>
                                    </p:cond>
                                  </p:endCondLst>
                                  <p:childTnLst>
                                    <p:set>
                                      <p:cBhvr>
                                        <p:cTn id="64" dur="1" fill="hold">
                                          <p:stCondLst>
                                            <p:cond delay="0"/>
                                          </p:stCondLst>
                                        </p:cTn>
                                        <p:tgtEl>
                                          <p:spTgt spid="54">
                                            <p:txEl>
                                              <p:pRg st="0" end="0"/>
                                            </p:txEl>
                                          </p:spTgt>
                                        </p:tgtEl>
                                        <p:attrNameLst>
                                          <p:attrName>style.visibility</p:attrName>
                                        </p:attrNameLst>
                                      </p:cBhvr>
                                      <p:to>
                                        <p:strVal val="visible"/>
                                      </p:to>
                                    </p:set>
                                    <p:animEffect transition="in" filter="wipe(left)">
                                      <p:cBhvr>
                                        <p:cTn id="65" dur="500"/>
                                        <p:tgtEl>
                                          <p:spTgt spid="54">
                                            <p:txEl>
                                              <p:pRg st="0" end="0"/>
                                            </p:txEl>
                                          </p:spTgt>
                                        </p:tgtEl>
                                      </p:cBhvr>
                                    </p:animEffect>
                                  </p:childTnLst>
                                </p:cTn>
                              </p:par>
                            </p:childTnLst>
                          </p:cTn>
                        </p:par>
                        <p:par>
                          <p:cTn id="66" fill="hold">
                            <p:stCondLst>
                              <p:cond delay="1000"/>
                            </p:stCondLst>
                            <p:childTnLst>
                              <p:par>
                                <p:cTn id="67" presetID="22" presetClass="entr" presetSubtype="8" fill="hold" grpId="0" nodeType="afterEffect">
                                  <p:stCondLst>
                                    <p:cond delay="0"/>
                                  </p:stCondLst>
                                  <p:childTnLst>
                                    <p:set>
                                      <p:cBhvr>
                                        <p:cTn id="68" dur="1" fill="hold">
                                          <p:stCondLst>
                                            <p:cond delay="0"/>
                                          </p:stCondLst>
                                        </p:cTn>
                                        <p:tgtEl>
                                          <p:spTgt spid="52">
                                            <p:txEl>
                                              <p:pRg st="0" end="0"/>
                                            </p:txEl>
                                          </p:spTgt>
                                        </p:tgtEl>
                                        <p:attrNameLst>
                                          <p:attrName>style.visibility</p:attrName>
                                        </p:attrNameLst>
                                      </p:cBhvr>
                                      <p:to>
                                        <p:strVal val="visible"/>
                                      </p:to>
                                    </p:set>
                                    <p:animEffect transition="in" filter="wipe(left)">
                                      <p:cBhvr>
                                        <p:cTn id="69" dur="500"/>
                                        <p:tgtEl>
                                          <p:spTgt spid="52">
                                            <p:txEl>
                                              <p:pRg st="0" end="0"/>
                                            </p:txEl>
                                          </p:spTgt>
                                        </p:tgtEl>
                                      </p:cBhvr>
                                    </p:animEffect>
                                  </p:childTnLst>
                                </p:cTn>
                              </p:par>
                            </p:childTnLst>
                          </p:cTn>
                        </p:par>
                        <p:par>
                          <p:cTn id="70" fill="hold">
                            <p:stCondLst>
                              <p:cond delay="1500"/>
                            </p:stCondLst>
                            <p:childTnLst>
                              <p:par>
                                <p:cTn id="71" presetID="22" presetClass="entr" presetSubtype="8" fill="hold" grpId="0" nodeType="afterEffect">
                                  <p:stCondLst>
                                    <p:cond delay="0"/>
                                  </p:stCondLst>
                                  <p:childTnLst>
                                    <p:set>
                                      <p:cBhvr>
                                        <p:cTn id="72" dur="1" fill="hold">
                                          <p:stCondLst>
                                            <p:cond delay="0"/>
                                          </p:stCondLst>
                                        </p:cTn>
                                        <p:tgtEl>
                                          <p:spTgt spid="53">
                                            <p:txEl>
                                              <p:pRg st="0" end="0"/>
                                            </p:txEl>
                                          </p:spTgt>
                                        </p:tgtEl>
                                        <p:attrNameLst>
                                          <p:attrName>style.visibility</p:attrName>
                                        </p:attrNameLst>
                                      </p:cBhvr>
                                      <p:to>
                                        <p:strVal val="visible"/>
                                      </p:to>
                                    </p:set>
                                    <p:animEffect transition="in" filter="wipe(left)">
                                      <p:cBhvr>
                                        <p:cTn id="73" dur="500"/>
                                        <p:tgtEl>
                                          <p:spTgt spid="53">
                                            <p:txEl>
                                              <p:pRg st="0" end="0"/>
                                            </p:txEl>
                                          </p:spTgt>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8" fill="hold" nodeType="clickEffect">
                                  <p:stCondLst>
                                    <p:cond delay="0"/>
                                  </p:stCondLst>
                                  <p:childTnLst>
                                    <p:set>
                                      <p:cBhvr>
                                        <p:cTn id="77" dur="1" fill="hold">
                                          <p:stCondLst>
                                            <p:cond delay="0"/>
                                          </p:stCondLst>
                                        </p:cTn>
                                        <p:tgtEl>
                                          <p:spTgt spid="23"/>
                                        </p:tgtEl>
                                        <p:attrNameLst>
                                          <p:attrName>style.visibility</p:attrName>
                                        </p:attrNameLst>
                                      </p:cBhvr>
                                      <p:to>
                                        <p:strVal val="visible"/>
                                      </p:to>
                                    </p:set>
                                    <p:animEffect transition="in" filter="wipe(left)">
                                      <p:cBhvr>
                                        <p:cTn id="78" dur="2000"/>
                                        <p:tgtEl>
                                          <p:spTgt spid="23"/>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xit" presetSubtype="8" fill="hold" grpId="1" nodeType="clickEffect">
                                  <p:stCondLst>
                                    <p:cond delay="0"/>
                                  </p:stCondLst>
                                  <p:childTnLst>
                                    <p:animEffect transition="out" filter="wipe(left)">
                                      <p:cBhvr>
                                        <p:cTn id="82" dur="500"/>
                                        <p:tgtEl>
                                          <p:spTgt spid="35"/>
                                        </p:tgtEl>
                                      </p:cBhvr>
                                    </p:animEffect>
                                    <p:set>
                                      <p:cBhvr>
                                        <p:cTn id="83" dur="1" fill="hold">
                                          <p:stCondLst>
                                            <p:cond delay="499"/>
                                          </p:stCondLst>
                                        </p:cTn>
                                        <p:tgtEl>
                                          <p:spTgt spid="35"/>
                                        </p:tgtEl>
                                        <p:attrNameLst>
                                          <p:attrName>style.visibility</p:attrName>
                                        </p:attrNameLst>
                                      </p:cBhvr>
                                      <p:to>
                                        <p:strVal val="hidden"/>
                                      </p:to>
                                    </p:se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31"/>
                                        </p:tgtEl>
                                        <p:attrNameLst>
                                          <p:attrName>style.visibility</p:attrName>
                                        </p:attrNameLst>
                                      </p:cBhvr>
                                      <p:to>
                                        <p:strVal val="visible"/>
                                      </p:to>
                                    </p:set>
                                    <p:animEffect transition="in" filter="wipe(left)">
                                      <p:cBhvr>
                                        <p:cTn id="87" dur="1000"/>
                                        <p:tgtEl>
                                          <p:spTgt spid="31"/>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25"/>
                                        </p:tgtEl>
                                        <p:attrNameLst>
                                          <p:attrName>style.visibility</p:attrName>
                                        </p:attrNameLst>
                                      </p:cBhvr>
                                      <p:to>
                                        <p:strVal val="visible"/>
                                      </p:to>
                                    </p:set>
                                    <p:animEffect transition="in" filter="wipe(left)">
                                      <p:cBhvr>
                                        <p:cTn id="92" dur="500"/>
                                        <p:tgtEl>
                                          <p:spTgt spid="25"/>
                                        </p:tgtEl>
                                      </p:cBhvr>
                                    </p:animEffect>
                                  </p:childTnLst>
                                </p:cTn>
                              </p:par>
                            </p:childTnLst>
                          </p:cTn>
                        </p:par>
                        <p:par>
                          <p:cTn id="93" fill="hold">
                            <p:stCondLst>
                              <p:cond delay="500"/>
                            </p:stCondLst>
                            <p:childTnLst>
                              <p:par>
                                <p:cTn id="94" presetID="22" presetClass="entr" presetSubtype="1" fill="hold" nodeType="afterEffect">
                                  <p:stCondLst>
                                    <p:cond delay="0"/>
                                  </p:stCondLst>
                                  <p:childTnLst>
                                    <p:set>
                                      <p:cBhvr>
                                        <p:cTn id="95" dur="1" fill="hold">
                                          <p:stCondLst>
                                            <p:cond delay="0"/>
                                          </p:stCondLst>
                                        </p:cTn>
                                        <p:tgtEl>
                                          <p:spTgt spid="5"/>
                                        </p:tgtEl>
                                        <p:attrNameLst>
                                          <p:attrName>style.visibility</p:attrName>
                                        </p:attrNameLst>
                                      </p:cBhvr>
                                      <p:to>
                                        <p:strVal val="visible"/>
                                      </p:to>
                                    </p:set>
                                    <p:animEffect transition="in" filter="wipe(up)">
                                      <p:cBhvr>
                                        <p:cTn id="96" dur="500"/>
                                        <p:tgtEl>
                                          <p:spTgt spid="5"/>
                                        </p:tgtEl>
                                      </p:cBhvr>
                                    </p:animEffect>
                                  </p:childTnLst>
                                </p:cTn>
                              </p:par>
                            </p:childTnLst>
                          </p:cTn>
                        </p:par>
                        <p:par>
                          <p:cTn id="97" fill="hold">
                            <p:stCondLst>
                              <p:cond delay="1000"/>
                            </p:stCondLst>
                            <p:childTnLst>
                              <p:par>
                                <p:cTn id="98" presetID="22" presetClass="entr" presetSubtype="1" fill="hold" grpId="0" nodeType="after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wipe(up)">
                                      <p:cBhvr>
                                        <p:cTn id="100" dur="1500"/>
                                        <p:tgtEl>
                                          <p:spTgt spid="29"/>
                                        </p:tgtEl>
                                      </p:cBhvr>
                                    </p:animEffect>
                                  </p:childTnLst>
                                </p:cTn>
                              </p:par>
                            </p:childTnLst>
                          </p:cTn>
                        </p:par>
                        <p:par>
                          <p:cTn id="101" fill="hold">
                            <p:stCondLst>
                              <p:cond delay="2500"/>
                            </p:stCondLst>
                            <p:childTnLst>
                              <p:par>
                                <p:cTn id="102" presetID="22" presetClass="entr" presetSubtype="1" fill="hold" nodeType="afterEffect">
                                  <p:stCondLst>
                                    <p:cond delay="0"/>
                                  </p:stCondLst>
                                  <p:childTnLst>
                                    <p:set>
                                      <p:cBhvr>
                                        <p:cTn id="103" dur="1" fill="hold">
                                          <p:stCondLst>
                                            <p:cond delay="0"/>
                                          </p:stCondLst>
                                        </p:cTn>
                                        <p:tgtEl>
                                          <p:spTgt spid="9"/>
                                        </p:tgtEl>
                                        <p:attrNameLst>
                                          <p:attrName>style.visibility</p:attrName>
                                        </p:attrNameLst>
                                      </p:cBhvr>
                                      <p:to>
                                        <p:strVal val="visible"/>
                                      </p:to>
                                    </p:set>
                                    <p:animEffect transition="in" filter="wipe(up)">
                                      <p:cBhvr>
                                        <p:cTn id="104" dur="500"/>
                                        <p:tgtEl>
                                          <p:spTgt spid="9"/>
                                        </p:tgtEl>
                                      </p:cBhvr>
                                    </p:animEffect>
                                  </p:childTnLst>
                                </p:cTn>
                              </p:par>
                            </p:childTnLst>
                          </p:cTn>
                        </p:par>
                        <p:par>
                          <p:cTn id="105" fill="hold">
                            <p:stCondLst>
                              <p:cond delay="3000"/>
                            </p:stCondLst>
                            <p:childTnLst>
                              <p:par>
                                <p:cTn id="106" presetID="22" presetClass="entr" presetSubtype="1" fill="hold" grpId="0" nodeType="afterEffect">
                                  <p:stCondLst>
                                    <p:cond delay="0"/>
                                  </p:stCondLst>
                                  <p:childTnLst>
                                    <p:set>
                                      <p:cBhvr>
                                        <p:cTn id="107" dur="1" fill="hold">
                                          <p:stCondLst>
                                            <p:cond delay="0"/>
                                          </p:stCondLst>
                                        </p:cTn>
                                        <p:tgtEl>
                                          <p:spTgt spid="30"/>
                                        </p:tgtEl>
                                        <p:attrNameLst>
                                          <p:attrName>style.visibility</p:attrName>
                                        </p:attrNameLst>
                                      </p:cBhvr>
                                      <p:to>
                                        <p:strVal val="visible"/>
                                      </p:to>
                                    </p:set>
                                    <p:animEffect transition="in" filter="wipe(up)">
                                      <p:cBhvr>
                                        <p:cTn id="108" dur="1500"/>
                                        <p:tgtEl>
                                          <p:spTgt spid="30"/>
                                        </p:tgtEl>
                                      </p:cBhvr>
                                    </p:animEffect>
                                  </p:childTnLst>
                                </p:cTn>
                              </p:par>
                            </p:childTnLst>
                          </p:cTn>
                        </p:par>
                      </p:childTnLst>
                    </p:cTn>
                  </p:par>
                  <p:par>
                    <p:cTn id="109" fill="hold">
                      <p:stCondLst>
                        <p:cond delay="indefinite"/>
                      </p:stCondLst>
                      <p:childTnLst>
                        <p:par>
                          <p:cTn id="110" fill="hold">
                            <p:stCondLst>
                              <p:cond delay="0"/>
                            </p:stCondLst>
                            <p:childTnLst>
                              <p:par>
                                <p:cTn id="111" presetID="22" presetClass="exit" presetSubtype="8" fill="hold" grpId="1" nodeType="clickEffect">
                                  <p:stCondLst>
                                    <p:cond delay="0"/>
                                  </p:stCondLst>
                                  <p:childTnLst>
                                    <p:animEffect transition="out" filter="wipe(left)">
                                      <p:cBhvr>
                                        <p:cTn id="112" dur="500"/>
                                        <p:tgtEl>
                                          <p:spTgt spid="31"/>
                                        </p:tgtEl>
                                      </p:cBhvr>
                                    </p:animEffect>
                                    <p:set>
                                      <p:cBhvr>
                                        <p:cTn id="113" dur="1" fill="hold">
                                          <p:stCondLst>
                                            <p:cond delay="499"/>
                                          </p:stCondLst>
                                        </p:cTn>
                                        <p:tgtEl>
                                          <p:spTgt spid="31"/>
                                        </p:tgtEl>
                                        <p:attrNameLst>
                                          <p:attrName>style.visibility</p:attrName>
                                        </p:attrNameLst>
                                      </p:cBhvr>
                                      <p:to>
                                        <p:strVal val="hidden"/>
                                      </p:to>
                                    </p:set>
                                  </p:childTnLst>
                                </p:cTn>
                              </p:par>
                            </p:childTnLst>
                          </p:cTn>
                        </p:par>
                        <p:par>
                          <p:cTn id="114" fill="hold">
                            <p:stCondLst>
                              <p:cond delay="500"/>
                            </p:stCondLst>
                            <p:childTnLst>
                              <p:par>
                                <p:cTn id="115" presetID="22" presetClass="entr" presetSubtype="8" fill="hold" grpId="0" nodeType="afterEffect">
                                  <p:stCondLst>
                                    <p:cond delay="0"/>
                                  </p:stCondLst>
                                  <p:childTnLst>
                                    <p:set>
                                      <p:cBhvr>
                                        <p:cTn id="116" dur="1" fill="hold">
                                          <p:stCondLst>
                                            <p:cond delay="0"/>
                                          </p:stCondLst>
                                        </p:cTn>
                                        <p:tgtEl>
                                          <p:spTgt spid="32"/>
                                        </p:tgtEl>
                                        <p:attrNameLst>
                                          <p:attrName>style.visibility</p:attrName>
                                        </p:attrNameLst>
                                      </p:cBhvr>
                                      <p:to>
                                        <p:strVal val="visible"/>
                                      </p:to>
                                    </p:set>
                                    <p:animEffect transition="in" filter="wipe(left)">
                                      <p:cBhvr>
                                        <p:cTn id="117" dur="500"/>
                                        <p:tgtEl>
                                          <p:spTgt spid="32"/>
                                        </p:tgtEl>
                                      </p:cBhvr>
                                    </p:animEffect>
                                  </p:childTnLst>
                                </p:cTn>
                              </p:par>
                            </p:childTnLst>
                          </p:cTn>
                        </p:par>
                        <p:par>
                          <p:cTn id="118" fill="hold">
                            <p:stCondLst>
                              <p:cond delay="10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20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par>
                    <p:cTn id="126" fill="hold">
                      <p:stCondLst>
                        <p:cond delay="indefinite"/>
                      </p:stCondLst>
                      <p:childTnLst>
                        <p:par>
                          <p:cTn id="127" fill="hold">
                            <p:stCondLst>
                              <p:cond delay="0"/>
                            </p:stCondLst>
                            <p:childTnLst>
                              <p:par>
                                <p:cTn id="128" presetID="10" presetClass="entr" presetSubtype="0" fill="hold" grpId="0" nodeType="clickEffect">
                                  <p:stCondLst>
                                    <p:cond delay="0"/>
                                  </p:stCondLst>
                                  <p:childTnLst>
                                    <p:set>
                                      <p:cBhvr>
                                        <p:cTn id="129" dur="1" fill="hold">
                                          <p:stCondLst>
                                            <p:cond delay="0"/>
                                          </p:stCondLst>
                                        </p:cTn>
                                        <p:tgtEl>
                                          <p:spTgt spid="26"/>
                                        </p:tgtEl>
                                        <p:attrNameLst>
                                          <p:attrName>style.visibility</p:attrName>
                                        </p:attrNameLst>
                                      </p:cBhvr>
                                      <p:to>
                                        <p:strVal val="visible"/>
                                      </p:to>
                                    </p:set>
                                    <p:animEffect transition="in" filter="fade">
                                      <p:cBhvr>
                                        <p:cTn id="130" dur="2000"/>
                                        <p:tgtEl>
                                          <p:spTgt spid="26"/>
                                        </p:tgtEl>
                                      </p:cBhvr>
                                    </p:animEffect>
                                  </p:childTnLst>
                                </p:cTn>
                              </p:par>
                              <p:par>
                                <p:cTn id="131" presetID="45" presetClass="entr" presetSubtype="0" fill="hold" grpId="0" nodeType="withEffect">
                                  <p:stCondLst>
                                    <p:cond delay="0"/>
                                  </p:stCondLst>
                                  <p:childTnLst>
                                    <p:set>
                                      <p:cBhvr>
                                        <p:cTn id="132" dur="1" fill="hold">
                                          <p:stCondLst>
                                            <p:cond delay="0"/>
                                          </p:stCondLst>
                                        </p:cTn>
                                        <p:tgtEl>
                                          <p:spTgt spid="7"/>
                                        </p:tgtEl>
                                        <p:attrNameLst>
                                          <p:attrName>style.visibility</p:attrName>
                                        </p:attrNameLst>
                                      </p:cBhvr>
                                      <p:to>
                                        <p:strVal val="visible"/>
                                      </p:to>
                                    </p:set>
                                    <p:animEffect transition="in" filter="fade">
                                      <p:cBhvr>
                                        <p:cTn id="133" dur="2000"/>
                                        <p:tgtEl>
                                          <p:spTgt spid="7"/>
                                        </p:tgtEl>
                                      </p:cBhvr>
                                    </p:animEffect>
                                    <p:anim calcmode="lin" valueType="num">
                                      <p:cBhvr>
                                        <p:cTn id="134" dur="2000" fill="hold"/>
                                        <p:tgtEl>
                                          <p:spTgt spid="7"/>
                                        </p:tgtEl>
                                        <p:attrNameLst>
                                          <p:attrName>ppt_w</p:attrName>
                                        </p:attrNameLst>
                                      </p:cBhvr>
                                      <p:tavLst>
                                        <p:tav tm="0" fmla="#ppt_w*sin(2.5*pi*$)">
                                          <p:val>
                                            <p:fltVal val="0"/>
                                          </p:val>
                                        </p:tav>
                                        <p:tav tm="100000">
                                          <p:val>
                                            <p:fltVal val="1"/>
                                          </p:val>
                                        </p:tav>
                                      </p:tavLst>
                                    </p:anim>
                                    <p:anim calcmode="lin" valueType="num">
                                      <p:cBhvr>
                                        <p:cTn id="135" dur="2000" fill="hold"/>
                                        <p:tgtEl>
                                          <p:spTgt spid="7"/>
                                        </p:tgtEl>
                                        <p:attrNameLst>
                                          <p:attrName>ppt_h</p:attrName>
                                        </p:attrNameLst>
                                      </p:cBhvr>
                                      <p:tavLst>
                                        <p:tav tm="0">
                                          <p:val>
                                            <p:strVal val="#ppt_h"/>
                                          </p:val>
                                        </p:tav>
                                        <p:tav tm="100000">
                                          <p:val>
                                            <p:strVal val="#ppt_h"/>
                                          </p:val>
                                        </p:tav>
                                      </p:tavLst>
                                    </p:anim>
                                  </p:childTnLst>
                                </p:cTn>
                              </p:par>
                            </p:childTnLst>
                          </p:cTn>
                        </p:par>
                        <p:par>
                          <p:cTn id="136" fill="hold">
                            <p:stCondLst>
                              <p:cond delay="2000"/>
                            </p:stCondLst>
                            <p:childTnLst>
                              <p:par>
                                <p:cTn id="137" presetID="10" presetClass="entr" presetSubtype="0" fill="hold" grpId="0" nodeType="afterEffect">
                                  <p:stCondLst>
                                    <p:cond delay="0"/>
                                  </p:stCondLst>
                                  <p:childTnLst>
                                    <p:set>
                                      <p:cBhvr>
                                        <p:cTn id="138" dur="1" fill="hold">
                                          <p:stCondLst>
                                            <p:cond delay="0"/>
                                          </p:stCondLst>
                                        </p:cTn>
                                        <p:tgtEl>
                                          <p:spTgt spid="33"/>
                                        </p:tgtEl>
                                        <p:attrNameLst>
                                          <p:attrName>style.visibility</p:attrName>
                                        </p:attrNameLst>
                                      </p:cBhvr>
                                      <p:to>
                                        <p:strVal val="visible"/>
                                      </p:to>
                                    </p:set>
                                    <p:animEffect transition="in" filter="fade">
                                      <p:cBhvr>
                                        <p:cTn id="139"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P spid="33" grpId="0"/>
    </p:bldLst>
  </p:timing>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61928418"/>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70149"/>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67983"/>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229626" y="2704073"/>
            <a:ext cx="1164571" cy="566076"/>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394197" y="2704073"/>
            <a:ext cx="1144042"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15795928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par>
                          <p:cTn id="43" fill="hold">
                            <p:stCondLst>
                              <p:cond delay="3000"/>
                            </p:stCondLst>
                            <p:childTnLst>
                              <p:par>
                                <p:cTn id="44" presetID="22" presetClass="entr" presetSubtype="8" fill="hold" grpId="0" nodeType="afterEffect">
                                  <p:stCondLst>
                                    <p:cond delay="0"/>
                                  </p:stCondLst>
                                  <p:childTnLst>
                                    <p:set>
                                      <p:cBhvr>
                                        <p:cTn id="45" dur="1" fill="hold">
                                          <p:stCondLst>
                                            <p:cond delay="0"/>
                                          </p:stCondLst>
                                        </p:cTn>
                                        <p:tgtEl>
                                          <p:spTgt spid="44"/>
                                        </p:tgtEl>
                                        <p:attrNameLst>
                                          <p:attrName>style.visibility</p:attrName>
                                        </p:attrNameLst>
                                      </p:cBhvr>
                                      <p:to>
                                        <p:strVal val="visible"/>
                                      </p:to>
                                    </p:set>
                                    <p:animEffect transition="in" filter="wipe(left)">
                                      <p:cBhvr>
                                        <p:cTn id="46" dur="1000"/>
                                        <p:tgtEl>
                                          <p:spTgt spid="44"/>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wipe(left)">
                                      <p:cBhvr>
                                        <p:cTn id="51" dur="2000"/>
                                        <p:tgtEl>
                                          <p:spTgt spid="23"/>
                                        </p:tgtEl>
                                      </p:cBhvr>
                                    </p:animEffect>
                                  </p:childTnLst>
                                </p:cTn>
                              </p:par>
                            </p:childTnLst>
                          </p:cTn>
                        </p:par>
                        <p:par>
                          <p:cTn id="52" fill="hold">
                            <p:stCondLst>
                              <p:cond delay="2000"/>
                            </p:stCondLst>
                            <p:childTnLst>
                              <p:par>
                                <p:cTn id="53" presetID="22" presetClass="entr" presetSubtype="1" fill="hold" nodeType="afterEffect">
                                  <p:stCondLst>
                                    <p:cond delay="0"/>
                                  </p:stCondLst>
                                  <p:childTnLst>
                                    <p:set>
                                      <p:cBhvr>
                                        <p:cTn id="54" dur="1" fill="hold">
                                          <p:stCondLst>
                                            <p:cond delay="0"/>
                                          </p:stCondLst>
                                        </p:cTn>
                                        <p:tgtEl>
                                          <p:spTgt spid="5"/>
                                        </p:tgtEl>
                                        <p:attrNameLst>
                                          <p:attrName>style.visibility</p:attrName>
                                        </p:attrNameLst>
                                      </p:cBhvr>
                                      <p:to>
                                        <p:strVal val="visible"/>
                                      </p:to>
                                    </p:set>
                                    <p:animEffect transition="in" filter="wipe(up)">
                                      <p:cBhvr>
                                        <p:cTn id="55" dur="500"/>
                                        <p:tgtEl>
                                          <p:spTgt spid="5"/>
                                        </p:tgtEl>
                                      </p:cBhvr>
                                    </p:animEffect>
                                  </p:childTnLst>
                                </p:cTn>
                              </p:par>
                            </p:childTnLst>
                          </p:cTn>
                        </p:par>
                        <p:par>
                          <p:cTn id="56" fill="hold">
                            <p:stCondLst>
                              <p:cond delay="2500"/>
                            </p:stCondLst>
                            <p:childTnLst>
                              <p:par>
                                <p:cTn id="57" presetID="22" presetClass="entr" presetSubtype="1"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wipe(up)">
                                      <p:cBhvr>
                                        <p:cTn id="59" dur="1500"/>
                                        <p:tgtEl>
                                          <p:spTgt spid="29"/>
                                        </p:tgtEl>
                                      </p:cBhvr>
                                    </p:animEffect>
                                  </p:childTnLst>
                                </p:cTn>
                              </p:par>
                            </p:childTnLst>
                          </p:cTn>
                        </p:par>
                        <p:par>
                          <p:cTn id="60" fill="hold">
                            <p:stCondLst>
                              <p:cond delay="4000"/>
                            </p:stCondLst>
                            <p:childTnLst>
                              <p:par>
                                <p:cTn id="61" presetID="22" presetClass="entr" presetSubtype="1" fill="hold" nodeType="afterEffect">
                                  <p:stCondLst>
                                    <p:cond delay="0"/>
                                  </p:stCondLst>
                                  <p:childTnLst>
                                    <p:set>
                                      <p:cBhvr>
                                        <p:cTn id="62" dur="1" fill="hold">
                                          <p:stCondLst>
                                            <p:cond delay="0"/>
                                          </p:stCondLst>
                                        </p:cTn>
                                        <p:tgtEl>
                                          <p:spTgt spid="9"/>
                                        </p:tgtEl>
                                        <p:attrNameLst>
                                          <p:attrName>style.visibility</p:attrName>
                                        </p:attrNameLst>
                                      </p:cBhvr>
                                      <p:to>
                                        <p:strVal val="visible"/>
                                      </p:to>
                                    </p:set>
                                    <p:animEffect transition="in" filter="wipe(up)">
                                      <p:cBhvr>
                                        <p:cTn id="63" dur="500"/>
                                        <p:tgtEl>
                                          <p:spTgt spid="9"/>
                                        </p:tgtEl>
                                      </p:cBhvr>
                                    </p:animEffect>
                                  </p:childTnLst>
                                </p:cTn>
                              </p:par>
                            </p:childTnLst>
                          </p:cTn>
                        </p:par>
                        <p:par>
                          <p:cTn id="64" fill="hold">
                            <p:stCondLst>
                              <p:cond delay="4500"/>
                            </p:stCondLst>
                            <p:childTnLst>
                              <p:par>
                                <p:cTn id="65" presetID="22" presetClass="entr" presetSubtype="1" fill="hold" grpId="0" nodeType="after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wipe(up)">
                                      <p:cBhvr>
                                        <p:cTn id="67" dur="1500"/>
                                        <p:tgtEl>
                                          <p:spTgt spid="30"/>
                                        </p:tgtEl>
                                      </p:cBhvr>
                                    </p:animEffect>
                                  </p:childTnLst>
                                </p:cTn>
                              </p:par>
                            </p:childTnLst>
                          </p:cTn>
                        </p:par>
                        <p:par>
                          <p:cTn id="68" fill="hold">
                            <p:stCondLst>
                              <p:cond delay="6000"/>
                            </p:stCondLst>
                            <p:childTnLst>
                              <p:par>
                                <p:cTn id="69" presetID="22" presetClass="entr" presetSubtype="8" fill="hold" grpId="0" nodeType="afterEffect">
                                  <p:stCondLst>
                                    <p:cond delay="0"/>
                                  </p:stCondLst>
                                  <p:childTnLst>
                                    <p:set>
                                      <p:cBhvr>
                                        <p:cTn id="70" dur="1" fill="hold">
                                          <p:stCondLst>
                                            <p:cond delay="0"/>
                                          </p:stCondLst>
                                        </p:cTn>
                                        <p:tgtEl>
                                          <p:spTgt spid="28"/>
                                        </p:tgtEl>
                                        <p:attrNameLst>
                                          <p:attrName>style.visibility</p:attrName>
                                        </p:attrNameLst>
                                      </p:cBhvr>
                                      <p:to>
                                        <p:strVal val="visible"/>
                                      </p:to>
                                    </p:set>
                                    <p:animEffect transition="in" filter="wipe(left)">
                                      <p:cBhvr>
                                        <p:cTn id="71" dur="1000"/>
                                        <p:tgtEl>
                                          <p:spTgt spid="28"/>
                                        </p:tgtEl>
                                      </p:cBhvr>
                                    </p:animEffect>
                                  </p:childTnLst>
                                </p:cTn>
                              </p:par>
                            </p:childTnLst>
                          </p:cTn>
                        </p:par>
                        <p:par>
                          <p:cTn id="72" fill="hold">
                            <p:stCondLst>
                              <p:cond delay="7000"/>
                            </p:stCondLst>
                            <p:childTnLst>
                              <p:par>
                                <p:cTn id="73" presetID="22" presetClass="entr" presetSubtype="8" fill="hold" nodeType="after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wipe(left)">
                                      <p:cBhvr>
                                        <p:cTn id="7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747055"/>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414445329"/>
              </p:ext>
            </p:extLst>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118541189"/>
              </p:ext>
            </p:extLst>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996155"/>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52832"/>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50667"/>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501968"/>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21300" y="2365487"/>
            <a:ext cx="998469" cy="1039681"/>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2365487"/>
            <a:ext cx="931931" cy="1039681"/>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3344836484"/>
              </p:ext>
            </p:extLst>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840418785"/>
              </p:ext>
            </p:extLst>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714401"/>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66373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678062"/>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685444"/>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4574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055" y="435172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45503" y="435172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324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055" y="494227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45503" y="494227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030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055" y="5820095"/>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45503" y="5820095"/>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Where">
            <a:extLst>
              <a:ext uri="{FF2B5EF4-FFF2-40B4-BE49-F238E27FC236}">
                <a16:creationId xmlns:a16="http://schemas.microsoft.com/office/drawing/2014/main" id="{D9C491AC-88F8-426C-A43D-B2F060D5E6AD}"/>
              </a:ext>
            </a:extLst>
          </p:cNvPr>
          <p:cNvSpPr txBox="1"/>
          <p:nvPr/>
        </p:nvSpPr>
        <p:spPr>
          <a:xfrm>
            <a:off x="5845106" y="2687757"/>
            <a:ext cx="908750" cy="369332"/>
          </a:xfrm>
          <a:prstGeom prst="rect">
            <a:avLst/>
          </a:prstGeom>
          <a:noFill/>
        </p:spPr>
        <p:txBody>
          <a:bodyPr wrap="square" rtlCol="0">
            <a:spAutoFit/>
          </a:bodyPr>
          <a:lstStyle/>
          <a:p>
            <a:pPr algn="ctr"/>
            <a:r>
              <a:rPr lang="en-GB" b="1" dirty="0"/>
              <a:t>WHERE</a:t>
            </a:r>
          </a:p>
        </p:txBody>
      </p:sp>
      <p:cxnSp>
        <p:nvCxnSpPr>
          <p:cNvPr id="8" name="Where Arrow - insurer">
            <a:extLst>
              <a:ext uri="{FF2B5EF4-FFF2-40B4-BE49-F238E27FC236}">
                <a16:creationId xmlns:a16="http://schemas.microsoft.com/office/drawing/2014/main" id="{82F3C0C0-627A-4352-B521-71A74C69D03B}"/>
              </a:ext>
            </a:extLst>
          </p:cNvPr>
          <p:cNvCxnSpPr>
            <a:cxnSpLocks/>
          </p:cNvCxnSpPr>
          <p:nvPr/>
        </p:nvCxnSpPr>
        <p:spPr>
          <a:xfrm flipH="1">
            <a:off x="6208143" y="3058728"/>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9" name="Where Arrow - id">
            <a:extLst>
              <a:ext uri="{FF2B5EF4-FFF2-40B4-BE49-F238E27FC236}">
                <a16:creationId xmlns:a16="http://schemas.microsoft.com/office/drawing/2014/main" id="{B9A62A42-1BDC-4ED8-8925-BD8226428803}"/>
              </a:ext>
            </a:extLst>
          </p:cNvPr>
          <p:cNvCxnSpPr>
            <a:cxnSpLocks/>
          </p:cNvCxnSpPr>
          <p:nvPr/>
        </p:nvCxnSpPr>
        <p:spPr>
          <a:xfrm>
            <a:off x="6530573" y="3057089"/>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nodeType="afterEffect">
                                  <p:stCondLst>
                                    <p:cond delay="0"/>
                                  </p:stCondLst>
                                  <p:childTnLst>
                                    <p:set>
                                      <p:cBhvr>
                                        <p:cTn id="100" dur="1" fill="hold">
                                          <p:stCondLst>
                                            <p:cond delay="0"/>
                                          </p:stCondLst>
                                        </p:cTn>
                                        <p:tgtEl>
                                          <p:spTgt spid="8"/>
                                        </p:tgtEl>
                                        <p:attrNameLst>
                                          <p:attrName>style.visibility</p:attrName>
                                        </p:attrNameLst>
                                      </p:cBhvr>
                                      <p:to>
                                        <p:strVal val="visible"/>
                                      </p:to>
                                    </p:set>
                                    <p:animEffect transition="in" filter="wipe(up)">
                                      <p:cBhvr>
                                        <p:cTn id="101" dur="1000"/>
                                        <p:tgtEl>
                                          <p:spTgt spid="8"/>
                                        </p:tgtEl>
                                      </p:cBhvr>
                                    </p:animEffect>
                                  </p:childTnLst>
                                </p:cTn>
                              </p:par>
                              <p:par>
                                <p:cTn id="102" presetID="22" presetClass="entr" presetSubtype="1" fill="hold" nodeType="withEffect">
                                  <p:stCondLst>
                                    <p:cond delay="0"/>
                                  </p:stCondLst>
                                  <p:childTnLst>
                                    <p:set>
                                      <p:cBhvr>
                                        <p:cTn id="103" dur="1" fill="hold">
                                          <p:stCondLst>
                                            <p:cond delay="0"/>
                                          </p:stCondLst>
                                        </p:cTn>
                                        <p:tgtEl>
                                          <p:spTgt spid="49"/>
                                        </p:tgtEl>
                                        <p:attrNameLst>
                                          <p:attrName>style.visibility</p:attrName>
                                        </p:attrNameLst>
                                      </p:cBhvr>
                                      <p:to>
                                        <p:strVal val="visible"/>
                                      </p:to>
                                    </p:set>
                                    <p:animEffect transition="in" filter="wipe(up)">
                                      <p:cBhvr>
                                        <p:cTn id="104" dur="1000"/>
                                        <p:tgtEl>
                                          <p:spTgt spid="49"/>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ntr" presetSubtype="8" fill="hold" grpId="0" nodeType="clickEffect">
                                  <p:stCondLst>
                                    <p:cond delay="0"/>
                                  </p:stCondLst>
                                  <p:childTnLst>
                                    <p:set>
                                      <p:cBhvr>
                                        <p:cTn id="108" dur="1" fill="hold">
                                          <p:stCondLst>
                                            <p:cond delay="0"/>
                                          </p:stCondLst>
                                        </p:cTn>
                                        <p:tgtEl>
                                          <p:spTgt spid="38"/>
                                        </p:tgtEl>
                                        <p:attrNameLst>
                                          <p:attrName>style.visibility</p:attrName>
                                        </p:attrNameLst>
                                      </p:cBhvr>
                                      <p:to>
                                        <p:strVal val="visible"/>
                                      </p:to>
                                    </p:set>
                                    <p:animEffect transition="in" filter="wipe(left)">
                                      <p:cBhvr>
                                        <p:cTn id="109" dur="500"/>
                                        <p:tgtEl>
                                          <p:spTgt spid="38"/>
                                        </p:tgtEl>
                                      </p:cBhvr>
                                    </p:animEffec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7"/>
                                        </p:tgtEl>
                                        <p:attrNameLst>
                                          <p:attrName>style.visibility</p:attrName>
                                        </p:attrNameLst>
                                      </p:cBhvr>
                                      <p:to>
                                        <p:strVal val="visible"/>
                                      </p:to>
                                    </p:set>
                                    <p:animEffect transition="in" filter="wipe(left)">
                                      <p:cBhvr>
                                        <p:cTn id="113" dur="500"/>
                                        <p:tgtEl>
                                          <p:spTgt spid="37"/>
                                        </p:tgtEl>
                                      </p:cBhvr>
                                    </p:animEffect>
                                  </p:childTnLst>
                                </p:cTn>
                              </p:par>
                            </p:childTnLst>
                          </p:cTn>
                        </p:par>
                        <p:par>
                          <p:cTn id="114" fill="hold">
                            <p:stCondLst>
                              <p:cond delay="1000"/>
                            </p:stCondLst>
                            <p:childTnLst>
                              <p:par>
                                <p:cTn id="115" presetID="22" presetClass="entr" presetSubtype="8" fill="hold" grpId="0" nodeType="afterEffect">
                                  <p:stCondLst>
                                    <p:cond delay="0"/>
                                  </p:stCondLst>
                                  <p:childTnLst>
                                    <p:set>
                                      <p:cBhvr>
                                        <p:cTn id="116" dur="1" fill="hold">
                                          <p:stCondLst>
                                            <p:cond delay="0"/>
                                          </p:stCondLst>
                                        </p:cTn>
                                        <p:tgtEl>
                                          <p:spTgt spid="36"/>
                                        </p:tgtEl>
                                        <p:attrNameLst>
                                          <p:attrName>style.visibility</p:attrName>
                                        </p:attrNameLst>
                                      </p:cBhvr>
                                      <p:to>
                                        <p:strVal val="visible"/>
                                      </p:to>
                                    </p:set>
                                    <p:animEffect transition="in" filter="wipe(left)">
                                      <p:cBhvr>
                                        <p:cTn id="117" dur="1500"/>
                                        <p:tgtEl>
                                          <p:spTgt spid="36"/>
                                        </p:tgtEl>
                                      </p:cBhvr>
                                    </p:animEffect>
                                  </p:childTnLst>
                                </p:cTn>
                              </p:par>
                            </p:childTnLst>
                          </p:cTn>
                        </p:par>
                        <p:par>
                          <p:cTn id="118" fill="hold">
                            <p:stCondLst>
                              <p:cond delay="2500"/>
                            </p:stCondLst>
                            <p:childTnLst>
                              <p:par>
                                <p:cTn id="119" presetID="22" presetClass="entr" presetSubtype="8" fill="hold" grpId="0" nodeType="afterEffect">
                                  <p:stCondLst>
                                    <p:cond delay="0"/>
                                  </p:stCondLst>
                                  <p:childTnLst>
                                    <p:set>
                                      <p:cBhvr>
                                        <p:cTn id="120" dur="1" fill="hold">
                                          <p:stCondLst>
                                            <p:cond delay="0"/>
                                          </p:stCondLst>
                                        </p:cTn>
                                        <p:tgtEl>
                                          <p:spTgt spid="41"/>
                                        </p:tgtEl>
                                        <p:attrNameLst>
                                          <p:attrName>style.visibility</p:attrName>
                                        </p:attrNameLst>
                                      </p:cBhvr>
                                      <p:to>
                                        <p:strVal val="visible"/>
                                      </p:to>
                                    </p:set>
                                    <p:animEffect transition="in" filter="wipe(left)">
                                      <p:cBhvr>
                                        <p:cTn id="121" dur="500"/>
                                        <p:tgtEl>
                                          <p:spTgt spid="41"/>
                                        </p:tgtEl>
                                      </p:cBhvr>
                                    </p:animEffect>
                                  </p:childTnLst>
                                </p:cTn>
                              </p:par>
                            </p:childTnLst>
                          </p:cTn>
                        </p:par>
                        <p:par>
                          <p:cTn id="122" fill="hold">
                            <p:stCondLst>
                              <p:cond delay="3000"/>
                            </p:stCondLst>
                            <p:childTnLst>
                              <p:par>
                                <p:cTn id="123" presetID="22" presetClass="entr" presetSubtype="8" fill="hold" grpId="0" nodeType="afterEffect">
                                  <p:stCondLst>
                                    <p:cond delay="0"/>
                                  </p:stCondLst>
                                  <p:childTnLst>
                                    <p:set>
                                      <p:cBhvr>
                                        <p:cTn id="124" dur="1" fill="hold">
                                          <p:stCondLst>
                                            <p:cond delay="0"/>
                                          </p:stCondLst>
                                        </p:cTn>
                                        <p:tgtEl>
                                          <p:spTgt spid="40"/>
                                        </p:tgtEl>
                                        <p:attrNameLst>
                                          <p:attrName>style.visibility</p:attrName>
                                        </p:attrNameLst>
                                      </p:cBhvr>
                                      <p:to>
                                        <p:strVal val="visible"/>
                                      </p:to>
                                    </p:set>
                                    <p:animEffect transition="in" filter="wipe(left)">
                                      <p:cBhvr>
                                        <p:cTn id="125" dur="500"/>
                                        <p:tgtEl>
                                          <p:spTgt spid="40"/>
                                        </p:tgtEl>
                                      </p:cBhvr>
                                    </p:animEffect>
                                  </p:childTnLst>
                                </p:cTn>
                              </p:par>
                            </p:childTnLst>
                          </p:cTn>
                        </p:par>
                        <p:par>
                          <p:cTn id="126" fill="hold">
                            <p:stCondLst>
                              <p:cond delay="3500"/>
                            </p:stCondLst>
                            <p:childTnLst>
                              <p:par>
                                <p:cTn id="127" presetID="22" presetClass="entr" presetSubtype="8" fill="hold" grpId="0" nodeType="afterEffect">
                                  <p:stCondLst>
                                    <p:cond delay="0"/>
                                  </p:stCondLst>
                                  <p:childTnLst>
                                    <p:set>
                                      <p:cBhvr>
                                        <p:cTn id="128" dur="1" fill="hold">
                                          <p:stCondLst>
                                            <p:cond delay="0"/>
                                          </p:stCondLst>
                                        </p:cTn>
                                        <p:tgtEl>
                                          <p:spTgt spid="39"/>
                                        </p:tgtEl>
                                        <p:attrNameLst>
                                          <p:attrName>style.visibility</p:attrName>
                                        </p:attrNameLst>
                                      </p:cBhvr>
                                      <p:to>
                                        <p:strVal val="visible"/>
                                      </p:to>
                                    </p:set>
                                    <p:animEffect transition="in" filter="wipe(left)">
                                      <p:cBhvr>
                                        <p:cTn id="129" dur="1500"/>
                                        <p:tgtEl>
                                          <p:spTgt spid="39"/>
                                        </p:tgtEl>
                                      </p:cBhvr>
                                    </p:animEffect>
                                  </p:childTnLst>
                                </p:cTn>
                              </p:par>
                            </p:childTnLst>
                          </p:cTn>
                        </p:par>
                        <p:par>
                          <p:cTn id="130" fill="hold">
                            <p:stCondLst>
                              <p:cond delay="5000"/>
                            </p:stCondLst>
                            <p:childTnLst>
                              <p:par>
                                <p:cTn id="131" presetID="22" presetClass="entr" presetSubtype="8" fill="hold" grpId="0" nodeType="afterEffect">
                                  <p:stCondLst>
                                    <p:cond delay="0"/>
                                  </p:stCondLst>
                                  <p:childTnLst>
                                    <p:set>
                                      <p:cBhvr>
                                        <p:cTn id="132" dur="1" fill="hold">
                                          <p:stCondLst>
                                            <p:cond delay="0"/>
                                          </p:stCondLst>
                                        </p:cTn>
                                        <p:tgtEl>
                                          <p:spTgt spid="46"/>
                                        </p:tgtEl>
                                        <p:attrNameLst>
                                          <p:attrName>style.visibility</p:attrName>
                                        </p:attrNameLst>
                                      </p:cBhvr>
                                      <p:to>
                                        <p:strVal val="visible"/>
                                      </p:to>
                                    </p:set>
                                    <p:animEffect transition="in" filter="wipe(left)">
                                      <p:cBhvr>
                                        <p:cTn id="133" dur="500"/>
                                        <p:tgtEl>
                                          <p:spTgt spid="46"/>
                                        </p:tgtEl>
                                      </p:cBhvr>
                                    </p:animEffect>
                                  </p:childTnLst>
                                </p:cTn>
                              </p:par>
                            </p:childTnLst>
                          </p:cTn>
                        </p:par>
                        <p:par>
                          <p:cTn id="134" fill="hold">
                            <p:stCondLst>
                              <p:cond delay="5500"/>
                            </p:stCondLst>
                            <p:childTnLst>
                              <p:par>
                                <p:cTn id="135" presetID="22" presetClass="entr" presetSubtype="8" fill="hold" grpId="0" nodeType="afterEffect">
                                  <p:stCondLst>
                                    <p:cond delay="0"/>
                                  </p:stCondLst>
                                  <p:childTnLst>
                                    <p:set>
                                      <p:cBhvr>
                                        <p:cTn id="136" dur="1" fill="hold">
                                          <p:stCondLst>
                                            <p:cond delay="0"/>
                                          </p:stCondLst>
                                        </p:cTn>
                                        <p:tgtEl>
                                          <p:spTgt spid="45"/>
                                        </p:tgtEl>
                                        <p:attrNameLst>
                                          <p:attrName>style.visibility</p:attrName>
                                        </p:attrNameLst>
                                      </p:cBhvr>
                                      <p:to>
                                        <p:strVal val="visible"/>
                                      </p:to>
                                    </p:set>
                                    <p:animEffect transition="in" filter="wipe(left)">
                                      <p:cBhvr>
                                        <p:cTn id="137" dur="500"/>
                                        <p:tgtEl>
                                          <p:spTgt spid="45"/>
                                        </p:tgtEl>
                                      </p:cBhvr>
                                    </p:animEffect>
                                  </p:childTnLst>
                                </p:cTn>
                              </p:par>
                            </p:childTnLst>
                          </p:cTn>
                        </p:par>
                        <p:par>
                          <p:cTn id="138" fill="hold">
                            <p:stCondLst>
                              <p:cond delay="6000"/>
                            </p:stCondLst>
                            <p:childTnLst>
                              <p:par>
                                <p:cTn id="139" presetID="22" presetClass="entr" presetSubtype="8" fill="hold" grpId="0" nodeType="afterEffect">
                                  <p:stCondLst>
                                    <p:cond delay="0"/>
                                  </p:stCondLst>
                                  <p:childTnLst>
                                    <p:set>
                                      <p:cBhvr>
                                        <p:cTn id="140" dur="1" fill="hold">
                                          <p:stCondLst>
                                            <p:cond delay="0"/>
                                          </p:stCondLst>
                                        </p:cTn>
                                        <p:tgtEl>
                                          <p:spTgt spid="42"/>
                                        </p:tgtEl>
                                        <p:attrNameLst>
                                          <p:attrName>style.visibility</p:attrName>
                                        </p:attrNameLst>
                                      </p:cBhvr>
                                      <p:to>
                                        <p:strVal val="visible"/>
                                      </p:to>
                                    </p:set>
                                    <p:animEffect transition="in" filter="wipe(left)">
                                      <p:cBhvr>
                                        <p:cTn id="141" dur="1500"/>
                                        <p:tgtEl>
                                          <p:spTgt spid="42"/>
                                        </p:tgtEl>
                                      </p:cBhvr>
                                    </p:animEffect>
                                  </p:childTnLst>
                                </p:cTn>
                              </p:par>
                            </p:childTnLst>
                          </p:cTn>
                        </p:par>
                      </p:childTnLst>
                    </p:cTn>
                  </p:par>
                  <p:par>
                    <p:cTn id="142" fill="hold">
                      <p:stCondLst>
                        <p:cond delay="indefinite"/>
                      </p:stCondLst>
                      <p:childTnLst>
                        <p:par>
                          <p:cTn id="143" fill="hold">
                            <p:stCondLst>
                              <p:cond delay="0"/>
                            </p:stCondLst>
                            <p:childTnLst>
                              <p:par>
                                <p:cTn id="144" presetID="22" presetClass="exit" presetSubtype="8" fill="hold" grpId="1" nodeType="clickEffect">
                                  <p:stCondLst>
                                    <p:cond delay="0"/>
                                  </p:stCondLst>
                                  <p:childTnLst>
                                    <p:animEffect transition="out" filter="wipe(left)">
                                      <p:cBhvr>
                                        <p:cTn id="145" dur="500"/>
                                        <p:tgtEl>
                                          <p:spTgt spid="31"/>
                                        </p:tgtEl>
                                      </p:cBhvr>
                                    </p:animEffect>
                                    <p:set>
                                      <p:cBhvr>
                                        <p:cTn id="146" dur="1" fill="hold">
                                          <p:stCondLst>
                                            <p:cond delay="499"/>
                                          </p:stCondLst>
                                        </p:cTn>
                                        <p:tgtEl>
                                          <p:spTgt spid="31"/>
                                        </p:tgtEl>
                                        <p:attrNameLst>
                                          <p:attrName>style.visibility</p:attrName>
                                        </p:attrNameLst>
                                      </p:cBhvr>
                                      <p:to>
                                        <p:strVal val="hidden"/>
                                      </p:to>
                                    </p:set>
                                  </p:childTnLst>
                                </p:cTn>
                              </p:par>
                            </p:childTnLst>
                          </p:cTn>
                        </p:par>
                        <p:par>
                          <p:cTn id="147" fill="hold">
                            <p:stCondLst>
                              <p:cond delay="500"/>
                            </p:stCondLst>
                            <p:childTnLst>
                              <p:par>
                                <p:cTn id="148" presetID="22" presetClass="entr" presetSubtype="8" fill="hold" grpId="0" nodeType="afterEffect">
                                  <p:stCondLst>
                                    <p:cond delay="0"/>
                                  </p:stCondLst>
                                  <p:childTnLst>
                                    <p:set>
                                      <p:cBhvr>
                                        <p:cTn id="149" dur="1" fill="hold">
                                          <p:stCondLst>
                                            <p:cond delay="0"/>
                                          </p:stCondLst>
                                        </p:cTn>
                                        <p:tgtEl>
                                          <p:spTgt spid="26"/>
                                        </p:tgtEl>
                                        <p:attrNameLst>
                                          <p:attrName>style.visibility</p:attrName>
                                        </p:attrNameLst>
                                      </p:cBhvr>
                                      <p:to>
                                        <p:strVal val="visible"/>
                                      </p:to>
                                    </p:set>
                                    <p:animEffect transition="in" filter="wipe(left)">
                                      <p:cBhvr>
                                        <p:cTn id="150" dur="1000"/>
                                        <p:tgtEl>
                                          <p:spTgt spid="26"/>
                                        </p:tgtEl>
                                      </p:cBhvr>
                                    </p:animEffect>
                                  </p:childTnLst>
                                </p:cTn>
                              </p:par>
                            </p:childTnLst>
                          </p:cTn>
                        </p:par>
                      </p:childTnLst>
                    </p:cTn>
                  </p:par>
                  <p:par>
                    <p:cTn id="151" fill="hold">
                      <p:stCondLst>
                        <p:cond delay="indefinite"/>
                      </p:stCondLst>
                      <p:childTnLst>
                        <p:par>
                          <p:cTn id="152" fill="hold">
                            <p:stCondLst>
                              <p:cond delay="0"/>
                            </p:stCondLst>
                            <p:childTnLst>
                              <p:par>
                                <p:cTn id="153" presetID="22" presetClass="entr" presetSubtype="8" fill="hold" grpId="0" nodeType="clickEffect">
                                  <p:stCondLst>
                                    <p:cond delay="0"/>
                                  </p:stCondLst>
                                  <p:childTnLst>
                                    <p:set>
                                      <p:cBhvr>
                                        <p:cTn id="154" dur="1" fill="hold">
                                          <p:stCondLst>
                                            <p:cond delay="0"/>
                                          </p:stCondLst>
                                        </p:cTn>
                                        <p:tgtEl>
                                          <p:spTgt spid="25"/>
                                        </p:tgtEl>
                                        <p:attrNameLst>
                                          <p:attrName>style.visibility</p:attrName>
                                        </p:attrNameLst>
                                      </p:cBhvr>
                                      <p:to>
                                        <p:strVal val="visible"/>
                                      </p:to>
                                    </p:set>
                                    <p:animEffect transition="in" filter="wipe(left)">
                                      <p:cBhvr>
                                        <p:cTn id="155" dur="500"/>
                                        <p:tgtEl>
                                          <p:spTgt spid="25"/>
                                        </p:tgtEl>
                                      </p:cBhvr>
                                    </p:animEffect>
                                  </p:childTnLst>
                                </p:cTn>
                              </p:par>
                            </p:childTnLst>
                          </p:cTn>
                        </p:par>
                        <p:par>
                          <p:cTn id="156" fill="hold">
                            <p:stCondLst>
                              <p:cond delay="500"/>
                            </p:stCondLst>
                            <p:childTnLst>
                              <p:par>
                                <p:cTn id="157" presetID="22" presetClass="entr" presetSubtype="1" fill="hold" nodeType="afterEffect">
                                  <p:stCondLst>
                                    <p:cond delay="0"/>
                                  </p:stCondLst>
                                  <p:childTnLst>
                                    <p:set>
                                      <p:cBhvr>
                                        <p:cTn id="158" dur="1" fill="hold">
                                          <p:stCondLst>
                                            <p:cond delay="0"/>
                                          </p:stCondLst>
                                        </p:cTn>
                                        <p:tgtEl>
                                          <p:spTgt spid="5"/>
                                        </p:tgtEl>
                                        <p:attrNameLst>
                                          <p:attrName>style.visibility</p:attrName>
                                        </p:attrNameLst>
                                      </p:cBhvr>
                                      <p:to>
                                        <p:strVal val="visible"/>
                                      </p:to>
                                    </p:set>
                                    <p:animEffect transition="in" filter="wipe(up)">
                                      <p:cBhvr>
                                        <p:cTn id="159" dur="500"/>
                                        <p:tgtEl>
                                          <p:spTgt spid="5"/>
                                        </p:tgtEl>
                                      </p:cBhvr>
                                    </p:animEffect>
                                  </p:childTnLst>
                                </p:cTn>
                              </p:par>
                            </p:childTnLst>
                          </p:cTn>
                        </p:par>
                        <p:par>
                          <p:cTn id="160" fill="hold">
                            <p:stCondLst>
                              <p:cond delay="1000"/>
                            </p:stCondLst>
                            <p:childTnLst>
                              <p:par>
                                <p:cTn id="161" presetID="22" presetClass="entr" presetSubtype="1" fill="hold" grpId="0" nodeType="afterEffect">
                                  <p:stCondLst>
                                    <p:cond delay="0"/>
                                  </p:stCondLst>
                                  <p:childTnLst>
                                    <p:set>
                                      <p:cBhvr>
                                        <p:cTn id="162" dur="1" fill="hold">
                                          <p:stCondLst>
                                            <p:cond delay="0"/>
                                          </p:stCondLst>
                                        </p:cTn>
                                        <p:tgtEl>
                                          <p:spTgt spid="29"/>
                                        </p:tgtEl>
                                        <p:attrNameLst>
                                          <p:attrName>style.visibility</p:attrName>
                                        </p:attrNameLst>
                                      </p:cBhvr>
                                      <p:to>
                                        <p:strVal val="visible"/>
                                      </p:to>
                                    </p:set>
                                    <p:animEffect transition="in" filter="wipe(up)">
                                      <p:cBhvr>
                                        <p:cTn id="163" dur="1500"/>
                                        <p:tgtEl>
                                          <p:spTgt spid="29"/>
                                        </p:tgtEl>
                                      </p:cBhvr>
                                    </p:animEffect>
                                  </p:childTnLst>
                                </p:cTn>
                              </p:par>
                            </p:childTnLst>
                          </p:cTn>
                        </p:par>
                        <p:par>
                          <p:cTn id="164" fill="hold">
                            <p:stCondLst>
                              <p:cond delay="2500"/>
                            </p:stCondLst>
                            <p:childTnLst>
                              <p:par>
                                <p:cTn id="165" presetID="22" presetClass="entr" presetSubtype="1" fill="hold" nodeType="afterEffect">
                                  <p:stCondLst>
                                    <p:cond delay="0"/>
                                  </p:stCondLst>
                                  <p:childTnLst>
                                    <p:set>
                                      <p:cBhvr>
                                        <p:cTn id="166" dur="1" fill="hold">
                                          <p:stCondLst>
                                            <p:cond delay="0"/>
                                          </p:stCondLst>
                                        </p:cTn>
                                        <p:tgtEl>
                                          <p:spTgt spid="9"/>
                                        </p:tgtEl>
                                        <p:attrNameLst>
                                          <p:attrName>style.visibility</p:attrName>
                                        </p:attrNameLst>
                                      </p:cBhvr>
                                      <p:to>
                                        <p:strVal val="visible"/>
                                      </p:to>
                                    </p:set>
                                    <p:animEffect transition="in" filter="wipe(up)">
                                      <p:cBhvr>
                                        <p:cTn id="167" dur="500"/>
                                        <p:tgtEl>
                                          <p:spTgt spid="9"/>
                                        </p:tgtEl>
                                      </p:cBhvr>
                                    </p:animEffect>
                                  </p:childTnLst>
                                </p:cTn>
                              </p:par>
                            </p:childTnLst>
                          </p:cTn>
                        </p:par>
                        <p:par>
                          <p:cTn id="168" fill="hold">
                            <p:stCondLst>
                              <p:cond delay="3000"/>
                            </p:stCondLst>
                            <p:childTnLst>
                              <p:par>
                                <p:cTn id="169" presetID="22" presetClass="entr" presetSubtype="1" fill="hold" grpId="0" nodeType="afterEffect">
                                  <p:stCondLst>
                                    <p:cond delay="0"/>
                                  </p:stCondLst>
                                  <p:childTnLst>
                                    <p:set>
                                      <p:cBhvr>
                                        <p:cTn id="170" dur="1" fill="hold">
                                          <p:stCondLst>
                                            <p:cond delay="0"/>
                                          </p:stCondLst>
                                        </p:cTn>
                                        <p:tgtEl>
                                          <p:spTgt spid="30"/>
                                        </p:tgtEl>
                                        <p:attrNameLst>
                                          <p:attrName>style.visibility</p:attrName>
                                        </p:attrNameLst>
                                      </p:cBhvr>
                                      <p:to>
                                        <p:strVal val="visible"/>
                                      </p:to>
                                    </p:set>
                                    <p:animEffect transition="in" filter="wipe(up)">
                                      <p:cBhvr>
                                        <p:cTn id="171" dur="1500"/>
                                        <p:tgtEl>
                                          <p:spTgt spid="30"/>
                                        </p:tgtEl>
                                      </p:cBhvr>
                                    </p:animEffect>
                                  </p:childTnLst>
                                </p:cTn>
                              </p:par>
                            </p:childTnLst>
                          </p:cTn>
                        </p:par>
                      </p:childTnLst>
                    </p:cTn>
                  </p:par>
                  <p:par>
                    <p:cTn id="172" fill="hold">
                      <p:stCondLst>
                        <p:cond delay="indefinite"/>
                      </p:stCondLst>
                      <p:childTnLst>
                        <p:par>
                          <p:cTn id="173" fill="hold">
                            <p:stCondLst>
                              <p:cond delay="0"/>
                            </p:stCondLst>
                            <p:childTnLst>
                              <p:par>
                                <p:cTn id="174" presetID="22" presetClass="exit" presetSubtype="8" fill="hold" grpId="1" nodeType="clickEffect">
                                  <p:stCondLst>
                                    <p:cond delay="0"/>
                                  </p:stCondLst>
                                  <p:childTnLst>
                                    <p:animEffect transition="out" filter="wipe(left)">
                                      <p:cBhvr>
                                        <p:cTn id="175" dur="500"/>
                                        <p:tgtEl>
                                          <p:spTgt spid="26"/>
                                        </p:tgtEl>
                                      </p:cBhvr>
                                    </p:animEffect>
                                    <p:set>
                                      <p:cBhvr>
                                        <p:cTn id="176" dur="1" fill="hold">
                                          <p:stCondLst>
                                            <p:cond delay="499"/>
                                          </p:stCondLst>
                                        </p:cTn>
                                        <p:tgtEl>
                                          <p:spTgt spid="26"/>
                                        </p:tgtEl>
                                        <p:attrNameLst>
                                          <p:attrName>style.visibility</p:attrName>
                                        </p:attrNameLst>
                                      </p:cBhvr>
                                      <p:to>
                                        <p:strVal val="hidden"/>
                                      </p:to>
                                    </p:set>
                                  </p:childTnLst>
                                </p:cTn>
                              </p:par>
                            </p:childTnLst>
                          </p:cTn>
                        </p:par>
                        <p:par>
                          <p:cTn id="177" fill="hold">
                            <p:stCondLst>
                              <p:cond delay="500"/>
                            </p:stCondLst>
                            <p:childTnLst>
                              <p:par>
                                <p:cTn id="178" presetID="22" presetClass="entr" presetSubtype="8" fill="hold" grpId="0" nodeType="afterEffect">
                                  <p:stCondLst>
                                    <p:cond delay="0"/>
                                  </p:stCondLst>
                                  <p:childTnLst>
                                    <p:set>
                                      <p:cBhvr>
                                        <p:cTn id="179" dur="1" fill="hold">
                                          <p:stCondLst>
                                            <p:cond delay="0"/>
                                          </p:stCondLst>
                                        </p:cTn>
                                        <p:tgtEl>
                                          <p:spTgt spid="32"/>
                                        </p:tgtEl>
                                        <p:attrNameLst>
                                          <p:attrName>style.visibility</p:attrName>
                                        </p:attrNameLst>
                                      </p:cBhvr>
                                      <p:to>
                                        <p:strVal val="visible"/>
                                      </p:to>
                                    </p:set>
                                    <p:animEffect transition="in" filter="wipe(left)">
                                      <p:cBhvr>
                                        <p:cTn id="180" dur="500"/>
                                        <p:tgtEl>
                                          <p:spTgt spid="32"/>
                                        </p:tgtEl>
                                      </p:cBhvr>
                                    </p:animEffect>
                                  </p:childTnLst>
                                </p:cTn>
                              </p:par>
                            </p:childTnLst>
                          </p:cTn>
                        </p:par>
                        <p:par>
                          <p:cTn id="181" fill="hold">
                            <p:stCondLst>
                              <p:cond delay="1000"/>
                            </p:stCondLst>
                            <p:childTnLst>
                              <p:par>
                                <p:cTn id="182" presetID="22" presetClass="entr" presetSubtype="8" fill="hold" grpId="0" nodeType="afterEffect">
                                  <p:stCondLst>
                                    <p:cond delay="0"/>
                                  </p:stCondLst>
                                  <p:childTnLst>
                                    <p:set>
                                      <p:cBhvr>
                                        <p:cTn id="183" dur="1" fill="hold">
                                          <p:stCondLst>
                                            <p:cond delay="0"/>
                                          </p:stCondLst>
                                        </p:cTn>
                                        <p:tgtEl>
                                          <p:spTgt spid="28"/>
                                        </p:tgtEl>
                                        <p:attrNameLst>
                                          <p:attrName>style.visibility</p:attrName>
                                        </p:attrNameLst>
                                      </p:cBhvr>
                                      <p:to>
                                        <p:strVal val="visible"/>
                                      </p:to>
                                    </p:set>
                                    <p:animEffect transition="in" filter="wipe(left)">
                                      <p:cBhvr>
                                        <p:cTn id="184" dur="1000"/>
                                        <p:tgtEl>
                                          <p:spTgt spid="28"/>
                                        </p:tgtEl>
                                      </p:cBhvr>
                                    </p:animEffect>
                                  </p:childTnLst>
                                </p:cTn>
                              </p:par>
                            </p:childTnLst>
                          </p:cTn>
                        </p:par>
                        <p:par>
                          <p:cTn id="185" fill="hold">
                            <p:stCondLst>
                              <p:cond delay="2000"/>
                            </p:stCondLst>
                            <p:childTnLst>
                              <p:par>
                                <p:cTn id="186" presetID="22" presetClass="entr" presetSubtype="8" fill="hold" nodeType="afterEffect">
                                  <p:stCondLst>
                                    <p:cond delay="0"/>
                                  </p:stCondLst>
                                  <p:childTnLst>
                                    <p:set>
                                      <p:cBhvr>
                                        <p:cTn id="187" dur="1" fill="hold">
                                          <p:stCondLst>
                                            <p:cond delay="0"/>
                                          </p:stCondLst>
                                        </p:cTn>
                                        <p:tgtEl>
                                          <p:spTgt spid="43"/>
                                        </p:tgtEl>
                                        <p:attrNameLst>
                                          <p:attrName>style.visibility</p:attrName>
                                        </p:attrNameLst>
                                      </p:cBhvr>
                                      <p:to>
                                        <p:strVal val="visible"/>
                                      </p:to>
                                    </p:set>
                                    <p:animEffect transition="in" filter="wipe(left)">
                                      <p:cBhvr>
                                        <p:cTn id="18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36" grpId="0" animBg="1"/>
      <p:bldP spid="37" grpId="0" animBg="1"/>
      <p:bldP spid="38" grpId="0" animBg="1"/>
      <p:bldP spid="39" grpId="0" animBg="1"/>
      <p:bldP spid="40" grpId="0" animBg="1"/>
      <p:bldP spid="41" grpId="0" animBg="1"/>
      <p:bldP spid="42" grpId="0" animBg="1"/>
      <p:bldP spid="45" grpId="0" animBg="1"/>
      <p:bldP spid="46" grpId="0" animBg="1"/>
      <p:bldP spid="48" grpId="0"/>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29648"/>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27483"/>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2365487"/>
            <a:ext cx="966553" cy="1014328"/>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2365487"/>
            <a:ext cx="881143" cy="1006058"/>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4574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055" y="435172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45503" y="435172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324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055" y="494227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45503" y="494227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030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055" y="5820095"/>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45503" y="5820095"/>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Where Arrow - insurer">
            <a:extLst>
              <a:ext uri="{FF2B5EF4-FFF2-40B4-BE49-F238E27FC236}">
                <a16:creationId xmlns:a16="http://schemas.microsoft.com/office/drawing/2014/main" id="{82F3C0C0-627A-4352-B521-71A74C69D03B}"/>
              </a:ext>
            </a:extLst>
          </p:cNvPr>
          <p:cNvCxnSpPr>
            <a:cxnSpLocks/>
          </p:cNvCxnSpPr>
          <p:nvPr/>
        </p:nvCxnSpPr>
        <p:spPr>
          <a:xfrm flipH="1">
            <a:off x="6208143" y="3058728"/>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9" name="Where Arrow - id">
            <a:extLst>
              <a:ext uri="{FF2B5EF4-FFF2-40B4-BE49-F238E27FC236}">
                <a16:creationId xmlns:a16="http://schemas.microsoft.com/office/drawing/2014/main" id="{B9A62A42-1BDC-4ED8-8925-BD8226428803}"/>
              </a:ext>
            </a:extLst>
          </p:cNvPr>
          <p:cNvCxnSpPr>
            <a:cxnSpLocks/>
          </p:cNvCxnSpPr>
          <p:nvPr/>
        </p:nvCxnSpPr>
        <p:spPr>
          <a:xfrm>
            <a:off x="6530573" y="3057089"/>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3418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44"/>
                                        </p:tgtEl>
                                        <p:attrNameLst>
                                          <p:attrName>style.visibility</p:attrName>
                                        </p:attrNameLst>
                                      </p:cBhvr>
                                      <p:to>
                                        <p:strVal val="visible"/>
                                      </p:to>
                                    </p:set>
                                    <p:animEffect transition="in" filter="wipe(left)">
                                      <p:cBhvr>
                                        <p:cTn id="53" dur="1000"/>
                                        <p:tgtEl>
                                          <p:spTgt spid="44"/>
                                        </p:tgtEl>
                                      </p:cBhvr>
                                    </p:animEffect>
                                  </p:childTnLst>
                                </p:cTn>
                              </p:par>
                            </p:childTnLst>
                          </p:cTn>
                        </p:par>
                        <p:par>
                          <p:cTn id="54" fill="hold">
                            <p:stCondLst>
                              <p:cond delay="5000"/>
                            </p:stCondLst>
                            <p:childTnLst>
                              <p:par>
                                <p:cTn id="55" presetID="22" presetClass="entr" presetSubtype="8" fill="hold" nodeType="after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wipe(left)">
                                      <p:cBhvr>
                                        <p:cTn id="57" dur="2000"/>
                                        <p:tgtEl>
                                          <p:spTgt spid="23"/>
                                        </p:tgtEl>
                                      </p:cBhvr>
                                    </p:animEffect>
                                  </p:childTnLst>
                                </p:cTn>
                              </p:par>
                            </p:childTnLst>
                          </p:cTn>
                        </p:par>
                        <p:par>
                          <p:cTn id="58" fill="hold">
                            <p:stCondLst>
                              <p:cond delay="7000"/>
                            </p:stCondLst>
                            <p:childTnLst>
                              <p:par>
                                <p:cTn id="59" presetID="22" presetClass="entr" presetSubtype="1" fill="hold" nodeType="after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wipe(up)">
                                      <p:cBhvr>
                                        <p:cTn id="61" dur="1000"/>
                                        <p:tgtEl>
                                          <p:spTgt spid="8"/>
                                        </p:tgtEl>
                                      </p:cBhvr>
                                    </p:animEffect>
                                  </p:childTnLst>
                                </p:cTn>
                              </p:par>
                              <p:par>
                                <p:cTn id="62" presetID="22" presetClass="entr" presetSubtype="1" fill="hold" nodeType="withEffect">
                                  <p:stCondLst>
                                    <p:cond delay="0"/>
                                  </p:stCondLst>
                                  <p:childTnLst>
                                    <p:set>
                                      <p:cBhvr>
                                        <p:cTn id="63" dur="1" fill="hold">
                                          <p:stCondLst>
                                            <p:cond delay="0"/>
                                          </p:stCondLst>
                                        </p:cTn>
                                        <p:tgtEl>
                                          <p:spTgt spid="49"/>
                                        </p:tgtEl>
                                        <p:attrNameLst>
                                          <p:attrName>style.visibility</p:attrName>
                                        </p:attrNameLst>
                                      </p:cBhvr>
                                      <p:to>
                                        <p:strVal val="visible"/>
                                      </p:to>
                                    </p:set>
                                    <p:animEffect transition="in" filter="wipe(up)">
                                      <p:cBhvr>
                                        <p:cTn id="64" dur="1000"/>
                                        <p:tgtEl>
                                          <p:spTgt spid="49"/>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38"/>
                                        </p:tgtEl>
                                        <p:attrNameLst>
                                          <p:attrName>style.visibility</p:attrName>
                                        </p:attrNameLst>
                                      </p:cBhvr>
                                      <p:to>
                                        <p:strVal val="visible"/>
                                      </p:to>
                                    </p:set>
                                    <p:animEffect transition="in" filter="wipe(left)">
                                      <p:cBhvr>
                                        <p:cTn id="69" dur="500"/>
                                        <p:tgtEl>
                                          <p:spTgt spid="38"/>
                                        </p:tgtEl>
                                      </p:cBhvr>
                                    </p:animEffect>
                                  </p:childTnLst>
                                </p:cTn>
                              </p:par>
                            </p:childTnLst>
                          </p:cTn>
                        </p:par>
                        <p:par>
                          <p:cTn id="70" fill="hold">
                            <p:stCondLst>
                              <p:cond delay="500"/>
                            </p:stCondLst>
                            <p:childTnLst>
                              <p:par>
                                <p:cTn id="71" presetID="22" presetClass="entr" presetSubtype="8" fill="hold" grpId="0" nodeType="afterEffect">
                                  <p:stCondLst>
                                    <p:cond delay="0"/>
                                  </p:stCondLst>
                                  <p:childTnLst>
                                    <p:set>
                                      <p:cBhvr>
                                        <p:cTn id="72" dur="1" fill="hold">
                                          <p:stCondLst>
                                            <p:cond delay="0"/>
                                          </p:stCondLst>
                                        </p:cTn>
                                        <p:tgtEl>
                                          <p:spTgt spid="37"/>
                                        </p:tgtEl>
                                        <p:attrNameLst>
                                          <p:attrName>style.visibility</p:attrName>
                                        </p:attrNameLst>
                                      </p:cBhvr>
                                      <p:to>
                                        <p:strVal val="visible"/>
                                      </p:to>
                                    </p:set>
                                    <p:animEffect transition="in" filter="wipe(left)">
                                      <p:cBhvr>
                                        <p:cTn id="73" dur="500"/>
                                        <p:tgtEl>
                                          <p:spTgt spid="37"/>
                                        </p:tgtEl>
                                      </p:cBhvr>
                                    </p:animEffect>
                                  </p:childTnLst>
                                </p:cTn>
                              </p:par>
                            </p:childTnLst>
                          </p:cTn>
                        </p:par>
                        <p:par>
                          <p:cTn id="74" fill="hold">
                            <p:stCondLst>
                              <p:cond delay="1000"/>
                            </p:stCondLst>
                            <p:childTnLst>
                              <p:par>
                                <p:cTn id="75" presetID="22" presetClass="entr" presetSubtype="8"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wipe(left)">
                                      <p:cBhvr>
                                        <p:cTn id="77" dur="1500"/>
                                        <p:tgtEl>
                                          <p:spTgt spid="36"/>
                                        </p:tgtEl>
                                      </p:cBhvr>
                                    </p:animEffect>
                                  </p:childTnLst>
                                </p:cTn>
                              </p:par>
                            </p:childTnLst>
                          </p:cTn>
                        </p:par>
                        <p:par>
                          <p:cTn id="78" fill="hold">
                            <p:stCondLst>
                              <p:cond delay="2500"/>
                            </p:stCondLst>
                            <p:childTnLst>
                              <p:par>
                                <p:cTn id="79" presetID="22" presetClass="entr" presetSubtype="8" fill="hold" grpId="0" nodeType="afterEffect">
                                  <p:stCondLst>
                                    <p:cond delay="0"/>
                                  </p:stCondLst>
                                  <p:childTnLst>
                                    <p:set>
                                      <p:cBhvr>
                                        <p:cTn id="80" dur="1" fill="hold">
                                          <p:stCondLst>
                                            <p:cond delay="0"/>
                                          </p:stCondLst>
                                        </p:cTn>
                                        <p:tgtEl>
                                          <p:spTgt spid="41"/>
                                        </p:tgtEl>
                                        <p:attrNameLst>
                                          <p:attrName>style.visibility</p:attrName>
                                        </p:attrNameLst>
                                      </p:cBhvr>
                                      <p:to>
                                        <p:strVal val="visible"/>
                                      </p:to>
                                    </p:set>
                                    <p:animEffect transition="in" filter="wipe(left)">
                                      <p:cBhvr>
                                        <p:cTn id="81" dur="500"/>
                                        <p:tgtEl>
                                          <p:spTgt spid="41"/>
                                        </p:tgtEl>
                                      </p:cBhvr>
                                    </p:animEffect>
                                  </p:childTnLst>
                                </p:cTn>
                              </p:par>
                            </p:childTnLst>
                          </p:cTn>
                        </p:par>
                        <p:par>
                          <p:cTn id="82" fill="hold">
                            <p:stCondLst>
                              <p:cond delay="3000"/>
                            </p:stCondLst>
                            <p:childTnLst>
                              <p:par>
                                <p:cTn id="83" presetID="22" presetClass="entr" presetSubtype="8" fill="hold" grpId="0" nodeType="afterEffect">
                                  <p:stCondLst>
                                    <p:cond delay="0"/>
                                  </p:stCondLst>
                                  <p:childTnLst>
                                    <p:set>
                                      <p:cBhvr>
                                        <p:cTn id="84" dur="1" fill="hold">
                                          <p:stCondLst>
                                            <p:cond delay="0"/>
                                          </p:stCondLst>
                                        </p:cTn>
                                        <p:tgtEl>
                                          <p:spTgt spid="40"/>
                                        </p:tgtEl>
                                        <p:attrNameLst>
                                          <p:attrName>style.visibility</p:attrName>
                                        </p:attrNameLst>
                                      </p:cBhvr>
                                      <p:to>
                                        <p:strVal val="visible"/>
                                      </p:to>
                                    </p:set>
                                    <p:animEffect transition="in" filter="wipe(left)">
                                      <p:cBhvr>
                                        <p:cTn id="85" dur="500"/>
                                        <p:tgtEl>
                                          <p:spTgt spid="40"/>
                                        </p:tgtEl>
                                      </p:cBhvr>
                                    </p:animEffect>
                                  </p:childTnLst>
                                </p:cTn>
                              </p:par>
                            </p:childTnLst>
                          </p:cTn>
                        </p:par>
                        <p:par>
                          <p:cTn id="86" fill="hold">
                            <p:stCondLst>
                              <p:cond delay="3500"/>
                            </p:stCondLst>
                            <p:childTnLst>
                              <p:par>
                                <p:cTn id="87" presetID="22" presetClass="entr" presetSubtype="8" fill="hold" grpId="0" nodeType="afterEffect">
                                  <p:stCondLst>
                                    <p:cond delay="0"/>
                                  </p:stCondLst>
                                  <p:childTnLst>
                                    <p:set>
                                      <p:cBhvr>
                                        <p:cTn id="88" dur="1" fill="hold">
                                          <p:stCondLst>
                                            <p:cond delay="0"/>
                                          </p:stCondLst>
                                        </p:cTn>
                                        <p:tgtEl>
                                          <p:spTgt spid="39"/>
                                        </p:tgtEl>
                                        <p:attrNameLst>
                                          <p:attrName>style.visibility</p:attrName>
                                        </p:attrNameLst>
                                      </p:cBhvr>
                                      <p:to>
                                        <p:strVal val="visible"/>
                                      </p:to>
                                    </p:set>
                                    <p:animEffect transition="in" filter="wipe(left)">
                                      <p:cBhvr>
                                        <p:cTn id="89" dur="1500"/>
                                        <p:tgtEl>
                                          <p:spTgt spid="39"/>
                                        </p:tgtEl>
                                      </p:cBhvr>
                                    </p:animEffect>
                                  </p:childTnLst>
                                </p:cTn>
                              </p:par>
                            </p:childTnLst>
                          </p:cTn>
                        </p:par>
                        <p:par>
                          <p:cTn id="90" fill="hold">
                            <p:stCondLst>
                              <p:cond delay="5000"/>
                            </p:stCondLst>
                            <p:childTnLst>
                              <p:par>
                                <p:cTn id="91" presetID="22" presetClass="entr" presetSubtype="8" fill="hold" grpId="0" nodeType="afterEffect">
                                  <p:stCondLst>
                                    <p:cond delay="0"/>
                                  </p:stCondLst>
                                  <p:childTnLst>
                                    <p:set>
                                      <p:cBhvr>
                                        <p:cTn id="92" dur="1" fill="hold">
                                          <p:stCondLst>
                                            <p:cond delay="0"/>
                                          </p:stCondLst>
                                        </p:cTn>
                                        <p:tgtEl>
                                          <p:spTgt spid="46"/>
                                        </p:tgtEl>
                                        <p:attrNameLst>
                                          <p:attrName>style.visibility</p:attrName>
                                        </p:attrNameLst>
                                      </p:cBhvr>
                                      <p:to>
                                        <p:strVal val="visible"/>
                                      </p:to>
                                    </p:set>
                                    <p:animEffect transition="in" filter="wipe(left)">
                                      <p:cBhvr>
                                        <p:cTn id="93" dur="500"/>
                                        <p:tgtEl>
                                          <p:spTgt spid="46"/>
                                        </p:tgtEl>
                                      </p:cBhvr>
                                    </p:animEffect>
                                  </p:childTnLst>
                                </p:cTn>
                              </p:par>
                            </p:childTnLst>
                          </p:cTn>
                        </p:par>
                        <p:par>
                          <p:cTn id="94" fill="hold">
                            <p:stCondLst>
                              <p:cond delay="5500"/>
                            </p:stCondLst>
                            <p:childTnLst>
                              <p:par>
                                <p:cTn id="95" presetID="22" presetClass="entr" presetSubtype="8" fill="hold" grpId="0" nodeType="afterEffect">
                                  <p:stCondLst>
                                    <p:cond delay="0"/>
                                  </p:stCondLst>
                                  <p:childTnLst>
                                    <p:set>
                                      <p:cBhvr>
                                        <p:cTn id="96" dur="1" fill="hold">
                                          <p:stCondLst>
                                            <p:cond delay="0"/>
                                          </p:stCondLst>
                                        </p:cTn>
                                        <p:tgtEl>
                                          <p:spTgt spid="45"/>
                                        </p:tgtEl>
                                        <p:attrNameLst>
                                          <p:attrName>style.visibility</p:attrName>
                                        </p:attrNameLst>
                                      </p:cBhvr>
                                      <p:to>
                                        <p:strVal val="visible"/>
                                      </p:to>
                                    </p:set>
                                    <p:animEffect transition="in" filter="wipe(left)">
                                      <p:cBhvr>
                                        <p:cTn id="97" dur="500"/>
                                        <p:tgtEl>
                                          <p:spTgt spid="45"/>
                                        </p:tgtEl>
                                      </p:cBhvr>
                                    </p:animEffect>
                                  </p:childTnLst>
                                </p:cTn>
                              </p:par>
                            </p:childTnLst>
                          </p:cTn>
                        </p:par>
                        <p:par>
                          <p:cTn id="98" fill="hold">
                            <p:stCondLst>
                              <p:cond delay="6000"/>
                            </p:stCondLst>
                            <p:childTnLst>
                              <p:par>
                                <p:cTn id="99" presetID="22" presetClass="entr" presetSubtype="8" fill="hold" grpId="0" nodeType="afterEffect">
                                  <p:stCondLst>
                                    <p:cond delay="0"/>
                                  </p:stCondLst>
                                  <p:childTnLst>
                                    <p:set>
                                      <p:cBhvr>
                                        <p:cTn id="100" dur="1" fill="hold">
                                          <p:stCondLst>
                                            <p:cond delay="0"/>
                                          </p:stCondLst>
                                        </p:cTn>
                                        <p:tgtEl>
                                          <p:spTgt spid="42"/>
                                        </p:tgtEl>
                                        <p:attrNameLst>
                                          <p:attrName>style.visibility</p:attrName>
                                        </p:attrNameLst>
                                      </p:cBhvr>
                                      <p:to>
                                        <p:strVal val="visible"/>
                                      </p:to>
                                    </p:set>
                                    <p:animEffect transition="in" filter="wipe(left)">
                                      <p:cBhvr>
                                        <p:cTn id="101" dur="1500"/>
                                        <p:tgtEl>
                                          <p:spTgt spid="42"/>
                                        </p:tgtEl>
                                      </p:cBhvr>
                                    </p:animEffect>
                                  </p:childTnLst>
                                </p:cTn>
                              </p:par>
                            </p:childTnLst>
                          </p:cTn>
                        </p:par>
                        <p:par>
                          <p:cTn id="102" fill="hold">
                            <p:stCondLst>
                              <p:cond delay="7500"/>
                            </p:stCondLst>
                            <p:childTnLst>
                              <p:par>
                                <p:cTn id="103" presetID="22" presetClass="entr" presetSubtype="1" fill="hold" nodeType="afterEffect">
                                  <p:stCondLst>
                                    <p:cond delay="0"/>
                                  </p:stCondLst>
                                  <p:childTnLst>
                                    <p:set>
                                      <p:cBhvr>
                                        <p:cTn id="104" dur="1" fill="hold">
                                          <p:stCondLst>
                                            <p:cond delay="0"/>
                                          </p:stCondLst>
                                        </p:cTn>
                                        <p:tgtEl>
                                          <p:spTgt spid="5"/>
                                        </p:tgtEl>
                                        <p:attrNameLst>
                                          <p:attrName>style.visibility</p:attrName>
                                        </p:attrNameLst>
                                      </p:cBhvr>
                                      <p:to>
                                        <p:strVal val="visible"/>
                                      </p:to>
                                    </p:set>
                                    <p:animEffect transition="in" filter="wipe(up)">
                                      <p:cBhvr>
                                        <p:cTn id="105" dur="500"/>
                                        <p:tgtEl>
                                          <p:spTgt spid="5"/>
                                        </p:tgtEl>
                                      </p:cBhvr>
                                    </p:animEffect>
                                  </p:childTnLst>
                                </p:cTn>
                              </p:par>
                            </p:childTnLst>
                          </p:cTn>
                        </p:par>
                        <p:par>
                          <p:cTn id="106" fill="hold">
                            <p:stCondLst>
                              <p:cond delay="8000"/>
                            </p:stCondLst>
                            <p:childTnLst>
                              <p:par>
                                <p:cTn id="107" presetID="22" presetClass="entr" presetSubtype="1" fill="hold" grpId="0" nodeType="afterEffect">
                                  <p:stCondLst>
                                    <p:cond delay="0"/>
                                  </p:stCondLst>
                                  <p:childTnLst>
                                    <p:set>
                                      <p:cBhvr>
                                        <p:cTn id="108" dur="1" fill="hold">
                                          <p:stCondLst>
                                            <p:cond delay="0"/>
                                          </p:stCondLst>
                                        </p:cTn>
                                        <p:tgtEl>
                                          <p:spTgt spid="29"/>
                                        </p:tgtEl>
                                        <p:attrNameLst>
                                          <p:attrName>style.visibility</p:attrName>
                                        </p:attrNameLst>
                                      </p:cBhvr>
                                      <p:to>
                                        <p:strVal val="visible"/>
                                      </p:to>
                                    </p:set>
                                    <p:animEffect transition="in" filter="wipe(up)">
                                      <p:cBhvr>
                                        <p:cTn id="109" dur="1500"/>
                                        <p:tgtEl>
                                          <p:spTgt spid="29"/>
                                        </p:tgtEl>
                                      </p:cBhvr>
                                    </p:animEffect>
                                  </p:childTnLst>
                                </p:cTn>
                              </p:par>
                            </p:childTnLst>
                          </p:cTn>
                        </p:par>
                        <p:par>
                          <p:cTn id="110" fill="hold">
                            <p:stCondLst>
                              <p:cond delay="9500"/>
                            </p:stCondLst>
                            <p:childTnLst>
                              <p:par>
                                <p:cTn id="111" presetID="22" presetClass="entr" presetSubtype="1" fill="hold" nodeType="afterEffect">
                                  <p:stCondLst>
                                    <p:cond delay="0"/>
                                  </p:stCondLst>
                                  <p:childTnLst>
                                    <p:set>
                                      <p:cBhvr>
                                        <p:cTn id="112" dur="1" fill="hold">
                                          <p:stCondLst>
                                            <p:cond delay="0"/>
                                          </p:stCondLst>
                                        </p:cTn>
                                        <p:tgtEl>
                                          <p:spTgt spid="9"/>
                                        </p:tgtEl>
                                        <p:attrNameLst>
                                          <p:attrName>style.visibility</p:attrName>
                                        </p:attrNameLst>
                                      </p:cBhvr>
                                      <p:to>
                                        <p:strVal val="visible"/>
                                      </p:to>
                                    </p:set>
                                    <p:animEffect transition="in" filter="wipe(up)">
                                      <p:cBhvr>
                                        <p:cTn id="113" dur="500"/>
                                        <p:tgtEl>
                                          <p:spTgt spid="9"/>
                                        </p:tgtEl>
                                      </p:cBhvr>
                                    </p:animEffect>
                                  </p:childTnLst>
                                </p:cTn>
                              </p:par>
                            </p:childTnLst>
                          </p:cTn>
                        </p:par>
                        <p:par>
                          <p:cTn id="114" fill="hold">
                            <p:stCondLst>
                              <p:cond delay="10000"/>
                            </p:stCondLst>
                            <p:childTnLst>
                              <p:par>
                                <p:cTn id="115" presetID="22" presetClass="entr" presetSubtype="1" fill="hold" grpId="0" nodeType="afterEffect">
                                  <p:stCondLst>
                                    <p:cond delay="0"/>
                                  </p:stCondLst>
                                  <p:childTnLst>
                                    <p:set>
                                      <p:cBhvr>
                                        <p:cTn id="116" dur="1" fill="hold">
                                          <p:stCondLst>
                                            <p:cond delay="0"/>
                                          </p:stCondLst>
                                        </p:cTn>
                                        <p:tgtEl>
                                          <p:spTgt spid="30"/>
                                        </p:tgtEl>
                                        <p:attrNameLst>
                                          <p:attrName>style.visibility</p:attrName>
                                        </p:attrNameLst>
                                      </p:cBhvr>
                                      <p:to>
                                        <p:strVal val="visible"/>
                                      </p:to>
                                    </p:set>
                                    <p:animEffect transition="in" filter="wipe(up)">
                                      <p:cBhvr>
                                        <p:cTn id="117" dur="1500"/>
                                        <p:tgtEl>
                                          <p:spTgt spid="30"/>
                                        </p:tgtEl>
                                      </p:cBhvr>
                                    </p:animEffect>
                                  </p:childTnLst>
                                </p:cTn>
                              </p:par>
                            </p:childTnLst>
                          </p:cTn>
                        </p:par>
                        <p:par>
                          <p:cTn id="118" fill="hold">
                            <p:stCondLst>
                              <p:cond delay="115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125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P spid="36" grpId="0" animBg="1"/>
      <p:bldP spid="37" grpId="0" animBg="1"/>
      <p:bldP spid="38" grpId="0" animBg="1"/>
      <p:bldP spid="39" grpId="0" animBg="1"/>
      <p:bldP spid="40" grpId="0" animBg="1"/>
      <p:bldP spid="41" grpId="0" animBg="1"/>
      <p:bldP spid="42" grpId="0" animBg="1"/>
      <p:bldP spid="45" grpId="0" animBg="1"/>
      <p:bldP spid="46"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5642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904433"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down)">
                                      <p:cBhvr>
                                        <p:cTn id="22" dur="2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1169585" y="4001294"/>
            <a:ext cx="2500656"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same</a:t>
            </a:r>
          </a:p>
          <a:p>
            <a:pPr algn="r"/>
            <a:r>
              <a:rPr lang="en-GB" sz="2800" b="1" dirty="0">
                <a:solidFill>
                  <a:srgbClr val="7030A0"/>
                </a:solidFill>
              </a:rPr>
              <a:t> order as fields</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074277" y="1504636"/>
            <a:ext cx="2952033" cy="862642"/>
          </a:xfrm>
          <a:prstGeom prst="callout2">
            <a:avLst>
              <a:gd name="adj1" fmla="val 50222"/>
              <a:gd name="adj2" fmla="val 100724"/>
              <a:gd name="adj3" fmla="val 50087"/>
              <a:gd name="adj4" fmla="val 121224"/>
              <a:gd name="adj5" fmla="val 119875"/>
              <a:gd name="adj6" fmla="val 1310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30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1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1500"/>
                                        <p:tgtEl>
                                          <p:spTgt spid="8">
                                            <p:txEl>
                                              <p:pRg st="0" end="0"/>
                                            </p:txEl>
                                          </p:spTgt>
                                        </p:tgtEl>
                                      </p:cBhvr>
                                    </p:animEffect>
                                  </p:childTnLst>
                                </p:cTn>
                              </p:par>
                            </p:childTnLst>
                          </p:cTn>
                        </p:par>
                        <p:par>
                          <p:cTn id="67" fill="hold">
                            <p:stCondLst>
                              <p:cond delay="1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3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1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1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1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1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1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1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2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2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2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2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2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2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92</TotalTime>
  <Words>11114</Words>
  <Application>Microsoft Office PowerPoint</Application>
  <PresentationFormat>Widescreen</PresentationFormat>
  <Paragraphs>4232</Paragraphs>
  <Slides>254</Slides>
  <Notes>200</Notes>
  <HiddenSlides>114</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254</vt:i4>
      </vt:variant>
    </vt:vector>
  </HeadingPairs>
  <TitlesOfParts>
    <vt:vector size="262"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SQL</vt:lpstr>
      <vt:lpstr>SQL</vt:lpstr>
      <vt:lpstr>DB Browser for SQLite</vt:lpstr>
      <vt:lpstr>Edit – Preferences</vt:lpstr>
      <vt:lpstr>View – Edit Pragmas</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Attributes Example</vt:lpstr>
      <vt:lpstr>Attributes Example</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Sort Results – Small to Big</vt:lpstr>
      <vt:lpstr>Sort Results – Small to Big</vt:lpstr>
      <vt:lpstr>Sort Results – Big to Small</vt:lpstr>
      <vt:lpstr>Sort Results – Big to Small</vt:lpstr>
      <vt:lpstr>Order of Operations (3)</vt:lpstr>
      <vt:lpstr>Order of Operations (3)</vt:lpstr>
      <vt:lpstr>Order of Operations (3)</vt:lpstr>
      <vt:lpstr>Order of Operations (3)</vt:lpstr>
      <vt:lpstr>Sort Results – Multiple fields</vt:lpstr>
      <vt:lpstr>Sort Results – Multiple fields</vt:lpstr>
      <vt:lpstr>Learning Intentions</vt:lpstr>
      <vt:lpstr>Filter Results: Complex - AND</vt:lpstr>
      <vt:lpstr>Filter Results: Complex - AND</vt:lpstr>
      <vt:lpstr>Filter Results: Complex - OR</vt:lpstr>
      <vt:lpstr>Filter Results: Complex - OR</vt:lpstr>
      <vt:lpstr>Filter Results: Complex!</vt:lpstr>
      <vt:lpstr>Filter Results: Complex!</vt:lpstr>
      <vt:lpstr>Order of Operations (4)</vt:lpstr>
      <vt:lpstr>Order of Operations (4)</vt:lpstr>
      <vt:lpstr>Prison Task</vt:lpstr>
      <vt:lpstr>Doing It All!</vt:lpstr>
      <vt:lpstr>Doing It All!</vt:lpstr>
      <vt:lpstr>Santa's List</vt:lpstr>
      <vt:lpstr>Santa's List - SQL</vt:lpstr>
      <vt:lpstr>Video Games Task</vt:lpstr>
      <vt:lpstr>Learning Intentions</vt:lpstr>
      <vt:lpstr>Primary Key (PK)</vt:lpstr>
      <vt:lpstr>Primary Key (PK)</vt:lpstr>
      <vt:lpstr>Foreign Key (FK)</vt:lpstr>
      <vt:lpstr>Foreign Key (FK)</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495</cp:revision>
  <cp:lastPrinted>2021-06-18T08:15:49Z</cp:lastPrinted>
  <dcterms:created xsi:type="dcterms:W3CDTF">2020-11-23T14:36:09Z</dcterms:created>
  <dcterms:modified xsi:type="dcterms:W3CDTF">2026-10-28T16:14:13Z</dcterms:modified>
</cp:coreProperties>
</file>