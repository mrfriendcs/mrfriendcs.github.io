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9"/>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61" r:id="rId143"/>
    <p:sldId id="729" r:id="rId144"/>
    <p:sldId id="819" r:id="rId145"/>
    <p:sldId id="256" r:id="rId146"/>
    <p:sldId id="524" r:id="rId147"/>
    <p:sldId id="820" r:id="rId148"/>
    <p:sldId id="821" r:id="rId149"/>
    <p:sldId id="822" r:id="rId150"/>
    <p:sldId id="823" r:id="rId151"/>
    <p:sldId id="824" r:id="rId152"/>
    <p:sldId id="826" r:id="rId153"/>
    <p:sldId id="523" r:id="rId154"/>
    <p:sldId id="827" r:id="rId155"/>
    <p:sldId id="690" r:id="rId156"/>
    <p:sldId id="480" r:id="rId157"/>
    <p:sldId id="777" r:id="rId158"/>
    <p:sldId id="680" r:id="rId159"/>
    <p:sldId id="684" r:id="rId160"/>
    <p:sldId id="682" r:id="rId161"/>
    <p:sldId id="681" r:id="rId162"/>
    <p:sldId id="874" r:id="rId163"/>
    <p:sldId id="482" r:id="rId164"/>
    <p:sldId id="873" r:id="rId165"/>
    <p:sldId id="842" r:id="rId166"/>
    <p:sldId id="843" r:id="rId167"/>
    <p:sldId id="846" r:id="rId168"/>
    <p:sldId id="850" r:id="rId169"/>
    <p:sldId id="847" r:id="rId170"/>
    <p:sldId id="849" r:id="rId171"/>
    <p:sldId id="828" r:id="rId172"/>
    <p:sldId id="829" r:id="rId173"/>
    <p:sldId id="533" r:id="rId174"/>
    <p:sldId id="763" r:id="rId175"/>
    <p:sldId id="761" r:id="rId176"/>
    <p:sldId id="759" r:id="rId177"/>
    <p:sldId id="760" r:id="rId178"/>
    <p:sldId id="757" r:id="rId179"/>
    <p:sldId id="758" r:id="rId180"/>
    <p:sldId id="501" r:id="rId181"/>
    <p:sldId id="508" r:id="rId182"/>
    <p:sldId id="495" r:id="rId183"/>
    <p:sldId id="509" r:id="rId184"/>
    <p:sldId id="493" r:id="rId185"/>
    <p:sldId id="528" r:id="rId186"/>
    <p:sldId id="529" r:id="rId187"/>
    <p:sldId id="530" r:id="rId188"/>
    <p:sldId id="499" r:id="rId189"/>
    <p:sldId id="506" r:id="rId190"/>
    <p:sldId id="500" r:id="rId191"/>
    <p:sldId id="507" r:id="rId192"/>
    <p:sldId id="496" r:id="rId193"/>
    <p:sldId id="467" r:id="rId194"/>
    <p:sldId id="875" r:id="rId195"/>
    <p:sldId id="838" r:id="rId196"/>
    <p:sldId id="876" r:id="rId197"/>
    <p:sldId id="534" r:id="rId198"/>
    <p:sldId id="503" r:id="rId199"/>
    <p:sldId id="512" r:id="rId200"/>
    <p:sldId id="836" r:id="rId201"/>
    <p:sldId id="837" r:id="rId202"/>
    <p:sldId id="519" r:id="rId203"/>
    <p:sldId id="877" r:id="rId204"/>
    <p:sldId id="532" r:id="rId205"/>
    <p:sldId id="878" r:id="rId206"/>
    <p:sldId id="502" r:id="rId207"/>
    <p:sldId id="879" r:id="rId208"/>
    <p:sldId id="513" r:id="rId209"/>
    <p:sldId id="535" r:id="rId210"/>
    <p:sldId id="514" r:id="rId211"/>
    <p:sldId id="880" r:id="rId212"/>
    <p:sldId id="515" r:id="rId213"/>
    <p:sldId id="520" r:id="rId214"/>
    <p:sldId id="516" r:id="rId215"/>
    <p:sldId id="517" r:id="rId216"/>
    <p:sldId id="538" r:id="rId217"/>
    <p:sldId id="537" r:id="rId218"/>
    <p:sldId id="856" r:id="rId219"/>
    <p:sldId id="866" r:id="rId220"/>
    <p:sldId id="860" r:id="rId221"/>
    <p:sldId id="867" r:id="rId222"/>
    <p:sldId id="858" r:id="rId223"/>
    <p:sldId id="868" r:id="rId224"/>
    <p:sldId id="869" r:id="rId225"/>
    <p:sldId id="871" r:id="rId226"/>
    <p:sldId id="870" r:id="rId227"/>
    <p:sldId id="872" r:id="rId228"/>
    <p:sldId id="691" r:id="rId229"/>
    <p:sldId id="692" r:id="rId230"/>
    <p:sldId id="693" r:id="rId231"/>
    <p:sldId id="694" r:id="rId232"/>
    <p:sldId id="695" r:id="rId233"/>
    <p:sldId id="696" r:id="rId234"/>
    <p:sldId id="697" r:id="rId235"/>
    <p:sldId id="698" r:id="rId236"/>
    <p:sldId id="699" r:id="rId237"/>
    <p:sldId id="700" r:id="rId238"/>
    <p:sldId id="701" r:id="rId239"/>
    <p:sldId id="740" r:id="rId240"/>
    <p:sldId id="741" r:id="rId241"/>
    <p:sldId id="769" r:id="rId242"/>
    <p:sldId id="742" r:id="rId243"/>
    <p:sldId id="774" r:id="rId244"/>
    <p:sldId id="764" r:id="rId245"/>
    <p:sldId id="766" r:id="rId246"/>
    <p:sldId id="765" r:id="rId247"/>
    <p:sldId id="768" r:id="rId248"/>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520"/>
            <p14:sldId id="516"/>
            <p14:sldId id="517"/>
          </p14:sldIdLst>
        </p14:section>
        <p14:section name="Testing" id="{7B65612F-A0B7-4E55-9E2E-74B74BB2989B}">
          <p14:sldIdLst>
            <p14:sldId id="538"/>
          </p14:sldIdLst>
        </p14:section>
        <p14:section name="Evaluation" id="{17170198-367D-4381-96A8-6FAB281DB504}">
          <p14:sldIdLst>
            <p14:sldId id="537"/>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81622" autoAdjust="0"/>
  </p:normalViewPr>
  <p:slideViewPr>
    <p:cSldViewPr snapToGrid="0" showGuides="1">
      <p:cViewPr varScale="1">
        <p:scale>
          <a:sx n="54" d="100"/>
          <a:sy n="54" d="100"/>
        </p:scale>
        <p:origin x="616"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notesMaster" Target="notesMasters/notesMaster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commentAuthors" Target="commentAuthor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presProps" Target="presProp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viewProps" Target="viewProp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theme" Target="theme/theme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tableStyles" Target="tableStyle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microsoft.com/office/2016/11/relationships/changesInfo" Target="changesInfos/changesInfo1.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DC736F26-FCCE-4022-AF24-D4DE4D68AC4B}"/>
    <pc:docChg chg="undo redo custSel addSld delSld modSld sldOrd modSection">
      <pc:chgData name="Al Friend" userId="e5ed79da-d858-46d4-9eed-a7a24903f2de" providerId="ADAL" clId="{DC736F26-FCCE-4022-AF24-D4DE4D68AC4B}" dt="2025-11-12T13:59:16.964" v="616"/>
      <pc:docMkLst>
        <pc:docMk/>
      </pc:docMkLst>
      <pc:sldChg chg="ord">
        <pc:chgData name="Al Friend" userId="e5ed79da-d858-46d4-9eed-a7a24903f2de" providerId="ADAL" clId="{DC736F26-FCCE-4022-AF24-D4DE4D68AC4B}" dt="2025-11-11T08:53:06.181" v="87"/>
        <pc:sldMkLst>
          <pc:docMk/>
          <pc:sldMk cId="2580359445" sldId="256"/>
        </pc:sldMkLst>
      </pc:sldChg>
      <pc:sldChg chg="ord">
        <pc:chgData name="Al Friend" userId="e5ed79da-d858-46d4-9eed-a7a24903f2de" providerId="ADAL" clId="{DC736F26-FCCE-4022-AF24-D4DE4D68AC4B}" dt="2025-11-11T08:52:58.254" v="85"/>
        <pc:sldMkLst>
          <pc:docMk/>
          <pc:sldMk cId="1174814452" sldId="461"/>
        </pc:sldMkLst>
      </pc:sldChg>
      <pc:sldChg chg="addSp delSp modSp modAnim">
        <pc:chgData name="Al Friend" userId="e5ed79da-d858-46d4-9eed-a7a24903f2de" providerId="ADAL" clId="{DC736F26-FCCE-4022-AF24-D4DE4D68AC4B}" dt="2025-11-12T12:07:03.469" v="253" actId="14100"/>
        <pc:sldMkLst>
          <pc:docMk/>
          <pc:sldMk cId="3210650822" sldId="467"/>
        </pc:sldMkLst>
        <pc:spChg chg="mod">
          <ac:chgData name="Al Friend" userId="e5ed79da-d858-46d4-9eed-a7a24903f2de" providerId="ADAL" clId="{DC736F26-FCCE-4022-AF24-D4DE4D68AC4B}" dt="2025-11-12T12:06:57.779" v="245" actId="14100"/>
          <ac:spMkLst>
            <pc:docMk/>
            <pc:sldMk cId="3210650822" sldId="467"/>
            <ac:spMk id="2" creationId="{3598B75A-0FB3-4171-AD3B-F1E4DF79AE5E}"/>
          </ac:spMkLst>
        </pc:spChg>
        <pc:spChg chg="mod">
          <ac:chgData name="Al Friend" userId="e5ed79da-d858-46d4-9eed-a7a24903f2de" providerId="ADAL" clId="{DC736F26-FCCE-4022-AF24-D4DE4D68AC4B}" dt="2025-11-12T12:06:40.975" v="244" actId="14100"/>
          <ac:spMkLst>
            <pc:docMk/>
            <pc:sldMk cId="3210650822" sldId="467"/>
            <ac:spMk id="4" creationId="{00000000-0000-0000-0000-000000000000}"/>
          </ac:spMkLst>
        </pc:spChg>
        <pc:spChg chg="add del mod">
          <ac:chgData name="Al Friend" userId="e5ed79da-d858-46d4-9eed-a7a24903f2de" providerId="ADAL" clId="{DC736F26-FCCE-4022-AF24-D4DE4D68AC4B}" dt="2025-11-12T12:06:40.975" v="244" actId="14100"/>
          <ac:spMkLst>
            <pc:docMk/>
            <pc:sldMk cId="3210650822" sldId="467"/>
            <ac:spMk id="5" creationId="{CFA8032E-517D-44A5-9B67-FE3C84FAB189}"/>
          </ac:spMkLst>
        </pc:spChg>
        <pc:spChg chg="add del mod">
          <ac:chgData name="Al Friend" userId="e5ed79da-d858-46d4-9eed-a7a24903f2de" providerId="ADAL" clId="{DC736F26-FCCE-4022-AF24-D4DE4D68AC4B}" dt="2025-11-12T12:07:03.469" v="253" actId="14100"/>
          <ac:spMkLst>
            <pc:docMk/>
            <pc:sldMk cId="3210650822" sldId="467"/>
            <ac:spMk id="6" creationId="{898CA89C-886D-4BAF-8C20-0DDB87972937}"/>
          </ac:spMkLst>
        </pc:spChg>
      </pc:sldChg>
      <pc:sldChg chg="ord">
        <pc:chgData name="Al Friend" userId="e5ed79da-d858-46d4-9eed-a7a24903f2de" providerId="ADAL" clId="{DC736F26-FCCE-4022-AF24-D4DE4D68AC4B}" dt="2025-11-11T08:53:10.061" v="89"/>
        <pc:sldMkLst>
          <pc:docMk/>
          <pc:sldMk cId="1600644384" sldId="480"/>
        </pc:sldMkLst>
      </pc:sldChg>
      <pc:sldChg chg="modSp ord">
        <pc:chgData name="Al Friend" userId="e5ed79da-d858-46d4-9eed-a7a24903f2de" providerId="ADAL" clId="{DC736F26-FCCE-4022-AF24-D4DE4D68AC4B}" dt="2025-11-11T08:53:30.529" v="95"/>
        <pc:sldMkLst>
          <pc:docMk/>
          <pc:sldMk cId="3883147362" sldId="482"/>
        </pc:sldMkLst>
        <pc:spChg chg="mod">
          <ac:chgData name="Al Friend" userId="e5ed79da-d858-46d4-9eed-a7a24903f2de" providerId="ADAL" clId="{DC736F26-FCCE-4022-AF24-D4DE4D68AC4B}" dt="2025-11-06T13:50:32.677" v="25" actId="207"/>
          <ac:spMkLst>
            <pc:docMk/>
            <pc:sldMk cId="3883147362" sldId="482"/>
            <ac:spMk id="10" creationId="{924404A3-ED4C-4699-9CA9-EFEB23F51AA9}"/>
          </ac:spMkLst>
        </pc:spChg>
        <pc:spChg chg="mod">
          <ac:chgData name="Al Friend" userId="e5ed79da-d858-46d4-9eed-a7a24903f2de" providerId="ADAL" clId="{DC736F26-FCCE-4022-AF24-D4DE4D68AC4B}" dt="2025-11-06T13:50:36.697" v="26" actId="207"/>
          <ac:spMkLst>
            <pc:docMk/>
            <pc:sldMk cId="3883147362" sldId="482"/>
            <ac:spMk id="11" creationId="{924404A3-ED4C-4699-9CA9-EFEB23F51AA9}"/>
          </ac:spMkLst>
        </pc:spChg>
        <pc:spChg chg="mod">
          <ac:chgData name="Al Friend" userId="e5ed79da-d858-46d4-9eed-a7a24903f2de" providerId="ADAL" clId="{DC736F26-FCCE-4022-AF24-D4DE4D68AC4B}" dt="2025-11-06T13:50:44.263" v="28" actId="113"/>
          <ac:spMkLst>
            <pc:docMk/>
            <pc:sldMk cId="3883147362" sldId="482"/>
            <ac:spMk id="15" creationId="{B935E981-B7C6-4BDF-ADC2-EFF2B075D3D8}"/>
          </ac:spMkLst>
        </pc:spChg>
      </pc:sldChg>
      <pc:sldChg chg="addSp modSp ord modAnim modNotesTx">
        <pc:chgData name="Al Friend" userId="e5ed79da-d858-46d4-9eed-a7a24903f2de" providerId="ADAL" clId="{DC736F26-FCCE-4022-AF24-D4DE4D68AC4B}" dt="2025-11-11T09:23:07.117" v="137" actId="404"/>
        <pc:sldMkLst>
          <pc:docMk/>
          <pc:sldMk cId="2467363616" sldId="493"/>
        </pc:sldMkLst>
        <pc:spChg chg="add mod">
          <ac:chgData name="Al Friend" userId="e5ed79da-d858-46d4-9eed-a7a24903f2de" providerId="ADAL" clId="{DC736F26-FCCE-4022-AF24-D4DE4D68AC4B}" dt="2025-11-11T09:23:07.117" v="137" actId="404"/>
          <ac:spMkLst>
            <pc:docMk/>
            <pc:sldMk cId="2467363616" sldId="493"/>
            <ac:spMk id="14" creationId="{CDF67095-1826-46BB-BF76-59AEAED3364C}"/>
          </ac:spMkLst>
        </pc:spChg>
      </pc:sldChg>
      <pc:sldChg chg="ord">
        <pc:chgData name="Al Friend" userId="e5ed79da-d858-46d4-9eed-a7a24903f2de" providerId="ADAL" clId="{DC736F26-FCCE-4022-AF24-D4DE4D68AC4B}" dt="2025-11-11T08:54:15.576" v="98"/>
        <pc:sldMkLst>
          <pc:docMk/>
          <pc:sldMk cId="1089194263" sldId="496"/>
        </pc:sldMkLst>
      </pc:sldChg>
      <pc:sldChg chg="ord">
        <pc:chgData name="Al Friend" userId="e5ed79da-d858-46d4-9eed-a7a24903f2de" providerId="ADAL" clId="{DC736F26-FCCE-4022-AF24-D4DE4D68AC4B}" dt="2025-11-11T08:54:15.576" v="98"/>
        <pc:sldMkLst>
          <pc:docMk/>
          <pc:sldMk cId="3552811018" sldId="499"/>
        </pc:sldMkLst>
      </pc:sldChg>
      <pc:sldChg chg="ord">
        <pc:chgData name="Al Friend" userId="e5ed79da-d858-46d4-9eed-a7a24903f2de" providerId="ADAL" clId="{DC736F26-FCCE-4022-AF24-D4DE4D68AC4B}" dt="2025-11-11T08:54:15.576" v="98"/>
        <pc:sldMkLst>
          <pc:docMk/>
          <pc:sldMk cId="3053095926" sldId="500"/>
        </pc:sldMkLst>
      </pc:sldChg>
      <pc:sldChg chg="modSp modAnim">
        <pc:chgData name="Al Friend" userId="e5ed79da-d858-46d4-9eed-a7a24903f2de" providerId="ADAL" clId="{DC736F26-FCCE-4022-AF24-D4DE4D68AC4B}" dt="2025-11-12T12:24:50.211" v="435"/>
        <pc:sldMkLst>
          <pc:docMk/>
          <pc:sldMk cId="1973041097" sldId="502"/>
        </pc:sldMkLst>
        <pc:spChg chg="mod">
          <ac:chgData name="Al Friend" userId="e5ed79da-d858-46d4-9eed-a7a24903f2de" providerId="ADAL" clId="{DC736F26-FCCE-4022-AF24-D4DE4D68AC4B}" dt="2025-11-12T12:14:15.529" v="371" actId="207"/>
          <ac:spMkLst>
            <pc:docMk/>
            <pc:sldMk cId="1973041097" sldId="502"/>
            <ac:spMk id="4" creationId="{A1BFC853-8304-4B36-ABE6-4EFE5EDE6F3D}"/>
          </ac:spMkLst>
        </pc:spChg>
      </pc:sldChg>
      <pc:sldChg chg="modSp modAnim">
        <pc:chgData name="Al Friend" userId="e5ed79da-d858-46d4-9eed-a7a24903f2de" providerId="ADAL" clId="{DC736F26-FCCE-4022-AF24-D4DE4D68AC4B}" dt="2025-11-12T13:39:12.017" v="445"/>
        <pc:sldMkLst>
          <pc:docMk/>
          <pc:sldMk cId="393934492" sldId="503"/>
        </pc:sldMkLst>
        <pc:spChg chg="mod">
          <ac:chgData name="Al Friend" userId="e5ed79da-d858-46d4-9eed-a7a24903f2de" providerId="ADAL" clId="{DC736F26-FCCE-4022-AF24-D4DE4D68AC4B}" dt="2025-11-12T12:13:18.902" v="366" actId="1076"/>
          <ac:spMkLst>
            <pc:docMk/>
            <pc:sldMk cId="393934492" sldId="503"/>
            <ac:spMk id="7" creationId="{A1BFC853-8304-4B36-ABE6-4EFE5EDE6F3D}"/>
          </ac:spMkLst>
        </pc:spChg>
      </pc:sldChg>
      <pc:sldChg chg="ord">
        <pc:chgData name="Al Friend" userId="e5ed79da-d858-46d4-9eed-a7a24903f2de" providerId="ADAL" clId="{DC736F26-FCCE-4022-AF24-D4DE4D68AC4B}" dt="2025-11-11T08:54:15.576" v="98"/>
        <pc:sldMkLst>
          <pc:docMk/>
          <pc:sldMk cId="1311849371" sldId="506"/>
        </pc:sldMkLst>
      </pc:sldChg>
      <pc:sldChg chg="ord">
        <pc:chgData name="Al Friend" userId="e5ed79da-d858-46d4-9eed-a7a24903f2de" providerId="ADAL" clId="{DC736F26-FCCE-4022-AF24-D4DE4D68AC4B}" dt="2025-11-11T08:54:15.576" v="98"/>
        <pc:sldMkLst>
          <pc:docMk/>
          <pc:sldMk cId="1991034504" sldId="507"/>
        </pc:sldMkLst>
      </pc:sldChg>
      <pc:sldChg chg="modSp modNotesTx">
        <pc:chgData name="Al Friend" userId="e5ed79da-d858-46d4-9eed-a7a24903f2de" providerId="ADAL" clId="{DC736F26-FCCE-4022-AF24-D4DE4D68AC4B}" dt="2025-11-12T13:09:50.448" v="442" actId="20577"/>
        <pc:sldMkLst>
          <pc:docMk/>
          <pc:sldMk cId="3834322360" sldId="512"/>
        </pc:sldMkLst>
        <pc:spChg chg="mod">
          <ac:chgData name="Al Friend" userId="e5ed79da-d858-46d4-9eed-a7a24903f2de" providerId="ADAL" clId="{DC736F26-FCCE-4022-AF24-D4DE4D68AC4B}" dt="2025-11-12T13:09:50.448" v="442" actId="20577"/>
          <ac:spMkLst>
            <pc:docMk/>
            <pc:sldMk cId="3834322360" sldId="512"/>
            <ac:spMk id="2" creationId="{2758866C-D163-466F-886D-CDF1E69610EA}"/>
          </ac:spMkLst>
        </pc:spChg>
      </pc:sldChg>
      <pc:sldChg chg="del">
        <pc:chgData name="Al Friend" userId="e5ed79da-d858-46d4-9eed-a7a24903f2de" providerId="ADAL" clId="{DC736F26-FCCE-4022-AF24-D4DE4D68AC4B}" dt="2025-11-12T12:19:58.594" v="376" actId="2696"/>
        <pc:sldMkLst>
          <pc:docMk/>
          <pc:sldMk cId="1307019491" sldId="518"/>
        </pc:sldMkLst>
      </pc:sldChg>
      <pc:sldChg chg="addSp delSp modSp modAnim">
        <pc:chgData name="Al Friend" userId="e5ed79da-d858-46d4-9eed-a7a24903f2de" providerId="ADAL" clId="{DC736F26-FCCE-4022-AF24-D4DE4D68AC4B}" dt="2025-11-12T13:55:44.423" v="611" actId="552"/>
        <pc:sldMkLst>
          <pc:docMk/>
          <pc:sldMk cId="788379079" sldId="519"/>
        </pc:sldMkLst>
        <pc:spChg chg="add mod">
          <ac:chgData name="Al Friend" userId="e5ed79da-d858-46d4-9eed-a7a24903f2de" providerId="ADAL" clId="{DC736F26-FCCE-4022-AF24-D4DE4D68AC4B}" dt="2025-11-12T12:12:38.554" v="346" actId="14100"/>
          <ac:spMkLst>
            <pc:docMk/>
            <pc:sldMk cId="788379079" sldId="519"/>
            <ac:spMk id="4" creationId="{67454E7D-77FB-4F27-AA28-4E981ACA17F5}"/>
          </ac:spMkLst>
        </pc:spChg>
        <pc:spChg chg="add mod">
          <ac:chgData name="Al Friend" userId="e5ed79da-d858-46d4-9eed-a7a24903f2de" providerId="ADAL" clId="{DC736F26-FCCE-4022-AF24-D4DE4D68AC4B}" dt="2025-11-12T12:12:36.053" v="345" actId="14100"/>
          <ac:spMkLst>
            <pc:docMk/>
            <pc:sldMk cId="788379079" sldId="519"/>
            <ac:spMk id="6" creationId="{7DDF2941-3C4C-467F-A8C7-FF53B5B65FCA}"/>
          </ac:spMkLst>
        </pc:spChg>
        <pc:spChg chg="add mod">
          <ac:chgData name="Al Friend" userId="e5ed79da-d858-46d4-9eed-a7a24903f2de" providerId="ADAL" clId="{DC736F26-FCCE-4022-AF24-D4DE4D68AC4B}" dt="2025-11-12T13:55:44.423" v="611" actId="552"/>
          <ac:spMkLst>
            <pc:docMk/>
            <pc:sldMk cId="788379079" sldId="519"/>
            <ac:spMk id="7" creationId="{3878A425-45B3-4D45-B4C1-649D86383360}"/>
          </ac:spMkLst>
        </pc:spChg>
        <pc:spChg chg="add mod">
          <ac:chgData name="Al Friend" userId="e5ed79da-d858-46d4-9eed-a7a24903f2de" providerId="ADAL" clId="{DC736F26-FCCE-4022-AF24-D4DE4D68AC4B}" dt="2025-11-12T13:55:44.423" v="611" actId="552"/>
          <ac:spMkLst>
            <pc:docMk/>
            <pc:sldMk cId="788379079" sldId="519"/>
            <ac:spMk id="8" creationId="{0DF75699-ED9B-4937-B53F-0B793F6F2C6B}"/>
          </ac:spMkLst>
        </pc:spChg>
        <pc:spChg chg="add del mod">
          <ac:chgData name="Al Friend" userId="e5ed79da-d858-46d4-9eed-a7a24903f2de" providerId="ADAL" clId="{DC736F26-FCCE-4022-AF24-D4DE4D68AC4B}" dt="2025-11-12T13:53:20.585" v="539"/>
          <ac:spMkLst>
            <pc:docMk/>
            <pc:sldMk cId="788379079" sldId="519"/>
            <ac:spMk id="9" creationId="{206789C3-EC39-4132-8D01-2092B0EA2FBC}"/>
          </ac:spMkLst>
        </pc:spChg>
        <pc:spChg chg="add mod">
          <ac:chgData name="Al Friend" userId="e5ed79da-d858-46d4-9eed-a7a24903f2de" providerId="ADAL" clId="{DC736F26-FCCE-4022-AF24-D4DE4D68AC4B}" dt="2025-11-12T13:55:44.423" v="611" actId="552"/>
          <ac:spMkLst>
            <pc:docMk/>
            <pc:sldMk cId="788379079" sldId="519"/>
            <ac:spMk id="10" creationId="{6B3DC080-D394-466D-BD34-006820B854D4}"/>
          </ac:spMkLst>
        </pc:spChg>
        <pc:graphicFrameChg chg="mod modGraphic">
          <ac:chgData name="Al Friend" userId="e5ed79da-d858-46d4-9eed-a7a24903f2de" providerId="ADAL" clId="{DC736F26-FCCE-4022-AF24-D4DE4D68AC4B}" dt="2025-11-12T13:53:43.530" v="565" actId="14100"/>
          <ac:graphicFrameMkLst>
            <pc:docMk/>
            <pc:sldMk cId="788379079" sldId="519"/>
            <ac:graphicFrameMk id="5" creationId="{38A8414E-6490-4AD8-90BD-DF0216F61C69}"/>
          </ac:graphicFrameMkLst>
        </pc:graphicFrameChg>
      </pc:sldChg>
      <pc:sldChg chg="ord">
        <pc:chgData name="Al Friend" userId="e5ed79da-d858-46d4-9eed-a7a24903f2de" providerId="ADAL" clId="{DC736F26-FCCE-4022-AF24-D4DE4D68AC4B}" dt="2025-11-11T08:53:06.181" v="87"/>
        <pc:sldMkLst>
          <pc:docMk/>
          <pc:sldMk cId="3622404688" sldId="523"/>
        </pc:sldMkLst>
      </pc:sldChg>
      <pc:sldChg chg="ord">
        <pc:chgData name="Al Friend" userId="e5ed79da-d858-46d4-9eed-a7a24903f2de" providerId="ADAL" clId="{DC736F26-FCCE-4022-AF24-D4DE4D68AC4B}" dt="2025-11-11T08:53:06.181" v="87"/>
        <pc:sldMkLst>
          <pc:docMk/>
          <pc:sldMk cId="2647622202" sldId="524"/>
        </pc:sldMkLst>
      </pc:sldChg>
      <pc:sldChg chg="ord">
        <pc:chgData name="Al Friend" userId="e5ed79da-d858-46d4-9eed-a7a24903f2de" providerId="ADAL" clId="{DC736F26-FCCE-4022-AF24-D4DE4D68AC4B}" dt="2025-11-11T08:54:15.576" v="98"/>
        <pc:sldMkLst>
          <pc:docMk/>
          <pc:sldMk cId="2929010465" sldId="528"/>
        </pc:sldMkLst>
      </pc:sldChg>
      <pc:sldChg chg="ord">
        <pc:chgData name="Al Friend" userId="e5ed79da-d858-46d4-9eed-a7a24903f2de" providerId="ADAL" clId="{DC736F26-FCCE-4022-AF24-D4DE4D68AC4B}" dt="2025-11-11T08:54:15.576" v="98"/>
        <pc:sldMkLst>
          <pc:docMk/>
          <pc:sldMk cId="749712412" sldId="529"/>
        </pc:sldMkLst>
      </pc:sldChg>
      <pc:sldChg chg="ord">
        <pc:chgData name="Al Friend" userId="e5ed79da-d858-46d4-9eed-a7a24903f2de" providerId="ADAL" clId="{DC736F26-FCCE-4022-AF24-D4DE4D68AC4B}" dt="2025-11-11T08:54:15.576" v="98"/>
        <pc:sldMkLst>
          <pc:docMk/>
          <pc:sldMk cId="3819555592" sldId="530"/>
        </pc:sldMkLst>
      </pc:sldChg>
      <pc:sldChg chg="addSp modSp modAnim">
        <pc:chgData name="Al Friend" userId="e5ed79da-d858-46d4-9eed-a7a24903f2de" providerId="ADAL" clId="{DC736F26-FCCE-4022-AF24-D4DE4D68AC4B}" dt="2025-11-12T13:59:16.964" v="616"/>
        <pc:sldMkLst>
          <pc:docMk/>
          <pc:sldMk cId="1086661506" sldId="532"/>
        </pc:sldMkLst>
        <pc:spChg chg="mod">
          <ac:chgData name="Al Friend" userId="e5ed79da-d858-46d4-9eed-a7a24903f2de" providerId="ADAL" clId="{DC736F26-FCCE-4022-AF24-D4DE4D68AC4B}" dt="2025-11-12T12:14:53.127" v="375" actId="1076"/>
          <ac:spMkLst>
            <pc:docMk/>
            <pc:sldMk cId="1086661506" sldId="532"/>
            <ac:spMk id="3" creationId="{90265A99-404E-4BBB-940A-BBE407BE1CF0}"/>
          </ac:spMkLst>
        </pc:spChg>
        <pc:spChg chg="add">
          <ac:chgData name="Al Friend" userId="e5ed79da-d858-46d4-9eed-a7a24903f2de" providerId="ADAL" clId="{DC736F26-FCCE-4022-AF24-D4DE4D68AC4B}" dt="2025-11-12T13:59:16.964" v="616"/>
          <ac:spMkLst>
            <pc:docMk/>
            <pc:sldMk cId="1086661506" sldId="532"/>
            <ac:spMk id="11" creationId="{1AE06D28-11F6-4B00-9143-0A331BA0EA0C}"/>
          </ac:spMkLst>
        </pc:spChg>
        <pc:spChg chg="add">
          <ac:chgData name="Al Friend" userId="e5ed79da-d858-46d4-9eed-a7a24903f2de" providerId="ADAL" clId="{DC736F26-FCCE-4022-AF24-D4DE4D68AC4B}" dt="2025-11-12T13:59:16.964" v="616"/>
          <ac:spMkLst>
            <pc:docMk/>
            <pc:sldMk cId="1086661506" sldId="532"/>
            <ac:spMk id="13" creationId="{BF5ACEA5-5A64-494C-866E-0DBDECA33BE1}"/>
          </ac:spMkLst>
        </pc:spChg>
        <pc:cxnChg chg="mod">
          <ac:chgData name="Al Friend" userId="e5ed79da-d858-46d4-9eed-a7a24903f2de" providerId="ADAL" clId="{DC736F26-FCCE-4022-AF24-D4DE4D68AC4B}" dt="2025-11-12T12:14:47.902" v="374" actId="14100"/>
          <ac:cxnSpMkLst>
            <pc:docMk/>
            <pc:sldMk cId="1086661506" sldId="532"/>
            <ac:cxnSpMk id="7" creationId="{8B19F821-1630-4A82-9343-B45712962E89}"/>
          </ac:cxnSpMkLst>
        </pc:cxnChg>
      </pc:sldChg>
      <pc:sldChg chg="modSp">
        <pc:chgData name="Al Friend" userId="e5ed79da-d858-46d4-9eed-a7a24903f2de" providerId="ADAL" clId="{DC736F26-FCCE-4022-AF24-D4DE4D68AC4B}" dt="2025-11-12T13:38:25.140" v="443"/>
        <pc:sldMkLst>
          <pc:docMk/>
          <pc:sldMk cId="1044966576" sldId="534"/>
        </pc:sldMkLst>
        <pc:spChg chg="mod">
          <ac:chgData name="Al Friend" userId="e5ed79da-d858-46d4-9eed-a7a24903f2de" providerId="ADAL" clId="{DC736F26-FCCE-4022-AF24-D4DE4D68AC4B}" dt="2025-11-12T13:38:25.140" v="443"/>
          <ac:spMkLst>
            <pc:docMk/>
            <pc:sldMk cId="1044966576" sldId="534"/>
            <ac:spMk id="2" creationId="{67322074-36FD-4C75-8FA3-8990548CB177}"/>
          </ac:spMkLst>
        </pc:spChg>
      </pc:sldChg>
      <pc:sldChg chg="ord">
        <pc:chgData name="Al Friend" userId="e5ed79da-d858-46d4-9eed-a7a24903f2de" providerId="ADAL" clId="{DC736F26-FCCE-4022-AF24-D4DE4D68AC4B}" dt="2025-11-11T08:53:23.286" v="93"/>
        <pc:sldMkLst>
          <pc:docMk/>
          <pc:sldMk cId="780501331" sldId="537"/>
        </pc:sldMkLst>
      </pc:sldChg>
      <pc:sldChg chg="ord">
        <pc:chgData name="Al Friend" userId="e5ed79da-d858-46d4-9eed-a7a24903f2de" providerId="ADAL" clId="{DC736F26-FCCE-4022-AF24-D4DE4D68AC4B}" dt="2025-11-11T08:53:10.061" v="89"/>
        <pc:sldMkLst>
          <pc:docMk/>
          <pc:sldMk cId="1164188483" sldId="680"/>
        </pc:sldMkLst>
      </pc:sldChg>
      <pc:sldChg chg="modSp ord">
        <pc:chgData name="Al Friend" userId="e5ed79da-d858-46d4-9eed-a7a24903f2de" providerId="ADAL" clId="{DC736F26-FCCE-4022-AF24-D4DE4D68AC4B}" dt="2025-11-11T08:53:10.061" v="89"/>
        <pc:sldMkLst>
          <pc:docMk/>
          <pc:sldMk cId="1251185072" sldId="681"/>
        </pc:sldMkLst>
        <pc:spChg chg="mod">
          <ac:chgData name="Al Friend" userId="e5ed79da-d858-46d4-9eed-a7a24903f2de" providerId="ADAL" clId="{DC736F26-FCCE-4022-AF24-D4DE4D68AC4B}" dt="2025-11-06T13:37:54.429" v="19" actId="20577"/>
          <ac:spMkLst>
            <pc:docMk/>
            <pc:sldMk cId="1251185072" sldId="681"/>
            <ac:spMk id="4" creationId="{B3977BA9-5052-AEBB-63AE-9572018FCAC5}"/>
          </ac:spMkLst>
        </pc:spChg>
      </pc:sldChg>
      <pc:sldChg chg="modSp ord">
        <pc:chgData name="Al Friend" userId="e5ed79da-d858-46d4-9eed-a7a24903f2de" providerId="ADAL" clId="{DC736F26-FCCE-4022-AF24-D4DE4D68AC4B}" dt="2025-11-11T08:53:10.061" v="89"/>
        <pc:sldMkLst>
          <pc:docMk/>
          <pc:sldMk cId="3347276238" sldId="682"/>
        </pc:sldMkLst>
        <pc:spChg chg="mod">
          <ac:chgData name="Al Friend" userId="e5ed79da-d858-46d4-9eed-a7a24903f2de" providerId="ADAL" clId="{DC736F26-FCCE-4022-AF24-D4DE4D68AC4B}" dt="2025-11-06T13:37:46.367" v="9" actId="20577"/>
          <ac:spMkLst>
            <pc:docMk/>
            <pc:sldMk cId="3347276238" sldId="682"/>
            <ac:spMk id="4" creationId="{B3977BA9-5052-AEBB-63AE-9572018FCAC5}"/>
          </ac:spMkLst>
        </pc:spChg>
      </pc:sldChg>
      <pc:sldChg chg="ord">
        <pc:chgData name="Al Friend" userId="e5ed79da-d858-46d4-9eed-a7a24903f2de" providerId="ADAL" clId="{DC736F26-FCCE-4022-AF24-D4DE4D68AC4B}" dt="2025-11-11T08:53:10.061" v="89"/>
        <pc:sldMkLst>
          <pc:docMk/>
          <pc:sldMk cId="1188421745" sldId="684"/>
        </pc:sldMkLst>
      </pc:sldChg>
      <pc:sldChg chg="ord">
        <pc:chgData name="Al Friend" userId="e5ed79da-d858-46d4-9eed-a7a24903f2de" providerId="ADAL" clId="{DC736F26-FCCE-4022-AF24-D4DE4D68AC4B}" dt="2025-11-11T08:53:10.061" v="89"/>
        <pc:sldMkLst>
          <pc:docMk/>
          <pc:sldMk cId="1141868467" sldId="690"/>
        </pc:sldMkLst>
      </pc:sldChg>
      <pc:sldChg chg="ord">
        <pc:chgData name="Al Friend" userId="e5ed79da-d858-46d4-9eed-a7a24903f2de" providerId="ADAL" clId="{DC736F26-FCCE-4022-AF24-D4DE4D68AC4B}" dt="2025-11-11T08:52:58.254" v="85"/>
        <pc:sldMkLst>
          <pc:docMk/>
          <pc:sldMk cId="3244162286" sldId="729"/>
        </pc:sldMkLst>
      </pc:sldChg>
      <pc:sldChg chg="ord">
        <pc:chgData name="Al Friend" userId="e5ed79da-d858-46d4-9eed-a7a24903f2de" providerId="ADAL" clId="{DC736F26-FCCE-4022-AF24-D4DE4D68AC4B}" dt="2025-11-11T08:53:10.061" v="89"/>
        <pc:sldMkLst>
          <pc:docMk/>
          <pc:sldMk cId="583759258" sldId="777"/>
        </pc:sldMkLst>
      </pc:sldChg>
      <pc:sldChg chg="ord">
        <pc:chgData name="Al Friend" userId="e5ed79da-d858-46d4-9eed-a7a24903f2de" providerId="ADAL" clId="{DC736F26-FCCE-4022-AF24-D4DE4D68AC4B}" dt="2025-11-11T08:52:58.254" v="85"/>
        <pc:sldMkLst>
          <pc:docMk/>
          <pc:sldMk cId="3108509098" sldId="819"/>
        </pc:sldMkLst>
      </pc:sldChg>
      <pc:sldChg chg="ord">
        <pc:chgData name="Al Friend" userId="e5ed79da-d858-46d4-9eed-a7a24903f2de" providerId="ADAL" clId="{DC736F26-FCCE-4022-AF24-D4DE4D68AC4B}" dt="2025-11-11T08:53:06.181" v="87"/>
        <pc:sldMkLst>
          <pc:docMk/>
          <pc:sldMk cId="2179619999" sldId="820"/>
        </pc:sldMkLst>
      </pc:sldChg>
      <pc:sldChg chg="ord">
        <pc:chgData name="Al Friend" userId="e5ed79da-d858-46d4-9eed-a7a24903f2de" providerId="ADAL" clId="{DC736F26-FCCE-4022-AF24-D4DE4D68AC4B}" dt="2025-11-11T08:53:06.181" v="87"/>
        <pc:sldMkLst>
          <pc:docMk/>
          <pc:sldMk cId="1923468790" sldId="821"/>
        </pc:sldMkLst>
      </pc:sldChg>
      <pc:sldChg chg="ord">
        <pc:chgData name="Al Friend" userId="e5ed79da-d858-46d4-9eed-a7a24903f2de" providerId="ADAL" clId="{DC736F26-FCCE-4022-AF24-D4DE4D68AC4B}" dt="2025-11-11T08:53:06.181" v="87"/>
        <pc:sldMkLst>
          <pc:docMk/>
          <pc:sldMk cId="864826872" sldId="822"/>
        </pc:sldMkLst>
      </pc:sldChg>
      <pc:sldChg chg="ord">
        <pc:chgData name="Al Friend" userId="e5ed79da-d858-46d4-9eed-a7a24903f2de" providerId="ADAL" clId="{DC736F26-FCCE-4022-AF24-D4DE4D68AC4B}" dt="2025-11-11T08:53:06.181" v="87"/>
        <pc:sldMkLst>
          <pc:docMk/>
          <pc:sldMk cId="2465990110" sldId="823"/>
        </pc:sldMkLst>
      </pc:sldChg>
      <pc:sldChg chg="ord">
        <pc:chgData name="Al Friend" userId="e5ed79da-d858-46d4-9eed-a7a24903f2de" providerId="ADAL" clId="{DC736F26-FCCE-4022-AF24-D4DE4D68AC4B}" dt="2025-11-11T08:53:06.181" v="87"/>
        <pc:sldMkLst>
          <pc:docMk/>
          <pc:sldMk cId="3704889719" sldId="824"/>
        </pc:sldMkLst>
      </pc:sldChg>
      <pc:sldChg chg="ord">
        <pc:chgData name="Al Friend" userId="e5ed79da-d858-46d4-9eed-a7a24903f2de" providerId="ADAL" clId="{DC736F26-FCCE-4022-AF24-D4DE4D68AC4B}" dt="2025-11-11T08:53:06.181" v="87"/>
        <pc:sldMkLst>
          <pc:docMk/>
          <pc:sldMk cId="4193087359" sldId="826"/>
        </pc:sldMkLst>
      </pc:sldChg>
      <pc:sldChg chg="ord">
        <pc:chgData name="Al Friend" userId="e5ed79da-d858-46d4-9eed-a7a24903f2de" providerId="ADAL" clId="{DC736F26-FCCE-4022-AF24-D4DE4D68AC4B}" dt="2025-11-11T08:53:06.181" v="87"/>
        <pc:sldMkLst>
          <pc:docMk/>
          <pc:sldMk cId="2584223036" sldId="827"/>
        </pc:sldMkLst>
      </pc:sldChg>
      <pc:sldChg chg="ord">
        <pc:chgData name="Al Friend" userId="e5ed79da-d858-46d4-9eed-a7a24903f2de" providerId="ADAL" clId="{DC736F26-FCCE-4022-AF24-D4DE4D68AC4B}" dt="2025-11-11T08:53:30.529" v="95"/>
        <pc:sldMkLst>
          <pc:docMk/>
          <pc:sldMk cId="3950987584" sldId="828"/>
        </pc:sldMkLst>
      </pc:sldChg>
      <pc:sldChg chg="ord">
        <pc:chgData name="Al Friend" userId="e5ed79da-d858-46d4-9eed-a7a24903f2de" providerId="ADAL" clId="{DC736F26-FCCE-4022-AF24-D4DE4D68AC4B}" dt="2025-11-11T08:53:30.529" v="95"/>
        <pc:sldMkLst>
          <pc:docMk/>
          <pc:sldMk cId="3605423829" sldId="829"/>
        </pc:sldMkLst>
      </pc:sldChg>
      <pc:sldChg chg="addSp modSp modAnim">
        <pc:chgData name="Al Friend" userId="e5ed79da-d858-46d4-9eed-a7a24903f2de" providerId="ADAL" clId="{DC736F26-FCCE-4022-AF24-D4DE4D68AC4B}" dt="2025-11-12T12:09:38.661" v="294" actId="114"/>
        <pc:sldMkLst>
          <pc:docMk/>
          <pc:sldMk cId="726231609" sldId="838"/>
        </pc:sldMkLst>
        <pc:spChg chg="mod">
          <ac:chgData name="Al Friend" userId="e5ed79da-d858-46d4-9eed-a7a24903f2de" providerId="ADAL" clId="{DC736F26-FCCE-4022-AF24-D4DE4D68AC4B}" dt="2025-11-12T12:09:38.661" v="294" actId="114"/>
          <ac:spMkLst>
            <pc:docMk/>
            <pc:sldMk cId="726231609" sldId="838"/>
            <ac:spMk id="2" creationId="{3598B75A-0FB3-4171-AD3B-F1E4DF79AE5E}"/>
          </ac:spMkLst>
        </pc:spChg>
        <pc:spChg chg="mod">
          <ac:chgData name="Al Friend" userId="e5ed79da-d858-46d4-9eed-a7a24903f2de" providerId="ADAL" clId="{DC736F26-FCCE-4022-AF24-D4DE4D68AC4B}" dt="2025-11-12T12:07:46.398" v="273" actId="27636"/>
          <ac:spMkLst>
            <pc:docMk/>
            <pc:sldMk cId="726231609" sldId="838"/>
            <ac:spMk id="4" creationId="{00000000-0000-0000-0000-000000000000}"/>
          </ac:spMkLst>
        </pc:spChg>
        <pc:spChg chg="add mod">
          <ac:chgData name="Al Friend" userId="e5ed79da-d858-46d4-9eed-a7a24903f2de" providerId="ADAL" clId="{DC736F26-FCCE-4022-AF24-D4DE4D68AC4B}" dt="2025-11-12T12:07:38.658" v="271" actId="14100"/>
          <ac:spMkLst>
            <pc:docMk/>
            <pc:sldMk cId="726231609" sldId="838"/>
            <ac:spMk id="5" creationId="{B8EE203A-47B4-42D6-BEB5-D25DAE18148F}"/>
          </ac:spMkLst>
        </pc:spChg>
        <pc:spChg chg="add mod">
          <ac:chgData name="Al Friend" userId="e5ed79da-d858-46d4-9eed-a7a24903f2de" providerId="ADAL" clId="{DC736F26-FCCE-4022-AF24-D4DE4D68AC4B}" dt="2025-11-12T12:07:54.998" v="275" actId="1076"/>
          <ac:spMkLst>
            <pc:docMk/>
            <pc:sldMk cId="726231609" sldId="838"/>
            <ac:spMk id="6" creationId="{EC38012C-8AF8-4C9F-8E17-E8EC8BF598DB}"/>
          </ac:spMkLst>
        </pc:spChg>
      </pc:sldChg>
      <pc:sldChg chg="del">
        <pc:chgData name="Al Friend" userId="e5ed79da-d858-46d4-9eed-a7a24903f2de" providerId="ADAL" clId="{DC736F26-FCCE-4022-AF24-D4DE4D68AC4B}" dt="2025-11-12T12:10:54.458" v="305" actId="2696"/>
        <pc:sldMkLst>
          <pc:docMk/>
          <pc:sldMk cId="1435235245" sldId="839"/>
        </pc:sldMkLst>
      </pc:sldChg>
      <pc:sldChg chg="del">
        <pc:chgData name="Al Friend" userId="e5ed79da-d858-46d4-9eed-a7a24903f2de" providerId="ADAL" clId="{DC736F26-FCCE-4022-AF24-D4DE4D68AC4B}" dt="2025-11-12T12:03:43.588" v="212" actId="2696"/>
        <pc:sldMkLst>
          <pc:docMk/>
          <pc:sldMk cId="3208443908" sldId="840"/>
        </pc:sldMkLst>
      </pc:sldChg>
      <pc:sldChg chg="addSp delSp modSp ord delAnim modAnim">
        <pc:chgData name="Al Friend" userId="e5ed79da-d858-46d4-9eed-a7a24903f2de" providerId="ADAL" clId="{DC736F26-FCCE-4022-AF24-D4DE4D68AC4B}" dt="2025-11-11T09:03:58.882" v="107" actId="478"/>
        <pc:sldMkLst>
          <pc:docMk/>
          <pc:sldMk cId="1324513705" sldId="842"/>
        </pc:sldMkLst>
        <pc:spChg chg="mod">
          <ac:chgData name="Al Friend" userId="e5ed79da-d858-46d4-9eed-a7a24903f2de" providerId="ADAL" clId="{DC736F26-FCCE-4022-AF24-D4DE4D68AC4B}" dt="2025-11-11T09:01:42.680" v="102" actId="20577"/>
          <ac:spMkLst>
            <pc:docMk/>
            <pc:sldMk cId="1324513705" sldId="842"/>
            <ac:spMk id="8" creationId="{924404A3-ED4C-4699-9CA9-EFEB23F51AA9}"/>
          </ac:spMkLst>
        </pc:spChg>
        <pc:spChg chg="mod">
          <ac:chgData name="Al Friend" userId="e5ed79da-d858-46d4-9eed-a7a24903f2de" providerId="ADAL" clId="{DC736F26-FCCE-4022-AF24-D4DE4D68AC4B}" dt="2025-11-06T13:52:05.809" v="32" actId="207"/>
          <ac:spMkLst>
            <pc:docMk/>
            <pc:sldMk cId="1324513705" sldId="842"/>
            <ac:spMk id="9" creationId="{924404A3-ED4C-4699-9CA9-EFEB23F51AA9}"/>
          </ac:spMkLst>
        </pc:spChg>
        <pc:spChg chg="mod">
          <ac:chgData name="Al Friend" userId="e5ed79da-d858-46d4-9eed-a7a24903f2de" providerId="ADAL" clId="{DC736F26-FCCE-4022-AF24-D4DE4D68AC4B}" dt="2025-11-11T09:02:28.166" v="106" actId="20577"/>
          <ac:spMkLst>
            <pc:docMk/>
            <pc:sldMk cId="1324513705" sldId="842"/>
            <ac:spMk id="12" creationId="{924404A3-ED4C-4699-9CA9-EFEB23F51AA9}"/>
          </ac:spMkLst>
        </pc:spChg>
        <pc:spChg chg="mod">
          <ac:chgData name="Al Friend" userId="e5ed79da-d858-46d4-9eed-a7a24903f2de" providerId="ADAL" clId="{DC736F26-FCCE-4022-AF24-D4DE4D68AC4B}" dt="2025-11-06T13:54:04.407" v="51" actId="207"/>
          <ac:spMkLst>
            <pc:docMk/>
            <pc:sldMk cId="1324513705" sldId="842"/>
            <ac:spMk id="15" creationId="{B935E981-B7C6-4BDF-ADC2-EFF2B075D3D8}"/>
          </ac:spMkLst>
        </pc:spChg>
        <pc:spChg chg="mod">
          <ac:chgData name="Al Friend" userId="e5ed79da-d858-46d4-9eed-a7a24903f2de" providerId="ADAL" clId="{DC736F26-FCCE-4022-AF24-D4DE4D68AC4B}" dt="2025-11-06T13:52:12.494" v="33" actId="207"/>
          <ac:spMkLst>
            <pc:docMk/>
            <pc:sldMk cId="1324513705" sldId="842"/>
            <ac:spMk id="16" creationId="{B935E981-B7C6-4BDF-ADC2-EFF2B075D3D8}"/>
          </ac:spMkLst>
        </pc:spChg>
        <pc:spChg chg="del mod">
          <ac:chgData name="Al Friend" userId="e5ed79da-d858-46d4-9eed-a7a24903f2de" providerId="ADAL" clId="{DC736F26-FCCE-4022-AF24-D4DE4D68AC4B}" dt="2025-11-11T09:03:58.882" v="107" actId="478"/>
          <ac:spMkLst>
            <pc:docMk/>
            <pc:sldMk cId="1324513705" sldId="842"/>
            <ac:spMk id="23" creationId="{1A324138-540E-483C-9E05-34704F040F08}"/>
          </ac:spMkLst>
        </pc:spChg>
        <pc:grpChg chg="del">
          <ac:chgData name="Al Friend" userId="e5ed79da-d858-46d4-9eed-a7a24903f2de" providerId="ADAL" clId="{DC736F26-FCCE-4022-AF24-D4DE4D68AC4B}" dt="2025-11-06T13:52:25.117" v="34" actId="478"/>
          <ac:grpSpMkLst>
            <pc:docMk/>
            <pc:sldMk cId="1324513705" sldId="842"/>
            <ac:grpSpMk id="10" creationId="{83A3EFF6-2664-48FA-895D-D645BEEAC2EC}"/>
          </ac:grpSpMkLst>
        </pc:grpChg>
        <pc:grpChg chg="add mod">
          <ac:chgData name="Al Friend" userId="e5ed79da-d858-46d4-9eed-a7a24903f2de" providerId="ADAL" clId="{DC736F26-FCCE-4022-AF24-D4DE4D68AC4B}" dt="2025-11-06T13:53:36.298" v="44" actId="164"/>
          <ac:grpSpMkLst>
            <pc:docMk/>
            <pc:sldMk cId="1324513705" sldId="842"/>
            <ac:grpSpMk id="25" creationId="{2469EE32-BAEE-4D4E-B3EB-D137826C322F}"/>
          </ac:grpSpMkLst>
        </pc:grpChg>
        <pc:cxnChg chg="add mod">
          <ac:chgData name="Al Friend" userId="e5ed79da-d858-46d4-9eed-a7a24903f2de" providerId="ADAL" clId="{DC736F26-FCCE-4022-AF24-D4DE4D68AC4B}" dt="2025-11-06T13:53:36.298" v="44" actId="164"/>
          <ac:cxnSpMkLst>
            <pc:docMk/>
            <pc:sldMk cId="1324513705" sldId="842"/>
            <ac:cxnSpMk id="6" creationId="{13817D7A-F685-4CEE-9E6A-3D24AEFFF513}"/>
          </ac:cxnSpMkLst>
        </pc:cxnChg>
        <pc:cxnChg chg="add mod">
          <ac:chgData name="Al Friend" userId="e5ed79da-d858-46d4-9eed-a7a24903f2de" providerId="ADAL" clId="{DC736F26-FCCE-4022-AF24-D4DE4D68AC4B}" dt="2025-11-06T13:53:36.298" v="44" actId="164"/>
          <ac:cxnSpMkLst>
            <pc:docMk/>
            <pc:sldMk cId="1324513705" sldId="842"/>
            <ac:cxnSpMk id="22" creationId="{D38E8BC8-453C-4DC2-B7E4-66F0F3130226}"/>
          </ac:cxnSpMkLst>
        </pc:cxnChg>
      </pc:sldChg>
      <pc:sldChg chg="modSp ord">
        <pc:chgData name="Al Friend" userId="e5ed79da-d858-46d4-9eed-a7a24903f2de" providerId="ADAL" clId="{DC736F26-FCCE-4022-AF24-D4DE4D68AC4B}" dt="2025-11-11T08:53:30.529" v="95"/>
        <pc:sldMkLst>
          <pc:docMk/>
          <pc:sldMk cId="920552221" sldId="843"/>
        </pc:sldMkLst>
        <pc:spChg chg="mod">
          <ac:chgData name="Al Friend" userId="e5ed79da-d858-46d4-9eed-a7a24903f2de" providerId="ADAL" clId="{DC736F26-FCCE-4022-AF24-D4DE4D68AC4B}" dt="2025-11-06T13:58:44.435" v="53" actId="113"/>
          <ac:spMkLst>
            <pc:docMk/>
            <pc:sldMk cId="920552221" sldId="843"/>
            <ac:spMk id="15" creationId="{B935E981-B7C6-4BDF-ADC2-EFF2B075D3D8}"/>
          </ac:spMkLst>
        </pc:spChg>
      </pc:sldChg>
      <pc:sldChg chg="modSp ord">
        <pc:chgData name="Al Friend" userId="e5ed79da-d858-46d4-9eed-a7a24903f2de" providerId="ADAL" clId="{DC736F26-FCCE-4022-AF24-D4DE4D68AC4B}" dt="2025-11-11T08:53:30.529" v="95"/>
        <pc:sldMkLst>
          <pc:docMk/>
          <pc:sldMk cId="405858881" sldId="846"/>
        </pc:sldMkLst>
        <pc:spChg chg="mod">
          <ac:chgData name="Al Friend" userId="e5ed79da-d858-46d4-9eed-a7a24903f2de" providerId="ADAL" clId="{DC736F26-FCCE-4022-AF24-D4DE4D68AC4B}" dt="2025-11-06T13:59:46.200" v="55" actId="207"/>
          <ac:spMkLst>
            <pc:docMk/>
            <pc:sldMk cId="405858881" sldId="846"/>
            <ac:spMk id="9" creationId="{791239AE-DD75-4BA2-AA6E-D46E4F8FEC24}"/>
          </ac:spMkLst>
        </pc:spChg>
        <pc:spChg chg="mod">
          <ac:chgData name="Al Friend" userId="e5ed79da-d858-46d4-9eed-a7a24903f2de" providerId="ADAL" clId="{DC736F26-FCCE-4022-AF24-D4DE4D68AC4B}" dt="2025-11-06T13:59:50.848" v="56" actId="207"/>
          <ac:spMkLst>
            <pc:docMk/>
            <pc:sldMk cId="405858881" sldId="846"/>
            <ac:spMk id="10" creationId="{BA373AA1-9380-4166-B750-3AB3C461F597}"/>
          </ac:spMkLst>
        </pc:spChg>
        <pc:spChg chg="mod">
          <ac:chgData name="Al Friend" userId="e5ed79da-d858-46d4-9eed-a7a24903f2de" providerId="ADAL" clId="{DC736F26-FCCE-4022-AF24-D4DE4D68AC4B}" dt="2025-11-06T13:59:42.729" v="54" actId="207"/>
          <ac:spMkLst>
            <pc:docMk/>
            <pc:sldMk cId="405858881" sldId="846"/>
            <ac:spMk id="13" creationId="{2B3EEA4B-6930-4670-9CBA-1BC9C1295CD1}"/>
          </ac:spMkLst>
        </pc:spChg>
        <pc:spChg chg="mod">
          <ac:chgData name="Al Friend" userId="e5ed79da-d858-46d4-9eed-a7a24903f2de" providerId="ADAL" clId="{DC736F26-FCCE-4022-AF24-D4DE4D68AC4B}" dt="2025-11-06T14:00:08.241" v="58" actId="113"/>
          <ac:spMkLst>
            <pc:docMk/>
            <pc:sldMk cId="405858881" sldId="846"/>
            <ac:spMk id="15" creationId="{B935E981-B7C6-4BDF-ADC2-EFF2B075D3D8}"/>
          </ac:spMkLst>
        </pc:spChg>
      </pc:sldChg>
      <pc:sldChg chg="modSp ord">
        <pc:chgData name="Al Friend" userId="e5ed79da-d858-46d4-9eed-a7a24903f2de" providerId="ADAL" clId="{DC736F26-FCCE-4022-AF24-D4DE4D68AC4B}" dt="2025-11-11T08:53:30.529" v="95"/>
        <pc:sldMkLst>
          <pc:docMk/>
          <pc:sldMk cId="2256960547" sldId="847"/>
        </pc:sldMkLst>
        <pc:spChg chg="mod">
          <ac:chgData name="Al Friend" userId="e5ed79da-d858-46d4-9eed-a7a24903f2de" providerId="ADAL" clId="{DC736F26-FCCE-4022-AF24-D4DE4D68AC4B}" dt="2025-11-06T14:00:22.920" v="60" actId="207"/>
          <ac:spMkLst>
            <pc:docMk/>
            <pc:sldMk cId="2256960547" sldId="847"/>
            <ac:spMk id="7" creationId="{94AE0579-BDDF-4D9B-8504-7B41B1685E54}"/>
          </ac:spMkLst>
        </pc:spChg>
        <pc:spChg chg="mod">
          <ac:chgData name="Al Friend" userId="e5ed79da-d858-46d4-9eed-a7a24903f2de" providerId="ADAL" clId="{DC736F26-FCCE-4022-AF24-D4DE4D68AC4B}" dt="2025-11-06T14:00:18.679" v="59" actId="207"/>
          <ac:spMkLst>
            <pc:docMk/>
            <pc:sldMk cId="2256960547" sldId="847"/>
            <ac:spMk id="8" creationId="{48F612F8-9F2A-4EFA-AA15-CBD88BDAD4AA}"/>
          </ac:spMkLst>
        </pc:spChg>
        <pc:spChg chg="mod">
          <ac:chgData name="Al Friend" userId="e5ed79da-d858-46d4-9eed-a7a24903f2de" providerId="ADAL" clId="{DC736F26-FCCE-4022-AF24-D4DE4D68AC4B}" dt="2025-11-06T14:00:26.023" v="61" actId="207"/>
          <ac:spMkLst>
            <pc:docMk/>
            <pc:sldMk cId="2256960547" sldId="847"/>
            <ac:spMk id="10" creationId="{C20A1731-D8A1-4116-BD03-89A2BCB40AF8}"/>
          </ac:spMkLst>
        </pc:spChg>
        <pc:spChg chg="mod">
          <ac:chgData name="Al Friend" userId="e5ed79da-d858-46d4-9eed-a7a24903f2de" providerId="ADAL" clId="{DC736F26-FCCE-4022-AF24-D4DE4D68AC4B}" dt="2025-11-06T14:00:30.866" v="63" actId="113"/>
          <ac:spMkLst>
            <pc:docMk/>
            <pc:sldMk cId="2256960547" sldId="847"/>
            <ac:spMk id="15" creationId="{B935E981-B7C6-4BDF-ADC2-EFF2B075D3D8}"/>
          </ac:spMkLst>
        </pc:spChg>
      </pc:sldChg>
      <pc:sldChg chg="ord">
        <pc:chgData name="Al Friend" userId="e5ed79da-d858-46d4-9eed-a7a24903f2de" providerId="ADAL" clId="{DC736F26-FCCE-4022-AF24-D4DE4D68AC4B}" dt="2025-11-11T08:53:30.529" v="95"/>
        <pc:sldMkLst>
          <pc:docMk/>
          <pc:sldMk cId="3840316138" sldId="849"/>
        </pc:sldMkLst>
      </pc:sldChg>
      <pc:sldChg chg="ord">
        <pc:chgData name="Al Friend" userId="e5ed79da-d858-46d4-9eed-a7a24903f2de" providerId="ADAL" clId="{DC736F26-FCCE-4022-AF24-D4DE4D68AC4B}" dt="2025-11-11T08:53:30.529" v="95"/>
        <pc:sldMkLst>
          <pc:docMk/>
          <pc:sldMk cId="2441115929" sldId="850"/>
        </pc:sldMkLst>
      </pc:sldChg>
      <pc:sldChg chg="ord">
        <pc:chgData name="Al Friend" userId="e5ed79da-d858-46d4-9eed-a7a24903f2de" providerId="ADAL" clId="{DC736F26-FCCE-4022-AF24-D4DE4D68AC4B}" dt="2025-11-11T08:53:23.286" v="93"/>
        <pc:sldMkLst>
          <pc:docMk/>
          <pc:sldMk cId="469210997" sldId="856"/>
        </pc:sldMkLst>
      </pc:sldChg>
      <pc:sldChg chg="ord">
        <pc:chgData name="Al Friend" userId="e5ed79da-d858-46d4-9eed-a7a24903f2de" providerId="ADAL" clId="{DC736F26-FCCE-4022-AF24-D4DE4D68AC4B}" dt="2025-11-11T08:53:23.286" v="93"/>
        <pc:sldMkLst>
          <pc:docMk/>
          <pc:sldMk cId="2176379997" sldId="858"/>
        </pc:sldMkLst>
      </pc:sldChg>
      <pc:sldChg chg="ord">
        <pc:chgData name="Al Friend" userId="e5ed79da-d858-46d4-9eed-a7a24903f2de" providerId="ADAL" clId="{DC736F26-FCCE-4022-AF24-D4DE4D68AC4B}" dt="2025-11-11T08:53:23.286" v="93"/>
        <pc:sldMkLst>
          <pc:docMk/>
          <pc:sldMk cId="3173207448" sldId="860"/>
        </pc:sldMkLst>
      </pc:sldChg>
      <pc:sldChg chg="ord">
        <pc:chgData name="Al Friend" userId="e5ed79da-d858-46d4-9eed-a7a24903f2de" providerId="ADAL" clId="{DC736F26-FCCE-4022-AF24-D4DE4D68AC4B}" dt="2025-11-11T08:53:23.286" v="93"/>
        <pc:sldMkLst>
          <pc:docMk/>
          <pc:sldMk cId="3750724401" sldId="866"/>
        </pc:sldMkLst>
      </pc:sldChg>
      <pc:sldChg chg="ord">
        <pc:chgData name="Al Friend" userId="e5ed79da-d858-46d4-9eed-a7a24903f2de" providerId="ADAL" clId="{DC736F26-FCCE-4022-AF24-D4DE4D68AC4B}" dt="2025-11-11T08:53:23.286" v="93"/>
        <pc:sldMkLst>
          <pc:docMk/>
          <pc:sldMk cId="2016678098" sldId="867"/>
        </pc:sldMkLst>
      </pc:sldChg>
      <pc:sldChg chg="ord">
        <pc:chgData name="Al Friend" userId="e5ed79da-d858-46d4-9eed-a7a24903f2de" providerId="ADAL" clId="{DC736F26-FCCE-4022-AF24-D4DE4D68AC4B}" dt="2025-11-11T08:53:23.286" v="93"/>
        <pc:sldMkLst>
          <pc:docMk/>
          <pc:sldMk cId="484106035" sldId="868"/>
        </pc:sldMkLst>
      </pc:sldChg>
      <pc:sldChg chg="ord">
        <pc:chgData name="Al Friend" userId="e5ed79da-d858-46d4-9eed-a7a24903f2de" providerId="ADAL" clId="{DC736F26-FCCE-4022-AF24-D4DE4D68AC4B}" dt="2025-11-11T08:53:23.286" v="93"/>
        <pc:sldMkLst>
          <pc:docMk/>
          <pc:sldMk cId="2610940249" sldId="869"/>
        </pc:sldMkLst>
      </pc:sldChg>
      <pc:sldChg chg="ord">
        <pc:chgData name="Al Friend" userId="e5ed79da-d858-46d4-9eed-a7a24903f2de" providerId="ADAL" clId="{DC736F26-FCCE-4022-AF24-D4DE4D68AC4B}" dt="2025-11-11T08:53:23.286" v="93"/>
        <pc:sldMkLst>
          <pc:docMk/>
          <pc:sldMk cId="1175320702" sldId="870"/>
        </pc:sldMkLst>
      </pc:sldChg>
      <pc:sldChg chg="ord">
        <pc:chgData name="Al Friend" userId="e5ed79da-d858-46d4-9eed-a7a24903f2de" providerId="ADAL" clId="{DC736F26-FCCE-4022-AF24-D4DE4D68AC4B}" dt="2025-11-11T08:53:23.286" v="93"/>
        <pc:sldMkLst>
          <pc:docMk/>
          <pc:sldMk cId="4067987028" sldId="871"/>
        </pc:sldMkLst>
      </pc:sldChg>
      <pc:sldChg chg="ord">
        <pc:chgData name="Al Friend" userId="e5ed79da-d858-46d4-9eed-a7a24903f2de" providerId="ADAL" clId="{DC736F26-FCCE-4022-AF24-D4DE4D68AC4B}" dt="2025-11-11T08:53:23.286" v="93"/>
        <pc:sldMkLst>
          <pc:docMk/>
          <pc:sldMk cId="4233072005" sldId="872"/>
        </pc:sldMkLst>
      </pc:sldChg>
      <pc:sldChg chg="delSp add ord modTransition delAnim">
        <pc:chgData name="Al Friend" userId="e5ed79da-d858-46d4-9eed-a7a24903f2de" providerId="ADAL" clId="{DC736F26-FCCE-4022-AF24-D4DE4D68AC4B}" dt="2025-11-11T08:53:30.529" v="95"/>
        <pc:sldMkLst>
          <pc:docMk/>
          <pc:sldMk cId="3703383339" sldId="873"/>
        </pc:sldMkLst>
        <pc:spChg chg="del">
          <ac:chgData name="Al Friend" userId="e5ed79da-d858-46d4-9eed-a7a24903f2de" providerId="ADAL" clId="{DC736F26-FCCE-4022-AF24-D4DE4D68AC4B}" dt="2025-11-06T13:49:43.142" v="23" actId="478"/>
          <ac:spMkLst>
            <pc:docMk/>
            <pc:sldMk cId="3703383339" sldId="873"/>
            <ac:spMk id="10" creationId="{924404A3-ED4C-4699-9CA9-EFEB23F51AA9}"/>
          </ac:spMkLst>
        </pc:spChg>
        <pc:spChg chg="del">
          <ac:chgData name="Al Friend" userId="e5ed79da-d858-46d4-9eed-a7a24903f2de" providerId="ADAL" clId="{DC736F26-FCCE-4022-AF24-D4DE4D68AC4B}" dt="2025-11-06T13:49:44.603" v="24" actId="478"/>
          <ac:spMkLst>
            <pc:docMk/>
            <pc:sldMk cId="3703383339" sldId="873"/>
            <ac:spMk id="11" creationId="{924404A3-ED4C-4699-9CA9-EFEB23F51AA9}"/>
          </ac:spMkLst>
        </pc:spChg>
        <pc:spChg chg="del">
          <ac:chgData name="Al Friend" userId="e5ed79da-d858-46d4-9eed-a7a24903f2de" providerId="ADAL" clId="{DC736F26-FCCE-4022-AF24-D4DE4D68AC4B}" dt="2025-11-06T13:51:17.259" v="29" actId="478"/>
          <ac:spMkLst>
            <pc:docMk/>
            <pc:sldMk cId="3703383339" sldId="873"/>
            <ac:spMk id="15" creationId="{B935E981-B7C6-4BDF-ADC2-EFF2B075D3D8}"/>
          </ac:spMkLst>
        </pc:spChg>
      </pc:sldChg>
      <pc:sldChg chg="modSp add ord">
        <pc:chgData name="Al Friend" userId="e5ed79da-d858-46d4-9eed-a7a24903f2de" providerId="ADAL" clId="{DC736F26-FCCE-4022-AF24-D4DE4D68AC4B}" dt="2025-11-11T08:53:30.529" v="95"/>
        <pc:sldMkLst>
          <pc:docMk/>
          <pc:sldMk cId="3936560546" sldId="874"/>
        </pc:sldMkLst>
        <pc:spChg chg="mod">
          <ac:chgData name="Al Friend" userId="e5ed79da-d858-46d4-9eed-a7a24903f2de" providerId="ADAL" clId="{DC736F26-FCCE-4022-AF24-D4DE4D68AC4B}" dt="2025-11-10T13:47:41.106" v="80" actId="403"/>
          <ac:spMkLst>
            <pc:docMk/>
            <pc:sldMk cId="3936560546" sldId="874"/>
            <ac:spMk id="3" creationId="{00000000-0000-0000-0000-000000000000}"/>
          </ac:spMkLst>
        </pc:spChg>
      </pc:sldChg>
      <pc:sldChg chg="modSp add modTransition modAnim">
        <pc:chgData name="Al Friend" userId="e5ed79da-d858-46d4-9eed-a7a24903f2de" providerId="ADAL" clId="{DC736F26-FCCE-4022-AF24-D4DE4D68AC4B}" dt="2025-11-12T12:07:27.482" v="270" actId="14100"/>
        <pc:sldMkLst>
          <pc:docMk/>
          <pc:sldMk cId="1589275623" sldId="875"/>
        </pc:sldMkLst>
        <pc:spChg chg="mod">
          <ac:chgData name="Al Friend" userId="e5ed79da-d858-46d4-9eed-a7a24903f2de" providerId="ADAL" clId="{DC736F26-FCCE-4022-AF24-D4DE4D68AC4B}" dt="2025-11-12T12:07:27.482" v="270" actId="14100"/>
          <ac:spMkLst>
            <pc:docMk/>
            <pc:sldMk cId="1589275623" sldId="875"/>
            <ac:spMk id="2" creationId="{3598B75A-0FB3-4171-AD3B-F1E4DF79AE5E}"/>
          </ac:spMkLst>
        </pc:spChg>
        <pc:spChg chg="mod">
          <ac:chgData name="Al Friend" userId="e5ed79da-d858-46d4-9eed-a7a24903f2de" providerId="ADAL" clId="{DC736F26-FCCE-4022-AF24-D4DE4D68AC4B}" dt="2025-11-12T12:07:18.016" v="254" actId="14100"/>
          <ac:spMkLst>
            <pc:docMk/>
            <pc:sldMk cId="1589275623" sldId="875"/>
            <ac:spMk id="4" creationId="{00000000-0000-0000-0000-000000000000}"/>
          </ac:spMkLst>
        </pc:spChg>
        <pc:spChg chg="mod">
          <ac:chgData name="Al Friend" userId="e5ed79da-d858-46d4-9eed-a7a24903f2de" providerId="ADAL" clId="{DC736F26-FCCE-4022-AF24-D4DE4D68AC4B}" dt="2025-11-12T12:07:18.016" v="254" actId="14100"/>
          <ac:spMkLst>
            <pc:docMk/>
            <pc:sldMk cId="1589275623" sldId="875"/>
            <ac:spMk id="5" creationId="{CFA8032E-517D-44A5-9B67-FE3C84FAB189}"/>
          </ac:spMkLst>
        </pc:spChg>
        <pc:spChg chg="mod">
          <ac:chgData name="Al Friend" userId="e5ed79da-d858-46d4-9eed-a7a24903f2de" providerId="ADAL" clId="{DC736F26-FCCE-4022-AF24-D4DE4D68AC4B}" dt="2025-11-12T12:07:22.678" v="262" actId="14100"/>
          <ac:spMkLst>
            <pc:docMk/>
            <pc:sldMk cId="1589275623" sldId="875"/>
            <ac:spMk id="6" creationId="{898CA89C-886D-4BAF-8C20-0DDB87972937}"/>
          </ac:spMkLst>
        </pc:spChg>
      </pc:sldChg>
      <pc:sldChg chg="add del">
        <pc:chgData name="Al Friend" userId="e5ed79da-d858-46d4-9eed-a7a24903f2de" providerId="ADAL" clId="{DC736F26-FCCE-4022-AF24-D4DE4D68AC4B}" dt="2025-11-12T12:01:07.465" v="180" actId="2696"/>
        <pc:sldMkLst>
          <pc:docMk/>
          <pc:sldMk cId="3195447961" sldId="876"/>
        </pc:sldMkLst>
      </pc:sldChg>
      <pc:sldChg chg="modSp add modTransition modAnim">
        <pc:chgData name="Al Friend" userId="e5ed79da-d858-46d4-9eed-a7a24903f2de" providerId="ADAL" clId="{DC736F26-FCCE-4022-AF24-D4DE4D68AC4B}" dt="2025-11-12T12:10:35.417" v="304" actId="20577"/>
        <pc:sldMkLst>
          <pc:docMk/>
          <pc:sldMk cId="3212653991" sldId="876"/>
        </pc:sldMkLst>
        <pc:spChg chg="mod">
          <ac:chgData name="Al Friend" userId="e5ed79da-d858-46d4-9eed-a7a24903f2de" providerId="ADAL" clId="{DC736F26-FCCE-4022-AF24-D4DE4D68AC4B}" dt="2025-11-12T12:10:35.417" v="304" actId="20577"/>
          <ac:spMkLst>
            <pc:docMk/>
            <pc:sldMk cId="3212653991" sldId="876"/>
            <ac:spMk id="2" creationId="{3598B75A-0FB3-4171-AD3B-F1E4DF79AE5E}"/>
          </ac:spMkLst>
        </pc:spChg>
        <pc:spChg chg="mod">
          <ac:chgData name="Al Friend" userId="e5ed79da-d858-46d4-9eed-a7a24903f2de" providerId="ADAL" clId="{DC736F26-FCCE-4022-AF24-D4DE4D68AC4B}" dt="2025-11-12T12:10:18.282" v="298" actId="6549"/>
          <ac:spMkLst>
            <pc:docMk/>
            <pc:sldMk cId="3212653991" sldId="876"/>
            <ac:spMk id="6" creationId="{EC38012C-8AF8-4C9F-8E17-E8EC8BF598DB}"/>
          </ac:spMkLst>
        </pc:spChg>
      </pc:sldChg>
      <pc:sldChg chg="delSp modSp add modTransition delAnim modAnim">
        <pc:chgData name="Al Friend" userId="e5ed79da-d858-46d4-9eed-a7a24903f2de" providerId="ADAL" clId="{DC736F26-FCCE-4022-AF24-D4DE4D68AC4B}" dt="2025-11-12T12:21:40.843" v="398"/>
        <pc:sldMkLst>
          <pc:docMk/>
          <pc:sldMk cId="1339607947" sldId="877"/>
        </pc:sldMkLst>
        <pc:spChg chg="del">
          <ac:chgData name="Al Friend" userId="e5ed79da-d858-46d4-9eed-a7a24903f2de" providerId="ADAL" clId="{DC736F26-FCCE-4022-AF24-D4DE4D68AC4B}" dt="2025-11-12T12:20:12.799" v="379" actId="478"/>
          <ac:spMkLst>
            <pc:docMk/>
            <pc:sldMk cId="1339607947" sldId="877"/>
            <ac:spMk id="4" creationId="{67454E7D-77FB-4F27-AA28-4E981ACA17F5}"/>
          </ac:spMkLst>
        </pc:spChg>
        <pc:spChg chg="del">
          <ac:chgData name="Al Friend" userId="e5ed79da-d858-46d4-9eed-a7a24903f2de" providerId="ADAL" clId="{DC736F26-FCCE-4022-AF24-D4DE4D68AC4B}" dt="2025-11-12T12:20:13.917" v="380" actId="478"/>
          <ac:spMkLst>
            <pc:docMk/>
            <pc:sldMk cId="1339607947" sldId="877"/>
            <ac:spMk id="6" creationId="{7DDF2941-3C4C-467F-A8C7-FF53B5B65FCA}"/>
          </ac:spMkLst>
        </pc:spChg>
        <pc:graphicFrameChg chg="modGraphic">
          <ac:chgData name="Al Friend" userId="e5ed79da-d858-46d4-9eed-a7a24903f2de" providerId="ADAL" clId="{DC736F26-FCCE-4022-AF24-D4DE4D68AC4B}" dt="2025-11-12T12:20:16.691" v="382" actId="6549"/>
          <ac:graphicFrameMkLst>
            <pc:docMk/>
            <pc:sldMk cId="1339607947" sldId="877"/>
            <ac:graphicFrameMk id="5" creationId="{38A8414E-6490-4AD8-90BD-DF0216F61C69}"/>
          </ac:graphicFrameMkLst>
        </pc:graphicFrameChg>
      </pc:sldChg>
      <pc:sldChg chg="addSp delSp modSp add modTransition modAnim">
        <pc:chgData name="Al Friend" userId="e5ed79da-d858-46d4-9eed-a7a24903f2de" providerId="ADAL" clId="{DC736F26-FCCE-4022-AF24-D4DE4D68AC4B}" dt="2025-11-12T13:59:09.893" v="615"/>
        <pc:sldMkLst>
          <pc:docMk/>
          <pc:sldMk cId="2488951236" sldId="878"/>
        </pc:sldMkLst>
        <pc:spChg chg="del">
          <ac:chgData name="Al Friend" userId="e5ed79da-d858-46d4-9eed-a7a24903f2de" providerId="ADAL" clId="{DC736F26-FCCE-4022-AF24-D4DE4D68AC4B}" dt="2025-11-12T12:20:49.862" v="389" actId="478"/>
          <ac:spMkLst>
            <pc:docMk/>
            <pc:sldMk cId="2488951236" sldId="878"/>
            <ac:spMk id="3" creationId="{90265A99-404E-4BBB-940A-BBE407BE1CF0}"/>
          </ac:spMkLst>
        </pc:spChg>
        <pc:spChg chg="del">
          <ac:chgData name="Al Friend" userId="e5ed79da-d858-46d4-9eed-a7a24903f2de" providerId="ADAL" clId="{DC736F26-FCCE-4022-AF24-D4DE4D68AC4B}" dt="2025-11-12T12:20:46.354" v="386" actId="478"/>
          <ac:spMkLst>
            <pc:docMk/>
            <pc:sldMk cId="2488951236" sldId="878"/>
            <ac:spMk id="9" creationId="{924404A3-ED4C-4699-9CA9-EFEB23F51AA9}"/>
          </ac:spMkLst>
        </pc:spChg>
        <pc:spChg chg="add mod">
          <ac:chgData name="Al Friend" userId="e5ed79da-d858-46d4-9eed-a7a24903f2de" providerId="ADAL" clId="{DC736F26-FCCE-4022-AF24-D4DE4D68AC4B}" dt="2025-11-12T13:58:50.707" v="613" actId="1076"/>
          <ac:spMkLst>
            <pc:docMk/>
            <pc:sldMk cId="2488951236" sldId="878"/>
            <ac:spMk id="10" creationId="{5F14D380-616D-45A7-84B7-EE7C07DD7F42}"/>
          </ac:spMkLst>
        </pc:spChg>
        <pc:spChg chg="add mod">
          <ac:chgData name="Al Friend" userId="e5ed79da-d858-46d4-9eed-a7a24903f2de" providerId="ADAL" clId="{DC736F26-FCCE-4022-AF24-D4DE4D68AC4B}" dt="2025-11-12T13:59:01.538" v="614" actId="1076"/>
          <ac:spMkLst>
            <pc:docMk/>
            <pc:sldMk cId="2488951236" sldId="878"/>
            <ac:spMk id="11" creationId="{783B55CB-C0B3-440A-9A05-B9D9F1EA62FB}"/>
          </ac:spMkLst>
        </pc:spChg>
        <pc:spChg chg="del">
          <ac:chgData name="Al Friend" userId="e5ed79da-d858-46d4-9eed-a7a24903f2de" providerId="ADAL" clId="{DC736F26-FCCE-4022-AF24-D4DE4D68AC4B}" dt="2025-11-12T12:20:48.076" v="387" actId="478"/>
          <ac:spMkLst>
            <pc:docMk/>
            <pc:sldMk cId="2488951236" sldId="878"/>
            <ac:spMk id="12" creationId="{924404A3-ED4C-4699-9CA9-EFEB23F51AA9}"/>
          </ac:spMkLst>
        </pc:spChg>
        <pc:cxnChg chg="del">
          <ac:chgData name="Al Friend" userId="e5ed79da-d858-46d4-9eed-a7a24903f2de" providerId="ADAL" clId="{DC736F26-FCCE-4022-AF24-D4DE4D68AC4B}" dt="2025-11-12T12:20:49.014" v="388" actId="478"/>
          <ac:cxnSpMkLst>
            <pc:docMk/>
            <pc:sldMk cId="2488951236" sldId="878"/>
            <ac:cxnSpMk id="7" creationId="{8B19F821-1630-4A82-9343-B45712962E89}"/>
          </ac:cxnSpMkLst>
        </pc:cxnChg>
      </pc:sldChg>
      <pc:sldChg chg="delSp modSp add modTransition delAnim modAnim">
        <pc:chgData name="Al Friend" userId="e5ed79da-d858-46d4-9eed-a7a24903f2de" providerId="ADAL" clId="{DC736F26-FCCE-4022-AF24-D4DE4D68AC4B}" dt="2025-11-12T12:22:08.195" v="406"/>
        <pc:sldMkLst>
          <pc:docMk/>
          <pc:sldMk cId="171366189" sldId="879"/>
        </pc:sldMkLst>
        <pc:spChg chg="del">
          <ac:chgData name="Al Friend" userId="e5ed79da-d858-46d4-9eed-a7a24903f2de" providerId="ADAL" clId="{DC736F26-FCCE-4022-AF24-D4DE4D68AC4B}" dt="2025-11-12T12:21:54.072" v="401" actId="478"/>
          <ac:spMkLst>
            <pc:docMk/>
            <pc:sldMk cId="171366189" sldId="879"/>
            <ac:spMk id="4" creationId="{A1BFC853-8304-4B36-ABE6-4EFE5EDE6F3D}"/>
          </ac:spMkLst>
        </pc:spChg>
        <pc:spChg chg="del mod">
          <ac:chgData name="Al Friend" userId="e5ed79da-d858-46d4-9eed-a7a24903f2de" providerId="ADAL" clId="{DC736F26-FCCE-4022-AF24-D4DE4D68AC4B}" dt="2025-11-12T12:22:06.522" v="405" actId="478"/>
          <ac:spMkLst>
            <pc:docMk/>
            <pc:sldMk cId="171366189" sldId="879"/>
            <ac:spMk id="6" creationId="{831F97E7-1E0F-4C0A-B09F-844929766824}"/>
          </ac:spMkLst>
        </pc:spChg>
        <pc:graphicFrameChg chg="modGraphic">
          <ac:chgData name="Al Friend" userId="e5ed79da-d858-46d4-9eed-a7a24903f2de" providerId="ADAL" clId="{DC736F26-FCCE-4022-AF24-D4DE4D68AC4B}" dt="2025-11-12T12:22:00.771" v="403" actId="20577"/>
          <ac:graphicFrameMkLst>
            <pc:docMk/>
            <pc:sldMk cId="171366189" sldId="879"/>
            <ac:graphicFrameMk id="5" creationId="{38A8414E-6490-4AD8-90BD-DF0216F61C69}"/>
          </ac:graphicFrameMkLst>
        </pc:graphicFrameChg>
      </pc:sldChg>
      <pc:sldChg chg="add modTransition">
        <pc:chgData name="Al Friend" userId="e5ed79da-d858-46d4-9eed-a7a24903f2de" providerId="ADAL" clId="{DC736F26-FCCE-4022-AF24-D4DE4D68AC4B}" dt="2025-11-12T13:09:16.043" v="437"/>
        <pc:sldMkLst>
          <pc:docMk/>
          <pc:sldMk cId="1077107779" sldId="880"/>
        </pc:sldMkLst>
      </pc:sldChg>
    </pc:docChg>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12/11/2025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294923857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12/11/2025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8.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9.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6.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6.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lawfulness, fairness and transparency</a:t>
            </a:r>
          </a:p>
          <a:p>
            <a:pPr marL="514350" indent="-514350">
              <a:buFont typeface="+mj-lt"/>
              <a:buAutoNum type="arabicPeriod"/>
            </a:pPr>
            <a:r>
              <a:rPr lang="en-GB" sz="3200" dirty="0"/>
              <a:t>purpose limitation</a:t>
            </a:r>
          </a:p>
          <a:p>
            <a:pPr marL="514350" indent="-514350">
              <a:buFont typeface="+mj-lt"/>
              <a:buAutoNum type="arabicPeriod"/>
            </a:pPr>
            <a:r>
              <a:rPr lang="en-GB" sz="3200" dirty="0"/>
              <a:t>data minimisation</a:t>
            </a:r>
          </a:p>
          <a:p>
            <a:pPr marL="514350" indent="-514350">
              <a:buFont typeface="+mj-lt"/>
              <a:buAutoNum type="arabicPeriod"/>
            </a:pPr>
            <a:r>
              <a:rPr lang="en-GB" sz="3200" dirty="0"/>
              <a:t>accuracy</a:t>
            </a:r>
          </a:p>
          <a:p>
            <a:pPr marL="514350" indent="-514350">
              <a:buFont typeface="+mj-lt"/>
              <a:buAutoNum type="arabicPeriod"/>
            </a:pPr>
            <a:r>
              <a:rPr lang="en-GB" sz="3200" dirty="0"/>
              <a:t>storage limitation</a:t>
            </a:r>
          </a:p>
          <a:p>
            <a:pPr marL="514350" indent="-514350">
              <a:buFont typeface="+mj-lt"/>
              <a:buAutoNum type="arabicPeriod"/>
            </a:pPr>
            <a:r>
              <a:rPr lang="en-GB" sz="3200" dirty="0"/>
              <a:t>integrity and confidentiality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endParaRPr lang="en-GB" sz="3200" b="1" dirty="0">
              <a:solidFill>
                <a:srgbClr val="7030A0"/>
              </a:solidFill>
            </a:endParaRP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543521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474439757"/>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 / UPDATE /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573864169"/>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61557306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7B793-F74E-4D0E-8C93-EB3AB77756F2}"/>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6F519DC4-5D38-4394-B939-D133A2B4D012}"/>
              </a:ext>
            </a:extLst>
          </p:cNvPr>
          <p:cNvSpPr>
            <a:spLocks noGrp="1"/>
          </p:cNvSpPr>
          <p:nvPr>
            <p:ph idx="1"/>
          </p:nvPr>
        </p:nvSpPr>
        <p:spPr/>
        <p:txBody>
          <a:bodyPr>
            <a:normAutofit/>
          </a:bodyPr>
          <a:lstStyle/>
          <a:p>
            <a:r>
              <a:rPr lang="en-GB" sz="3200" dirty="0"/>
              <a:t>Describe and exemplify testing: </a:t>
            </a:r>
          </a:p>
          <a:p>
            <a:pPr lvl="1"/>
            <a:r>
              <a:rPr lang="en-GB" sz="3200" dirty="0"/>
              <a:t>SQL operations work correctly at this level </a:t>
            </a:r>
          </a:p>
          <a:p>
            <a:pPr marL="0" indent="0">
              <a:buNone/>
            </a:pPr>
            <a:endParaRPr lang="en-GB" sz="3200" dirty="0"/>
          </a:p>
        </p:txBody>
      </p:sp>
    </p:spTree>
    <p:extLst>
      <p:ext uri="{BB962C8B-B14F-4D97-AF65-F5344CB8AC3E}">
        <p14:creationId xmlns:p14="http://schemas.microsoft.com/office/powerpoint/2010/main" val="359810947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r>
              <a:rPr lang="en-GB" sz="3600" dirty="0"/>
              <a:t> </a:t>
            </a:r>
          </a:p>
          <a:p>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7114</TotalTime>
  <Words>11664</Words>
  <Application>Microsoft Office PowerPoint</Application>
  <PresentationFormat>Widescreen</PresentationFormat>
  <Paragraphs>4783</Paragraphs>
  <Slides>247</Slides>
  <Notes>194</Notes>
  <HiddenSlides>113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247</vt:i4>
      </vt:variant>
    </vt:vector>
  </HeadingPairs>
  <TitlesOfParts>
    <vt:vector size="255"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 / UPDATE / DELETE)</vt:lpstr>
      <vt:lpstr>Query Design (UPDATE)</vt:lpstr>
      <vt:lpstr>Query Design (DELETE)</vt:lpstr>
      <vt:lpstr>Learning Intentions</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454</cp:revision>
  <cp:lastPrinted>2021-06-18T08:15:49Z</cp:lastPrinted>
  <dcterms:created xsi:type="dcterms:W3CDTF">2020-11-23T14:36:09Z</dcterms:created>
  <dcterms:modified xsi:type="dcterms:W3CDTF">2025-11-12T13:59:24Z</dcterms:modified>
</cp:coreProperties>
</file>