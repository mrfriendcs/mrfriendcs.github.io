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1"/>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8" r:id="rId219"/>
    <p:sldId id="537" r:id="rId220"/>
    <p:sldId id="856" r:id="rId221"/>
    <p:sldId id="866" r:id="rId222"/>
    <p:sldId id="860" r:id="rId223"/>
    <p:sldId id="867" r:id="rId224"/>
    <p:sldId id="858" r:id="rId225"/>
    <p:sldId id="868" r:id="rId226"/>
    <p:sldId id="869" r:id="rId227"/>
    <p:sldId id="871" r:id="rId228"/>
    <p:sldId id="870" r:id="rId229"/>
    <p:sldId id="872" r:id="rId230"/>
    <p:sldId id="691" r:id="rId231"/>
    <p:sldId id="692" r:id="rId232"/>
    <p:sldId id="693" r:id="rId233"/>
    <p:sldId id="694" r:id="rId234"/>
    <p:sldId id="695" r:id="rId235"/>
    <p:sldId id="696" r:id="rId236"/>
    <p:sldId id="697" r:id="rId237"/>
    <p:sldId id="698" r:id="rId238"/>
    <p:sldId id="699" r:id="rId239"/>
    <p:sldId id="700" r:id="rId240"/>
    <p:sldId id="701" r:id="rId241"/>
    <p:sldId id="740" r:id="rId242"/>
    <p:sldId id="741" r:id="rId243"/>
    <p:sldId id="769" r:id="rId244"/>
    <p:sldId id="742" r:id="rId245"/>
    <p:sldId id="774" r:id="rId246"/>
    <p:sldId id="764" r:id="rId247"/>
    <p:sldId id="766" r:id="rId248"/>
    <p:sldId id="765" r:id="rId249"/>
    <p:sldId id="768" r:id="rId250"/>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commentAuthors" Target="commentAuthor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viewProps" Target="view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theme" Target="theme/theme1.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ableStyles" Target="tableStyle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9EB0769B-6403-4A8A-804B-F964790C5CE3}"/>
    <pc:docChg chg="addSld modSld">
      <pc:chgData name="Al Friend" userId="e5ed79da-d858-46d4-9eed-a7a24903f2de" providerId="ADAL" clId="{9EB0769B-6403-4A8A-804B-F964790C5CE3}" dt="2025-12-09T09:03:14.013" v="24" actId="6549"/>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docChg>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09/12/2025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09/12/2025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7195</TotalTime>
  <Words>11688</Words>
  <Application>Microsoft Office PowerPoint</Application>
  <PresentationFormat>Widescreen</PresentationFormat>
  <Paragraphs>4790</Paragraphs>
  <Slides>249</Slides>
  <Notes>196</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249</vt:i4>
      </vt:variant>
    </vt:vector>
  </HeadingPairs>
  <TitlesOfParts>
    <vt:vector size="257"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456</cp:revision>
  <cp:lastPrinted>2021-06-18T08:15:49Z</cp:lastPrinted>
  <dcterms:created xsi:type="dcterms:W3CDTF">2020-11-23T14:36:09Z</dcterms:created>
  <dcterms:modified xsi:type="dcterms:W3CDTF">2025-12-09T09:17:31Z</dcterms:modified>
</cp:coreProperties>
</file>