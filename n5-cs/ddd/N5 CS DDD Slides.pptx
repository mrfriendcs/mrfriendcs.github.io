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909" r:id="rId79"/>
    <p:sldId id="910" r:id="rId80"/>
    <p:sldId id="911" r:id="rId81"/>
    <p:sldId id="912" r:id="rId82"/>
    <p:sldId id="908" r:id="rId83"/>
    <p:sldId id="853" r:id="rId84"/>
    <p:sldId id="444" r:id="rId85"/>
    <p:sldId id="447" r:id="rId86"/>
    <p:sldId id="460" r:id="rId87"/>
    <p:sldId id="446" r:id="rId88"/>
    <p:sldId id="671" r:id="rId89"/>
    <p:sldId id="521" r:id="rId90"/>
    <p:sldId id="735" r:id="rId91"/>
    <p:sldId id="776" r:id="rId92"/>
    <p:sldId id="914" r:id="rId93"/>
    <p:sldId id="854" r:id="rId94"/>
    <p:sldId id="915" r:id="rId95"/>
    <p:sldId id="450" r:id="rId96"/>
    <p:sldId id="449" r:id="rId97"/>
    <p:sldId id="675" r:id="rId98"/>
    <p:sldId id="862" r:id="rId99"/>
    <p:sldId id="863" r:id="rId100"/>
    <p:sldId id="864" r:id="rId101"/>
    <p:sldId id="865" r:id="rId102"/>
    <p:sldId id="468" r:id="rId103"/>
    <p:sldId id="673" r:id="rId104"/>
    <p:sldId id="570" r:id="rId105"/>
    <p:sldId id="674" r:id="rId106"/>
    <p:sldId id="451" r:id="rId107"/>
    <p:sldId id="452" r:id="rId108"/>
    <p:sldId id="676" r:id="rId109"/>
    <p:sldId id="736" r:id="rId110"/>
    <p:sldId id="737" r:id="rId111"/>
    <p:sldId id="574" r:id="rId112"/>
    <p:sldId id="677" r:id="rId113"/>
    <p:sldId id="454" r:id="rId114"/>
    <p:sldId id="453" r:id="rId115"/>
    <p:sldId id="678" r:id="rId116"/>
    <p:sldId id="738" r:id="rId117"/>
    <p:sldId id="739" r:id="rId118"/>
    <p:sldId id="778" r:id="rId119"/>
    <p:sldId id="781" r:id="rId120"/>
    <p:sldId id="545" r:id="rId121"/>
    <p:sldId id="577" r:id="rId122"/>
    <p:sldId id="715" r:id="rId123"/>
    <p:sldId id="743" r:id="rId124"/>
    <p:sldId id="586" r:id="rId125"/>
    <p:sldId id="714" r:id="rId126"/>
    <p:sldId id="588" r:id="rId127"/>
    <p:sldId id="752" r:id="rId128"/>
    <p:sldId id="748" r:id="rId129"/>
    <p:sldId id="750" r:id="rId130"/>
    <p:sldId id="749" r:id="rId131"/>
    <p:sldId id="751" r:id="rId132"/>
    <p:sldId id="587" r:id="rId133"/>
    <p:sldId id="702" r:id="rId134"/>
    <p:sldId id="754" r:id="rId135"/>
    <p:sldId id="670" r:id="rId136"/>
    <p:sldId id="717" r:id="rId137"/>
    <p:sldId id="728" r:id="rId138"/>
    <p:sldId id="719" r:id="rId139"/>
    <p:sldId id="780" r:id="rId140"/>
    <p:sldId id="718" r:id="rId141"/>
    <p:sldId id="703" r:id="rId142"/>
    <p:sldId id="581" r:id="rId143"/>
    <p:sldId id="753" r:id="rId144"/>
    <p:sldId id="582" r:id="rId145"/>
    <p:sldId id="705" r:id="rId146"/>
    <p:sldId id="755" r:id="rId147"/>
    <p:sldId id="756" r:id="rId148"/>
    <p:sldId id="724" r:id="rId149"/>
    <p:sldId id="726" r:id="rId150"/>
    <p:sldId id="723" r:id="rId151"/>
    <p:sldId id="706" r:id="rId152"/>
    <p:sldId id="584" r:id="rId153"/>
    <p:sldId id="707" r:id="rId154"/>
    <p:sldId id="725" r:id="rId155"/>
    <p:sldId id="727" r:id="rId156"/>
    <p:sldId id="461" r:id="rId157"/>
    <p:sldId id="729" r:id="rId158"/>
    <p:sldId id="819" r:id="rId159"/>
    <p:sldId id="256" r:id="rId160"/>
    <p:sldId id="524" r:id="rId161"/>
    <p:sldId id="820" r:id="rId162"/>
    <p:sldId id="821" r:id="rId163"/>
    <p:sldId id="822" r:id="rId164"/>
    <p:sldId id="823" r:id="rId165"/>
    <p:sldId id="824" r:id="rId166"/>
    <p:sldId id="826" r:id="rId167"/>
    <p:sldId id="523" r:id="rId168"/>
    <p:sldId id="827" r:id="rId169"/>
    <p:sldId id="690" r:id="rId170"/>
    <p:sldId id="480" r:id="rId171"/>
    <p:sldId id="777" r:id="rId172"/>
    <p:sldId id="680" r:id="rId173"/>
    <p:sldId id="684" r:id="rId174"/>
    <p:sldId id="682" r:id="rId175"/>
    <p:sldId id="681" r:id="rId176"/>
    <p:sldId id="874" r:id="rId177"/>
    <p:sldId id="482" r:id="rId178"/>
    <p:sldId id="873" r:id="rId179"/>
    <p:sldId id="842" r:id="rId180"/>
    <p:sldId id="843" r:id="rId181"/>
    <p:sldId id="846" r:id="rId182"/>
    <p:sldId id="850" r:id="rId183"/>
    <p:sldId id="847" r:id="rId184"/>
    <p:sldId id="849" r:id="rId185"/>
    <p:sldId id="828" r:id="rId186"/>
    <p:sldId id="829" r:id="rId187"/>
    <p:sldId id="533" r:id="rId188"/>
    <p:sldId id="763" r:id="rId189"/>
    <p:sldId id="761" r:id="rId190"/>
    <p:sldId id="759" r:id="rId191"/>
    <p:sldId id="760" r:id="rId192"/>
    <p:sldId id="757" r:id="rId193"/>
    <p:sldId id="758" r:id="rId194"/>
    <p:sldId id="501" r:id="rId195"/>
    <p:sldId id="508" r:id="rId196"/>
    <p:sldId id="495" r:id="rId197"/>
    <p:sldId id="509" r:id="rId198"/>
    <p:sldId id="493" r:id="rId199"/>
    <p:sldId id="528" r:id="rId200"/>
    <p:sldId id="529" r:id="rId201"/>
    <p:sldId id="530" r:id="rId202"/>
    <p:sldId id="499" r:id="rId203"/>
    <p:sldId id="506" r:id="rId204"/>
    <p:sldId id="500" r:id="rId205"/>
    <p:sldId id="507" r:id="rId206"/>
    <p:sldId id="496" r:id="rId207"/>
    <p:sldId id="467" r:id="rId208"/>
    <p:sldId id="875" r:id="rId209"/>
    <p:sldId id="838" r:id="rId210"/>
    <p:sldId id="876" r:id="rId211"/>
    <p:sldId id="534" r:id="rId212"/>
    <p:sldId id="503" r:id="rId213"/>
    <p:sldId id="512" r:id="rId214"/>
    <p:sldId id="836" r:id="rId215"/>
    <p:sldId id="837" r:id="rId216"/>
    <p:sldId id="519" r:id="rId217"/>
    <p:sldId id="877" r:id="rId218"/>
    <p:sldId id="532" r:id="rId219"/>
    <p:sldId id="878" r:id="rId220"/>
    <p:sldId id="502" r:id="rId221"/>
    <p:sldId id="879" r:id="rId222"/>
    <p:sldId id="513" r:id="rId223"/>
    <p:sldId id="535" r:id="rId224"/>
    <p:sldId id="514" r:id="rId225"/>
    <p:sldId id="880" r:id="rId226"/>
    <p:sldId id="515" r:id="rId227"/>
    <p:sldId id="881" r:id="rId228"/>
    <p:sldId id="516" r:id="rId229"/>
    <p:sldId id="883" r:id="rId230"/>
    <p:sldId id="517" r:id="rId231"/>
    <p:sldId id="882" r:id="rId232"/>
    <p:sldId id="537" r:id="rId233"/>
    <p:sldId id="884" r:id="rId234"/>
    <p:sldId id="885" r:id="rId235"/>
    <p:sldId id="856" r:id="rId236"/>
    <p:sldId id="866" r:id="rId237"/>
    <p:sldId id="860" r:id="rId238"/>
    <p:sldId id="867" r:id="rId239"/>
    <p:sldId id="858" r:id="rId240"/>
    <p:sldId id="868" r:id="rId241"/>
    <p:sldId id="869" r:id="rId242"/>
    <p:sldId id="871" r:id="rId243"/>
    <p:sldId id="870" r:id="rId244"/>
    <p:sldId id="872" r:id="rId245"/>
    <p:sldId id="691" r:id="rId246"/>
    <p:sldId id="692" r:id="rId247"/>
    <p:sldId id="693" r:id="rId248"/>
    <p:sldId id="694" r:id="rId249"/>
    <p:sldId id="695" r:id="rId250"/>
    <p:sldId id="696" r:id="rId251"/>
    <p:sldId id="697" r:id="rId252"/>
    <p:sldId id="698" r:id="rId253"/>
    <p:sldId id="699" r:id="rId254"/>
    <p:sldId id="700" r:id="rId25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909"/>
            <p14:sldId id="910"/>
            <p14:sldId id="911"/>
            <p14:sldId id="912"/>
            <p14:sldId id="908"/>
            <p14:sldId id="853"/>
            <p14:sldId id="444"/>
            <p14:sldId id="447"/>
            <p14:sldId id="460"/>
            <p14:sldId id="446"/>
            <p14:sldId id="671"/>
            <p14:sldId id="521"/>
            <p14:sldId id="735"/>
          </p14:sldIdLst>
        </p14:section>
        <p14:section name="Order of Operations" id="{11B55FB4-B940-4A7E-92D4-97A5E14B2FF2}">
          <p14:sldIdLst>
            <p14:sldId id="776"/>
            <p14:sldId id="914"/>
            <p14:sldId id="854"/>
            <p14:sldId id="915"/>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A71D5D"/>
    <a:srgbClr val="0086B3"/>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varScale="1">
        <p:scale>
          <a:sx n="60" d="100"/>
          <a:sy n="60" d="100"/>
        </p:scale>
        <p:origin x="920" y="56"/>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viewProps" Target="viewProps.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theme" Target="theme/theme1.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tableStyles" Target="tableStyles.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microsoft.com/office/2016/11/relationships/changesInfo" Target="changesInfos/changesInfo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notesMaster" Target="notesMasters/notesMaster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commentAuthors" Target="commentAuthors.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modSection">
      <pc:chgData name="Al Friend" userId="e5ed79da-d858-46d4-9eed-a7a24903f2de" providerId="ADAL" clId="{6CF5D3DD-A8C4-4611-8099-4AEB2E976A2E}" dt="2026-03-01T16:30:59.734" v="665" actId="47"/>
      <pc:docMkLst>
        <pc:docMk/>
      </pc:docMkLst>
      <pc:sldChg chg="modSp mod">
        <pc:chgData name="Al Friend" userId="e5ed79da-d858-46d4-9eed-a7a24903f2de" providerId="ADAL" clId="{6CF5D3DD-A8C4-4611-8099-4AEB2E976A2E}" dt="2026-02-11T17:43:52.935" v="651" actId="20577"/>
        <pc:sldMkLst>
          <pc:docMk/>
          <pc:sldMk cId="4222611681" sldId="449"/>
        </pc:sldMkLst>
        <pc:spChg chg="mod">
          <ac:chgData name="Al Friend" userId="e5ed79da-d858-46d4-9eed-a7a24903f2de" providerId="ADAL" clId="{6CF5D3DD-A8C4-4611-8099-4AEB2E976A2E}" dt="2026-02-11T17:43:52.935" v="651" actId="20577"/>
          <ac:spMkLst>
            <pc:docMk/>
            <pc:sldMk cId="4222611681" sldId="449"/>
            <ac:spMk id="2" creationId="{2CE87805-17F2-4B70-B505-57FB17E1FEE3}"/>
          </ac:spMkLst>
        </pc:spChg>
      </pc:sldChg>
      <pc:sldChg chg="modSp mod">
        <pc:chgData name="Al Friend" userId="e5ed79da-d858-46d4-9eed-a7a24903f2de" providerId="ADAL" clId="{6CF5D3DD-A8C4-4611-8099-4AEB2E976A2E}" dt="2026-02-11T17:47:02.008" v="659" actId="20577"/>
        <pc:sldMkLst>
          <pc:docMk/>
          <pc:sldMk cId="1083383636" sldId="468"/>
        </pc:sldMkLst>
        <pc:spChg chg="mod">
          <ac:chgData name="Al Friend" userId="e5ed79da-d858-46d4-9eed-a7a24903f2de" providerId="ADAL" clId="{6CF5D3DD-A8C4-4611-8099-4AEB2E976A2E}" dt="2026-02-11T17:47:02.008" v="659" actId="20577"/>
          <ac:spMkLst>
            <pc:docMk/>
            <pc:sldMk cId="1083383636" sldId="468"/>
            <ac:spMk id="2" creationId="{2CE87805-17F2-4B70-B505-57FB17E1FEE3}"/>
          </ac:spMkLst>
        </pc:spChg>
      </pc:sldChg>
      <pc:sldChg chg="modSp mod">
        <pc:chgData name="Al Friend" userId="e5ed79da-d858-46d4-9eed-a7a24903f2de" providerId="ADAL" clId="{6CF5D3DD-A8C4-4611-8099-4AEB2E976A2E}" dt="2026-02-11T17:48:05.058" v="663" actId="20577"/>
        <pc:sldMkLst>
          <pc:docMk/>
          <pc:sldMk cId="3173619728" sldId="570"/>
        </pc:sldMkLst>
        <pc:spChg chg="mod">
          <ac:chgData name="Al Friend" userId="e5ed79da-d858-46d4-9eed-a7a24903f2de" providerId="ADAL" clId="{6CF5D3DD-A8C4-4611-8099-4AEB2E976A2E}" dt="2026-02-11T17:48:05.058" v="663" actId="20577"/>
          <ac:spMkLst>
            <pc:docMk/>
            <pc:sldMk cId="3173619728" sldId="570"/>
            <ac:spMk id="2" creationId="{2CE87805-17F2-4B70-B505-57FB17E1FEE3}"/>
          </ac:spMkLst>
        </pc:spChg>
      </pc:sldChg>
      <pc:sldChg chg="modSp mod">
        <pc:chgData name="Al Friend" userId="e5ed79da-d858-46d4-9eed-a7a24903f2de" providerId="ADAL" clId="{6CF5D3DD-A8C4-4611-8099-4AEB2E976A2E}" dt="2026-02-11T17:46:57.615" v="657" actId="20577"/>
        <pc:sldMkLst>
          <pc:docMk/>
          <pc:sldMk cId="864512744" sldId="673"/>
        </pc:sldMkLst>
        <pc:spChg chg="mod">
          <ac:chgData name="Al Friend" userId="e5ed79da-d858-46d4-9eed-a7a24903f2de" providerId="ADAL" clId="{6CF5D3DD-A8C4-4611-8099-4AEB2E976A2E}" dt="2026-02-11T17:46:57.615" v="657" actId="20577"/>
          <ac:spMkLst>
            <pc:docMk/>
            <pc:sldMk cId="864512744" sldId="673"/>
            <ac:spMk id="2" creationId="{2CE87805-17F2-4B70-B505-57FB17E1FEE3}"/>
          </ac:spMkLst>
        </pc:spChg>
      </pc:sldChg>
      <pc:sldChg chg="modSp mod">
        <pc:chgData name="Al Friend" userId="e5ed79da-d858-46d4-9eed-a7a24903f2de" providerId="ADAL" clId="{6CF5D3DD-A8C4-4611-8099-4AEB2E976A2E}" dt="2026-02-11T17:48:01.083" v="661" actId="20577"/>
        <pc:sldMkLst>
          <pc:docMk/>
          <pc:sldMk cId="98939593" sldId="674"/>
        </pc:sldMkLst>
        <pc:spChg chg="mod">
          <ac:chgData name="Al Friend" userId="e5ed79da-d858-46d4-9eed-a7a24903f2de" providerId="ADAL" clId="{6CF5D3DD-A8C4-4611-8099-4AEB2E976A2E}" dt="2026-02-11T17:48:01.083" v="661" actId="20577"/>
          <ac:spMkLst>
            <pc:docMk/>
            <pc:sldMk cId="98939593" sldId="674"/>
            <ac:spMk id="2" creationId="{2CE87805-17F2-4B70-B505-57FB17E1FEE3}"/>
          </ac:spMkLst>
        </pc:spChg>
      </pc:sldChg>
      <pc:sldChg chg="modSp mod">
        <pc:chgData name="Al Friend" userId="e5ed79da-d858-46d4-9eed-a7a24903f2de" providerId="ADAL" clId="{6CF5D3DD-A8C4-4611-8099-4AEB2E976A2E}" dt="2026-02-11T17:43:56.988" v="655" actId="20577"/>
        <pc:sldMkLst>
          <pc:docMk/>
          <pc:sldMk cId="2837841370" sldId="675"/>
        </pc:sldMkLst>
        <pc:spChg chg="mod">
          <ac:chgData name="Al Friend" userId="e5ed79da-d858-46d4-9eed-a7a24903f2de" providerId="ADAL" clId="{6CF5D3DD-A8C4-4611-8099-4AEB2E976A2E}" dt="2026-02-11T17:43:56.988" v="655" actId="20577"/>
          <ac:spMkLst>
            <pc:docMk/>
            <pc:sldMk cId="2837841370" sldId="675"/>
            <ac:spMk id="2" creationId="{2CE87805-17F2-4B70-B505-57FB17E1FEE3}"/>
          </ac:spMkLst>
        </pc:spChg>
      </pc:sldChg>
      <pc:sldChg chg="modSp add">
        <pc:chgData name="Al Friend" userId="e5ed79da-d858-46d4-9eed-a7a24903f2de" providerId="ADAL" clId="{6CF5D3DD-A8C4-4611-8099-4AEB2E976A2E}" dt="2026-02-04T22:00:52.367" v="629" actId="207"/>
        <pc:sldMkLst>
          <pc:docMk/>
          <pc:sldMk cId="3241636618" sldId="908"/>
        </pc:sldMkLst>
        <pc:spChg chg="mod">
          <ac:chgData name="Al Friend" userId="e5ed79da-d858-46d4-9eed-a7a24903f2de" providerId="ADAL" clId="{6CF5D3DD-A8C4-4611-8099-4AEB2E976A2E}" dt="2026-02-04T22:00:52.367" v="629" actId="207"/>
          <ac:spMkLst>
            <pc:docMk/>
            <pc:sldMk cId="3241636618" sldId="908"/>
            <ac:spMk id="7" creationId="{7339F5D7-E547-051B-8358-27ED8DD864DC}"/>
          </ac:spMkLst>
        </pc:spChg>
      </pc:sldChg>
      <pc:sldChg chg="delSp modSp add mod delAnim modAnim">
        <pc:chgData name="Al Friend" userId="e5ed79da-d858-46d4-9eed-a7a24903f2de" providerId="ADAL" clId="{6CF5D3DD-A8C4-4611-8099-4AEB2E976A2E}" dt="2026-02-04T21:37:04.017" v="480" actId="115"/>
        <pc:sldMkLst>
          <pc:docMk/>
          <pc:sldMk cId="3421085211" sldId="909"/>
        </pc:sldMkLst>
        <pc:spChg chg="mod">
          <ac:chgData name="Al Friend" userId="e5ed79da-d858-46d4-9eed-a7a24903f2de" providerId="ADAL" clId="{6CF5D3DD-A8C4-4611-8099-4AEB2E976A2E}" dt="2026-02-04T21:24:49.885" v="235" actId="14100"/>
          <ac:spMkLst>
            <pc:docMk/>
            <pc:sldMk cId="3421085211" sldId="909"/>
            <ac:spMk id="2" creationId="{14B06F77-A786-B656-BBA0-7D64280D7A57}"/>
          </ac:spMkLst>
        </pc:spChg>
        <pc:spChg chg="mod">
          <ac:chgData name="Al Friend" userId="e5ed79da-d858-46d4-9eed-a7a24903f2de" providerId="ADAL" clId="{6CF5D3DD-A8C4-4611-8099-4AEB2E976A2E}" dt="2026-02-04T21:24:29.190" v="231" actId="1076"/>
          <ac:spMkLst>
            <pc:docMk/>
            <pc:sldMk cId="3421085211" sldId="909"/>
            <ac:spMk id="23" creationId="{BE12CF5F-1BE6-861F-88CA-3629610ACDEE}"/>
          </ac:spMkLst>
        </pc:spChg>
        <pc:spChg chg="mod">
          <ac:chgData name="Al Friend" userId="e5ed79da-d858-46d4-9eed-a7a24903f2de" providerId="ADAL" clId="{6CF5D3DD-A8C4-4611-8099-4AEB2E976A2E}" dt="2026-02-04T21:24:33.214" v="232" actId="1076"/>
          <ac:spMkLst>
            <pc:docMk/>
            <pc:sldMk cId="3421085211" sldId="909"/>
            <ac:spMk id="25" creationId="{B3C6986C-ACAA-4B1B-398B-3E2FDD22811B}"/>
          </ac:spMkLst>
        </pc:spChg>
        <pc:graphicFrameChg chg="modGraphic">
          <ac:chgData name="Al Friend" userId="e5ed79da-d858-46d4-9eed-a7a24903f2de" providerId="ADAL" clId="{6CF5D3DD-A8C4-4611-8099-4AEB2E976A2E}" dt="2026-02-04T21:37:04.017" v="480" actId="115"/>
          <ac:graphicFrameMkLst>
            <pc:docMk/>
            <pc:sldMk cId="3421085211" sldId="909"/>
            <ac:graphicFrameMk id="8" creationId="{B0C2A4DE-D301-E7BF-3F87-C1DA54AF1A30}"/>
          </ac:graphicFrameMkLst>
        </pc:graphicFrameChg>
      </pc:sldChg>
      <pc:sldChg chg="delSp add mod delAnim modAnim modShow modNotesTx">
        <pc:chgData name="Al Friend" userId="e5ed79da-d858-46d4-9eed-a7a24903f2de" providerId="ADAL" clId="{6CF5D3DD-A8C4-4611-8099-4AEB2E976A2E}" dt="2026-02-04T21:55:35.099" v="587" actId="6549"/>
        <pc:sldMkLst>
          <pc:docMk/>
          <pc:sldMk cId="2279857909" sldId="910"/>
        </pc:sldMkLst>
      </pc:sldChg>
      <pc:sldChg chg="addSp delSp modSp add mod ord addAnim delAnim modAnim">
        <pc:chgData name="Al Friend" userId="e5ed79da-d858-46d4-9eed-a7a24903f2de" providerId="ADAL" clId="{6CF5D3DD-A8C4-4611-8099-4AEB2E976A2E}" dt="2026-02-04T22:02:31.486" v="638" actId="20577"/>
        <pc:sldMkLst>
          <pc:docMk/>
          <pc:sldMk cId="1018795189" sldId="911"/>
        </pc:sldMkLst>
        <pc:spChg chg="mod">
          <ac:chgData name="Al Friend" userId="e5ed79da-d858-46d4-9eed-a7a24903f2de" providerId="ADAL" clId="{6CF5D3DD-A8C4-4611-8099-4AEB2E976A2E}" dt="2026-02-04T21:30:31.797" v="273" actId="20577"/>
          <ac:spMkLst>
            <pc:docMk/>
            <pc:sldMk cId="1018795189" sldId="911"/>
            <ac:spMk id="4" creationId="{243FE3B5-CCED-531B-9D75-74B02F9FCCD3}"/>
          </ac:spMkLst>
        </pc:spChg>
        <pc:spChg chg="add mod">
          <ac:chgData name="Al Friend" userId="e5ed79da-d858-46d4-9eed-a7a24903f2de" providerId="ADAL" clId="{6CF5D3DD-A8C4-4611-8099-4AEB2E976A2E}" dt="2026-02-04T21:33:58.523" v="422" actId="20577"/>
          <ac:spMkLst>
            <pc:docMk/>
            <pc:sldMk cId="1018795189" sldId="911"/>
            <ac:spMk id="5" creationId="{30982C2F-1B07-2C27-F182-8D5B538204D3}"/>
          </ac:spMkLst>
        </pc:spChg>
        <pc:spChg chg="add mod">
          <ac:chgData name="Al Friend" userId="e5ed79da-d858-46d4-9eed-a7a24903f2de" providerId="ADAL" clId="{6CF5D3DD-A8C4-4611-8099-4AEB2E976A2E}" dt="2026-02-04T21:59:20.008" v="615" actId="14100"/>
          <ac:spMkLst>
            <pc:docMk/>
            <pc:sldMk cId="1018795189" sldId="911"/>
            <ac:spMk id="7" creationId="{0B778F1C-E849-D6D2-FE49-1A07B813AE62}"/>
          </ac:spMkLst>
        </pc:spChg>
        <pc:spChg chg="add mod">
          <ac:chgData name="Al Friend" userId="e5ed79da-d858-46d4-9eed-a7a24903f2de" providerId="ADAL" clId="{6CF5D3DD-A8C4-4611-8099-4AEB2E976A2E}" dt="2026-02-04T21:59:05.622" v="612" actId="14100"/>
          <ac:spMkLst>
            <pc:docMk/>
            <pc:sldMk cId="1018795189" sldId="911"/>
            <ac:spMk id="9" creationId="{0143EC99-5F2C-25C0-63F5-91FC5EFD8561}"/>
          </ac:spMkLst>
        </pc:spChg>
        <pc:spChg chg="mod">
          <ac:chgData name="Al Friend" userId="e5ed79da-d858-46d4-9eed-a7a24903f2de" providerId="ADAL" clId="{6CF5D3DD-A8C4-4611-8099-4AEB2E976A2E}" dt="2026-02-04T21:31:27.701" v="376" actId="1076"/>
          <ac:spMkLst>
            <pc:docMk/>
            <pc:sldMk cId="1018795189" sldId="911"/>
            <ac:spMk id="23" creationId="{15E655EB-CF46-A8D3-7818-966EECB3F463}"/>
          </ac:spMkLst>
        </pc:spChg>
        <pc:spChg chg="mod">
          <ac:chgData name="Al Friend" userId="e5ed79da-d858-46d4-9eed-a7a24903f2de" providerId="ADAL" clId="{6CF5D3DD-A8C4-4611-8099-4AEB2E976A2E}" dt="2026-02-04T21:58:49.982" v="609" actId="14100"/>
          <ac:spMkLst>
            <pc:docMk/>
            <pc:sldMk cId="1018795189" sldId="911"/>
            <ac:spMk id="25" creationId="{E3BFB660-B402-AC52-ADE2-671F7DDCB522}"/>
          </ac:spMkLst>
        </pc:spChg>
        <pc:graphicFrameChg chg="add mod modGraphic">
          <ac:chgData name="Al Friend" userId="e5ed79da-d858-46d4-9eed-a7a24903f2de" providerId="ADAL" clId="{6CF5D3DD-A8C4-4611-8099-4AEB2E976A2E}" dt="2026-02-04T22:02:31.486" v="638" actId="20577"/>
          <ac:graphicFrameMkLst>
            <pc:docMk/>
            <pc:sldMk cId="1018795189" sldId="911"/>
            <ac:graphicFrameMk id="3" creationId="{BF6C8320-3B62-7F41-0D45-F63A303F3AD5}"/>
          </ac:graphicFrameMkLst>
        </pc:graphicFrameChg>
        <pc:graphicFrameChg chg="mod modGraphic">
          <ac:chgData name="Al Friend" userId="e5ed79da-d858-46d4-9eed-a7a24903f2de" providerId="ADAL" clId="{6CF5D3DD-A8C4-4611-8099-4AEB2E976A2E}" dt="2026-02-04T21:40:02.522" v="568" actId="207"/>
          <ac:graphicFrameMkLst>
            <pc:docMk/>
            <pc:sldMk cId="1018795189" sldId="911"/>
            <ac:graphicFrameMk id="8" creationId="{42287C8D-C1EF-C053-7A75-739971CA7A2A}"/>
          </ac:graphicFrameMkLst>
        </pc:graphicFrameChg>
      </pc:sldChg>
      <pc:sldChg chg="delSp modSp add mod delAnim modAnim modShow modNotesTx">
        <pc:chgData name="Al Friend" userId="e5ed79da-d858-46d4-9eed-a7a24903f2de" providerId="ADAL" clId="{6CF5D3DD-A8C4-4611-8099-4AEB2E976A2E}" dt="2026-02-04T22:02:42.403" v="647" actId="20577"/>
        <pc:sldMkLst>
          <pc:docMk/>
          <pc:sldMk cId="2380365815" sldId="912"/>
        </pc:sldMkLst>
        <pc:graphicFrameChg chg="modGraphic">
          <ac:chgData name="Al Friend" userId="e5ed79da-d858-46d4-9eed-a7a24903f2de" providerId="ADAL" clId="{6CF5D3DD-A8C4-4611-8099-4AEB2E976A2E}" dt="2026-02-04T22:02:42.403" v="647" actId="20577"/>
          <ac:graphicFrameMkLst>
            <pc:docMk/>
            <pc:sldMk cId="2380365815" sldId="912"/>
            <ac:graphicFrameMk id="3" creationId="{C3005A74-E6D7-2B6B-4EA7-005BEE7621E9}"/>
          </ac:graphicFrameMkLst>
        </pc:graphicFrame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3-05T09:56:36.191" v="3196" actId="20577"/>
      <pc:docMkLst>
        <pc:docMk/>
      </pc:docMkLst>
      <pc:sldChg chg="modSp">
        <pc:chgData name="Al Friend" userId="e5ed79da-d858-46d4-9eed-a7a24903f2de" providerId="ADAL" clId="{7537B086-0992-4C5F-A071-F6F8659556F1}" dt="2026-02-04T14:33:05.372" v="2487" actId="20577"/>
        <pc:sldMkLst>
          <pc:docMk/>
          <pc:sldMk cId="2174581309" sldId="444"/>
        </pc:sldMkLst>
        <pc:spChg chg="mod">
          <ac:chgData name="Al Friend" userId="e5ed79da-d858-46d4-9eed-a7a24903f2de" providerId="ADAL" clId="{7537B086-0992-4C5F-A071-F6F8659556F1}" dt="2026-02-04T14:33:05.372" v="2487" actId="20577"/>
          <ac:spMkLst>
            <pc:docMk/>
            <pc:sldMk cId="2174581309" sldId="444"/>
            <ac:spMk id="2" creationId="{2758866C-D163-466F-886D-CDF1E69610EA}"/>
          </ac:spMkLst>
        </pc:spChg>
      </pc:sldChg>
      <pc:sldChg chg="modSp">
        <pc:chgData name="Al Friend" userId="e5ed79da-d858-46d4-9eed-a7a24903f2de" providerId="ADAL" clId="{7537B086-0992-4C5F-A071-F6F8659556F1}" dt="2026-02-06T11:20:38.552" v="2787" actId="20577"/>
        <pc:sldMkLst>
          <pc:docMk/>
          <pc:sldMk cId="955029639" sldId="446"/>
        </pc:sldMkLst>
        <pc:spChg chg="mod">
          <ac:chgData name="Al Friend" userId="e5ed79da-d858-46d4-9eed-a7a24903f2de" providerId="ADAL" clId="{7537B086-0992-4C5F-A071-F6F8659556F1}" dt="2026-02-06T11:20:38.552" v="2787" actId="20577"/>
          <ac:spMkLst>
            <pc:docMk/>
            <pc:sldMk cId="955029639" sldId="446"/>
            <ac:spMk id="3" creationId="{E4EE7085-4C5B-409B-8843-A8A3D3CB6E90}"/>
          </ac:spMkLst>
        </pc:spChg>
      </pc:sldChg>
      <pc:sldChg chg="modSp">
        <pc:chgData name="Al Friend" userId="e5ed79da-d858-46d4-9eed-a7a24903f2de" providerId="ADAL" clId="{7537B086-0992-4C5F-A071-F6F8659556F1}" dt="2026-02-04T14:33:13.074" v="2491" actId="20577"/>
        <pc:sldMkLst>
          <pc:docMk/>
          <pc:sldMk cId="1795813768" sldId="447"/>
        </pc:sldMkLst>
        <pc:spChg chg="mod">
          <ac:chgData name="Al Friend" userId="e5ed79da-d858-46d4-9eed-a7a24903f2de" providerId="ADAL" clId="{7537B086-0992-4C5F-A071-F6F8659556F1}" dt="2026-02-04T14:33:09.955" v="2489" actId="20577"/>
          <ac:spMkLst>
            <pc:docMk/>
            <pc:sldMk cId="1795813768" sldId="447"/>
            <ac:spMk id="5" creationId="{9E8D577D-F9B0-4C26-95CB-954FFDF61DBD}"/>
          </ac:spMkLst>
        </pc:spChg>
        <pc:spChg chg="mod">
          <ac:chgData name="Al Friend" userId="e5ed79da-d858-46d4-9eed-a7a24903f2de" providerId="ADAL" clId="{7537B086-0992-4C5F-A071-F6F8659556F1}" dt="2026-02-04T14:33:13.074" v="2491" actId="20577"/>
          <ac:spMkLst>
            <pc:docMk/>
            <pc:sldMk cId="1795813768" sldId="447"/>
            <ac:spMk id="6" creationId="{06B8E8D6-C037-4571-B1CB-E4BD14A48ED7}"/>
          </ac:spMkLst>
        </pc:spChg>
      </pc:sldChg>
      <pc:sldChg chg="modSp">
        <pc:chgData name="Al Friend" userId="e5ed79da-d858-46d4-9eed-a7a24903f2de" providerId="ADAL" clId="{7537B086-0992-4C5F-A071-F6F8659556F1}" dt="2026-02-12T10:03:37.270" v="3003" actId="20577"/>
        <pc:sldMkLst>
          <pc:docMk/>
          <pc:sldMk cId="4222611681" sldId="449"/>
        </pc:sldMkLst>
        <pc:spChg chg="mod">
          <ac:chgData name="Al Friend" userId="e5ed79da-d858-46d4-9eed-a7a24903f2de" providerId="ADAL" clId="{7537B086-0992-4C5F-A071-F6F8659556F1}" dt="2026-02-12T10:03:37.270" v="3003" actId="20577"/>
          <ac:spMkLst>
            <pc:docMk/>
            <pc:sldMk cId="4222611681" sldId="449"/>
            <ac:spMk id="2" creationId="{2CE87805-17F2-4B70-B505-57FB17E1FEE3}"/>
          </ac:spMkLst>
        </pc:spChg>
      </pc:sldChg>
      <pc:sldChg chg="modSp">
        <pc:chgData name="Al Friend" userId="e5ed79da-d858-46d4-9eed-a7a24903f2de" providerId="ADAL" clId="{7537B086-0992-4C5F-A071-F6F8659556F1}" dt="2026-02-04T14:33:20.292" v="2495" actId="20577"/>
        <pc:sldMkLst>
          <pc:docMk/>
          <pc:sldMk cId="2428575276" sldId="460"/>
        </pc:sldMkLst>
        <pc:spChg chg="mod">
          <ac:chgData name="Al Friend" userId="e5ed79da-d858-46d4-9eed-a7a24903f2de" providerId="ADAL" clId="{7537B086-0992-4C5F-A071-F6F8659556F1}" dt="2026-02-04T14:33:17.798" v="2493" actId="20577"/>
          <ac:spMkLst>
            <pc:docMk/>
            <pc:sldMk cId="2428575276" sldId="460"/>
            <ac:spMk id="5" creationId="{9E8D577D-F9B0-4C26-95CB-954FFDF61DBD}"/>
          </ac:spMkLst>
        </pc:spChg>
        <pc:spChg chg="mod">
          <ac:chgData name="Al Friend" userId="e5ed79da-d858-46d4-9eed-a7a24903f2de" providerId="ADAL" clId="{7537B086-0992-4C5F-A071-F6F8659556F1}" dt="2026-02-04T14:33:20.292" v="2495" actId="20577"/>
          <ac:spMkLst>
            <pc:docMk/>
            <pc:sldMk cId="2428575276" sldId="460"/>
            <ac:spMk id="6" creationId="{06B8E8D6-C037-4571-B1CB-E4BD14A48ED7}"/>
          </ac:spMkLst>
        </pc:spChg>
      </pc:sldChg>
      <pc:sldChg chg="modSp modAnim">
        <pc:chgData name="Al Friend" userId="e5ed79da-d858-46d4-9eed-a7a24903f2de" providerId="ADAL" clId="{7537B086-0992-4C5F-A071-F6F8659556F1}" dt="2026-02-12T10:33:31.375" v="3140"/>
        <pc:sldMkLst>
          <pc:docMk/>
          <pc:sldMk cId="1083383636" sldId="468"/>
        </pc:sldMkLst>
        <pc:spChg chg="mod">
          <ac:chgData name="Al Friend" userId="e5ed79da-d858-46d4-9eed-a7a24903f2de" providerId="ADAL" clId="{7537B086-0992-4C5F-A071-F6F8659556F1}" dt="2026-02-12T10:14:50.971" v="3005" actId="20577"/>
          <ac:spMkLst>
            <pc:docMk/>
            <pc:sldMk cId="1083383636" sldId="468"/>
            <ac:spMk id="3" creationId="{E4EE7085-4C5B-409B-8843-A8A3D3CB6E90}"/>
          </ac:spMkLst>
        </pc:spChg>
        <pc:spChg chg="mod">
          <ac:chgData name="Al Friend" userId="e5ed79da-d858-46d4-9eed-a7a24903f2de" providerId="ADAL" clId="{7537B086-0992-4C5F-A071-F6F8659556F1}" dt="2026-02-12T10:33:20.804" v="3116" actId="1037"/>
          <ac:spMkLst>
            <pc:docMk/>
            <pc:sldMk cId="1083383636" sldId="468"/>
            <ac:spMk id="6" creationId="{77E8332C-AADD-4F2B-B0E2-AC0B43D6AE90}"/>
          </ac:spMkLst>
        </pc:spChg>
        <pc:spChg chg="mod">
          <ac:chgData name="Al Friend" userId="e5ed79da-d858-46d4-9eed-a7a24903f2de" providerId="ADAL" clId="{7537B086-0992-4C5F-A071-F6F8659556F1}" dt="2026-02-12T10:33:26.238" v="3133" actId="1037"/>
          <ac:spMkLst>
            <pc:docMk/>
            <pc:sldMk cId="1083383636" sldId="468"/>
            <ac:spMk id="7" creationId="{412E8916-E1C6-455C-96C6-1411BB246ADC}"/>
          </ac:spMkLst>
        </pc:spChg>
      </pc:sldChg>
      <pc:sldChg chg="modSp">
        <pc:chgData name="Al Friend" userId="e5ed79da-d858-46d4-9eed-a7a24903f2de" providerId="ADAL" clId="{7537B086-0992-4C5F-A071-F6F8659556F1}" dt="2026-02-04T14:30:58.100" v="2463" actId="20577"/>
        <pc:sldMkLst>
          <pc:docMk/>
          <pc:sldMk cId="4015496597" sldId="521"/>
        </pc:sldMkLst>
        <pc:spChg chg="mod">
          <ac:chgData name="Al Friend" userId="e5ed79da-d858-46d4-9eed-a7a24903f2de" providerId="ADAL" clId="{7537B086-0992-4C5F-A071-F6F8659556F1}" dt="2026-02-04T14:30:58.100" v="2463" actId="20577"/>
          <ac:spMkLst>
            <pc:docMk/>
            <pc:sldMk cId="4015496597" sldId="521"/>
            <ac:spMk id="13" creationId="{0929D270-263B-40FE-B047-5F7676BBB754}"/>
          </ac:spMkLst>
        </pc:spChg>
      </pc:sldChg>
      <pc:sldChg chg="modSp modAnim">
        <pc:chgData name="Al Friend" userId="e5ed79da-d858-46d4-9eed-a7a24903f2de" providerId="ADAL" clId="{7537B086-0992-4C5F-A071-F6F8659556F1}" dt="2026-02-12T10:32:48.351" v="3084"/>
        <pc:sldMkLst>
          <pc:docMk/>
          <pc:sldMk cId="3173619728" sldId="570"/>
        </pc:sldMkLst>
        <pc:spChg chg="mod">
          <ac:chgData name="Al Friend" userId="e5ed79da-d858-46d4-9eed-a7a24903f2de" providerId="ADAL" clId="{7537B086-0992-4C5F-A071-F6F8659556F1}" dt="2026-02-12T10:31:59.764" v="3069" actId="1038"/>
          <ac:spMkLst>
            <pc:docMk/>
            <pc:sldMk cId="3173619728" sldId="570"/>
            <ac:spMk id="5" creationId="{44FEFF9E-B37B-D61A-0BB0-4A87C663B88F}"/>
          </ac:spMkLst>
        </pc:spChg>
        <pc:spChg chg="mod">
          <ac:chgData name="Al Friend" userId="e5ed79da-d858-46d4-9eed-a7a24903f2de" providerId="ADAL" clId="{7537B086-0992-4C5F-A071-F6F8659556F1}" dt="2026-02-12T10:32:12.184" v="3080" actId="1038"/>
          <ac:spMkLst>
            <pc:docMk/>
            <pc:sldMk cId="3173619728" sldId="570"/>
            <ac:spMk id="6" creationId="{8C82E73A-9351-440B-AD5A-91B4FA5E208F}"/>
          </ac:spMkLst>
        </pc:spChg>
      </pc:sldChg>
      <pc:sldChg chg="modSp">
        <pc:chgData name="Al Friend" userId="e5ed79da-d858-46d4-9eed-a7a24903f2de" providerId="ADAL" clId="{7537B086-0992-4C5F-A071-F6F8659556F1}" dt="2026-02-06T11:22:27.540" v="2795" actId="20577"/>
        <pc:sldMkLst>
          <pc:docMk/>
          <pc:sldMk cId="3710722696" sldId="671"/>
        </pc:sldMkLst>
        <pc:spChg chg="mod">
          <ac:chgData name="Al Friend" userId="e5ed79da-d858-46d4-9eed-a7a24903f2de" providerId="ADAL" clId="{7537B086-0992-4C5F-A071-F6F8659556F1}" dt="2026-02-06T11:22:27.540" v="2795" actId="20577"/>
          <ac:spMkLst>
            <pc:docMk/>
            <pc:sldMk cId="3710722696" sldId="671"/>
            <ac:spMk id="3" creationId="{E4EE7085-4C5B-409B-8843-A8A3D3CB6E90}"/>
          </ac:spMkLst>
        </pc:spChg>
      </pc:sldChg>
      <pc:sldChg chg="modSp">
        <pc:chgData name="Al Friend" userId="e5ed79da-d858-46d4-9eed-a7a24903f2de" providerId="ADAL" clId="{7537B086-0992-4C5F-A071-F6F8659556F1}" dt="2026-02-12T10:14:57.867" v="3007" actId="20577"/>
        <pc:sldMkLst>
          <pc:docMk/>
          <pc:sldMk cId="864512744" sldId="673"/>
        </pc:sldMkLst>
        <pc:spChg chg="mod">
          <ac:chgData name="Al Friend" userId="e5ed79da-d858-46d4-9eed-a7a24903f2de" providerId="ADAL" clId="{7537B086-0992-4C5F-A071-F6F8659556F1}" dt="2026-02-12T10:14:57.867" v="3007" actId="20577"/>
          <ac:spMkLst>
            <pc:docMk/>
            <pc:sldMk cId="864512744" sldId="673"/>
            <ac:spMk id="3" creationId="{E4EE7085-4C5B-409B-8843-A8A3D3CB6E90}"/>
          </ac:spMkLst>
        </pc:spChg>
      </pc:sldChg>
      <pc:sldChg chg="modSp">
        <pc:chgData name="Al Friend" userId="e5ed79da-d858-46d4-9eed-a7a24903f2de" providerId="ADAL" clId="{7537B086-0992-4C5F-A071-F6F8659556F1}" dt="2026-02-12T10:03:32.742" v="2999" actId="20577"/>
        <pc:sldMkLst>
          <pc:docMk/>
          <pc:sldMk cId="2837841370" sldId="675"/>
        </pc:sldMkLst>
        <pc:spChg chg="mod">
          <ac:chgData name="Al Friend" userId="e5ed79da-d858-46d4-9eed-a7a24903f2de" providerId="ADAL" clId="{7537B086-0992-4C5F-A071-F6F8659556F1}" dt="2026-02-12T10:03:32.742" v="2999" actId="20577"/>
          <ac:spMkLst>
            <pc:docMk/>
            <pc:sldMk cId="2837841370" sldId="675"/>
            <ac:spMk id="2" creationId="{2CE87805-17F2-4B70-B505-57FB17E1FEE3}"/>
          </ac:spMkLst>
        </pc:spChg>
      </pc:sldChg>
      <pc:sldChg chg="modSp">
        <pc:chgData name="Al Friend" userId="e5ed79da-d858-46d4-9eed-a7a24903f2de" providerId="ADAL" clId="{7537B086-0992-4C5F-A071-F6F8659556F1}" dt="2026-02-20T09:55:30.964" v="3172" actId="20577"/>
        <pc:sldMkLst>
          <pc:docMk/>
          <pc:sldMk cId="2545875336" sldId="736"/>
        </pc:sldMkLst>
        <pc:spChg chg="mod">
          <ac:chgData name="Al Friend" userId="e5ed79da-d858-46d4-9eed-a7a24903f2de" providerId="ADAL" clId="{7537B086-0992-4C5F-A071-F6F8659556F1}" dt="2026-02-20T09:55:30.964" v="3172" actId="20577"/>
          <ac:spMkLst>
            <pc:docMk/>
            <pc:sldMk cId="2545875336" sldId="736"/>
            <ac:spMk id="2" creationId="{A4150D6E-A7AE-40F1-B520-C3C5A5B9033C}"/>
          </ac:spMkLst>
        </pc:spChg>
      </pc:sldChg>
      <pc:sldChg chg="modSp">
        <pc:chgData name="Al Friend" userId="e5ed79da-d858-46d4-9eed-a7a24903f2de" providerId="ADAL" clId="{7537B086-0992-4C5F-A071-F6F8659556F1}" dt="2026-02-20T09:55:24.217" v="3165" actId="20577"/>
        <pc:sldMkLst>
          <pc:docMk/>
          <pc:sldMk cId="456428960" sldId="737"/>
        </pc:sldMkLst>
        <pc:spChg chg="mod">
          <ac:chgData name="Al Friend" userId="e5ed79da-d858-46d4-9eed-a7a24903f2de" providerId="ADAL" clId="{7537B086-0992-4C5F-A071-F6F8659556F1}" dt="2026-02-20T09:55:24.217" v="3165" actId="20577"/>
          <ac:spMkLst>
            <pc:docMk/>
            <pc:sldMk cId="456428960" sldId="737"/>
            <ac:spMk id="2" creationId="{A4150D6E-A7AE-40F1-B520-C3C5A5B9033C}"/>
          </ac:spMkLst>
        </pc:spChg>
      </pc:sldChg>
      <pc:sldChg chg="modSp">
        <pc:chgData name="Al Friend" userId="e5ed79da-d858-46d4-9eed-a7a24903f2de" providerId="ADAL" clId="{7537B086-0992-4C5F-A071-F6F8659556F1}" dt="2026-02-20T09:54:16.375" v="3150" actId="6549"/>
        <pc:sldMkLst>
          <pc:docMk/>
          <pc:sldMk cId="2351112501" sldId="738"/>
        </pc:sldMkLst>
        <pc:spChg chg="mod">
          <ac:chgData name="Al Friend" userId="e5ed79da-d858-46d4-9eed-a7a24903f2de" providerId="ADAL" clId="{7537B086-0992-4C5F-A071-F6F8659556F1}" dt="2026-02-20T09:54:16.375" v="3150" actId="6549"/>
          <ac:spMkLst>
            <pc:docMk/>
            <pc:sldMk cId="2351112501" sldId="738"/>
            <ac:spMk id="2" creationId="{A4150D6E-A7AE-40F1-B520-C3C5A5B9033C}"/>
          </ac:spMkLst>
        </pc:spChg>
      </pc:sldChg>
      <pc:sldChg chg="modSp">
        <pc:chgData name="Al Friend" userId="e5ed79da-d858-46d4-9eed-a7a24903f2de" providerId="ADAL" clId="{7537B086-0992-4C5F-A071-F6F8659556F1}" dt="2026-02-20T09:54:23.794" v="3158" actId="20577"/>
        <pc:sldMkLst>
          <pc:docMk/>
          <pc:sldMk cId="3289411279" sldId="739"/>
        </pc:sldMkLst>
        <pc:spChg chg="mod">
          <ac:chgData name="Al Friend" userId="e5ed79da-d858-46d4-9eed-a7a24903f2de" providerId="ADAL" clId="{7537B086-0992-4C5F-A071-F6F8659556F1}" dt="2026-02-20T09:54:23.794" v="3158" actId="20577"/>
          <ac:spMkLst>
            <pc:docMk/>
            <pc:sldMk cId="3289411279" sldId="739"/>
            <ac:spMk id="2" creationId="{A4150D6E-A7AE-40F1-B520-C3C5A5B9033C}"/>
          </ac:spMkLst>
        </pc:spChg>
      </pc:sldChg>
      <pc:sldChg chg="addSp modSp modAnim">
        <pc:chgData name="Al Friend" userId="e5ed79da-d858-46d4-9eed-a7a24903f2de" providerId="ADAL" clId="{7537B086-0992-4C5F-A071-F6F8659556F1}" dt="2026-02-09T15:14:23.421" v="2978" actId="1036"/>
        <pc:sldMkLst>
          <pc:docMk/>
          <pc:sldMk cId="3929749998" sldId="776"/>
        </pc:sldMkLst>
        <pc:spChg chg="mod">
          <ac:chgData name="Al Friend" userId="e5ed79da-d858-46d4-9eed-a7a24903f2de" providerId="ADAL" clId="{7537B086-0992-4C5F-A071-F6F8659556F1}" dt="2026-02-09T15:14:23.421" v="2978" actId="1036"/>
          <ac:spMkLst>
            <pc:docMk/>
            <pc:sldMk cId="3929749998" sldId="776"/>
            <ac:spMk id="29" creationId="{9CFD6623-90F9-8CA0-585A-959ADF79ADE1}"/>
          </ac:spMkLst>
        </pc:spChg>
        <pc:spChg chg="mod">
          <ac:chgData name="Al Friend" userId="e5ed79da-d858-46d4-9eed-a7a24903f2de" providerId="ADAL" clId="{7537B086-0992-4C5F-A071-F6F8659556F1}" dt="2026-02-09T15:14:23.421" v="2978" actId="1036"/>
          <ac:spMkLst>
            <pc:docMk/>
            <pc:sldMk cId="3929749998" sldId="776"/>
            <ac:spMk id="30" creationId="{F8908677-B9D0-5945-93E8-1112E85882A9}"/>
          </ac:spMkLst>
        </pc:spChg>
        <pc:cxnChg chg="mod">
          <ac:chgData name="Al Friend" userId="e5ed79da-d858-46d4-9eed-a7a24903f2de" providerId="ADAL" clId="{7537B086-0992-4C5F-A071-F6F8659556F1}" dt="2026-02-09T11:27:47.198" v="2808" actId="14100"/>
          <ac:cxnSpMkLst>
            <pc:docMk/>
            <pc:sldMk cId="3929749998" sldId="776"/>
            <ac:cxnSpMk id="5" creationId="{74743580-1BBD-44D1-9B4B-3FCD69A573CA}"/>
          </ac:cxnSpMkLst>
        </pc:cxnChg>
        <pc:cxnChg chg="mod">
          <ac:chgData name="Al Friend" userId="e5ed79da-d858-46d4-9eed-a7a24903f2de" providerId="ADAL" clId="{7537B086-0992-4C5F-A071-F6F8659556F1}" dt="2026-02-09T11:27:50.745" v="2809" actId="14100"/>
          <ac:cxnSpMkLst>
            <pc:docMk/>
            <pc:sldMk cId="3929749998" sldId="776"/>
            <ac:cxnSpMk id="9" creationId="{4A59694F-BFA9-47E0-AA51-53E4E5936D1D}"/>
          </ac:cxnSpMkLst>
        </pc:cxnChg>
      </pc:sldChg>
      <pc:sldChg chg="modSp modAnim">
        <pc:chgData name="Al Friend" userId="e5ed79da-d858-46d4-9eed-a7a24903f2de" providerId="ADAL" clId="{7537B086-0992-4C5F-A071-F6F8659556F1}" dt="2026-03-05T09:56:23.551" v="3190" actId="20577"/>
        <pc:sldMkLst>
          <pc:docMk/>
          <pc:sldMk cId="2352829044" sldId="778"/>
        </pc:sldMkLst>
        <pc:spChg chg="mod">
          <ac:chgData name="Al Friend" userId="e5ed79da-d858-46d4-9eed-a7a24903f2de" providerId="ADAL" clId="{7537B086-0992-4C5F-A071-F6F8659556F1}" dt="2026-03-05T09:56:11.712" v="3184" actId="20577"/>
          <ac:spMkLst>
            <pc:docMk/>
            <pc:sldMk cId="2352829044" sldId="778"/>
            <ac:spMk id="5" creationId="{BAA89BB4-3AB4-4ECE-8A4E-BAE9D9416378}"/>
          </ac:spMkLst>
        </pc:spChg>
        <pc:spChg chg="mod">
          <ac:chgData name="Al Friend" userId="e5ed79da-d858-46d4-9eed-a7a24903f2de" providerId="ADAL" clId="{7537B086-0992-4C5F-A071-F6F8659556F1}" dt="2026-03-05T09:56:20.480" v="3188" actId="20577"/>
          <ac:spMkLst>
            <pc:docMk/>
            <pc:sldMk cId="2352829044" sldId="778"/>
            <ac:spMk id="6" creationId="{194818A1-3C4F-43CB-A0EC-9F156FA116B6}"/>
          </ac:spMkLst>
        </pc:spChg>
        <pc:spChg chg="mod">
          <ac:chgData name="Al Friend" userId="e5ed79da-d858-46d4-9eed-a7a24903f2de" providerId="ADAL" clId="{7537B086-0992-4C5F-A071-F6F8659556F1}" dt="2026-03-05T09:56:14.639" v="3186" actId="20577"/>
          <ac:spMkLst>
            <pc:docMk/>
            <pc:sldMk cId="2352829044" sldId="778"/>
            <ac:spMk id="7" creationId="{A7748392-0430-47F2-9A73-6449587C132E}"/>
          </ac:spMkLst>
        </pc:spChg>
        <pc:spChg chg="mod">
          <ac:chgData name="Al Friend" userId="e5ed79da-d858-46d4-9eed-a7a24903f2de" providerId="ADAL" clId="{7537B086-0992-4C5F-A071-F6F8659556F1}" dt="2026-03-05T09:56:23.551" v="3190" actId="20577"/>
          <ac:spMkLst>
            <pc:docMk/>
            <pc:sldMk cId="2352829044" sldId="778"/>
            <ac:spMk id="8" creationId="{8E9F13E4-7830-4921-B255-D2BF3B973DB4}"/>
          </ac:spMkLst>
        </pc:spChg>
      </pc:sldChg>
      <pc:sldChg chg="modSp">
        <pc:chgData name="Al Friend" userId="e5ed79da-d858-46d4-9eed-a7a24903f2de" providerId="ADAL" clId="{7537B086-0992-4C5F-A071-F6F8659556F1}" dt="2026-03-05T09:56:36.191" v="3196" actId="20577"/>
        <pc:sldMkLst>
          <pc:docMk/>
          <pc:sldMk cId="142200069" sldId="781"/>
        </pc:sldMkLst>
        <pc:spChg chg="mod">
          <ac:chgData name="Al Friend" userId="e5ed79da-d858-46d4-9eed-a7a24903f2de" providerId="ADAL" clId="{7537B086-0992-4C5F-A071-F6F8659556F1}" dt="2026-03-05T09:56:07.811" v="3182" actId="20577"/>
          <ac:spMkLst>
            <pc:docMk/>
            <pc:sldMk cId="142200069" sldId="781"/>
            <ac:spMk id="5" creationId="{BAA89BB4-3AB4-4ECE-8A4E-BAE9D9416378}"/>
          </ac:spMkLst>
        </pc:spChg>
        <pc:spChg chg="mod">
          <ac:chgData name="Al Friend" userId="e5ed79da-d858-46d4-9eed-a7a24903f2de" providerId="ADAL" clId="{7537B086-0992-4C5F-A071-F6F8659556F1}" dt="2026-03-05T09:56:28.032" v="3192" actId="20577"/>
          <ac:spMkLst>
            <pc:docMk/>
            <pc:sldMk cId="142200069" sldId="781"/>
            <ac:spMk id="6" creationId="{194818A1-3C4F-43CB-A0EC-9F156FA116B6}"/>
          </ac:spMkLst>
        </pc:spChg>
        <pc:spChg chg="mod">
          <ac:chgData name="Al Friend" userId="e5ed79da-d858-46d4-9eed-a7a24903f2de" providerId="ADAL" clId="{7537B086-0992-4C5F-A071-F6F8659556F1}" dt="2026-03-05T09:56:36.191" v="3196" actId="20577"/>
          <ac:spMkLst>
            <pc:docMk/>
            <pc:sldMk cId="142200069" sldId="781"/>
            <ac:spMk id="7" creationId="{A7748392-0430-47F2-9A73-6449587C132E}"/>
          </ac:spMkLst>
        </pc:spChg>
        <pc:spChg chg="mod">
          <ac:chgData name="Al Friend" userId="e5ed79da-d858-46d4-9eed-a7a24903f2de" providerId="ADAL" clId="{7537B086-0992-4C5F-A071-F6F8659556F1}" dt="2026-03-05T09:56:31.981" v="3194" actId="20577"/>
          <ac:spMkLst>
            <pc:docMk/>
            <pc:sldMk cId="142200069" sldId="781"/>
            <ac:spMk id="8" creationId="{8E9F13E4-7830-4921-B255-D2BF3B973DB4}"/>
          </ac:spMkLst>
        </pc:spChg>
      </pc:sldChg>
      <pc:sldChg chg="modSp">
        <pc:chgData name="Al Friend" userId="e5ed79da-d858-46d4-9eed-a7a24903f2de" providerId="ADAL" clId="{7537B086-0992-4C5F-A071-F6F8659556F1}" dt="2026-02-04T14:33:00.642" v="2485" actId="20577"/>
        <pc:sldMkLst>
          <pc:docMk/>
          <pc:sldMk cId="393134978" sldId="853"/>
        </pc:sldMkLst>
        <pc:spChg chg="mod">
          <ac:chgData name="Al Friend" userId="e5ed79da-d858-46d4-9eed-a7a24903f2de" providerId="ADAL" clId="{7537B086-0992-4C5F-A071-F6F8659556F1}" dt="2026-02-04T14:32:57.888" v="2483" actId="20577"/>
          <ac:spMkLst>
            <pc:docMk/>
            <pc:sldMk cId="393134978" sldId="853"/>
            <ac:spMk id="15" creationId="{1FD6EF7E-F059-430F-9A1F-C89FC42961D2}"/>
          </ac:spMkLst>
        </pc:spChg>
        <pc:spChg chg="mod">
          <ac:chgData name="Al Friend" userId="e5ed79da-d858-46d4-9eed-a7a24903f2de" providerId="ADAL" clId="{7537B086-0992-4C5F-A071-F6F8659556F1}" dt="2026-02-04T14:33:00.642" v="2485" actId="20577"/>
          <ac:spMkLst>
            <pc:docMk/>
            <pc:sldMk cId="393134978" sldId="853"/>
            <ac:spMk id="22" creationId="{2EE40C53-3243-472A-883B-FF608A0E334A}"/>
          </ac:spMkLst>
        </pc:spChg>
      </pc:sldChg>
      <pc:sldChg chg="addSp delSp modSp delAnim modAnim">
        <pc:chgData name="Al Friend" userId="e5ed79da-d858-46d4-9eed-a7a24903f2de" providerId="ADAL" clId="{7537B086-0992-4C5F-A071-F6F8659556F1}" dt="2026-02-09T15:16:19.707" v="2995" actId="14100"/>
        <pc:sldMkLst>
          <pc:docMk/>
          <pc:sldMk cId="1816502967" sldId="854"/>
        </pc:sldMkLst>
        <pc:spChg chg="mod">
          <ac:chgData name="Al Friend" userId="e5ed79da-d858-46d4-9eed-a7a24903f2de" providerId="ADAL" clId="{7537B086-0992-4C5F-A071-F6F8659556F1}" dt="2026-02-09T15:16:03.838" v="2992" actId="1036"/>
          <ac:spMkLst>
            <pc:docMk/>
            <pc:sldMk cId="1816502967" sldId="854"/>
            <ac:spMk id="29" creationId="{9CFD6623-90F9-8CA0-585A-959ADF79ADE1}"/>
          </ac:spMkLst>
        </pc:spChg>
        <pc:spChg chg="mod">
          <ac:chgData name="Al Friend" userId="e5ed79da-d858-46d4-9eed-a7a24903f2de" providerId="ADAL" clId="{7537B086-0992-4C5F-A071-F6F8659556F1}" dt="2026-02-09T15:16:03.838" v="2992" actId="1036"/>
          <ac:spMkLst>
            <pc:docMk/>
            <pc:sldMk cId="1816502967" sldId="854"/>
            <ac:spMk id="30" creationId="{F8908677-B9D0-5945-93E8-1112E85882A9}"/>
          </ac:spMkLst>
        </pc:spChg>
        <pc:spChg chg="mod">
          <ac:chgData name="Al Friend" userId="e5ed79da-d858-46d4-9eed-a7a24903f2de" providerId="ADAL" clId="{7537B086-0992-4C5F-A071-F6F8659556F1}" dt="2026-02-09T11:32:55.439" v="2867" actId="1035"/>
          <ac:spMkLst>
            <pc:docMk/>
            <pc:sldMk cId="1816502967" sldId="854"/>
            <ac:spMk id="36" creationId="{58BEFD8E-59D7-4B59-AD8D-56CF2F8CD107}"/>
          </ac:spMkLst>
        </pc:spChg>
        <pc:spChg chg="mod">
          <ac:chgData name="Al Friend" userId="e5ed79da-d858-46d4-9eed-a7a24903f2de" providerId="ADAL" clId="{7537B086-0992-4C5F-A071-F6F8659556F1}" dt="2026-02-09T11:35:01.135" v="2938" actId="1038"/>
          <ac:spMkLst>
            <pc:docMk/>
            <pc:sldMk cId="1816502967" sldId="854"/>
            <ac:spMk id="37" creationId="{2138EE6B-2A89-465B-8D74-A2F0DB965B5D}"/>
          </ac:spMkLst>
        </pc:spChg>
        <pc:spChg chg="mod">
          <ac:chgData name="Al Friend" userId="e5ed79da-d858-46d4-9eed-a7a24903f2de" providerId="ADAL" clId="{7537B086-0992-4C5F-A071-F6F8659556F1}" dt="2026-02-09T11:34:40.828" v="2920" actId="1037"/>
          <ac:spMkLst>
            <pc:docMk/>
            <pc:sldMk cId="1816502967" sldId="854"/>
            <ac:spMk id="38" creationId="{40519916-002C-4B50-9CAD-882322014126}"/>
          </ac:spMkLst>
        </pc:spChg>
        <pc:spChg chg="mod">
          <ac:chgData name="Al Friend" userId="e5ed79da-d858-46d4-9eed-a7a24903f2de" providerId="ADAL" clId="{7537B086-0992-4C5F-A071-F6F8659556F1}" dt="2026-02-09T11:33:08.123" v="2871" actId="1036"/>
          <ac:spMkLst>
            <pc:docMk/>
            <pc:sldMk cId="1816502967" sldId="854"/>
            <ac:spMk id="39" creationId="{590FF629-1C6B-4A73-9B6F-1A3047E0C351}"/>
          </ac:spMkLst>
        </pc:spChg>
        <pc:spChg chg="mod">
          <ac:chgData name="Al Friend" userId="e5ed79da-d858-46d4-9eed-a7a24903f2de" providerId="ADAL" clId="{7537B086-0992-4C5F-A071-F6F8659556F1}" dt="2026-02-09T11:35:08.008" v="2941" actId="1036"/>
          <ac:spMkLst>
            <pc:docMk/>
            <pc:sldMk cId="1816502967" sldId="854"/>
            <ac:spMk id="40" creationId="{2059C02D-22B0-4CF8-88BE-A139FCC5E365}"/>
          </ac:spMkLst>
        </pc:spChg>
        <pc:spChg chg="mod">
          <ac:chgData name="Al Friend" userId="e5ed79da-d858-46d4-9eed-a7a24903f2de" providerId="ADAL" clId="{7537B086-0992-4C5F-A071-F6F8659556F1}" dt="2026-02-09T11:34:49.997" v="2926" actId="1036"/>
          <ac:spMkLst>
            <pc:docMk/>
            <pc:sldMk cId="1816502967" sldId="854"/>
            <ac:spMk id="41" creationId="{A908B61F-A960-4A63-B920-885CE28F0894}"/>
          </ac:spMkLst>
        </pc:spChg>
        <pc:spChg chg="mod">
          <ac:chgData name="Al Friend" userId="e5ed79da-d858-46d4-9eed-a7a24903f2de" providerId="ADAL" clId="{7537B086-0992-4C5F-A071-F6F8659556F1}" dt="2026-02-09T11:33:16.687" v="2873" actId="1035"/>
          <ac:spMkLst>
            <pc:docMk/>
            <pc:sldMk cId="1816502967" sldId="854"/>
            <ac:spMk id="42" creationId="{26C3B023-4A76-47DA-A8DB-F1CCF91F3D0B}"/>
          </ac:spMkLst>
        </pc:spChg>
        <pc:spChg chg="mod">
          <ac:chgData name="Al Friend" userId="e5ed79da-d858-46d4-9eed-a7a24903f2de" providerId="ADAL" clId="{7537B086-0992-4C5F-A071-F6F8659556F1}" dt="2026-02-09T11:35:11.292" v="2946" actId="1035"/>
          <ac:spMkLst>
            <pc:docMk/>
            <pc:sldMk cId="1816502967" sldId="854"/>
            <ac:spMk id="45" creationId="{D34CE510-4BD9-46EC-99AA-DBE7BD04F483}"/>
          </ac:spMkLst>
        </pc:spChg>
        <pc:spChg chg="mod">
          <ac:chgData name="Al Friend" userId="e5ed79da-d858-46d4-9eed-a7a24903f2de" providerId="ADAL" clId="{7537B086-0992-4C5F-A071-F6F8659556F1}" dt="2026-02-09T11:34:46.554" v="2923" actId="1036"/>
          <ac:spMkLst>
            <pc:docMk/>
            <pc:sldMk cId="1816502967" sldId="854"/>
            <ac:spMk id="46" creationId="{F09336A1-7B8C-4DEF-A7AB-2B0BC362A9E8}"/>
          </ac:spMkLst>
        </pc:spChg>
        <pc:cxnChg chg="mod">
          <ac:chgData name="Al Friend" userId="e5ed79da-d858-46d4-9eed-a7a24903f2de" providerId="ADAL" clId="{7537B086-0992-4C5F-A071-F6F8659556F1}" dt="2026-02-09T15:16:15.363" v="2994" actId="14100"/>
          <ac:cxnSpMkLst>
            <pc:docMk/>
            <pc:sldMk cId="1816502967" sldId="854"/>
            <ac:cxnSpMk id="5" creationId="{74743580-1BBD-44D1-9B4B-3FCD69A573CA}"/>
          </ac:cxnSpMkLst>
        </pc:cxnChg>
        <pc:cxnChg chg="add mod">
          <ac:chgData name="Al Friend" userId="e5ed79da-d858-46d4-9eed-a7a24903f2de" providerId="ADAL" clId="{7537B086-0992-4C5F-A071-F6F8659556F1}" dt="2026-02-09T11:31:13.425" v="2861" actId="1038"/>
          <ac:cxnSpMkLst>
            <pc:docMk/>
            <pc:sldMk cId="1816502967" sldId="854"/>
            <ac:cxnSpMk id="8" creationId="{82F3C0C0-627A-4352-B521-71A74C69D03B}"/>
          </ac:cxnSpMkLst>
        </pc:cxnChg>
        <pc:cxnChg chg="mod">
          <ac:chgData name="Al Friend" userId="e5ed79da-d858-46d4-9eed-a7a24903f2de" providerId="ADAL" clId="{7537B086-0992-4C5F-A071-F6F8659556F1}" dt="2026-02-09T15:16:19.707" v="2995" actId="14100"/>
          <ac:cxnSpMkLst>
            <pc:docMk/>
            <pc:sldMk cId="1816502967" sldId="854"/>
            <ac:cxnSpMk id="9" creationId="{4A59694F-BFA9-47E0-AA51-53E4E5936D1D}"/>
          </ac:cxnSpMkLst>
        </pc:cxnChg>
        <pc:cxnChg chg="add mod">
          <ac:chgData name="Al Friend" userId="e5ed79da-d858-46d4-9eed-a7a24903f2de" providerId="ADAL" clId="{7537B086-0992-4C5F-A071-F6F8659556F1}" dt="2026-02-09T11:31:16.976" v="2862" actId="1038"/>
          <ac:cxnSpMkLst>
            <pc:docMk/>
            <pc:sldMk cId="1816502967" sldId="854"/>
            <ac:cxnSpMk id="49" creationId="{B9A62A42-1BDC-4ED8-8925-BD8226428803}"/>
          </ac:cxnSpMkLst>
        </pc:cxnChg>
      </pc:sldChg>
      <pc:sldChg chg="addSp delSp modSp modAnim">
        <pc:chgData name="Al Friend" userId="e5ed79da-d858-46d4-9eed-a7a24903f2de" providerId="ADAL" clId="{7537B086-0992-4C5F-A071-F6F8659556F1}" dt="2026-02-05T09:16:01.147" v="2762" actId="20577"/>
        <pc:sldMkLst>
          <pc:docMk/>
          <pc:sldMk cId="3421085211" sldId="909"/>
        </pc:sldMkLst>
        <pc:spChg chg="mod">
          <ac:chgData name="Al Friend" userId="e5ed79da-d858-46d4-9eed-a7a24903f2de" providerId="ADAL" clId="{7537B086-0992-4C5F-A071-F6F8659556F1}" dt="2026-02-05T09:16:01.147" v="2762" actId="20577"/>
          <ac:spMkLst>
            <pc:docMk/>
            <pc:sldMk cId="3421085211" sldId="909"/>
            <ac:spMk id="4" creationId="{34C665E2-9D1A-B958-6DD2-7F3DD5C473A6}"/>
          </ac:spMkLst>
        </pc:spChg>
        <pc:spChg chg="add mod">
          <ac:chgData name="Al Friend" userId="e5ed79da-d858-46d4-9eed-a7a24903f2de" providerId="ADAL" clId="{7537B086-0992-4C5F-A071-F6F8659556F1}" dt="2026-02-05T09:15:49.841" v="2757" actId="12788"/>
          <ac:spMkLst>
            <pc:docMk/>
            <pc:sldMk cId="3421085211" sldId="909"/>
            <ac:spMk id="5" creationId="{E1FECD34-CF1B-4B92-8A2C-67AF04EDB2E8}"/>
          </ac:spMkLst>
        </pc:spChg>
        <pc:spChg chg="mod">
          <ac:chgData name="Al Friend" userId="e5ed79da-d858-46d4-9eed-a7a24903f2de" providerId="ADAL" clId="{7537B086-0992-4C5F-A071-F6F8659556F1}" dt="2026-02-05T09:12:40.555" v="2696" actId="20577"/>
          <ac:spMkLst>
            <pc:docMk/>
            <pc:sldMk cId="3421085211" sldId="909"/>
            <ac:spMk id="23" creationId="{BE12CF5F-1BE6-861F-88CA-3629610ACDEE}"/>
          </ac:spMkLst>
        </pc:spChg>
        <pc:graphicFrameChg chg="modGraphic">
          <ac:chgData name="Al Friend" userId="e5ed79da-d858-46d4-9eed-a7a24903f2de" providerId="ADAL" clId="{7537B086-0992-4C5F-A071-F6F8659556F1}" dt="2026-02-05T08:52:55.834" v="2561" actId="207"/>
          <ac:graphicFrameMkLst>
            <pc:docMk/>
            <pc:sldMk cId="3421085211" sldId="909"/>
            <ac:graphicFrameMk id="8" creationId="{B0C2A4DE-D301-E7BF-3F87-C1DA54AF1A30}"/>
          </ac:graphicFrameMkLst>
        </pc:graphicFrameChg>
      </pc:sldChg>
      <pc:sldChg chg="modSp">
        <pc:chgData name="Al Friend" userId="e5ed79da-d858-46d4-9eed-a7a24903f2de" providerId="ADAL" clId="{7537B086-0992-4C5F-A071-F6F8659556F1}" dt="2026-02-05T09:16:07.617" v="2767" actId="20577"/>
        <pc:sldMkLst>
          <pc:docMk/>
          <pc:sldMk cId="2279857909" sldId="910"/>
        </pc:sldMkLst>
        <pc:spChg chg="mod">
          <ac:chgData name="Al Friend" userId="e5ed79da-d858-46d4-9eed-a7a24903f2de" providerId="ADAL" clId="{7537B086-0992-4C5F-A071-F6F8659556F1}" dt="2026-02-05T09:16:07.617" v="2767" actId="20577"/>
          <ac:spMkLst>
            <pc:docMk/>
            <pc:sldMk cId="2279857909" sldId="910"/>
            <ac:spMk id="4" creationId="{9647C95C-2047-B2FA-D767-732CBEE6A83F}"/>
          </ac:spMkLst>
        </pc:spChg>
        <pc:graphicFrameChg chg="modGraphic">
          <ac:chgData name="Al Friend" userId="e5ed79da-d858-46d4-9eed-a7a24903f2de" providerId="ADAL" clId="{7537B086-0992-4C5F-A071-F6F8659556F1}" dt="2026-02-05T08:53:03.797" v="2562" actId="207"/>
          <ac:graphicFrameMkLst>
            <pc:docMk/>
            <pc:sldMk cId="2279857909" sldId="910"/>
            <ac:graphicFrameMk id="8" creationId="{48F31396-050C-5190-1FBB-002FEAD892F5}"/>
          </ac:graphicFrameMkLst>
        </pc:graphicFrameChg>
      </pc:sldChg>
      <pc:sldChg chg="modSp">
        <pc:chgData name="Al Friend" userId="e5ed79da-d858-46d4-9eed-a7a24903f2de" providerId="ADAL" clId="{7537B086-0992-4C5F-A071-F6F8659556F1}" dt="2026-02-05T09:16:13.742" v="2772" actId="20577"/>
        <pc:sldMkLst>
          <pc:docMk/>
          <pc:sldMk cId="1018795189" sldId="911"/>
        </pc:sldMkLst>
        <pc:spChg chg="mod">
          <ac:chgData name="Al Friend" userId="e5ed79da-d858-46d4-9eed-a7a24903f2de" providerId="ADAL" clId="{7537B086-0992-4C5F-A071-F6F8659556F1}" dt="2026-02-05T09:16:13.742" v="2772" actId="20577"/>
          <ac:spMkLst>
            <pc:docMk/>
            <pc:sldMk cId="1018795189" sldId="911"/>
            <ac:spMk id="4" creationId="{243FE3B5-CCED-531B-9D75-74B02F9FCCD3}"/>
          </ac:spMkLst>
        </pc:spChg>
        <pc:spChg chg="mod">
          <ac:chgData name="Al Friend" userId="e5ed79da-d858-46d4-9eed-a7a24903f2de" providerId="ADAL" clId="{7537B086-0992-4C5F-A071-F6F8659556F1}" dt="2026-02-05T09:12:05.134" v="2681" actId="120"/>
          <ac:spMkLst>
            <pc:docMk/>
            <pc:sldMk cId="1018795189" sldId="911"/>
            <ac:spMk id="5" creationId="{30982C2F-1B07-2C27-F182-8D5B538204D3}"/>
          </ac:spMkLst>
        </pc:spChg>
        <pc:spChg chg="mod">
          <ac:chgData name="Al Friend" userId="e5ed79da-d858-46d4-9eed-a7a24903f2de" providerId="ADAL" clId="{7537B086-0992-4C5F-A071-F6F8659556F1}" dt="2026-02-05T09:12:02.473" v="2680" actId="120"/>
          <ac:spMkLst>
            <pc:docMk/>
            <pc:sldMk cId="1018795189" sldId="911"/>
            <ac:spMk id="23" creationId="{15E655EB-CF46-A8D3-7818-966EECB3F463}"/>
          </ac:spMkLst>
        </pc:spChg>
      </pc:sldChg>
      <pc:sldChg chg="modSp">
        <pc:chgData name="Al Friend" userId="e5ed79da-d858-46d4-9eed-a7a24903f2de" providerId="ADAL" clId="{7537B086-0992-4C5F-A071-F6F8659556F1}" dt="2026-02-05T09:16:21.661" v="2777" actId="20577"/>
        <pc:sldMkLst>
          <pc:docMk/>
          <pc:sldMk cId="2380365815" sldId="912"/>
        </pc:sldMkLst>
        <pc:spChg chg="mod">
          <ac:chgData name="Al Friend" userId="e5ed79da-d858-46d4-9eed-a7a24903f2de" providerId="ADAL" clId="{7537B086-0992-4C5F-A071-F6F8659556F1}" dt="2026-02-05T09:16:21.661" v="2777" actId="20577"/>
          <ac:spMkLst>
            <pc:docMk/>
            <pc:sldMk cId="2380365815" sldId="912"/>
            <ac:spMk id="4" creationId="{D0120949-EFD5-8A0F-E12D-5450647EB0E5}"/>
          </ac:spMkLst>
        </pc:spChg>
      </pc:sldChg>
      <pc:sldChg chg="delSp modSp add modTransition delAnim modNotesTx">
        <pc:chgData name="Al Friend" userId="e5ed79da-d858-46d4-9eed-a7a24903f2de" providerId="ADAL" clId="{7537B086-0992-4C5F-A071-F6F8659556F1}" dt="2026-02-09T15:14:48.249" v="2983" actId="1036"/>
        <pc:sldMkLst>
          <pc:docMk/>
          <pc:sldMk cId="1579592882" sldId="914"/>
        </pc:sldMkLst>
        <pc:spChg chg="mod">
          <ac:chgData name="Al Friend" userId="e5ed79da-d858-46d4-9eed-a7a24903f2de" providerId="ADAL" clId="{7537B086-0992-4C5F-A071-F6F8659556F1}" dt="2026-02-09T11:41:14.695" v="2967" actId="20577"/>
          <ac:spMkLst>
            <pc:docMk/>
            <pc:sldMk cId="1579592882" sldId="914"/>
            <ac:spMk id="19" creationId="{39027E70-266E-C921-B96A-180149336170}"/>
          </ac:spMkLst>
        </pc:spChg>
        <pc:spChg chg="mod">
          <ac:chgData name="Al Friend" userId="e5ed79da-d858-46d4-9eed-a7a24903f2de" providerId="ADAL" clId="{7537B086-0992-4C5F-A071-F6F8659556F1}" dt="2026-02-09T15:14:48.249" v="2983" actId="1036"/>
          <ac:spMkLst>
            <pc:docMk/>
            <pc:sldMk cId="1579592882" sldId="914"/>
            <ac:spMk id="29" creationId="{9CFD6623-90F9-8CA0-585A-959ADF79ADE1}"/>
          </ac:spMkLst>
        </pc:spChg>
        <pc:spChg chg="mod">
          <ac:chgData name="Al Friend" userId="e5ed79da-d858-46d4-9eed-a7a24903f2de" providerId="ADAL" clId="{7537B086-0992-4C5F-A071-F6F8659556F1}" dt="2026-02-09T15:14:48.249" v="2983" actId="1036"/>
          <ac:spMkLst>
            <pc:docMk/>
            <pc:sldMk cId="1579592882" sldId="914"/>
            <ac:spMk id="30" creationId="{F8908677-B9D0-5945-93E8-1112E85882A9}"/>
          </ac:spMkLst>
        </pc:spChg>
        <pc:graphicFrameChg chg="mod">
          <ac:chgData name="Al Friend" userId="e5ed79da-d858-46d4-9eed-a7a24903f2de" providerId="ADAL" clId="{7537B086-0992-4C5F-A071-F6F8659556F1}" dt="2026-02-09T15:14:20.989" v="2976" actId="1036"/>
          <ac:graphicFrameMkLst>
            <pc:docMk/>
            <pc:sldMk cId="1579592882" sldId="914"/>
            <ac:graphicFrameMk id="23" creationId="{57FE39BF-DC05-E516-87E6-26364C7BBE24}"/>
          </ac:graphicFrameMkLst>
        </pc:graphicFrameChg>
        <pc:cxnChg chg="mod">
          <ac:chgData name="Al Friend" userId="e5ed79da-d858-46d4-9eed-a7a24903f2de" providerId="ADAL" clId="{7537B086-0992-4C5F-A071-F6F8659556F1}" dt="2026-02-09T15:14:48.249" v="2983" actId="1036"/>
          <ac:cxnSpMkLst>
            <pc:docMk/>
            <pc:sldMk cId="1579592882" sldId="914"/>
            <ac:cxnSpMk id="5" creationId="{74743580-1BBD-44D1-9B4B-3FCD69A573CA}"/>
          </ac:cxnSpMkLst>
        </pc:cxnChg>
        <pc:cxnChg chg="mod">
          <ac:chgData name="Al Friend" userId="e5ed79da-d858-46d4-9eed-a7a24903f2de" providerId="ADAL" clId="{7537B086-0992-4C5F-A071-F6F8659556F1}" dt="2026-02-09T15:14:48.249" v="2983" actId="1036"/>
          <ac:cxnSpMkLst>
            <pc:docMk/>
            <pc:sldMk cId="1579592882" sldId="914"/>
            <ac:cxnSpMk id="9" creationId="{4A59694F-BFA9-47E0-AA51-53E4E5936D1D}"/>
          </ac:cxnSpMkLst>
        </pc:cxnChg>
      </pc:sldChg>
      <pc:sldChg chg="delSp modSp add modTransition delAnim">
        <pc:chgData name="Al Friend" userId="e5ed79da-d858-46d4-9eed-a7a24903f2de" providerId="ADAL" clId="{7537B086-0992-4C5F-A071-F6F8659556F1}" dt="2026-02-09T15:15:01.319" v="2985" actId="1036"/>
        <pc:sldMkLst>
          <pc:docMk/>
          <pc:sldMk cId="563418096" sldId="915"/>
        </pc:sldMkLst>
        <pc:spChg chg="mod">
          <ac:chgData name="Al Friend" userId="e5ed79da-d858-46d4-9eed-a7a24903f2de" providerId="ADAL" clId="{7537B086-0992-4C5F-A071-F6F8659556F1}" dt="2026-02-09T11:40:30.227" v="2954" actId="20577"/>
          <ac:spMkLst>
            <pc:docMk/>
            <pc:sldMk cId="563418096" sldId="915"/>
            <ac:spMk id="19" creationId="{39027E70-266E-C921-B96A-180149336170}"/>
          </ac:spMkLst>
        </pc:spChg>
        <pc:spChg chg="mod">
          <ac:chgData name="Al Friend" userId="e5ed79da-d858-46d4-9eed-a7a24903f2de" providerId="ADAL" clId="{7537B086-0992-4C5F-A071-F6F8659556F1}" dt="2026-02-09T15:15:01.319" v="2985" actId="1036"/>
          <ac:spMkLst>
            <pc:docMk/>
            <pc:sldMk cId="563418096" sldId="915"/>
            <ac:spMk id="29" creationId="{9CFD6623-90F9-8CA0-585A-959ADF79ADE1}"/>
          </ac:spMkLst>
        </pc:spChg>
        <pc:spChg chg="mod">
          <ac:chgData name="Al Friend" userId="e5ed79da-d858-46d4-9eed-a7a24903f2de" providerId="ADAL" clId="{7537B086-0992-4C5F-A071-F6F8659556F1}" dt="2026-02-09T15:15:01.319" v="2985" actId="1036"/>
          <ac:spMkLst>
            <pc:docMk/>
            <pc:sldMk cId="563418096" sldId="915"/>
            <ac:spMk id="30" creationId="{F8908677-B9D0-5945-93E8-1112E85882A9}"/>
          </ac:spMkLst>
        </pc:spChg>
        <pc:cxnChg chg="mod">
          <ac:chgData name="Al Friend" userId="e5ed79da-d858-46d4-9eed-a7a24903f2de" providerId="ADAL" clId="{7537B086-0992-4C5F-A071-F6F8659556F1}" dt="2026-02-09T11:40:35.886" v="2956" actId="478"/>
          <ac:cxnSpMkLst>
            <pc:docMk/>
            <pc:sldMk cId="563418096" sldId="915"/>
            <ac:cxnSpMk id="5" creationId="{74743580-1BBD-44D1-9B4B-3FCD69A573CA}"/>
          </ac:cxnSpMkLst>
        </pc:cxnChg>
        <pc:cxnChg chg="mod">
          <ac:chgData name="Al Friend" userId="e5ed79da-d858-46d4-9eed-a7a24903f2de" providerId="ADAL" clId="{7537B086-0992-4C5F-A071-F6F8659556F1}" dt="2026-02-09T11:40:35.886" v="2956" actId="478"/>
          <ac:cxnSpMkLst>
            <pc:docMk/>
            <pc:sldMk cId="563418096" sldId="915"/>
            <ac:cxnSpMk id="9" creationId="{4A59694F-BFA9-47E0-AA51-53E4E5936D1D}"/>
          </ac:cxnSpMkLst>
        </pc:cxn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05/03/2026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C6FE0-5748-607A-1B52-B9A378F730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C97C-CBA2-0D3E-98D4-6E3FEBA105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C1993-24D6-BD2B-0DAF-FEB95D47361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941DAA-B5A6-53F7-DDD5-7D99EE54E1EA}"/>
              </a:ext>
            </a:extLst>
          </p:cNvPr>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618362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E351-2F36-9C35-5B41-1A945A97C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7006A-0C2A-CA51-AE84-0E485A2364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1FB6F-BACA-75DC-47EE-66B22C16569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DD6F86-915B-E643-0BD6-D3AB525951A9}"/>
              </a:ext>
            </a:extLst>
          </p:cNvPr>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4484287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9E436-3141-903C-3CEA-1E4013DEEF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76B65-54E7-94F5-CC3A-63B4E93E7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56319A-E249-2607-C078-E8010B224FE1}"/>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982340D0-D111-24D8-5C16-3F4C58CFEF49}"/>
              </a:ext>
            </a:extLst>
          </p:cNvPr>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0492708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644E0-CE40-9277-5479-D72EB7DAE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96A87-4E9B-0C7B-11A8-8765111E8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2801B-69F5-971F-D773-FBF5E6BDA73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8246519-F14F-A133-6F98-17128F9EF71A}"/>
              </a:ext>
            </a:extLst>
          </p:cNvPr>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5064785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441E-618D-2147-406E-578026075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D2D99-14E1-4345-2165-47B4F9180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2CF8D8-0A7D-B877-99BE-A9219CBDE74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A3EE15-1494-7096-58BA-0135E56F523D}"/>
              </a:ext>
            </a:extLst>
          </p:cNvPr>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299430911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85566244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851824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159</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20939794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05/03/2026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05/03/2026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05/03/2026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05/03/2026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05/03/2026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05/03/2026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05/03/2026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05/03/2026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05/03/2026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05/03/2026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05/03/2026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05/03/2026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AC65A-FD1A-BA1D-1BF6-AAC2517F36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C665E2-9D1A-B958-6DD2-7F3DD5C473A6}"/>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EA65587E-0D48-7FFF-BECE-C5976BE8844D}"/>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72694D17-6DCF-F900-E224-247D65BB7BF3}"/>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7B42CFA8-7291-9A65-F0A3-5D0456261D5A}"/>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B0C2A4DE-D301-E7BF-3F87-C1DA54AF1A30}"/>
              </a:ext>
            </a:extLst>
          </p:cNvPr>
          <p:cNvGraphicFramePr>
            <a:graphicFrameLocks noGrp="1"/>
          </p:cNvGraphicFramePr>
          <p:nvPr>
            <p:extLst>
              <p:ext uri="{D42A27DB-BD31-4B8C-83A1-F6EECF244321}">
                <p14:modId xmlns:p14="http://schemas.microsoft.com/office/powerpoint/2010/main" val="1807896098"/>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BE12CF5F-1BE6-861F-88CA-3629610ACDEE}"/>
              </a:ext>
            </a:extLst>
          </p:cNvPr>
          <p:cNvSpPr txBox="1"/>
          <p:nvPr/>
        </p:nvSpPr>
        <p:spPr>
          <a:xfrm>
            <a:off x="5665160" y="1690431"/>
            <a:ext cx="1201291" cy="646331"/>
          </a:xfrm>
          <a:prstGeom prst="rect">
            <a:avLst/>
          </a:prstGeom>
          <a:noFill/>
        </p:spPr>
        <p:txBody>
          <a:bodyPr wrap="none" rtlCol="0">
            <a:spAutoFit/>
          </a:bodyPr>
          <a:lstStyle/>
          <a:p>
            <a:r>
              <a:rPr lang="en-GB" sz="3600" b="1" dirty="0">
                <a:solidFill>
                  <a:srgbClr val="7030A0"/>
                </a:solidFill>
              </a:rPr>
              <a:t>Table</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B3C6986C-ACAA-4B1B-398B-3E2FDD22811B}"/>
              </a:ext>
            </a:extLst>
          </p:cNvPr>
          <p:cNvSpPr/>
          <p:nvPr/>
        </p:nvSpPr>
        <p:spPr>
          <a:xfrm>
            <a:off x="6769686" y="5265723"/>
            <a:ext cx="4747389" cy="546932"/>
          </a:xfrm>
          <a:prstGeom prst="callout2">
            <a:avLst>
              <a:gd name="adj1" fmla="val 51215"/>
              <a:gd name="adj2" fmla="val -583"/>
              <a:gd name="adj3" fmla="val 52593"/>
              <a:gd name="adj4" fmla="val -10044"/>
              <a:gd name="adj5" fmla="val -58400"/>
              <a:gd name="adj6" fmla="val -138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dirty="0">
                <a:solidFill>
                  <a:srgbClr val="7030A0"/>
                </a:solidFill>
              </a:rPr>
              <a:t>unique value</a:t>
            </a:r>
          </a:p>
        </p:txBody>
      </p:sp>
      <p:sp>
        <p:nvSpPr>
          <p:cNvPr id="26" name="Keys">
            <a:extLst>
              <a:ext uri="{FF2B5EF4-FFF2-40B4-BE49-F238E27FC236}">
                <a16:creationId xmlns:a16="http://schemas.microsoft.com/office/drawing/2014/main" id="{85E6E209-8179-0CBE-26A4-AE69CEB0EEA0}"/>
              </a:ext>
            </a:extLst>
          </p:cNvPr>
          <p:cNvSpPr txBox="1"/>
          <p:nvPr/>
        </p:nvSpPr>
        <p:spPr>
          <a:xfrm>
            <a:off x="2808915" y="1690431"/>
            <a:ext cx="1305678" cy="646331"/>
          </a:xfrm>
          <a:prstGeom prst="rect">
            <a:avLst/>
          </a:prstGeom>
          <a:noFill/>
        </p:spPr>
        <p:txBody>
          <a:bodyPr wrap="none" rtlCol="0">
            <a:spAutoFit/>
          </a:bodyPr>
          <a:lstStyle/>
          <a:p>
            <a:r>
              <a:rPr lang="en-GB" sz="3600" b="1" dirty="0">
                <a:solidFill>
                  <a:srgbClr val="7030A0"/>
                </a:solidFill>
              </a:rPr>
              <a:t>Entity</a:t>
            </a:r>
            <a:endParaRPr lang="en-GB" sz="3600" b="1" u="sng" dirty="0">
              <a:solidFill>
                <a:srgbClr val="7030A0"/>
              </a:solidFill>
            </a:endParaRPr>
          </a:p>
        </p:txBody>
      </p:sp>
      <p:sp>
        <p:nvSpPr>
          <p:cNvPr id="2" name="Callout: Bent Line with No Border 8">
            <a:extLst>
              <a:ext uri="{FF2B5EF4-FFF2-40B4-BE49-F238E27FC236}">
                <a16:creationId xmlns:a16="http://schemas.microsoft.com/office/drawing/2014/main" id="{14B06F77-A786-B656-BBA0-7D64280D7A57}"/>
              </a:ext>
            </a:extLst>
          </p:cNvPr>
          <p:cNvSpPr/>
          <p:nvPr/>
        </p:nvSpPr>
        <p:spPr>
          <a:xfrm>
            <a:off x="1411831" y="5265723"/>
            <a:ext cx="4253329" cy="546932"/>
          </a:xfrm>
          <a:prstGeom prst="callout2">
            <a:avLst>
              <a:gd name="adj1" fmla="val 51215"/>
              <a:gd name="adj2" fmla="val -583"/>
              <a:gd name="adj3" fmla="val 52593"/>
              <a:gd name="adj4" fmla="val -10044"/>
              <a:gd name="adj5" fmla="val -362588"/>
              <a:gd name="adj6" fmla="val 303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u="sng" dirty="0">
                <a:solidFill>
                  <a:srgbClr val="7030A0"/>
                </a:solidFill>
              </a:rPr>
              <a:t>underlined</a:t>
            </a:r>
          </a:p>
        </p:txBody>
      </p:sp>
      <p:sp>
        <p:nvSpPr>
          <p:cNvPr id="5" name="TextBox 4">
            <a:extLst>
              <a:ext uri="{FF2B5EF4-FFF2-40B4-BE49-F238E27FC236}">
                <a16:creationId xmlns:a16="http://schemas.microsoft.com/office/drawing/2014/main" id="{E1FECD34-CF1B-4B92-8A2C-67AF04EDB2E8}"/>
              </a:ext>
            </a:extLst>
          </p:cNvPr>
          <p:cNvSpPr txBox="1"/>
          <p:nvPr/>
        </p:nvSpPr>
        <p:spPr>
          <a:xfrm>
            <a:off x="891210" y="6187531"/>
            <a:ext cx="10409581" cy="584775"/>
          </a:xfrm>
          <a:prstGeom prst="rect">
            <a:avLst/>
          </a:prstGeom>
          <a:noFill/>
        </p:spPr>
        <p:txBody>
          <a:bodyPr wrap="none" rtlCol="0">
            <a:spAutoFit/>
          </a:bodyPr>
          <a:lstStyle/>
          <a:p>
            <a:pPr algn="ctr"/>
            <a:r>
              <a:rPr lang="en-GB" sz="3200" i="1" dirty="0">
                <a:solidFill>
                  <a:srgbClr val="7030A0"/>
                </a:solidFill>
              </a:rPr>
              <a:t>Every</a:t>
            </a:r>
            <a:r>
              <a:rPr lang="en-GB" sz="3200" dirty="0">
                <a:solidFill>
                  <a:srgbClr val="7030A0"/>
                </a:solidFill>
              </a:rPr>
              <a:t> table has a </a:t>
            </a:r>
            <a:r>
              <a:rPr lang="en-GB" sz="3200" b="1" dirty="0">
                <a:solidFill>
                  <a:srgbClr val="7030A0"/>
                </a:solidFill>
              </a:rPr>
              <a:t>PK</a:t>
            </a:r>
            <a:r>
              <a:rPr lang="en-GB" sz="3200" dirty="0">
                <a:solidFill>
                  <a:srgbClr val="7030A0"/>
                </a:solidFill>
              </a:rPr>
              <a:t> – used to identify records and link tables</a:t>
            </a:r>
          </a:p>
        </p:txBody>
      </p:sp>
    </p:spTree>
    <p:extLst>
      <p:ext uri="{BB962C8B-B14F-4D97-AF65-F5344CB8AC3E}">
        <p14:creationId xmlns:p14="http://schemas.microsoft.com/office/powerpoint/2010/main" val="3421085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6">
                                            <p:txEl>
                                              <p:pRg st="0" end="0"/>
                                            </p:txEl>
                                          </p:spTgt>
                                        </p:tgtEl>
                                        <p:attrNameLst>
                                          <p:attrName>style.visibility</p:attrName>
                                        </p:attrNameLst>
                                      </p:cBhvr>
                                      <p:to>
                                        <p:strVal val="visible"/>
                                      </p:to>
                                    </p:set>
                                    <p:animEffect transition="in" filter="wipe(left)">
                                      <p:cBhvr>
                                        <p:cTn id="7" dur="1000"/>
                                        <p:tgtEl>
                                          <p:spTgt spid="26">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2000"/>
                                        <p:tgtEl>
                                          <p:spTgt spid="1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3">
                                            <p:txEl>
                                              <p:pRg st="0" end="0"/>
                                            </p:txEl>
                                          </p:spTgt>
                                        </p:tgtEl>
                                        <p:attrNameLst>
                                          <p:attrName>style.visibility</p:attrName>
                                        </p:attrNameLst>
                                      </p:cBhvr>
                                      <p:to>
                                        <p:strVal val="visible"/>
                                      </p:to>
                                    </p:set>
                                    <p:animEffect transition="in" filter="wipe(left)">
                                      <p:cBhvr>
                                        <p:cTn id="21" dur="1000"/>
                                        <p:tgtEl>
                                          <p:spTgt spid="23">
                                            <p:txEl>
                                              <p:pRg st="0" end="0"/>
                                            </p:txEl>
                                          </p:spTgt>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up)">
                                      <p:cBhvr>
                                        <p:cTn id="25" dur="2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left)">
                                      <p:cBhvr>
                                        <p:cTn id="30" dur="20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4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26" grpId="0" uiExpand="1" build="p"/>
      <p:bldP spid="2" grpId="0" animBg="1"/>
      <p:bldP spid="5"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F22A1C-FA05-84B3-6981-2B7890158C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47C95C-2047-B2FA-D767-732CBEE6A83F}"/>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4A762D2C-B9E3-A0EC-18DC-6C85D61BF521}"/>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E309C57A-AA90-4D10-15A4-88CA662CEB7A}"/>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3C4C048A-1422-1B5A-1428-537EB8672848}"/>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48F31396-050C-5190-1FBB-002FEAD892F5}"/>
              </a:ext>
            </a:extLst>
          </p:cNvPr>
          <p:cNvGraphicFramePr>
            <a:graphicFrameLocks noGrp="1"/>
          </p:cNvGraphicFramePr>
          <p:nvPr>
            <p:extLst>
              <p:ext uri="{D42A27DB-BD31-4B8C-83A1-F6EECF244321}">
                <p14:modId xmlns:p14="http://schemas.microsoft.com/office/powerpoint/2010/main" val="3577695080"/>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Tree>
    <p:extLst>
      <p:ext uri="{BB962C8B-B14F-4D97-AF65-F5344CB8AC3E}">
        <p14:creationId xmlns:p14="http://schemas.microsoft.com/office/powerpoint/2010/main" val="22798579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7E058-E4A1-2D17-379A-D17AE8EB7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3FE3B5-CCED-531B-9D75-74B02F9FCCD3}"/>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42287C8D-C1EF-C053-7A75-739971CA7A2A}"/>
              </a:ext>
            </a:extLst>
          </p:cNvPr>
          <p:cNvGraphicFramePr>
            <a:graphicFrameLocks noGrp="1"/>
          </p:cNvGraphicFramePr>
          <p:nvPr>
            <p:extLst>
              <p:ext uri="{D42A27DB-BD31-4B8C-83A1-F6EECF244321}">
                <p14:modId xmlns:p14="http://schemas.microsoft.com/office/powerpoint/2010/main" val="890077922"/>
              </p:ext>
            </p:extLst>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15E655EB-CF46-A8D3-7818-966EECB3F463}"/>
              </a:ext>
            </a:extLst>
          </p:cNvPr>
          <p:cNvSpPr txBox="1"/>
          <p:nvPr/>
        </p:nvSpPr>
        <p:spPr>
          <a:xfrm>
            <a:off x="838200" y="1690688"/>
            <a:ext cx="2175147" cy="646331"/>
          </a:xfrm>
          <a:prstGeom prst="rect">
            <a:avLst/>
          </a:prstGeom>
          <a:noFill/>
        </p:spPr>
        <p:txBody>
          <a:bodyPr wrap="none" rtlCol="0">
            <a:spAutoFit/>
          </a:bodyPr>
          <a:lstStyle/>
          <a:p>
            <a:r>
              <a:rPr lang="en-GB" sz="3600" b="1" dirty="0">
                <a:solidFill>
                  <a:srgbClr val="7030A0"/>
                </a:solidFill>
              </a:rPr>
              <a:t>Table: Taxi</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E3BFB660-B402-AC52-ADE2-671F7DDCB522}"/>
              </a:ext>
            </a:extLst>
          </p:cNvPr>
          <p:cNvSpPr/>
          <p:nvPr/>
        </p:nvSpPr>
        <p:spPr>
          <a:xfrm>
            <a:off x="1359487" y="5322873"/>
            <a:ext cx="2240964" cy="546932"/>
          </a:xfrm>
          <a:prstGeom prst="callout2">
            <a:avLst>
              <a:gd name="adj1" fmla="val 49256"/>
              <a:gd name="adj2" fmla="val 1"/>
              <a:gd name="adj3" fmla="val 48675"/>
              <a:gd name="adj4" fmla="val -10470"/>
              <a:gd name="adj5" fmla="val -96714"/>
              <a:gd name="adj6" fmla="val -1034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a:t>
            </a:r>
            <a:endParaRPr lang="en-GB" sz="3200" b="1" dirty="0">
              <a:solidFill>
                <a:srgbClr val="7030A0"/>
              </a:solidFill>
            </a:endParaRPr>
          </a:p>
        </p:txBody>
      </p:sp>
      <p:graphicFrame>
        <p:nvGraphicFramePr>
          <p:cNvPr id="3" name="Table 2">
            <a:extLst>
              <a:ext uri="{FF2B5EF4-FFF2-40B4-BE49-F238E27FC236}">
                <a16:creationId xmlns:a16="http://schemas.microsoft.com/office/drawing/2014/main" id="{BF6C8320-3B62-7F41-0D45-F63A303F3AD5}"/>
              </a:ext>
            </a:extLst>
          </p:cNvPr>
          <p:cNvGraphicFramePr>
            <a:graphicFrameLocks noGrp="1"/>
          </p:cNvGraphicFramePr>
          <p:nvPr>
            <p:extLst>
              <p:ext uri="{D42A27DB-BD31-4B8C-83A1-F6EECF244321}">
                <p14:modId xmlns:p14="http://schemas.microsoft.com/office/powerpoint/2010/main" val="1948255901"/>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
        <p:nvSpPr>
          <p:cNvPr id="5" name="Keys">
            <a:extLst>
              <a:ext uri="{FF2B5EF4-FFF2-40B4-BE49-F238E27FC236}">
                <a16:creationId xmlns:a16="http://schemas.microsoft.com/office/drawing/2014/main" id="{30982C2F-1B07-2C27-F182-8D5B538204D3}"/>
              </a:ext>
            </a:extLst>
          </p:cNvPr>
          <p:cNvSpPr txBox="1"/>
          <p:nvPr/>
        </p:nvSpPr>
        <p:spPr>
          <a:xfrm>
            <a:off x="6436045" y="1690688"/>
            <a:ext cx="2163477" cy="646331"/>
          </a:xfrm>
          <a:prstGeom prst="rect">
            <a:avLst/>
          </a:prstGeom>
          <a:noFill/>
        </p:spPr>
        <p:txBody>
          <a:bodyPr wrap="none" rtlCol="0">
            <a:spAutoFit/>
          </a:bodyPr>
          <a:lstStyle/>
          <a:p>
            <a:r>
              <a:rPr lang="en-GB" sz="3600" b="1" dirty="0">
                <a:solidFill>
                  <a:srgbClr val="7030A0"/>
                </a:solidFill>
              </a:rPr>
              <a:t>Table: Trip</a:t>
            </a:r>
            <a:endParaRPr lang="en-GB" sz="3600" b="1" u="sng" dirty="0">
              <a:solidFill>
                <a:srgbClr val="7030A0"/>
              </a:solidFill>
            </a:endParaRPr>
          </a:p>
        </p:txBody>
      </p:sp>
      <p:sp>
        <p:nvSpPr>
          <p:cNvPr id="7" name="Callout: Bent Line with No Border 8">
            <a:extLst>
              <a:ext uri="{FF2B5EF4-FFF2-40B4-BE49-F238E27FC236}">
                <a16:creationId xmlns:a16="http://schemas.microsoft.com/office/drawing/2014/main" id="{0B778F1C-E849-D6D2-FE49-1A07B813AE62}"/>
              </a:ext>
            </a:extLst>
          </p:cNvPr>
          <p:cNvSpPr/>
          <p:nvPr/>
        </p:nvSpPr>
        <p:spPr>
          <a:xfrm flipH="1">
            <a:off x="203200" y="6014683"/>
            <a:ext cx="7369322" cy="546932"/>
          </a:xfrm>
          <a:prstGeom prst="callout2">
            <a:avLst>
              <a:gd name="adj1" fmla="val 50127"/>
              <a:gd name="adj2" fmla="val -82"/>
              <a:gd name="adj3" fmla="val 48892"/>
              <a:gd name="adj4" fmla="val -10060"/>
              <a:gd name="adj5" fmla="val -132706"/>
              <a:gd name="adj6" fmla="val -100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Foreign Key: </a:t>
            </a:r>
            <a:r>
              <a:rPr lang="en-GB" sz="3200" b="1" dirty="0">
                <a:solidFill>
                  <a:srgbClr val="7030A0"/>
                </a:solidFill>
              </a:rPr>
              <a:t>Primary Key of another table</a:t>
            </a:r>
          </a:p>
        </p:txBody>
      </p:sp>
      <p:sp>
        <p:nvSpPr>
          <p:cNvPr id="9" name="Callout: Bent Line with No Border 8">
            <a:extLst>
              <a:ext uri="{FF2B5EF4-FFF2-40B4-BE49-F238E27FC236}">
                <a16:creationId xmlns:a16="http://schemas.microsoft.com/office/drawing/2014/main" id="{0143EC99-5F2C-25C0-63F5-91FC5EFD8561}"/>
              </a:ext>
            </a:extLst>
          </p:cNvPr>
          <p:cNvSpPr/>
          <p:nvPr/>
        </p:nvSpPr>
        <p:spPr>
          <a:xfrm flipH="1">
            <a:off x="4224297" y="5322873"/>
            <a:ext cx="2240964" cy="546932"/>
          </a:xfrm>
          <a:prstGeom prst="callout2">
            <a:avLst>
              <a:gd name="adj1" fmla="val 50562"/>
              <a:gd name="adj2" fmla="val 55"/>
              <a:gd name="adj3" fmla="val 50634"/>
              <a:gd name="adj4" fmla="val -9938"/>
              <a:gd name="adj5" fmla="val -8476"/>
              <a:gd name="adj6" fmla="val -10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Primary Key</a:t>
            </a:r>
            <a:endParaRPr lang="en-GB" sz="3200" b="1" dirty="0">
              <a:solidFill>
                <a:srgbClr val="7030A0"/>
              </a:solidFill>
            </a:endParaRPr>
          </a:p>
        </p:txBody>
      </p:sp>
    </p:spTree>
    <p:extLst>
      <p:ext uri="{BB962C8B-B14F-4D97-AF65-F5344CB8AC3E}">
        <p14:creationId xmlns:p14="http://schemas.microsoft.com/office/powerpoint/2010/main" val="101879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wipe(left)">
                                      <p:cBhvr>
                                        <p:cTn id="7" dur="1000"/>
                                        <p:tgtEl>
                                          <p:spTgt spid="23">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20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wipe(left)">
                                      <p:cBhvr>
                                        <p:cTn id="16" dur="1000"/>
                                        <p:tgtEl>
                                          <p:spTgt spid="5">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wipe(left)">
                                      <p:cBhvr>
                                        <p:cTn id="25" dur="200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0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4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5" grpId="0" uiExpand="1" build="p"/>
      <p:bldP spid="7" grpId="0" animBg="1"/>
      <p:bldP spid="9" grpId="0"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86A5F8-9D2F-DB16-E2BA-5329BEDC9C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120949-EFD5-8A0F-E12D-5450647EB0E5}"/>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01009E7C-3343-7E78-A738-6B72AF88D957}"/>
              </a:ext>
            </a:extLst>
          </p:cNvPr>
          <p:cNvGraphicFramePr>
            <a:graphicFrameLocks noGrp="1"/>
          </p:cNvGraphicFramePr>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graphicFrame>
        <p:nvGraphicFramePr>
          <p:cNvPr id="3" name="Table 2">
            <a:extLst>
              <a:ext uri="{FF2B5EF4-FFF2-40B4-BE49-F238E27FC236}">
                <a16:creationId xmlns:a16="http://schemas.microsoft.com/office/drawing/2014/main" id="{C3005A74-E6D7-2B6B-4EA7-005BEE7621E9}"/>
              </a:ext>
            </a:extLst>
          </p:cNvPr>
          <p:cNvGraphicFramePr>
            <a:graphicFrameLocks noGrp="1"/>
          </p:cNvGraphicFramePr>
          <p:nvPr>
            <p:extLst>
              <p:ext uri="{D42A27DB-BD31-4B8C-83A1-F6EECF244321}">
                <p14:modId xmlns:p14="http://schemas.microsoft.com/office/powerpoint/2010/main" val="3116073464"/>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Tree>
    <p:extLst>
      <p:ext uri="{BB962C8B-B14F-4D97-AF65-F5344CB8AC3E}">
        <p14:creationId xmlns:p14="http://schemas.microsoft.com/office/powerpoint/2010/main" val="23803658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8BD93-1B88-24BD-91B5-9760F73790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294DEE-B4CF-D499-E8FD-C32133FC7688}"/>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7339F5D7-E547-051B-8358-27ED8DD864DC}"/>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C718EF25-5E66-0EC0-D41D-E53FB2DD5A22}"/>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763FD95B-C871-A100-D5DF-AB0EF148E82E}"/>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09E0208B-192F-170B-23ED-09D5F9E4C9CD}"/>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FB7DE14A-DEFF-0A36-8296-2883E7534727}"/>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7E8DD76-82F5-EBED-53C5-A86AFF405E65}"/>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9B8B19A6-2260-2C61-6682-4E398288D9ED}"/>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DA71695C-75D6-7FA2-EDF7-663F16D6E33F}"/>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1322E0E-E674-A201-DDD8-064E9155D3FC}"/>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B87C0CC-A0A5-5425-34AA-7DC13A524165}"/>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F4AA4CDB-0909-672F-A034-B9BE7CD52B47}"/>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13FC6549-5292-849D-6638-4E2A62944BAD}"/>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89A5EB07-D890-D071-5C41-45A369B763B8}"/>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2416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589626" y="2672174"/>
            <a:ext cx="804571"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94197" y="2672174"/>
            <a:ext cx="679999"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61928418"/>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229626" y="2704073"/>
            <a:ext cx="1164571" cy="566076"/>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394197" y="2704073"/>
            <a:ext cx="1144042"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579592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par>
                          <p:cTn id="43" fill="hold">
                            <p:stCondLst>
                              <p:cond delay="3000"/>
                            </p:stCondLst>
                            <p:childTnLst>
                              <p:par>
                                <p:cTn id="44" presetID="22" presetClass="entr" presetSubtype="8" fill="hold" grpId="0" nodeType="afterEffect">
                                  <p:stCondLst>
                                    <p:cond delay="0"/>
                                  </p:stCondLst>
                                  <p:childTnLst>
                                    <p:set>
                                      <p:cBhvr>
                                        <p:cTn id="45" dur="1" fill="hold">
                                          <p:stCondLst>
                                            <p:cond delay="0"/>
                                          </p:stCondLst>
                                        </p:cTn>
                                        <p:tgtEl>
                                          <p:spTgt spid="44"/>
                                        </p:tgtEl>
                                        <p:attrNameLst>
                                          <p:attrName>style.visibility</p:attrName>
                                        </p:attrNameLst>
                                      </p:cBhvr>
                                      <p:to>
                                        <p:strVal val="visible"/>
                                      </p:to>
                                    </p:set>
                                    <p:animEffect transition="in" filter="wipe(left)">
                                      <p:cBhvr>
                                        <p:cTn id="46" dur="1000"/>
                                        <p:tgtEl>
                                          <p:spTgt spid="4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wipe(left)">
                                      <p:cBhvr>
                                        <p:cTn id="51" dur="2000"/>
                                        <p:tgtEl>
                                          <p:spTgt spid="23"/>
                                        </p:tgtEl>
                                      </p:cBhvr>
                                    </p:animEffect>
                                  </p:childTnLst>
                                </p:cTn>
                              </p:par>
                            </p:childTnLst>
                          </p:cTn>
                        </p:par>
                        <p:par>
                          <p:cTn id="52" fill="hold">
                            <p:stCondLst>
                              <p:cond delay="2000"/>
                            </p:stCondLst>
                            <p:childTnLst>
                              <p:par>
                                <p:cTn id="53" presetID="22" presetClass="entr" presetSubtype="1" fill="hold" nodeType="afterEffect">
                                  <p:stCondLst>
                                    <p:cond delay="0"/>
                                  </p:stCondLst>
                                  <p:childTnLst>
                                    <p:set>
                                      <p:cBhvr>
                                        <p:cTn id="54" dur="1" fill="hold">
                                          <p:stCondLst>
                                            <p:cond delay="0"/>
                                          </p:stCondLst>
                                        </p:cTn>
                                        <p:tgtEl>
                                          <p:spTgt spid="5"/>
                                        </p:tgtEl>
                                        <p:attrNameLst>
                                          <p:attrName>style.visibility</p:attrName>
                                        </p:attrNameLst>
                                      </p:cBhvr>
                                      <p:to>
                                        <p:strVal val="visible"/>
                                      </p:to>
                                    </p:set>
                                    <p:animEffect transition="in" filter="wipe(up)">
                                      <p:cBhvr>
                                        <p:cTn id="55" dur="500"/>
                                        <p:tgtEl>
                                          <p:spTgt spid="5"/>
                                        </p:tgtEl>
                                      </p:cBhvr>
                                    </p:animEffect>
                                  </p:childTnLst>
                                </p:cTn>
                              </p:par>
                            </p:childTnLst>
                          </p:cTn>
                        </p:par>
                        <p:par>
                          <p:cTn id="56" fill="hold">
                            <p:stCondLst>
                              <p:cond delay="2500"/>
                            </p:stCondLst>
                            <p:childTnLst>
                              <p:par>
                                <p:cTn id="57" presetID="22" presetClass="entr" presetSubtype="1"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up)">
                                      <p:cBhvr>
                                        <p:cTn id="59" dur="1500"/>
                                        <p:tgtEl>
                                          <p:spTgt spid="29"/>
                                        </p:tgtEl>
                                      </p:cBhvr>
                                    </p:animEffect>
                                  </p:childTnLst>
                                </p:cTn>
                              </p:par>
                            </p:childTnLst>
                          </p:cTn>
                        </p:par>
                        <p:par>
                          <p:cTn id="60" fill="hold">
                            <p:stCondLst>
                              <p:cond delay="4000"/>
                            </p:stCondLst>
                            <p:childTnLst>
                              <p:par>
                                <p:cTn id="61" presetID="22" presetClass="entr" presetSubtype="1" fill="hold" nodeType="afterEffect">
                                  <p:stCondLst>
                                    <p:cond delay="0"/>
                                  </p:stCondLst>
                                  <p:childTnLst>
                                    <p:set>
                                      <p:cBhvr>
                                        <p:cTn id="62" dur="1" fill="hold">
                                          <p:stCondLst>
                                            <p:cond delay="0"/>
                                          </p:stCondLst>
                                        </p:cTn>
                                        <p:tgtEl>
                                          <p:spTgt spid="9"/>
                                        </p:tgtEl>
                                        <p:attrNameLst>
                                          <p:attrName>style.visibility</p:attrName>
                                        </p:attrNameLst>
                                      </p:cBhvr>
                                      <p:to>
                                        <p:strVal val="visible"/>
                                      </p:to>
                                    </p:set>
                                    <p:animEffect transition="in" filter="wipe(up)">
                                      <p:cBhvr>
                                        <p:cTn id="63" dur="500"/>
                                        <p:tgtEl>
                                          <p:spTgt spid="9"/>
                                        </p:tgtEl>
                                      </p:cBhvr>
                                    </p:animEffect>
                                  </p:childTnLst>
                                </p:cTn>
                              </p:par>
                            </p:childTnLst>
                          </p:cTn>
                        </p:par>
                        <p:par>
                          <p:cTn id="64" fill="hold">
                            <p:stCondLst>
                              <p:cond delay="4500"/>
                            </p:stCondLst>
                            <p:childTnLst>
                              <p:par>
                                <p:cTn id="65" presetID="22" presetClass="entr" presetSubtype="1"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wipe(up)">
                                      <p:cBhvr>
                                        <p:cTn id="67" dur="1500"/>
                                        <p:tgtEl>
                                          <p:spTgt spid="30"/>
                                        </p:tgtEl>
                                      </p:cBhvr>
                                    </p:animEffect>
                                  </p:childTnLst>
                                </p:cTn>
                              </p:par>
                            </p:childTnLst>
                          </p:cTn>
                        </p:par>
                        <p:par>
                          <p:cTn id="68" fill="hold">
                            <p:stCondLst>
                              <p:cond delay="6000"/>
                            </p:stCondLst>
                            <p:childTnLst>
                              <p:par>
                                <p:cTn id="69" presetID="22" presetClass="entr" presetSubtype="8"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1000"/>
                                        <p:tgtEl>
                                          <p:spTgt spid="28"/>
                                        </p:tgtEl>
                                      </p:cBhvr>
                                    </p:animEffect>
                                  </p:childTnLst>
                                </p:cTn>
                              </p:par>
                            </p:childTnLst>
                          </p:cTn>
                        </p:par>
                        <p:par>
                          <p:cTn id="72" fill="hold">
                            <p:stCondLst>
                              <p:cond delay="7000"/>
                            </p:stCondLst>
                            <p:childTnLst>
                              <p:par>
                                <p:cTn id="73" presetID="22" presetClass="entr" presetSubtype="8" fill="hold" nodeType="after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wipe(left)">
                                      <p:cBhvr>
                                        <p:cTn id="7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5283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5066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21300" y="2365487"/>
            <a:ext cx="998469"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931931"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nodeType="after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up)">
                                      <p:cBhvr>
                                        <p:cTn id="101" dur="1000"/>
                                        <p:tgtEl>
                                          <p:spTgt spid="8"/>
                                        </p:tgtEl>
                                      </p:cBhvr>
                                    </p:animEffect>
                                  </p:childTnLst>
                                </p:cTn>
                              </p:par>
                              <p:par>
                                <p:cTn id="102" presetID="22" presetClass="entr" presetSubtype="1"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wipe(up)">
                                      <p:cBhvr>
                                        <p:cTn id="104" dur="1000"/>
                                        <p:tgtEl>
                                          <p:spTgt spid="49"/>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grpId="0" nodeType="clickEffect">
                                  <p:stCondLst>
                                    <p:cond delay="0"/>
                                  </p:stCondLst>
                                  <p:childTnLst>
                                    <p:set>
                                      <p:cBhvr>
                                        <p:cTn id="108" dur="1" fill="hold">
                                          <p:stCondLst>
                                            <p:cond delay="0"/>
                                          </p:stCondLst>
                                        </p:cTn>
                                        <p:tgtEl>
                                          <p:spTgt spid="38"/>
                                        </p:tgtEl>
                                        <p:attrNameLst>
                                          <p:attrName>style.visibility</p:attrName>
                                        </p:attrNameLst>
                                      </p:cBhvr>
                                      <p:to>
                                        <p:strVal val="visible"/>
                                      </p:to>
                                    </p:set>
                                    <p:animEffect transition="in" filter="wipe(left)">
                                      <p:cBhvr>
                                        <p:cTn id="109" dur="500"/>
                                        <p:tgtEl>
                                          <p:spTgt spid="38"/>
                                        </p:tgtEl>
                                      </p:cBhvr>
                                    </p:animEffec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7"/>
                                        </p:tgtEl>
                                        <p:attrNameLst>
                                          <p:attrName>style.visibility</p:attrName>
                                        </p:attrNameLst>
                                      </p:cBhvr>
                                      <p:to>
                                        <p:strVal val="visible"/>
                                      </p:to>
                                    </p:set>
                                    <p:animEffect transition="in" filter="wipe(left)">
                                      <p:cBhvr>
                                        <p:cTn id="113" dur="500"/>
                                        <p:tgtEl>
                                          <p:spTgt spid="37"/>
                                        </p:tgtEl>
                                      </p:cBhvr>
                                    </p:animEffect>
                                  </p:childTnLst>
                                </p:cTn>
                              </p:par>
                            </p:childTnLst>
                          </p:cTn>
                        </p:par>
                        <p:par>
                          <p:cTn id="114" fill="hold">
                            <p:stCondLst>
                              <p:cond delay="1000"/>
                            </p:stCondLst>
                            <p:childTnLst>
                              <p:par>
                                <p:cTn id="115" presetID="22" presetClass="entr" presetSubtype="8" fill="hold" grpId="0" nodeType="afterEffect">
                                  <p:stCondLst>
                                    <p:cond delay="0"/>
                                  </p:stCondLst>
                                  <p:childTnLst>
                                    <p:set>
                                      <p:cBhvr>
                                        <p:cTn id="116" dur="1" fill="hold">
                                          <p:stCondLst>
                                            <p:cond delay="0"/>
                                          </p:stCondLst>
                                        </p:cTn>
                                        <p:tgtEl>
                                          <p:spTgt spid="36"/>
                                        </p:tgtEl>
                                        <p:attrNameLst>
                                          <p:attrName>style.visibility</p:attrName>
                                        </p:attrNameLst>
                                      </p:cBhvr>
                                      <p:to>
                                        <p:strVal val="visible"/>
                                      </p:to>
                                    </p:set>
                                    <p:animEffect transition="in" filter="wipe(left)">
                                      <p:cBhvr>
                                        <p:cTn id="117" dur="1500"/>
                                        <p:tgtEl>
                                          <p:spTgt spid="36"/>
                                        </p:tgtEl>
                                      </p:cBhvr>
                                    </p:animEffect>
                                  </p:childTnLst>
                                </p:cTn>
                              </p:par>
                            </p:childTnLst>
                          </p:cTn>
                        </p:par>
                        <p:par>
                          <p:cTn id="118" fill="hold">
                            <p:stCondLst>
                              <p:cond delay="2500"/>
                            </p:stCondLst>
                            <p:childTnLst>
                              <p:par>
                                <p:cTn id="119" presetID="22" presetClass="entr" presetSubtype="8" fill="hold" grpId="0" nodeType="after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wipe(left)">
                                      <p:cBhvr>
                                        <p:cTn id="121" dur="500"/>
                                        <p:tgtEl>
                                          <p:spTgt spid="41"/>
                                        </p:tgtEl>
                                      </p:cBhvr>
                                    </p:animEffect>
                                  </p:childTnLst>
                                </p:cTn>
                              </p:par>
                            </p:childTnLst>
                          </p:cTn>
                        </p:par>
                        <p:par>
                          <p:cTn id="122" fill="hold">
                            <p:stCondLst>
                              <p:cond delay="3000"/>
                            </p:stCondLst>
                            <p:childTnLst>
                              <p:par>
                                <p:cTn id="123" presetID="22" presetClass="entr" presetSubtype="8" fill="hold" grpId="0" nodeType="afterEffect">
                                  <p:stCondLst>
                                    <p:cond delay="0"/>
                                  </p:stCondLst>
                                  <p:childTnLst>
                                    <p:set>
                                      <p:cBhvr>
                                        <p:cTn id="124" dur="1" fill="hold">
                                          <p:stCondLst>
                                            <p:cond delay="0"/>
                                          </p:stCondLst>
                                        </p:cTn>
                                        <p:tgtEl>
                                          <p:spTgt spid="40"/>
                                        </p:tgtEl>
                                        <p:attrNameLst>
                                          <p:attrName>style.visibility</p:attrName>
                                        </p:attrNameLst>
                                      </p:cBhvr>
                                      <p:to>
                                        <p:strVal val="visible"/>
                                      </p:to>
                                    </p:set>
                                    <p:animEffect transition="in" filter="wipe(left)">
                                      <p:cBhvr>
                                        <p:cTn id="125" dur="500"/>
                                        <p:tgtEl>
                                          <p:spTgt spid="40"/>
                                        </p:tgtEl>
                                      </p:cBhvr>
                                    </p:animEffect>
                                  </p:childTnLst>
                                </p:cTn>
                              </p:par>
                            </p:childTnLst>
                          </p:cTn>
                        </p:par>
                        <p:par>
                          <p:cTn id="126" fill="hold">
                            <p:stCondLst>
                              <p:cond delay="3500"/>
                            </p:stCondLst>
                            <p:childTnLst>
                              <p:par>
                                <p:cTn id="127" presetID="22" presetClass="entr" presetSubtype="8" fill="hold" grpId="0" nodeType="after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wipe(left)">
                                      <p:cBhvr>
                                        <p:cTn id="129" dur="1500"/>
                                        <p:tgtEl>
                                          <p:spTgt spid="39"/>
                                        </p:tgtEl>
                                      </p:cBhvr>
                                    </p:animEffect>
                                  </p:childTnLst>
                                </p:cTn>
                              </p:par>
                            </p:childTnLst>
                          </p:cTn>
                        </p:par>
                        <p:par>
                          <p:cTn id="130" fill="hold">
                            <p:stCondLst>
                              <p:cond delay="5000"/>
                            </p:stCondLst>
                            <p:childTnLst>
                              <p:par>
                                <p:cTn id="131" presetID="22" presetClass="entr" presetSubtype="8" fill="hold" grpId="0" nodeType="after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500"/>
                            </p:stCondLst>
                            <p:childTnLst>
                              <p:par>
                                <p:cTn id="135" presetID="22" presetClass="entr" presetSubtype="8" fill="hold" grpId="0" nodeType="afterEffect">
                                  <p:stCondLst>
                                    <p:cond delay="0"/>
                                  </p:stCondLst>
                                  <p:childTnLst>
                                    <p:set>
                                      <p:cBhvr>
                                        <p:cTn id="136" dur="1" fill="hold">
                                          <p:stCondLst>
                                            <p:cond delay="0"/>
                                          </p:stCondLst>
                                        </p:cTn>
                                        <p:tgtEl>
                                          <p:spTgt spid="45"/>
                                        </p:tgtEl>
                                        <p:attrNameLst>
                                          <p:attrName>style.visibility</p:attrName>
                                        </p:attrNameLst>
                                      </p:cBhvr>
                                      <p:to>
                                        <p:strVal val="visible"/>
                                      </p:to>
                                    </p:set>
                                    <p:animEffect transition="in" filter="wipe(left)">
                                      <p:cBhvr>
                                        <p:cTn id="137" dur="500"/>
                                        <p:tgtEl>
                                          <p:spTgt spid="45"/>
                                        </p:tgtEl>
                                      </p:cBhvr>
                                    </p:animEffect>
                                  </p:childTnLst>
                                </p:cTn>
                              </p:par>
                            </p:childTnLst>
                          </p:cTn>
                        </p:par>
                        <p:par>
                          <p:cTn id="138" fill="hold">
                            <p:stCondLst>
                              <p:cond delay="6000"/>
                            </p:stCondLst>
                            <p:childTnLst>
                              <p:par>
                                <p:cTn id="139" presetID="22" presetClass="entr" presetSubtype="8" fill="hold" grpId="0" nodeType="afterEffect">
                                  <p:stCondLst>
                                    <p:cond delay="0"/>
                                  </p:stCondLst>
                                  <p:childTnLst>
                                    <p:set>
                                      <p:cBhvr>
                                        <p:cTn id="140" dur="1" fill="hold">
                                          <p:stCondLst>
                                            <p:cond delay="0"/>
                                          </p:stCondLst>
                                        </p:cTn>
                                        <p:tgtEl>
                                          <p:spTgt spid="42"/>
                                        </p:tgtEl>
                                        <p:attrNameLst>
                                          <p:attrName>style.visibility</p:attrName>
                                        </p:attrNameLst>
                                      </p:cBhvr>
                                      <p:to>
                                        <p:strVal val="visible"/>
                                      </p:to>
                                    </p:set>
                                    <p:animEffect transition="in" filter="wipe(left)">
                                      <p:cBhvr>
                                        <p:cTn id="141" dur="1500"/>
                                        <p:tgtEl>
                                          <p:spTgt spid="42"/>
                                        </p:tgtEl>
                                      </p:cBhvr>
                                    </p:animEffect>
                                  </p:childTnLst>
                                </p:cTn>
                              </p:par>
                            </p:childTnLst>
                          </p:cTn>
                        </p:par>
                      </p:childTnLst>
                    </p:cTn>
                  </p:par>
                  <p:par>
                    <p:cTn id="142" fill="hold">
                      <p:stCondLst>
                        <p:cond delay="indefinite"/>
                      </p:stCondLst>
                      <p:childTnLst>
                        <p:par>
                          <p:cTn id="143" fill="hold">
                            <p:stCondLst>
                              <p:cond delay="0"/>
                            </p:stCondLst>
                            <p:childTnLst>
                              <p:par>
                                <p:cTn id="144" presetID="22" presetClass="exit" presetSubtype="8" fill="hold" grpId="1" nodeType="clickEffect">
                                  <p:stCondLst>
                                    <p:cond delay="0"/>
                                  </p:stCondLst>
                                  <p:childTnLst>
                                    <p:animEffect transition="out" filter="wipe(left)">
                                      <p:cBhvr>
                                        <p:cTn id="145" dur="500"/>
                                        <p:tgtEl>
                                          <p:spTgt spid="31"/>
                                        </p:tgtEl>
                                      </p:cBhvr>
                                    </p:animEffect>
                                    <p:set>
                                      <p:cBhvr>
                                        <p:cTn id="146" dur="1" fill="hold">
                                          <p:stCondLst>
                                            <p:cond delay="499"/>
                                          </p:stCondLst>
                                        </p:cTn>
                                        <p:tgtEl>
                                          <p:spTgt spid="31"/>
                                        </p:tgtEl>
                                        <p:attrNameLst>
                                          <p:attrName>style.visibility</p:attrName>
                                        </p:attrNameLst>
                                      </p:cBhvr>
                                      <p:to>
                                        <p:strVal val="hidden"/>
                                      </p:to>
                                    </p:set>
                                  </p:childTnLst>
                                </p:cTn>
                              </p:par>
                            </p:childTnLst>
                          </p:cTn>
                        </p:par>
                        <p:par>
                          <p:cTn id="147" fill="hold">
                            <p:stCondLst>
                              <p:cond delay="500"/>
                            </p:stCondLst>
                            <p:childTnLst>
                              <p:par>
                                <p:cTn id="148" presetID="22" presetClass="entr" presetSubtype="8" fill="hold" grpId="0" nodeType="afterEffect">
                                  <p:stCondLst>
                                    <p:cond delay="0"/>
                                  </p:stCondLst>
                                  <p:childTnLst>
                                    <p:set>
                                      <p:cBhvr>
                                        <p:cTn id="149" dur="1" fill="hold">
                                          <p:stCondLst>
                                            <p:cond delay="0"/>
                                          </p:stCondLst>
                                        </p:cTn>
                                        <p:tgtEl>
                                          <p:spTgt spid="26"/>
                                        </p:tgtEl>
                                        <p:attrNameLst>
                                          <p:attrName>style.visibility</p:attrName>
                                        </p:attrNameLst>
                                      </p:cBhvr>
                                      <p:to>
                                        <p:strVal val="visible"/>
                                      </p:to>
                                    </p:set>
                                    <p:animEffect transition="in" filter="wipe(left)">
                                      <p:cBhvr>
                                        <p:cTn id="150" dur="1000"/>
                                        <p:tgtEl>
                                          <p:spTgt spid="26"/>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8" fill="hold" grpId="0" nodeType="clickEffect">
                                  <p:stCondLst>
                                    <p:cond delay="0"/>
                                  </p:stCondLst>
                                  <p:childTnLst>
                                    <p:set>
                                      <p:cBhvr>
                                        <p:cTn id="154" dur="1" fill="hold">
                                          <p:stCondLst>
                                            <p:cond delay="0"/>
                                          </p:stCondLst>
                                        </p:cTn>
                                        <p:tgtEl>
                                          <p:spTgt spid="25"/>
                                        </p:tgtEl>
                                        <p:attrNameLst>
                                          <p:attrName>style.visibility</p:attrName>
                                        </p:attrNameLst>
                                      </p:cBhvr>
                                      <p:to>
                                        <p:strVal val="visible"/>
                                      </p:to>
                                    </p:set>
                                    <p:animEffect transition="in" filter="wipe(left)">
                                      <p:cBhvr>
                                        <p:cTn id="155" dur="500"/>
                                        <p:tgtEl>
                                          <p:spTgt spid="25"/>
                                        </p:tgtEl>
                                      </p:cBhvr>
                                    </p:animEffect>
                                  </p:childTnLst>
                                </p:cTn>
                              </p:par>
                            </p:childTnLst>
                          </p:cTn>
                        </p:par>
                        <p:par>
                          <p:cTn id="156" fill="hold">
                            <p:stCondLst>
                              <p:cond delay="500"/>
                            </p:stCondLst>
                            <p:childTnLst>
                              <p:par>
                                <p:cTn id="157" presetID="22" presetClass="entr" presetSubtype="1" fill="hold" nodeType="afterEffect">
                                  <p:stCondLst>
                                    <p:cond delay="0"/>
                                  </p:stCondLst>
                                  <p:childTnLst>
                                    <p:set>
                                      <p:cBhvr>
                                        <p:cTn id="158" dur="1" fill="hold">
                                          <p:stCondLst>
                                            <p:cond delay="0"/>
                                          </p:stCondLst>
                                        </p:cTn>
                                        <p:tgtEl>
                                          <p:spTgt spid="5"/>
                                        </p:tgtEl>
                                        <p:attrNameLst>
                                          <p:attrName>style.visibility</p:attrName>
                                        </p:attrNameLst>
                                      </p:cBhvr>
                                      <p:to>
                                        <p:strVal val="visible"/>
                                      </p:to>
                                    </p:set>
                                    <p:animEffect transition="in" filter="wipe(up)">
                                      <p:cBhvr>
                                        <p:cTn id="159" dur="500"/>
                                        <p:tgtEl>
                                          <p:spTgt spid="5"/>
                                        </p:tgtEl>
                                      </p:cBhvr>
                                    </p:animEffect>
                                  </p:childTnLst>
                                </p:cTn>
                              </p:par>
                            </p:childTnLst>
                          </p:cTn>
                        </p:par>
                        <p:par>
                          <p:cTn id="160" fill="hold">
                            <p:stCondLst>
                              <p:cond delay="1000"/>
                            </p:stCondLst>
                            <p:childTnLst>
                              <p:par>
                                <p:cTn id="161" presetID="22" presetClass="entr" presetSubtype="1" fill="hold" grpId="0" nodeType="afterEffect">
                                  <p:stCondLst>
                                    <p:cond delay="0"/>
                                  </p:stCondLst>
                                  <p:childTnLst>
                                    <p:set>
                                      <p:cBhvr>
                                        <p:cTn id="162" dur="1" fill="hold">
                                          <p:stCondLst>
                                            <p:cond delay="0"/>
                                          </p:stCondLst>
                                        </p:cTn>
                                        <p:tgtEl>
                                          <p:spTgt spid="29"/>
                                        </p:tgtEl>
                                        <p:attrNameLst>
                                          <p:attrName>style.visibility</p:attrName>
                                        </p:attrNameLst>
                                      </p:cBhvr>
                                      <p:to>
                                        <p:strVal val="visible"/>
                                      </p:to>
                                    </p:set>
                                    <p:animEffect transition="in" filter="wipe(up)">
                                      <p:cBhvr>
                                        <p:cTn id="163" dur="1500"/>
                                        <p:tgtEl>
                                          <p:spTgt spid="29"/>
                                        </p:tgtEl>
                                      </p:cBhvr>
                                    </p:animEffect>
                                  </p:childTnLst>
                                </p:cTn>
                              </p:par>
                            </p:childTnLst>
                          </p:cTn>
                        </p:par>
                        <p:par>
                          <p:cTn id="164" fill="hold">
                            <p:stCondLst>
                              <p:cond delay="2500"/>
                            </p:stCondLst>
                            <p:childTnLst>
                              <p:par>
                                <p:cTn id="165" presetID="22" presetClass="entr" presetSubtype="1" fill="hold" nodeType="afterEffect">
                                  <p:stCondLst>
                                    <p:cond delay="0"/>
                                  </p:stCondLst>
                                  <p:childTnLst>
                                    <p:set>
                                      <p:cBhvr>
                                        <p:cTn id="166" dur="1" fill="hold">
                                          <p:stCondLst>
                                            <p:cond delay="0"/>
                                          </p:stCondLst>
                                        </p:cTn>
                                        <p:tgtEl>
                                          <p:spTgt spid="9"/>
                                        </p:tgtEl>
                                        <p:attrNameLst>
                                          <p:attrName>style.visibility</p:attrName>
                                        </p:attrNameLst>
                                      </p:cBhvr>
                                      <p:to>
                                        <p:strVal val="visible"/>
                                      </p:to>
                                    </p:set>
                                    <p:animEffect transition="in" filter="wipe(up)">
                                      <p:cBhvr>
                                        <p:cTn id="167" dur="500"/>
                                        <p:tgtEl>
                                          <p:spTgt spid="9"/>
                                        </p:tgtEl>
                                      </p:cBhvr>
                                    </p:animEffect>
                                  </p:childTnLst>
                                </p:cTn>
                              </p:par>
                            </p:childTnLst>
                          </p:cTn>
                        </p:par>
                        <p:par>
                          <p:cTn id="168" fill="hold">
                            <p:stCondLst>
                              <p:cond delay="3000"/>
                            </p:stCondLst>
                            <p:childTnLst>
                              <p:par>
                                <p:cTn id="169" presetID="22" presetClass="entr" presetSubtype="1" fill="hold" grpId="0" nodeType="afterEffect">
                                  <p:stCondLst>
                                    <p:cond delay="0"/>
                                  </p:stCondLst>
                                  <p:childTnLst>
                                    <p:set>
                                      <p:cBhvr>
                                        <p:cTn id="170" dur="1" fill="hold">
                                          <p:stCondLst>
                                            <p:cond delay="0"/>
                                          </p:stCondLst>
                                        </p:cTn>
                                        <p:tgtEl>
                                          <p:spTgt spid="30"/>
                                        </p:tgtEl>
                                        <p:attrNameLst>
                                          <p:attrName>style.visibility</p:attrName>
                                        </p:attrNameLst>
                                      </p:cBhvr>
                                      <p:to>
                                        <p:strVal val="visible"/>
                                      </p:to>
                                    </p:set>
                                    <p:animEffect transition="in" filter="wipe(up)">
                                      <p:cBhvr>
                                        <p:cTn id="171" dur="1500"/>
                                        <p:tgtEl>
                                          <p:spTgt spid="30"/>
                                        </p:tgtEl>
                                      </p:cBhvr>
                                    </p:animEffect>
                                  </p:childTnLst>
                                </p:cTn>
                              </p:par>
                            </p:childTnLst>
                          </p:cTn>
                        </p:par>
                      </p:childTnLst>
                    </p:cTn>
                  </p:par>
                  <p:par>
                    <p:cTn id="172" fill="hold">
                      <p:stCondLst>
                        <p:cond delay="indefinite"/>
                      </p:stCondLst>
                      <p:childTnLst>
                        <p:par>
                          <p:cTn id="173" fill="hold">
                            <p:stCondLst>
                              <p:cond delay="0"/>
                            </p:stCondLst>
                            <p:childTnLst>
                              <p:par>
                                <p:cTn id="174" presetID="22" presetClass="exit" presetSubtype="8" fill="hold" grpId="1" nodeType="clickEffect">
                                  <p:stCondLst>
                                    <p:cond delay="0"/>
                                  </p:stCondLst>
                                  <p:childTnLst>
                                    <p:animEffect transition="out" filter="wipe(left)">
                                      <p:cBhvr>
                                        <p:cTn id="175" dur="500"/>
                                        <p:tgtEl>
                                          <p:spTgt spid="26"/>
                                        </p:tgtEl>
                                      </p:cBhvr>
                                    </p:animEffect>
                                    <p:set>
                                      <p:cBhvr>
                                        <p:cTn id="176" dur="1" fill="hold">
                                          <p:stCondLst>
                                            <p:cond delay="499"/>
                                          </p:stCondLst>
                                        </p:cTn>
                                        <p:tgtEl>
                                          <p:spTgt spid="26"/>
                                        </p:tgtEl>
                                        <p:attrNameLst>
                                          <p:attrName>style.visibility</p:attrName>
                                        </p:attrNameLst>
                                      </p:cBhvr>
                                      <p:to>
                                        <p:strVal val="hidden"/>
                                      </p:to>
                                    </p:set>
                                  </p:childTnLst>
                                </p:cTn>
                              </p:par>
                            </p:childTnLst>
                          </p:cTn>
                        </p:par>
                        <p:par>
                          <p:cTn id="177" fill="hold">
                            <p:stCondLst>
                              <p:cond delay="500"/>
                            </p:stCondLst>
                            <p:childTnLst>
                              <p:par>
                                <p:cTn id="178" presetID="22" presetClass="entr" presetSubtype="8" fill="hold" grpId="0" nodeType="afterEffect">
                                  <p:stCondLst>
                                    <p:cond delay="0"/>
                                  </p:stCondLst>
                                  <p:childTnLst>
                                    <p:set>
                                      <p:cBhvr>
                                        <p:cTn id="179" dur="1" fill="hold">
                                          <p:stCondLst>
                                            <p:cond delay="0"/>
                                          </p:stCondLst>
                                        </p:cTn>
                                        <p:tgtEl>
                                          <p:spTgt spid="32"/>
                                        </p:tgtEl>
                                        <p:attrNameLst>
                                          <p:attrName>style.visibility</p:attrName>
                                        </p:attrNameLst>
                                      </p:cBhvr>
                                      <p:to>
                                        <p:strVal val="visible"/>
                                      </p:to>
                                    </p:set>
                                    <p:animEffect transition="in" filter="wipe(left)">
                                      <p:cBhvr>
                                        <p:cTn id="180" dur="500"/>
                                        <p:tgtEl>
                                          <p:spTgt spid="32"/>
                                        </p:tgtEl>
                                      </p:cBhvr>
                                    </p:animEffect>
                                  </p:childTnLst>
                                </p:cTn>
                              </p:par>
                            </p:childTnLst>
                          </p:cTn>
                        </p:par>
                        <p:par>
                          <p:cTn id="181" fill="hold">
                            <p:stCondLst>
                              <p:cond delay="1000"/>
                            </p:stCondLst>
                            <p:childTnLst>
                              <p:par>
                                <p:cTn id="182" presetID="22" presetClass="entr" presetSubtype="8" fill="hold" grpId="0" nodeType="afterEffect">
                                  <p:stCondLst>
                                    <p:cond delay="0"/>
                                  </p:stCondLst>
                                  <p:childTnLst>
                                    <p:set>
                                      <p:cBhvr>
                                        <p:cTn id="183" dur="1" fill="hold">
                                          <p:stCondLst>
                                            <p:cond delay="0"/>
                                          </p:stCondLst>
                                        </p:cTn>
                                        <p:tgtEl>
                                          <p:spTgt spid="28"/>
                                        </p:tgtEl>
                                        <p:attrNameLst>
                                          <p:attrName>style.visibility</p:attrName>
                                        </p:attrNameLst>
                                      </p:cBhvr>
                                      <p:to>
                                        <p:strVal val="visible"/>
                                      </p:to>
                                    </p:set>
                                    <p:animEffect transition="in" filter="wipe(left)">
                                      <p:cBhvr>
                                        <p:cTn id="184" dur="1000"/>
                                        <p:tgtEl>
                                          <p:spTgt spid="28"/>
                                        </p:tgtEl>
                                      </p:cBhvr>
                                    </p:animEffect>
                                  </p:childTnLst>
                                </p:cTn>
                              </p:par>
                            </p:childTnLst>
                          </p:cTn>
                        </p:par>
                        <p:par>
                          <p:cTn id="185" fill="hold">
                            <p:stCondLst>
                              <p:cond delay="2000"/>
                            </p:stCondLst>
                            <p:childTnLst>
                              <p:par>
                                <p:cTn id="186" presetID="22" presetClass="entr" presetSubtype="8" fill="hold" nodeType="afterEffect">
                                  <p:stCondLst>
                                    <p:cond delay="0"/>
                                  </p:stCondLst>
                                  <p:childTnLst>
                                    <p:set>
                                      <p:cBhvr>
                                        <p:cTn id="187" dur="1" fill="hold">
                                          <p:stCondLst>
                                            <p:cond delay="0"/>
                                          </p:stCondLst>
                                        </p:cTn>
                                        <p:tgtEl>
                                          <p:spTgt spid="43"/>
                                        </p:tgtEl>
                                        <p:attrNameLst>
                                          <p:attrName>style.visibility</p:attrName>
                                        </p:attrNameLst>
                                      </p:cBhvr>
                                      <p:to>
                                        <p:strVal val="visible"/>
                                      </p:to>
                                    </p:set>
                                    <p:animEffect transition="in" filter="wipe(left)">
                                      <p:cBhvr>
                                        <p:cTn id="18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8"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29648"/>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27483"/>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2365487"/>
            <a:ext cx="966553" cy="101432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2365487"/>
            <a:ext cx="881143" cy="100605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3418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wipe(left)">
                                      <p:cBhvr>
                                        <p:cTn id="53" dur="1000"/>
                                        <p:tgtEl>
                                          <p:spTgt spid="44"/>
                                        </p:tgtEl>
                                      </p:cBhvr>
                                    </p:animEffect>
                                  </p:childTnLst>
                                </p:cTn>
                              </p:par>
                            </p:childTnLst>
                          </p:cTn>
                        </p:par>
                        <p:par>
                          <p:cTn id="54" fill="hold">
                            <p:stCondLst>
                              <p:cond delay="5000"/>
                            </p:stCondLst>
                            <p:childTnLst>
                              <p:par>
                                <p:cTn id="55" presetID="22" presetClass="entr" presetSubtype="8" fill="hold" nodeType="after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2000"/>
                                        <p:tgtEl>
                                          <p:spTgt spid="23"/>
                                        </p:tgtEl>
                                      </p:cBhvr>
                                    </p:animEffect>
                                  </p:childTnLst>
                                </p:cTn>
                              </p:par>
                            </p:childTnLst>
                          </p:cTn>
                        </p:par>
                        <p:par>
                          <p:cTn id="58" fill="hold">
                            <p:stCondLst>
                              <p:cond delay="7000"/>
                            </p:stCondLst>
                            <p:childTnLst>
                              <p:par>
                                <p:cTn id="59" presetID="22" presetClass="entr" presetSubtype="1" fill="hold" nodeType="after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wipe(up)">
                                      <p:cBhvr>
                                        <p:cTn id="61" dur="1000"/>
                                        <p:tgtEl>
                                          <p:spTgt spid="8"/>
                                        </p:tgtEl>
                                      </p:cBhvr>
                                    </p:animEffect>
                                  </p:childTnLst>
                                </p:cTn>
                              </p:par>
                              <p:par>
                                <p:cTn id="62" presetID="22" presetClass="entr" presetSubtype="1" fill="hold" nodeType="withEffect">
                                  <p:stCondLst>
                                    <p:cond delay="0"/>
                                  </p:stCondLst>
                                  <p:childTnLst>
                                    <p:set>
                                      <p:cBhvr>
                                        <p:cTn id="63" dur="1" fill="hold">
                                          <p:stCondLst>
                                            <p:cond delay="0"/>
                                          </p:stCondLst>
                                        </p:cTn>
                                        <p:tgtEl>
                                          <p:spTgt spid="49"/>
                                        </p:tgtEl>
                                        <p:attrNameLst>
                                          <p:attrName>style.visibility</p:attrName>
                                        </p:attrNameLst>
                                      </p:cBhvr>
                                      <p:to>
                                        <p:strVal val="visible"/>
                                      </p:to>
                                    </p:set>
                                    <p:animEffect transition="in" filter="wipe(up)">
                                      <p:cBhvr>
                                        <p:cTn id="64" dur="1000"/>
                                        <p:tgtEl>
                                          <p:spTgt spid="49"/>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38"/>
                                        </p:tgtEl>
                                        <p:attrNameLst>
                                          <p:attrName>style.visibility</p:attrName>
                                        </p:attrNameLst>
                                      </p:cBhvr>
                                      <p:to>
                                        <p:strVal val="visible"/>
                                      </p:to>
                                    </p:set>
                                    <p:animEffect transition="in" filter="wipe(left)">
                                      <p:cBhvr>
                                        <p:cTn id="69" dur="500"/>
                                        <p:tgtEl>
                                          <p:spTgt spid="38"/>
                                        </p:tgtEl>
                                      </p:cBhvr>
                                    </p:animEffect>
                                  </p:childTnLst>
                                </p:cTn>
                              </p:par>
                            </p:childTnLst>
                          </p:cTn>
                        </p:par>
                        <p:par>
                          <p:cTn id="70" fill="hold">
                            <p:stCondLst>
                              <p:cond delay="500"/>
                            </p:stCondLst>
                            <p:childTnLst>
                              <p:par>
                                <p:cTn id="71" presetID="22" presetClass="entr" presetSubtype="8" fill="hold" grpId="0" nodeType="after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wipe(left)">
                                      <p:cBhvr>
                                        <p:cTn id="73" dur="500"/>
                                        <p:tgtEl>
                                          <p:spTgt spid="37"/>
                                        </p:tgtEl>
                                      </p:cBhvr>
                                    </p:animEffect>
                                  </p:childTnLst>
                                </p:cTn>
                              </p:par>
                            </p:childTnLst>
                          </p:cTn>
                        </p:par>
                        <p:par>
                          <p:cTn id="74" fill="hold">
                            <p:stCondLst>
                              <p:cond delay="1000"/>
                            </p:stCondLst>
                            <p:childTnLst>
                              <p:par>
                                <p:cTn id="75" presetID="22" presetClass="entr" presetSubtype="8"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wipe(left)">
                                      <p:cBhvr>
                                        <p:cTn id="77" dur="1500"/>
                                        <p:tgtEl>
                                          <p:spTgt spid="36"/>
                                        </p:tgtEl>
                                      </p:cBhvr>
                                    </p:animEffect>
                                  </p:childTnLst>
                                </p:cTn>
                              </p:par>
                            </p:childTnLst>
                          </p:cTn>
                        </p:par>
                        <p:par>
                          <p:cTn id="78" fill="hold">
                            <p:stCondLst>
                              <p:cond delay="2500"/>
                            </p:stCondLst>
                            <p:childTnLst>
                              <p:par>
                                <p:cTn id="79" presetID="22" presetClass="entr" presetSubtype="8" fill="hold" grpId="0" nodeType="afterEffect">
                                  <p:stCondLst>
                                    <p:cond delay="0"/>
                                  </p:stCondLst>
                                  <p:childTnLst>
                                    <p:set>
                                      <p:cBhvr>
                                        <p:cTn id="80" dur="1" fill="hold">
                                          <p:stCondLst>
                                            <p:cond delay="0"/>
                                          </p:stCondLst>
                                        </p:cTn>
                                        <p:tgtEl>
                                          <p:spTgt spid="41"/>
                                        </p:tgtEl>
                                        <p:attrNameLst>
                                          <p:attrName>style.visibility</p:attrName>
                                        </p:attrNameLst>
                                      </p:cBhvr>
                                      <p:to>
                                        <p:strVal val="visible"/>
                                      </p:to>
                                    </p:set>
                                    <p:animEffect transition="in" filter="wipe(left)">
                                      <p:cBhvr>
                                        <p:cTn id="81" dur="500"/>
                                        <p:tgtEl>
                                          <p:spTgt spid="41"/>
                                        </p:tgtEl>
                                      </p:cBhvr>
                                    </p:animEffect>
                                  </p:childTnLst>
                                </p:cTn>
                              </p:par>
                            </p:childTnLst>
                          </p:cTn>
                        </p:par>
                        <p:par>
                          <p:cTn id="82" fill="hold">
                            <p:stCondLst>
                              <p:cond delay="3000"/>
                            </p:stCondLst>
                            <p:childTnLst>
                              <p:par>
                                <p:cTn id="83" presetID="22" presetClass="entr" presetSubtype="8" fill="hold" grpId="0" nodeType="after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wipe(left)">
                                      <p:cBhvr>
                                        <p:cTn id="85" dur="500"/>
                                        <p:tgtEl>
                                          <p:spTgt spid="40"/>
                                        </p:tgtEl>
                                      </p:cBhvr>
                                    </p:animEffect>
                                  </p:childTnLst>
                                </p:cTn>
                              </p:par>
                            </p:childTnLst>
                          </p:cTn>
                        </p:par>
                        <p:par>
                          <p:cTn id="86" fill="hold">
                            <p:stCondLst>
                              <p:cond delay="3500"/>
                            </p:stCondLst>
                            <p:childTnLst>
                              <p:par>
                                <p:cTn id="87" presetID="22" presetClass="entr" presetSubtype="8" fill="hold" grpId="0" nodeType="after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wipe(left)">
                                      <p:cBhvr>
                                        <p:cTn id="89" dur="1500"/>
                                        <p:tgtEl>
                                          <p:spTgt spid="39"/>
                                        </p:tgtEl>
                                      </p:cBhvr>
                                    </p:animEffect>
                                  </p:childTnLst>
                                </p:cTn>
                              </p:par>
                            </p:childTnLst>
                          </p:cTn>
                        </p:par>
                        <p:par>
                          <p:cTn id="90" fill="hold">
                            <p:stCondLst>
                              <p:cond delay="5000"/>
                            </p:stCondLst>
                            <p:childTnLst>
                              <p:par>
                                <p:cTn id="91" presetID="22" presetClass="entr" presetSubtype="8" fill="hold" grpId="0" nodeType="after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wipe(left)">
                                      <p:cBhvr>
                                        <p:cTn id="93" dur="500"/>
                                        <p:tgtEl>
                                          <p:spTgt spid="46"/>
                                        </p:tgtEl>
                                      </p:cBhvr>
                                    </p:animEffect>
                                  </p:childTnLst>
                                </p:cTn>
                              </p:par>
                            </p:childTnLst>
                          </p:cTn>
                        </p:par>
                        <p:par>
                          <p:cTn id="94" fill="hold">
                            <p:stCondLst>
                              <p:cond delay="5500"/>
                            </p:stCondLst>
                            <p:childTnLst>
                              <p:par>
                                <p:cTn id="95" presetID="22" presetClass="entr" presetSubtype="8" fill="hold" grpId="0" nodeType="afterEffect">
                                  <p:stCondLst>
                                    <p:cond delay="0"/>
                                  </p:stCondLst>
                                  <p:childTnLst>
                                    <p:set>
                                      <p:cBhvr>
                                        <p:cTn id="96" dur="1" fill="hold">
                                          <p:stCondLst>
                                            <p:cond delay="0"/>
                                          </p:stCondLst>
                                        </p:cTn>
                                        <p:tgtEl>
                                          <p:spTgt spid="45"/>
                                        </p:tgtEl>
                                        <p:attrNameLst>
                                          <p:attrName>style.visibility</p:attrName>
                                        </p:attrNameLst>
                                      </p:cBhvr>
                                      <p:to>
                                        <p:strVal val="visible"/>
                                      </p:to>
                                    </p:set>
                                    <p:animEffect transition="in" filter="wipe(left)">
                                      <p:cBhvr>
                                        <p:cTn id="97" dur="500"/>
                                        <p:tgtEl>
                                          <p:spTgt spid="45"/>
                                        </p:tgtEl>
                                      </p:cBhvr>
                                    </p:animEffect>
                                  </p:childTnLst>
                                </p:cTn>
                              </p:par>
                            </p:childTnLst>
                          </p:cTn>
                        </p:par>
                        <p:par>
                          <p:cTn id="98" fill="hold">
                            <p:stCondLst>
                              <p:cond delay="6000"/>
                            </p:stCondLst>
                            <p:childTnLst>
                              <p:par>
                                <p:cTn id="99" presetID="22" presetClass="entr" presetSubtype="8" fill="hold" grpId="0" nodeType="afterEffect">
                                  <p:stCondLst>
                                    <p:cond delay="0"/>
                                  </p:stCondLst>
                                  <p:childTnLst>
                                    <p:set>
                                      <p:cBhvr>
                                        <p:cTn id="100" dur="1" fill="hold">
                                          <p:stCondLst>
                                            <p:cond delay="0"/>
                                          </p:stCondLst>
                                        </p:cTn>
                                        <p:tgtEl>
                                          <p:spTgt spid="42"/>
                                        </p:tgtEl>
                                        <p:attrNameLst>
                                          <p:attrName>style.visibility</p:attrName>
                                        </p:attrNameLst>
                                      </p:cBhvr>
                                      <p:to>
                                        <p:strVal val="visible"/>
                                      </p:to>
                                    </p:set>
                                    <p:animEffect transition="in" filter="wipe(left)">
                                      <p:cBhvr>
                                        <p:cTn id="101" dur="1500"/>
                                        <p:tgtEl>
                                          <p:spTgt spid="42"/>
                                        </p:tgtEl>
                                      </p:cBhvr>
                                    </p:animEffect>
                                  </p:childTnLst>
                                </p:cTn>
                              </p:par>
                            </p:childTnLst>
                          </p:cTn>
                        </p:par>
                        <p:par>
                          <p:cTn id="102" fill="hold">
                            <p:stCondLst>
                              <p:cond delay="7500"/>
                            </p:stCondLst>
                            <p:childTnLst>
                              <p:par>
                                <p:cTn id="103" presetID="22" presetClass="entr" presetSubtype="1" fill="hold" nodeType="afterEffect">
                                  <p:stCondLst>
                                    <p:cond delay="0"/>
                                  </p:stCondLst>
                                  <p:childTnLst>
                                    <p:set>
                                      <p:cBhvr>
                                        <p:cTn id="104" dur="1" fill="hold">
                                          <p:stCondLst>
                                            <p:cond delay="0"/>
                                          </p:stCondLst>
                                        </p:cTn>
                                        <p:tgtEl>
                                          <p:spTgt spid="5"/>
                                        </p:tgtEl>
                                        <p:attrNameLst>
                                          <p:attrName>style.visibility</p:attrName>
                                        </p:attrNameLst>
                                      </p:cBhvr>
                                      <p:to>
                                        <p:strVal val="visible"/>
                                      </p:to>
                                    </p:set>
                                    <p:animEffect transition="in" filter="wipe(up)">
                                      <p:cBhvr>
                                        <p:cTn id="105" dur="500"/>
                                        <p:tgtEl>
                                          <p:spTgt spid="5"/>
                                        </p:tgtEl>
                                      </p:cBhvr>
                                    </p:animEffect>
                                  </p:childTnLst>
                                </p:cTn>
                              </p:par>
                            </p:childTnLst>
                          </p:cTn>
                        </p:par>
                        <p:par>
                          <p:cTn id="106" fill="hold">
                            <p:stCondLst>
                              <p:cond delay="8000"/>
                            </p:stCondLst>
                            <p:childTnLst>
                              <p:par>
                                <p:cTn id="107" presetID="22" presetClass="entr" presetSubtype="1" fill="hold" grpId="0" nodeType="afterEffect">
                                  <p:stCondLst>
                                    <p:cond delay="0"/>
                                  </p:stCondLst>
                                  <p:childTnLst>
                                    <p:set>
                                      <p:cBhvr>
                                        <p:cTn id="108" dur="1" fill="hold">
                                          <p:stCondLst>
                                            <p:cond delay="0"/>
                                          </p:stCondLst>
                                        </p:cTn>
                                        <p:tgtEl>
                                          <p:spTgt spid="29"/>
                                        </p:tgtEl>
                                        <p:attrNameLst>
                                          <p:attrName>style.visibility</p:attrName>
                                        </p:attrNameLst>
                                      </p:cBhvr>
                                      <p:to>
                                        <p:strVal val="visible"/>
                                      </p:to>
                                    </p:set>
                                    <p:animEffect transition="in" filter="wipe(up)">
                                      <p:cBhvr>
                                        <p:cTn id="109" dur="1500"/>
                                        <p:tgtEl>
                                          <p:spTgt spid="29"/>
                                        </p:tgtEl>
                                      </p:cBhvr>
                                    </p:animEffect>
                                  </p:childTnLst>
                                </p:cTn>
                              </p:par>
                            </p:childTnLst>
                          </p:cTn>
                        </p:par>
                        <p:par>
                          <p:cTn id="110" fill="hold">
                            <p:stCondLst>
                              <p:cond delay="9500"/>
                            </p:stCondLst>
                            <p:childTnLst>
                              <p:par>
                                <p:cTn id="111" presetID="22" presetClass="entr" presetSubtype="1" fill="hold" nodeType="afterEffect">
                                  <p:stCondLst>
                                    <p:cond delay="0"/>
                                  </p:stCondLst>
                                  <p:childTnLst>
                                    <p:set>
                                      <p:cBhvr>
                                        <p:cTn id="112" dur="1" fill="hold">
                                          <p:stCondLst>
                                            <p:cond delay="0"/>
                                          </p:stCondLst>
                                        </p:cTn>
                                        <p:tgtEl>
                                          <p:spTgt spid="9"/>
                                        </p:tgtEl>
                                        <p:attrNameLst>
                                          <p:attrName>style.visibility</p:attrName>
                                        </p:attrNameLst>
                                      </p:cBhvr>
                                      <p:to>
                                        <p:strVal val="visible"/>
                                      </p:to>
                                    </p:set>
                                    <p:animEffect transition="in" filter="wipe(up)">
                                      <p:cBhvr>
                                        <p:cTn id="113" dur="500"/>
                                        <p:tgtEl>
                                          <p:spTgt spid="9"/>
                                        </p:tgtEl>
                                      </p:cBhvr>
                                    </p:animEffect>
                                  </p:childTnLst>
                                </p:cTn>
                              </p:par>
                            </p:childTnLst>
                          </p:cTn>
                        </p:par>
                        <p:par>
                          <p:cTn id="114" fill="hold">
                            <p:stCondLst>
                              <p:cond delay="10000"/>
                            </p:stCondLst>
                            <p:childTnLst>
                              <p:par>
                                <p:cTn id="115" presetID="22" presetClass="entr" presetSubtype="1" fill="hold" grpId="0" nodeType="afterEffect">
                                  <p:stCondLst>
                                    <p:cond delay="0"/>
                                  </p:stCondLst>
                                  <p:childTnLst>
                                    <p:set>
                                      <p:cBhvr>
                                        <p:cTn id="116" dur="1" fill="hold">
                                          <p:stCondLst>
                                            <p:cond delay="0"/>
                                          </p:stCondLst>
                                        </p:cTn>
                                        <p:tgtEl>
                                          <p:spTgt spid="30"/>
                                        </p:tgtEl>
                                        <p:attrNameLst>
                                          <p:attrName>style.visibility</p:attrName>
                                        </p:attrNameLst>
                                      </p:cBhvr>
                                      <p:to>
                                        <p:strVal val="visible"/>
                                      </p:to>
                                    </p:set>
                                    <p:animEffect transition="in" filter="wipe(up)">
                                      <p:cBhvr>
                                        <p:cTn id="117" dur="1500"/>
                                        <p:tgtEl>
                                          <p:spTgt spid="30"/>
                                        </p:tgtEl>
                                      </p:cBhvr>
                                    </p:animEffect>
                                  </p:childTnLst>
                                </p:cTn>
                              </p:par>
                            </p:childTnLst>
                          </p:cTn>
                        </p:par>
                        <p:par>
                          <p:cTn id="118" fill="hold">
                            <p:stCondLst>
                              <p:cond delay="115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125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P spid="36" grpId="0" animBg="1"/>
      <p:bldP spid="37" grpId="0" animBg="1"/>
      <p:bldP spid="38" grpId="0" animBg="1"/>
      <p:bldP spid="39" grpId="0" animBg="1"/>
      <p:bldP spid="40" grpId="0" animBg="1"/>
      <p:bldP spid="41" grpId="0" animBg="1"/>
      <p:bldP spid="42" grpId="0" animBg="1"/>
      <p:bldP spid="45" grpId="0" animBg="1"/>
      <p:bldP spid="4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5642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904433"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down)">
                                      <p:cBhvr>
                                        <p:cTn id="22" dur="2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1169585" y="4001294"/>
            <a:ext cx="2500656"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same</a:t>
            </a:r>
          </a:p>
          <a:p>
            <a:pPr algn="r"/>
            <a:r>
              <a:rPr lang="en-GB" sz="2800" b="1" dirty="0">
                <a:solidFill>
                  <a:srgbClr val="7030A0"/>
                </a:solidFill>
              </a:rPr>
              <a:t> order as fields</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074277" y="1504636"/>
            <a:ext cx="2952033" cy="862642"/>
          </a:xfrm>
          <a:prstGeom prst="callout2">
            <a:avLst>
              <a:gd name="adj1" fmla="val 50222"/>
              <a:gd name="adj2" fmla="val 100724"/>
              <a:gd name="adj3" fmla="val 50087"/>
              <a:gd name="adj4" fmla="val 121224"/>
              <a:gd name="adj5" fmla="val 119875"/>
              <a:gd name="adj6" fmla="val 1310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30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1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1500"/>
                                        <p:tgtEl>
                                          <p:spTgt spid="8">
                                            <p:txEl>
                                              <p:pRg st="0" end="0"/>
                                            </p:txEl>
                                          </p:spTgt>
                                        </p:tgtEl>
                                      </p:cBhvr>
                                    </p:animEffect>
                                  </p:childTnLst>
                                </p:cTn>
                              </p:par>
                            </p:childTnLst>
                          </p:cTn>
                        </p:par>
                        <p:par>
                          <p:cTn id="67" fill="hold">
                            <p:stCondLst>
                              <p:cond delay="1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3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41</TotalTime>
  <Words>11107</Words>
  <Application>Microsoft Office PowerPoint</Application>
  <PresentationFormat>Widescreen</PresentationFormat>
  <Paragraphs>4231</Paragraphs>
  <Slides>254</Slides>
  <Notes>200</Notes>
  <HiddenSlides>114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254</vt:i4>
      </vt:variant>
    </vt:vector>
  </HeadingPairs>
  <TitlesOfParts>
    <vt:vector size="26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Primary Key (PK)</vt:lpstr>
      <vt:lpstr>Primary Key (PK)</vt:lpstr>
      <vt:lpstr>Foreign Key (FK)</vt:lpstr>
      <vt:lpstr>Foreign Key (FK)</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492</cp:revision>
  <cp:lastPrinted>2021-06-18T08:15:49Z</cp:lastPrinted>
  <dcterms:created xsi:type="dcterms:W3CDTF">2020-11-23T14:36:09Z</dcterms:created>
  <dcterms:modified xsi:type="dcterms:W3CDTF">2026-03-05T10:23:16Z</dcterms:modified>
</cp:coreProperties>
</file>