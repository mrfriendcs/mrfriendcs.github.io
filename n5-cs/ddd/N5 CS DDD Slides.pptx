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theme/themeOverride1.xml" ContentType="application/vnd.openxmlformats-officedocument.themeOverride+xml"/>
  <Override PartName="/ppt/notesSlides/notesSlide41.xml" ContentType="application/vnd.openxmlformats-officedocument.presentationml.notesSlide+xml"/>
  <Override PartName="/ppt/theme/themeOverride2.xml" ContentType="application/vnd.openxmlformats-officedocument.themeOverr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8"/>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4" r:id="rId52"/>
    <p:sldId id="539" r:id="rId53"/>
    <p:sldId id="665" r:id="rId54"/>
    <p:sldId id="773" r:id="rId55"/>
    <p:sldId id="833" r:id="rId56"/>
    <p:sldId id="543" r:id="rId57"/>
    <p:sldId id="663" r:id="rId58"/>
    <p:sldId id="472" r:id="rId59"/>
    <p:sldId id="711" r:id="rId60"/>
    <p:sldId id="473" r:id="rId61"/>
    <p:sldId id="712" r:id="rId62"/>
    <p:sldId id="834" r:id="rId63"/>
    <p:sldId id="835" r:id="rId64"/>
    <p:sldId id="851" r:id="rId65"/>
    <p:sldId id="852" r:id="rId66"/>
    <p:sldId id="471" r:id="rId67"/>
    <p:sldId id="713" r:id="rId68"/>
    <p:sldId id="441" r:id="rId69"/>
    <p:sldId id="669" r:id="rId70"/>
    <p:sldId id="730" r:id="rId71"/>
    <p:sldId id="731" r:id="rId72"/>
    <p:sldId id="544" r:id="rId73"/>
    <p:sldId id="445" r:id="rId74"/>
    <p:sldId id="732" r:id="rId75"/>
    <p:sldId id="853" r:id="rId76"/>
    <p:sldId id="444" r:id="rId77"/>
    <p:sldId id="447" r:id="rId78"/>
    <p:sldId id="460" r:id="rId79"/>
    <p:sldId id="446" r:id="rId80"/>
    <p:sldId id="671" r:id="rId81"/>
    <p:sldId id="521" r:id="rId82"/>
    <p:sldId id="735" r:id="rId83"/>
    <p:sldId id="776" r:id="rId84"/>
    <p:sldId id="855" r:id="rId85"/>
    <p:sldId id="854" r:id="rId86"/>
    <p:sldId id="857" r:id="rId87"/>
    <p:sldId id="450" r:id="rId88"/>
    <p:sldId id="449" r:id="rId89"/>
    <p:sldId id="675" r:id="rId90"/>
    <p:sldId id="862" r:id="rId91"/>
    <p:sldId id="863" r:id="rId92"/>
    <p:sldId id="864" r:id="rId93"/>
    <p:sldId id="865" r:id="rId94"/>
    <p:sldId id="468" r:id="rId95"/>
    <p:sldId id="673" r:id="rId96"/>
    <p:sldId id="570" r:id="rId97"/>
    <p:sldId id="674" r:id="rId98"/>
    <p:sldId id="451" r:id="rId99"/>
    <p:sldId id="452" r:id="rId100"/>
    <p:sldId id="676" r:id="rId101"/>
    <p:sldId id="736" r:id="rId102"/>
    <p:sldId id="737" r:id="rId103"/>
    <p:sldId id="574" r:id="rId104"/>
    <p:sldId id="677" r:id="rId105"/>
    <p:sldId id="454" r:id="rId106"/>
    <p:sldId id="453" r:id="rId107"/>
    <p:sldId id="678" r:id="rId108"/>
    <p:sldId id="738" r:id="rId109"/>
    <p:sldId id="739" r:id="rId110"/>
    <p:sldId id="778" r:id="rId111"/>
    <p:sldId id="781" r:id="rId112"/>
    <p:sldId id="545" r:id="rId113"/>
    <p:sldId id="577" r:id="rId114"/>
    <p:sldId id="715" r:id="rId115"/>
    <p:sldId id="743" r:id="rId116"/>
    <p:sldId id="586" r:id="rId117"/>
    <p:sldId id="714" r:id="rId118"/>
    <p:sldId id="588" r:id="rId119"/>
    <p:sldId id="752" r:id="rId120"/>
    <p:sldId id="748" r:id="rId121"/>
    <p:sldId id="750" r:id="rId122"/>
    <p:sldId id="749" r:id="rId123"/>
    <p:sldId id="751" r:id="rId124"/>
    <p:sldId id="587" r:id="rId125"/>
    <p:sldId id="702" r:id="rId126"/>
    <p:sldId id="754" r:id="rId127"/>
    <p:sldId id="670" r:id="rId128"/>
    <p:sldId id="717" r:id="rId129"/>
    <p:sldId id="728" r:id="rId130"/>
    <p:sldId id="719" r:id="rId131"/>
    <p:sldId id="780" r:id="rId132"/>
    <p:sldId id="718" r:id="rId133"/>
    <p:sldId id="703" r:id="rId134"/>
    <p:sldId id="581" r:id="rId135"/>
    <p:sldId id="753" r:id="rId136"/>
    <p:sldId id="582" r:id="rId137"/>
    <p:sldId id="705" r:id="rId138"/>
    <p:sldId id="755" r:id="rId139"/>
    <p:sldId id="756" r:id="rId140"/>
    <p:sldId id="724" r:id="rId141"/>
    <p:sldId id="726" r:id="rId142"/>
    <p:sldId id="723" r:id="rId143"/>
    <p:sldId id="706" r:id="rId144"/>
    <p:sldId id="584" r:id="rId145"/>
    <p:sldId id="707" r:id="rId146"/>
    <p:sldId id="725" r:id="rId147"/>
    <p:sldId id="727" r:id="rId148"/>
    <p:sldId id="461" r:id="rId149"/>
    <p:sldId id="729" r:id="rId150"/>
    <p:sldId id="819" r:id="rId151"/>
    <p:sldId id="256" r:id="rId152"/>
    <p:sldId id="524" r:id="rId153"/>
    <p:sldId id="820" r:id="rId154"/>
    <p:sldId id="821" r:id="rId155"/>
    <p:sldId id="822" r:id="rId156"/>
    <p:sldId id="823" r:id="rId157"/>
    <p:sldId id="824" r:id="rId158"/>
    <p:sldId id="826" r:id="rId159"/>
    <p:sldId id="523" r:id="rId160"/>
    <p:sldId id="827" r:id="rId161"/>
    <p:sldId id="690" r:id="rId162"/>
    <p:sldId id="480" r:id="rId163"/>
    <p:sldId id="777" r:id="rId164"/>
    <p:sldId id="680" r:id="rId165"/>
    <p:sldId id="684" r:id="rId166"/>
    <p:sldId id="682" r:id="rId167"/>
    <p:sldId id="681" r:id="rId168"/>
    <p:sldId id="874" r:id="rId169"/>
    <p:sldId id="482" r:id="rId170"/>
    <p:sldId id="873" r:id="rId171"/>
    <p:sldId id="842" r:id="rId172"/>
    <p:sldId id="843" r:id="rId173"/>
    <p:sldId id="846" r:id="rId174"/>
    <p:sldId id="850" r:id="rId175"/>
    <p:sldId id="847" r:id="rId176"/>
    <p:sldId id="849" r:id="rId177"/>
    <p:sldId id="828" r:id="rId178"/>
    <p:sldId id="829" r:id="rId179"/>
    <p:sldId id="533" r:id="rId180"/>
    <p:sldId id="763" r:id="rId181"/>
    <p:sldId id="761" r:id="rId182"/>
    <p:sldId id="759" r:id="rId183"/>
    <p:sldId id="760" r:id="rId184"/>
    <p:sldId id="757" r:id="rId185"/>
    <p:sldId id="758" r:id="rId186"/>
    <p:sldId id="501" r:id="rId187"/>
    <p:sldId id="508" r:id="rId188"/>
    <p:sldId id="495" r:id="rId189"/>
    <p:sldId id="509" r:id="rId190"/>
    <p:sldId id="493" r:id="rId191"/>
    <p:sldId id="528" r:id="rId192"/>
    <p:sldId id="529" r:id="rId193"/>
    <p:sldId id="530" r:id="rId194"/>
    <p:sldId id="499" r:id="rId195"/>
    <p:sldId id="506" r:id="rId196"/>
    <p:sldId id="500" r:id="rId197"/>
    <p:sldId id="507" r:id="rId198"/>
    <p:sldId id="496" r:id="rId199"/>
    <p:sldId id="467" r:id="rId200"/>
    <p:sldId id="875" r:id="rId201"/>
    <p:sldId id="838" r:id="rId202"/>
    <p:sldId id="876" r:id="rId203"/>
    <p:sldId id="534" r:id="rId204"/>
    <p:sldId id="503" r:id="rId205"/>
    <p:sldId id="512" r:id="rId206"/>
    <p:sldId id="836" r:id="rId207"/>
    <p:sldId id="837" r:id="rId208"/>
    <p:sldId id="519" r:id="rId209"/>
    <p:sldId id="877" r:id="rId210"/>
    <p:sldId id="532" r:id="rId211"/>
    <p:sldId id="878" r:id="rId212"/>
    <p:sldId id="502" r:id="rId213"/>
    <p:sldId id="879" r:id="rId214"/>
    <p:sldId id="513" r:id="rId215"/>
    <p:sldId id="535" r:id="rId216"/>
    <p:sldId id="514" r:id="rId217"/>
    <p:sldId id="880" r:id="rId218"/>
    <p:sldId id="515" r:id="rId219"/>
    <p:sldId id="881" r:id="rId220"/>
    <p:sldId id="516" r:id="rId221"/>
    <p:sldId id="883" r:id="rId222"/>
    <p:sldId id="517" r:id="rId223"/>
    <p:sldId id="882" r:id="rId224"/>
    <p:sldId id="537" r:id="rId225"/>
    <p:sldId id="884" r:id="rId226"/>
    <p:sldId id="885" r:id="rId227"/>
    <p:sldId id="856" r:id="rId228"/>
    <p:sldId id="866" r:id="rId229"/>
    <p:sldId id="860" r:id="rId230"/>
    <p:sldId id="867" r:id="rId231"/>
    <p:sldId id="858" r:id="rId232"/>
    <p:sldId id="868" r:id="rId233"/>
    <p:sldId id="869" r:id="rId234"/>
    <p:sldId id="871" r:id="rId235"/>
    <p:sldId id="870" r:id="rId236"/>
    <p:sldId id="872" r:id="rId237"/>
    <p:sldId id="691" r:id="rId238"/>
    <p:sldId id="692" r:id="rId239"/>
    <p:sldId id="693" r:id="rId240"/>
    <p:sldId id="694" r:id="rId241"/>
    <p:sldId id="695" r:id="rId242"/>
    <p:sldId id="696" r:id="rId243"/>
    <p:sldId id="697" r:id="rId244"/>
    <p:sldId id="698" r:id="rId245"/>
    <p:sldId id="699" r:id="rId246"/>
    <p:sldId id="700" r:id="rId247"/>
    <p:sldId id="701" r:id="rId248"/>
    <p:sldId id="740" r:id="rId249"/>
    <p:sldId id="741" r:id="rId250"/>
    <p:sldId id="769" r:id="rId251"/>
    <p:sldId id="742" r:id="rId252"/>
    <p:sldId id="774" r:id="rId253"/>
    <p:sldId id="764" r:id="rId254"/>
    <p:sldId id="766" r:id="rId255"/>
    <p:sldId id="765" r:id="rId256"/>
    <p:sldId id="768" r:id="rId257"/>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Lst>
        </p14:section>
        <p14:section name="Display" id="{7F5F0C3E-99A6-45D0-9B99-14930DA3A596}">
          <p14:sldIdLst>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62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commentAuthors" Target="commentAuthors.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presProps" Target="presProps.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viewProps" Target="viewProp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theme" Target="theme/theme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tableStyles" Target="tableStyle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microsoft.com/office/2016/11/relationships/changesInfo" Target="changesInfos/changesInfo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redo custSel addSld delSld modSld sldOrd modMainMaster modSection">
      <pc:chgData name="Al Friend" userId="e5ed79da-d858-46d4-9eed-a7a24903f2de" providerId="ADAL" clId="{7537B086-0992-4C5F-A071-F6F8659556F1}" dt="2026-01-12T10:00:51.887" v="611" actId="478"/>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addSp delSp modSp">
        <pc:chgData name="Al Friend" userId="e5ed79da-d858-46d4-9eed-a7a24903f2de" providerId="ADAL" clId="{7537B086-0992-4C5F-A071-F6F8659556F1}" dt="2026-01-12T10:00:51.887" v="611" actId="478"/>
        <pc:sldMkLst>
          <pc:docMk/>
          <pc:sldMk cId="3656827312" sldId="555"/>
        </pc:sldMkLst>
        <pc:cxnChg chg="add del mod">
          <ac:chgData name="Al Friend" userId="e5ed79da-d858-46d4-9eed-a7a24903f2de" providerId="ADAL" clId="{7537B086-0992-4C5F-A071-F6F8659556F1}" dt="2026-01-12T10:00:51.887" v="611" actId="478"/>
          <ac:cxnSpMkLst>
            <pc:docMk/>
            <pc:sldMk cId="3656827312" sldId="555"/>
            <ac:cxnSpMk id="6" creationId="{BEAA4597-DD2E-4DD4-BF30-10CE238F69D2}"/>
          </ac:cxnSpMkLst>
        </pc:cxn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09:59:29.780" v="609" actId="1037"/>
        <pc:sldMkLst>
          <pc:docMk/>
          <pc:sldMk cId="3739040659" sldId="894"/>
        </pc:sldMkLst>
        <pc:spChg chg="mod">
          <ac:chgData name="Al Friend" userId="e5ed79da-d858-46d4-9eed-a7a24903f2de" providerId="ADAL" clId="{7537B086-0992-4C5F-A071-F6F8659556F1}" dt="2026-01-12T09:39:09.528" v="543" actId="20577"/>
          <ac:spMkLst>
            <pc:docMk/>
            <pc:sldMk cId="3739040659" sldId="894"/>
            <ac:spMk id="2" creationId="{2CE87805-17F2-4B70-B505-57FB17E1FEE3}"/>
          </ac:spMkLst>
        </pc:spChg>
        <pc:spChg chg="mod">
          <ac:chgData name="Al Friend" userId="e5ed79da-d858-46d4-9eed-a7a24903f2de" providerId="ADAL" clId="{7537B086-0992-4C5F-A071-F6F8659556F1}" dt="2026-01-12T09:28:56.772" v="371" actId="6549"/>
          <ac:spMkLst>
            <pc:docMk/>
            <pc:sldMk cId="3739040659" sldId="894"/>
            <ac:spMk id="3" creationId="{E4EE7085-4C5B-409B-8843-A8A3D3CB6E90}"/>
          </ac:spMkLst>
        </pc:spChg>
        <pc:spChg chg="del">
          <ac:chgData name="Al Friend" userId="e5ed79da-d858-46d4-9eed-a7a24903f2de" providerId="ADAL" clId="{7537B086-0992-4C5F-A071-F6F8659556F1}" dt="2026-01-12T09:28:50.068" v="368" actId="478"/>
          <ac:spMkLst>
            <pc:docMk/>
            <pc:sldMk cId="3739040659" sldId="894"/>
            <ac:spMk id="4" creationId="{973BE903-2B4C-5BCA-8CFF-AD26E80D1A76}"/>
          </ac:spMkLst>
        </pc:spChg>
        <pc:spChg chg="del">
          <ac:chgData name="Al Friend" userId="e5ed79da-d858-46d4-9eed-a7a24903f2de" providerId="ADAL" clId="{7537B086-0992-4C5F-A071-F6F8659556F1}" dt="2026-01-12T09:28:48.571" v="367" actId="478"/>
          <ac:spMkLst>
            <pc:docMk/>
            <pc:sldMk cId="3739040659" sldId="894"/>
            <ac:spMk id="5" creationId="{87B61908-2A1E-ED5C-FE12-C6DCD5EF3C3F}"/>
          </ac:spMkLst>
        </pc:spChg>
        <pc:spChg chg="del">
          <ac:chgData name="Al Friend" userId="e5ed79da-d858-46d4-9eed-a7a24903f2de" providerId="ADAL" clId="{7537B086-0992-4C5F-A071-F6F8659556F1}" dt="2026-01-12T09:29:00.007" v="373" actId="478"/>
          <ac:spMkLst>
            <pc:docMk/>
            <pc:sldMk cId="3739040659" sldId="894"/>
            <ac:spMk id="6" creationId="{00EF8586-C5C9-BBB7-2263-DED3452C407B}"/>
          </ac:spMkLst>
        </pc:spChg>
        <pc:spChg chg="del">
          <ac:chgData name="Al Friend" userId="e5ed79da-d858-46d4-9eed-a7a24903f2de" providerId="ADAL" clId="{7537B086-0992-4C5F-A071-F6F8659556F1}" dt="2026-01-12T09:29:04.855" v="375" actId="478"/>
          <ac:spMkLst>
            <pc:docMk/>
            <pc:sldMk cId="3739040659" sldId="894"/>
            <ac:spMk id="10" creationId="{DF4BA8FF-524A-4C13-87BF-68801971FA28}"/>
          </ac:spMkLst>
        </pc:spChg>
        <pc:spChg chg="del">
          <ac:chgData name="Al Friend" userId="e5ed79da-d858-46d4-9eed-a7a24903f2de" providerId="ADAL" clId="{7537B086-0992-4C5F-A071-F6F8659556F1}" dt="2026-01-12T09:29:01.319" v="374" actId="478"/>
          <ac:spMkLst>
            <pc:docMk/>
            <pc:sldMk cId="3739040659" sldId="894"/>
            <ac:spMk id="13" creationId="{55A11A63-969F-4B38-8776-DA4F6EC83E0A}"/>
          </ac:spMkLst>
        </pc:spChg>
        <pc:spChg chg="add del mod">
          <ac:chgData name="Al Friend" userId="e5ed79da-d858-46d4-9eed-a7a24903f2de" providerId="ADAL" clId="{7537B086-0992-4C5F-A071-F6F8659556F1}" dt="2026-01-12T09:35:29.630" v="413" actId="478"/>
          <ac:spMkLst>
            <pc:docMk/>
            <pc:sldMk cId="3739040659" sldId="894"/>
            <ac:spMk id="17" creationId="{B177373B-D294-4CE2-9186-4DE11D079A69}"/>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del">
          <ac:chgData name="Al Friend" userId="e5ed79da-d858-46d4-9eed-a7a24903f2de" providerId="ADAL" clId="{7537B086-0992-4C5F-A071-F6F8659556F1}" dt="2026-01-12T09:28:58.568" v="372" actId="478"/>
          <ac:grpSpMkLst>
            <pc:docMk/>
            <pc:sldMk cId="3739040659" sldId="894"/>
            <ac:grpSpMk id="16" creationId="{BF181095-D978-47A3-6622-982A1296D1CD}"/>
          </ac:grpSpMkLst>
        </pc:gr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09:59:29.780" v="609"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09:59:11.676" v="603"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09:37:18.279" v="462" actId="1037"/>
          <ac:grpSpMkLst>
            <pc:docMk/>
            <pc:sldMk cId="3739040659" sldId="894"/>
            <ac:grpSpMk id="32" creationId="{E90030F4-B936-4A76-A772-450565C086DC}"/>
          </ac:grpSpMkLst>
        </pc:grpChg>
        <pc:grpChg chg="add mod">
          <ac:chgData name="Al Friend" userId="e5ed79da-d858-46d4-9eed-a7a24903f2de" providerId="ADAL" clId="{7537B086-0992-4C5F-A071-F6F8659556F1}" dt="2026-01-12T09:37:26.463" v="464" actId="1076"/>
          <ac:grpSpMkLst>
            <pc:docMk/>
            <pc:sldMk cId="3739040659" sldId="894"/>
            <ac:grpSpMk id="39" creationId="{E653B77E-1210-43EE-9222-E347BDC74DBE}"/>
          </ac:grpSpMkLst>
        </pc:grpChg>
        <pc:picChg chg="add del">
          <ac:chgData name="Al Friend" userId="e5ed79da-d858-46d4-9eed-a7a24903f2de" providerId="ADAL" clId="{7537B086-0992-4C5F-A071-F6F8659556F1}" dt="2026-01-12T09:30:52.427" v="389" actId="478"/>
          <ac:picMkLst>
            <pc:docMk/>
            <pc:sldMk cId="3739040659" sldId="894"/>
            <ac:picMk id="7" creationId="{EBD4BFA7-CB5E-45C0-9024-0E3CF1F3D133}"/>
          </ac:picMkLst>
        </pc:picChg>
        <pc:picChg chg="add mod ord modCrop">
          <ac:chgData name="Al Friend" userId="e5ed79da-d858-46d4-9eed-a7a24903f2de" providerId="ADAL" clId="{7537B086-0992-4C5F-A071-F6F8659556F1}" dt="2026-01-12T09:41:24.173" v="554" actId="166"/>
          <ac:picMkLst>
            <pc:docMk/>
            <pc:sldMk cId="3739040659" sldId="894"/>
            <ac:picMk id="8" creationId="{AF18B919-74D7-496A-A0DF-031099F48334}"/>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delSp modSp add modTransition delAnim modAnim">
        <pc:chgData name="Al Friend" userId="e5ed79da-d858-46d4-9eed-a7a24903f2de" providerId="ADAL" clId="{7537B086-0992-4C5F-A071-F6F8659556F1}" dt="2026-01-12T09:41:18.404" v="553"/>
        <pc:sldMkLst>
          <pc:docMk/>
          <pc:sldMk cId="4214137901" sldId="895"/>
        </pc:sldMkLst>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grpChg chg="del">
          <ac:chgData name="Al Friend" userId="e5ed79da-d858-46d4-9eed-a7a24903f2de" providerId="ADAL" clId="{7537B086-0992-4C5F-A071-F6F8659556F1}" dt="2026-01-12T09:40:21.894" v="546" actId="478"/>
          <ac:grpSpMkLst>
            <pc:docMk/>
            <pc:sldMk cId="4214137901" sldId="895"/>
            <ac:grpSpMk id="18" creationId="{3BB9987A-6107-490D-B52C-8CAAA98CF371}"/>
          </ac:grpSpMkLst>
        </pc:grpChg>
        <pc:grpChg chg="del">
          <ac:chgData name="Al Friend" userId="e5ed79da-d858-46d4-9eed-a7a24903f2de" providerId="ADAL" clId="{7537B086-0992-4C5F-A071-F6F8659556F1}" dt="2026-01-12T09:40:23.143" v="547" actId="478"/>
          <ac:grpSpMkLst>
            <pc:docMk/>
            <pc:sldMk cId="4214137901" sldId="895"/>
            <ac:grpSpMk id="22" creationId="{C7316428-005D-402D-8EEB-3402A215C071}"/>
          </ac:grpSpMkLst>
        </pc:grpChg>
        <pc:grpChg chg="del">
          <ac:chgData name="Al Friend" userId="e5ed79da-d858-46d4-9eed-a7a24903f2de" providerId="ADAL" clId="{7537B086-0992-4C5F-A071-F6F8659556F1}" dt="2026-01-12T09:40:23.769" v="548" actId="478"/>
          <ac:grpSpMkLst>
            <pc:docMk/>
            <pc:sldMk cId="4214137901" sldId="895"/>
            <ac:grpSpMk id="26" creationId="{19D75174-A5CA-4929-9FBC-0CB13DA416CB}"/>
          </ac:grpSpMkLst>
        </pc:grpChg>
        <pc:grpChg chg="del">
          <ac:chgData name="Al Friend" userId="e5ed79da-d858-46d4-9eed-a7a24903f2de" providerId="ADAL" clId="{7537B086-0992-4C5F-A071-F6F8659556F1}" dt="2026-01-12T09:40:24.779" v="549" actId="478"/>
          <ac:grpSpMkLst>
            <pc:docMk/>
            <pc:sldMk cId="4214137901" sldId="895"/>
            <ac:grpSpMk id="32" creationId="{E90030F4-B936-4A76-A772-450565C086DC}"/>
          </ac:grpSpMkLst>
        </pc:grpChg>
        <pc:grpChg chg="del">
          <ac:chgData name="Al Friend" userId="e5ed79da-d858-46d4-9eed-a7a24903f2de" providerId="ADAL" clId="{7537B086-0992-4C5F-A071-F6F8659556F1}" dt="2026-01-12T09:40:25.643" v="550" actId="478"/>
          <ac:grpSpMkLst>
            <pc:docMk/>
            <pc:sldMk cId="4214137901" sldId="895"/>
            <ac:grpSpMk id="39" creationId="{E653B77E-1210-43EE-9222-E347BDC74DBE}"/>
          </ac:grpSpMkLst>
        </pc:grpChg>
        <pc:cxnChg chg="mod">
          <ac:chgData name="Al Friend" userId="e5ed79da-d858-46d4-9eed-a7a24903f2de" providerId="ADAL" clId="{7537B086-0992-4C5F-A071-F6F8659556F1}" dt="2026-01-12T09:40:24.779" v="549" actId="478"/>
          <ac:cxnSpMkLst>
            <pc:docMk/>
            <pc:sldMk cId="4214137901" sldId="895"/>
            <ac:cxnSpMk id="34" creationId="{B5631C90-EBAE-475E-93F4-AE9C811DBF4B}"/>
          </ac:cxnSpMkLst>
        </pc:cxn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12/01/2026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151</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162</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4.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4.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6.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Datatypes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3952702"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5851267"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439768"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8674251"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8" name="Picture 7">
            <a:extLst>
              <a:ext uri="{FF2B5EF4-FFF2-40B4-BE49-F238E27FC236}">
                <a16:creationId xmlns:a16="http://schemas.microsoft.com/office/drawing/2014/main" id="{AF18B919-74D7-496A-A0DF-031099F48334}"/>
              </a:ext>
            </a:extLst>
          </p:cNvPr>
          <p:cNvPicPr>
            <a:picLocks noChangeAspect="1"/>
          </p:cNvPicPr>
          <p:nvPr/>
        </p:nvPicPr>
        <p:blipFill rotWithShape="1">
          <a:blip r:embed="rId3"/>
          <a:srcRect b="20911"/>
          <a:stretch/>
        </p:blipFill>
        <p:spPr>
          <a:xfrm>
            <a:off x="838200" y="1882756"/>
            <a:ext cx="8483930" cy="3663888"/>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wipe(left)">
                                      <p:cBhvr>
                                        <p:cTn id="16" dur="15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F18B919-74D7-496A-A0DF-031099F48334}"/>
              </a:ext>
            </a:extLst>
          </p:cNvPr>
          <p:cNvPicPr>
            <a:picLocks noChangeAspect="1"/>
          </p:cNvPicPr>
          <p:nvPr/>
        </p:nvPicPr>
        <p:blipFill rotWithShape="1">
          <a:blip r:embed="rId3"/>
          <a:srcRect b="20911"/>
          <a:stretch/>
        </p:blipFill>
        <p:spPr>
          <a:xfrm>
            <a:off x="838200" y="1882756"/>
            <a:ext cx="8483930" cy="3663888"/>
          </a:xfrm>
          <a:prstGeom prst="rect">
            <a:avLst/>
          </a:prstGeom>
        </p:spPr>
      </p:pic>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Datatypes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240</TotalTime>
  <Words>11827</Words>
  <Application>Microsoft Office PowerPoint</Application>
  <PresentationFormat>Widescreen</PresentationFormat>
  <Paragraphs>4831</Paragraphs>
  <Slides>256</Slides>
  <Notes>201</Notes>
  <HiddenSlides>117</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256</vt:i4>
      </vt:variant>
    </vt:vector>
  </HeadingPairs>
  <TitlesOfParts>
    <vt:vector size="264"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Datatypes Example</vt:lpstr>
      <vt:lpstr>Datatypes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470</cp:revision>
  <cp:lastPrinted>2021-06-18T08:15:49Z</cp:lastPrinted>
  <dcterms:created xsi:type="dcterms:W3CDTF">2020-11-23T14:36:09Z</dcterms:created>
  <dcterms:modified xsi:type="dcterms:W3CDTF">2026-01-12T10:22:17Z</dcterms:modified>
</cp:coreProperties>
</file>