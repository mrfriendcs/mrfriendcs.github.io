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92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11T17:48:05.058" v="663" actId="20577"/>
      <pc:docMkLst>
        <pc:docMk/>
      </pc:docMkLst>
      <pc:sldChg chg="modSp mod">
        <pc:chgData name="Al Friend" userId="e5ed79da-d858-46d4-9eed-a7a24903f2de" providerId="ADAL" clId="{6CF5D3DD-A8C4-4611-8099-4AEB2E976A2E}" dt="2026-02-11T17:43:52.935" v="651" actId="20577"/>
        <pc:sldMkLst>
          <pc:docMk/>
          <pc:sldMk cId="4222611681" sldId="449"/>
        </pc:sldMkLst>
        <pc:spChg chg="mod">
          <ac:chgData name="Al Friend" userId="e5ed79da-d858-46d4-9eed-a7a24903f2de" providerId="ADAL" clId="{6CF5D3DD-A8C4-4611-8099-4AEB2E976A2E}" dt="2026-02-11T17:43:52.935" v="651" actId="20577"/>
          <ac:spMkLst>
            <pc:docMk/>
            <pc:sldMk cId="4222611681" sldId="449"/>
            <ac:spMk id="2" creationId="{2CE87805-17F2-4B70-B505-57FB17E1FEE3}"/>
          </ac:spMkLst>
        </pc:spChg>
      </pc:sldChg>
      <pc:sldChg chg="modSp mod">
        <pc:chgData name="Al Friend" userId="e5ed79da-d858-46d4-9eed-a7a24903f2de" providerId="ADAL" clId="{6CF5D3DD-A8C4-4611-8099-4AEB2E976A2E}" dt="2026-02-11T17:47:02.008" v="659" actId="20577"/>
        <pc:sldMkLst>
          <pc:docMk/>
          <pc:sldMk cId="1083383636" sldId="468"/>
        </pc:sldMkLst>
        <pc:spChg chg="mod">
          <ac:chgData name="Al Friend" userId="e5ed79da-d858-46d4-9eed-a7a24903f2de" providerId="ADAL" clId="{6CF5D3DD-A8C4-4611-8099-4AEB2E976A2E}" dt="2026-02-11T17:47:02.008" v="659" actId="20577"/>
          <ac:spMkLst>
            <pc:docMk/>
            <pc:sldMk cId="1083383636" sldId="468"/>
            <ac:spMk id="2" creationId="{2CE87805-17F2-4B70-B505-57FB17E1FEE3}"/>
          </ac:spMkLst>
        </pc:spChg>
      </pc:sldChg>
      <pc:sldChg chg="modSp mod">
        <pc:chgData name="Al Friend" userId="e5ed79da-d858-46d4-9eed-a7a24903f2de" providerId="ADAL" clId="{6CF5D3DD-A8C4-4611-8099-4AEB2E976A2E}" dt="2026-02-11T17:48:05.058" v="663" actId="20577"/>
        <pc:sldMkLst>
          <pc:docMk/>
          <pc:sldMk cId="3173619728" sldId="570"/>
        </pc:sldMkLst>
        <pc:spChg chg="mod">
          <ac:chgData name="Al Friend" userId="e5ed79da-d858-46d4-9eed-a7a24903f2de" providerId="ADAL" clId="{6CF5D3DD-A8C4-4611-8099-4AEB2E976A2E}" dt="2026-02-11T17:48:05.058" v="663" actId="20577"/>
          <ac:spMkLst>
            <pc:docMk/>
            <pc:sldMk cId="3173619728" sldId="570"/>
            <ac:spMk id="2" creationId="{2CE87805-17F2-4B70-B505-57FB17E1FEE3}"/>
          </ac:spMkLst>
        </pc:spChg>
      </pc:sldChg>
      <pc:sldChg chg="modSp mod">
        <pc:chgData name="Al Friend" userId="e5ed79da-d858-46d4-9eed-a7a24903f2de" providerId="ADAL" clId="{6CF5D3DD-A8C4-4611-8099-4AEB2E976A2E}" dt="2026-02-11T17:46:57.615" v="657" actId="20577"/>
        <pc:sldMkLst>
          <pc:docMk/>
          <pc:sldMk cId="864512744" sldId="673"/>
        </pc:sldMkLst>
        <pc:spChg chg="mod">
          <ac:chgData name="Al Friend" userId="e5ed79da-d858-46d4-9eed-a7a24903f2de" providerId="ADAL" clId="{6CF5D3DD-A8C4-4611-8099-4AEB2E976A2E}" dt="2026-02-11T17:46:57.615" v="657" actId="20577"/>
          <ac:spMkLst>
            <pc:docMk/>
            <pc:sldMk cId="864512744" sldId="673"/>
            <ac:spMk id="2" creationId="{2CE87805-17F2-4B70-B505-57FB17E1FEE3}"/>
          </ac:spMkLst>
        </pc:spChg>
      </pc:sldChg>
      <pc:sldChg chg="modSp mod">
        <pc:chgData name="Al Friend" userId="e5ed79da-d858-46d4-9eed-a7a24903f2de" providerId="ADAL" clId="{6CF5D3DD-A8C4-4611-8099-4AEB2E976A2E}" dt="2026-02-11T17:48:01.083" v="661" actId="20577"/>
        <pc:sldMkLst>
          <pc:docMk/>
          <pc:sldMk cId="98939593" sldId="674"/>
        </pc:sldMkLst>
        <pc:spChg chg="mod">
          <ac:chgData name="Al Friend" userId="e5ed79da-d858-46d4-9eed-a7a24903f2de" providerId="ADAL" clId="{6CF5D3DD-A8C4-4611-8099-4AEB2E976A2E}" dt="2026-02-11T17:48:01.083" v="661" actId="20577"/>
          <ac:spMkLst>
            <pc:docMk/>
            <pc:sldMk cId="98939593" sldId="674"/>
            <ac:spMk id="2" creationId="{2CE87805-17F2-4B70-B505-57FB17E1FEE3}"/>
          </ac:spMkLst>
        </pc:spChg>
      </pc:sldChg>
      <pc:sldChg chg="modSp mod">
        <pc:chgData name="Al Friend" userId="e5ed79da-d858-46d4-9eed-a7a24903f2de" providerId="ADAL" clId="{6CF5D3DD-A8C4-4611-8099-4AEB2E976A2E}" dt="2026-02-11T17:43:56.988" v="655" actId="20577"/>
        <pc:sldMkLst>
          <pc:docMk/>
          <pc:sldMk cId="2837841370" sldId="675"/>
        </pc:sldMkLst>
        <pc:spChg chg="mod">
          <ac:chgData name="Al Friend" userId="e5ed79da-d858-46d4-9eed-a7a24903f2de" providerId="ADAL" clId="{6CF5D3DD-A8C4-4611-8099-4AEB2E976A2E}" dt="2026-02-11T17:43:56.988" v="655" actId="20577"/>
          <ac:spMkLst>
            <pc:docMk/>
            <pc:sldMk cId="2837841370" sldId="675"/>
            <ac:spMk id="2" creationId="{2CE87805-17F2-4B70-B505-57FB17E1FEE3}"/>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19T10:06:50.347" v="3142" actId="6549"/>
      <pc:docMkLst>
        <pc:docMk/>
      </pc:docMkLst>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2-12T10:03:37.270" v="3003" actId="20577"/>
        <pc:sldMkLst>
          <pc:docMk/>
          <pc:sldMk cId="4222611681" sldId="449"/>
        </pc:sldMkLst>
        <pc:spChg chg="mod">
          <ac:chgData name="Al Friend" userId="e5ed79da-d858-46d4-9eed-a7a24903f2de" providerId="ADAL" clId="{7537B086-0992-4C5F-A071-F6F8659556F1}" dt="2026-02-12T10:03:37.270" v="3003" actId="20577"/>
          <ac:spMkLst>
            <pc:docMk/>
            <pc:sldMk cId="4222611681" sldId="449"/>
            <ac:spMk id="2" creationId="{2CE87805-17F2-4B70-B505-57FB17E1FEE3}"/>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modAnim">
        <pc:chgData name="Al Friend" userId="e5ed79da-d858-46d4-9eed-a7a24903f2de" providerId="ADAL" clId="{7537B086-0992-4C5F-A071-F6F8659556F1}" dt="2026-02-12T10:33:31.375" v="3140"/>
        <pc:sldMkLst>
          <pc:docMk/>
          <pc:sldMk cId="1083383636" sldId="468"/>
        </pc:sldMkLst>
        <pc:spChg chg="mod">
          <ac:chgData name="Al Friend" userId="e5ed79da-d858-46d4-9eed-a7a24903f2de" providerId="ADAL" clId="{7537B086-0992-4C5F-A071-F6F8659556F1}" dt="2026-02-12T10:14:50.971" v="3005" actId="20577"/>
          <ac:spMkLst>
            <pc:docMk/>
            <pc:sldMk cId="1083383636" sldId="468"/>
            <ac:spMk id="3" creationId="{E4EE7085-4C5B-409B-8843-A8A3D3CB6E90}"/>
          </ac:spMkLst>
        </pc:spChg>
        <pc:spChg chg="mod">
          <ac:chgData name="Al Friend" userId="e5ed79da-d858-46d4-9eed-a7a24903f2de" providerId="ADAL" clId="{7537B086-0992-4C5F-A071-F6F8659556F1}" dt="2026-02-12T10:33:20.804" v="3116" actId="1037"/>
          <ac:spMkLst>
            <pc:docMk/>
            <pc:sldMk cId="1083383636" sldId="468"/>
            <ac:spMk id="6" creationId="{77E8332C-AADD-4F2B-B0E2-AC0B43D6AE90}"/>
          </ac:spMkLst>
        </pc:spChg>
        <pc:spChg chg="mod">
          <ac:chgData name="Al Friend" userId="e5ed79da-d858-46d4-9eed-a7a24903f2de" providerId="ADAL" clId="{7537B086-0992-4C5F-A071-F6F8659556F1}" dt="2026-02-12T10:33:26.238" v="3133" actId="1037"/>
          <ac:spMkLst>
            <pc:docMk/>
            <pc:sldMk cId="1083383636" sldId="468"/>
            <ac:spMk id="7" creationId="{412E8916-E1C6-455C-96C6-1411BB246ADC}"/>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modAnim">
        <pc:chgData name="Al Friend" userId="e5ed79da-d858-46d4-9eed-a7a24903f2de" providerId="ADAL" clId="{7537B086-0992-4C5F-A071-F6F8659556F1}" dt="2026-02-12T10:32:48.351" v="3084"/>
        <pc:sldMkLst>
          <pc:docMk/>
          <pc:sldMk cId="3173619728" sldId="570"/>
        </pc:sldMkLst>
        <pc:spChg chg="mod">
          <ac:chgData name="Al Friend" userId="e5ed79da-d858-46d4-9eed-a7a24903f2de" providerId="ADAL" clId="{7537B086-0992-4C5F-A071-F6F8659556F1}" dt="2026-02-12T10:31:59.764" v="3069" actId="1038"/>
          <ac:spMkLst>
            <pc:docMk/>
            <pc:sldMk cId="3173619728" sldId="570"/>
            <ac:spMk id="5" creationId="{44FEFF9E-B37B-D61A-0BB0-4A87C663B88F}"/>
          </ac:spMkLst>
        </pc:spChg>
        <pc:spChg chg="mod">
          <ac:chgData name="Al Friend" userId="e5ed79da-d858-46d4-9eed-a7a24903f2de" providerId="ADAL" clId="{7537B086-0992-4C5F-A071-F6F8659556F1}" dt="2026-02-12T10:32:12.184" v="3080" actId="1038"/>
          <ac:spMkLst>
            <pc:docMk/>
            <pc:sldMk cId="3173619728" sldId="570"/>
            <ac:spMk id="6" creationId="{8C82E73A-9351-440B-AD5A-91B4FA5E208F}"/>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2-12T10:14:57.867" v="3007" actId="20577"/>
        <pc:sldMkLst>
          <pc:docMk/>
          <pc:sldMk cId="864512744" sldId="673"/>
        </pc:sldMkLst>
        <pc:spChg chg="mod">
          <ac:chgData name="Al Friend" userId="e5ed79da-d858-46d4-9eed-a7a24903f2de" providerId="ADAL" clId="{7537B086-0992-4C5F-A071-F6F8659556F1}" dt="2026-02-12T10:14:57.867" v="3007" actId="20577"/>
          <ac:spMkLst>
            <pc:docMk/>
            <pc:sldMk cId="864512744" sldId="673"/>
            <ac:spMk id="3" creationId="{E4EE7085-4C5B-409B-8843-A8A3D3CB6E90}"/>
          </ac:spMkLst>
        </pc:spChg>
      </pc:sldChg>
      <pc:sldChg chg="modSp">
        <pc:chgData name="Al Friend" userId="e5ed79da-d858-46d4-9eed-a7a24903f2de" providerId="ADAL" clId="{7537B086-0992-4C5F-A071-F6F8659556F1}" dt="2026-02-12T10:03:32.742" v="2999" actId="20577"/>
        <pc:sldMkLst>
          <pc:docMk/>
          <pc:sldMk cId="2837841370" sldId="675"/>
        </pc:sldMkLst>
        <pc:spChg chg="mod">
          <ac:chgData name="Al Friend" userId="e5ed79da-d858-46d4-9eed-a7a24903f2de" providerId="ADAL" clId="{7537B086-0992-4C5F-A071-F6F8659556F1}" dt="2026-02-12T10:03:32.742" v="2999" actId="20577"/>
          <ac:spMkLst>
            <pc:docMk/>
            <pc:sldMk cId="2837841370" sldId="675"/>
            <ac:spMk id="2" creationId="{2CE87805-17F2-4B70-B505-57FB17E1FEE3}"/>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modSp">
        <pc:chgData name="Al Friend" userId="e5ed79da-d858-46d4-9eed-a7a24903f2de" providerId="ADAL" clId="{7537B086-0992-4C5F-A071-F6F8659556F1}" dt="2026-02-19T10:06:50.347" v="3142" actId="6549"/>
        <pc:sldMkLst>
          <pc:docMk/>
          <pc:sldMk cId="2545875336" sldId="736"/>
        </pc:sldMkLst>
        <pc:spChg chg="mod">
          <ac:chgData name="Al Friend" userId="e5ed79da-d858-46d4-9eed-a7a24903f2de" providerId="ADAL" clId="{7537B086-0992-4C5F-A071-F6F8659556F1}" dt="2026-02-19T10:06:50.347" v="3142" actId="6549"/>
          <ac:spMkLst>
            <pc:docMk/>
            <pc:sldMk cId="2545875336" sldId="736"/>
            <ac:spMk id="2" creationId="{A4150D6E-A7AE-40F1-B520-C3C5A5B9033C}"/>
          </ac:spMkLst>
        </pc:spChg>
      </pc:sldChg>
      <pc:sldChg chg="modSp">
        <pc:chgData name="Al Friend" userId="e5ed79da-d858-46d4-9eed-a7a24903f2de" providerId="ADAL" clId="{7537B086-0992-4C5F-A071-F6F8659556F1}" dt="2026-02-19T08:50:25.606" v="3141" actId="20577"/>
        <pc:sldMkLst>
          <pc:docMk/>
          <pc:sldMk cId="456428960" sldId="737"/>
        </pc:sldMkLst>
        <pc:spChg chg="mod">
          <ac:chgData name="Al Friend" userId="e5ed79da-d858-46d4-9eed-a7a24903f2de" providerId="ADAL" clId="{7537B086-0992-4C5F-A071-F6F8659556F1}" dt="2026-02-19T08:50:25.606" v="3141" actId="20577"/>
          <ac:spMkLst>
            <pc:docMk/>
            <pc:sldMk cId="456428960" sldId="737"/>
            <ac:spMk id="2" creationId="{A4150D6E-A7AE-40F1-B520-C3C5A5B9033C}"/>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19/02/2026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19/02/2026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98</TotalTime>
  <Words>12208</Words>
  <Application>Microsoft Office PowerPoint</Application>
  <PresentationFormat>Widescreen</PresentationFormat>
  <Paragraphs>5002</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491</cp:revision>
  <cp:lastPrinted>2021-06-18T08:15:49Z</cp:lastPrinted>
  <dcterms:created xsi:type="dcterms:W3CDTF">2020-11-23T14:36:09Z</dcterms:created>
  <dcterms:modified xsi:type="dcterms:W3CDTF">2026-02-19T10:31:09Z</dcterms:modified>
</cp:coreProperties>
</file>