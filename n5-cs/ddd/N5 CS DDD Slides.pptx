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theme/themeOverride1.xml" ContentType="application/vnd.openxmlformats-officedocument.themeOverride+xml"/>
  <Override PartName="/ppt/notesSlides/notesSlide40.xml" ContentType="application/vnd.openxmlformats-officedocument.presentationml.notesSlide+xml"/>
  <Override PartName="/ppt/theme/themeOverride2.xml" ContentType="application/vnd.openxmlformats-officedocument.themeOverr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4"/>
  </p:notesMasterIdLst>
  <p:sldIdLst>
    <p:sldId id="262" r:id="rId2"/>
    <p:sldId id="424" r:id="rId3"/>
    <p:sldId id="430" r:id="rId4"/>
    <p:sldId id="470" r:id="rId5"/>
    <p:sldId id="465" r:id="rId6"/>
    <p:sldId id="886" r:id="rId7"/>
    <p:sldId id="481" r:id="rId8"/>
    <p:sldId id="887" r:id="rId9"/>
    <p:sldId id="479" r:id="rId10"/>
    <p:sldId id="686" r:id="rId11"/>
    <p:sldId id="595" r:id="rId12"/>
    <p:sldId id="888" r:id="rId13"/>
    <p:sldId id="889" r:id="rId14"/>
    <p:sldId id="659" r:id="rId15"/>
    <p:sldId id="660" r:id="rId16"/>
    <p:sldId id="688" r:id="rId17"/>
    <p:sldId id="689" r:id="rId18"/>
    <p:sldId id="658" r:id="rId19"/>
    <p:sldId id="260" r:id="rId20"/>
    <p:sldId id="661" r:id="rId21"/>
    <p:sldId id="434" r:id="rId22"/>
    <p:sldId id="687" r:id="rId23"/>
    <p:sldId id="436" r:id="rId24"/>
    <p:sldId id="435" r:id="rId25"/>
    <p:sldId id="455" r:id="rId26"/>
    <p:sldId id="437" r:id="rId27"/>
    <p:sldId id="589" r:id="rId28"/>
    <p:sldId id="830" r:id="rId29"/>
    <p:sldId id="831" r:id="rId30"/>
    <p:sldId id="662" r:id="rId31"/>
    <p:sldId id="448" r:id="rId32"/>
    <p:sldId id="536" r:id="rId33"/>
    <p:sldId id="287" r:id="rId34"/>
    <p:sldId id="710" r:id="rId35"/>
    <p:sldId id="438" r:id="rId36"/>
    <p:sldId id="590" r:id="rId37"/>
    <p:sldId id="772" r:id="rId38"/>
    <p:sldId id="832" r:id="rId39"/>
    <p:sldId id="553" r:id="rId40"/>
    <p:sldId id="591" r:id="rId41"/>
    <p:sldId id="555" r:id="rId42"/>
    <p:sldId id="592" r:id="rId43"/>
    <p:sldId id="559" r:id="rId44"/>
    <p:sldId id="593" r:id="rId45"/>
    <p:sldId id="554" r:id="rId46"/>
    <p:sldId id="594" r:id="rId47"/>
    <p:sldId id="664" r:id="rId48"/>
    <p:sldId id="539" r:id="rId49"/>
    <p:sldId id="665" r:id="rId50"/>
    <p:sldId id="773" r:id="rId51"/>
    <p:sldId id="833" r:id="rId52"/>
    <p:sldId id="543" r:id="rId53"/>
    <p:sldId id="663" r:id="rId54"/>
    <p:sldId id="472" r:id="rId55"/>
    <p:sldId id="711" r:id="rId56"/>
    <p:sldId id="473" r:id="rId57"/>
    <p:sldId id="712" r:id="rId58"/>
    <p:sldId id="834" r:id="rId59"/>
    <p:sldId id="835" r:id="rId60"/>
    <p:sldId id="851" r:id="rId61"/>
    <p:sldId id="852" r:id="rId62"/>
    <p:sldId id="471" r:id="rId63"/>
    <p:sldId id="713" r:id="rId64"/>
    <p:sldId id="441" r:id="rId65"/>
    <p:sldId id="669" r:id="rId66"/>
    <p:sldId id="730" r:id="rId67"/>
    <p:sldId id="731" r:id="rId68"/>
    <p:sldId id="544" r:id="rId69"/>
    <p:sldId id="445" r:id="rId70"/>
    <p:sldId id="732" r:id="rId71"/>
    <p:sldId id="853" r:id="rId72"/>
    <p:sldId id="444" r:id="rId73"/>
    <p:sldId id="447" r:id="rId74"/>
    <p:sldId id="460" r:id="rId75"/>
    <p:sldId id="446" r:id="rId76"/>
    <p:sldId id="671" r:id="rId77"/>
    <p:sldId id="521" r:id="rId78"/>
    <p:sldId id="735" r:id="rId79"/>
    <p:sldId id="776" r:id="rId80"/>
    <p:sldId id="855" r:id="rId81"/>
    <p:sldId id="854" r:id="rId82"/>
    <p:sldId id="857" r:id="rId83"/>
    <p:sldId id="450" r:id="rId84"/>
    <p:sldId id="449" r:id="rId85"/>
    <p:sldId id="675" r:id="rId86"/>
    <p:sldId id="862" r:id="rId87"/>
    <p:sldId id="863" r:id="rId88"/>
    <p:sldId id="864" r:id="rId89"/>
    <p:sldId id="865" r:id="rId90"/>
    <p:sldId id="468" r:id="rId91"/>
    <p:sldId id="673" r:id="rId92"/>
    <p:sldId id="570" r:id="rId93"/>
    <p:sldId id="674" r:id="rId94"/>
    <p:sldId id="451" r:id="rId95"/>
    <p:sldId id="452" r:id="rId96"/>
    <p:sldId id="676" r:id="rId97"/>
    <p:sldId id="736" r:id="rId98"/>
    <p:sldId id="737" r:id="rId99"/>
    <p:sldId id="574" r:id="rId100"/>
    <p:sldId id="677" r:id="rId101"/>
    <p:sldId id="454" r:id="rId102"/>
    <p:sldId id="453" r:id="rId103"/>
    <p:sldId id="678" r:id="rId104"/>
    <p:sldId id="738" r:id="rId105"/>
    <p:sldId id="739" r:id="rId106"/>
    <p:sldId id="778" r:id="rId107"/>
    <p:sldId id="781" r:id="rId108"/>
    <p:sldId id="545" r:id="rId109"/>
    <p:sldId id="577" r:id="rId110"/>
    <p:sldId id="715" r:id="rId111"/>
    <p:sldId id="743" r:id="rId112"/>
    <p:sldId id="586" r:id="rId113"/>
    <p:sldId id="714" r:id="rId114"/>
    <p:sldId id="588" r:id="rId115"/>
    <p:sldId id="752" r:id="rId116"/>
    <p:sldId id="748" r:id="rId117"/>
    <p:sldId id="750" r:id="rId118"/>
    <p:sldId id="749" r:id="rId119"/>
    <p:sldId id="751" r:id="rId120"/>
    <p:sldId id="587" r:id="rId121"/>
    <p:sldId id="702" r:id="rId122"/>
    <p:sldId id="754" r:id="rId123"/>
    <p:sldId id="670" r:id="rId124"/>
    <p:sldId id="717" r:id="rId125"/>
    <p:sldId id="728" r:id="rId126"/>
    <p:sldId id="719" r:id="rId127"/>
    <p:sldId id="780" r:id="rId128"/>
    <p:sldId id="718" r:id="rId129"/>
    <p:sldId id="703" r:id="rId130"/>
    <p:sldId id="581" r:id="rId131"/>
    <p:sldId id="753" r:id="rId132"/>
    <p:sldId id="582" r:id="rId133"/>
    <p:sldId id="705" r:id="rId134"/>
    <p:sldId id="755" r:id="rId135"/>
    <p:sldId id="756" r:id="rId136"/>
    <p:sldId id="724" r:id="rId137"/>
    <p:sldId id="726" r:id="rId138"/>
    <p:sldId id="723" r:id="rId139"/>
    <p:sldId id="706" r:id="rId140"/>
    <p:sldId id="584" r:id="rId141"/>
    <p:sldId id="707" r:id="rId142"/>
    <p:sldId id="725" r:id="rId143"/>
    <p:sldId id="727" r:id="rId144"/>
    <p:sldId id="461" r:id="rId145"/>
    <p:sldId id="729" r:id="rId146"/>
    <p:sldId id="819" r:id="rId147"/>
    <p:sldId id="256" r:id="rId148"/>
    <p:sldId id="524" r:id="rId149"/>
    <p:sldId id="820" r:id="rId150"/>
    <p:sldId id="821" r:id="rId151"/>
    <p:sldId id="822" r:id="rId152"/>
    <p:sldId id="823" r:id="rId153"/>
    <p:sldId id="824" r:id="rId154"/>
    <p:sldId id="826" r:id="rId155"/>
    <p:sldId id="523" r:id="rId156"/>
    <p:sldId id="827" r:id="rId157"/>
    <p:sldId id="690" r:id="rId158"/>
    <p:sldId id="480" r:id="rId159"/>
    <p:sldId id="777" r:id="rId160"/>
    <p:sldId id="680" r:id="rId161"/>
    <p:sldId id="684" r:id="rId162"/>
    <p:sldId id="682" r:id="rId163"/>
    <p:sldId id="681" r:id="rId164"/>
    <p:sldId id="874" r:id="rId165"/>
    <p:sldId id="482" r:id="rId166"/>
    <p:sldId id="873" r:id="rId167"/>
    <p:sldId id="842" r:id="rId168"/>
    <p:sldId id="843" r:id="rId169"/>
    <p:sldId id="846" r:id="rId170"/>
    <p:sldId id="850" r:id="rId171"/>
    <p:sldId id="847" r:id="rId172"/>
    <p:sldId id="849" r:id="rId173"/>
    <p:sldId id="828" r:id="rId174"/>
    <p:sldId id="829" r:id="rId175"/>
    <p:sldId id="533" r:id="rId176"/>
    <p:sldId id="763" r:id="rId177"/>
    <p:sldId id="761" r:id="rId178"/>
    <p:sldId id="759" r:id="rId179"/>
    <p:sldId id="760" r:id="rId180"/>
    <p:sldId id="757" r:id="rId181"/>
    <p:sldId id="758" r:id="rId182"/>
    <p:sldId id="501" r:id="rId183"/>
    <p:sldId id="508" r:id="rId184"/>
    <p:sldId id="495" r:id="rId185"/>
    <p:sldId id="509" r:id="rId186"/>
    <p:sldId id="493" r:id="rId187"/>
    <p:sldId id="528" r:id="rId188"/>
    <p:sldId id="529" r:id="rId189"/>
    <p:sldId id="530" r:id="rId190"/>
    <p:sldId id="499" r:id="rId191"/>
    <p:sldId id="506" r:id="rId192"/>
    <p:sldId id="500" r:id="rId193"/>
    <p:sldId id="507" r:id="rId194"/>
    <p:sldId id="496" r:id="rId195"/>
    <p:sldId id="467" r:id="rId196"/>
    <p:sldId id="875" r:id="rId197"/>
    <p:sldId id="838" r:id="rId198"/>
    <p:sldId id="876" r:id="rId199"/>
    <p:sldId id="534" r:id="rId200"/>
    <p:sldId id="503" r:id="rId201"/>
    <p:sldId id="512" r:id="rId202"/>
    <p:sldId id="836" r:id="rId203"/>
    <p:sldId id="837" r:id="rId204"/>
    <p:sldId id="519" r:id="rId205"/>
    <p:sldId id="877" r:id="rId206"/>
    <p:sldId id="532" r:id="rId207"/>
    <p:sldId id="878" r:id="rId208"/>
    <p:sldId id="502" r:id="rId209"/>
    <p:sldId id="879" r:id="rId210"/>
    <p:sldId id="513" r:id="rId211"/>
    <p:sldId id="535" r:id="rId212"/>
    <p:sldId id="514" r:id="rId213"/>
    <p:sldId id="880" r:id="rId214"/>
    <p:sldId id="515" r:id="rId215"/>
    <p:sldId id="881" r:id="rId216"/>
    <p:sldId id="516" r:id="rId217"/>
    <p:sldId id="883" r:id="rId218"/>
    <p:sldId id="517" r:id="rId219"/>
    <p:sldId id="882" r:id="rId220"/>
    <p:sldId id="537" r:id="rId221"/>
    <p:sldId id="884" r:id="rId222"/>
    <p:sldId id="885" r:id="rId223"/>
    <p:sldId id="856" r:id="rId224"/>
    <p:sldId id="866" r:id="rId225"/>
    <p:sldId id="860" r:id="rId226"/>
    <p:sldId id="867" r:id="rId227"/>
    <p:sldId id="858" r:id="rId228"/>
    <p:sldId id="868" r:id="rId229"/>
    <p:sldId id="869" r:id="rId230"/>
    <p:sldId id="871" r:id="rId231"/>
    <p:sldId id="870" r:id="rId232"/>
    <p:sldId id="872" r:id="rId233"/>
    <p:sldId id="691" r:id="rId234"/>
    <p:sldId id="692" r:id="rId235"/>
    <p:sldId id="693" r:id="rId236"/>
    <p:sldId id="694" r:id="rId237"/>
    <p:sldId id="695" r:id="rId238"/>
    <p:sldId id="696" r:id="rId239"/>
    <p:sldId id="697" r:id="rId240"/>
    <p:sldId id="698" r:id="rId241"/>
    <p:sldId id="699" r:id="rId242"/>
    <p:sldId id="700" r:id="rId243"/>
    <p:sldId id="701" r:id="rId244"/>
    <p:sldId id="740" r:id="rId245"/>
    <p:sldId id="741" r:id="rId246"/>
    <p:sldId id="769" r:id="rId247"/>
    <p:sldId id="742" r:id="rId248"/>
    <p:sldId id="774" r:id="rId249"/>
    <p:sldId id="764" r:id="rId250"/>
    <p:sldId id="766" r:id="rId251"/>
    <p:sldId id="765" r:id="rId252"/>
    <p:sldId id="768" r:id="rId253"/>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Internal commentary" id="{1C33CE3C-DDFD-4A04-A8B3-5B64861D3E79}">
          <p14:sldIdLst>
            <p14:sldId id="595"/>
            <p14:sldId id="888"/>
            <p14:sldId id="889"/>
            <p14:sldId id="659"/>
            <p14:sldId id="660"/>
            <p14:sldId id="688"/>
            <p14:sldId id="689"/>
          </p14:sldIdLst>
        </p14:section>
        <p14:section name="Display" id="{7F5F0C3E-99A6-45D0-9B99-14930DA3A596}">
          <p14:sldIdLst>
            <p14:sldId id="658"/>
            <p14:sldId id="260"/>
            <p14:sldId id="661"/>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81622" autoAdjust="0"/>
  </p:normalViewPr>
  <p:slideViewPr>
    <p:cSldViewPr snapToGrid="0" showGuides="1">
      <p:cViewPr varScale="1">
        <p:scale>
          <a:sx n="54" d="100"/>
          <a:sy n="54" d="100"/>
        </p:scale>
        <p:origin x="62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theme" Target="theme/theme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tableStyles" Target="tableStyles.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microsoft.com/office/2016/11/relationships/changesInfo" Target="changesInfos/changesInfo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notesMaster" Target="notesMasters/notes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commentAuthors" Target="commentAuthors.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presProps" Target="presProps.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7537B086-0992-4C5F-A071-F6F8659556F1}"/>
    <pc:docChg chg="undo custSel addSld delSld modSld modMainMaster modSection">
      <pc:chgData name="Al Friend" userId="e5ed79da-d858-46d4-9eed-a7a24903f2de" providerId="ADAL" clId="{7537B086-0992-4C5F-A071-F6F8659556F1}" dt="2026-01-08T10:07:15.003" v="117" actId="113"/>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del">
        <pc:chgData name="Al Friend" userId="e5ed79da-d858-46d4-9eed-a7a24903f2de" providerId="ADAL" clId="{7537B086-0992-4C5F-A071-F6F8659556F1}" dt="2026-01-08T08:59:53.464" v="10" actId="2696"/>
        <pc:sldMkLst>
          <pc:docMk/>
          <pc:sldMk cId="1490160107" sldId="491"/>
        </pc:sldMkLst>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del">
        <pc:chgData name="Al Friend" userId="e5ed79da-d858-46d4-9eed-a7a24903f2de" providerId="ADAL" clId="{7537B086-0992-4C5F-A071-F6F8659556F1}" dt="2026-01-08T09:03:11.913" v="51" actId="2696"/>
        <pc:sldMkLst>
          <pc:docMk/>
          <pc:sldMk cId="365399832" sldId="685"/>
        </pc:sldMkLst>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delSp add modTransition modAnim">
        <pc:chgData name="Al Friend" userId="e5ed79da-d858-46d4-9eed-a7a24903f2de" providerId="ADAL" clId="{7537B086-0992-4C5F-A071-F6F8659556F1}" dt="2026-01-08T08:59:48.965" v="9" actId="478"/>
        <pc:sldMkLst>
          <pc:docMk/>
          <pc:sldMk cId="504513756" sldId="886"/>
        </pc:sldMkLst>
        <pc:spChg chg="del">
          <ac:chgData name="Al Friend" userId="e5ed79da-d858-46d4-9eed-a7a24903f2de" providerId="ADAL" clId="{7537B086-0992-4C5F-A071-F6F8659556F1}" dt="2026-01-08T08:59:48.965" v="9" actId="478"/>
          <ac:spMkLst>
            <pc:docMk/>
            <pc:sldMk cId="504513756" sldId="886"/>
            <ac:spMk id="10" creationId="{924404A3-ED4C-4699-9CA9-EFEB23F51AA9}"/>
          </ac:spMkLst>
        </pc:spChg>
      </pc:sldChg>
      <pc:sldChg chg="delSp add modTransition modAnim">
        <pc:chgData name="Al Friend" userId="e5ed79da-d858-46d4-9eed-a7a24903f2de" providerId="ADAL" clId="{7537B086-0992-4C5F-A071-F6F8659556F1}" dt="2026-01-08T09:03:03.953" v="50" actId="478"/>
        <pc:sldMkLst>
          <pc:docMk/>
          <pc:sldMk cId="274477786" sldId="887"/>
        </pc:sldMkLst>
        <pc:spChg chg="del">
          <ac:chgData name="Al Friend" userId="e5ed79da-d858-46d4-9eed-a7a24903f2de" providerId="ADAL" clId="{7537B086-0992-4C5F-A071-F6F8659556F1}" dt="2026-01-08T09:02:56.947" v="46" actId="478"/>
          <ac:spMkLst>
            <pc:docMk/>
            <pc:sldMk cId="274477786" sldId="887"/>
            <ac:spMk id="3" creationId="{52A295CC-8959-7191-3AFD-BD54D14A7EC9}"/>
          </ac:spMkLst>
        </pc:spChg>
        <pc:spChg chg="del">
          <ac:chgData name="Al Friend" userId="e5ed79da-d858-46d4-9eed-a7a24903f2de" providerId="ADAL" clId="{7537B086-0992-4C5F-A071-F6F8659556F1}" dt="2026-01-08T09:02:58.976" v="47" actId="478"/>
          <ac:spMkLst>
            <pc:docMk/>
            <pc:sldMk cId="274477786" sldId="887"/>
            <ac:spMk id="4" creationId="{5D773087-09BD-45AD-89A6-29025E9351DE}"/>
          </ac:spMkLst>
        </pc:spChg>
        <pc:spChg chg="del">
          <ac:chgData name="Al Friend" userId="e5ed79da-d858-46d4-9eed-a7a24903f2de" providerId="ADAL" clId="{7537B086-0992-4C5F-A071-F6F8659556F1}" dt="2026-01-08T09:03:03.953" v="50" actId="478"/>
          <ac:spMkLst>
            <pc:docMk/>
            <pc:sldMk cId="274477786" sldId="887"/>
            <ac:spMk id="6" creationId="{924404A3-ED4C-4699-9CA9-EFEB23F51AA9}"/>
          </ac:spMkLst>
        </pc:spChg>
        <pc:spChg chg="del">
          <ac:chgData name="Al Friend" userId="e5ed79da-d858-46d4-9eed-a7a24903f2de" providerId="ADAL" clId="{7537B086-0992-4C5F-A071-F6F8659556F1}" dt="2026-01-08T09:03:01.819" v="48" actId="478"/>
          <ac:spMkLst>
            <pc:docMk/>
            <pc:sldMk cId="274477786" sldId="887"/>
            <ac:spMk id="7" creationId="{EBD85118-3121-322A-A785-D7E5BC3C6DDB}"/>
          </ac:spMkLst>
        </pc:spChg>
        <pc:spChg chg="del">
          <ac:chgData name="Al Friend" userId="e5ed79da-d858-46d4-9eed-a7a24903f2de" providerId="ADAL" clId="{7537B086-0992-4C5F-A071-F6F8659556F1}" dt="2026-01-08T09:03:02.719" v="49" actId="478"/>
          <ac:spMkLst>
            <pc:docMk/>
            <pc:sldMk cId="274477786" sldId="887"/>
            <ac:spMk id="8" creationId="{B9255652-7499-91E1-0752-F0DD357DD42C}"/>
          </ac:spMkLst>
        </pc:spChg>
      </pc:sldChg>
      <pc:sldChg chg="modSp add">
        <pc:chgData name="Al Friend" userId="e5ed79da-d858-46d4-9eed-a7a24903f2de" providerId="ADAL" clId="{7537B086-0992-4C5F-A071-F6F8659556F1}" dt="2026-01-08T09:34:45.577" v="102" actId="113"/>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modTransition modAnim">
        <pc:chgData name="Al Friend" userId="e5ed79da-d858-46d4-9eed-a7a24903f2de" providerId="ADAL" clId="{7537B086-0992-4C5F-A071-F6F8659556F1}" dt="2026-01-08T09:34:29.477" v="100" actId="27636"/>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pChg chg="del">
          <ac:chgData name="Al Friend" userId="e5ed79da-d858-46d4-9eed-a7a24903f2de" providerId="ADAL" clId="{7537B086-0992-4C5F-A071-F6F8659556F1}" dt="2026-01-08T09:34:07.467" v="87" actId="478"/>
          <ac:spMkLst>
            <pc:docMk/>
            <pc:sldMk cId="1610565375" sldId="889"/>
            <ac:spMk id="5" creationId="{964D77D7-D52A-864E-2F76-F013C7C8D4FE}"/>
          </ac:spMkLst>
        </pc:spChg>
      </pc:sldChg>
      <pc:sldMasterChg chg="modSldLayout">
        <pc:chgData name="Al Friend" userId="e5ed79da-d858-46d4-9eed-a7a24903f2de" providerId="ADAL" clId="{7537B086-0992-4C5F-A071-F6F8659556F1}" dt="2026-01-08T09:16:15.128" v="82"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MasterChg>
    </pc:docChg>
  </pc:docChgLst>
  <pc:docChgLst>
    <pc:chgData name="Al Friend" userId="e5ed79da-d858-46d4-9eed-a7a24903f2de" providerId="ADAL" clId="{8EE75906-5173-4B3D-81F1-C9888A5A8C46}"/>
    <pc:docChg chg="modSld sldOrd modSection">
      <pc:chgData name="Al Friend" userId="e5ed79da-d858-46d4-9eed-a7a24903f2de" providerId="ADAL" clId="{8EE75906-5173-4B3D-81F1-C9888A5A8C46}" dt="2026-01-04T11:16:34.028" v="7"/>
      <pc:docMkLst>
        <pc:docMk/>
      </pc:docMkLst>
      <pc:sldChg chg="ord">
        <pc:chgData name="Al Friend" userId="e5ed79da-d858-46d4-9eed-a7a24903f2de" providerId="ADAL" clId="{8EE75906-5173-4B3D-81F1-C9888A5A8C46}" dt="2026-01-04T11:16:34.028" v="7"/>
        <pc:sldMkLst>
          <pc:docMk/>
          <pc:sldMk cId="3436463184" sldId="260"/>
        </pc:sldMkLst>
      </pc:sldChg>
      <pc:sldChg chg="ord">
        <pc:chgData name="Al Friend" userId="e5ed79da-d858-46d4-9eed-a7a24903f2de" providerId="ADAL" clId="{8EE75906-5173-4B3D-81F1-C9888A5A8C46}" dt="2026-01-04T11:16:34.028" v="7"/>
        <pc:sldMkLst>
          <pc:docMk/>
          <pc:sldMk cId="3817082245" sldId="658"/>
        </pc:sldMkLst>
      </pc:sldChg>
      <pc:sldChg chg="ord">
        <pc:chgData name="Al Friend" userId="e5ed79da-d858-46d4-9eed-a7a24903f2de" providerId="ADAL" clId="{8EE75906-5173-4B3D-81F1-C9888A5A8C46}" dt="2026-01-04T11:16:34.028" v="7"/>
        <pc:sldMkLst>
          <pc:docMk/>
          <pc:sldMk cId="861823585" sldId="661"/>
        </pc:sldMkLst>
      </pc:sldChg>
      <pc:sldChg chg="modNotesTx">
        <pc:chgData name="Al Friend" userId="e5ed79da-d858-46d4-9eed-a7a24903f2de" providerId="ADAL" clId="{8EE75906-5173-4B3D-81F1-C9888A5A8C46}" dt="2026-01-03T12:13:43.702" v="5" actId="113"/>
        <pc:sldMkLst>
          <pc:docMk/>
          <pc:sldMk cId="3493534986" sldId="687"/>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08/01/2026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147</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161</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208</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mod="1">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08/01/2026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1.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5.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4.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4.xml"/><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5.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6.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9.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103</TotalTime>
  <Words>11806</Words>
  <Application>Microsoft Office PowerPoint</Application>
  <PresentationFormat>Widescreen</PresentationFormat>
  <Paragraphs>4820</Paragraphs>
  <Slides>252</Slides>
  <Notes>200</Notes>
  <HiddenSlides>116</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252</vt:i4>
      </vt:variant>
    </vt:vector>
  </HeadingPairs>
  <TitlesOfParts>
    <vt:vector size="260"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SQL</vt:lpstr>
      <vt:lpstr>SQL</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464</cp:revision>
  <cp:lastPrinted>2021-06-18T08:15:49Z</cp:lastPrinted>
  <dcterms:created xsi:type="dcterms:W3CDTF">2020-11-23T14:36:09Z</dcterms:created>
  <dcterms:modified xsi:type="dcterms:W3CDTF">2026-01-08T10:41:15Z</dcterms:modified>
</cp:coreProperties>
</file>