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theme/themeOverride1.xml" ContentType="application/vnd.openxmlformats-officedocument.themeOverride+xml"/>
  <Override PartName="/ppt/notesSlides/notesSlide52.xml" ContentType="application/vnd.openxmlformats-officedocument.presentationml.notesSlide+xml"/>
  <Override PartName="/ppt/theme/themeOverride2.xml" ContentType="application/vnd.openxmlformats-officedocument.themeOverride+xml"/>
  <Override PartName="/ppt/notesSlides/notesSlide53.xml" ContentType="application/vnd.openxmlformats-officedocument.presentationml.notesSlide+xml"/>
  <Override PartName="/ppt/theme/themeOverride3.xml" ContentType="application/vnd.openxmlformats-officedocument.themeOverride+xml"/>
  <Override PartName="/ppt/notesSlides/notesSlide54.xml" ContentType="application/vnd.openxmlformats-officedocument.presentationml.notesSlide+xml"/>
  <Override PartName="/ppt/theme/themeOverride4.xml" ContentType="application/vnd.openxmlformats-officedocument.themeOverride+xml"/>
  <Override PartName="/ppt/notesSlides/notesSlide55.xml" ContentType="application/vnd.openxmlformats-officedocument.presentationml.notesSlide+xml"/>
  <Override PartName="/ppt/theme/themeOverride5.xml" ContentType="application/vnd.openxmlformats-officedocument.themeOverride+xml"/>
  <Override PartName="/ppt/notesSlides/notesSlide56.xml" ContentType="application/vnd.openxmlformats-officedocument.presentationml.notesSlide+xml"/>
  <Override PartName="/ppt/theme/themeOverride6.xml" ContentType="application/vnd.openxmlformats-officedocument.themeOverr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6"/>
  </p:notesMasterIdLst>
  <p:sldIdLst>
    <p:sldId id="262" r:id="rId2"/>
    <p:sldId id="424" r:id="rId3"/>
    <p:sldId id="430" r:id="rId4"/>
    <p:sldId id="470" r:id="rId5"/>
    <p:sldId id="465" r:id="rId6"/>
    <p:sldId id="886" r:id="rId7"/>
    <p:sldId id="481" r:id="rId8"/>
    <p:sldId id="887" r:id="rId9"/>
    <p:sldId id="479" r:id="rId10"/>
    <p:sldId id="686" r:id="rId11"/>
    <p:sldId id="888" r:id="rId12"/>
    <p:sldId id="889" r:id="rId13"/>
    <p:sldId id="891" r:id="rId14"/>
    <p:sldId id="892" r:id="rId15"/>
    <p:sldId id="893" r:id="rId16"/>
    <p:sldId id="595" r:id="rId17"/>
    <p:sldId id="659" r:id="rId18"/>
    <p:sldId id="660" r:id="rId19"/>
    <p:sldId id="688" r:id="rId20"/>
    <p:sldId id="689" r:id="rId21"/>
    <p:sldId id="658" r:id="rId22"/>
    <p:sldId id="260" r:id="rId23"/>
    <p:sldId id="661" r:id="rId24"/>
    <p:sldId id="434" r:id="rId25"/>
    <p:sldId id="436" r:id="rId26"/>
    <p:sldId id="435" r:id="rId27"/>
    <p:sldId id="455" r:id="rId28"/>
    <p:sldId id="437" r:id="rId29"/>
    <p:sldId id="589" r:id="rId30"/>
    <p:sldId id="830" r:id="rId31"/>
    <p:sldId id="831" r:id="rId32"/>
    <p:sldId id="662" r:id="rId33"/>
    <p:sldId id="448" r:id="rId34"/>
    <p:sldId id="536" r:id="rId35"/>
    <p:sldId id="287" r:id="rId36"/>
    <p:sldId id="710" r:id="rId37"/>
    <p:sldId id="894" r:id="rId38"/>
    <p:sldId id="895" r:id="rId39"/>
    <p:sldId id="438" r:id="rId40"/>
    <p:sldId id="590" r:id="rId41"/>
    <p:sldId id="772" r:id="rId42"/>
    <p:sldId id="832" r:id="rId43"/>
    <p:sldId id="553" r:id="rId44"/>
    <p:sldId id="591" r:id="rId45"/>
    <p:sldId id="555" r:id="rId46"/>
    <p:sldId id="592" r:id="rId47"/>
    <p:sldId id="559" r:id="rId48"/>
    <p:sldId id="593" r:id="rId49"/>
    <p:sldId id="554" r:id="rId50"/>
    <p:sldId id="594" r:id="rId51"/>
    <p:sldId id="663" r:id="rId52"/>
    <p:sldId id="472" r:id="rId53"/>
    <p:sldId id="711" r:id="rId54"/>
    <p:sldId id="473" r:id="rId55"/>
    <p:sldId id="712" r:id="rId56"/>
    <p:sldId id="851" r:id="rId57"/>
    <p:sldId id="852" r:id="rId58"/>
    <p:sldId id="900" r:id="rId59"/>
    <p:sldId id="901" r:id="rId60"/>
    <p:sldId id="471" r:id="rId61"/>
    <p:sldId id="713" r:id="rId62"/>
    <p:sldId id="664" r:id="rId63"/>
    <p:sldId id="539" r:id="rId64"/>
    <p:sldId id="665" r:id="rId65"/>
    <p:sldId id="896" r:id="rId66"/>
    <p:sldId id="897" r:id="rId67"/>
    <p:sldId id="898" r:id="rId68"/>
    <p:sldId id="899" r:id="rId69"/>
    <p:sldId id="902" r:id="rId70"/>
    <p:sldId id="905" r:id="rId71"/>
    <p:sldId id="543" r:id="rId72"/>
    <p:sldId id="441" r:id="rId73"/>
    <p:sldId id="669" r:id="rId74"/>
    <p:sldId id="730" r:id="rId75"/>
    <p:sldId id="731" r:id="rId76"/>
    <p:sldId id="544" r:id="rId77"/>
    <p:sldId id="445" r:id="rId78"/>
    <p:sldId id="909" r:id="rId79"/>
    <p:sldId id="910" r:id="rId80"/>
    <p:sldId id="911" r:id="rId81"/>
    <p:sldId id="912" r:id="rId82"/>
    <p:sldId id="908" r:id="rId83"/>
    <p:sldId id="853" r:id="rId84"/>
    <p:sldId id="444" r:id="rId85"/>
    <p:sldId id="447" r:id="rId86"/>
    <p:sldId id="460" r:id="rId87"/>
    <p:sldId id="446" r:id="rId88"/>
    <p:sldId id="671" r:id="rId89"/>
    <p:sldId id="521" r:id="rId90"/>
    <p:sldId id="735" r:id="rId91"/>
    <p:sldId id="776" r:id="rId92"/>
    <p:sldId id="855" r:id="rId93"/>
    <p:sldId id="854" r:id="rId94"/>
    <p:sldId id="857" r:id="rId95"/>
    <p:sldId id="450" r:id="rId96"/>
    <p:sldId id="449" r:id="rId97"/>
    <p:sldId id="675" r:id="rId98"/>
    <p:sldId id="862" r:id="rId99"/>
    <p:sldId id="863" r:id="rId100"/>
    <p:sldId id="864" r:id="rId101"/>
    <p:sldId id="865" r:id="rId102"/>
    <p:sldId id="468" r:id="rId103"/>
    <p:sldId id="673" r:id="rId104"/>
    <p:sldId id="570" r:id="rId105"/>
    <p:sldId id="674" r:id="rId106"/>
    <p:sldId id="451" r:id="rId107"/>
    <p:sldId id="452" r:id="rId108"/>
    <p:sldId id="676" r:id="rId109"/>
    <p:sldId id="736" r:id="rId110"/>
    <p:sldId id="737" r:id="rId111"/>
    <p:sldId id="574" r:id="rId112"/>
    <p:sldId id="677" r:id="rId113"/>
    <p:sldId id="454" r:id="rId114"/>
    <p:sldId id="453" r:id="rId115"/>
    <p:sldId id="678" r:id="rId116"/>
    <p:sldId id="738" r:id="rId117"/>
    <p:sldId id="739" r:id="rId118"/>
    <p:sldId id="778" r:id="rId119"/>
    <p:sldId id="781" r:id="rId120"/>
    <p:sldId id="545" r:id="rId121"/>
    <p:sldId id="577" r:id="rId122"/>
    <p:sldId id="715" r:id="rId123"/>
    <p:sldId id="743" r:id="rId124"/>
    <p:sldId id="586" r:id="rId125"/>
    <p:sldId id="714" r:id="rId126"/>
    <p:sldId id="588" r:id="rId127"/>
    <p:sldId id="752" r:id="rId128"/>
    <p:sldId id="748" r:id="rId129"/>
    <p:sldId id="750" r:id="rId130"/>
    <p:sldId id="749" r:id="rId131"/>
    <p:sldId id="751" r:id="rId132"/>
    <p:sldId id="587" r:id="rId133"/>
    <p:sldId id="702" r:id="rId134"/>
    <p:sldId id="754" r:id="rId135"/>
    <p:sldId id="670" r:id="rId136"/>
    <p:sldId id="717" r:id="rId137"/>
    <p:sldId id="728" r:id="rId138"/>
    <p:sldId id="719" r:id="rId139"/>
    <p:sldId id="780" r:id="rId140"/>
    <p:sldId id="718" r:id="rId141"/>
    <p:sldId id="703" r:id="rId142"/>
    <p:sldId id="581" r:id="rId143"/>
    <p:sldId id="753" r:id="rId144"/>
    <p:sldId id="582" r:id="rId145"/>
    <p:sldId id="705" r:id="rId146"/>
    <p:sldId id="755" r:id="rId147"/>
    <p:sldId id="756" r:id="rId148"/>
    <p:sldId id="724" r:id="rId149"/>
    <p:sldId id="726" r:id="rId150"/>
    <p:sldId id="723" r:id="rId151"/>
    <p:sldId id="706" r:id="rId152"/>
    <p:sldId id="584" r:id="rId153"/>
    <p:sldId id="707" r:id="rId154"/>
    <p:sldId id="725" r:id="rId155"/>
    <p:sldId id="727" r:id="rId156"/>
    <p:sldId id="461" r:id="rId157"/>
    <p:sldId id="729" r:id="rId158"/>
    <p:sldId id="819" r:id="rId159"/>
    <p:sldId id="256" r:id="rId160"/>
    <p:sldId id="524" r:id="rId161"/>
    <p:sldId id="820" r:id="rId162"/>
    <p:sldId id="821" r:id="rId163"/>
    <p:sldId id="822" r:id="rId164"/>
    <p:sldId id="823" r:id="rId165"/>
    <p:sldId id="824" r:id="rId166"/>
    <p:sldId id="826" r:id="rId167"/>
    <p:sldId id="523" r:id="rId168"/>
    <p:sldId id="827" r:id="rId169"/>
    <p:sldId id="690" r:id="rId170"/>
    <p:sldId id="480" r:id="rId171"/>
    <p:sldId id="777" r:id="rId172"/>
    <p:sldId id="680" r:id="rId173"/>
    <p:sldId id="684" r:id="rId174"/>
    <p:sldId id="682" r:id="rId175"/>
    <p:sldId id="681" r:id="rId176"/>
    <p:sldId id="874" r:id="rId177"/>
    <p:sldId id="482" r:id="rId178"/>
    <p:sldId id="873" r:id="rId179"/>
    <p:sldId id="842" r:id="rId180"/>
    <p:sldId id="843" r:id="rId181"/>
    <p:sldId id="846" r:id="rId182"/>
    <p:sldId id="850" r:id="rId183"/>
    <p:sldId id="847" r:id="rId184"/>
    <p:sldId id="849" r:id="rId185"/>
    <p:sldId id="828" r:id="rId186"/>
    <p:sldId id="829" r:id="rId187"/>
    <p:sldId id="533" r:id="rId188"/>
    <p:sldId id="763" r:id="rId189"/>
    <p:sldId id="761" r:id="rId190"/>
    <p:sldId id="759" r:id="rId191"/>
    <p:sldId id="760" r:id="rId192"/>
    <p:sldId id="757" r:id="rId193"/>
    <p:sldId id="758" r:id="rId194"/>
    <p:sldId id="501" r:id="rId195"/>
    <p:sldId id="508" r:id="rId196"/>
    <p:sldId id="495" r:id="rId197"/>
    <p:sldId id="509" r:id="rId198"/>
    <p:sldId id="493" r:id="rId199"/>
    <p:sldId id="528" r:id="rId200"/>
    <p:sldId id="529" r:id="rId201"/>
    <p:sldId id="530" r:id="rId202"/>
    <p:sldId id="499" r:id="rId203"/>
    <p:sldId id="506" r:id="rId204"/>
    <p:sldId id="500" r:id="rId205"/>
    <p:sldId id="507" r:id="rId206"/>
    <p:sldId id="496" r:id="rId207"/>
    <p:sldId id="467" r:id="rId208"/>
    <p:sldId id="875" r:id="rId209"/>
    <p:sldId id="838" r:id="rId210"/>
    <p:sldId id="876" r:id="rId211"/>
    <p:sldId id="534" r:id="rId212"/>
    <p:sldId id="503" r:id="rId213"/>
    <p:sldId id="512" r:id="rId214"/>
    <p:sldId id="836" r:id="rId215"/>
    <p:sldId id="837" r:id="rId216"/>
    <p:sldId id="519" r:id="rId217"/>
    <p:sldId id="877" r:id="rId218"/>
    <p:sldId id="532" r:id="rId219"/>
    <p:sldId id="878" r:id="rId220"/>
    <p:sldId id="502" r:id="rId221"/>
    <p:sldId id="879" r:id="rId222"/>
    <p:sldId id="513" r:id="rId223"/>
    <p:sldId id="535" r:id="rId224"/>
    <p:sldId id="514" r:id="rId225"/>
    <p:sldId id="880" r:id="rId226"/>
    <p:sldId id="515" r:id="rId227"/>
    <p:sldId id="881" r:id="rId228"/>
    <p:sldId id="516" r:id="rId229"/>
    <p:sldId id="883" r:id="rId230"/>
    <p:sldId id="517" r:id="rId231"/>
    <p:sldId id="882" r:id="rId232"/>
    <p:sldId id="537" r:id="rId233"/>
    <p:sldId id="884" r:id="rId234"/>
    <p:sldId id="885" r:id="rId235"/>
    <p:sldId id="856" r:id="rId236"/>
    <p:sldId id="866" r:id="rId237"/>
    <p:sldId id="860" r:id="rId238"/>
    <p:sldId id="867" r:id="rId239"/>
    <p:sldId id="858" r:id="rId240"/>
    <p:sldId id="868" r:id="rId241"/>
    <p:sldId id="869" r:id="rId242"/>
    <p:sldId id="871" r:id="rId243"/>
    <p:sldId id="870" r:id="rId244"/>
    <p:sldId id="872" r:id="rId245"/>
    <p:sldId id="691" r:id="rId246"/>
    <p:sldId id="692" r:id="rId247"/>
    <p:sldId id="693" r:id="rId248"/>
    <p:sldId id="694" r:id="rId249"/>
    <p:sldId id="695" r:id="rId250"/>
    <p:sldId id="696" r:id="rId251"/>
    <p:sldId id="697" r:id="rId252"/>
    <p:sldId id="698" r:id="rId253"/>
    <p:sldId id="699" r:id="rId254"/>
    <p:sldId id="700" r:id="rId255"/>
    <p:sldId id="701" r:id="rId256"/>
    <p:sldId id="740" r:id="rId257"/>
    <p:sldId id="741" r:id="rId258"/>
    <p:sldId id="769" r:id="rId259"/>
    <p:sldId id="742" r:id="rId260"/>
    <p:sldId id="774" r:id="rId261"/>
    <p:sldId id="764" r:id="rId262"/>
    <p:sldId id="766" r:id="rId263"/>
    <p:sldId id="765" r:id="rId264"/>
    <p:sldId id="768" r:id="rId265"/>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Year 1 Intro" id="{8CD916D4-C61B-4DE1-BA53-06CFF0F5F6D1}">
          <p14:sldIdLst>
            <p14:sldId id="262"/>
            <p14:sldId id="424"/>
            <p14:sldId id="430"/>
            <p14:sldId id="470"/>
            <p14:sldId id="465"/>
            <p14:sldId id="886"/>
            <p14:sldId id="481"/>
            <p14:sldId id="887"/>
            <p14:sldId id="479"/>
            <p14:sldId id="686"/>
          </p14:sldIdLst>
        </p14:section>
        <p14:section name="SQL" id="{DD89DABE-A453-49AB-9CCB-EE9E631C2A80}">
          <p14:sldIdLst>
            <p14:sldId id="888"/>
            <p14:sldId id="889"/>
          </p14:sldIdLst>
        </p14:section>
        <p14:section name="DB4S" id="{CFDB8A92-3B4F-42B9-A8E1-EED9786AB2F7}">
          <p14:sldIdLst>
            <p14:sldId id="891"/>
            <p14:sldId id="892"/>
            <p14:sldId id="893"/>
          </p14:sldIdLst>
        </p14:section>
        <p14:section name="Internal commentary" id="{1C33CE3C-DDFD-4A04-A8B3-5B64861D3E79}">
          <p14:sldIdLst>
            <p14:sldId id="595"/>
            <p14:sldId id="659"/>
            <p14:sldId id="660"/>
            <p14:sldId id="688"/>
            <p14:sldId id="689"/>
            <p14:sldId id="658"/>
            <p14:sldId id="260"/>
            <p14:sldId id="661"/>
          </p14:sldIdLst>
        </p14:section>
        <p14:section name="Selecting data" id="{2EDCD0F4-5722-4C0A-AACB-6CCC95B63552}">
          <p14:sldIdLst>
            <p14:sldId id="434"/>
            <p14:sldId id="436"/>
            <p14:sldId id="435"/>
            <p14:sldId id="455"/>
            <p14:sldId id="437"/>
            <p14:sldId id="589"/>
            <p14:sldId id="830"/>
            <p14:sldId id="831"/>
          </p14:sldIdLst>
        </p14:section>
        <p14:section name="Simple filtering" id="{4EB2FB9F-0FB5-438F-B6F9-2895898BD036}">
          <p14:sldIdLst>
            <p14:sldId id="662"/>
            <p14:sldId id="448"/>
            <p14:sldId id="536"/>
            <p14:sldId id="287"/>
            <p14:sldId id="710"/>
            <p14:sldId id="894"/>
            <p14:sldId id="895"/>
            <p14:sldId id="438"/>
            <p14:sldId id="590"/>
            <p14:sldId id="772"/>
            <p14:sldId id="832"/>
            <p14:sldId id="553"/>
            <p14:sldId id="591"/>
            <p14:sldId id="555"/>
            <p14:sldId id="592"/>
            <p14:sldId id="559"/>
            <p14:sldId id="593"/>
            <p14:sldId id="554"/>
            <p14:sldId id="594"/>
          </p14:sldIdLst>
        </p14:section>
        <p14:section name="Sorting" id="{A0843CDC-A3D8-42E2-A92F-876C3B7F5B35}">
          <p14:sldIdLst>
            <p14:sldId id="663"/>
            <p14:sldId id="472"/>
            <p14:sldId id="711"/>
            <p14:sldId id="473"/>
            <p14:sldId id="712"/>
            <p14:sldId id="851"/>
            <p14:sldId id="852"/>
            <p14:sldId id="900"/>
            <p14:sldId id="901"/>
            <p14:sldId id="471"/>
            <p14:sldId id="713"/>
          </p14:sldIdLst>
        </p14:section>
        <p14:section name="Complex filtering" id="{9260256F-28F3-4E9E-9446-CE52F48BD61A}">
          <p14:sldIdLst>
            <p14:sldId id="664"/>
            <p14:sldId id="539"/>
            <p14:sldId id="665"/>
            <p14:sldId id="896"/>
            <p14:sldId id="897"/>
            <p14:sldId id="898"/>
            <p14:sldId id="899"/>
            <p14:sldId id="902"/>
            <p14:sldId id="905"/>
          </p14:sldIdLst>
        </p14:section>
        <p14:section name="Task 1 - Prison" id="{03337F12-57C8-453A-971A-F8161C78F81A}">
          <p14:sldIdLst>
            <p14:sldId id="543"/>
          </p14:sldIdLst>
        </p14:section>
        <p14:section name="Example" id="{B6EB70A0-1A80-446A-8A12-585F4D8FA8F1}">
          <p14:sldIdLst>
            <p14:sldId id="441"/>
            <p14:sldId id="669"/>
          </p14:sldIdLst>
        </p14:section>
        <p14:section name="Santa's List" id="{2C9D3CBD-6540-4C6A-A58A-81BD1FCDA0C9}">
          <p14:sldIdLst>
            <p14:sldId id="730"/>
            <p14:sldId id="731"/>
          </p14:sldIdLst>
        </p14:section>
        <p14:section name="Task 2 - Video Games" id="{3BCFA8B2-C681-4E71-834C-6EEF522B4C45}">
          <p14:sldIdLst>
            <p14:sldId id="544"/>
          </p14:sldIdLst>
        </p14:section>
        <p14:section name="Equi-join" id="{9156AF32-3F4A-4277-919D-54926F4D484A}">
          <p14:sldIdLst>
            <p14:sldId id="445"/>
            <p14:sldId id="909"/>
            <p14:sldId id="910"/>
            <p14:sldId id="911"/>
            <p14:sldId id="912"/>
            <p14:sldId id="908"/>
            <p14:sldId id="853"/>
            <p14:sldId id="444"/>
            <p14:sldId id="447"/>
            <p14:sldId id="460"/>
            <p14:sldId id="446"/>
            <p14:sldId id="671"/>
            <p14:sldId id="521"/>
            <p14:sldId id="735"/>
          </p14:sldIdLst>
        </p14:section>
        <p14:section name="Order of Operations" id="{11B55FB4-B940-4A7E-92D4-97A5E14B2FF2}">
          <p14:sldIdLst>
            <p14:sldId id="776"/>
            <p14:sldId id="855"/>
            <p14:sldId id="854"/>
            <p14:sldId id="857"/>
          </p14:sldIdLst>
        </p14:section>
        <p14:section name="INSERT" id="{45B73AF7-9771-40C9-90A1-856F89D715F7}">
          <p14:sldIdLst>
            <p14:sldId id="450"/>
            <p14:sldId id="449"/>
            <p14:sldId id="675"/>
            <p14:sldId id="862"/>
            <p14:sldId id="863"/>
            <p14:sldId id="864"/>
            <p14:sldId id="865"/>
            <p14:sldId id="468"/>
            <p14:sldId id="673"/>
            <p14:sldId id="570"/>
            <p14:sldId id="674"/>
          </p14:sldIdLst>
        </p14:section>
        <p14:section name="UPDATE" id="{9BC599F8-639E-4FCE-BD7E-70C803913791}">
          <p14:sldIdLst>
            <p14:sldId id="451"/>
            <p14:sldId id="452"/>
            <p14:sldId id="676"/>
            <p14:sldId id="736"/>
            <p14:sldId id="737"/>
            <p14:sldId id="574"/>
            <p14:sldId id="677"/>
          </p14:sldIdLst>
        </p14:section>
        <p14:section name="DELETE" id="{F1AC29AD-00A0-4DA8-8F76-72F463CC9F85}">
          <p14:sldIdLst>
            <p14:sldId id="454"/>
            <p14:sldId id="453"/>
            <p14:sldId id="678"/>
            <p14:sldId id="738"/>
            <p14:sldId id="739"/>
          </p14:sldIdLst>
        </p14:section>
        <p14:section name="SQL Overview" id="{FFFB8ABA-72F5-423C-8F68-E44D6D6CBCDF}">
          <p14:sldIdLst>
            <p14:sldId id="778"/>
            <p14:sldId id="781"/>
          </p14:sldIdLst>
        </p14:section>
        <p14:section name="Task 3" id="{619E6DFC-3992-4A59-82E7-7B22C820B3E6}">
          <p14:sldIdLst>
            <p14:sldId id="545"/>
          </p14:sldIdLst>
        </p14:section>
        <p14:section name="Create Table" id="{8ACCEF9C-31EB-4348-9580-7D53892E83BF}">
          <p14:sldIdLst>
            <p14:sldId id="577"/>
            <p14:sldId id="715"/>
            <p14:sldId id="743"/>
            <p14:sldId id="586"/>
            <p14:sldId id="714"/>
            <p14:sldId id="588"/>
            <p14:sldId id="752"/>
            <p14:sldId id="748"/>
            <p14:sldId id="750"/>
            <p14:sldId id="749"/>
            <p14:sldId id="751"/>
          </p14:sldIdLst>
        </p14:section>
        <p14:section name="Modify Table" id="{DF38FDF2-0431-4BF2-8BBE-659739AD517E}">
          <p14:sldIdLst>
            <p14:sldId id="587"/>
            <p14:sldId id="702"/>
            <p14:sldId id="754"/>
            <p14:sldId id="670"/>
            <p14:sldId id="717"/>
            <p14:sldId id="728"/>
            <p14:sldId id="719"/>
            <p14:sldId id="780"/>
            <p14:sldId id="718"/>
            <p14:sldId id="703"/>
            <p14:sldId id="581"/>
            <p14:sldId id="753"/>
            <p14:sldId id="582"/>
            <p14:sldId id="705"/>
            <p14:sldId id="755"/>
            <p14:sldId id="756"/>
            <p14:sldId id="724"/>
            <p14:sldId id="726"/>
            <p14:sldId id="723"/>
            <p14:sldId id="706"/>
            <p14:sldId id="584"/>
            <p14:sldId id="707"/>
            <p14:sldId id="725"/>
            <p14:sldId id="727"/>
          </p14:sldIdLst>
        </p14:section>
        <p14:section name="Year 2 Intro" id="{49A7278B-A6C0-4D9B-A99D-A786B3EA68AB}">
          <p14:sldIdLst>
            <p14:sldId id="461"/>
            <p14:sldId id="729"/>
            <p14:sldId id="819"/>
          </p14:sldIdLst>
        </p14:section>
        <p14:section name="GDPR" id="{E37955AC-40BA-4116-85D2-DB10939CD5EC}">
          <p14:sldIdLst>
            <p14:sldId id="256"/>
            <p14:sldId id="524"/>
            <p14:sldId id="820"/>
            <p14:sldId id="821"/>
            <p14:sldId id="822"/>
            <p14:sldId id="823"/>
            <p14:sldId id="824"/>
            <p14:sldId id="826"/>
            <p14:sldId id="523"/>
            <p14:sldId id="827"/>
          </p14:sldIdLst>
        </p14:section>
        <p14:section name="Analysis" id="{FC1A97FF-E730-48B4-9EC4-29660A1AAE1C}">
          <p14:sldIdLst>
            <p14:sldId id="690"/>
            <p14:sldId id="480"/>
            <p14:sldId id="777"/>
            <p14:sldId id="680"/>
            <p14:sldId id="684"/>
            <p14:sldId id="682"/>
            <p14:sldId id="681"/>
          </p14:sldIdLst>
        </p14:section>
        <p14:section name="Design" id="{56203B2E-7417-47BB-9FEF-6B2DD80B6A0E}">
          <p14:sldIdLst>
            <p14:sldId id="874"/>
            <p14:sldId id="482"/>
            <p14:sldId id="873"/>
            <p14:sldId id="842"/>
            <p14:sldId id="843"/>
            <p14:sldId id="846"/>
            <p14:sldId id="850"/>
            <p14:sldId id="847"/>
            <p14:sldId id="849"/>
            <p14:sldId id="828"/>
            <p14:sldId id="829"/>
          </p14:sldIdLst>
        </p14:section>
        <p14:section name="ER Diagrams" id="{092385FA-4484-4009-B3DD-2DCFD486ADB0}">
          <p14:sldIdLst>
            <p14:sldId id="533"/>
            <p14:sldId id="763"/>
            <p14:sldId id="761"/>
            <p14:sldId id="759"/>
            <p14:sldId id="760"/>
            <p14:sldId id="757"/>
            <p14:sldId id="758"/>
            <p14:sldId id="501"/>
            <p14:sldId id="508"/>
            <p14:sldId id="495"/>
            <p14:sldId id="509"/>
          </p14:sldIdLst>
        </p14:section>
        <p14:section name="Cardinality" id="{12EF5A2B-A0F7-4F06-BD1F-F08B7156C11F}">
          <p14:sldIdLst>
            <p14:sldId id="493"/>
            <p14:sldId id="528"/>
            <p14:sldId id="529"/>
            <p14:sldId id="530"/>
            <p14:sldId id="499"/>
            <p14:sldId id="506"/>
            <p14:sldId id="500"/>
            <p14:sldId id="507"/>
            <p14:sldId id="496"/>
          </p14:sldIdLst>
        </p14:section>
        <p14:section name="Validation" id="{960C753B-D75F-4BD0-BB9D-EFEB3AE6A3E3}">
          <p14:sldIdLst>
            <p14:sldId id="467"/>
            <p14:sldId id="875"/>
            <p14:sldId id="838"/>
            <p14:sldId id="876"/>
          </p14:sldIdLst>
        </p14:section>
        <p14:section name="Data dictionary" id="{9CA5A04E-ED73-4CF8-B424-44457E4EFEF6}">
          <p14:sldIdLst>
            <p14:sldId id="534"/>
            <p14:sldId id="503"/>
            <p14:sldId id="512"/>
            <p14:sldId id="836"/>
            <p14:sldId id="837"/>
            <p14:sldId id="519"/>
            <p14:sldId id="877"/>
            <p14:sldId id="532"/>
            <p14:sldId id="878"/>
            <p14:sldId id="502"/>
            <p14:sldId id="879"/>
            <p14:sldId id="513"/>
          </p14:sldIdLst>
        </p14:section>
        <p14:section name="Query design" id="{C6B6DB09-4C97-48C8-99C9-D1EA85B0A8EC}">
          <p14:sldIdLst>
            <p14:sldId id="535"/>
            <p14:sldId id="514"/>
            <p14:sldId id="880"/>
            <p14:sldId id="515"/>
            <p14:sldId id="881"/>
            <p14:sldId id="516"/>
            <p14:sldId id="883"/>
            <p14:sldId id="517"/>
            <p14:sldId id="882"/>
          </p14:sldIdLst>
        </p14:section>
        <p14:section name="Testing / Evaluation" id="{17170198-367D-4381-96A8-6FAB281DB504}">
          <p14:sldIdLst>
            <p14:sldId id="537"/>
            <p14:sldId id="884"/>
            <p14:sldId id="885"/>
            <p14:sldId id="856"/>
            <p14:sldId id="866"/>
            <p14:sldId id="860"/>
            <p14:sldId id="867"/>
            <p14:sldId id="858"/>
            <p14:sldId id="868"/>
            <p14:sldId id="869"/>
            <p14:sldId id="871"/>
            <p14:sldId id="870"/>
            <p14:sldId id="872"/>
          </p14:sldIdLst>
        </p14:section>
        <p14:section name="Unused" id="{6B78BB24-7CD6-4957-A4D8-8AE3A74FF31C}">
          <p14:sldIdLst>
            <p14:sldId id="691"/>
            <p14:sldId id="692"/>
            <p14:sldId id="693"/>
            <p14:sldId id="694"/>
            <p14:sldId id="695"/>
            <p14:sldId id="696"/>
            <p14:sldId id="697"/>
            <p14:sldId id="698"/>
            <p14:sldId id="699"/>
            <p14:sldId id="700"/>
            <p14:sldId id="701"/>
            <p14:sldId id="740"/>
            <p14:sldId id="741"/>
            <p14:sldId id="769"/>
            <p14:sldId id="742"/>
            <p14:sldId id="774"/>
            <p14:sldId id="764"/>
            <p14:sldId id="766"/>
            <p14:sldId id="765"/>
            <p14:sldId id="768"/>
          </p14:sldIdLst>
        </p14:section>
      </p14:sectionLst>
    </p:ex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l Friend" initials="AF" lastIdx="1" clrIdx="0">
    <p:extLst>
      <p:ext uri="{19B8F6BF-5375-455C-9EA6-DF929625EA0E}">
        <p15:presenceInfo xmlns:p15="http://schemas.microsoft.com/office/powerpoint/2012/main" userId="S-1-5-21-1186014672-3240467572-3005593719-433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00FF"/>
    <a:srgbClr val="A71D5D"/>
    <a:srgbClr val="0086B3"/>
    <a:srgbClr val="183691"/>
    <a:srgbClr val="FFFF00"/>
    <a:srgbClr val="8BC2DE"/>
    <a:srgbClr val="49A5CA"/>
    <a:srgbClr val="BDD7EE"/>
    <a:srgbClr val="E9EBF5"/>
    <a:srgbClr val="CFD5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ACA8F95-78BE-4A0F-A20D-D1A6370B698A}" v="162" dt="2026-02-04T22:00:52.36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34" autoAdjust="0"/>
    <p:restoredTop sz="90946" autoAdjust="0"/>
  </p:normalViewPr>
  <p:slideViewPr>
    <p:cSldViewPr snapToGrid="0" showGuides="1">
      <p:cViewPr varScale="1">
        <p:scale>
          <a:sx n="79" d="100"/>
          <a:sy n="79" d="100"/>
        </p:scale>
        <p:origin x="606" y="270"/>
      </p:cViewPr>
      <p:guideLst>
        <p:guide orient="horz" pos="2137"/>
        <p:guide pos="384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80" d="100"/>
        <a:sy n="80" d="100"/>
      </p:scale>
      <p:origin x="0" y="-1275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presProps" Target="presProps.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58" Type="http://schemas.openxmlformats.org/officeDocument/2006/relationships/slide" Target="slides/slide257.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269" Type="http://schemas.openxmlformats.org/officeDocument/2006/relationships/viewProps" Target="viewProps.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theme" Target="theme/theme1.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tableStyles" Target="tableStyles.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microsoft.com/office/2016/11/relationships/changesInfo" Target="changesInfos/changesInfo1.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microsoft.com/office/2015/10/relationships/revisionInfo" Target="revisionInfo.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notesMaster" Target="notesMasters/notesMaster1.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commentAuthors" Target="commentAuthors.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6CF5D3DD-A8C4-4611-8099-4AEB2E976A2E}"/>
    <pc:docChg chg="undo custSel addSld delSld modSld sldOrd modSection">
      <pc:chgData name="Al Friend" userId="e5ed79da-d858-46d4-9eed-a7a24903f2de" providerId="ADAL" clId="{6CF5D3DD-A8C4-4611-8099-4AEB2E976A2E}" dt="2026-02-04T22:02:42.403" v="647" actId="20577"/>
      <pc:docMkLst>
        <pc:docMk/>
      </pc:docMkLst>
      <pc:sldChg chg="addSp delSp modSp del mod addAnim delAnim modAnim">
        <pc:chgData name="Al Friend" userId="e5ed79da-d858-46d4-9eed-a7a24903f2de" providerId="ADAL" clId="{6CF5D3DD-A8C4-4611-8099-4AEB2E976A2E}" dt="2026-02-04T21:28:14.811" v="253" actId="2696"/>
        <pc:sldMkLst>
          <pc:docMk/>
          <pc:sldMk cId="476690512" sldId="732"/>
        </pc:sldMkLst>
        <pc:spChg chg="add mod">
          <ac:chgData name="Al Friend" userId="e5ed79da-d858-46d4-9eed-a7a24903f2de" providerId="ADAL" clId="{6CF5D3DD-A8C4-4611-8099-4AEB2E976A2E}" dt="2026-02-04T21:23:28.967" v="205" actId="14100"/>
          <ac:spMkLst>
            <pc:docMk/>
            <pc:sldMk cId="476690512" sldId="732"/>
            <ac:spMk id="2" creationId="{7B04BB8D-B691-8E2C-F623-412C615B0266}"/>
          </ac:spMkLst>
        </pc:spChg>
        <pc:spChg chg="del mod">
          <ac:chgData name="Al Friend" userId="e5ed79da-d858-46d4-9eed-a7a24903f2de" providerId="ADAL" clId="{6CF5D3DD-A8C4-4611-8099-4AEB2E976A2E}" dt="2026-02-04T21:23:45.880" v="226"/>
          <ac:spMkLst>
            <pc:docMk/>
            <pc:sldMk cId="476690512" sldId="732"/>
            <ac:spMk id="7" creationId="{663E3461-DC5D-48CF-AE13-69B629EAA16E}"/>
          </ac:spMkLst>
        </pc:spChg>
        <pc:spChg chg="mod">
          <ac:chgData name="Al Friend" userId="e5ed79da-d858-46d4-9eed-a7a24903f2de" providerId="ADAL" clId="{6CF5D3DD-A8C4-4611-8099-4AEB2E976A2E}" dt="2026-02-04T21:22:47.903" v="199" actId="1038"/>
          <ac:spMkLst>
            <pc:docMk/>
            <pc:sldMk cId="476690512" sldId="732"/>
            <ac:spMk id="9" creationId="{2EE28BEF-588B-4646-BB12-65CF6FC91458}"/>
          </ac:spMkLst>
        </pc:spChg>
        <pc:spChg chg="mod">
          <ac:chgData name="Al Friend" userId="e5ed79da-d858-46d4-9eed-a7a24903f2de" providerId="ADAL" clId="{6CF5D3DD-A8C4-4611-8099-4AEB2E976A2E}" dt="2026-02-04T21:21:11.188" v="101" actId="20577"/>
          <ac:spMkLst>
            <pc:docMk/>
            <pc:sldMk cId="476690512" sldId="732"/>
            <ac:spMk id="14" creationId="{9C2CD2B3-59E7-4006-BA07-7A4091453049}"/>
          </ac:spMkLst>
        </pc:spChg>
        <pc:spChg chg="mod">
          <ac:chgData name="Al Friend" userId="e5ed79da-d858-46d4-9eed-a7a24903f2de" providerId="ADAL" clId="{6CF5D3DD-A8C4-4611-8099-4AEB2E976A2E}" dt="2026-02-04T21:21:15.511" v="102" actId="14100"/>
          <ac:spMkLst>
            <pc:docMk/>
            <pc:sldMk cId="476690512" sldId="732"/>
            <ac:spMk id="15" creationId="{1FD6EF7E-F059-430F-9A1F-C89FC42961D2}"/>
          </ac:spMkLst>
        </pc:spChg>
        <pc:spChg chg="mod">
          <ac:chgData name="Al Friend" userId="e5ed79da-d858-46d4-9eed-a7a24903f2de" providerId="ADAL" clId="{6CF5D3DD-A8C4-4611-8099-4AEB2E976A2E}" dt="2026-02-04T21:22:47.903" v="199" actId="1038"/>
          <ac:spMkLst>
            <pc:docMk/>
            <pc:sldMk cId="476690512" sldId="732"/>
            <ac:spMk id="23" creationId="{5ECE31C2-607E-428E-8FB1-325AF6B6A26F}"/>
          </ac:spMkLst>
        </pc:spChg>
        <pc:spChg chg="mod">
          <ac:chgData name="Al Friend" userId="e5ed79da-d858-46d4-9eed-a7a24903f2de" providerId="ADAL" clId="{6CF5D3DD-A8C4-4611-8099-4AEB2E976A2E}" dt="2026-02-04T21:23:38.159" v="224" actId="1038"/>
          <ac:spMkLst>
            <pc:docMk/>
            <pc:sldMk cId="476690512" sldId="732"/>
            <ac:spMk id="25" creationId="{E40F5619-3514-460D-BB64-C97EEA7EECAB}"/>
          </ac:spMkLst>
        </pc:spChg>
        <pc:spChg chg="mod">
          <ac:chgData name="Al Friend" userId="e5ed79da-d858-46d4-9eed-a7a24903f2de" providerId="ADAL" clId="{6CF5D3DD-A8C4-4611-8099-4AEB2E976A2E}" dt="2026-02-04T21:22:47.903" v="199" actId="1038"/>
          <ac:spMkLst>
            <pc:docMk/>
            <pc:sldMk cId="476690512" sldId="732"/>
            <ac:spMk id="26" creationId="{86F84B68-B0DF-45F0-8676-63C003F271DE}"/>
          </ac:spMkLst>
        </pc:spChg>
        <pc:grpChg chg="mod">
          <ac:chgData name="Al Friend" userId="e5ed79da-d858-46d4-9eed-a7a24903f2de" providerId="ADAL" clId="{6CF5D3DD-A8C4-4611-8099-4AEB2E976A2E}" dt="2026-02-04T21:22:47.903" v="199" actId="1038"/>
          <ac:grpSpMkLst>
            <pc:docMk/>
            <pc:sldMk cId="476690512" sldId="732"/>
            <ac:grpSpMk id="13" creationId="{999086BD-AB94-47EE-8DB1-32155A3F5AD8}"/>
          </ac:grpSpMkLst>
        </pc:grpChg>
        <pc:graphicFrameChg chg="mod modGraphic">
          <ac:chgData name="Al Friend" userId="e5ed79da-d858-46d4-9eed-a7a24903f2de" providerId="ADAL" clId="{6CF5D3DD-A8C4-4611-8099-4AEB2E976A2E}" dt="2026-02-04T21:22:47.903" v="199" actId="1038"/>
          <ac:graphicFrameMkLst>
            <pc:docMk/>
            <pc:sldMk cId="476690512" sldId="732"/>
            <ac:graphicFrameMk id="8" creationId="{5C78924D-DB14-4096-A372-7CD9DB56FD71}"/>
          </ac:graphicFrameMkLst>
        </pc:graphicFrameChg>
      </pc:sldChg>
      <pc:sldChg chg="modSp del mod">
        <pc:chgData name="Al Friend" userId="e5ed79da-d858-46d4-9eed-a7a24903f2de" providerId="ADAL" clId="{6CF5D3DD-A8C4-4611-8099-4AEB2E976A2E}" dt="2026-02-04T21:30:15.454" v="263" actId="2696"/>
        <pc:sldMkLst>
          <pc:docMk/>
          <pc:sldMk cId="2150400347" sldId="906"/>
        </pc:sldMkLst>
        <pc:spChg chg="mod">
          <ac:chgData name="Al Friend" userId="e5ed79da-d858-46d4-9eed-a7a24903f2de" providerId="ADAL" clId="{6CF5D3DD-A8C4-4611-8099-4AEB2E976A2E}" dt="2026-02-04T21:18:42.405" v="98" actId="20577"/>
          <ac:spMkLst>
            <pc:docMk/>
            <pc:sldMk cId="2150400347" sldId="906"/>
            <ac:spMk id="4" creationId="{12630251-0176-4E08-9A40-5821ACD1944C}"/>
          </ac:spMkLst>
        </pc:spChg>
      </pc:sldChg>
      <pc:sldChg chg="delSp modSp add del mod delAnim modAnim modShow">
        <pc:chgData name="Al Friend" userId="e5ed79da-d858-46d4-9eed-a7a24903f2de" providerId="ADAL" clId="{6CF5D3DD-A8C4-4611-8099-4AEB2E976A2E}" dt="2026-02-04T21:28:19.822" v="254" actId="2696"/>
        <pc:sldMkLst>
          <pc:docMk/>
          <pc:sldMk cId="1977861713" sldId="907"/>
        </pc:sldMkLst>
        <pc:spChg chg="del">
          <ac:chgData name="Al Friend" userId="e5ed79da-d858-46d4-9eed-a7a24903f2de" providerId="ADAL" clId="{6CF5D3DD-A8C4-4611-8099-4AEB2E976A2E}" dt="2026-02-04T21:17:09.074" v="84" actId="478"/>
          <ac:spMkLst>
            <pc:docMk/>
            <pc:sldMk cId="1977861713" sldId="907"/>
            <ac:spMk id="7" creationId="{03ABC2D0-0AA0-3816-1FF7-96C623D832C3}"/>
          </ac:spMkLst>
        </pc:spChg>
        <pc:spChg chg="del">
          <ac:chgData name="Al Friend" userId="e5ed79da-d858-46d4-9eed-a7a24903f2de" providerId="ADAL" clId="{6CF5D3DD-A8C4-4611-8099-4AEB2E976A2E}" dt="2026-02-04T21:16:36.087" v="67" actId="478"/>
          <ac:spMkLst>
            <pc:docMk/>
            <pc:sldMk cId="1977861713" sldId="907"/>
            <ac:spMk id="9" creationId="{07E77C98-1586-BA3C-2D73-7D5592FF539F}"/>
          </ac:spMkLst>
        </pc:spChg>
        <pc:spChg chg="del mod">
          <ac:chgData name="Al Friend" userId="e5ed79da-d858-46d4-9eed-a7a24903f2de" providerId="ADAL" clId="{6CF5D3DD-A8C4-4611-8099-4AEB2E976A2E}" dt="2026-02-04T21:17:11.551" v="85" actId="478"/>
          <ac:spMkLst>
            <pc:docMk/>
            <pc:sldMk cId="1977861713" sldId="907"/>
            <ac:spMk id="23" creationId="{609191C7-4A6E-0F60-899F-CF472CBA2247}"/>
          </ac:spMkLst>
        </pc:spChg>
        <pc:spChg chg="del">
          <ac:chgData name="Al Friend" userId="e5ed79da-d858-46d4-9eed-a7a24903f2de" providerId="ADAL" clId="{6CF5D3DD-A8C4-4611-8099-4AEB2E976A2E}" dt="2026-02-04T21:17:00.814" v="83" actId="478"/>
          <ac:spMkLst>
            <pc:docMk/>
            <pc:sldMk cId="1977861713" sldId="907"/>
            <ac:spMk id="25" creationId="{76416886-271B-974D-80FB-10C7A1959AC0}"/>
          </ac:spMkLst>
        </pc:spChg>
        <pc:spChg chg="del">
          <ac:chgData name="Al Friend" userId="e5ed79da-d858-46d4-9eed-a7a24903f2de" providerId="ADAL" clId="{6CF5D3DD-A8C4-4611-8099-4AEB2E976A2E}" dt="2026-02-04T21:16:37.575" v="68" actId="478"/>
          <ac:spMkLst>
            <pc:docMk/>
            <pc:sldMk cId="1977861713" sldId="907"/>
            <ac:spMk id="26" creationId="{4F19FB03-D27B-F401-BED4-97E79E3657B8}"/>
          </ac:spMkLst>
        </pc:spChg>
      </pc:sldChg>
      <pc:sldChg chg="modSp add">
        <pc:chgData name="Al Friend" userId="e5ed79da-d858-46d4-9eed-a7a24903f2de" providerId="ADAL" clId="{6CF5D3DD-A8C4-4611-8099-4AEB2E976A2E}" dt="2026-02-04T22:00:52.367" v="629" actId="207"/>
        <pc:sldMkLst>
          <pc:docMk/>
          <pc:sldMk cId="3241636618" sldId="908"/>
        </pc:sldMkLst>
        <pc:spChg chg="mod">
          <ac:chgData name="Al Friend" userId="e5ed79da-d858-46d4-9eed-a7a24903f2de" providerId="ADAL" clId="{6CF5D3DD-A8C4-4611-8099-4AEB2E976A2E}" dt="2026-02-04T22:00:52.367" v="629" actId="207"/>
          <ac:spMkLst>
            <pc:docMk/>
            <pc:sldMk cId="3241636618" sldId="908"/>
            <ac:spMk id="7" creationId="{7339F5D7-E547-051B-8358-27ED8DD864DC}"/>
          </ac:spMkLst>
        </pc:spChg>
      </pc:sldChg>
      <pc:sldChg chg="delSp modSp add mod delAnim modAnim">
        <pc:chgData name="Al Friend" userId="e5ed79da-d858-46d4-9eed-a7a24903f2de" providerId="ADAL" clId="{6CF5D3DD-A8C4-4611-8099-4AEB2E976A2E}" dt="2026-02-04T21:37:04.017" v="480" actId="115"/>
        <pc:sldMkLst>
          <pc:docMk/>
          <pc:sldMk cId="3421085211" sldId="909"/>
        </pc:sldMkLst>
        <pc:spChg chg="mod">
          <ac:chgData name="Al Friend" userId="e5ed79da-d858-46d4-9eed-a7a24903f2de" providerId="ADAL" clId="{6CF5D3DD-A8C4-4611-8099-4AEB2E976A2E}" dt="2026-02-04T21:24:49.885" v="235" actId="14100"/>
          <ac:spMkLst>
            <pc:docMk/>
            <pc:sldMk cId="3421085211" sldId="909"/>
            <ac:spMk id="2" creationId="{14B06F77-A786-B656-BBA0-7D64280D7A57}"/>
          </ac:spMkLst>
        </pc:spChg>
        <pc:spChg chg="del">
          <ac:chgData name="Al Friend" userId="e5ed79da-d858-46d4-9eed-a7a24903f2de" providerId="ADAL" clId="{6CF5D3DD-A8C4-4611-8099-4AEB2E976A2E}" dt="2026-02-04T21:25:01.982" v="236" actId="478"/>
          <ac:spMkLst>
            <pc:docMk/>
            <pc:sldMk cId="3421085211" sldId="909"/>
            <ac:spMk id="9" creationId="{BA5C6387-A468-970F-7513-F128EFCA130D}"/>
          </ac:spMkLst>
        </pc:spChg>
        <pc:spChg chg="mod">
          <ac:chgData name="Al Friend" userId="e5ed79da-d858-46d4-9eed-a7a24903f2de" providerId="ADAL" clId="{6CF5D3DD-A8C4-4611-8099-4AEB2E976A2E}" dt="2026-02-04T21:24:29.190" v="231" actId="1076"/>
          <ac:spMkLst>
            <pc:docMk/>
            <pc:sldMk cId="3421085211" sldId="909"/>
            <ac:spMk id="23" creationId="{BE12CF5F-1BE6-861F-88CA-3629610ACDEE}"/>
          </ac:spMkLst>
        </pc:spChg>
        <pc:spChg chg="mod">
          <ac:chgData name="Al Friend" userId="e5ed79da-d858-46d4-9eed-a7a24903f2de" providerId="ADAL" clId="{6CF5D3DD-A8C4-4611-8099-4AEB2E976A2E}" dt="2026-02-04T21:24:33.214" v="232" actId="1076"/>
          <ac:spMkLst>
            <pc:docMk/>
            <pc:sldMk cId="3421085211" sldId="909"/>
            <ac:spMk id="25" creationId="{B3C6986C-ACAA-4B1B-398B-3E2FDD22811B}"/>
          </ac:spMkLst>
        </pc:spChg>
        <pc:graphicFrameChg chg="modGraphic">
          <ac:chgData name="Al Friend" userId="e5ed79da-d858-46d4-9eed-a7a24903f2de" providerId="ADAL" clId="{6CF5D3DD-A8C4-4611-8099-4AEB2E976A2E}" dt="2026-02-04T21:37:04.017" v="480" actId="115"/>
          <ac:graphicFrameMkLst>
            <pc:docMk/>
            <pc:sldMk cId="3421085211" sldId="909"/>
            <ac:graphicFrameMk id="8" creationId="{B0C2A4DE-D301-E7BF-3F87-C1DA54AF1A30}"/>
          </ac:graphicFrameMkLst>
        </pc:graphicFrameChg>
      </pc:sldChg>
      <pc:sldChg chg="delSp add mod delAnim modAnim modShow modNotesTx">
        <pc:chgData name="Al Friend" userId="e5ed79da-d858-46d4-9eed-a7a24903f2de" providerId="ADAL" clId="{6CF5D3DD-A8C4-4611-8099-4AEB2E976A2E}" dt="2026-02-04T21:55:35.099" v="587" actId="6549"/>
        <pc:sldMkLst>
          <pc:docMk/>
          <pc:sldMk cId="2279857909" sldId="910"/>
        </pc:sldMkLst>
        <pc:spChg chg="del">
          <ac:chgData name="Al Friend" userId="e5ed79da-d858-46d4-9eed-a7a24903f2de" providerId="ADAL" clId="{6CF5D3DD-A8C4-4611-8099-4AEB2E976A2E}" dt="2026-02-04T21:28:29.844" v="257" actId="478"/>
          <ac:spMkLst>
            <pc:docMk/>
            <pc:sldMk cId="2279857909" sldId="910"/>
            <ac:spMk id="2" creationId="{8A7F60AC-0843-B802-B1B9-5AB3C7FE453D}"/>
          </ac:spMkLst>
        </pc:spChg>
        <pc:spChg chg="del">
          <ac:chgData name="Al Friend" userId="e5ed79da-d858-46d4-9eed-a7a24903f2de" providerId="ADAL" clId="{6CF5D3DD-A8C4-4611-8099-4AEB2E976A2E}" dt="2026-02-04T21:28:33.284" v="260" actId="478"/>
          <ac:spMkLst>
            <pc:docMk/>
            <pc:sldMk cId="2279857909" sldId="910"/>
            <ac:spMk id="23" creationId="{63A41F82-0C29-7042-3B1F-7249622BF52F}"/>
          </ac:spMkLst>
        </pc:spChg>
        <pc:spChg chg="del">
          <ac:chgData name="Al Friend" userId="e5ed79da-d858-46d4-9eed-a7a24903f2de" providerId="ADAL" clId="{6CF5D3DD-A8C4-4611-8099-4AEB2E976A2E}" dt="2026-02-04T21:28:31.034" v="258" actId="478"/>
          <ac:spMkLst>
            <pc:docMk/>
            <pc:sldMk cId="2279857909" sldId="910"/>
            <ac:spMk id="25" creationId="{FC51879F-8081-037C-7BB4-78772C11EDD2}"/>
          </ac:spMkLst>
        </pc:spChg>
        <pc:spChg chg="del">
          <ac:chgData name="Al Friend" userId="e5ed79da-d858-46d4-9eed-a7a24903f2de" providerId="ADAL" clId="{6CF5D3DD-A8C4-4611-8099-4AEB2E976A2E}" dt="2026-02-04T21:28:32.332" v="259" actId="478"/>
          <ac:spMkLst>
            <pc:docMk/>
            <pc:sldMk cId="2279857909" sldId="910"/>
            <ac:spMk id="26" creationId="{576EA9EF-228B-2AE9-A8B2-0056BC671732}"/>
          </ac:spMkLst>
        </pc:spChg>
      </pc:sldChg>
      <pc:sldChg chg="addSp delSp modSp add mod ord addAnim delAnim modAnim">
        <pc:chgData name="Al Friend" userId="e5ed79da-d858-46d4-9eed-a7a24903f2de" providerId="ADAL" clId="{6CF5D3DD-A8C4-4611-8099-4AEB2E976A2E}" dt="2026-02-04T22:02:31.486" v="638" actId="20577"/>
        <pc:sldMkLst>
          <pc:docMk/>
          <pc:sldMk cId="1018795189" sldId="911"/>
        </pc:sldMkLst>
        <pc:spChg chg="del mod">
          <ac:chgData name="Al Friend" userId="e5ed79da-d858-46d4-9eed-a7a24903f2de" providerId="ADAL" clId="{6CF5D3DD-A8C4-4611-8099-4AEB2E976A2E}" dt="2026-02-04T21:31:46.178" v="378" actId="478"/>
          <ac:spMkLst>
            <pc:docMk/>
            <pc:sldMk cId="1018795189" sldId="911"/>
            <ac:spMk id="2" creationId="{97610C3D-C27B-CDD2-B263-DB6B99C1C153}"/>
          </ac:spMkLst>
        </pc:spChg>
        <pc:spChg chg="mod">
          <ac:chgData name="Al Friend" userId="e5ed79da-d858-46d4-9eed-a7a24903f2de" providerId="ADAL" clId="{6CF5D3DD-A8C4-4611-8099-4AEB2E976A2E}" dt="2026-02-04T21:30:31.797" v="273" actId="20577"/>
          <ac:spMkLst>
            <pc:docMk/>
            <pc:sldMk cId="1018795189" sldId="911"/>
            <ac:spMk id="4" creationId="{243FE3B5-CCED-531B-9D75-74B02F9FCCD3}"/>
          </ac:spMkLst>
        </pc:spChg>
        <pc:spChg chg="add mod">
          <ac:chgData name="Al Friend" userId="e5ed79da-d858-46d4-9eed-a7a24903f2de" providerId="ADAL" clId="{6CF5D3DD-A8C4-4611-8099-4AEB2E976A2E}" dt="2026-02-04T21:33:58.523" v="422" actId="20577"/>
          <ac:spMkLst>
            <pc:docMk/>
            <pc:sldMk cId="1018795189" sldId="911"/>
            <ac:spMk id="5" creationId="{30982C2F-1B07-2C27-F182-8D5B538204D3}"/>
          </ac:spMkLst>
        </pc:spChg>
        <pc:spChg chg="add del mod">
          <ac:chgData name="Al Friend" userId="e5ed79da-d858-46d4-9eed-a7a24903f2de" providerId="ADAL" clId="{6CF5D3DD-A8C4-4611-8099-4AEB2E976A2E}" dt="2026-02-04T21:36:03.591" v="476" actId="478"/>
          <ac:spMkLst>
            <pc:docMk/>
            <pc:sldMk cId="1018795189" sldId="911"/>
            <ac:spMk id="6" creationId="{1B3A57FF-F8E1-69CC-1023-D144B0880C32}"/>
          </ac:spMkLst>
        </pc:spChg>
        <pc:spChg chg="add mod">
          <ac:chgData name="Al Friend" userId="e5ed79da-d858-46d4-9eed-a7a24903f2de" providerId="ADAL" clId="{6CF5D3DD-A8C4-4611-8099-4AEB2E976A2E}" dt="2026-02-04T21:59:20.008" v="615" actId="14100"/>
          <ac:spMkLst>
            <pc:docMk/>
            <pc:sldMk cId="1018795189" sldId="911"/>
            <ac:spMk id="7" creationId="{0B778F1C-E849-D6D2-FE49-1A07B813AE62}"/>
          </ac:spMkLst>
        </pc:spChg>
        <pc:spChg chg="add mod">
          <ac:chgData name="Al Friend" userId="e5ed79da-d858-46d4-9eed-a7a24903f2de" providerId="ADAL" clId="{6CF5D3DD-A8C4-4611-8099-4AEB2E976A2E}" dt="2026-02-04T21:59:05.622" v="612" actId="14100"/>
          <ac:spMkLst>
            <pc:docMk/>
            <pc:sldMk cId="1018795189" sldId="911"/>
            <ac:spMk id="9" creationId="{0143EC99-5F2C-25C0-63F5-91FC5EFD8561}"/>
          </ac:spMkLst>
        </pc:spChg>
        <pc:spChg chg="mod">
          <ac:chgData name="Al Friend" userId="e5ed79da-d858-46d4-9eed-a7a24903f2de" providerId="ADAL" clId="{6CF5D3DD-A8C4-4611-8099-4AEB2E976A2E}" dt="2026-02-04T21:31:27.701" v="376" actId="1076"/>
          <ac:spMkLst>
            <pc:docMk/>
            <pc:sldMk cId="1018795189" sldId="911"/>
            <ac:spMk id="23" creationId="{15E655EB-CF46-A8D3-7818-966EECB3F463}"/>
          </ac:spMkLst>
        </pc:spChg>
        <pc:spChg chg="mod">
          <ac:chgData name="Al Friend" userId="e5ed79da-d858-46d4-9eed-a7a24903f2de" providerId="ADAL" clId="{6CF5D3DD-A8C4-4611-8099-4AEB2E976A2E}" dt="2026-02-04T21:58:49.982" v="609" actId="14100"/>
          <ac:spMkLst>
            <pc:docMk/>
            <pc:sldMk cId="1018795189" sldId="911"/>
            <ac:spMk id="25" creationId="{E3BFB660-B402-AC52-ADE2-671F7DDCB522}"/>
          </ac:spMkLst>
        </pc:spChg>
        <pc:spChg chg="del">
          <ac:chgData name="Al Friend" userId="e5ed79da-d858-46d4-9eed-a7a24903f2de" providerId="ADAL" clId="{6CF5D3DD-A8C4-4611-8099-4AEB2E976A2E}" dt="2026-02-04T21:30:36.871" v="274" actId="478"/>
          <ac:spMkLst>
            <pc:docMk/>
            <pc:sldMk cId="1018795189" sldId="911"/>
            <ac:spMk id="26" creationId="{0D1F2FFD-A9D7-55FE-08EB-8403B19431E6}"/>
          </ac:spMkLst>
        </pc:spChg>
        <pc:grpChg chg="del">
          <ac:chgData name="Al Friend" userId="e5ed79da-d858-46d4-9eed-a7a24903f2de" providerId="ADAL" clId="{6CF5D3DD-A8C4-4611-8099-4AEB2E976A2E}" dt="2026-02-04T21:30:37.929" v="275" actId="478"/>
          <ac:grpSpMkLst>
            <pc:docMk/>
            <pc:sldMk cId="1018795189" sldId="911"/>
            <ac:grpSpMk id="13" creationId="{1E74E6B6-B6D7-CAC2-3C13-5FAC87C96411}"/>
          </ac:grpSpMkLst>
        </pc:grpChg>
        <pc:graphicFrameChg chg="add mod modGraphic">
          <ac:chgData name="Al Friend" userId="e5ed79da-d858-46d4-9eed-a7a24903f2de" providerId="ADAL" clId="{6CF5D3DD-A8C4-4611-8099-4AEB2E976A2E}" dt="2026-02-04T22:02:31.486" v="638" actId="20577"/>
          <ac:graphicFrameMkLst>
            <pc:docMk/>
            <pc:sldMk cId="1018795189" sldId="911"/>
            <ac:graphicFrameMk id="3" creationId="{BF6C8320-3B62-7F41-0D45-F63A303F3AD5}"/>
          </ac:graphicFrameMkLst>
        </pc:graphicFrameChg>
        <pc:graphicFrameChg chg="mod modGraphic">
          <ac:chgData name="Al Friend" userId="e5ed79da-d858-46d4-9eed-a7a24903f2de" providerId="ADAL" clId="{6CF5D3DD-A8C4-4611-8099-4AEB2E976A2E}" dt="2026-02-04T21:40:02.522" v="568" actId="207"/>
          <ac:graphicFrameMkLst>
            <pc:docMk/>
            <pc:sldMk cId="1018795189" sldId="911"/>
            <ac:graphicFrameMk id="8" creationId="{42287C8D-C1EF-C053-7A75-739971CA7A2A}"/>
          </ac:graphicFrameMkLst>
        </pc:graphicFrameChg>
      </pc:sldChg>
      <pc:sldChg chg="delSp modSp add mod delAnim modAnim modShow modNotesTx">
        <pc:chgData name="Al Friend" userId="e5ed79da-d858-46d4-9eed-a7a24903f2de" providerId="ADAL" clId="{6CF5D3DD-A8C4-4611-8099-4AEB2E976A2E}" dt="2026-02-04T22:02:42.403" v="647" actId="20577"/>
        <pc:sldMkLst>
          <pc:docMk/>
          <pc:sldMk cId="2380365815" sldId="912"/>
        </pc:sldMkLst>
        <pc:spChg chg="del">
          <ac:chgData name="Al Friend" userId="e5ed79da-d858-46d4-9eed-a7a24903f2de" providerId="ADAL" clId="{6CF5D3DD-A8C4-4611-8099-4AEB2E976A2E}" dt="2026-02-04T21:59:57.974" v="621" actId="478"/>
          <ac:spMkLst>
            <pc:docMk/>
            <pc:sldMk cId="2380365815" sldId="912"/>
            <ac:spMk id="5" creationId="{4064CB55-0E43-CE5B-D165-0021FF0FEC0A}"/>
          </ac:spMkLst>
        </pc:spChg>
        <pc:spChg chg="del">
          <ac:chgData name="Al Friend" userId="e5ed79da-d858-46d4-9eed-a7a24903f2de" providerId="ADAL" clId="{6CF5D3DD-A8C4-4611-8099-4AEB2E976A2E}" dt="2026-02-04T21:59:56.672" v="620" actId="478"/>
          <ac:spMkLst>
            <pc:docMk/>
            <pc:sldMk cId="2380365815" sldId="912"/>
            <ac:spMk id="7" creationId="{CBAF2AAC-6D1E-ED43-72FA-A3681B5FC985}"/>
          </ac:spMkLst>
        </pc:spChg>
        <pc:spChg chg="del">
          <ac:chgData name="Al Friend" userId="e5ed79da-d858-46d4-9eed-a7a24903f2de" providerId="ADAL" clId="{6CF5D3DD-A8C4-4611-8099-4AEB2E976A2E}" dt="2026-02-04T21:59:55.979" v="619" actId="478"/>
          <ac:spMkLst>
            <pc:docMk/>
            <pc:sldMk cId="2380365815" sldId="912"/>
            <ac:spMk id="9" creationId="{8C22B476-C1D2-B9EB-C012-B70156BFA606}"/>
          </ac:spMkLst>
        </pc:spChg>
        <pc:spChg chg="del">
          <ac:chgData name="Al Friend" userId="e5ed79da-d858-46d4-9eed-a7a24903f2de" providerId="ADAL" clId="{6CF5D3DD-A8C4-4611-8099-4AEB2E976A2E}" dt="2026-02-04T21:59:59.014" v="622" actId="478"/>
          <ac:spMkLst>
            <pc:docMk/>
            <pc:sldMk cId="2380365815" sldId="912"/>
            <ac:spMk id="23" creationId="{1CC3755C-B10D-5DBB-00BC-4F78BE4D1DAA}"/>
          </ac:spMkLst>
        </pc:spChg>
        <pc:spChg chg="del">
          <ac:chgData name="Al Friend" userId="e5ed79da-d858-46d4-9eed-a7a24903f2de" providerId="ADAL" clId="{6CF5D3DD-A8C4-4611-8099-4AEB2E976A2E}" dt="2026-02-04T21:59:54.783" v="618" actId="478"/>
          <ac:spMkLst>
            <pc:docMk/>
            <pc:sldMk cId="2380365815" sldId="912"/>
            <ac:spMk id="25" creationId="{39920382-B821-D18D-CEC2-7851ADE65BF0}"/>
          </ac:spMkLst>
        </pc:spChg>
        <pc:graphicFrameChg chg="modGraphic">
          <ac:chgData name="Al Friend" userId="e5ed79da-d858-46d4-9eed-a7a24903f2de" providerId="ADAL" clId="{6CF5D3DD-A8C4-4611-8099-4AEB2E976A2E}" dt="2026-02-04T22:02:42.403" v="647" actId="20577"/>
          <ac:graphicFrameMkLst>
            <pc:docMk/>
            <pc:sldMk cId="2380365815" sldId="912"/>
            <ac:graphicFrameMk id="3" creationId="{C3005A74-E6D7-2B6B-4EA7-005BEE7621E9}"/>
          </ac:graphicFrameMkLst>
        </pc:graphicFrameChg>
      </pc:sldChg>
    </pc:docChg>
  </pc:docChgLst>
  <pc:docChgLst>
    <pc:chgData name="Al Friend" userId="e5ed79da-d858-46d4-9eed-a7a24903f2de" providerId="ADAL" clId="{7537B086-0992-4C5F-A071-F6F8659556F1}"/>
    <pc:docChg chg="undo redo custSel addSld delSld modSld sldOrd modMainMaster delSection modSection">
      <pc:chgData name="Al Friend" userId="e5ed79da-d858-46d4-9eed-a7a24903f2de" providerId="ADAL" clId="{7537B086-0992-4C5F-A071-F6F8659556F1}" dt="2026-02-04T15:47:57.888" v="2560" actId="1076"/>
      <pc:docMkLst>
        <pc:docMk/>
      </pc:docMkLst>
      <pc:sldChg chg="modSp">
        <pc:chgData name="Al Friend" userId="e5ed79da-d858-46d4-9eed-a7a24903f2de" providerId="ADAL" clId="{7537B086-0992-4C5F-A071-F6F8659556F1}" dt="2026-01-08T09:15:52.870" v="80" actId="403"/>
        <pc:sldMkLst>
          <pc:docMk/>
          <pc:sldMk cId="1397375078" sldId="262"/>
        </pc:sldMkLst>
        <pc:spChg chg="mod">
          <ac:chgData name="Al Friend" userId="e5ed79da-d858-46d4-9eed-a7a24903f2de" providerId="ADAL" clId="{7537B086-0992-4C5F-A071-F6F8659556F1}" dt="2026-01-08T09:15:52.870" v="80" actId="403"/>
          <ac:spMkLst>
            <pc:docMk/>
            <pc:sldMk cId="1397375078" sldId="262"/>
            <ac:spMk id="3" creationId="{00000000-0000-0000-0000-000000000000}"/>
          </ac:spMkLst>
        </pc:spChg>
      </pc:sldChg>
      <pc:sldChg chg="modSp modAnim">
        <pc:chgData name="Al Friend" userId="e5ed79da-d858-46d4-9eed-a7a24903f2de" providerId="ADAL" clId="{7537B086-0992-4C5F-A071-F6F8659556F1}" dt="2026-01-08T08:59:13.966" v="5"/>
        <pc:sldMkLst>
          <pc:docMk/>
          <pc:sldMk cId="1842242945" sldId="430"/>
        </pc:sldMkLst>
        <pc:spChg chg="mod">
          <ac:chgData name="Al Friend" userId="e5ed79da-d858-46d4-9eed-a7a24903f2de" providerId="ADAL" clId="{7537B086-0992-4C5F-A071-F6F8659556F1}" dt="2026-01-08T08:59:13.966" v="5"/>
          <ac:spMkLst>
            <pc:docMk/>
            <pc:sldMk cId="1842242945" sldId="430"/>
            <ac:spMk id="3" creationId="{00000000-0000-0000-0000-000000000000}"/>
          </ac:spMkLst>
        </pc:spChg>
      </pc:sldChg>
      <pc:sldChg chg="modSp">
        <pc:chgData name="Al Friend" userId="e5ed79da-d858-46d4-9eed-a7a24903f2de" providerId="ADAL" clId="{7537B086-0992-4C5F-A071-F6F8659556F1}" dt="2026-01-09T11:12:38.584" v="360" actId="20577"/>
        <pc:sldMkLst>
          <pc:docMk/>
          <pc:sldMk cId="1701761292" sldId="435"/>
        </pc:sldMkLst>
        <pc:spChg chg="mod">
          <ac:chgData name="Al Friend" userId="e5ed79da-d858-46d4-9eed-a7a24903f2de" providerId="ADAL" clId="{7537B086-0992-4C5F-A071-F6F8659556F1}" dt="2026-01-09T11:12:36.200" v="358" actId="20577"/>
          <ac:spMkLst>
            <pc:docMk/>
            <pc:sldMk cId="1701761292" sldId="435"/>
            <ac:spMk id="3" creationId="{E4EE7085-4C5B-409B-8843-A8A3D3CB6E90}"/>
          </ac:spMkLst>
        </pc:spChg>
        <pc:spChg chg="mod">
          <ac:chgData name="Al Friend" userId="e5ed79da-d858-46d4-9eed-a7a24903f2de" providerId="ADAL" clId="{7537B086-0992-4C5F-A071-F6F8659556F1}" dt="2026-01-09T11:12:38.584" v="360" actId="20577"/>
          <ac:spMkLst>
            <pc:docMk/>
            <pc:sldMk cId="1701761292" sldId="435"/>
            <ac:spMk id="7" creationId="{5FE7746D-D127-4927-B238-DF71612EDD32}"/>
          </ac:spMkLst>
        </pc:spChg>
      </pc:sldChg>
      <pc:sldChg chg="modSp">
        <pc:chgData name="Al Friend" userId="e5ed79da-d858-46d4-9eed-a7a24903f2de" providerId="ADAL" clId="{7537B086-0992-4C5F-A071-F6F8659556F1}" dt="2026-01-09T11:13:33.491" v="364" actId="20577"/>
        <pc:sldMkLst>
          <pc:docMk/>
          <pc:sldMk cId="2774159214" sldId="437"/>
        </pc:sldMkLst>
        <pc:spChg chg="mod">
          <ac:chgData name="Al Friend" userId="e5ed79da-d858-46d4-9eed-a7a24903f2de" providerId="ADAL" clId="{7537B086-0992-4C5F-A071-F6F8659556F1}" dt="2026-01-09T11:13:33.491" v="364" actId="20577"/>
          <ac:spMkLst>
            <pc:docMk/>
            <pc:sldMk cId="2774159214" sldId="437"/>
            <ac:spMk id="3" creationId="{E4EE7085-4C5B-409B-8843-A8A3D3CB6E90}"/>
          </ac:spMkLst>
        </pc:spChg>
      </pc:sldChg>
      <pc:sldChg chg="modSp">
        <pc:chgData name="Al Friend" userId="e5ed79da-d858-46d4-9eed-a7a24903f2de" providerId="ADAL" clId="{7537B086-0992-4C5F-A071-F6F8659556F1}" dt="2026-01-12T15:20:44.330" v="690" actId="20577"/>
        <pc:sldMkLst>
          <pc:docMk/>
          <pc:sldMk cId="3662892889" sldId="438"/>
        </pc:sldMkLst>
        <pc:spChg chg="mod">
          <ac:chgData name="Al Friend" userId="e5ed79da-d858-46d4-9eed-a7a24903f2de" providerId="ADAL" clId="{7537B086-0992-4C5F-A071-F6F8659556F1}" dt="2026-01-12T15:20:44.330" v="690" actId="20577"/>
          <ac:spMkLst>
            <pc:docMk/>
            <pc:sldMk cId="3662892889" sldId="438"/>
            <ac:spMk id="3" creationId="{E4EE7085-4C5B-409B-8843-A8A3D3CB6E90}"/>
          </ac:spMkLst>
        </pc:spChg>
      </pc:sldChg>
      <pc:sldChg chg="modTransition">
        <pc:chgData name="Al Friend" userId="e5ed79da-d858-46d4-9eed-a7a24903f2de" providerId="ADAL" clId="{7537B086-0992-4C5F-A071-F6F8659556F1}" dt="2026-01-26T13:51:26.942" v="1958"/>
        <pc:sldMkLst>
          <pc:docMk/>
          <pc:sldMk cId="2723771124" sldId="441"/>
        </pc:sldMkLst>
      </pc:sldChg>
      <pc:sldChg chg="modSp">
        <pc:chgData name="Al Friend" userId="e5ed79da-d858-46d4-9eed-a7a24903f2de" providerId="ADAL" clId="{7537B086-0992-4C5F-A071-F6F8659556F1}" dt="2026-02-04T14:33:05.372" v="2487" actId="20577"/>
        <pc:sldMkLst>
          <pc:docMk/>
          <pc:sldMk cId="2174581309" sldId="444"/>
        </pc:sldMkLst>
        <pc:spChg chg="mod">
          <ac:chgData name="Al Friend" userId="e5ed79da-d858-46d4-9eed-a7a24903f2de" providerId="ADAL" clId="{7537B086-0992-4C5F-A071-F6F8659556F1}" dt="2026-02-04T14:33:05.372" v="2487" actId="20577"/>
          <ac:spMkLst>
            <pc:docMk/>
            <pc:sldMk cId="2174581309" sldId="444"/>
            <ac:spMk id="2" creationId="{2758866C-D163-466F-886D-CDF1E69610EA}"/>
          </ac:spMkLst>
        </pc:spChg>
      </pc:sldChg>
      <pc:sldChg chg="modSp">
        <pc:chgData name="Al Friend" userId="e5ed79da-d858-46d4-9eed-a7a24903f2de" providerId="ADAL" clId="{7537B086-0992-4C5F-A071-F6F8659556F1}" dt="2026-02-04T14:33:13.074" v="2491" actId="20577"/>
        <pc:sldMkLst>
          <pc:docMk/>
          <pc:sldMk cId="1795813768" sldId="447"/>
        </pc:sldMkLst>
        <pc:spChg chg="mod">
          <ac:chgData name="Al Friend" userId="e5ed79da-d858-46d4-9eed-a7a24903f2de" providerId="ADAL" clId="{7537B086-0992-4C5F-A071-F6F8659556F1}" dt="2026-02-04T14:33:09.955" v="2489" actId="20577"/>
          <ac:spMkLst>
            <pc:docMk/>
            <pc:sldMk cId="1795813768" sldId="447"/>
            <ac:spMk id="5" creationId="{9E8D577D-F9B0-4C26-95CB-954FFDF61DBD}"/>
          </ac:spMkLst>
        </pc:spChg>
        <pc:spChg chg="mod">
          <ac:chgData name="Al Friend" userId="e5ed79da-d858-46d4-9eed-a7a24903f2de" providerId="ADAL" clId="{7537B086-0992-4C5F-A071-F6F8659556F1}" dt="2026-02-04T14:33:13.074" v="2491" actId="20577"/>
          <ac:spMkLst>
            <pc:docMk/>
            <pc:sldMk cId="1795813768" sldId="447"/>
            <ac:spMk id="6" creationId="{06B8E8D6-C037-4571-B1CB-E4BD14A48ED7}"/>
          </ac:spMkLst>
        </pc:spChg>
      </pc:sldChg>
      <pc:sldChg chg="modSp">
        <pc:chgData name="Al Friend" userId="e5ed79da-d858-46d4-9eed-a7a24903f2de" providerId="ADAL" clId="{7537B086-0992-4C5F-A071-F6F8659556F1}" dt="2026-01-09T11:12:42.041" v="362" actId="20577"/>
        <pc:sldMkLst>
          <pc:docMk/>
          <pc:sldMk cId="1739365771" sldId="455"/>
        </pc:sldMkLst>
        <pc:spChg chg="mod">
          <ac:chgData name="Al Friend" userId="e5ed79da-d858-46d4-9eed-a7a24903f2de" providerId="ADAL" clId="{7537B086-0992-4C5F-A071-F6F8659556F1}" dt="2026-01-09T11:12:42.041" v="362" actId="20577"/>
          <ac:spMkLst>
            <pc:docMk/>
            <pc:sldMk cId="1739365771" sldId="455"/>
            <ac:spMk id="3" creationId="{E4EE7085-4C5B-409B-8843-A8A3D3CB6E90}"/>
          </ac:spMkLst>
        </pc:spChg>
      </pc:sldChg>
      <pc:sldChg chg="modSp">
        <pc:chgData name="Al Friend" userId="e5ed79da-d858-46d4-9eed-a7a24903f2de" providerId="ADAL" clId="{7537B086-0992-4C5F-A071-F6F8659556F1}" dt="2026-02-04T14:33:20.292" v="2495" actId="20577"/>
        <pc:sldMkLst>
          <pc:docMk/>
          <pc:sldMk cId="2428575276" sldId="460"/>
        </pc:sldMkLst>
        <pc:spChg chg="mod">
          <ac:chgData name="Al Friend" userId="e5ed79da-d858-46d4-9eed-a7a24903f2de" providerId="ADAL" clId="{7537B086-0992-4C5F-A071-F6F8659556F1}" dt="2026-02-04T14:33:17.798" v="2493" actId="20577"/>
          <ac:spMkLst>
            <pc:docMk/>
            <pc:sldMk cId="2428575276" sldId="460"/>
            <ac:spMk id="5" creationId="{9E8D577D-F9B0-4C26-95CB-954FFDF61DBD}"/>
          </ac:spMkLst>
        </pc:spChg>
        <pc:spChg chg="mod">
          <ac:chgData name="Al Friend" userId="e5ed79da-d858-46d4-9eed-a7a24903f2de" providerId="ADAL" clId="{7537B086-0992-4C5F-A071-F6F8659556F1}" dt="2026-02-04T14:33:20.292" v="2495" actId="20577"/>
          <ac:spMkLst>
            <pc:docMk/>
            <pc:sldMk cId="2428575276" sldId="460"/>
            <ac:spMk id="6" creationId="{06B8E8D6-C037-4571-B1CB-E4BD14A48ED7}"/>
          </ac:spMkLst>
        </pc:spChg>
      </pc:sldChg>
      <pc:sldChg chg="modSp ord">
        <pc:chgData name="Al Friend" userId="e5ed79da-d858-46d4-9eed-a7a24903f2de" providerId="ADAL" clId="{7537B086-0992-4C5F-A071-F6F8659556F1}" dt="2026-01-12T15:51:52.111" v="824" actId="1076"/>
        <pc:sldMkLst>
          <pc:docMk/>
          <pc:sldMk cId="818983537" sldId="471"/>
        </pc:sldMkLst>
        <pc:spChg chg="mod">
          <ac:chgData name="Al Friend" userId="e5ed79da-d858-46d4-9eed-a7a24903f2de" providerId="ADAL" clId="{7537B086-0992-4C5F-A071-F6F8659556F1}" dt="2026-01-12T15:43:32.063" v="718" actId="20577"/>
          <ac:spMkLst>
            <pc:docMk/>
            <pc:sldMk cId="818983537" sldId="471"/>
            <ac:spMk id="3" creationId="{E4EE7085-4C5B-409B-8843-A8A3D3CB6E90}"/>
          </ac:spMkLst>
        </pc:spChg>
        <pc:spChg chg="mod">
          <ac:chgData name="Al Friend" userId="e5ed79da-d858-46d4-9eed-a7a24903f2de" providerId="ADAL" clId="{7537B086-0992-4C5F-A071-F6F8659556F1}" dt="2026-01-12T15:51:52.111" v="824" actId="1076"/>
          <ac:spMkLst>
            <pc:docMk/>
            <pc:sldMk cId="818983537" sldId="471"/>
            <ac:spMk id="7" creationId="{DFBCD4FE-B2C2-4A7E-BA42-AFCA68B5BE18}"/>
          </ac:spMkLst>
        </pc:spChg>
      </pc:sldChg>
      <pc:sldChg chg="modSp ord">
        <pc:chgData name="Al Friend" userId="e5ed79da-d858-46d4-9eed-a7a24903f2de" providerId="ADAL" clId="{7537B086-0992-4C5F-A071-F6F8659556F1}" dt="2026-01-12T15:42:02.680" v="710" actId="20577"/>
        <pc:sldMkLst>
          <pc:docMk/>
          <pc:sldMk cId="2545018025" sldId="472"/>
        </pc:sldMkLst>
        <pc:spChg chg="mod">
          <ac:chgData name="Al Friend" userId="e5ed79da-d858-46d4-9eed-a7a24903f2de" providerId="ADAL" clId="{7537B086-0992-4C5F-A071-F6F8659556F1}" dt="2026-01-12T15:42:02.680" v="710" actId="20577"/>
          <ac:spMkLst>
            <pc:docMk/>
            <pc:sldMk cId="2545018025" sldId="472"/>
            <ac:spMk id="3" creationId="{E4EE7085-4C5B-409B-8843-A8A3D3CB6E90}"/>
          </ac:spMkLst>
        </pc:spChg>
      </pc:sldChg>
      <pc:sldChg chg="modSp ord">
        <pc:chgData name="Al Friend" userId="e5ed79da-d858-46d4-9eed-a7a24903f2de" providerId="ADAL" clId="{7537B086-0992-4C5F-A071-F6F8659556F1}" dt="2026-01-12T15:42:11.323" v="714" actId="20577"/>
        <pc:sldMkLst>
          <pc:docMk/>
          <pc:sldMk cId="2752439583" sldId="473"/>
        </pc:sldMkLst>
        <pc:spChg chg="mod">
          <ac:chgData name="Al Friend" userId="e5ed79da-d858-46d4-9eed-a7a24903f2de" providerId="ADAL" clId="{7537B086-0992-4C5F-A071-F6F8659556F1}" dt="2026-01-12T15:42:11.323" v="714" actId="20577"/>
          <ac:spMkLst>
            <pc:docMk/>
            <pc:sldMk cId="2752439583" sldId="473"/>
            <ac:spMk id="3" creationId="{E4EE7085-4C5B-409B-8843-A8A3D3CB6E90}"/>
          </ac:spMkLst>
        </pc:spChg>
      </pc:sldChg>
      <pc:sldChg chg="modSp">
        <pc:chgData name="Al Friend" userId="e5ed79da-d858-46d4-9eed-a7a24903f2de" providerId="ADAL" clId="{7537B086-0992-4C5F-A071-F6F8659556F1}" dt="2026-01-08T10:07:15.003" v="117" actId="113"/>
        <pc:sldMkLst>
          <pc:docMk/>
          <pc:sldMk cId="1529298100" sldId="479"/>
        </pc:sldMkLst>
        <pc:spChg chg="mod">
          <ac:chgData name="Al Friend" userId="e5ed79da-d858-46d4-9eed-a7a24903f2de" providerId="ADAL" clId="{7537B086-0992-4C5F-A071-F6F8659556F1}" dt="2026-01-08T10:07:15.003" v="117" actId="113"/>
          <ac:spMkLst>
            <pc:docMk/>
            <pc:sldMk cId="1529298100" sldId="479"/>
            <ac:spMk id="9" creationId="{B935E981-B7C6-4BDF-ADC2-EFF2B075D3D8}"/>
          </ac:spMkLst>
        </pc:spChg>
        <pc:spChg chg="mod">
          <ac:chgData name="Al Friend" userId="e5ed79da-d858-46d4-9eed-a7a24903f2de" providerId="ADAL" clId="{7537B086-0992-4C5F-A071-F6F8659556F1}" dt="2026-01-08T09:04:28.708" v="76" actId="113"/>
          <ac:spMkLst>
            <pc:docMk/>
            <pc:sldMk cId="1529298100" sldId="479"/>
            <ac:spMk id="15" creationId="{B935E981-B7C6-4BDF-ADC2-EFF2B075D3D8}"/>
          </ac:spMkLst>
        </pc:spChg>
      </pc:sldChg>
      <pc:sldChg chg="modSp modAnim">
        <pc:chgData name="Al Friend" userId="e5ed79da-d858-46d4-9eed-a7a24903f2de" providerId="ADAL" clId="{7537B086-0992-4C5F-A071-F6F8659556F1}" dt="2026-01-08T10:06:50.205" v="116" actId="20577"/>
        <pc:sldMkLst>
          <pc:docMk/>
          <pc:sldMk cId="3877628735" sldId="481"/>
        </pc:sldMkLst>
        <pc:spChg chg="mod">
          <ac:chgData name="Al Friend" userId="e5ed79da-d858-46d4-9eed-a7a24903f2de" providerId="ADAL" clId="{7537B086-0992-4C5F-A071-F6F8659556F1}" dt="2026-01-08T10:06:50.205" v="116" actId="20577"/>
          <ac:spMkLst>
            <pc:docMk/>
            <pc:sldMk cId="3877628735" sldId="481"/>
            <ac:spMk id="3" creationId="{52A295CC-8959-7191-3AFD-BD54D14A7EC9}"/>
          </ac:spMkLst>
        </pc:spChg>
        <pc:spChg chg="mod">
          <ac:chgData name="Al Friend" userId="e5ed79da-d858-46d4-9eed-a7a24903f2de" providerId="ADAL" clId="{7537B086-0992-4C5F-A071-F6F8659556F1}" dt="2026-01-08T09:02:22.070" v="42" actId="20577"/>
          <ac:spMkLst>
            <pc:docMk/>
            <pc:sldMk cId="3877628735" sldId="481"/>
            <ac:spMk id="6" creationId="{924404A3-ED4C-4699-9CA9-EFEB23F51AA9}"/>
          </ac:spMkLst>
        </pc:spChg>
      </pc:sldChg>
      <pc:sldChg chg="modSp">
        <pc:chgData name="Al Friend" userId="e5ed79da-d858-46d4-9eed-a7a24903f2de" providerId="ADAL" clId="{7537B086-0992-4C5F-A071-F6F8659556F1}" dt="2026-01-08T08:58:12.553" v="3" actId="27636"/>
        <pc:sldMkLst>
          <pc:docMk/>
          <pc:sldMk cId="1645342312" sldId="513"/>
        </pc:sldMkLst>
        <pc:spChg chg="mod">
          <ac:chgData name="Al Friend" userId="e5ed79da-d858-46d4-9eed-a7a24903f2de" providerId="ADAL" clId="{7537B086-0992-4C5F-A071-F6F8659556F1}" dt="2026-01-08T08:58:12.553" v="3" actId="27636"/>
          <ac:spMkLst>
            <pc:docMk/>
            <pc:sldMk cId="1645342312" sldId="513"/>
            <ac:spMk id="3" creationId="{00000000-0000-0000-0000-000000000000}"/>
          </ac:spMkLst>
        </pc:spChg>
      </pc:sldChg>
      <pc:sldChg chg="modSp">
        <pc:chgData name="Al Friend" userId="e5ed79da-d858-46d4-9eed-a7a24903f2de" providerId="ADAL" clId="{7537B086-0992-4C5F-A071-F6F8659556F1}" dt="2026-02-04T14:30:58.100" v="2463" actId="20577"/>
        <pc:sldMkLst>
          <pc:docMk/>
          <pc:sldMk cId="4015496597" sldId="521"/>
        </pc:sldMkLst>
        <pc:spChg chg="mod">
          <ac:chgData name="Al Friend" userId="e5ed79da-d858-46d4-9eed-a7a24903f2de" providerId="ADAL" clId="{7537B086-0992-4C5F-A071-F6F8659556F1}" dt="2026-02-04T14:30:58.100" v="2463" actId="20577"/>
          <ac:spMkLst>
            <pc:docMk/>
            <pc:sldMk cId="4015496597" sldId="521"/>
            <ac:spMk id="13" creationId="{0929D270-263B-40FE-B047-5F7676BBB754}"/>
          </ac:spMkLst>
        </pc:spChg>
      </pc:sldChg>
      <pc:sldChg chg="delSp modSp delAnim">
        <pc:chgData name="Al Friend" userId="e5ed79da-d858-46d4-9eed-a7a24903f2de" providerId="ADAL" clId="{7537B086-0992-4C5F-A071-F6F8659556F1}" dt="2026-01-12T15:44:55.104" v="739" actId="478"/>
        <pc:sldMkLst>
          <pc:docMk/>
          <pc:sldMk cId="2830124929" sldId="539"/>
        </pc:sldMkLst>
        <pc:spChg chg="mod">
          <ac:chgData name="Al Friend" userId="e5ed79da-d858-46d4-9eed-a7a24903f2de" providerId="ADAL" clId="{7537B086-0992-4C5F-A071-F6F8659556F1}" dt="2026-01-12T15:44:46.398" v="738" actId="20577"/>
          <ac:spMkLst>
            <pc:docMk/>
            <pc:sldMk cId="2830124929" sldId="539"/>
            <ac:spMk id="2" creationId="{2CE87805-17F2-4B70-B505-57FB17E1FEE3}"/>
          </ac:spMkLst>
        </pc:spChg>
        <pc:spChg chg="mod">
          <ac:chgData name="Al Friend" userId="e5ed79da-d858-46d4-9eed-a7a24903f2de" providerId="ADAL" clId="{7537B086-0992-4C5F-A071-F6F8659556F1}" dt="2026-01-12T15:44:05.204" v="724" actId="20577"/>
          <ac:spMkLst>
            <pc:docMk/>
            <pc:sldMk cId="2830124929" sldId="539"/>
            <ac:spMk id="3" creationId="{E4EE7085-4C5B-409B-8843-A8A3D3CB6E90}"/>
          </ac:spMkLst>
        </pc:spChg>
      </pc:sldChg>
      <pc:sldChg chg="modTransition">
        <pc:chgData name="Al Friend" userId="e5ed79da-d858-46d4-9eed-a7a24903f2de" providerId="ADAL" clId="{7537B086-0992-4C5F-A071-F6F8659556F1}" dt="2026-01-26T13:50:49.896" v="1957"/>
        <pc:sldMkLst>
          <pc:docMk/>
          <pc:sldMk cId="2797075726" sldId="543"/>
        </pc:sldMkLst>
      </pc:sldChg>
      <pc:sldChg chg="modTransition">
        <pc:chgData name="Al Friend" userId="e5ed79da-d858-46d4-9eed-a7a24903f2de" providerId="ADAL" clId="{7537B086-0992-4C5F-A071-F6F8659556F1}" dt="2026-01-26T13:51:36.153" v="1959"/>
        <pc:sldMkLst>
          <pc:docMk/>
          <pc:sldMk cId="927004980" sldId="544"/>
        </pc:sldMkLst>
      </pc:sldChg>
      <pc:sldChg chg="modSp">
        <pc:chgData name="Al Friend" userId="e5ed79da-d858-46d4-9eed-a7a24903f2de" providerId="ADAL" clId="{7537B086-0992-4C5F-A071-F6F8659556F1}" dt="2026-01-12T15:38:27.244" v="694" actId="20577"/>
        <pc:sldMkLst>
          <pc:docMk/>
          <pc:sldMk cId="2796949558" sldId="553"/>
        </pc:sldMkLst>
        <pc:spChg chg="mod">
          <ac:chgData name="Al Friend" userId="e5ed79da-d858-46d4-9eed-a7a24903f2de" providerId="ADAL" clId="{7537B086-0992-4C5F-A071-F6F8659556F1}" dt="2026-01-12T15:38:27.244" v="694" actId="20577"/>
          <ac:spMkLst>
            <pc:docMk/>
            <pc:sldMk cId="2796949558" sldId="553"/>
            <ac:spMk id="3" creationId="{E4EE7085-4C5B-409B-8843-A8A3D3CB6E90}"/>
          </ac:spMkLst>
        </pc:spChg>
      </pc:sldChg>
      <pc:sldChg chg="modSp">
        <pc:chgData name="Al Friend" userId="e5ed79da-d858-46d4-9eed-a7a24903f2de" providerId="ADAL" clId="{7537B086-0992-4C5F-A071-F6F8659556F1}" dt="2026-01-12T15:40:44.934" v="706" actId="20577"/>
        <pc:sldMkLst>
          <pc:docMk/>
          <pc:sldMk cId="1736274729" sldId="554"/>
        </pc:sldMkLst>
        <pc:spChg chg="mod">
          <ac:chgData name="Al Friend" userId="e5ed79da-d858-46d4-9eed-a7a24903f2de" providerId="ADAL" clId="{7537B086-0992-4C5F-A071-F6F8659556F1}" dt="2026-01-12T15:40:44.934" v="706" actId="20577"/>
          <ac:spMkLst>
            <pc:docMk/>
            <pc:sldMk cId="1736274729" sldId="554"/>
            <ac:spMk id="3" creationId="{E4EE7085-4C5B-409B-8843-A8A3D3CB6E90}"/>
          </ac:spMkLst>
        </pc:spChg>
      </pc:sldChg>
      <pc:sldChg chg="addSp delSp modSp">
        <pc:chgData name="Al Friend" userId="e5ed79da-d858-46d4-9eed-a7a24903f2de" providerId="ADAL" clId="{7537B086-0992-4C5F-A071-F6F8659556F1}" dt="2026-01-12T15:38:33.253" v="698" actId="20577"/>
        <pc:sldMkLst>
          <pc:docMk/>
          <pc:sldMk cId="3656827312" sldId="555"/>
        </pc:sldMkLst>
        <pc:spChg chg="mod">
          <ac:chgData name="Al Friend" userId="e5ed79da-d858-46d4-9eed-a7a24903f2de" providerId="ADAL" clId="{7537B086-0992-4C5F-A071-F6F8659556F1}" dt="2026-01-12T15:38:33.253" v="698" actId="20577"/>
          <ac:spMkLst>
            <pc:docMk/>
            <pc:sldMk cId="3656827312" sldId="555"/>
            <ac:spMk id="3" creationId="{E4EE7085-4C5B-409B-8843-A8A3D3CB6E90}"/>
          </ac:spMkLst>
        </pc:spChg>
      </pc:sldChg>
      <pc:sldChg chg="modSp">
        <pc:chgData name="Al Friend" userId="e5ed79da-d858-46d4-9eed-a7a24903f2de" providerId="ADAL" clId="{7537B086-0992-4C5F-A071-F6F8659556F1}" dt="2026-01-12T15:40:37.364" v="702" actId="20577"/>
        <pc:sldMkLst>
          <pc:docMk/>
          <pc:sldMk cId="970874047" sldId="559"/>
        </pc:sldMkLst>
        <pc:spChg chg="mod">
          <ac:chgData name="Al Friend" userId="e5ed79da-d858-46d4-9eed-a7a24903f2de" providerId="ADAL" clId="{7537B086-0992-4C5F-A071-F6F8659556F1}" dt="2026-01-12T15:40:37.364" v="702" actId="20577"/>
          <ac:spMkLst>
            <pc:docMk/>
            <pc:sldMk cId="970874047" sldId="559"/>
            <ac:spMk id="3" creationId="{E4EE7085-4C5B-409B-8843-A8A3D3CB6E90}"/>
          </ac:spMkLst>
        </pc:spChg>
      </pc:sldChg>
      <pc:sldChg chg="modSp">
        <pc:chgData name="Al Friend" userId="e5ed79da-d858-46d4-9eed-a7a24903f2de" providerId="ADAL" clId="{7537B086-0992-4C5F-A071-F6F8659556F1}" dt="2026-01-09T11:13:39.379" v="366" actId="20577"/>
        <pc:sldMkLst>
          <pc:docMk/>
          <pc:sldMk cId="1599820182" sldId="589"/>
        </pc:sldMkLst>
        <pc:spChg chg="mod">
          <ac:chgData name="Al Friend" userId="e5ed79da-d858-46d4-9eed-a7a24903f2de" providerId="ADAL" clId="{7537B086-0992-4C5F-A071-F6F8659556F1}" dt="2026-01-09T11:13:39.379" v="366" actId="20577"/>
          <ac:spMkLst>
            <pc:docMk/>
            <pc:sldMk cId="1599820182" sldId="589"/>
            <ac:spMk id="3" creationId="{E4EE7085-4C5B-409B-8843-A8A3D3CB6E90}"/>
          </ac:spMkLst>
        </pc:spChg>
      </pc:sldChg>
      <pc:sldChg chg="modSp">
        <pc:chgData name="Al Friend" userId="e5ed79da-d858-46d4-9eed-a7a24903f2de" providerId="ADAL" clId="{7537B086-0992-4C5F-A071-F6F8659556F1}" dt="2026-01-12T15:21:35.082" v="692" actId="20577"/>
        <pc:sldMkLst>
          <pc:docMk/>
          <pc:sldMk cId="2929584588" sldId="590"/>
        </pc:sldMkLst>
        <pc:spChg chg="mod">
          <ac:chgData name="Al Friend" userId="e5ed79da-d858-46d4-9eed-a7a24903f2de" providerId="ADAL" clId="{7537B086-0992-4C5F-A071-F6F8659556F1}" dt="2026-01-12T15:21:35.082" v="692" actId="20577"/>
          <ac:spMkLst>
            <pc:docMk/>
            <pc:sldMk cId="2929584588" sldId="590"/>
            <ac:spMk id="3" creationId="{E4EE7085-4C5B-409B-8843-A8A3D3CB6E90}"/>
          </ac:spMkLst>
        </pc:spChg>
      </pc:sldChg>
      <pc:sldChg chg="modSp">
        <pc:chgData name="Al Friend" userId="e5ed79da-d858-46d4-9eed-a7a24903f2de" providerId="ADAL" clId="{7537B086-0992-4C5F-A071-F6F8659556F1}" dt="2026-01-12T15:38:30.470" v="696" actId="20577"/>
        <pc:sldMkLst>
          <pc:docMk/>
          <pc:sldMk cId="3483862181" sldId="591"/>
        </pc:sldMkLst>
        <pc:spChg chg="mod">
          <ac:chgData name="Al Friend" userId="e5ed79da-d858-46d4-9eed-a7a24903f2de" providerId="ADAL" clId="{7537B086-0992-4C5F-A071-F6F8659556F1}" dt="2026-01-12T15:38:30.470" v="696" actId="20577"/>
          <ac:spMkLst>
            <pc:docMk/>
            <pc:sldMk cId="3483862181" sldId="591"/>
            <ac:spMk id="3" creationId="{E4EE7085-4C5B-409B-8843-A8A3D3CB6E90}"/>
          </ac:spMkLst>
        </pc:spChg>
      </pc:sldChg>
      <pc:sldChg chg="modSp">
        <pc:chgData name="Al Friend" userId="e5ed79da-d858-46d4-9eed-a7a24903f2de" providerId="ADAL" clId="{7537B086-0992-4C5F-A071-F6F8659556F1}" dt="2026-01-12T15:40:34.293" v="700" actId="20577"/>
        <pc:sldMkLst>
          <pc:docMk/>
          <pc:sldMk cId="818404692" sldId="592"/>
        </pc:sldMkLst>
        <pc:spChg chg="mod">
          <ac:chgData name="Al Friend" userId="e5ed79da-d858-46d4-9eed-a7a24903f2de" providerId="ADAL" clId="{7537B086-0992-4C5F-A071-F6F8659556F1}" dt="2026-01-12T15:40:34.293" v="700" actId="20577"/>
          <ac:spMkLst>
            <pc:docMk/>
            <pc:sldMk cId="818404692" sldId="592"/>
            <ac:spMk id="3" creationId="{E4EE7085-4C5B-409B-8843-A8A3D3CB6E90}"/>
          </ac:spMkLst>
        </pc:spChg>
      </pc:sldChg>
      <pc:sldChg chg="modSp">
        <pc:chgData name="Al Friend" userId="e5ed79da-d858-46d4-9eed-a7a24903f2de" providerId="ADAL" clId="{7537B086-0992-4C5F-A071-F6F8659556F1}" dt="2026-01-12T15:40:40.776" v="704" actId="20577"/>
        <pc:sldMkLst>
          <pc:docMk/>
          <pc:sldMk cId="1368737392" sldId="593"/>
        </pc:sldMkLst>
        <pc:spChg chg="mod">
          <ac:chgData name="Al Friend" userId="e5ed79da-d858-46d4-9eed-a7a24903f2de" providerId="ADAL" clId="{7537B086-0992-4C5F-A071-F6F8659556F1}" dt="2026-01-12T15:40:40.776" v="704" actId="20577"/>
          <ac:spMkLst>
            <pc:docMk/>
            <pc:sldMk cId="1368737392" sldId="593"/>
            <ac:spMk id="3" creationId="{E4EE7085-4C5B-409B-8843-A8A3D3CB6E90}"/>
          </ac:spMkLst>
        </pc:spChg>
      </pc:sldChg>
      <pc:sldChg chg="modSp">
        <pc:chgData name="Al Friend" userId="e5ed79da-d858-46d4-9eed-a7a24903f2de" providerId="ADAL" clId="{7537B086-0992-4C5F-A071-F6F8659556F1}" dt="2026-01-12T15:40:48.874" v="708" actId="20577"/>
        <pc:sldMkLst>
          <pc:docMk/>
          <pc:sldMk cId="3908499378" sldId="594"/>
        </pc:sldMkLst>
        <pc:spChg chg="mod">
          <ac:chgData name="Al Friend" userId="e5ed79da-d858-46d4-9eed-a7a24903f2de" providerId="ADAL" clId="{7537B086-0992-4C5F-A071-F6F8659556F1}" dt="2026-01-12T15:40:48.874" v="708" actId="20577"/>
          <ac:spMkLst>
            <pc:docMk/>
            <pc:sldMk cId="3908499378" sldId="594"/>
            <ac:spMk id="3" creationId="{E4EE7085-4C5B-409B-8843-A8A3D3CB6E90}"/>
          </ac:spMkLst>
        </pc:spChg>
      </pc:sldChg>
      <pc:sldChg chg="modSp">
        <pc:chgData name="Al Friend" userId="e5ed79da-d858-46d4-9eed-a7a24903f2de" providerId="ADAL" clId="{7537B086-0992-4C5F-A071-F6F8659556F1}" dt="2026-01-09T10:57:01.974" v="356" actId="1036"/>
        <pc:sldMkLst>
          <pc:docMk/>
          <pc:sldMk cId="3288459417" sldId="659"/>
        </pc:sldMkLst>
        <pc:grpChg chg="mod">
          <ac:chgData name="Al Friend" userId="e5ed79da-d858-46d4-9eed-a7a24903f2de" providerId="ADAL" clId="{7537B086-0992-4C5F-A071-F6F8659556F1}" dt="2026-01-09T10:57:01.974" v="356" actId="1036"/>
          <ac:grpSpMkLst>
            <pc:docMk/>
            <pc:sldMk cId="3288459417" sldId="659"/>
            <ac:grpSpMk id="6" creationId="{CDA2DFA6-83BE-D060-BDA8-CF34E45D5A03}"/>
          </ac:grpSpMkLst>
        </pc:grpChg>
      </pc:sldChg>
      <pc:sldChg chg="ord">
        <pc:chgData name="Al Friend" userId="e5ed79da-d858-46d4-9eed-a7a24903f2de" providerId="ADAL" clId="{7537B086-0992-4C5F-A071-F6F8659556F1}" dt="2026-01-12T10:29:48.173" v="613"/>
        <pc:sldMkLst>
          <pc:docMk/>
          <pc:sldMk cId="3590783804" sldId="663"/>
        </pc:sldMkLst>
      </pc:sldChg>
      <pc:sldChg chg="modNotesTx">
        <pc:chgData name="Al Friend" userId="e5ed79da-d858-46d4-9eed-a7a24903f2de" providerId="ADAL" clId="{7537B086-0992-4C5F-A071-F6F8659556F1}" dt="2026-01-12T15:58:37.551" v="860" actId="20577"/>
        <pc:sldMkLst>
          <pc:docMk/>
          <pc:sldMk cId="3589467266" sldId="664"/>
        </pc:sldMkLst>
      </pc:sldChg>
      <pc:sldChg chg="modSp">
        <pc:chgData name="Al Friend" userId="e5ed79da-d858-46d4-9eed-a7a24903f2de" providerId="ADAL" clId="{7537B086-0992-4C5F-A071-F6F8659556F1}" dt="2026-01-12T15:44:38.483" v="730" actId="20577"/>
        <pc:sldMkLst>
          <pc:docMk/>
          <pc:sldMk cId="3697990193" sldId="665"/>
        </pc:sldMkLst>
        <pc:spChg chg="mod">
          <ac:chgData name="Al Friend" userId="e5ed79da-d858-46d4-9eed-a7a24903f2de" providerId="ADAL" clId="{7537B086-0992-4C5F-A071-F6F8659556F1}" dt="2026-01-12T15:44:38.483" v="730" actId="20577"/>
          <ac:spMkLst>
            <pc:docMk/>
            <pc:sldMk cId="3697990193" sldId="665"/>
            <ac:spMk id="2" creationId="{2CE87805-17F2-4B70-B505-57FB17E1FEE3}"/>
          </ac:spMkLst>
        </pc:spChg>
        <pc:spChg chg="mod">
          <ac:chgData name="Al Friend" userId="e5ed79da-d858-46d4-9eed-a7a24903f2de" providerId="ADAL" clId="{7537B086-0992-4C5F-A071-F6F8659556F1}" dt="2026-01-12T15:44:02.582" v="722" actId="20577"/>
          <ac:spMkLst>
            <pc:docMk/>
            <pc:sldMk cId="3697990193" sldId="665"/>
            <ac:spMk id="3" creationId="{E4EE7085-4C5B-409B-8843-A8A3D3CB6E90}"/>
          </ac:spMkLst>
        </pc:spChg>
      </pc:sldChg>
      <pc:sldChg chg="modSp">
        <pc:chgData name="Al Friend" userId="e5ed79da-d858-46d4-9eed-a7a24903f2de" providerId="ADAL" clId="{7537B086-0992-4C5F-A071-F6F8659556F1}" dt="2026-01-08T08:58:12.334" v="1" actId="27636"/>
        <pc:sldMkLst>
          <pc:docMk/>
          <pc:sldMk cId="4089413313" sldId="688"/>
        </pc:sldMkLst>
        <pc:spChg chg="mod">
          <ac:chgData name="Al Friend" userId="e5ed79da-d858-46d4-9eed-a7a24903f2de" providerId="ADAL" clId="{7537B086-0992-4C5F-A071-F6F8659556F1}" dt="2026-01-08T08:58:12.334" v="1" actId="27636"/>
          <ac:spMkLst>
            <pc:docMk/>
            <pc:sldMk cId="4089413313" sldId="688"/>
            <ac:spMk id="3" creationId="{141DFD40-5B60-02A6-A1F0-71163A85F354}"/>
          </ac:spMkLst>
        </pc:spChg>
      </pc:sldChg>
      <pc:sldChg chg="modSp">
        <pc:chgData name="Al Friend" userId="e5ed79da-d858-46d4-9eed-a7a24903f2de" providerId="ADAL" clId="{7537B086-0992-4C5F-A071-F6F8659556F1}" dt="2026-01-08T08:58:12.395" v="2" actId="27636"/>
        <pc:sldMkLst>
          <pc:docMk/>
          <pc:sldMk cId="1265154754" sldId="689"/>
        </pc:sldMkLst>
        <pc:spChg chg="mod">
          <ac:chgData name="Al Friend" userId="e5ed79da-d858-46d4-9eed-a7a24903f2de" providerId="ADAL" clId="{7537B086-0992-4C5F-A071-F6F8659556F1}" dt="2026-01-08T08:58:12.395" v="2" actId="27636"/>
          <ac:spMkLst>
            <pc:docMk/>
            <pc:sldMk cId="1265154754" sldId="689"/>
            <ac:spMk id="3" creationId="{141DFD40-5B60-02A6-A1F0-71163A85F354}"/>
          </ac:spMkLst>
        </pc:spChg>
      </pc:sldChg>
      <pc:sldChg chg="modSp ord">
        <pc:chgData name="Al Friend" userId="e5ed79da-d858-46d4-9eed-a7a24903f2de" providerId="ADAL" clId="{7537B086-0992-4C5F-A071-F6F8659556F1}" dt="2026-01-12T15:42:07.231" v="712" actId="20577"/>
        <pc:sldMkLst>
          <pc:docMk/>
          <pc:sldMk cId="630824385" sldId="711"/>
        </pc:sldMkLst>
        <pc:spChg chg="mod">
          <ac:chgData name="Al Friend" userId="e5ed79da-d858-46d4-9eed-a7a24903f2de" providerId="ADAL" clId="{7537B086-0992-4C5F-A071-F6F8659556F1}" dt="2026-01-12T15:42:07.231" v="712" actId="20577"/>
          <ac:spMkLst>
            <pc:docMk/>
            <pc:sldMk cId="630824385" sldId="711"/>
            <ac:spMk id="3" creationId="{E4EE7085-4C5B-409B-8843-A8A3D3CB6E90}"/>
          </ac:spMkLst>
        </pc:spChg>
      </pc:sldChg>
      <pc:sldChg chg="modSp ord">
        <pc:chgData name="Al Friend" userId="e5ed79da-d858-46d4-9eed-a7a24903f2de" providerId="ADAL" clId="{7537B086-0992-4C5F-A071-F6F8659556F1}" dt="2026-01-12T15:42:14.865" v="716" actId="20577"/>
        <pc:sldMkLst>
          <pc:docMk/>
          <pc:sldMk cId="2327285765" sldId="712"/>
        </pc:sldMkLst>
        <pc:spChg chg="mod">
          <ac:chgData name="Al Friend" userId="e5ed79da-d858-46d4-9eed-a7a24903f2de" providerId="ADAL" clId="{7537B086-0992-4C5F-A071-F6F8659556F1}" dt="2026-01-12T15:42:14.865" v="716" actId="20577"/>
          <ac:spMkLst>
            <pc:docMk/>
            <pc:sldMk cId="2327285765" sldId="712"/>
            <ac:spMk id="3" creationId="{E4EE7085-4C5B-409B-8843-A8A3D3CB6E90}"/>
          </ac:spMkLst>
        </pc:spChg>
      </pc:sldChg>
      <pc:sldChg chg="modSp ord">
        <pc:chgData name="Al Friend" userId="e5ed79da-d858-46d4-9eed-a7a24903f2de" providerId="ADAL" clId="{7537B086-0992-4C5F-A071-F6F8659556F1}" dt="2026-01-12T15:43:36.113" v="720" actId="20577"/>
        <pc:sldMkLst>
          <pc:docMk/>
          <pc:sldMk cId="3019406255" sldId="713"/>
        </pc:sldMkLst>
        <pc:spChg chg="mod">
          <ac:chgData name="Al Friend" userId="e5ed79da-d858-46d4-9eed-a7a24903f2de" providerId="ADAL" clId="{7537B086-0992-4C5F-A071-F6F8659556F1}" dt="2026-01-12T15:43:36.113" v="720" actId="20577"/>
          <ac:spMkLst>
            <pc:docMk/>
            <pc:sldMk cId="3019406255" sldId="713"/>
            <ac:spMk id="3" creationId="{E4EE7085-4C5B-409B-8843-A8A3D3CB6E90}"/>
          </ac:spMkLst>
        </pc:spChg>
      </pc:sldChg>
      <pc:sldChg chg="addSp delSp modSp delAnim modAnim">
        <pc:chgData name="Al Friend" userId="e5ed79da-d858-46d4-9eed-a7a24903f2de" providerId="ADAL" clId="{7537B086-0992-4C5F-A071-F6F8659556F1}" dt="2026-02-04T15:47:57.888" v="2560" actId="1076"/>
        <pc:sldMkLst>
          <pc:docMk/>
          <pc:sldMk cId="476690512" sldId="732"/>
        </pc:sldMkLst>
        <pc:spChg chg="del">
          <ac:chgData name="Al Friend" userId="e5ed79da-d858-46d4-9eed-a7a24903f2de" providerId="ADAL" clId="{7537B086-0992-4C5F-A071-F6F8659556F1}" dt="2026-02-04T14:14:16.875" v="2267" actId="478"/>
          <ac:spMkLst>
            <pc:docMk/>
            <pc:sldMk cId="476690512" sldId="732"/>
            <ac:spMk id="2" creationId="{5F704C70-63DD-5CD2-81E0-68A28F00CDBA}"/>
          </ac:spMkLst>
        </pc:spChg>
        <pc:spChg chg="add del">
          <ac:chgData name="Al Friend" userId="e5ed79da-d858-46d4-9eed-a7a24903f2de" providerId="ADAL" clId="{7537B086-0992-4C5F-A071-F6F8659556F1}" dt="2026-02-04T14:16:47.676" v="2274"/>
          <ac:spMkLst>
            <pc:docMk/>
            <pc:sldMk cId="476690512" sldId="732"/>
            <ac:spMk id="3" creationId="{B37A59EF-ADD7-4510-B1FF-A62D2B11DC68}"/>
          </ac:spMkLst>
        </pc:spChg>
        <pc:spChg chg="mod">
          <ac:chgData name="Al Friend" userId="e5ed79da-d858-46d4-9eed-a7a24903f2de" providerId="ADAL" clId="{7537B086-0992-4C5F-A071-F6F8659556F1}" dt="2026-02-04T15:38:10.356" v="2550" actId="20577"/>
          <ac:spMkLst>
            <pc:docMk/>
            <pc:sldMk cId="476690512" sldId="732"/>
            <ac:spMk id="4" creationId="{12630251-0176-4E08-9A40-5821ACD1944C}"/>
          </ac:spMkLst>
        </pc:spChg>
        <pc:spChg chg="mod">
          <ac:chgData name="Al Friend" userId="e5ed79da-d858-46d4-9eed-a7a24903f2de" providerId="ADAL" clId="{7537B086-0992-4C5F-A071-F6F8659556F1}" dt="2026-02-04T15:38:35.294" v="2553" actId="404"/>
          <ac:spMkLst>
            <pc:docMk/>
            <pc:sldMk cId="476690512" sldId="732"/>
            <ac:spMk id="7" creationId="{663E3461-DC5D-48CF-AE13-69B629EAA16E}"/>
          </ac:spMkLst>
        </pc:spChg>
        <pc:spChg chg="add mod">
          <ac:chgData name="Al Friend" userId="e5ed79da-d858-46d4-9eed-a7a24903f2de" providerId="ADAL" clId="{7537B086-0992-4C5F-A071-F6F8659556F1}" dt="2026-02-04T15:37:37.138" v="2532" actId="1076"/>
          <ac:spMkLst>
            <pc:docMk/>
            <pc:sldMk cId="476690512" sldId="732"/>
            <ac:spMk id="9" creationId="{2EE28BEF-588B-4646-BB12-65CF6FC91458}"/>
          </ac:spMkLst>
        </pc:spChg>
        <pc:spChg chg="del">
          <ac:chgData name="Al Friend" userId="e5ed79da-d858-46d4-9eed-a7a24903f2de" providerId="ADAL" clId="{7537B086-0992-4C5F-A071-F6F8659556F1}" dt="2026-02-04T14:14:10.718" v="2265" actId="478"/>
          <ac:spMkLst>
            <pc:docMk/>
            <pc:sldMk cId="476690512" sldId="732"/>
            <ac:spMk id="12" creationId="{DB0883C9-01FE-4D89-B150-38DC55AEFC10}"/>
          </ac:spMkLst>
        </pc:spChg>
        <pc:spChg chg="mod">
          <ac:chgData name="Al Friend" userId="e5ed79da-d858-46d4-9eed-a7a24903f2de" providerId="ADAL" clId="{7537B086-0992-4C5F-A071-F6F8659556F1}" dt="2026-02-04T14:32:45.451" v="2477" actId="20577"/>
          <ac:spMkLst>
            <pc:docMk/>
            <pc:sldMk cId="476690512" sldId="732"/>
            <ac:spMk id="15" creationId="{1FD6EF7E-F059-430F-9A1F-C89FC42961D2}"/>
          </ac:spMkLst>
        </pc:spChg>
        <pc:spChg chg="add mod">
          <ac:chgData name="Al Friend" userId="e5ed79da-d858-46d4-9eed-a7a24903f2de" providerId="ADAL" clId="{7537B086-0992-4C5F-A071-F6F8659556F1}" dt="2026-02-04T15:37:07.329" v="2526" actId="1076"/>
          <ac:spMkLst>
            <pc:docMk/>
            <pc:sldMk cId="476690512" sldId="732"/>
            <ac:spMk id="23" creationId="{5ECE31C2-607E-428E-8FB1-325AF6B6A26F}"/>
          </ac:spMkLst>
        </pc:spChg>
        <pc:spChg chg="add del mod">
          <ac:chgData name="Al Friend" userId="e5ed79da-d858-46d4-9eed-a7a24903f2de" providerId="ADAL" clId="{7537B086-0992-4C5F-A071-F6F8659556F1}" dt="2026-02-04T14:27:33.931" v="2448" actId="478"/>
          <ac:spMkLst>
            <pc:docMk/>
            <pc:sldMk cId="476690512" sldId="732"/>
            <ac:spMk id="24" creationId="{D30D1FC9-480D-4ADB-BFD0-8E13749D9840}"/>
          </ac:spMkLst>
        </pc:spChg>
        <pc:spChg chg="add mod">
          <ac:chgData name="Al Friend" userId="e5ed79da-d858-46d4-9eed-a7a24903f2de" providerId="ADAL" clId="{7537B086-0992-4C5F-A071-F6F8659556F1}" dt="2026-02-04T15:47:57.888" v="2560" actId="1076"/>
          <ac:spMkLst>
            <pc:docMk/>
            <pc:sldMk cId="476690512" sldId="732"/>
            <ac:spMk id="25" creationId="{E40F5619-3514-460D-BB64-C97EEA7EECAB}"/>
          </ac:spMkLst>
        </pc:spChg>
        <pc:spChg chg="add mod">
          <ac:chgData name="Al Friend" userId="e5ed79da-d858-46d4-9eed-a7a24903f2de" providerId="ADAL" clId="{7537B086-0992-4C5F-A071-F6F8659556F1}" dt="2026-02-04T15:36:58.942" v="2525" actId="1076"/>
          <ac:spMkLst>
            <pc:docMk/>
            <pc:sldMk cId="476690512" sldId="732"/>
            <ac:spMk id="26" creationId="{86F84B68-B0DF-45F0-8676-63C003F271DE}"/>
          </ac:spMkLst>
        </pc:spChg>
        <pc:grpChg chg="mod">
          <ac:chgData name="Al Friend" userId="e5ed79da-d858-46d4-9eed-a7a24903f2de" providerId="ADAL" clId="{7537B086-0992-4C5F-A071-F6F8659556F1}" dt="2026-02-04T15:36:39.430" v="2522" actId="1076"/>
          <ac:grpSpMkLst>
            <pc:docMk/>
            <pc:sldMk cId="476690512" sldId="732"/>
            <ac:grpSpMk id="13" creationId="{999086BD-AB94-47EE-8DB1-32155A3F5AD8}"/>
          </ac:grpSpMkLst>
        </pc:grpChg>
        <pc:grpChg chg="del">
          <ac:chgData name="Al Friend" userId="e5ed79da-d858-46d4-9eed-a7a24903f2de" providerId="ADAL" clId="{7537B086-0992-4C5F-A071-F6F8659556F1}" dt="2026-02-04T14:14:12.850" v="2266" actId="478"/>
          <ac:grpSpMkLst>
            <pc:docMk/>
            <pc:sldMk cId="476690512" sldId="732"/>
            <ac:grpSpMk id="16" creationId="{26A1FAA3-CC81-49D6-AB17-4E0AC8A72287}"/>
          </ac:grpSpMkLst>
        </pc:grpChg>
        <pc:grpChg chg="del">
          <ac:chgData name="Al Friend" userId="e5ed79da-d858-46d4-9eed-a7a24903f2de" providerId="ADAL" clId="{7537B086-0992-4C5F-A071-F6F8659556F1}" dt="2026-02-04T14:14:08.119" v="2264" actId="478"/>
          <ac:grpSpMkLst>
            <pc:docMk/>
            <pc:sldMk cId="476690512" sldId="732"/>
            <ac:grpSpMk id="20" creationId="{875D6F1B-A908-4F59-B0B7-94D23EF5C00E}"/>
          </ac:grpSpMkLst>
        </pc:grpChg>
        <pc:graphicFrameChg chg="add del mod modGraphic">
          <ac:chgData name="Al Friend" userId="e5ed79da-d858-46d4-9eed-a7a24903f2de" providerId="ADAL" clId="{7537B086-0992-4C5F-A071-F6F8659556F1}" dt="2026-02-04T14:21:17.998" v="2305" actId="478"/>
          <ac:graphicFrameMkLst>
            <pc:docMk/>
            <pc:sldMk cId="476690512" sldId="732"/>
            <ac:graphicFrameMk id="5" creationId="{5DDD073C-9F73-46B9-88AB-729E865A51F2}"/>
          </ac:graphicFrameMkLst>
        </pc:graphicFrameChg>
        <pc:graphicFrameChg chg="add del">
          <ac:chgData name="Al Friend" userId="e5ed79da-d858-46d4-9eed-a7a24903f2de" providerId="ADAL" clId="{7537B086-0992-4C5F-A071-F6F8659556F1}" dt="2026-02-04T14:21:22.455" v="2307"/>
          <ac:graphicFrameMkLst>
            <pc:docMk/>
            <pc:sldMk cId="476690512" sldId="732"/>
            <ac:graphicFrameMk id="6" creationId="{AF66C286-1434-43E1-8F5F-D39A775F8D87}"/>
          </ac:graphicFrameMkLst>
        </pc:graphicFrameChg>
        <pc:graphicFrameChg chg="add mod modGraphic">
          <ac:chgData name="Al Friend" userId="e5ed79da-d858-46d4-9eed-a7a24903f2de" providerId="ADAL" clId="{7537B086-0992-4C5F-A071-F6F8659556F1}" dt="2026-02-04T15:36:32.743" v="2521" actId="1076"/>
          <ac:graphicFrameMkLst>
            <pc:docMk/>
            <pc:sldMk cId="476690512" sldId="732"/>
            <ac:graphicFrameMk id="8" creationId="{5C78924D-DB14-4096-A372-7CD9DB56FD71}"/>
          </ac:graphicFrameMkLst>
        </pc:graphicFrameChg>
      </pc:sldChg>
      <pc:sldChg chg="addSp modSp modAnim">
        <pc:chgData name="Al Friend" userId="e5ed79da-d858-46d4-9eed-a7a24903f2de" providerId="ADAL" clId="{7537B086-0992-4C5F-A071-F6F8659556F1}" dt="2026-01-26T15:46:18.226" v="2124" actId="113"/>
        <pc:sldMkLst>
          <pc:docMk/>
          <pc:sldMk cId="3929749998" sldId="776"/>
        </pc:sldMkLst>
        <pc:spChg chg="mod">
          <ac:chgData name="Al Friend" userId="e5ed79da-d858-46d4-9eed-a7a24903f2de" providerId="ADAL" clId="{7537B086-0992-4C5F-A071-F6F8659556F1}" dt="2026-01-26T15:20:52.737" v="2057" actId="1035"/>
          <ac:spMkLst>
            <pc:docMk/>
            <pc:sldMk cId="3929749998" sldId="776"/>
            <ac:spMk id="25" creationId="{35683CAD-1E2A-EA31-E6BB-C707B14B8F0A}"/>
          </ac:spMkLst>
        </pc:spChg>
        <pc:spChg chg="mod">
          <ac:chgData name="Al Friend" userId="e5ed79da-d858-46d4-9eed-a7a24903f2de" providerId="ADAL" clId="{7537B086-0992-4C5F-A071-F6F8659556F1}" dt="2026-01-26T15:44:27.421" v="2105" actId="20577"/>
          <ac:spMkLst>
            <pc:docMk/>
            <pc:sldMk cId="3929749998" sldId="776"/>
            <ac:spMk id="26" creationId="{51A85133-9936-421C-ADA9-CC0C711D817F}"/>
          </ac:spMkLst>
        </pc:spChg>
        <pc:spChg chg="mod">
          <ac:chgData name="Al Friend" userId="e5ed79da-d858-46d4-9eed-a7a24903f2de" providerId="ADAL" clId="{7537B086-0992-4C5F-A071-F6F8659556F1}" dt="2026-01-26T15:20:52.737" v="2057" actId="1035"/>
          <ac:spMkLst>
            <pc:docMk/>
            <pc:sldMk cId="3929749998" sldId="776"/>
            <ac:spMk id="29" creationId="{9CFD6623-90F9-8CA0-585A-959ADF79ADE1}"/>
          </ac:spMkLst>
        </pc:spChg>
        <pc:spChg chg="mod">
          <ac:chgData name="Al Friend" userId="e5ed79da-d858-46d4-9eed-a7a24903f2de" providerId="ADAL" clId="{7537B086-0992-4C5F-A071-F6F8659556F1}" dt="2026-01-26T15:20:52.737" v="2057" actId="1035"/>
          <ac:spMkLst>
            <pc:docMk/>
            <pc:sldMk cId="3929749998" sldId="776"/>
            <ac:spMk id="30" creationId="{F8908677-B9D0-5945-93E8-1112E85882A9}"/>
          </ac:spMkLst>
        </pc:spChg>
        <pc:spChg chg="mod">
          <ac:chgData name="Al Friend" userId="e5ed79da-d858-46d4-9eed-a7a24903f2de" providerId="ADAL" clId="{7537B086-0992-4C5F-A071-F6F8659556F1}" dt="2026-01-26T15:21:26.855" v="2094" actId="1076"/>
          <ac:spMkLst>
            <pc:docMk/>
            <pc:sldMk cId="3929749998" sldId="776"/>
            <ac:spMk id="32" creationId="{56038AF1-3FFC-CE48-15B4-04B9F7CE57D9}"/>
          </ac:spMkLst>
        </pc:spChg>
        <pc:spChg chg="add mod">
          <ac:chgData name="Al Friend" userId="e5ed79da-d858-46d4-9eed-a7a24903f2de" providerId="ADAL" clId="{7537B086-0992-4C5F-A071-F6F8659556F1}" dt="2026-01-26T15:44:30.778" v="2106" actId="20577"/>
          <ac:spMkLst>
            <pc:docMk/>
            <pc:sldMk cId="3929749998" sldId="776"/>
            <ac:spMk id="33" creationId="{9EBF274B-66FC-4484-8533-22FFBDFC1CFA}"/>
          </ac:spMkLst>
        </pc:spChg>
        <pc:spChg chg="mod">
          <ac:chgData name="Al Friend" userId="e5ed79da-d858-46d4-9eed-a7a24903f2de" providerId="ADAL" clId="{7537B086-0992-4C5F-A071-F6F8659556F1}" dt="2026-01-26T15:46:18.226" v="2124" actId="113"/>
          <ac:spMkLst>
            <pc:docMk/>
            <pc:sldMk cId="3929749998" sldId="776"/>
            <ac:spMk id="51" creationId="{A84125A0-FE9B-4B5B-4183-B7CDBBEF9D4C}"/>
          </ac:spMkLst>
        </pc:spChg>
        <pc:spChg chg="mod">
          <ac:chgData name="Al Friend" userId="e5ed79da-d858-46d4-9eed-a7a24903f2de" providerId="ADAL" clId="{7537B086-0992-4C5F-A071-F6F8659556F1}" dt="2026-01-26T15:20:56.917" v="2060" actId="20577"/>
          <ac:spMkLst>
            <pc:docMk/>
            <pc:sldMk cId="3929749998" sldId="776"/>
            <ac:spMk id="53" creationId="{92831D18-72D2-C4FA-FD15-A525AFB4E5C5}"/>
          </ac:spMkLst>
        </pc:spChg>
        <pc:graphicFrameChg chg="mod">
          <ac:chgData name="Al Friend" userId="e5ed79da-d858-46d4-9eed-a7a24903f2de" providerId="ADAL" clId="{7537B086-0992-4C5F-A071-F6F8659556F1}" dt="2026-01-26T15:19:49.126" v="1981"/>
          <ac:graphicFrameMkLst>
            <pc:docMk/>
            <pc:sldMk cId="3929749998" sldId="776"/>
            <ac:graphicFrameMk id="22" creationId="{E1C47C29-B1FD-7991-E626-2F12DC1AFFDE}"/>
          </ac:graphicFrameMkLst>
        </pc:graphicFrameChg>
        <pc:graphicFrameChg chg="mod">
          <ac:chgData name="Al Friend" userId="e5ed79da-d858-46d4-9eed-a7a24903f2de" providerId="ADAL" clId="{7537B086-0992-4C5F-A071-F6F8659556F1}" dt="2026-01-26T15:20:52.737" v="2057" actId="1035"/>
          <ac:graphicFrameMkLst>
            <pc:docMk/>
            <pc:sldMk cId="3929749998" sldId="776"/>
            <ac:graphicFrameMk id="23" creationId="{57FE39BF-DC05-E516-87E6-26364C7BBE24}"/>
          </ac:graphicFrameMkLst>
        </pc:graphicFrameChg>
        <pc:graphicFrameChg chg="mod modGraphic">
          <ac:chgData name="Al Friend" userId="e5ed79da-d858-46d4-9eed-a7a24903f2de" providerId="ADAL" clId="{7537B086-0992-4C5F-A071-F6F8659556F1}" dt="2026-01-26T15:43:27.667" v="2104" actId="1035"/>
          <ac:graphicFrameMkLst>
            <pc:docMk/>
            <pc:sldMk cId="3929749998" sldId="776"/>
            <ac:graphicFrameMk id="43" creationId="{568C7E54-FFF5-6232-653C-F1481651CB4C}"/>
          </ac:graphicFrameMkLst>
        </pc:graphicFrameChg>
        <pc:cxnChg chg="mod">
          <ac:chgData name="Al Friend" userId="e5ed79da-d858-46d4-9eed-a7a24903f2de" providerId="ADAL" clId="{7537B086-0992-4C5F-A071-F6F8659556F1}" dt="2026-01-26T15:20:52.737" v="2057" actId="1035"/>
          <ac:cxnSpMkLst>
            <pc:docMk/>
            <pc:sldMk cId="3929749998" sldId="776"/>
            <ac:cxnSpMk id="5" creationId="{74743580-1BBD-44D1-9B4B-3FCD69A573CA}"/>
          </ac:cxnSpMkLst>
        </pc:cxnChg>
        <pc:cxnChg chg="mod">
          <ac:chgData name="Al Friend" userId="e5ed79da-d858-46d4-9eed-a7a24903f2de" providerId="ADAL" clId="{7537B086-0992-4C5F-A071-F6F8659556F1}" dt="2026-01-26T15:20:52.737" v="2057" actId="1035"/>
          <ac:cxnSpMkLst>
            <pc:docMk/>
            <pc:sldMk cId="3929749998" sldId="776"/>
            <ac:cxnSpMk id="9" creationId="{4A59694F-BFA9-47E0-AA51-53E4E5936D1D}"/>
          </ac:cxnSpMkLst>
        </pc:cxnChg>
      </pc:sldChg>
      <pc:sldChg chg="modSp ord modTransition">
        <pc:chgData name="Al Friend" userId="e5ed79da-d858-46d4-9eed-a7a24903f2de" providerId="ADAL" clId="{7537B086-0992-4C5F-A071-F6F8659556F1}" dt="2026-01-15T15:51:06.828" v="1268"/>
        <pc:sldMkLst>
          <pc:docMk/>
          <pc:sldMk cId="4078011167" sldId="851"/>
        </pc:sldMkLst>
        <pc:spChg chg="mod">
          <ac:chgData name="Al Friend" userId="e5ed79da-d858-46d4-9eed-a7a24903f2de" providerId="ADAL" clId="{7537B086-0992-4C5F-A071-F6F8659556F1}" dt="2026-01-15T10:15:28.368" v="862" actId="20577"/>
          <ac:spMkLst>
            <pc:docMk/>
            <pc:sldMk cId="4078011167" sldId="851"/>
            <ac:spMk id="4" creationId="{B4D7039D-DC4C-3007-1F96-6D1B58A2A3A3}"/>
          </ac:spMkLst>
        </pc:spChg>
        <pc:spChg chg="mod">
          <ac:chgData name="Al Friend" userId="e5ed79da-d858-46d4-9eed-a7a24903f2de" providerId="ADAL" clId="{7537B086-0992-4C5F-A071-F6F8659556F1}" dt="2026-01-15T15:05:40.452" v="964" actId="1037"/>
          <ac:spMkLst>
            <pc:docMk/>
            <pc:sldMk cId="4078011167" sldId="851"/>
            <ac:spMk id="7" creationId="{F42FD7F0-C7E3-F7C3-64B5-86175BE26E84}"/>
          </ac:spMkLst>
        </pc:spChg>
        <pc:spChg chg="mod">
          <ac:chgData name="Al Friend" userId="e5ed79da-d858-46d4-9eed-a7a24903f2de" providerId="ADAL" clId="{7537B086-0992-4C5F-A071-F6F8659556F1}" dt="2026-01-15T15:05:40.452" v="964" actId="1037"/>
          <ac:spMkLst>
            <pc:docMk/>
            <pc:sldMk cId="4078011167" sldId="851"/>
            <ac:spMk id="8" creationId="{DE26CC7C-F218-9CA9-C097-A8F3A953F8BD}"/>
          </ac:spMkLst>
        </pc:spChg>
        <pc:spChg chg="mod">
          <ac:chgData name="Al Friend" userId="e5ed79da-d858-46d4-9eed-a7a24903f2de" providerId="ADAL" clId="{7537B086-0992-4C5F-A071-F6F8659556F1}" dt="2026-01-15T15:05:40.452" v="964" actId="1037"/>
          <ac:spMkLst>
            <pc:docMk/>
            <pc:sldMk cId="4078011167" sldId="851"/>
            <ac:spMk id="10" creationId="{78B64078-CD33-E0CF-944C-B2B88EB38B02}"/>
          </ac:spMkLst>
        </pc:spChg>
        <pc:spChg chg="mod">
          <ac:chgData name="Al Friend" userId="e5ed79da-d858-46d4-9eed-a7a24903f2de" providerId="ADAL" clId="{7537B086-0992-4C5F-A071-F6F8659556F1}" dt="2026-01-15T15:05:40.452" v="964" actId="1037"/>
          <ac:spMkLst>
            <pc:docMk/>
            <pc:sldMk cId="4078011167" sldId="851"/>
            <ac:spMk id="11" creationId="{25E94918-C645-BFD4-5304-B5A80FA2722B}"/>
          </ac:spMkLst>
        </pc:spChg>
        <pc:spChg chg="mod">
          <ac:chgData name="Al Friend" userId="e5ed79da-d858-46d4-9eed-a7a24903f2de" providerId="ADAL" clId="{7537B086-0992-4C5F-A071-F6F8659556F1}" dt="2026-01-15T15:05:40.452" v="964" actId="1037"/>
          <ac:spMkLst>
            <pc:docMk/>
            <pc:sldMk cId="4078011167" sldId="851"/>
            <ac:spMk id="17" creationId="{4CA12722-67FD-1D61-B738-175BB9CB27FD}"/>
          </ac:spMkLst>
        </pc:spChg>
        <pc:spChg chg="mod">
          <ac:chgData name="Al Friend" userId="e5ed79da-d858-46d4-9eed-a7a24903f2de" providerId="ADAL" clId="{7537B086-0992-4C5F-A071-F6F8659556F1}" dt="2026-01-15T15:05:40.452" v="964" actId="1037"/>
          <ac:spMkLst>
            <pc:docMk/>
            <pc:sldMk cId="4078011167" sldId="851"/>
            <ac:spMk id="20" creationId="{1853AA6B-7FD8-3E7E-8D9E-E7952D8BFB0D}"/>
          </ac:spMkLst>
        </pc:spChg>
        <pc:spChg chg="mod">
          <ac:chgData name="Al Friend" userId="e5ed79da-d858-46d4-9eed-a7a24903f2de" providerId="ADAL" clId="{7537B086-0992-4C5F-A071-F6F8659556F1}" dt="2026-01-15T15:05:40.452" v="964" actId="1037"/>
          <ac:spMkLst>
            <pc:docMk/>
            <pc:sldMk cId="4078011167" sldId="851"/>
            <ac:spMk id="21" creationId="{0D3CC910-5E9E-5935-6ED7-338DCE177882}"/>
          </ac:spMkLst>
        </pc:spChg>
        <pc:spChg chg="mod">
          <ac:chgData name="Al Friend" userId="e5ed79da-d858-46d4-9eed-a7a24903f2de" providerId="ADAL" clId="{7537B086-0992-4C5F-A071-F6F8659556F1}" dt="2026-01-15T15:05:40.452" v="964" actId="1037"/>
          <ac:spMkLst>
            <pc:docMk/>
            <pc:sldMk cId="4078011167" sldId="851"/>
            <ac:spMk id="25" creationId="{2A49F281-A209-A6F3-A18C-72757AC1B916}"/>
          </ac:spMkLst>
        </pc:spChg>
        <pc:spChg chg="mod">
          <ac:chgData name="Al Friend" userId="e5ed79da-d858-46d4-9eed-a7a24903f2de" providerId="ADAL" clId="{7537B086-0992-4C5F-A071-F6F8659556F1}" dt="2026-01-15T15:05:40.452" v="964" actId="1037"/>
          <ac:spMkLst>
            <pc:docMk/>
            <pc:sldMk cId="4078011167" sldId="851"/>
            <ac:spMk id="26" creationId="{1A22687F-9CC3-77DA-888E-EB02C1FDEFA4}"/>
          </ac:spMkLst>
        </pc:spChg>
        <pc:spChg chg="mod">
          <ac:chgData name="Al Friend" userId="e5ed79da-d858-46d4-9eed-a7a24903f2de" providerId="ADAL" clId="{7537B086-0992-4C5F-A071-F6F8659556F1}" dt="2026-01-15T15:05:40.452" v="964" actId="1037"/>
          <ac:spMkLst>
            <pc:docMk/>
            <pc:sldMk cId="4078011167" sldId="851"/>
            <ac:spMk id="29" creationId="{E54C19DE-454B-F9EC-8F7B-CE1C4831318F}"/>
          </ac:spMkLst>
        </pc:spChg>
        <pc:spChg chg="mod">
          <ac:chgData name="Al Friend" userId="e5ed79da-d858-46d4-9eed-a7a24903f2de" providerId="ADAL" clId="{7537B086-0992-4C5F-A071-F6F8659556F1}" dt="2026-01-15T15:05:40.452" v="964" actId="1037"/>
          <ac:spMkLst>
            <pc:docMk/>
            <pc:sldMk cId="4078011167" sldId="851"/>
            <ac:spMk id="30" creationId="{478C350C-C7E5-7A4A-CBD3-3128DC1AB01A}"/>
          </ac:spMkLst>
        </pc:spChg>
        <pc:spChg chg="mod">
          <ac:chgData name="Al Friend" userId="e5ed79da-d858-46d4-9eed-a7a24903f2de" providerId="ADAL" clId="{7537B086-0992-4C5F-A071-F6F8659556F1}" dt="2026-01-15T15:05:40.921" v="965" actId="1038"/>
          <ac:spMkLst>
            <pc:docMk/>
            <pc:sldMk cId="4078011167" sldId="851"/>
            <ac:spMk id="32" creationId="{12D80B6F-5F24-F5D0-D320-08DA8E3B3394}"/>
          </ac:spMkLst>
        </pc:spChg>
        <pc:spChg chg="mod">
          <ac:chgData name="Al Friend" userId="e5ed79da-d858-46d4-9eed-a7a24903f2de" providerId="ADAL" clId="{7537B086-0992-4C5F-A071-F6F8659556F1}" dt="2026-01-15T15:05:40.452" v="964" actId="1037"/>
          <ac:spMkLst>
            <pc:docMk/>
            <pc:sldMk cId="4078011167" sldId="851"/>
            <ac:spMk id="33" creationId="{55B3F266-3D66-01A5-0084-02B23DD79047}"/>
          </ac:spMkLst>
        </pc:spChg>
        <pc:spChg chg="mod">
          <ac:chgData name="Al Friend" userId="e5ed79da-d858-46d4-9eed-a7a24903f2de" providerId="ADAL" clId="{7537B086-0992-4C5F-A071-F6F8659556F1}" dt="2026-01-15T15:05:40.452" v="964" actId="1037"/>
          <ac:spMkLst>
            <pc:docMk/>
            <pc:sldMk cId="4078011167" sldId="851"/>
            <ac:spMk id="34" creationId="{CA1DF3E2-1B1A-F633-3A4A-4F5C43855F4B}"/>
          </ac:spMkLst>
        </pc:spChg>
        <pc:spChg chg="mod">
          <ac:chgData name="Al Friend" userId="e5ed79da-d858-46d4-9eed-a7a24903f2de" providerId="ADAL" clId="{7537B086-0992-4C5F-A071-F6F8659556F1}" dt="2026-01-15T15:05:40.452" v="964" actId="1037"/>
          <ac:spMkLst>
            <pc:docMk/>
            <pc:sldMk cId="4078011167" sldId="851"/>
            <ac:spMk id="36" creationId="{A6189F44-41DB-CE81-6168-B5A995CDCC5B}"/>
          </ac:spMkLst>
        </pc:spChg>
        <pc:spChg chg="mod">
          <ac:chgData name="Al Friend" userId="e5ed79da-d858-46d4-9eed-a7a24903f2de" providerId="ADAL" clId="{7537B086-0992-4C5F-A071-F6F8659556F1}" dt="2026-01-15T15:05:40.921" v="965" actId="1038"/>
          <ac:spMkLst>
            <pc:docMk/>
            <pc:sldMk cId="4078011167" sldId="851"/>
            <ac:spMk id="38" creationId="{41B03BC3-B622-38BA-3963-2997C3543829}"/>
          </ac:spMkLst>
        </pc:spChg>
        <pc:spChg chg="mod">
          <ac:chgData name="Al Friend" userId="e5ed79da-d858-46d4-9eed-a7a24903f2de" providerId="ADAL" clId="{7537B086-0992-4C5F-A071-F6F8659556F1}" dt="2026-01-15T15:05:40.452" v="964" actId="1037"/>
          <ac:spMkLst>
            <pc:docMk/>
            <pc:sldMk cId="4078011167" sldId="851"/>
            <ac:spMk id="40" creationId="{868CB6FE-6953-CD77-7A9F-225AD4548CB6}"/>
          </ac:spMkLst>
        </pc:spChg>
        <pc:spChg chg="mod">
          <ac:chgData name="Al Friend" userId="e5ed79da-d858-46d4-9eed-a7a24903f2de" providerId="ADAL" clId="{7537B086-0992-4C5F-A071-F6F8659556F1}" dt="2026-01-15T15:05:40.452" v="964" actId="1037"/>
          <ac:spMkLst>
            <pc:docMk/>
            <pc:sldMk cId="4078011167" sldId="851"/>
            <ac:spMk id="43" creationId="{12735B52-F70C-8511-82FF-DD98CDFED39E}"/>
          </ac:spMkLst>
        </pc:spChg>
        <pc:spChg chg="mod">
          <ac:chgData name="Al Friend" userId="e5ed79da-d858-46d4-9eed-a7a24903f2de" providerId="ADAL" clId="{7537B086-0992-4C5F-A071-F6F8659556F1}" dt="2026-01-15T15:05:40.452" v="964" actId="1037"/>
          <ac:spMkLst>
            <pc:docMk/>
            <pc:sldMk cId="4078011167" sldId="851"/>
            <ac:spMk id="58" creationId="{2966E2E3-1095-3AA5-54F4-22EC69E21F63}"/>
          </ac:spMkLst>
        </pc:spChg>
        <pc:grpChg chg="mod">
          <ac:chgData name="Al Friend" userId="e5ed79da-d858-46d4-9eed-a7a24903f2de" providerId="ADAL" clId="{7537B086-0992-4C5F-A071-F6F8659556F1}" dt="2026-01-15T15:05:40.452" v="964" actId="1037"/>
          <ac:grpSpMkLst>
            <pc:docMk/>
            <pc:sldMk cId="4078011167" sldId="851"/>
            <ac:grpSpMk id="57" creationId="{B1521731-A15D-3FBE-F181-C47FACE64AD9}"/>
          </ac:grpSpMkLst>
        </pc:grpChg>
        <pc:graphicFrameChg chg="mod">
          <ac:chgData name="Al Friend" userId="e5ed79da-d858-46d4-9eed-a7a24903f2de" providerId="ADAL" clId="{7537B086-0992-4C5F-A071-F6F8659556F1}" dt="2026-01-15T15:05:40.921" v="965" actId="1038"/>
          <ac:graphicFrameMkLst>
            <pc:docMk/>
            <pc:sldMk cId="4078011167" sldId="851"/>
            <ac:graphicFrameMk id="2" creationId="{23E04685-FE2C-E794-0AD6-95692BED2BED}"/>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12" creationId="{EF3A2748-AA90-BCC8-2993-A9CADABE91F9}"/>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22" creationId="{F1277B78-8984-8B58-5C2E-EDE193CCEAA9}"/>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23" creationId="{DA0004D0-54C5-7FE3-495E-2E40E17F56E7}"/>
          </ac:graphicFrameMkLst>
        </pc:graphicFrameChg>
        <pc:cxnChg chg="mod">
          <ac:chgData name="Al Friend" userId="e5ed79da-d858-46d4-9eed-a7a24903f2de" providerId="ADAL" clId="{7537B086-0992-4C5F-A071-F6F8659556F1}" dt="2026-01-15T15:05:40.452" v="964" actId="1037"/>
          <ac:cxnSpMkLst>
            <pc:docMk/>
            <pc:sldMk cId="4078011167" sldId="851"/>
            <ac:cxnSpMk id="5" creationId="{72F20B23-42BD-4059-0D74-45475F61A21A}"/>
          </ac:cxnSpMkLst>
        </pc:cxnChg>
        <pc:cxnChg chg="mod">
          <ac:chgData name="Al Friend" userId="e5ed79da-d858-46d4-9eed-a7a24903f2de" providerId="ADAL" clId="{7537B086-0992-4C5F-A071-F6F8659556F1}" dt="2026-01-15T15:05:40.452" v="964" actId="1037"/>
          <ac:cxnSpMkLst>
            <pc:docMk/>
            <pc:sldMk cId="4078011167" sldId="851"/>
            <ac:cxnSpMk id="9" creationId="{89C05E4F-C462-0686-CC12-3E0009FCBBA6}"/>
          </ac:cxnSpMkLst>
        </pc:cxnChg>
      </pc:sldChg>
      <pc:sldChg chg="modSp ord modNotesTx">
        <pc:chgData name="Al Friend" userId="e5ed79da-d858-46d4-9eed-a7a24903f2de" providerId="ADAL" clId="{7537B086-0992-4C5F-A071-F6F8659556F1}" dt="2026-01-15T15:51:00.642" v="1267"/>
        <pc:sldMkLst>
          <pc:docMk/>
          <pc:sldMk cId="1092475532" sldId="852"/>
        </pc:sldMkLst>
        <pc:spChg chg="mod">
          <ac:chgData name="Al Friend" userId="e5ed79da-d858-46d4-9eed-a7a24903f2de" providerId="ADAL" clId="{7537B086-0992-4C5F-A071-F6F8659556F1}" dt="2026-01-15T10:15:31.770" v="864" actId="20577"/>
          <ac:spMkLst>
            <pc:docMk/>
            <pc:sldMk cId="1092475532" sldId="852"/>
            <ac:spMk id="4" creationId="{A1CF8388-E071-F307-5668-99A634416365}"/>
          </ac:spMkLst>
        </pc:spChg>
      </pc:sldChg>
      <pc:sldChg chg="modSp">
        <pc:chgData name="Al Friend" userId="e5ed79da-d858-46d4-9eed-a7a24903f2de" providerId="ADAL" clId="{7537B086-0992-4C5F-A071-F6F8659556F1}" dt="2026-02-04T14:33:00.642" v="2485" actId="20577"/>
        <pc:sldMkLst>
          <pc:docMk/>
          <pc:sldMk cId="393134978" sldId="853"/>
        </pc:sldMkLst>
        <pc:spChg chg="mod">
          <ac:chgData name="Al Friend" userId="e5ed79da-d858-46d4-9eed-a7a24903f2de" providerId="ADAL" clId="{7537B086-0992-4C5F-A071-F6F8659556F1}" dt="2026-02-04T14:32:57.888" v="2483" actId="20577"/>
          <ac:spMkLst>
            <pc:docMk/>
            <pc:sldMk cId="393134978" sldId="853"/>
            <ac:spMk id="15" creationId="{1FD6EF7E-F059-430F-9A1F-C89FC42961D2}"/>
          </ac:spMkLst>
        </pc:spChg>
        <pc:spChg chg="mod">
          <ac:chgData name="Al Friend" userId="e5ed79da-d858-46d4-9eed-a7a24903f2de" providerId="ADAL" clId="{7537B086-0992-4C5F-A071-F6F8659556F1}" dt="2026-02-04T14:33:00.642" v="2485" actId="20577"/>
          <ac:spMkLst>
            <pc:docMk/>
            <pc:sldMk cId="393134978" sldId="853"/>
            <ac:spMk id="22" creationId="{2EE40C53-3243-472A-883B-FF608A0E334A}"/>
          </ac:spMkLst>
        </pc:spChg>
      </pc:sldChg>
      <pc:sldChg chg="delSp modSp delAnim modAnim">
        <pc:chgData name="Al Friend" userId="e5ed79da-d858-46d4-9eed-a7a24903f2de" providerId="ADAL" clId="{7537B086-0992-4C5F-A071-F6F8659556F1}" dt="2026-01-26T15:49:47.555" v="2248" actId="1037"/>
        <pc:sldMkLst>
          <pc:docMk/>
          <pc:sldMk cId="1816502967" sldId="854"/>
        </pc:sldMkLst>
        <pc:spChg chg="mod">
          <ac:chgData name="Al Friend" userId="e5ed79da-d858-46d4-9eed-a7a24903f2de" providerId="ADAL" clId="{7537B086-0992-4C5F-A071-F6F8659556F1}" dt="2026-01-26T15:48:10.155" v="2238" actId="1035"/>
          <ac:spMkLst>
            <pc:docMk/>
            <pc:sldMk cId="1816502967" sldId="854"/>
            <ac:spMk id="2" creationId="{94BF93ED-DCBC-929A-3978-645514F34654}"/>
          </ac:spMkLst>
        </pc:spChg>
        <pc:spChg chg="mod">
          <ac:chgData name="Al Friend" userId="e5ed79da-d858-46d4-9eed-a7a24903f2de" providerId="ADAL" clId="{7537B086-0992-4C5F-A071-F6F8659556F1}" dt="2026-01-26T15:48:10.155" v="2238" actId="1035"/>
          <ac:spMkLst>
            <pc:docMk/>
            <pc:sldMk cId="1816502967" sldId="854"/>
            <ac:spMk id="10" creationId="{BC0A24A5-7704-6A36-CD80-4ED2C2F64BD2}"/>
          </ac:spMkLst>
        </pc:spChg>
        <pc:spChg chg="mod">
          <ac:chgData name="Al Friend" userId="e5ed79da-d858-46d4-9eed-a7a24903f2de" providerId="ADAL" clId="{7537B086-0992-4C5F-A071-F6F8659556F1}" dt="2026-01-26T15:48:10.155" v="2238" actId="1035"/>
          <ac:spMkLst>
            <pc:docMk/>
            <pc:sldMk cId="1816502967" sldId="854"/>
            <ac:spMk id="17" creationId="{37697A85-FE4A-5F49-87D3-DF60452AD532}"/>
          </ac:spMkLst>
        </pc:spChg>
        <pc:spChg chg="mod">
          <ac:chgData name="Al Friend" userId="e5ed79da-d858-46d4-9eed-a7a24903f2de" providerId="ADAL" clId="{7537B086-0992-4C5F-A071-F6F8659556F1}" dt="2026-01-26T15:48:10.155" v="2238" actId="1035"/>
          <ac:spMkLst>
            <pc:docMk/>
            <pc:sldMk cId="1816502967" sldId="854"/>
            <ac:spMk id="25" creationId="{35683CAD-1E2A-EA31-E6BB-C707B14B8F0A}"/>
          </ac:spMkLst>
        </pc:spChg>
        <pc:spChg chg="mod">
          <ac:chgData name="Al Friend" userId="e5ed79da-d858-46d4-9eed-a7a24903f2de" providerId="ADAL" clId="{7537B086-0992-4C5F-A071-F6F8659556F1}" dt="2026-01-26T15:48:10.155" v="2238" actId="1035"/>
          <ac:spMkLst>
            <pc:docMk/>
            <pc:sldMk cId="1816502967" sldId="854"/>
            <ac:spMk id="28" creationId="{27833E17-04CE-E6AD-804B-EB51B8F41239}"/>
          </ac:spMkLst>
        </pc:spChg>
        <pc:spChg chg="mod">
          <ac:chgData name="Al Friend" userId="e5ed79da-d858-46d4-9eed-a7a24903f2de" providerId="ADAL" clId="{7537B086-0992-4C5F-A071-F6F8659556F1}" dt="2026-01-26T15:48:10.155" v="2238" actId="1035"/>
          <ac:spMkLst>
            <pc:docMk/>
            <pc:sldMk cId="1816502967" sldId="854"/>
            <ac:spMk id="29" creationId="{9CFD6623-90F9-8CA0-585A-959ADF79ADE1}"/>
          </ac:spMkLst>
        </pc:spChg>
        <pc:spChg chg="mod">
          <ac:chgData name="Al Friend" userId="e5ed79da-d858-46d4-9eed-a7a24903f2de" providerId="ADAL" clId="{7537B086-0992-4C5F-A071-F6F8659556F1}" dt="2026-01-26T15:48:10.155" v="2238" actId="1035"/>
          <ac:spMkLst>
            <pc:docMk/>
            <pc:sldMk cId="1816502967" sldId="854"/>
            <ac:spMk id="30" creationId="{F8908677-B9D0-5945-93E8-1112E85882A9}"/>
          </ac:spMkLst>
        </pc:spChg>
        <pc:spChg chg="mod">
          <ac:chgData name="Al Friend" userId="e5ed79da-d858-46d4-9eed-a7a24903f2de" providerId="ADAL" clId="{7537B086-0992-4C5F-A071-F6F8659556F1}" dt="2026-01-26T15:48:10.155" v="2238" actId="1035"/>
          <ac:spMkLst>
            <pc:docMk/>
            <pc:sldMk cId="1816502967" sldId="854"/>
            <ac:spMk id="32" creationId="{56038AF1-3FFC-CE48-15B4-04B9F7CE57D9}"/>
          </ac:spMkLst>
        </pc:spChg>
        <pc:spChg chg="mod">
          <ac:chgData name="Al Friend" userId="e5ed79da-d858-46d4-9eed-a7a24903f2de" providerId="ADAL" clId="{7537B086-0992-4C5F-A071-F6F8659556F1}" dt="2026-01-26T15:49:47.555" v="2248" actId="1037"/>
          <ac:spMkLst>
            <pc:docMk/>
            <pc:sldMk cId="1816502967" sldId="854"/>
            <ac:spMk id="36" creationId="{58BEFD8E-59D7-4B59-AD8D-56CF2F8CD107}"/>
          </ac:spMkLst>
        </pc:spChg>
        <pc:spChg chg="mod">
          <ac:chgData name="Al Friend" userId="e5ed79da-d858-46d4-9eed-a7a24903f2de" providerId="ADAL" clId="{7537B086-0992-4C5F-A071-F6F8659556F1}" dt="2026-01-26T15:48:10.155" v="2238" actId="1035"/>
          <ac:spMkLst>
            <pc:docMk/>
            <pc:sldMk cId="1816502967" sldId="854"/>
            <ac:spMk id="37" creationId="{2138EE6B-2A89-465B-8D74-A2F0DB965B5D}"/>
          </ac:spMkLst>
        </pc:spChg>
        <pc:spChg chg="mod">
          <ac:chgData name="Al Friend" userId="e5ed79da-d858-46d4-9eed-a7a24903f2de" providerId="ADAL" clId="{7537B086-0992-4C5F-A071-F6F8659556F1}" dt="2026-01-26T15:48:10.155" v="2238" actId="1035"/>
          <ac:spMkLst>
            <pc:docMk/>
            <pc:sldMk cId="1816502967" sldId="854"/>
            <ac:spMk id="38" creationId="{40519916-002C-4B50-9CAD-882322014126}"/>
          </ac:spMkLst>
        </pc:spChg>
        <pc:spChg chg="mod">
          <ac:chgData name="Al Friend" userId="e5ed79da-d858-46d4-9eed-a7a24903f2de" providerId="ADAL" clId="{7537B086-0992-4C5F-A071-F6F8659556F1}" dt="2026-01-26T15:49:47.555" v="2248" actId="1037"/>
          <ac:spMkLst>
            <pc:docMk/>
            <pc:sldMk cId="1816502967" sldId="854"/>
            <ac:spMk id="39" creationId="{590FF629-1C6B-4A73-9B6F-1A3047E0C351}"/>
          </ac:spMkLst>
        </pc:spChg>
        <pc:spChg chg="mod">
          <ac:chgData name="Al Friend" userId="e5ed79da-d858-46d4-9eed-a7a24903f2de" providerId="ADAL" clId="{7537B086-0992-4C5F-A071-F6F8659556F1}" dt="2026-01-26T15:48:10.155" v="2238" actId="1035"/>
          <ac:spMkLst>
            <pc:docMk/>
            <pc:sldMk cId="1816502967" sldId="854"/>
            <ac:spMk id="40" creationId="{2059C02D-22B0-4CF8-88BE-A139FCC5E365}"/>
          </ac:spMkLst>
        </pc:spChg>
        <pc:spChg chg="mod">
          <ac:chgData name="Al Friend" userId="e5ed79da-d858-46d4-9eed-a7a24903f2de" providerId="ADAL" clId="{7537B086-0992-4C5F-A071-F6F8659556F1}" dt="2026-01-26T15:48:10.155" v="2238" actId="1035"/>
          <ac:spMkLst>
            <pc:docMk/>
            <pc:sldMk cId="1816502967" sldId="854"/>
            <ac:spMk id="41" creationId="{A908B61F-A960-4A63-B920-885CE28F0894}"/>
          </ac:spMkLst>
        </pc:spChg>
        <pc:spChg chg="mod">
          <ac:chgData name="Al Friend" userId="e5ed79da-d858-46d4-9eed-a7a24903f2de" providerId="ADAL" clId="{7537B086-0992-4C5F-A071-F6F8659556F1}" dt="2026-01-26T15:49:47.555" v="2248" actId="1037"/>
          <ac:spMkLst>
            <pc:docMk/>
            <pc:sldMk cId="1816502967" sldId="854"/>
            <ac:spMk id="42" creationId="{26C3B023-4A76-47DA-A8DB-F1CCF91F3D0B}"/>
          </ac:spMkLst>
        </pc:spChg>
        <pc:spChg chg="mod">
          <ac:chgData name="Al Friend" userId="e5ed79da-d858-46d4-9eed-a7a24903f2de" providerId="ADAL" clId="{7537B086-0992-4C5F-A071-F6F8659556F1}" dt="2026-01-26T15:48:10.155" v="2238" actId="1035"/>
          <ac:spMkLst>
            <pc:docMk/>
            <pc:sldMk cId="1816502967" sldId="854"/>
            <ac:spMk id="44" creationId="{4AB582EA-E161-553B-E130-D03025BDF6D6}"/>
          </ac:spMkLst>
        </pc:spChg>
        <pc:spChg chg="mod">
          <ac:chgData name="Al Friend" userId="e5ed79da-d858-46d4-9eed-a7a24903f2de" providerId="ADAL" clId="{7537B086-0992-4C5F-A071-F6F8659556F1}" dt="2026-01-26T15:48:10.155" v="2238" actId="1035"/>
          <ac:spMkLst>
            <pc:docMk/>
            <pc:sldMk cId="1816502967" sldId="854"/>
            <ac:spMk id="45" creationId="{D34CE510-4BD9-46EC-99AA-DBE7BD04F483}"/>
          </ac:spMkLst>
        </pc:spChg>
        <pc:spChg chg="mod">
          <ac:chgData name="Al Friend" userId="e5ed79da-d858-46d4-9eed-a7a24903f2de" providerId="ADAL" clId="{7537B086-0992-4C5F-A071-F6F8659556F1}" dt="2026-01-26T15:48:10.155" v="2238" actId="1035"/>
          <ac:spMkLst>
            <pc:docMk/>
            <pc:sldMk cId="1816502967" sldId="854"/>
            <ac:spMk id="46" creationId="{F09336A1-7B8C-4DEF-A7AB-2B0BC362A9E8}"/>
          </ac:spMkLst>
        </pc:spChg>
        <pc:spChg chg="mod">
          <ac:chgData name="Al Friend" userId="e5ed79da-d858-46d4-9eed-a7a24903f2de" providerId="ADAL" clId="{7537B086-0992-4C5F-A071-F6F8659556F1}" dt="2026-01-26T15:48:10.155" v="2238" actId="1035"/>
          <ac:spMkLst>
            <pc:docMk/>
            <pc:sldMk cId="1816502967" sldId="854"/>
            <ac:spMk id="47" creationId="{57F0F467-01B0-47CA-9897-A45723917472}"/>
          </ac:spMkLst>
        </pc:spChg>
        <pc:spChg chg="mod">
          <ac:chgData name="Al Friend" userId="e5ed79da-d858-46d4-9eed-a7a24903f2de" providerId="ADAL" clId="{7537B086-0992-4C5F-A071-F6F8659556F1}" dt="2026-01-26T15:48:10.155" v="2238" actId="1035"/>
          <ac:spMkLst>
            <pc:docMk/>
            <pc:sldMk cId="1816502967" sldId="854"/>
            <ac:spMk id="48" creationId="{D9C491AC-88F8-426C-A43D-B2F060D5E6AD}"/>
          </ac:spMkLst>
        </pc:spChg>
        <pc:spChg chg="mod">
          <ac:chgData name="Al Friend" userId="e5ed79da-d858-46d4-9eed-a7a24903f2de" providerId="ADAL" clId="{7537B086-0992-4C5F-A071-F6F8659556F1}" dt="2026-01-26T15:48:10.155" v="2238" actId="1035"/>
          <ac:spMkLst>
            <pc:docMk/>
            <pc:sldMk cId="1816502967" sldId="854"/>
            <ac:spMk id="51" creationId="{A84125A0-FE9B-4B5B-4183-B7CDBBEF9D4C}"/>
          </ac:spMkLst>
        </pc:spChg>
        <pc:spChg chg="mod">
          <ac:chgData name="Al Friend" userId="e5ed79da-d858-46d4-9eed-a7a24903f2de" providerId="ADAL" clId="{7537B086-0992-4C5F-A071-F6F8659556F1}" dt="2026-01-26T15:48:10.155" v="2238" actId="1035"/>
          <ac:spMkLst>
            <pc:docMk/>
            <pc:sldMk cId="1816502967" sldId="854"/>
            <ac:spMk id="52" creationId="{BCEA5CB0-5749-1A40-A7A8-2A13550A9ECB}"/>
          </ac:spMkLst>
        </pc:spChg>
        <pc:spChg chg="mod">
          <ac:chgData name="Al Friend" userId="e5ed79da-d858-46d4-9eed-a7a24903f2de" providerId="ADAL" clId="{7537B086-0992-4C5F-A071-F6F8659556F1}" dt="2026-01-26T15:48:10.155" v="2238" actId="1035"/>
          <ac:spMkLst>
            <pc:docMk/>
            <pc:sldMk cId="1816502967" sldId="854"/>
            <ac:spMk id="53" creationId="{92831D18-72D2-C4FA-FD15-A525AFB4E5C5}"/>
          </ac:spMkLst>
        </pc:spChg>
        <pc:spChg chg="mod">
          <ac:chgData name="Al Friend" userId="e5ed79da-d858-46d4-9eed-a7a24903f2de" providerId="ADAL" clId="{7537B086-0992-4C5F-A071-F6F8659556F1}" dt="2026-01-26T15:48:10.155" v="2238" actId="1035"/>
          <ac:spMkLst>
            <pc:docMk/>
            <pc:sldMk cId="1816502967" sldId="854"/>
            <ac:spMk id="54" creationId="{FF73204C-FADD-6664-F4EE-878B598637DD}"/>
          </ac:spMkLst>
        </pc:spChg>
        <pc:graphicFrameChg chg="mod">
          <ac:chgData name="Al Friend" userId="e5ed79da-d858-46d4-9eed-a7a24903f2de" providerId="ADAL" clId="{7537B086-0992-4C5F-A071-F6F8659556F1}" dt="2026-01-26T15:48:10.155" v="2238" actId="1035"/>
          <ac:graphicFrameMkLst>
            <pc:docMk/>
            <pc:sldMk cId="1816502967" sldId="854"/>
            <ac:graphicFrameMk id="3" creationId="{DED03D99-A09A-68ED-29D5-FF622C9224CD}"/>
          </ac:graphicFrameMkLst>
        </pc:graphicFrameChg>
        <pc:graphicFrameChg chg="mod">
          <ac:chgData name="Al Friend" userId="e5ed79da-d858-46d4-9eed-a7a24903f2de" providerId="ADAL" clId="{7537B086-0992-4C5F-A071-F6F8659556F1}" dt="2026-01-26T15:48:10.155" v="2238" actId="1035"/>
          <ac:graphicFrameMkLst>
            <pc:docMk/>
            <pc:sldMk cId="1816502967" sldId="854"/>
            <ac:graphicFrameMk id="22" creationId="{E1C47C29-B1FD-7991-E626-2F12DC1AFFDE}"/>
          </ac:graphicFrameMkLst>
        </pc:graphicFrameChg>
        <pc:graphicFrameChg chg="mod modGraphic">
          <ac:chgData name="Al Friend" userId="e5ed79da-d858-46d4-9eed-a7a24903f2de" providerId="ADAL" clId="{7537B086-0992-4C5F-A071-F6F8659556F1}" dt="2026-01-26T15:48:10.155" v="2238" actId="1035"/>
          <ac:graphicFrameMkLst>
            <pc:docMk/>
            <pc:sldMk cId="1816502967" sldId="854"/>
            <ac:graphicFrameMk id="23" creationId="{57FE39BF-DC05-E516-87E6-26364C7BBE24}"/>
          </ac:graphicFrameMkLst>
        </pc:graphicFrameChg>
        <pc:graphicFrameChg chg="mod">
          <ac:chgData name="Al Friend" userId="e5ed79da-d858-46d4-9eed-a7a24903f2de" providerId="ADAL" clId="{7537B086-0992-4C5F-A071-F6F8659556F1}" dt="2026-01-26T15:48:10.155" v="2238" actId="1035"/>
          <ac:graphicFrameMkLst>
            <pc:docMk/>
            <pc:sldMk cId="1816502967" sldId="854"/>
            <ac:graphicFrameMk id="43" creationId="{568C7E54-FFF5-6232-653C-F1481651CB4C}"/>
          </ac:graphicFrameMkLst>
        </pc:graphicFrameChg>
        <pc:cxnChg chg="mod">
          <ac:chgData name="Al Friend" userId="e5ed79da-d858-46d4-9eed-a7a24903f2de" providerId="ADAL" clId="{7537B086-0992-4C5F-A071-F6F8659556F1}" dt="2026-01-26T15:48:10.155" v="2238" actId="1035"/>
          <ac:cxnSpMkLst>
            <pc:docMk/>
            <pc:sldMk cId="1816502967" sldId="854"/>
            <ac:cxnSpMk id="5" creationId="{74743580-1BBD-44D1-9B4B-3FCD69A573CA}"/>
          </ac:cxnSpMkLst>
        </pc:cxnChg>
        <pc:cxnChg chg="mod">
          <ac:chgData name="Al Friend" userId="e5ed79da-d858-46d4-9eed-a7a24903f2de" providerId="ADAL" clId="{7537B086-0992-4C5F-A071-F6F8659556F1}" dt="2026-01-26T15:48:10.155" v="2238" actId="1035"/>
          <ac:cxnSpMkLst>
            <pc:docMk/>
            <pc:sldMk cId="1816502967" sldId="854"/>
            <ac:cxnSpMk id="9" creationId="{4A59694F-BFA9-47E0-AA51-53E4E5936D1D}"/>
          </ac:cxnSpMkLst>
        </pc:cxnChg>
      </pc:sldChg>
      <pc:sldChg chg="delSp add modTransition modAnim">
        <pc:chgData name="Al Friend" userId="e5ed79da-d858-46d4-9eed-a7a24903f2de" providerId="ADAL" clId="{7537B086-0992-4C5F-A071-F6F8659556F1}" dt="2026-01-08T08:59:48.965" v="9" actId="478"/>
        <pc:sldMkLst>
          <pc:docMk/>
          <pc:sldMk cId="504513756" sldId="886"/>
        </pc:sldMkLst>
      </pc:sldChg>
      <pc:sldChg chg="delSp add modTransition modAnim">
        <pc:chgData name="Al Friend" userId="e5ed79da-d858-46d4-9eed-a7a24903f2de" providerId="ADAL" clId="{7537B086-0992-4C5F-A071-F6F8659556F1}" dt="2026-01-08T09:03:03.953" v="50" actId="478"/>
        <pc:sldMkLst>
          <pc:docMk/>
          <pc:sldMk cId="274477786" sldId="887"/>
        </pc:sldMkLst>
      </pc:sldChg>
      <pc:sldChg chg="modSp add ord">
        <pc:chgData name="Al Friend" userId="e5ed79da-d858-46d4-9eed-a7a24903f2de" providerId="ADAL" clId="{7537B086-0992-4C5F-A071-F6F8659556F1}" dt="2026-01-09T10:07:31.309" v="119"/>
        <pc:sldMkLst>
          <pc:docMk/>
          <pc:sldMk cId="28860088" sldId="888"/>
        </pc:sldMkLst>
        <pc:spChg chg="mod">
          <ac:chgData name="Al Friend" userId="e5ed79da-d858-46d4-9eed-a7a24903f2de" providerId="ADAL" clId="{7537B086-0992-4C5F-A071-F6F8659556F1}" dt="2026-01-08T09:34:45.577" v="102" actId="113"/>
          <ac:spMkLst>
            <pc:docMk/>
            <pc:sldMk cId="28860088" sldId="888"/>
            <ac:spMk id="5" creationId="{964D77D7-D52A-864E-2F76-F013C7C8D4FE}"/>
          </ac:spMkLst>
        </pc:spChg>
      </pc:sldChg>
      <pc:sldChg chg="delSp modSp add ord modTransition modAnim">
        <pc:chgData name="Al Friend" userId="e5ed79da-d858-46d4-9eed-a7a24903f2de" providerId="ADAL" clId="{7537B086-0992-4C5F-A071-F6F8659556F1}" dt="2026-01-09T10:07:31.309" v="119"/>
        <pc:sldMkLst>
          <pc:docMk/>
          <pc:sldMk cId="1610565375" sldId="889"/>
        </pc:sldMkLst>
        <pc:spChg chg="mod">
          <ac:chgData name="Al Friend" userId="e5ed79da-d858-46d4-9eed-a7a24903f2de" providerId="ADAL" clId="{7537B086-0992-4C5F-A071-F6F8659556F1}" dt="2026-01-08T09:34:29.477" v="100" actId="27636"/>
          <ac:spMkLst>
            <pc:docMk/>
            <pc:sldMk cId="1610565375" sldId="889"/>
            <ac:spMk id="3" creationId="{3006BFFB-0638-4D0F-887F-1B4CD48CA2DD}"/>
          </ac:spMkLst>
        </pc:spChg>
      </pc:sldChg>
      <pc:sldChg chg="modSp add">
        <pc:chgData name="Al Friend" userId="e5ed79da-d858-46d4-9eed-a7a24903f2de" providerId="ADAL" clId="{7537B086-0992-4C5F-A071-F6F8659556F1}" dt="2026-01-09T10:10:00.162" v="155" actId="403"/>
        <pc:sldMkLst>
          <pc:docMk/>
          <pc:sldMk cId="2120745638" sldId="891"/>
        </pc:sldMkLst>
        <pc:spChg chg="mod">
          <ac:chgData name="Al Friend" userId="e5ed79da-d858-46d4-9eed-a7a24903f2de" providerId="ADAL" clId="{7537B086-0992-4C5F-A071-F6F8659556F1}" dt="2026-01-09T10:09:50.186" v="142" actId="20577"/>
          <ac:spMkLst>
            <pc:docMk/>
            <pc:sldMk cId="2120745638" sldId="891"/>
            <ac:spMk id="2" creationId="{DFDD032C-747B-43CF-884D-7ACD26C31B4A}"/>
          </ac:spMkLst>
        </pc:spChg>
        <pc:spChg chg="mod">
          <ac:chgData name="Al Friend" userId="e5ed79da-d858-46d4-9eed-a7a24903f2de" providerId="ADAL" clId="{7537B086-0992-4C5F-A071-F6F8659556F1}" dt="2026-01-09T10:10:00.162" v="155" actId="403"/>
          <ac:spMkLst>
            <pc:docMk/>
            <pc:sldMk cId="2120745638" sldId="891"/>
            <ac:spMk id="3" creationId="{F6399757-F604-4277-99DE-AE75EE3A83E3}"/>
          </ac:spMkLst>
        </pc:spChg>
      </pc:sldChg>
      <pc:sldChg chg="addSp modSp add modAnim">
        <pc:chgData name="Al Friend" userId="e5ed79da-d858-46d4-9eed-a7a24903f2de" providerId="ADAL" clId="{7537B086-0992-4C5F-A071-F6F8659556F1}" dt="2026-01-09T10:39:47.634" v="345" actId="13244"/>
        <pc:sldMkLst>
          <pc:docMk/>
          <pc:sldMk cId="4100891914" sldId="892"/>
        </pc:sldMkLst>
        <pc:spChg chg="mod">
          <ac:chgData name="Al Friend" userId="e5ed79da-d858-46d4-9eed-a7a24903f2de" providerId="ADAL" clId="{7537B086-0992-4C5F-A071-F6F8659556F1}" dt="2026-01-09T10:29:19.853" v="264" actId="20577"/>
          <ac:spMkLst>
            <pc:docMk/>
            <pc:sldMk cId="4100891914" sldId="892"/>
            <ac:spMk id="2" creationId="{D049432C-9C31-40D9-8C26-6E288E61F0CD}"/>
          </ac:spMkLst>
        </pc:spChg>
        <pc:picChg chg="add mod ord">
          <ac:chgData name="Al Friend" userId="e5ed79da-d858-46d4-9eed-a7a24903f2de" providerId="ADAL" clId="{7537B086-0992-4C5F-A071-F6F8659556F1}" dt="2026-01-09T10:22:52.542" v="230" actId="167"/>
          <ac:picMkLst>
            <pc:docMk/>
            <pc:sldMk cId="4100891914" sldId="892"/>
            <ac:picMk id="3" creationId="{6372C94C-F39C-4633-9690-936896E7997C}"/>
          </ac:picMkLst>
        </pc:picChg>
        <pc:picChg chg="add mod ord modCrop">
          <ac:chgData name="Al Friend" userId="e5ed79da-d858-46d4-9eed-a7a24903f2de" providerId="ADAL" clId="{7537B086-0992-4C5F-A071-F6F8659556F1}" dt="2026-01-09T10:39:47.634" v="345" actId="13244"/>
          <ac:picMkLst>
            <pc:docMk/>
            <pc:sldMk cId="4100891914" sldId="892"/>
            <ac:picMk id="4" creationId="{431D348A-1E20-4DD1-9964-01135A5AF008}"/>
          </ac:picMkLst>
        </pc:picChg>
        <pc:picChg chg="add mod ord modCrop">
          <ac:chgData name="Al Friend" userId="e5ed79da-d858-46d4-9eed-a7a24903f2de" providerId="ADAL" clId="{7537B086-0992-4C5F-A071-F6F8659556F1}" dt="2026-01-09T10:23:22.071" v="234" actId="167"/>
          <ac:picMkLst>
            <pc:docMk/>
            <pc:sldMk cId="4100891914" sldId="892"/>
            <ac:picMk id="5" creationId="{FD0C6429-8DF0-4AEF-A5E4-B8A8869104C9}"/>
          </ac:picMkLst>
        </pc:picChg>
        <pc:picChg chg="add mod ord modCrop">
          <ac:chgData name="Al Friend" userId="e5ed79da-d858-46d4-9eed-a7a24903f2de" providerId="ADAL" clId="{7537B086-0992-4C5F-A071-F6F8659556F1}" dt="2026-01-09T10:39:00.665" v="342" actId="167"/>
          <ac:picMkLst>
            <pc:docMk/>
            <pc:sldMk cId="4100891914" sldId="892"/>
            <ac:picMk id="6" creationId="{D1E8208F-9679-4FB9-BD07-D2EBB831BEFC}"/>
          </ac:picMkLst>
        </pc:picChg>
        <pc:picChg chg="add mod ord modCrop">
          <ac:chgData name="Al Friend" userId="e5ed79da-d858-46d4-9eed-a7a24903f2de" providerId="ADAL" clId="{7537B086-0992-4C5F-A071-F6F8659556F1}" dt="2026-01-09T10:39:24.648" v="344" actId="167"/>
          <ac:picMkLst>
            <pc:docMk/>
            <pc:sldMk cId="4100891914" sldId="892"/>
            <ac:picMk id="7" creationId="{69EEEA1B-CA96-47AA-938A-E625989FE2B8}"/>
          </ac:picMkLst>
        </pc:picChg>
      </pc:sldChg>
      <pc:sldChg chg="addSp modSp add modAnim">
        <pc:chgData name="Al Friend" userId="e5ed79da-d858-46d4-9eed-a7a24903f2de" providerId="ADAL" clId="{7537B086-0992-4C5F-A071-F6F8659556F1}" dt="2026-01-09T10:35:04.356" v="340"/>
        <pc:sldMkLst>
          <pc:docMk/>
          <pc:sldMk cId="1002852827" sldId="893"/>
        </pc:sldMkLst>
        <pc:spChg chg="mod">
          <ac:chgData name="Al Friend" userId="e5ed79da-d858-46d4-9eed-a7a24903f2de" providerId="ADAL" clId="{7537B086-0992-4C5F-A071-F6F8659556F1}" dt="2026-01-09T10:29:42.232" v="280" actId="20577"/>
          <ac:spMkLst>
            <pc:docMk/>
            <pc:sldMk cId="1002852827" sldId="893"/>
            <ac:spMk id="2" creationId="{E8277E8C-E4DA-48E1-A57F-56A67EA6539B}"/>
          </ac:spMkLst>
        </pc:spChg>
        <pc:spChg chg="add mod">
          <ac:chgData name="Al Friend" userId="e5ed79da-d858-46d4-9eed-a7a24903f2de" providerId="ADAL" clId="{7537B086-0992-4C5F-A071-F6F8659556F1}" dt="2026-01-09T10:34:27.537" v="333" actId="1076"/>
          <ac:spMkLst>
            <pc:docMk/>
            <pc:sldMk cId="1002852827" sldId="893"/>
            <ac:spMk id="4" creationId="{9540C108-C9FE-42D7-BD6F-E1997C341839}"/>
          </ac:spMkLst>
        </pc:spChg>
        <pc:picChg chg="add mod">
          <ac:chgData name="Al Friend" userId="e5ed79da-d858-46d4-9eed-a7a24903f2de" providerId="ADAL" clId="{7537B086-0992-4C5F-A071-F6F8659556F1}" dt="2026-01-09T10:32:50.957" v="284" actId="14100"/>
          <ac:picMkLst>
            <pc:docMk/>
            <pc:sldMk cId="1002852827" sldId="893"/>
            <ac:picMk id="3" creationId="{4999E231-EF80-4729-892E-1ED241F4B497}"/>
          </ac:picMkLst>
        </pc:picChg>
      </pc:sldChg>
      <pc:sldChg chg="addSp delSp modSp delAnim modAnim modNotesTx">
        <pc:chgData name="Al Friend" userId="e5ed79da-d858-46d4-9eed-a7a24903f2de" providerId="ADAL" clId="{7537B086-0992-4C5F-A071-F6F8659556F1}" dt="2026-01-12T15:17:33.419" v="688" actId="1038"/>
        <pc:sldMkLst>
          <pc:docMk/>
          <pc:sldMk cId="3739040659" sldId="894"/>
        </pc:sldMkLst>
        <pc:spChg chg="mod">
          <ac:chgData name="Al Friend" userId="e5ed79da-d858-46d4-9eed-a7a24903f2de" providerId="ADAL" clId="{7537B086-0992-4C5F-A071-F6F8659556F1}" dt="2026-01-12T15:07:07.549" v="625" actId="20577"/>
          <ac:spMkLst>
            <pc:docMk/>
            <pc:sldMk cId="3739040659" sldId="894"/>
            <ac:spMk id="2" creationId="{2CE87805-17F2-4B70-B505-57FB17E1FEE3}"/>
          </ac:spMkLst>
        </pc:spChg>
        <pc:spChg chg="mod">
          <ac:chgData name="Al Friend" userId="e5ed79da-d858-46d4-9eed-a7a24903f2de" providerId="ADAL" clId="{7537B086-0992-4C5F-A071-F6F8659556F1}" dt="2026-01-12T15:10:03.777" v="653" actId="20577"/>
          <ac:spMkLst>
            <pc:docMk/>
            <pc:sldMk cId="3739040659" sldId="894"/>
            <ac:spMk id="3" creationId="{E4EE7085-4C5B-409B-8843-A8A3D3CB6E90}"/>
          </ac:spMkLst>
        </pc:spChg>
        <pc:spChg chg="mod">
          <ac:chgData name="Al Friend" userId="e5ed79da-d858-46d4-9eed-a7a24903f2de" providerId="ADAL" clId="{7537B086-0992-4C5F-A071-F6F8659556F1}" dt="2026-01-12T09:38:40.099" v="526" actId="14100"/>
          <ac:spMkLst>
            <pc:docMk/>
            <pc:sldMk cId="3739040659" sldId="894"/>
            <ac:spMk id="21" creationId="{E0A16EF2-6826-471D-B2CF-BB71EDA6BFB1}"/>
          </ac:spMkLst>
        </pc:spChg>
        <pc:spChg chg="mod">
          <ac:chgData name="Al Friend" userId="e5ed79da-d858-46d4-9eed-a7a24903f2de" providerId="ADAL" clId="{7537B086-0992-4C5F-A071-F6F8659556F1}" dt="2026-01-12T09:58:46.422" v="584" actId="14100"/>
          <ac:spMkLst>
            <pc:docMk/>
            <pc:sldMk cId="3739040659" sldId="894"/>
            <ac:spMk id="25" creationId="{6B8F1B0E-5AD5-4146-85BD-47A29F3B0A53}"/>
          </ac:spMkLst>
        </pc:spChg>
        <pc:spChg chg="mod">
          <ac:chgData name="Al Friend" userId="e5ed79da-d858-46d4-9eed-a7a24903f2de" providerId="ADAL" clId="{7537B086-0992-4C5F-A071-F6F8659556F1}" dt="2026-01-12T09:38:07.846" v="519" actId="14100"/>
          <ac:spMkLst>
            <pc:docMk/>
            <pc:sldMk cId="3739040659" sldId="894"/>
            <ac:spMk id="29" creationId="{F8FB1546-1B52-4F92-944F-FB89E2921207}"/>
          </ac:spMkLst>
        </pc:spChg>
        <pc:spChg chg="mod">
          <ac:chgData name="Al Friend" userId="e5ed79da-d858-46d4-9eed-a7a24903f2de" providerId="ADAL" clId="{7537B086-0992-4C5F-A071-F6F8659556F1}" dt="2026-01-12T09:38:14.011" v="521" actId="14100"/>
          <ac:spMkLst>
            <pc:docMk/>
            <pc:sldMk cId="3739040659" sldId="894"/>
            <ac:spMk id="35" creationId="{00087746-F36A-4347-9616-5F4CCF533EDD}"/>
          </ac:spMkLst>
        </pc:spChg>
        <pc:spChg chg="mod">
          <ac:chgData name="Al Friend" userId="e5ed79da-d858-46d4-9eed-a7a24903f2de" providerId="ADAL" clId="{7537B086-0992-4C5F-A071-F6F8659556F1}" dt="2026-01-12T09:58:17.875" v="568" actId="14100"/>
          <ac:spMkLst>
            <pc:docMk/>
            <pc:sldMk cId="3739040659" sldId="894"/>
            <ac:spMk id="42" creationId="{96E29D66-D360-436C-AF89-BB680EDD5EDF}"/>
          </ac:spMkLst>
        </pc:spChg>
        <pc:grpChg chg="add mod">
          <ac:chgData name="Al Friend" userId="e5ed79da-d858-46d4-9eed-a7a24903f2de" providerId="ADAL" clId="{7537B086-0992-4C5F-A071-F6F8659556F1}" dt="2026-01-12T09:35:54.914" v="419" actId="1076"/>
          <ac:grpSpMkLst>
            <pc:docMk/>
            <pc:sldMk cId="3739040659" sldId="894"/>
            <ac:grpSpMk id="18" creationId="{3BB9987A-6107-490D-B52C-8CAAA98CF371}"/>
          </ac:grpSpMkLst>
        </pc:grpChg>
        <pc:grpChg chg="add mod">
          <ac:chgData name="Al Friend" userId="e5ed79da-d858-46d4-9eed-a7a24903f2de" providerId="ADAL" clId="{7537B086-0992-4C5F-A071-F6F8659556F1}" dt="2026-01-12T15:17:06.251" v="670" actId="1037"/>
          <ac:grpSpMkLst>
            <pc:docMk/>
            <pc:sldMk cId="3739040659" sldId="894"/>
            <ac:grpSpMk id="22" creationId="{C7316428-005D-402D-8EEB-3402A215C071}"/>
          </ac:grpSpMkLst>
        </pc:grpChg>
        <pc:grpChg chg="add mod">
          <ac:chgData name="Al Friend" userId="e5ed79da-d858-46d4-9eed-a7a24903f2de" providerId="ADAL" clId="{7537B086-0992-4C5F-A071-F6F8659556F1}" dt="2026-01-12T15:17:06.251" v="670" actId="1037"/>
          <ac:grpSpMkLst>
            <pc:docMk/>
            <pc:sldMk cId="3739040659" sldId="894"/>
            <ac:grpSpMk id="26" creationId="{19D75174-A5CA-4929-9FBC-0CB13DA416CB}"/>
          </ac:grpSpMkLst>
        </pc:grpChg>
        <pc:grpChg chg="add mod">
          <ac:chgData name="Al Friend" userId="e5ed79da-d858-46d4-9eed-a7a24903f2de" providerId="ADAL" clId="{7537B086-0992-4C5F-A071-F6F8659556F1}" dt="2026-01-12T15:17:23.131" v="680" actId="1038"/>
          <ac:grpSpMkLst>
            <pc:docMk/>
            <pc:sldMk cId="3739040659" sldId="894"/>
            <ac:grpSpMk id="32" creationId="{E90030F4-B936-4A76-A772-450565C086DC}"/>
          </ac:grpSpMkLst>
        </pc:grpChg>
        <pc:grpChg chg="add mod">
          <ac:chgData name="Al Friend" userId="e5ed79da-d858-46d4-9eed-a7a24903f2de" providerId="ADAL" clId="{7537B086-0992-4C5F-A071-F6F8659556F1}" dt="2026-01-12T15:17:33.419" v="688" actId="1038"/>
          <ac:grpSpMkLst>
            <pc:docMk/>
            <pc:sldMk cId="3739040659" sldId="894"/>
            <ac:grpSpMk id="39" creationId="{E653B77E-1210-43EE-9222-E347BDC74DBE}"/>
          </ac:grpSpMkLst>
        </pc:grpChg>
        <pc:picChg chg="add mod">
          <ac:chgData name="Al Friend" userId="e5ed79da-d858-46d4-9eed-a7a24903f2de" providerId="ADAL" clId="{7537B086-0992-4C5F-A071-F6F8659556F1}" dt="2026-01-12T15:10:10.724" v="654"/>
          <ac:picMkLst>
            <pc:docMk/>
            <pc:sldMk cId="3739040659" sldId="894"/>
            <ac:picMk id="4" creationId="{8C1D1F9B-AFC7-498D-B082-EB8D8DDB68BD}"/>
          </ac:picMkLst>
        </pc:picChg>
        <pc:cxnChg chg="mod">
          <ac:chgData name="Al Friend" userId="e5ed79da-d858-46d4-9eed-a7a24903f2de" providerId="ADAL" clId="{7537B086-0992-4C5F-A071-F6F8659556F1}" dt="2026-01-12T09:58:38.716" v="582" actId="1038"/>
          <ac:cxnSpMkLst>
            <pc:docMk/>
            <pc:sldMk cId="3739040659" sldId="894"/>
            <ac:cxnSpMk id="23" creationId="{3C5E83A0-6FED-47EE-9101-1780FD393035}"/>
          </ac:cxnSpMkLst>
        </pc:cxnChg>
        <pc:cxnChg chg="mod">
          <ac:chgData name="Al Friend" userId="e5ed79da-d858-46d4-9eed-a7a24903f2de" providerId="ADAL" clId="{7537B086-0992-4C5F-A071-F6F8659556F1}" dt="2026-01-12T09:59:24.898" v="608" actId="1038"/>
          <ac:cxnSpMkLst>
            <pc:docMk/>
            <pc:sldMk cId="3739040659" sldId="894"/>
            <ac:cxnSpMk id="24" creationId="{7EC6D469-0506-45A0-827C-A9B1181B6DD4}"/>
          </ac:cxnSpMkLst>
        </pc:cxnChg>
        <pc:cxnChg chg="mod">
          <ac:chgData name="Al Friend" userId="e5ed79da-d858-46d4-9eed-a7a24903f2de" providerId="ADAL" clId="{7537B086-0992-4C5F-A071-F6F8659556F1}" dt="2026-01-12T09:36:36.925" v="437" actId="14100"/>
          <ac:cxnSpMkLst>
            <pc:docMk/>
            <pc:sldMk cId="3739040659" sldId="894"/>
            <ac:cxnSpMk id="27" creationId="{F7CB9BEC-190A-4581-BCED-C1C666114E61}"/>
          </ac:cxnSpMkLst>
        </pc:cxnChg>
        <pc:cxnChg chg="mod">
          <ac:chgData name="Al Friend" userId="e5ed79da-d858-46d4-9eed-a7a24903f2de" providerId="ADAL" clId="{7537B086-0992-4C5F-A071-F6F8659556F1}" dt="2026-01-12T09:59:15.565" v="606" actId="1037"/>
          <ac:cxnSpMkLst>
            <pc:docMk/>
            <pc:sldMk cId="3739040659" sldId="894"/>
            <ac:cxnSpMk id="28" creationId="{5AC3FF36-1D2A-41E1-B14C-C0507DF33682}"/>
          </ac:cxnSpMkLst>
        </pc:cxnChg>
        <pc:cxnChg chg="mod">
          <ac:chgData name="Al Friend" userId="e5ed79da-d858-46d4-9eed-a7a24903f2de" providerId="ADAL" clId="{7537B086-0992-4C5F-A071-F6F8659556F1}" dt="2026-01-12T09:36:50.121" v="441" actId="14100"/>
          <ac:cxnSpMkLst>
            <pc:docMk/>
            <pc:sldMk cId="3739040659" sldId="894"/>
            <ac:cxnSpMk id="33" creationId="{882D16C4-CB66-4DD9-8E2A-DB745713908F}"/>
          </ac:cxnSpMkLst>
        </pc:cxnChg>
        <pc:cxnChg chg="mod">
          <ac:chgData name="Al Friend" userId="e5ed79da-d858-46d4-9eed-a7a24903f2de" providerId="ADAL" clId="{7537B086-0992-4C5F-A071-F6F8659556F1}" dt="2026-01-12T09:38:30.315" v="524" actId="14100"/>
          <ac:cxnSpMkLst>
            <pc:docMk/>
            <pc:sldMk cId="3739040659" sldId="894"/>
            <ac:cxnSpMk id="34" creationId="{B5631C90-EBAE-475E-93F4-AE9C811DBF4B}"/>
          </ac:cxnSpMkLst>
        </pc:cxnChg>
        <pc:cxnChg chg="mod">
          <ac:chgData name="Al Friend" userId="e5ed79da-d858-46d4-9eed-a7a24903f2de" providerId="ADAL" clId="{7537B086-0992-4C5F-A071-F6F8659556F1}" dt="2026-01-12T09:37:37.925" v="472" actId="14100"/>
          <ac:cxnSpMkLst>
            <pc:docMk/>
            <pc:sldMk cId="3739040659" sldId="894"/>
            <ac:cxnSpMk id="40" creationId="{56EF5190-3D39-4234-A022-68EE2427B1A5}"/>
          </ac:cxnSpMkLst>
        </pc:cxnChg>
        <pc:cxnChg chg="mod">
          <ac:chgData name="Al Friend" userId="e5ed79da-d858-46d4-9eed-a7a24903f2de" providerId="ADAL" clId="{7537B086-0992-4C5F-A071-F6F8659556F1}" dt="2026-01-12T09:37:50.810" v="503" actId="1038"/>
          <ac:cxnSpMkLst>
            <pc:docMk/>
            <pc:sldMk cId="3739040659" sldId="894"/>
            <ac:cxnSpMk id="41" creationId="{E623CE62-5819-48A4-B9A0-481F616A91E5}"/>
          </ac:cxnSpMkLst>
        </pc:cxnChg>
      </pc:sldChg>
      <pc:sldChg chg="addSp delSp modSp add modTransition delAnim modAnim">
        <pc:chgData name="Al Friend" userId="e5ed79da-d858-46d4-9eed-a7a24903f2de" providerId="ADAL" clId="{7537B086-0992-4C5F-A071-F6F8659556F1}" dt="2026-01-12T15:09:57.820" v="650"/>
        <pc:sldMkLst>
          <pc:docMk/>
          <pc:sldMk cId="4214137901" sldId="895"/>
        </pc:sldMkLst>
        <pc:spChg chg="mod">
          <ac:chgData name="Al Friend" userId="e5ed79da-d858-46d4-9eed-a7a24903f2de" providerId="ADAL" clId="{7537B086-0992-4C5F-A071-F6F8659556F1}" dt="2026-01-12T15:08:43.709" v="648" actId="20577"/>
          <ac:spMkLst>
            <pc:docMk/>
            <pc:sldMk cId="4214137901" sldId="895"/>
            <ac:spMk id="2" creationId="{2CE87805-17F2-4B70-B505-57FB17E1FEE3}"/>
          </ac:spMkLst>
        </pc:spChg>
        <pc:spChg chg="mod">
          <ac:chgData name="Al Friend" userId="e5ed79da-d858-46d4-9eed-a7a24903f2de" providerId="ADAL" clId="{7537B086-0992-4C5F-A071-F6F8659556F1}" dt="2026-01-12T09:40:27.852" v="551" actId="20577"/>
          <ac:spMkLst>
            <pc:docMk/>
            <pc:sldMk cId="4214137901" sldId="895"/>
            <ac:spMk id="3" creationId="{E4EE7085-4C5B-409B-8843-A8A3D3CB6E90}"/>
          </ac:spMkLst>
        </pc:spChg>
        <pc:picChg chg="add mod">
          <ac:chgData name="Al Friend" userId="e5ed79da-d858-46d4-9eed-a7a24903f2de" providerId="ADAL" clId="{7537B086-0992-4C5F-A071-F6F8659556F1}" dt="2026-01-12T15:09:57.820" v="650"/>
          <ac:picMkLst>
            <pc:docMk/>
            <pc:sldMk cId="4214137901" sldId="895"/>
            <ac:picMk id="5" creationId="{8640A34F-AFC9-46B7-83C9-B3616F182BE6}"/>
          </ac:picMkLst>
        </pc:picChg>
      </pc:sldChg>
      <pc:sldChg chg="modSp add ord modNotesTx">
        <pc:chgData name="Al Friend" userId="e5ed79da-d858-46d4-9eed-a7a24903f2de" providerId="ADAL" clId="{7537B086-0992-4C5F-A071-F6F8659556F1}" dt="2026-01-12T15:58:22.751" v="859" actId="6549"/>
        <pc:sldMkLst>
          <pc:docMk/>
          <pc:sldMk cId="2976992114" sldId="896"/>
        </pc:sldMkLst>
        <pc:spChg chg="mod">
          <ac:chgData name="Al Friend" userId="e5ed79da-d858-46d4-9eed-a7a24903f2de" providerId="ADAL" clId="{7537B086-0992-4C5F-A071-F6F8659556F1}" dt="2026-01-12T15:45:04.949" v="742" actId="20577"/>
          <ac:spMkLst>
            <pc:docMk/>
            <pc:sldMk cId="2976992114" sldId="896"/>
            <ac:spMk id="2" creationId="{2CE87805-17F2-4B70-B505-57FB17E1FEE3}"/>
          </ac:spMkLst>
        </pc:spChg>
        <pc:spChg chg="mod">
          <ac:chgData name="Al Friend" userId="e5ed79da-d858-46d4-9eed-a7a24903f2de" providerId="ADAL" clId="{7537B086-0992-4C5F-A071-F6F8659556F1}" dt="2026-01-12T15:45:09.936" v="745" actId="20577"/>
          <ac:spMkLst>
            <pc:docMk/>
            <pc:sldMk cId="2976992114" sldId="896"/>
            <ac:spMk id="3" creationId="{E4EE7085-4C5B-409B-8843-A8A3D3CB6E90}"/>
          </ac:spMkLst>
        </pc:spChg>
      </pc:sldChg>
      <pc:sldChg chg="modSp add ord">
        <pc:chgData name="Al Friend" userId="e5ed79da-d858-46d4-9eed-a7a24903f2de" providerId="ADAL" clId="{7537B086-0992-4C5F-A071-F6F8659556F1}" dt="2026-01-12T15:45:31.986" v="753"/>
        <pc:sldMkLst>
          <pc:docMk/>
          <pc:sldMk cId="3497065734" sldId="897"/>
        </pc:sldMkLst>
        <pc:spChg chg="mod">
          <ac:chgData name="Al Friend" userId="e5ed79da-d858-46d4-9eed-a7a24903f2de" providerId="ADAL" clId="{7537B086-0992-4C5F-A071-F6F8659556F1}" dt="2026-01-12T15:45:23.094" v="749" actId="20577"/>
          <ac:spMkLst>
            <pc:docMk/>
            <pc:sldMk cId="3497065734" sldId="897"/>
            <ac:spMk id="2" creationId="{2CE87805-17F2-4B70-B505-57FB17E1FEE3}"/>
          </ac:spMkLst>
        </pc:spChg>
        <pc:spChg chg="mod">
          <ac:chgData name="Al Friend" userId="e5ed79da-d858-46d4-9eed-a7a24903f2de" providerId="ADAL" clId="{7537B086-0992-4C5F-A071-F6F8659556F1}" dt="2026-01-12T15:45:27.079" v="752" actId="20577"/>
          <ac:spMkLst>
            <pc:docMk/>
            <pc:sldMk cId="3497065734" sldId="897"/>
            <ac:spMk id="3" creationId="{E4EE7085-4C5B-409B-8843-A8A3D3CB6E90}"/>
          </ac:spMkLst>
        </pc:spChg>
      </pc:sldChg>
      <pc:sldChg chg="addSp modSp add ord modAnim modNotesTx">
        <pc:chgData name="Al Friend" userId="e5ed79da-d858-46d4-9eed-a7a24903f2de" providerId="ADAL" clId="{7537B086-0992-4C5F-A071-F6F8659556F1}" dt="2026-01-23T10:17:48.040" v="1536" actId="1037"/>
        <pc:sldMkLst>
          <pc:docMk/>
          <pc:sldMk cId="3988729821" sldId="898"/>
        </pc:sldMkLst>
        <pc:spChg chg="mod">
          <ac:chgData name="Al Friend" userId="e5ed79da-d858-46d4-9eed-a7a24903f2de" providerId="ADAL" clId="{7537B086-0992-4C5F-A071-F6F8659556F1}" dt="2026-01-12T15:47:02.668" v="761" actId="20577"/>
          <ac:spMkLst>
            <pc:docMk/>
            <pc:sldMk cId="3988729821" sldId="898"/>
            <ac:spMk id="2" creationId="{2CE87805-17F2-4B70-B505-57FB17E1FEE3}"/>
          </ac:spMkLst>
        </pc:spChg>
        <pc:spChg chg="mod">
          <ac:chgData name="Al Friend" userId="e5ed79da-d858-46d4-9eed-a7a24903f2de" providerId="ADAL" clId="{7537B086-0992-4C5F-A071-F6F8659556F1}" dt="2026-01-12T15:52:47.382" v="827" actId="20577"/>
          <ac:spMkLst>
            <pc:docMk/>
            <pc:sldMk cId="3988729821" sldId="898"/>
            <ac:spMk id="3" creationId="{E4EE7085-4C5B-409B-8843-A8A3D3CB6E90}"/>
          </ac:spMkLst>
        </pc:spChg>
        <pc:spChg chg="add mod">
          <ac:chgData name="Al Friend" userId="e5ed79da-d858-46d4-9eed-a7a24903f2de" providerId="ADAL" clId="{7537B086-0992-4C5F-A071-F6F8659556F1}" dt="2026-01-12T15:54:20.962" v="841" actId="164"/>
          <ac:spMkLst>
            <pc:docMk/>
            <pc:sldMk cId="3988729821" sldId="898"/>
            <ac:spMk id="4" creationId="{30E87908-1EAB-4528-8776-4B1B0F4F6DF3}"/>
          </ac:spMkLst>
        </pc:spChg>
        <pc:spChg chg="add mod">
          <ac:chgData name="Al Friend" userId="e5ed79da-d858-46d4-9eed-a7a24903f2de" providerId="ADAL" clId="{7537B086-0992-4C5F-A071-F6F8659556F1}" dt="2026-01-12T15:54:20.962" v="841" actId="164"/>
          <ac:spMkLst>
            <pc:docMk/>
            <pc:sldMk cId="3988729821" sldId="898"/>
            <ac:spMk id="5" creationId="{3A2C89A4-6DE3-4DAB-AF80-8A8E82E7F79A}"/>
          </ac:spMkLst>
        </pc:spChg>
        <pc:grpChg chg="add mod">
          <ac:chgData name="Al Friend" userId="e5ed79da-d858-46d4-9eed-a7a24903f2de" providerId="ADAL" clId="{7537B086-0992-4C5F-A071-F6F8659556F1}" dt="2026-01-23T10:17:48.040" v="1536" actId="1037"/>
          <ac:grpSpMkLst>
            <pc:docMk/>
            <pc:sldMk cId="3988729821" sldId="898"/>
            <ac:grpSpMk id="6" creationId="{B8534C20-C1CB-4A7A-B7AC-6BB11132EE15}"/>
          </ac:grpSpMkLst>
        </pc:grpChg>
      </pc:sldChg>
      <pc:sldChg chg="addSp delSp modSp add modTransition modAnim modNotesTx">
        <pc:chgData name="Al Friend" userId="e5ed79da-d858-46d4-9eed-a7a24903f2de" providerId="ADAL" clId="{7537B086-0992-4C5F-A071-F6F8659556F1}" dt="2026-01-12T15:58:06.858" v="857" actId="6549"/>
        <pc:sldMkLst>
          <pc:docMk/>
          <pc:sldMk cId="762284221" sldId="899"/>
        </pc:sldMkLst>
        <pc:spChg chg="mod">
          <ac:chgData name="Al Friend" userId="e5ed79da-d858-46d4-9eed-a7a24903f2de" providerId="ADAL" clId="{7537B086-0992-4C5F-A071-F6F8659556F1}" dt="2026-01-12T15:49:10.706" v="787"/>
          <ac:spMkLst>
            <pc:docMk/>
            <pc:sldMk cId="762284221" sldId="899"/>
            <ac:spMk id="2" creationId="{2CE87805-17F2-4B70-B505-57FB17E1FEE3}"/>
          </ac:spMkLst>
        </pc:spChg>
        <pc:spChg chg="mod">
          <ac:chgData name="Al Friend" userId="e5ed79da-d858-46d4-9eed-a7a24903f2de" providerId="ADAL" clId="{7537B086-0992-4C5F-A071-F6F8659556F1}" dt="2026-01-12T15:49:06.336" v="786" actId="20577"/>
          <ac:spMkLst>
            <pc:docMk/>
            <pc:sldMk cId="762284221" sldId="899"/>
            <ac:spMk id="3" creationId="{E4EE7085-4C5B-409B-8843-A8A3D3CB6E90}"/>
          </ac:spMkLst>
        </pc:spChg>
        <pc:spChg chg="add">
          <ac:chgData name="Al Friend" userId="e5ed79da-d858-46d4-9eed-a7a24903f2de" providerId="ADAL" clId="{7537B086-0992-4C5F-A071-F6F8659556F1}" dt="2026-01-12T15:57:00.682" v="856"/>
          <ac:spMkLst>
            <pc:docMk/>
            <pc:sldMk cId="762284221" sldId="899"/>
            <ac:spMk id="6" creationId="{1350B37A-7342-47C8-B677-C965C745D8E8}"/>
          </ac:spMkLst>
        </pc:spChg>
      </pc:sldChg>
      <pc:sldChg chg="addSp delSp modSp add del addAnim delAnim modAnim">
        <pc:chgData name="Al Friend" userId="e5ed79da-d858-46d4-9eed-a7a24903f2de" providerId="ADAL" clId="{7537B086-0992-4C5F-A071-F6F8659556F1}" dt="2026-01-15T15:49:36.246" v="1264"/>
        <pc:sldMkLst>
          <pc:docMk/>
          <pc:sldMk cId="3500093631" sldId="900"/>
        </pc:sldMkLst>
        <pc:spChg chg="mod">
          <ac:chgData name="Al Friend" userId="e5ed79da-d858-46d4-9eed-a7a24903f2de" providerId="ADAL" clId="{7537B086-0992-4C5F-A071-F6F8659556F1}" dt="2026-01-15T15:31:56.313" v="1230" actId="1037"/>
          <ac:spMkLst>
            <pc:docMk/>
            <pc:sldMk cId="3500093631" sldId="900"/>
            <ac:spMk id="7" creationId="{F42FD7F0-C7E3-F7C3-64B5-86175BE26E84}"/>
          </ac:spMkLst>
        </pc:spChg>
        <pc:spChg chg="mod">
          <ac:chgData name="Al Friend" userId="e5ed79da-d858-46d4-9eed-a7a24903f2de" providerId="ADAL" clId="{7537B086-0992-4C5F-A071-F6F8659556F1}" dt="2026-01-15T15:31:56.313" v="1230" actId="1037"/>
          <ac:spMkLst>
            <pc:docMk/>
            <pc:sldMk cId="3500093631" sldId="900"/>
            <ac:spMk id="8" creationId="{DE26CC7C-F218-9CA9-C097-A8F3A953F8BD}"/>
          </ac:spMkLst>
        </pc:spChg>
        <pc:spChg chg="mod">
          <ac:chgData name="Al Friend" userId="e5ed79da-d858-46d4-9eed-a7a24903f2de" providerId="ADAL" clId="{7537B086-0992-4C5F-A071-F6F8659556F1}" dt="2026-01-15T15:31:56.313" v="1230" actId="1037"/>
          <ac:spMkLst>
            <pc:docMk/>
            <pc:sldMk cId="3500093631" sldId="900"/>
            <ac:spMk id="10" creationId="{78B64078-CD33-E0CF-944C-B2B88EB38B02}"/>
          </ac:spMkLst>
        </pc:spChg>
        <pc:spChg chg="mod">
          <ac:chgData name="Al Friend" userId="e5ed79da-d858-46d4-9eed-a7a24903f2de" providerId="ADAL" clId="{7537B086-0992-4C5F-A071-F6F8659556F1}" dt="2026-01-15T15:31:56.313" v="1230" actId="1037"/>
          <ac:spMkLst>
            <pc:docMk/>
            <pc:sldMk cId="3500093631" sldId="900"/>
            <ac:spMk id="11" creationId="{25E94918-C645-BFD4-5304-B5A80FA2722B}"/>
          </ac:spMkLst>
        </pc:spChg>
        <pc:spChg chg="mod">
          <ac:chgData name="Al Friend" userId="e5ed79da-d858-46d4-9eed-a7a24903f2de" providerId="ADAL" clId="{7537B086-0992-4C5F-A071-F6F8659556F1}" dt="2026-01-15T15:31:56.313" v="1230" actId="1037"/>
          <ac:spMkLst>
            <pc:docMk/>
            <pc:sldMk cId="3500093631" sldId="900"/>
            <ac:spMk id="17" creationId="{4CA12722-67FD-1D61-B738-175BB9CB27FD}"/>
          </ac:spMkLst>
        </pc:spChg>
        <pc:spChg chg="mod">
          <ac:chgData name="Al Friend" userId="e5ed79da-d858-46d4-9eed-a7a24903f2de" providerId="ADAL" clId="{7537B086-0992-4C5F-A071-F6F8659556F1}" dt="2026-01-15T15:31:56.313" v="1230" actId="1037"/>
          <ac:spMkLst>
            <pc:docMk/>
            <pc:sldMk cId="3500093631" sldId="900"/>
            <ac:spMk id="20" creationId="{1853AA6B-7FD8-3E7E-8D9E-E7952D8BFB0D}"/>
          </ac:spMkLst>
        </pc:spChg>
        <pc:spChg chg="mod">
          <ac:chgData name="Al Friend" userId="e5ed79da-d858-46d4-9eed-a7a24903f2de" providerId="ADAL" clId="{7537B086-0992-4C5F-A071-F6F8659556F1}" dt="2026-01-15T15:31:56.313" v="1230" actId="1037"/>
          <ac:spMkLst>
            <pc:docMk/>
            <pc:sldMk cId="3500093631" sldId="900"/>
            <ac:spMk id="21" creationId="{0D3CC910-5E9E-5935-6ED7-338DCE177882}"/>
          </ac:spMkLst>
        </pc:spChg>
        <pc:spChg chg="mod">
          <ac:chgData name="Al Friend" userId="e5ed79da-d858-46d4-9eed-a7a24903f2de" providerId="ADAL" clId="{7537B086-0992-4C5F-A071-F6F8659556F1}" dt="2026-01-15T15:31:56.313" v="1230" actId="1037"/>
          <ac:spMkLst>
            <pc:docMk/>
            <pc:sldMk cId="3500093631" sldId="900"/>
            <ac:spMk id="26" creationId="{1A22687F-9CC3-77DA-888E-EB02C1FDEFA4}"/>
          </ac:spMkLst>
        </pc:spChg>
        <pc:spChg chg="mod">
          <ac:chgData name="Al Friend" userId="e5ed79da-d858-46d4-9eed-a7a24903f2de" providerId="ADAL" clId="{7537B086-0992-4C5F-A071-F6F8659556F1}" dt="2026-01-15T15:31:56.313" v="1230" actId="1037"/>
          <ac:spMkLst>
            <pc:docMk/>
            <pc:sldMk cId="3500093631" sldId="900"/>
            <ac:spMk id="32" creationId="{12D80B6F-5F24-F5D0-D320-08DA8E3B3394}"/>
          </ac:spMkLst>
        </pc:spChg>
        <pc:spChg chg="mod">
          <ac:chgData name="Al Friend" userId="e5ed79da-d858-46d4-9eed-a7a24903f2de" providerId="ADAL" clId="{7537B086-0992-4C5F-A071-F6F8659556F1}" dt="2026-01-15T15:31:56.313" v="1230" actId="1037"/>
          <ac:spMkLst>
            <pc:docMk/>
            <pc:sldMk cId="3500093631" sldId="900"/>
            <ac:spMk id="33" creationId="{55B3F266-3D66-01A5-0084-02B23DD79047}"/>
          </ac:spMkLst>
        </pc:spChg>
        <pc:spChg chg="mod">
          <ac:chgData name="Al Friend" userId="e5ed79da-d858-46d4-9eed-a7a24903f2de" providerId="ADAL" clId="{7537B086-0992-4C5F-A071-F6F8659556F1}" dt="2026-01-15T15:31:56.313" v="1230" actId="1037"/>
          <ac:spMkLst>
            <pc:docMk/>
            <pc:sldMk cId="3500093631" sldId="900"/>
            <ac:spMk id="34" creationId="{CA1DF3E2-1B1A-F633-3A4A-4F5C43855F4B}"/>
          </ac:spMkLst>
        </pc:spChg>
        <pc:spChg chg="mod">
          <ac:chgData name="Al Friend" userId="e5ed79da-d858-46d4-9eed-a7a24903f2de" providerId="ADAL" clId="{7537B086-0992-4C5F-A071-F6F8659556F1}" dt="2026-01-15T15:31:56.313" v="1230" actId="1037"/>
          <ac:spMkLst>
            <pc:docMk/>
            <pc:sldMk cId="3500093631" sldId="900"/>
            <ac:spMk id="37" creationId="{4655A23E-6F0D-4644-8D1D-8ACA1DC5679D}"/>
          </ac:spMkLst>
        </pc:spChg>
        <pc:spChg chg="mod">
          <ac:chgData name="Al Friend" userId="e5ed79da-d858-46d4-9eed-a7a24903f2de" providerId="ADAL" clId="{7537B086-0992-4C5F-A071-F6F8659556F1}" dt="2026-01-15T15:31:56.313" v="1230" actId="1037"/>
          <ac:spMkLst>
            <pc:docMk/>
            <pc:sldMk cId="3500093631" sldId="900"/>
            <ac:spMk id="38" creationId="{41B03BC3-B622-38BA-3963-2997C3543829}"/>
          </ac:spMkLst>
        </pc:spChg>
        <pc:spChg chg="mod">
          <ac:chgData name="Al Friend" userId="e5ed79da-d858-46d4-9eed-a7a24903f2de" providerId="ADAL" clId="{7537B086-0992-4C5F-A071-F6F8659556F1}" dt="2026-01-15T15:13:32.509" v="1065" actId="14100"/>
          <ac:spMkLst>
            <pc:docMk/>
            <pc:sldMk cId="3500093631" sldId="900"/>
            <ac:spMk id="39" creationId="{AA596A34-9643-938B-43CE-DB3B46EE8BF1}"/>
          </ac:spMkLst>
        </pc:spChg>
        <pc:spChg chg="mod">
          <ac:chgData name="Al Friend" userId="e5ed79da-d858-46d4-9eed-a7a24903f2de" providerId="ADAL" clId="{7537B086-0992-4C5F-A071-F6F8659556F1}" dt="2026-01-15T15:31:56.313" v="1230" actId="1037"/>
          <ac:spMkLst>
            <pc:docMk/>
            <pc:sldMk cId="3500093631" sldId="900"/>
            <ac:spMk id="40" creationId="{868CB6FE-6953-CD77-7A9F-225AD4548CB6}"/>
          </ac:spMkLst>
        </pc:spChg>
        <pc:spChg chg="mod">
          <ac:chgData name="Al Friend" userId="e5ed79da-d858-46d4-9eed-a7a24903f2de" providerId="ADAL" clId="{7537B086-0992-4C5F-A071-F6F8659556F1}" dt="2026-01-15T15:13:25.789" v="1064" actId="14100"/>
          <ac:spMkLst>
            <pc:docMk/>
            <pc:sldMk cId="3500093631" sldId="900"/>
            <ac:spMk id="41" creationId="{3D274248-AF25-F7EF-A10D-420DC757C823}"/>
          </ac:spMkLst>
        </pc:spChg>
        <pc:spChg chg="mod">
          <ac:chgData name="Al Friend" userId="e5ed79da-d858-46d4-9eed-a7a24903f2de" providerId="ADAL" clId="{7537B086-0992-4C5F-A071-F6F8659556F1}" dt="2026-01-15T15:31:56.313" v="1230" actId="1037"/>
          <ac:spMkLst>
            <pc:docMk/>
            <pc:sldMk cId="3500093631" sldId="900"/>
            <ac:spMk id="43" creationId="{12735B52-F70C-8511-82FF-DD98CDFED39E}"/>
          </ac:spMkLst>
        </pc:spChg>
        <pc:spChg chg="mod">
          <ac:chgData name="Al Friend" userId="e5ed79da-d858-46d4-9eed-a7a24903f2de" providerId="ADAL" clId="{7537B086-0992-4C5F-A071-F6F8659556F1}" dt="2026-01-15T15:31:56.313" v="1230" actId="1037"/>
          <ac:spMkLst>
            <pc:docMk/>
            <pc:sldMk cId="3500093631" sldId="900"/>
            <ac:spMk id="58" creationId="{2966E2E3-1095-3AA5-54F4-22EC69E21F63}"/>
          </ac:spMkLst>
        </pc:spChg>
        <pc:spChg chg="mod">
          <ac:chgData name="Al Friend" userId="e5ed79da-d858-46d4-9eed-a7a24903f2de" providerId="ADAL" clId="{7537B086-0992-4C5F-A071-F6F8659556F1}" dt="2026-01-15T15:31:56.313" v="1230" actId="1037"/>
          <ac:spMkLst>
            <pc:docMk/>
            <pc:sldMk cId="3500093631" sldId="900"/>
            <ac:spMk id="59" creationId="{1C4BE62B-40C5-DE8F-B8B5-D85D5F2A6A7A}"/>
          </ac:spMkLst>
        </pc:spChg>
        <pc:spChg chg="add mod">
          <ac:chgData name="Al Friend" userId="e5ed79da-d858-46d4-9eed-a7a24903f2de" providerId="ADAL" clId="{7537B086-0992-4C5F-A071-F6F8659556F1}" dt="2026-01-15T15:31:56.313" v="1230" actId="1037"/>
          <ac:spMkLst>
            <pc:docMk/>
            <pc:sldMk cId="3500093631" sldId="900"/>
            <ac:spMk id="63" creationId="{1A04EDAE-5F98-49A8-AA3B-FEA2F8FF27D5}"/>
          </ac:spMkLst>
        </pc:spChg>
        <pc:spChg chg="add mod">
          <ac:chgData name="Al Friend" userId="e5ed79da-d858-46d4-9eed-a7a24903f2de" providerId="ADAL" clId="{7537B086-0992-4C5F-A071-F6F8659556F1}" dt="2026-01-15T15:31:56.313" v="1230" actId="1037"/>
          <ac:spMkLst>
            <pc:docMk/>
            <pc:sldMk cId="3500093631" sldId="900"/>
            <ac:spMk id="75" creationId="{C0AD6763-50D9-4E2A-B402-55C2BB0C7BE6}"/>
          </ac:spMkLst>
        </pc:spChg>
        <pc:spChg chg="add mod">
          <ac:chgData name="Al Friend" userId="e5ed79da-d858-46d4-9eed-a7a24903f2de" providerId="ADAL" clId="{7537B086-0992-4C5F-A071-F6F8659556F1}" dt="2026-01-15T15:31:56.313" v="1230" actId="1037"/>
          <ac:spMkLst>
            <pc:docMk/>
            <pc:sldMk cId="3500093631" sldId="900"/>
            <ac:spMk id="76" creationId="{6EEFB8EA-38EB-40F0-ACDB-32F4A15C8012}"/>
          </ac:spMkLst>
        </pc:spChg>
        <pc:spChg chg="add mod">
          <ac:chgData name="Al Friend" userId="e5ed79da-d858-46d4-9eed-a7a24903f2de" providerId="ADAL" clId="{7537B086-0992-4C5F-A071-F6F8659556F1}" dt="2026-01-15T15:31:56.313" v="1230" actId="1037"/>
          <ac:spMkLst>
            <pc:docMk/>
            <pc:sldMk cId="3500093631" sldId="900"/>
            <ac:spMk id="78" creationId="{505D6E70-C3F4-46DC-93B3-A56DCF57F48A}"/>
          </ac:spMkLst>
        </pc:spChg>
        <pc:spChg chg="add mod">
          <ac:chgData name="Al Friend" userId="e5ed79da-d858-46d4-9eed-a7a24903f2de" providerId="ADAL" clId="{7537B086-0992-4C5F-A071-F6F8659556F1}" dt="2026-01-15T15:31:56.313" v="1230" actId="1037"/>
          <ac:spMkLst>
            <pc:docMk/>
            <pc:sldMk cId="3500093631" sldId="900"/>
            <ac:spMk id="84" creationId="{D731AF1B-DA28-4086-B857-F0B6326C3AFB}"/>
          </ac:spMkLst>
        </pc:spChg>
        <pc:grpChg chg="add del mod">
          <ac:chgData name="Al Friend" userId="e5ed79da-d858-46d4-9eed-a7a24903f2de" providerId="ADAL" clId="{7537B086-0992-4C5F-A071-F6F8659556F1}" dt="2026-01-15T15:31:56.313" v="1230" actId="1037"/>
          <ac:grpSpMkLst>
            <pc:docMk/>
            <pc:sldMk cId="3500093631" sldId="900"/>
            <ac:grpSpMk id="57" creationId="{B1521731-A15D-3FBE-F181-C47FACE64AD9}"/>
          </ac:grpSpMkLst>
        </pc:grpChg>
        <pc:graphicFrameChg chg="mod">
          <ac:chgData name="Al Friend" userId="e5ed79da-d858-46d4-9eed-a7a24903f2de" providerId="ADAL" clId="{7537B086-0992-4C5F-A071-F6F8659556F1}" dt="2026-01-15T15:33:50.845" v="1232" actId="962"/>
          <ac:graphicFrameMkLst>
            <pc:docMk/>
            <pc:sldMk cId="3500093631" sldId="900"/>
            <ac:graphicFrameMk id="2" creationId="{23E04685-FE2C-E794-0AD6-95692BED2BED}"/>
          </ac:graphicFrameMkLst>
        </pc:graphicFrameChg>
        <pc:graphicFrameChg chg="mod">
          <ac:chgData name="Al Friend" userId="e5ed79da-d858-46d4-9eed-a7a24903f2de" providerId="ADAL" clId="{7537B086-0992-4C5F-A071-F6F8659556F1}" dt="2026-01-15T15:48:47.365" v="1260" actId="962"/>
          <ac:graphicFrameMkLst>
            <pc:docMk/>
            <pc:sldMk cId="3500093631" sldId="900"/>
            <ac:graphicFrameMk id="12" creationId="{EF3A2748-AA90-BCC8-2993-A9CADABE91F9}"/>
          </ac:graphicFrameMkLst>
        </pc:graphicFrameChg>
        <pc:graphicFrameChg chg="mod">
          <ac:chgData name="Al Friend" userId="e5ed79da-d858-46d4-9eed-a7a24903f2de" providerId="ADAL" clId="{7537B086-0992-4C5F-A071-F6F8659556F1}" dt="2026-01-15T15:31:56.313" v="1230" actId="1037"/>
          <ac:graphicFrameMkLst>
            <pc:docMk/>
            <pc:sldMk cId="3500093631" sldId="900"/>
            <ac:graphicFrameMk id="22" creationId="{F1277B78-8984-8B58-5C2E-EDE193CCEAA9}"/>
          </ac:graphicFrameMkLst>
        </pc:graphicFrameChg>
        <pc:graphicFrameChg chg="mod">
          <ac:chgData name="Al Friend" userId="e5ed79da-d858-46d4-9eed-a7a24903f2de" providerId="ADAL" clId="{7537B086-0992-4C5F-A071-F6F8659556F1}" dt="2026-01-15T15:31:56.313" v="1230" actId="1037"/>
          <ac:graphicFrameMkLst>
            <pc:docMk/>
            <pc:sldMk cId="3500093631" sldId="900"/>
            <ac:graphicFrameMk id="23" creationId="{DA0004D0-54C5-7FE3-495E-2E40E17F56E7}"/>
          </ac:graphicFrameMkLst>
        </pc:graphicFrameChg>
        <pc:graphicFrameChg chg="add mod modGraphic">
          <ac:chgData name="Al Friend" userId="e5ed79da-d858-46d4-9eed-a7a24903f2de" providerId="ADAL" clId="{7537B086-0992-4C5F-A071-F6F8659556F1}" dt="2026-01-15T15:31:56.313" v="1230" actId="1037"/>
          <ac:graphicFrameMkLst>
            <pc:docMk/>
            <pc:sldMk cId="3500093631" sldId="900"/>
            <ac:graphicFrameMk id="62" creationId="{2B9122F8-6167-4D85-A839-C4D5DBB12F55}"/>
          </ac:graphicFrameMkLst>
        </pc:graphicFrameChg>
        <pc:cxnChg chg="add mod">
          <ac:chgData name="Al Friend" userId="e5ed79da-d858-46d4-9eed-a7a24903f2de" providerId="ADAL" clId="{7537B086-0992-4C5F-A071-F6F8659556F1}" dt="2026-01-15T15:31:56.313" v="1230" actId="1037"/>
          <ac:cxnSpMkLst>
            <pc:docMk/>
            <pc:sldMk cId="3500093631" sldId="900"/>
            <ac:cxnSpMk id="71" creationId="{5EFE38C2-8439-4C5F-9F74-44013184CA32}"/>
          </ac:cxnSpMkLst>
        </pc:cxnChg>
        <pc:cxnChg chg="add mod">
          <ac:chgData name="Al Friend" userId="e5ed79da-d858-46d4-9eed-a7a24903f2de" providerId="ADAL" clId="{7537B086-0992-4C5F-A071-F6F8659556F1}" dt="2026-01-15T15:31:56.313" v="1230" actId="1037"/>
          <ac:cxnSpMkLst>
            <pc:docMk/>
            <pc:sldMk cId="3500093631" sldId="900"/>
            <ac:cxnSpMk id="72" creationId="{CB1B2BAC-3D1A-47A0-875C-8C332C63A9A8}"/>
          </ac:cxnSpMkLst>
        </pc:cxnChg>
      </pc:sldChg>
      <pc:sldChg chg="delSp modSp add modTransition modAnim modNotesTx">
        <pc:chgData name="Al Friend" userId="e5ed79da-d858-46d4-9eed-a7a24903f2de" providerId="ADAL" clId="{7537B086-0992-4C5F-A071-F6F8659556F1}" dt="2026-01-15T15:56:00.813" v="1284" actId="6549"/>
        <pc:sldMkLst>
          <pc:docMk/>
          <pc:sldMk cId="3492274924" sldId="901"/>
        </pc:sldMkLst>
        <pc:spChg chg="mod">
          <ac:chgData name="Al Friend" userId="e5ed79da-d858-46d4-9eed-a7a24903f2de" providerId="ADAL" clId="{7537B086-0992-4C5F-A071-F6F8659556F1}" dt="2026-01-15T15:51:31.782" v="1277" actId="6549"/>
          <ac:spMkLst>
            <pc:docMk/>
            <pc:sldMk cId="3492274924" sldId="901"/>
            <ac:spMk id="19" creationId="{9AB8BED7-3D03-6733-7EEB-905B6A695BC7}"/>
          </ac:spMkLst>
        </pc:spChg>
        <pc:cxnChg chg="mod">
          <ac:chgData name="Al Friend" userId="e5ed79da-d858-46d4-9eed-a7a24903f2de" providerId="ADAL" clId="{7537B086-0992-4C5F-A071-F6F8659556F1}" dt="2026-01-15T15:51:53.751" v="1281" actId="478"/>
          <ac:cxnSpMkLst>
            <pc:docMk/>
            <pc:sldMk cId="3492274924" sldId="901"/>
            <ac:cxnSpMk id="71" creationId="{5EFE38C2-8439-4C5F-9F74-44013184CA32}"/>
          </ac:cxnSpMkLst>
        </pc:cxnChg>
        <pc:cxnChg chg="mod">
          <ac:chgData name="Al Friend" userId="e5ed79da-d858-46d4-9eed-a7a24903f2de" providerId="ADAL" clId="{7537B086-0992-4C5F-A071-F6F8659556F1}" dt="2026-01-15T15:51:53.751" v="1281" actId="478"/>
          <ac:cxnSpMkLst>
            <pc:docMk/>
            <pc:sldMk cId="3492274924" sldId="901"/>
            <ac:cxnSpMk id="72" creationId="{CB1B2BAC-3D1A-47A0-875C-8C332C63A9A8}"/>
          </ac:cxnSpMkLst>
        </pc:cxnChg>
      </pc:sldChg>
      <pc:sldChg chg="addSp delSp modSp delAnim modAnim modNotesTx">
        <pc:chgData name="Al Friend" userId="e5ed79da-d858-46d4-9eed-a7a24903f2de" providerId="ADAL" clId="{7537B086-0992-4C5F-A071-F6F8659556F1}" dt="2026-01-26T14:57:07.994" v="1976" actId="20577"/>
        <pc:sldMkLst>
          <pc:docMk/>
          <pc:sldMk cId="3427929576" sldId="902"/>
        </pc:sldMkLst>
        <pc:spChg chg="mod">
          <ac:chgData name="Al Friend" userId="e5ed79da-d858-46d4-9eed-a7a24903f2de" providerId="ADAL" clId="{7537B086-0992-4C5F-A071-F6F8659556F1}" dt="2026-01-23T11:51:49.924" v="1853" actId="13244"/>
          <ac:spMkLst>
            <pc:docMk/>
            <pc:sldMk cId="3427929576" sldId="902"/>
            <ac:spMk id="4" creationId="{B4D7039D-DC4C-3007-1F96-6D1B58A2A3A3}"/>
          </ac:spMkLst>
        </pc:spChg>
        <pc:spChg chg="mod">
          <ac:chgData name="Al Friend" userId="e5ed79da-d858-46d4-9eed-a7a24903f2de" providerId="ADAL" clId="{7537B086-0992-4C5F-A071-F6F8659556F1}" dt="2026-01-23T11:51:56.343" v="1854" actId="13244"/>
          <ac:spMkLst>
            <pc:docMk/>
            <pc:sldMk cId="3427929576" sldId="902"/>
            <ac:spMk id="6" creationId="{BB3F14BF-DCE7-8211-AF0F-D5BAFB7215FB}"/>
          </ac:spMkLst>
        </pc:spChg>
        <pc:spChg chg="mod">
          <ac:chgData name="Al Friend" userId="e5ed79da-d858-46d4-9eed-a7a24903f2de" providerId="ADAL" clId="{7537B086-0992-4C5F-A071-F6F8659556F1}" dt="2026-01-23T11:53:05.031" v="1863" actId="13244"/>
          <ac:spMkLst>
            <pc:docMk/>
            <pc:sldMk cId="3427929576" sldId="902"/>
            <ac:spMk id="10" creationId="{78B64078-CD33-E0CF-944C-B2B88EB38B02}"/>
          </ac:spMkLst>
        </pc:spChg>
        <pc:spChg chg="mod">
          <ac:chgData name="Al Friend" userId="e5ed79da-d858-46d4-9eed-a7a24903f2de" providerId="ADAL" clId="{7537B086-0992-4C5F-A071-F6F8659556F1}" dt="2026-01-23T11:59:49.320" v="1900" actId="13244"/>
          <ac:spMkLst>
            <pc:docMk/>
            <pc:sldMk cId="3427929576" sldId="902"/>
            <ac:spMk id="17" creationId="{4CA12722-67FD-1D61-B738-175BB9CB27FD}"/>
          </ac:spMkLst>
        </pc:spChg>
        <pc:spChg chg="mod">
          <ac:chgData name="Al Friend" userId="e5ed79da-d858-46d4-9eed-a7a24903f2de" providerId="ADAL" clId="{7537B086-0992-4C5F-A071-F6F8659556F1}" dt="2026-01-23T12:02:21.243" v="1907" actId="20577"/>
          <ac:spMkLst>
            <pc:docMk/>
            <pc:sldMk cId="3427929576" sldId="902"/>
            <ac:spMk id="19" creationId="{9AB8BED7-3D03-6733-7EEB-905B6A695BC7}"/>
          </ac:spMkLst>
        </pc:spChg>
        <pc:spChg chg="mod">
          <ac:chgData name="Al Friend" userId="e5ed79da-d858-46d4-9eed-a7a24903f2de" providerId="ADAL" clId="{7537B086-0992-4C5F-A071-F6F8659556F1}" dt="2026-01-23T11:53:17.282" v="1864" actId="13244"/>
          <ac:spMkLst>
            <pc:docMk/>
            <pc:sldMk cId="3427929576" sldId="902"/>
            <ac:spMk id="26" creationId="{1A22687F-9CC3-77DA-888E-EB02C1FDEFA4}"/>
          </ac:spMkLst>
        </pc:spChg>
        <pc:spChg chg="mod">
          <ac:chgData name="Al Friend" userId="e5ed79da-d858-46d4-9eed-a7a24903f2de" providerId="ADAL" clId="{7537B086-0992-4C5F-A071-F6F8659556F1}" dt="2026-01-23T11:52:18.216" v="1858" actId="13244"/>
          <ac:spMkLst>
            <pc:docMk/>
            <pc:sldMk cId="3427929576" sldId="902"/>
            <ac:spMk id="27" creationId="{E57C248C-DECA-445B-3777-559FD76E0471}"/>
          </ac:spMkLst>
        </pc:spChg>
        <pc:spChg chg="mod">
          <ac:chgData name="Al Friend" userId="e5ed79da-d858-46d4-9eed-a7a24903f2de" providerId="ADAL" clId="{7537B086-0992-4C5F-A071-F6F8659556F1}" dt="2026-01-23T11:52:11.934" v="1857" actId="13244"/>
          <ac:spMkLst>
            <pc:docMk/>
            <pc:sldMk cId="3427929576" sldId="902"/>
            <ac:spMk id="31" creationId="{B4BBE812-EAF4-B48F-6791-443B03AA852A}"/>
          </ac:spMkLst>
        </pc:spChg>
        <pc:spChg chg="mod">
          <ac:chgData name="Al Friend" userId="e5ed79da-d858-46d4-9eed-a7a24903f2de" providerId="ADAL" clId="{7537B086-0992-4C5F-A071-F6F8659556F1}" dt="2026-01-23T11:57:35.503" v="1899" actId="13244"/>
          <ac:spMkLst>
            <pc:docMk/>
            <pc:sldMk cId="3427929576" sldId="902"/>
            <ac:spMk id="32" creationId="{12D80B6F-5F24-F5D0-D320-08DA8E3B3394}"/>
          </ac:spMkLst>
        </pc:spChg>
        <pc:spChg chg="add mod">
          <ac:chgData name="Al Friend" userId="e5ed79da-d858-46d4-9eed-a7a24903f2de" providerId="ADAL" clId="{7537B086-0992-4C5F-A071-F6F8659556F1}" dt="2026-01-23T11:52:34.691" v="1860" actId="13244"/>
          <ac:spMkLst>
            <pc:docMk/>
            <pc:sldMk cId="3427929576" sldId="902"/>
            <ac:spMk id="33" creationId="{27507C8B-6A72-4468-91DA-42267C8E3EE3}"/>
          </ac:spMkLst>
        </pc:spChg>
        <pc:spChg chg="mod">
          <ac:chgData name="Al Friend" userId="e5ed79da-d858-46d4-9eed-a7a24903f2de" providerId="ADAL" clId="{7537B086-0992-4C5F-A071-F6F8659556F1}" dt="2026-01-23T11:52:25.803" v="1859" actId="13244"/>
          <ac:spMkLst>
            <pc:docMk/>
            <pc:sldMk cId="3427929576" sldId="902"/>
            <ac:spMk id="35" creationId="{87DF93C4-BB49-2411-07A1-6DBE208A0AFD}"/>
          </ac:spMkLst>
        </pc:spChg>
        <pc:spChg chg="add mod">
          <ac:chgData name="Al Friend" userId="e5ed79da-d858-46d4-9eed-a7a24903f2de" providerId="ADAL" clId="{7537B086-0992-4C5F-A071-F6F8659556F1}" dt="2026-01-23T11:57:27.838" v="1898" actId="13244"/>
          <ac:spMkLst>
            <pc:docMk/>
            <pc:sldMk cId="3427929576" sldId="902"/>
            <ac:spMk id="36" creationId="{83B5CED2-59DA-499C-8C7B-D1D61E8D6792}"/>
          </ac:spMkLst>
        </pc:spChg>
        <pc:spChg chg="mod">
          <ac:chgData name="Al Friend" userId="e5ed79da-d858-46d4-9eed-a7a24903f2de" providerId="ADAL" clId="{7537B086-0992-4C5F-A071-F6F8659556F1}" dt="2026-01-23T11:54:34.608" v="1873" actId="13244"/>
          <ac:spMkLst>
            <pc:docMk/>
            <pc:sldMk cId="3427929576" sldId="902"/>
            <ac:spMk id="37" creationId="{4655A23E-6F0D-4644-8D1D-8ACA1DC5679D}"/>
          </ac:spMkLst>
        </pc:spChg>
        <pc:spChg chg="mod">
          <ac:chgData name="Al Friend" userId="e5ed79da-d858-46d4-9eed-a7a24903f2de" providerId="ADAL" clId="{7537B086-0992-4C5F-A071-F6F8659556F1}" dt="2026-01-23T11:56:23.043" v="1888" actId="13244"/>
          <ac:spMkLst>
            <pc:docMk/>
            <pc:sldMk cId="3427929576" sldId="902"/>
            <ac:spMk id="38" creationId="{41B03BC3-B622-38BA-3963-2997C3543829}"/>
          </ac:spMkLst>
        </pc:spChg>
        <pc:spChg chg="add mod">
          <ac:chgData name="Al Friend" userId="e5ed79da-d858-46d4-9eed-a7a24903f2de" providerId="ADAL" clId="{7537B086-0992-4C5F-A071-F6F8659556F1}" dt="2026-01-23T11:57:25.167" v="1897" actId="13244"/>
          <ac:spMkLst>
            <pc:docMk/>
            <pc:sldMk cId="3427929576" sldId="902"/>
            <ac:spMk id="39" creationId="{06443A74-850B-4B68-B57B-3EBF9399648C}"/>
          </ac:spMkLst>
        </pc:spChg>
        <pc:spChg chg="add mod">
          <ac:chgData name="Al Friend" userId="e5ed79da-d858-46d4-9eed-a7a24903f2de" providerId="ADAL" clId="{7537B086-0992-4C5F-A071-F6F8659556F1}" dt="2026-01-23T11:31:55.485" v="1827" actId="13244"/>
          <ac:spMkLst>
            <pc:docMk/>
            <pc:sldMk cId="3427929576" sldId="902"/>
            <ac:spMk id="40" creationId="{3B5A7066-A7FC-4D8E-A7A4-C42F5958AFC7}"/>
          </ac:spMkLst>
        </pc:spChg>
        <pc:spChg chg="add mod">
          <ac:chgData name="Al Friend" userId="e5ed79da-d858-46d4-9eed-a7a24903f2de" providerId="ADAL" clId="{7537B086-0992-4C5F-A071-F6F8659556F1}" dt="2026-01-23T11:55:03.006" v="1878" actId="13244"/>
          <ac:spMkLst>
            <pc:docMk/>
            <pc:sldMk cId="3427929576" sldId="902"/>
            <ac:spMk id="42" creationId="{83271580-F433-4F4F-8561-2DA25E02F2D3}"/>
          </ac:spMkLst>
        </pc:spChg>
        <pc:spChg chg="mod">
          <ac:chgData name="Al Friend" userId="e5ed79da-d858-46d4-9eed-a7a24903f2de" providerId="ADAL" clId="{7537B086-0992-4C5F-A071-F6F8659556F1}" dt="2026-01-23T11:55:24.102" v="1881" actId="13244"/>
          <ac:spMkLst>
            <pc:docMk/>
            <pc:sldMk cId="3427929576" sldId="902"/>
            <ac:spMk id="43" creationId="{12735B52-F70C-8511-82FF-DD98CDFED39E}"/>
          </ac:spMkLst>
        </pc:spChg>
        <pc:spChg chg="add mod">
          <ac:chgData name="Al Friend" userId="e5ed79da-d858-46d4-9eed-a7a24903f2de" providerId="ADAL" clId="{7537B086-0992-4C5F-A071-F6F8659556F1}" dt="2026-01-23T11:53:45.754" v="1865" actId="13244"/>
          <ac:spMkLst>
            <pc:docMk/>
            <pc:sldMk cId="3427929576" sldId="902"/>
            <ac:spMk id="44" creationId="{02B25370-6891-4B68-8B6D-5A83B5C508E4}"/>
          </ac:spMkLst>
        </pc:spChg>
        <pc:spChg chg="add mod">
          <ac:chgData name="Al Friend" userId="e5ed79da-d858-46d4-9eed-a7a24903f2de" providerId="ADAL" clId="{7537B086-0992-4C5F-A071-F6F8659556F1}" dt="2026-01-23T11:54:58.413" v="1876" actId="13244"/>
          <ac:spMkLst>
            <pc:docMk/>
            <pc:sldMk cId="3427929576" sldId="902"/>
            <ac:spMk id="45" creationId="{BFF977AB-31E8-4CF0-AC67-B3BA3353BB9D}"/>
          </ac:spMkLst>
        </pc:spChg>
        <pc:spChg chg="add mod">
          <ac:chgData name="Al Friend" userId="e5ed79da-d858-46d4-9eed-a7a24903f2de" providerId="ADAL" clId="{7537B086-0992-4C5F-A071-F6F8659556F1}" dt="2026-01-23T11:55:10.050" v="1879" actId="13244"/>
          <ac:spMkLst>
            <pc:docMk/>
            <pc:sldMk cId="3427929576" sldId="902"/>
            <ac:spMk id="46" creationId="{9B7BDE56-4A4F-4D90-B635-8437BD30F9B3}"/>
          </ac:spMkLst>
        </pc:spChg>
        <pc:spChg chg="add mod">
          <ac:chgData name="Al Friend" userId="e5ed79da-d858-46d4-9eed-a7a24903f2de" providerId="ADAL" clId="{7537B086-0992-4C5F-A071-F6F8659556F1}" dt="2026-01-23T11:54:59.854" v="1877" actId="13244"/>
          <ac:spMkLst>
            <pc:docMk/>
            <pc:sldMk cId="3427929576" sldId="902"/>
            <ac:spMk id="47" creationId="{6EE97270-3EB8-4AD7-8307-1840358483FD}"/>
          </ac:spMkLst>
        </pc:spChg>
        <pc:spChg chg="add mod">
          <ac:chgData name="Al Friend" userId="e5ed79da-d858-46d4-9eed-a7a24903f2de" providerId="ADAL" clId="{7537B086-0992-4C5F-A071-F6F8659556F1}" dt="2026-01-23T11:55:11.585" v="1880" actId="13244"/>
          <ac:spMkLst>
            <pc:docMk/>
            <pc:sldMk cId="3427929576" sldId="902"/>
            <ac:spMk id="48" creationId="{9475256E-05FD-409B-9B61-B36D8E8FAE33}"/>
          </ac:spMkLst>
        </pc:spChg>
        <pc:spChg chg="add mod">
          <ac:chgData name="Al Friend" userId="e5ed79da-d858-46d4-9eed-a7a24903f2de" providerId="ADAL" clId="{7537B086-0992-4C5F-A071-F6F8659556F1}" dt="2026-01-23T11:54:53.902" v="1875" actId="13244"/>
          <ac:spMkLst>
            <pc:docMk/>
            <pc:sldMk cId="3427929576" sldId="902"/>
            <ac:spMk id="49" creationId="{8E30FF34-BC35-4A8B-A41B-A0E7794E8E93}"/>
          </ac:spMkLst>
        </pc:spChg>
        <pc:spChg chg="add mod">
          <ac:chgData name="Al Friend" userId="e5ed79da-d858-46d4-9eed-a7a24903f2de" providerId="ADAL" clId="{7537B086-0992-4C5F-A071-F6F8659556F1}" dt="2026-01-23T12:23:17.999" v="1917" actId="1076"/>
          <ac:spMkLst>
            <pc:docMk/>
            <pc:sldMk cId="3427929576" sldId="902"/>
            <ac:spMk id="50" creationId="{C1F0A221-96ED-45E7-B859-646BBC60627E}"/>
          </ac:spMkLst>
        </pc:spChg>
        <pc:spChg chg="add mod">
          <ac:chgData name="Al Friend" userId="e5ed79da-d858-46d4-9eed-a7a24903f2de" providerId="ADAL" clId="{7537B086-0992-4C5F-A071-F6F8659556F1}" dt="2026-01-23T12:23:28.113" v="1920" actId="1076"/>
          <ac:spMkLst>
            <pc:docMk/>
            <pc:sldMk cId="3427929576" sldId="902"/>
            <ac:spMk id="53" creationId="{92C33A5A-F732-4833-95E5-AEA73B84F742}"/>
          </ac:spMkLst>
        </pc:spChg>
        <pc:spChg chg="mod">
          <ac:chgData name="Al Friend" userId="e5ed79da-d858-46d4-9eed-a7a24903f2de" providerId="ADAL" clId="{7537B086-0992-4C5F-A071-F6F8659556F1}" dt="2026-01-23T11:55:34.072" v="1883" actId="13244"/>
          <ac:spMkLst>
            <pc:docMk/>
            <pc:sldMk cId="3427929576" sldId="902"/>
            <ac:spMk id="63" creationId="{1A04EDAE-5F98-49A8-AA3B-FEA2F8FF27D5}"/>
          </ac:spMkLst>
        </pc:spChg>
        <pc:spChg chg="mod">
          <ac:chgData name="Al Friend" userId="e5ed79da-d858-46d4-9eed-a7a24903f2de" providerId="ADAL" clId="{7537B086-0992-4C5F-A071-F6F8659556F1}" dt="2026-01-23T11:56:01.518" v="1885" actId="13244"/>
          <ac:spMkLst>
            <pc:docMk/>
            <pc:sldMk cId="3427929576" sldId="902"/>
            <ac:spMk id="75" creationId="{C0AD6763-50D9-4E2A-B402-55C2BB0C7BE6}"/>
          </ac:spMkLst>
        </pc:spChg>
        <pc:spChg chg="mod">
          <ac:chgData name="Al Friend" userId="e5ed79da-d858-46d4-9eed-a7a24903f2de" providerId="ADAL" clId="{7537B086-0992-4C5F-A071-F6F8659556F1}" dt="2026-01-23T11:56:17.066" v="1887" actId="13244"/>
          <ac:spMkLst>
            <pc:docMk/>
            <pc:sldMk cId="3427929576" sldId="902"/>
            <ac:spMk id="76" creationId="{6EEFB8EA-38EB-40F0-ACDB-32F4A15C8012}"/>
          </ac:spMkLst>
        </pc:spChg>
        <pc:graphicFrameChg chg="mod modGraphic">
          <ac:chgData name="Al Friend" userId="e5ed79da-d858-46d4-9eed-a7a24903f2de" providerId="ADAL" clId="{7537B086-0992-4C5F-A071-F6F8659556F1}" dt="2026-01-23T11:23:44.111" v="1757" actId="20577"/>
          <ac:graphicFrameMkLst>
            <pc:docMk/>
            <pc:sldMk cId="3427929576" sldId="902"/>
            <ac:graphicFrameMk id="2" creationId="{23E04685-FE2C-E794-0AD6-95692BED2BED}"/>
          </ac:graphicFrameMkLst>
        </pc:graphicFrameChg>
        <pc:graphicFrameChg chg="mod">
          <ac:chgData name="Al Friend" userId="e5ed79da-d858-46d4-9eed-a7a24903f2de" providerId="ADAL" clId="{7537B086-0992-4C5F-A071-F6F8659556F1}" dt="2026-01-23T11:59:51.551" v="1901" actId="13244"/>
          <ac:graphicFrameMkLst>
            <pc:docMk/>
            <pc:sldMk cId="3427929576" sldId="902"/>
            <ac:graphicFrameMk id="22" creationId="{F1277B78-8984-8B58-5C2E-EDE193CCEAA9}"/>
          </ac:graphicFrameMkLst>
        </pc:graphicFrameChg>
        <pc:graphicFrameChg chg="mod">
          <ac:chgData name="Al Friend" userId="e5ed79da-d858-46d4-9eed-a7a24903f2de" providerId="ADAL" clId="{7537B086-0992-4C5F-A071-F6F8659556F1}" dt="2026-01-23T11:48:59.289" v="1839" actId="962"/>
          <ac:graphicFrameMkLst>
            <pc:docMk/>
            <pc:sldMk cId="3427929576" sldId="902"/>
            <ac:graphicFrameMk id="23" creationId="{DA0004D0-54C5-7FE3-495E-2E40E17F56E7}"/>
          </ac:graphicFrameMkLst>
        </pc:graphicFrameChg>
        <pc:graphicFrameChg chg="add mod modGraphic">
          <ac:chgData name="Al Friend" userId="e5ed79da-d858-46d4-9eed-a7a24903f2de" providerId="ADAL" clId="{7537B086-0992-4C5F-A071-F6F8659556F1}" dt="2026-01-23T11:56:29.045" v="1889" actId="13244"/>
          <ac:graphicFrameMkLst>
            <pc:docMk/>
            <pc:sldMk cId="3427929576" sldId="902"/>
            <ac:graphicFrameMk id="34" creationId="{E0BBC3ED-5980-4555-A8A3-099E898A9ACE}"/>
          </ac:graphicFrameMkLst>
        </pc:graphicFrameChg>
        <pc:graphicFrameChg chg="mod modGraphic">
          <ac:chgData name="Al Friend" userId="e5ed79da-d858-46d4-9eed-a7a24903f2de" providerId="ADAL" clId="{7537B086-0992-4C5F-A071-F6F8659556F1}" dt="2026-01-23T11:55:30.728" v="1882" actId="13244"/>
          <ac:graphicFrameMkLst>
            <pc:docMk/>
            <pc:sldMk cId="3427929576" sldId="902"/>
            <ac:graphicFrameMk id="62" creationId="{2B9122F8-6167-4D85-A839-C4D5DBB12F55}"/>
          </ac:graphicFrameMkLst>
        </pc:graphicFrameChg>
        <pc:cxnChg chg="add mod">
          <ac:chgData name="Al Friend" userId="e5ed79da-d858-46d4-9eed-a7a24903f2de" providerId="ADAL" clId="{7537B086-0992-4C5F-A071-F6F8659556F1}" dt="2026-01-23T11:54:44.448" v="1874" actId="13244"/>
          <ac:cxnSpMkLst>
            <pc:docMk/>
            <pc:sldMk cId="3427929576" sldId="902"/>
            <ac:cxnSpMk id="51" creationId="{B2D81B2D-4987-42CA-8D6D-43906A2EC175}"/>
          </ac:cxnSpMkLst>
        </pc:cxnChg>
        <pc:cxnChg chg="add mod">
          <ac:chgData name="Al Friend" userId="e5ed79da-d858-46d4-9eed-a7a24903f2de" providerId="ADAL" clId="{7537B086-0992-4C5F-A071-F6F8659556F1}" dt="2026-01-23T11:54:11.560" v="1872" actId="13244"/>
          <ac:cxnSpMkLst>
            <pc:docMk/>
            <pc:sldMk cId="3427929576" sldId="902"/>
            <ac:cxnSpMk id="52" creationId="{9333E855-31ED-4E6B-82EC-DCA7F6CBC7F6}"/>
          </ac:cxnSpMkLst>
        </pc:cxnChg>
        <pc:cxnChg chg="mod">
          <ac:chgData name="Al Friend" userId="e5ed79da-d858-46d4-9eed-a7a24903f2de" providerId="ADAL" clId="{7537B086-0992-4C5F-A071-F6F8659556F1}" dt="2026-01-23T12:04:57.103" v="1914" actId="14100"/>
          <ac:cxnSpMkLst>
            <pc:docMk/>
            <pc:sldMk cId="3427929576" sldId="902"/>
            <ac:cxnSpMk id="71" creationId="{5EFE38C2-8439-4C5F-9F74-44013184CA32}"/>
          </ac:cxnSpMkLst>
        </pc:cxnChg>
        <pc:cxnChg chg="mod">
          <ac:chgData name="Al Friend" userId="e5ed79da-d858-46d4-9eed-a7a24903f2de" providerId="ADAL" clId="{7537B086-0992-4C5F-A071-F6F8659556F1}" dt="2026-01-23T11:56:07.144" v="1886" actId="13244"/>
          <ac:cxnSpMkLst>
            <pc:docMk/>
            <pc:sldMk cId="3427929576" sldId="902"/>
            <ac:cxnSpMk id="72" creationId="{CB1B2BAC-3D1A-47A0-875C-8C332C63A9A8}"/>
          </ac:cxnSpMkLst>
        </pc:cxnChg>
      </pc:sldChg>
      <pc:sldChg chg="delSp modSp add modTransition modAnim modNotesTx">
        <pc:chgData name="Al Friend" userId="e5ed79da-d858-46d4-9eed-a7a24903f2de" providerId="ADAL" clId="{7537B086-0992-4C5F-A071-F6F8659556F1}" dt="2026-01-26T15:02:55.538" v="1980" actId="20577"/>
        <pc:sldMkLst>
          <pc:docMk/>
          <pc:sldMk cId="2447293254" sldId="905"/>
        </pc:sldMkLst>
        <pc:spChg chg="mod">
          <ac:chgData name="Al Friend" userId="e5ed79da-d858-46d4-9eed-a7a24903f2de" providerId="ADAL" clId="{7537B086-0992-4C5F-A071-F6F8659556F1}" dt="2026-01-26T15:02:55.538" v="1980" actId="20577"/>
          <ac:spMkLst>
            <pc:docMk/>
            <pc:sldMk cId="2447293254" sldId="905"/>
            <ac:spMk id="19" creationId="{9AB8BED7-3D03-6733-7EEB-905B6A695BC7}"/>
          </ac:spMkLst>
        </pc:spChg>
        <pc:cxnChg chg="mod">
          <ac:chgData name="Al Friend" userId="e5ed79da-d858-46d4-9eed-a7a24903f2de" providerId="ADAL" clId="{7537B086-0992-4C5F-A071-F6F8659556F1}" dt="2026-01-23T12:51:15.790" v="1949" actId="478"/>
          <ac:cxnSpMkLst>
            <pc:docMk/>
            <pc:sldMk cId="2447293254" sldId="905"/>
            <ac:cxnSpMk id="51" creationId="{B2D81B2D-4987-42CA-8D6D-43906A2EC175}"/>
          </ac:cxnSpMkLst>
        </pc:cxnChg>
        <pc:cxnChg chg="mod">
          <ac:chgData name="Al Friend" userId="e5ed79da-d858-46d4-9eed-a7a24903f2de" providerId="ADAL" clId="{7537B086-0992-4C5F-A071-F6F8659556F1}" dt="2026-01-23T12:51:15.790" v="1949" actId="478"/>
          <ac:cxnSpMkLst>
            <pc:docMk/>
            <pc:sldMk cId="2447293254" sldId="905"/>
            <ac:cxnSpMk id="52" creationId="{9333E855-31ED-4E6B-82EC-DCA7F6CBC7F6}"/>
          </ac:cxnSpMkLst>
        </pc:cxnChg>
        <pc:cxnChg chg="mod">
          <ac:chgData name="Al Friend" userId="e5ed79da-d858-46d4-9eed-a7a24903f2de" providerId="ADAL" clId="{7537B086-0992-4C5F-A071-F6F8659556F1}" dt="2026-01-23T12:51:13.165" v="1947" actId="478"/>
          <ac:cxnSpMkLst>
            <pc:docMk/>
            <pc:sldMk cId="2447293254" sldId="905"/>
            <ac:cxnSpMk id="71" creationId="{5EFE38C2-8439-4C5F-9F74-44013184CA32}"/>
          </ac:cxnSpMkLst>
        </pc:cxnChg>
        <pc:cxnChg chg="mod">
          <ac:chgData name="Al Friend" userId="e5ed79da-d858-46d4-9eed-a7a24903f2de" providerId="ADAL" clId="{7537B086-0992-4C5F-A071-F6F8659556F1}" dt="2026-01-23T12:51:13.165" v="1947" actId="478"/>
          <ac:cxnSpMkLst>
            <pc:docMk/>
            <pc:sldMk cId="2447293254" sldId="905"/>
            <ac:cxnSpMk id="72" creationId="{CB1B2BAC-3D1A-47A0-875C-8C332C63A9A8}"/>
          </ac:cxnSpMkLst>
        </pc:cxnChg>
      </pc:sldChg>
      <pc:sldChg chg="modSp add">
        <pc:chgData name="Al Friend" userId="e5ed79da-d858-46d4-9eed-a7a24903f2de" providerId="ADAL" clId="{7537B086-0992-4C5F-A071-F6F8659556F1}" dt="2026-02-04T14:32:53.711" v="2481" actId="20577"/>
        <pc:sldMkLst>
          <pc:docMk/>
          <pc:sldMk cId="2150400347" sldId="906"/>
        </pc:sldMkLst>
        <pc:spChg chg="mod">
          <ac:chgData name="Al Friend" userId="e5ed79da-d858-46d4-9eed-a7a24903f2de" providerId="ADAL" clId="{7537B086-0992-4C5F-A071-F6F8659556F1}" dt="2026-02-04T14:32:53.711" v="2481" actId="20577"/>
          <ac:spMkLst>
            <pc:docMk/>
            <pc:sldMk cId="2150400347" sldId="906"/>
            <ac:spMk id="15" creationId="{1FD6EF7E-F059-430F-9A1F-C89FC42961D2}"/>
          </ac:spMkLst>
        </pc:spChg>
        <pc:spChg chg="mod">
          <ac:chgData name="Al Friend" userId="e5ed79da-d858-46d4-9eed-a7a24903f2de" providerId="ADAL" clId="{7537B086-0992-4C5F-A071-F6F8659556F1}" dt="2026-02-04T14:32:51.196" v="2479" actId="20577"/>
          <ac:spMkLst>
            <pc:docMk/>
            <pc:sldMk cId="2150400347" sldId="906"/>
            <ac:spMk id="22" creationId="{2EE40C53-3243-472A-883B-FF608A0E334A}"/>
          </ac:spMkLst>
        </pc:spChg>
      </pc:sldChg>
      <pc:sldMasterChg chg="modSldLayout">
        <pc:chgData name="Al Friend" userId="e5ed79da-d858-46d4-9eed-a7a24903f2de" providerId="ADAL" clId="{7537B086-0992-4C5F-A071-F6F8659556F1}" dt="2026-01-09T10:10:17.631" v="157" actId="403"/>
        <pc:sldMasterMkLst>
          <pc:docMk/>
          <pc:sldMasterMk cId="3492412801" sldId="2147483648"/>
        </pc:sldMasterMkLst>
        <pc:sldLayoutChg chg="modSp">
          <pc:chgData name="Al Friend" userId="e5ed79da-d858-46d4-9eed-a7a24903f2de" providerId="ADAL" clId="{7537B086-0992-4C5F-A071-F6F8659556F1}" dt="2026-01-08T09:16:15.128" v="82" actId="403"/>
          <pc:sldLayoutMkLst>
            <pc:docMk/>
            <pc:sldMasterMk cId="3492412801" sldId="2147483648"/>
            <pc:sldLayoutMk cId="1983201955" sldId="2147483649"/>
          </pc:sldLayoutMkLst>
          <pc:spChg chg="mod">
            <ac:chgData name="Al Friend" userId="e5ed79da-d858-46d4-9eed-a7a24903f2de" providerId="ADAL" clId="{7537B086-0992-4C5F-A071-F6F8659556F1}" dt="2026-01-08T09:16:15.128" v="82" actId="403"/>
            <ac:spMkLst>
              <pc:docMk/>
              <pc:sldMasterMk cId="3492412801" sldId="2147483648"/>
              <pc:sldLayoutMk cId="1983201955" sldId="2147483649"/>
              <ac:spMk id="3" creationId="{DF3D860D-1211-4E26-A35E-A80BC376E9A1}"/>
            </ac:spMkLst>
          </pc:spChg>
        </pc:sldLayoutChg>
        <pc:sldLayoutChg chg="modSp">
          <pc:chgData name="Al Friend" userId="e5ed79da-d858-46d4-9eed-a7a24903f2de" providerId="ADAL" clId="{7537B086-0992-4C5F-A071-F6F8659556F1}" dt="2026-01-08T08:58:12.277" v="0" actId="403"/>
          <pc:sldLayoutMkLst>
            <pc:docMk/>
            <pc:sldMasterMk cId="3492412801" sldId="2147483648"/>
            <pc:sldLayoutMk cId="4028972730" sldId="2147483650"/>
          </pc:sldLayoutMkLst>
          <pc:spChg chg="mod">
            <ac:chgData name="Al Friend" userId="e5ed79da-d858-46d4-9eed-a7a24903f2de" providerId="ADAL" clId="{7537B086-0992-4C5F-A071-F6F8659556F1}" dt="2026-01-08T08:58:12.277" v="0" actId="403"/>
            <ac:spMkLst>
              <pc:docMk/>
              <pc:sldMasterMk cId="3492412801" sldId="2147483648"/>
              <pc:sldLayoutMk cId="4028972730" sldId="2147483650"/>
              <ac:spMk id="3" creationId="{4DBFEDAD-10D4-47B6-8F35-0155F7D63DF8}"/>
            </ac:spMkLst>
          </pc:spChg>
        </pc:sldLayoutChg>
        <pc:sldLayoutChg chg="modSp">
          <pc:chgData name="Al Friend" userId="e5ed79da-d858-46d4-9eed-a7a24903f2de" providerId="ADAL" clId="{7537B086-0992-4C5F-A071-F6F8659556F1}" dt="2026-01-09T10:10:17.631" v="157" actId="403"/>
          <pc:sldLayoutMkLst>
            <pc:docMk/>
            <pc:sldMasterMk cId="3492412801" sldId="2147483648"/>
            <pc:sldLayoutMk cId="3274567511" sldId="2147483651"/>
          </pc:sldLayoutMkLst>
          <pc:spChg chg="mod">
            <ac:chgData name="Al Friend" userId="e5ed79da-d858-46d4-9eed-a7a24903f2de" providerId="ADAL" clId="{7537B086-0992-4C5F-A071-F6F8659556F1}" dt="2026-01-09T10:10:17.631" v="157" actId="403"/>
            <ac:spMkLst>
              <pc:docMk/>
              <pc:sldMasterMk cId="3492412801" sldId="2147483648"/>
              <pc:sldLayoutMk cId="3274567511" sldId="2147483651"/>
              <ac:spMk id="3" creationId="{EC8DA602-023E-4AF2-8A02-5ED3BE4E1C63}"/>
            </ac:spMkLst>
          </pc:spChg>
        </pc:sldLayoutChg>
      </pc:sldMaster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4A3955F4-B1A6-4812-98ED-2D6D02D94E35}">
      <dgm:prSet phldrT="[Text]"/>
      <dgm:spPr/>
      <dgm:t>
        <a:bodyPr/>
        <a:lstStyle/>
        <a:p>
          <a:r>
            <a:rPr lang="en-US" dirty="0"/>
            <a:t>Sys</a:t>
          </a:r>
          <a:endParaRPr lang="en-US" b="1" dirty="0"/>
        </a:p>
      </dgm:t>
    </dgm:pt>
    <dgm:pt modelId="{10EB35A1-EA5F-40EF-95CA-BDAB4D957484}" type="sibTrans" cxnId="{7E5A0596-4D16-4207-B5F3-C2FD778C5412}">
      <dgm:prSet/>
      <dgm:spPr/>
      <dgm:t>
        <a:bodyPr/>
        <a:lstStyle/>
        <a:p>
          <a:endParaRPr lang="en-US"/>
        </a:p>
      </dgm:t>
    </dgm:pt>
    <dgm:pt modelId="{1EF809BA-BB9B-41F6-9A35-2C78CE3A0913}" type="parTrans" cxnId="{7E5A0596-4D16-4207-B5F3-C2FD778C5412}">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4">
        <dgm:presLayoutVars>
          <dgm:chMax val="1"/>
          <dgm:bulletEnabled val="1"/>
        </dgm:presLayoutVars>
      </dgm:prSet>
      <dgm:spPr/>
    </dgm:pt>
    <dgm:pt modelId="{56AFEC8A-7D45-4965-A718-64DE087BA59E}" type="pres">
      <dgm:prSet presAssocID="{4C2AC2DB-DA7B-4EE8-A271-F42910EF38FA}" presName="descendantText" presStyleLbl="alignAcc1" presStyleIdx="2" presStyleCnt="4">
        <dgm:presLayoutVars>
          <dgm:bulletEnabled val="1"/>
        </dgm:presLayoutVars>
      </dgm:prSet>
      <dgm:spPr/>
    </dgm:pt>
    <dgm:pt modelId="{E061B53C-41F2-4FB1-8AB8-871078ECF09F}" type="pres">
      <dgm:prSet presAssocID="{E3247148-B6B0-4C23-B610-041B2044E035}" presName="sp" presStyleCnt="0"/>
      <dgm:spPr/>
    </dgm:pt>
    <dgm:pt modelId="{89371C0B-1BC9-410A-A890-27274727CC89}" type="pres">
      <dgm:prSet presAssocID="{4A3955F4-B1A6-4812-98ED-2D6D02D94E35}" presName="composite" presStyleCnt="0"/>
      <dgm:spPr/>
    </dgm:pt>
    <dgm:pt modelId="{FC3BC805-9B18-48D9-A4F4-4BE17D54A28E}" type="pres">
      <dgm:prSet presAssocID="{4A3955F4-B1A6-4812-98ED-2D6D02D94E35}" presName="parentText" presStyleLbl="alignNode1" presStyleIdx="3" presStyleCnt="4">
        <dgm:presLayoutVars>
          <dgm:chMax val="1"/>
          <dgm:bulletEnabled val="1"/>
        </dgm:presLayoutVars>
      </dgm:prSet>
      <dgm:spPr/>
    </dgm:pt>
    <dgm:pt modelId="{DEB3B5C2-DCC9-444C-A40C-E0CEA06D8FF2}" type="pres">
      <dgm:prSet presAssocID="{4A3955F4-B1A6-4812-98ED-2D6D02D94E35}" presName="descendantText" presStyleLbl="alignAcc1" presStyleIdx="3" presStyleCnt="4">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6AEC75D-06D3-4BA4-8933-FE1A0F7AE162}" srcId="{4A3955F4-B1A6-4812-98ED-2D6D02D94E35}" destId="{E2BA0B41-F146-425E-9754-1E81B83EDF8B}" srcOrd="0" destOrd="0" parTransId="{09E005FD-F987-4EBD-9D26-CE4C06669AB5}" sibTransId="{017B98FE-F345-4459-B767-E6B696310854}"/>
    <dgm:cxn modelId="{E1577B58-8BFA-4B02-9737-EE277E89C7A2}" type="presOf" srcId="{E2BA0B41-F146-425E-9754-1E81B83EDF8B}" destId="{DEB3B5C2-DCC9-444C-A40C-E0CEA06D8FF2}" srcOrd="0" destOrd="0" presId="urn:microsoft.com/office/officeart/2005/8/layout/chevron2"/>
    <dgm:cxn modelId="{7E5A0596-4D16-4207-B5F3-C2FD778C5412}" srcId="{AADFB80D-C2E8-416C-B522-D5F6D93F18D7}" destId="{4A3955F4-B1A6-4812-98ED-2D6D02D94E35}" srcOrd="3" destOrd="0" parTransId="{1EF809BA-BB9B-41F6-9A35-2C78CE3A0913}" sibTransId="{10EB35A1-EA5F-40EF-95CA-BDAB4D957484}"/>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597912EF-E408-4BB7-9C85-9F209D456791}" type="presOf" srcId="{4A3955F4-B1A6-4812-98ED-2D6D02D94E35}" destId="{FC3BC805-9B18-48D9-A4F4-4BE17D54A28E}" srcOrd="0" destOrd="0" presId="urn:microsoft.com/office/officeart/2005/8/layout/chevron2"/>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AA8B150E-49B0-4E4E-A524-3300C932E6C9}" type="presParOf" srcId="{7EBBDEE6-A55E-47FA-9020-5BC46200AFFC}" destId="{89371C0B-1BC9-410A-A890-27274727CC89}" srcOrd="6" destOrd="0" presId="urn:microsoft.com/office/officeart/2005/8/layout/chevron2"/>
    <dgm:cxn modelId="{69626FD0-CF2C-4646-BB72-23A5794E309F}" type="presParOf" srcId="{89371C0B-1BC9-410A-A890-27274727CC89}" destId="{FC3BC805-9B18-48D9-A4F4-4BE17D54A28E}" srcOrd="0" destOrd="0" presId="urn:microsoft.com/office/officeart/2005/8/layout/chevron2"/>
    <dgm:cxn modelId="{A5FF9F77-DE54-40D0-9805-1272A2C4D196}" type="presParOf" srcId="{89371C0B-1BC9-410A-A890-27274727CC89}" destId="{DEB3B5C2-DCC9-444C-A40C-E0CEA06D8FF2}"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dirty="0">
              <a:latin typeface="+mn-lt"/>
            </a:rPr>
            <a:t>Assignment</a:t>
          </a:r>
          <a:r>
            <a:rPr lang="en-US" b="0" dirty="0">
              <a:latin typeface="+mn-lt"/>
            </a:rPr>
            <a:t> (</a:t>
          </a:r>
          <a:r>
            <a:rPr lang="en-US" b="0" dirty="0">
              <a:solidFill>
                <a:srgbClr val="FF0000"/>
              </a:solidFill>
              <a:latin typeface="+mn-lt"/>
            </a:rPr>
            <a:t>⅓ of marks</a:t>
          </a:r>
          <a:r>
            <a:rPr lang="en-US" b="0" dirty="0">
              <a:latin typeface="+mn-lt"/>
            </a:rPr>
            <a:t>)</a:t>
          </a:r>
          <a:endParaRPr lang="en-US" b="1" dirty="0">
            <a:latin typeface="+mn-lt"/>
          </a:endParaRP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latin typeface="+mn-lt"/>
            </a:rPr>
            <a:t>Exam</a:t>
          </a:r>
          <a:r>
            <a:rPr lang="en-US" b="0" dirty="0">
              <a:latin typeface="+mn-lt"/>
            </a:rPr>
            <a:t> (</a:t>
          </a:r>
          <a:r>
            <a:rPr lang="en-US" b="0" dirty="0">
              <a:solidFill>
                <a:srgbClr val="FF0000"/>
              </a:solidFill>
              <a:latin typeface="+mn-lt"/>
            </a:rPr>
            <a:t>⅔ of marks</a:t>
          </a:r>
          <a:r>
            <a:rPr lang="en-US" b="0" dirty="0">
              <a:latin typeface="+mn-lt"/>
            </a:rPr>
            <a:t>)</a:t>
          </a:r>
          <a:endParaRPr lang="en-US" b="1" dirty="0">
            <a:latin typeface="+mn-lt"/>
          </a:endParaRP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SDD</a:t>
          </a:r>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DDD</a:t>
          </a:r>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838822" y="1089135"/>
        <a:ext cx="7230834" cy="702860"/>
      </dsp:txXfrm>
    </dsp:sp>
    <dsp:sp modelId="{3451A250-69C4-4911-A975-CCB8D5F6053B}">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WDD</a:t>
          </a:r>
        </a:p>
      </dsp:txBody>
      <dsp:txXfrm rot="-5400000">
        <a:off x="1" y="2521319"/>
        <a:ext cx="838822" cy="359495"/>
      </dsp:txXfrm>
    </dsp:sp>
    <dsp:sp modelId="{56AFEC8A-7D45-4965-A718-64DE087BA59E}">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838822" y="2139931"/>
        <a:ext cx="7230834" cy="702860"/>
      </dsp:txXfrm>
    </dsp:sp>
    <dsp:sp modelId="{FC3BC805-9B18-48D9-A4F4-4BE17D54A28E}">
      <dsp:nvSpPr>
        <dsp:cNvPr id="0" name=""/>
        <dsp:cNvSpPr/>
      </dsp:nvSpPr>
      <dsp:spPr>
        <a:xfrm rot="5400000">
          <a:off x="-179747" y="3332452"/>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Sys</a:t>
          </a:r>
          <a:endParaRPr lang="en-US" sz="2300" b="1" kern="1200" dirty="0"/>
        </a:p>
      </dsp:txBody>
      <dsp:txXfrm rot="-5400000">
        <a:off x="1" y="3572115"/>
        <a:ext cx="838822" cy="359495"/>
      </dsp:txXfrm>
    </dsp:sp>
    <dsp:sp modelId="{DEB3B5C2-DCC9-444C-A40C-E0CEA06D8FF2}">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838822" y="3190728"/>
        <a:ext cx="7230834" cy="7028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dirty="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Assignment</a:t>
          </a:r>
          <a:r>
            <a:rPr lang="en-US" sz="3200" b="0" kern="1200" dirty="0">
              <a:latin typeface="+mn-lt"/>
            </a:rPr>
            <a:t> (</a:t>
          </a:r>
          <a:r>
            <a:rPr lang="en-US" sz="3200" b="0" kern="1200" dirty="0">
              <a:solidFill>
                <a:srgbClr val="FF0000"/>
              </a:solidFill>
              <a:latin typeface="+mn-lt"/>
            </a:rPr>
            <a:t>⅓ of marks</a:t>
          </a:r>
          <a:r>
            <a:rPr lang="en-US" sz="3200" b="0" kern="1200" dirty="0">
              <a:latin typeface="+mn-lt"/>
            </a:rPr>
            <a:t>)</a:t>
          </a:r>
          <a:endParaRPr lang="en-US" sz="3200" b="1" kern="1200" dirty="0">
            <a:latin typeface="+mn-lt"/>
          </a:endParaRP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Exam</a:t>
          </a:r>
          <a:r>
            <a:rPr lang="en-US" sz="3200" b="0" kern="1200" dirty="0">
              <a:latin typeface="+mn-lt"/>
            </a:rPr>
            <a:t> (</a:t>
          </a:r>
          <a:r>
            <a:rPr lang="en-US" sz="3200" b="0" kern="1200" dirty="0">
              <a:solidFill>
                <a:srgbClr val="FF0000"/>
              </a:solidFill>
              <a:latin typeface="+mn-lt"/>
            </a:rPr>
            <a:t>⅔ of marks</a:t>
          </a:r>
          <a:r>
            <a:rPr lang="en-US" sz="3200" b="0" kern="1200" dirty="0">
              <a:latin typeface="+mn-lt"/>
            </a:rPr>
            <a:t>)</a:t>
          </a:r>
          <a:endParaRPr lang="en-US" sz="3200" b="1" kern="1200" dirty="0">
            <a:latin typeface="+mn-lt"/>
          </a:endParaRPr>
        </a:p>
      </dsp:txBody>
      <dsp:txXfrm rot="-5400000">
        <a:off x="675223" y="3415682"/>
        <a:ext cx="7401850" cy="56577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04/02/2026</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2" Type="http://schemas.openxmlformats.org/officeDocument/2006/relationships/slide" Target="../slides/slide255.xml"/><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2" Type="http://schemas.openxmlformats.org/officeDocument/2006/relationships/slide" Target="../slides/slide262.xml"/><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2" Type="http://schemas.openxmlformats.org/officeDocument/2006/relationships/slide" Target="../slides/slide263.xml"/><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Attribute: camelCase</a:t>
            </a:r>
          </a:p>
          <a:p>
            <a:r>
              <a:rPr lang="en-GB" dirty="0"/>
              <a:t>Entity: </a:t>
            </a:r>
            <a:r>
              <a:rPr lang="en-GB" dirty="0" err="1"/>
              <a:t>EachWordCapitailised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3293913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Imagine visiting a shopping website (Amazon) and all the images, information, and prices had to be retrieved by hand!</a:t>
            </a:r>
          </a:p>
          <a:p>
            <a:endParaRPr lang="en-GB" dirty="0"/>
          </a:p>
          <a:p>
            <a:r>
              <a:rPr lang="en-GB" dirty="0"/>
              <a:t>Image: https://placesjournal.org/article/the-filing-cabinet-and-20th-century-information-infrastructure/  (School office ~1923 </a:t>
            </a:r>
            <a:r>
              <a:rPr lang="en-GB" dirty="0">
                <a:sym typeface="Wingdings" panose="05000000000000000000" pitchFamily="2" charset="2"/>
              </a:rPr>
              <a:t>)</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a:t>
            </a:fld>
            <a:endParaRPr lang="en-GB"/>
          </a:p>
        </p:txBody>
      </p:sp>
    </p:spTree>
    <p:extLst>
      <p:ext uri="{BB962C8B-B14F-4D97-AF65-F5344CB8AC3E}">
        <p14:creationId xmlns:p14="http://schemas.microsoft.com/office/powerpoint/2010/main" val="34611124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2411971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3525671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81218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4813521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2506133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8198868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5028360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2754221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29114028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42414051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76822861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37932077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41254657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Works in Replit but not DB Browser for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15349945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2505157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116834991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344655136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33208928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27986249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51022023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11452979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31</a:t>
            </a:fld>
            <a:endParaRPr lang="en-GB"/>
          </a:p>
        </p:txBody>
      </p:sp>
    </p:spTree>
    <p:extLst>
      <p:ext uri="{BB962C8B-B14F-4D97-AF65-F5344CB8AC3E}">
        <p14:creationId xmlns:p14="http://schemas.microsoft.com/office/powerpoint/2010/main" val="15816681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325459740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276138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 'WHERE' is like Python 'if'</a:t>
            </a:r>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23804172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40</a:t>
            </a:fld>
            <a:endParaRPr lang="en-GB"/>
          </a:p>
        </p:txBody>
      </p:sp>
    </p:spTree>
    <p:extLst>
      <p:ext uri="{BB962C8B-B14F-4D97-AF65-F5344CB8AC3E}">
        <p14:creationId xmlns:p14="http://schemas.microsoft.com/office/powerpoint/2010/main" val="57665675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28592900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293417762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178775692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420724946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YYYY</a:t>
            </a:r>
            <a:r>
              <a:rPr lang="en-GB" dirty="0"/>
              <a:t>-MM-DD</a:t>
            </a:r>
          </a:p>
        </p:txBody>
      </p:sp>
      <p:sp>
        <p:nvSpPr>
          <p:cNvPr id="4" name="Slide Number Placeholder 3"/>
          <p:cNvSpPr>
            <a:spLocks noGrp="1"/>
          </p:cNvSpPr>
          <p:nvPr>
            <p:ph type="sldNum" sz="quarter" idx="5"/>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327313296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257476219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HH:MM:SS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34724762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343954269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17993914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361577724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 order by fields that aren't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173235888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179993962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158415188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382497005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384531882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EF935-4F26-DF99-EA97-44E7763FA5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86F61-8742-6F48-6451-85A5F2BAB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18928-F9AC-7F88-E090-3BC6F67B9A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69D7E630-F075-AAD0-A755-7A27445B4EAE}"/>
              </a:ext>
            </a:extLst>
          </p:cNvPr>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283995492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293756496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360730379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338286311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91794861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isn't in the spec.</a:t>
            </a:r>
          </a:p>
          <a:p>
            <a:endParaRPr lang="en-GB" dirty="0"/>
          </a:p>
          <a:p>
            <a:r>
              <a:rPr lang="en-GB" dirty="0"/>
              <a:t>WHERE NOT age = 11  </a:t>
            </a:r>
            <a:r>
              <a:rPr lang="en-GB" baseline="0" dirty="0"/>
              <a:t> (WHERE age &lt;&gt; 11) - </a:t>
            </a:r>
            <a:r>
              <a:rPr lang="en-GB" dirty="0"/>
              <a:t>Everyone but the 11 year olds</a:t>
            </a:r>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410138173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200221236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64</a:t>
            </a:fld>
            <a:endParaRPr lang="en-GB"/>
          </a:p>
        </p:txBody>
      </p:sp>
    </p:spTree>
    <p:extLst>
      <p:ext uri="{BB962C8B-B14F-4D97-AF65-F5344CB8AC3E}">
        <p14:creationId xmlns:p14="http://schemas.microsoft.com/office/powerpoint/2010/main" val="81701321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300571302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417545081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67</a:t>
            </a:fld>
            <a:endParaRPr lang="en-GB"/>
          </a:p>
        </p:txBody>
      </p:sp>
    </p:spTree>
    <p:extLst>
      <p:ext uri="{BB962C8B-B14F-4D97-AF65-F5344CB8AC3E}">
        <p14:creationId xmlns:p14="http://schemas.microsoft.com/office/powerpoint/2010/main" val="329155333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261218152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Ordering: think aliases (H CS)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33228452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379845508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212111704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291977438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408138819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421332112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3C6FE0-5748-607A-1B52-B9A378F730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D7C97C-CBA2-0D3E-98D4-6E3FEBA105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6C1993-24D6-BD2B-0DAF-FEB95D473618}"/>
              </a:ext>
            </a:extLst>
          </p:cNvPr>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a:extLst>
              <a:ext uri="{FF2B5EF4-FFF2-40B4-BE49-F238E27FC236}">
                <a16:creationId xmlns:a16="http://schemas.microsoft.com/office/drawing/2014/main" id="{3B941DAA-B5A6-53F7-DDD5-7D99EE54E1EA}"/>
              </a:ext>
            </a:extLst>
          </p:cNvPr>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6183624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6CE351-2F36-9C35-5B41-1A945A97CD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17006A-0C2A-CA51-AE84-0E485A2364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41FB6F-BACA-75DC-47EE-66B22C16569C}"/>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0DD6F86-915B-E643-0BD6-D3AB525951A9}"/>
              </a:ext>
            </a:extLst>
          </p:cNvPr>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448428764"/>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99E436-3141-903C-3CEA-1E4013DEEF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576B65-54E7-94F5-CC3A-63B4E93E79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56319A-E249-2607-C078-E8010B224FE1}"/>
              </a:ext>
            </a:extLst>
          </p:cNvPr>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a:extLst>
              <a:ext uri="{FF2B5EF4-FFF2-40B4-BE49-F238E27FC236}">
                <a16:creationId xmlns:a16="http://schemas.microsoft.com/office/drawing/2014/main" id="{982340D0-D111-24D8-5C16-3F4C58CFEF49}"/>
              </a:ext>
            </a:extLst>
          </p:cNvPr>
          <p:cNvSpPr>
            <a:spLocks noGrp="1"/>
          </p:cNvSpPr>
          <p:nvPr>
            <p:ph type="sldNum" sz="quarter" idx="5"/>
          </p:nvPr>
        </p:nvSpPr>
        <p:spPr/>
        <p:txBody>
          <a:bodyPr/>
          <a:lstStyle/>
          <a:p>
            <a:fld id="{B71FE5B5-A979-4370-A255-218EAB36A5F4}" type="slidenum">
              <a:rPr lang="en-GB" smtClean="0"/>
              <a:t>80</a:t>
            </a:fld>
            <a:endParaRPr lang="en-GB"/>
          </a:p>
        </p:txBody>
      </p:sp>
    </p:spTree>
    <p:extLst>
      <p:ext uri="{BB962C8B-B14F-4D97-AF65-F5344CB8AC3E}">
        <p14:creationId xmlns:p14="http://schemas.microsoft.com/office/powerpoint/2010/main" val="304927084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1644E0-CE40-9277-5479-D72EB7DAE9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A96A87-4E9B-0C7B-11A8-8765111E82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F2801B-69F5-971F-D773-FBF5E6BDA73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8246519-F14F-A133-6F98-17128F9EF71A}"/>
              </a:ext>
            </a:extLst>
          </p:cNvPr>
          <p:cNvSpPr>
            <a:spLocks noGrp="1"/>
          </p:cNvSpPr>
          <p:nvPr>
            <p:ph type="sldNum" sz="quarter" idx="5"/>
          </p:nvPr>
        </p:nvSpPr>
        <p:spPr/>
        <p:txBody>
          <a:bodyPr/>
          <a:lstStyle/>
          <a:p>
            <a:fld id="{B71FE5B5-A979-4370-A255-218EAB36A5F4}" type="slidenum">
              <a:rPr lang="en-GB" smtClean="0"/>
              <a:t>81</a:t>
            </a:fld>
            <a:endParaRPr lang="en-GB"/>
          </a:p>
        </p:txBody>
      </p:sp>
    </p:spTree>
    <p:extLst>
      <p:ext uri="{BB962C8B-B14F-4D97-AF65-F5344CB8AC3E}">
        <p14:creationId xmlns:p14="http://schemas.microsoft.com/office/powerpoint/2010/main" val="50647855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E441E-618D-2147-406E-5780260751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ED2D99-14E1-4345-2165-47B4F9180D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2CF8D8-0A7D-B877-99BE-A9219CBDE748}"/>
              </a:ext>
            </a:extLst>
          </p:cNvPr>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a:extLst>
              <a:ext uri="{FF2B5EF4-FFF2-40B4-BE49-F238E27FC236}">
                <a16:creationId xmlns:a16="http://schemas.microsoft.com/office/drawing/2014/main" id="{3BA3EE15-1494-7096-58BA-0135E56F523D}"/>
              </a:ext>
            </a:extLst>
          </p:cNvPr>
          <p:cNvSpPr>
            <a:spLocks noGrp="1"/>
          </p:cNvSpPr>
          <p:nvPr>
            <p:ph type="sldNum" sz="quarter" idx="5"/>
          </p:nvPr>
        </p:nvSpPr>
        <p:spPr/>
        <p:txBody>
          <a:bodyPr/>
          <a:lstStyle/>
          <a:p>
            <a:fld id="{B71FE5B5-A979-4370-A255-218EAB36A5F4}" type="slidenum">
              <a:rPr lang="en-GB" smtClean="0"/>
              <a:t>82</a:t>
            </a:fld>
            <a:endParaRPr lang="en-GB"/>
          </a:p>
        </p:txBody>
      </p:sp>
    </p:spTree>
    <p:extLst>
      <p:ext uri="{BB962C8B-B14F-4D97-AF65-F5344CB8AC3E}">
        <p14:creationId xmlns:p14="http://schemas.microsoft.com/office/powerpoint/2010/main" val="299430911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83</a:t>
            </a:fld>
            <a:endParaRPr lang="en-GB"/>
          </a:p>
        </p:txBody>
      </p:sp>
    </p:spTree>
    <p:extLst>
      <p:ext uri="{BB962C8B-B14F-4D97-AF65-F5344CB8AC3E}">
        <p14:creationId xmlns:p14="http://schemas.microsoft.com/office/powerpoint/2010/main" val="633820622"/>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Need a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84</a:t>
            </a:fld>
            <a:endParaRPr lang="en-GB"/>
          </a:p>
        </p:txBody>
      </p:sp>
    </p:spTree>
    <p:extLst>
      <p:ext uri="{BB962C8B-B14F-4D97-AF65-F5344CB8AC3E}">
        <p14:creationId xmlns:p14="http://schemas.microsoft.com/office/powerpoint/2010/main" val="159518536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85</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86</a:t>
            </a:fld>
            <a:endParaRPr lang="en-GB"/>
          </a:p>
        </p:txBody>
      </p:sp>
    </p:spTree>
    <p:extLst>
      <p:ext uri="{BB962C8B-B14F-4D97-AF65-F5344CB8AC3E}">
        <p14:creationId xmlns:p14="http://schemas.microsoft.com/office/powerpoint/2010/main" val="3428113577"/>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87</a:t>
            </a:fld>
            <a:endParaRPr lang="en-GB"/>
          </a:p>
        </p:txBody>
      </p:sp>
    </p:spTree>
    <p:extLst>
      <p:ext uri="{BB962C8B-B14F-4D97-AF65-F5344CB8AC3E}">
        <p14:creationId xmlns:p14="http://schemas.microsoft.com/office/powerpoint/2010/main" val="2870893638"/>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3009014899"/>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587460887"/>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397764100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1638164360"/>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92</a:t>
            </a:fld>
            <a:endParaRPr lang="en-GB"/>
          </a:p>
        </p:txBody>
      </p:sp>
    </p:spTree>
    <p:extLst>
      <p:ext uri="{BB962C8B-B14F-4D97-AF65-F5344CB8AC3E}">
        <p14:creationId xmlns:p14="http://schemas.microsoft.com/office/powerpoint/2010/main" val="1530024623"/>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10288780"/>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472998384"/>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96</a:t>
            </a:fld>
            <a:endParaRPr lang="en-GB"/>
          </a:p>
        </p:txBody>
      </p:sp>
    </p:spTree>
    <p:extLst>
      <p:ext uri="{BB962C8B-B14F-4D97-AF65-F5344CB8AC3E}">
        <p14:creationId xmlns:p14="http://schemas.microsoft.com/office/powerpoint/2010/main" val="387114524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3211131683"/>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CFD4F-2C29-C2E6-EE63-36FB79AA2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2DC1EB-A6D5-F3FE-7314-EE204E204C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081254-3759-D07F-A860-ACD3FB4072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8A42AE60-7556-25E8-19B0-E26826DB1102}"/>
              </a:ext>
            </a:extLst>
          </p:cNvPr>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241794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903E7-D899-FE19-A0CD-BE103B23E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5BECA-AA10-7636-0C9D-22D9E416A8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85464D-B16E-999D-2BE9-E252CB129B7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00C0B06F-30F5-EEDF-FC18-64F498AEC050}"/>
              </a:ext>
            </a:extLst>
          </p:cNvPr>
          <p:cNvSpPr>
            <a:spLocks noGrp="1"/>
          </p:cNvSpPr>
          <p:nvPr>
            <p:ph type="sldNum" sz="quarter" idx="5"/>
          </p:nvPr>
        </p:nvSpPr>
        <p:spPr/>
        <p:txBody>
          <a:bodyPr/>
          <a:lstStyle/>
          <a:p>
            <a:fld id="{B71FE5B5-A979-4370-A255-218EAB36A5F4}" type="slidenum">
              <a:rPr lang="en-GB" smtClean="0"/>
              <a:t>99</a:t>
            </a:fld>
            <a:endParaRPr lang="en-GB"/>
          </a:p>
        </p:txBody>
      </p:sp>
    </p:spTree>
    <p:extLst>
      <p:ext uri="{BB962C8B-B14F-4D97-AF65-F5344CB8AC3E}">
        <p14:creationId xmlns:p14="http://schemas.microsoft.com/office/powerpoint/2010/main" val="353696214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297AD-EAF9-B99B-916C-206BB3A24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8FE4F-250C-658C-56AD-CB4783FDB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EC1BBF-7770-A4F6-17EA-1D8A95BD58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C05ABB3D-FA2C-7914-AD04-E07494E9884B}"/>
              </a:ext>
            </a:extLst>
          </p:cNvPr>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231586222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6BD71-684B-EE80-720E-CCF88B1DF6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0CA92-120C-F0D3-40C6-49E97CE40A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E749D-DBAA-0A5B-026E-89FC701152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4A954D5B-A84B-701F-3069-8D8309E380AF}"/>
              </a:ext>
            </a:extLst>
          </p:cNvPr>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322788433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102</a:t>
            </a:fld>
            <a:endParaRPr lang="en-GB"/>
          </a:p>
        </p:txBody>
      </p:sp>
    </p:spTree>
    <p:extLst>
      <p:ext uri="{BB962C8B-B14F-4D97-AF65-F5344CB8AC3E}">
        <p14:creationId xmlns:p14="http://schemas.microsoft.com/office/powerpoint/2010/main" val="294628056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103</a:t>
            </a:fld>
            <a:endParaRPr lang="en-GB"/>
          </a:p>
        </p:txBody>
      </p:sp>
    </p:spTree>
    <p:extLst>
      <p:ext uri="{BB962C8B-B14F-4D97-AF65-F5344CB8AC3E}">
        <p14:creationId xmlns:p14="http://schemas.microsoft.com/office/powerpoint/2010/main" val="112891843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104</a:t>
            </a:fld>
            <a:endParaRPr lang="en-GB"/>
          </a:p>
        </p:txBody>
      </p:sp>
    </p:spTree>
    <p:extLst>
      <p:ext uri="{BB962C8B-B14F-4D97-AF65-F5344CB8AC3E}">
        <p14:creationId xmlns:p14="http://schemas.microsoft.com/office/powerpoint/2010/main" val="2614315927"/>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105</a:t>
            </a:fld>
            <a:endParaRPr lang="en-GB"/>
          </a:p>
        </p:txBody>
      </p:sp>
    </p:spTree>
    <p:extLst>
      <p:ext uri="{BB962C8B-B14F-4D97-AF65-F5344CB8AC3E}">
        <p14:creationId xmlns:p14="http://schemas.microsoft.com/office/powerpoint/2010/main" val="317050914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107</a:t>
            </a:fld>
            <a:endParaRPr lang="en-GB"/>
          </a:p>
        </p:txBody>
      </p:sp>
    </p:spTree>
    <p:extLst>
      <p:ext uri="{BB962C8B-B14F-4D97-AF65-F5344CB8AC3E}">
        <p14:creationId xmlns:p14="http://schemas.microsoft.com/office/powerpoint/2010/main" val="3600638846"/>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108</a:t>
            </a:fld>
            <a:endParaRPr lang="en-GB"/>
          </a:p>
        </p:txBody>
      </p:sp>
    </p:spTree>
    <p:extLst>
      <p:ext uri="{BB962C8B-B14F-4D97-AF65-F5344CB8AC3E}">
        <p14:creationId xmlns:p14="http://schemas.microsoft.com/office/powerpoint/2010/main" val="378274697"/>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111</a:t>
            </a:fld>
            <a:endParaRPr lang="en-GB"/>
          </a:p>
        </p:txBody>
      </p:sp>
    </p:spTree>
    <p:extLst>
      <p:ext uri="{BB962C8B-B14F-4D97-AF65-F5344CB8AC3E}">
        <p14:creationId xmlns:p14="http://schemas.microsoft.com/office/powerpoint/2010/main" val="268921233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112</a:t>
            </a:fld>
            <a:endParaRPr lang="en-GB"/>
          </a:p>
        </p:txBody>
      </p:sp>
    </p:spTree>
    <p:extLst>
      <p:ext uri="{BB962C8B-B14F-4D97-AF65-F5344CB8AC3E}">
        <p14:creationId xmlns:p14="http://schemas.microsoft.com/office/powerpoint/2010/main" val="237428817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Tip: Create a SELECT statement first with the same WHERE condition to see what will be deleted.</a:t>
            </a:r>
          </a:p>
        </p:txBody>
      </p:sp>
      <p:sp>
        <p:nvSpPr>
          <p:cNvPr id="4" name="Slide Number Placeholder 3"/>
          <p:cNvSpPr>
            <a:spLocks noGrp="1"/>
          </p:cNvSpPr>
          <p:nvPr>
            <p:ph type="sldNum" sz="quarter" idx="5"/>
          </p:nvPr>
        </p:nvSpPr>
        <p:spPr/>
        <p:txBody>
          <a:bodyPr/>
          <a:lstStyle/>
          <a:p>
            <a:fld id="{B71FE5B5-A979-4370-A255-218EAB36A5F4}" type="slidenum">
              <a:rPr lang="en-GB" smtClean="0"/>
              <a:t>114</a:t>
            </a:fld>
            <a:endParaRPr lang="en-GB"/>
          </a:p>
        </p:txBody>
      </p:sp>
    </p:spTree>
    <p:extLst>
      <p:ext uri="{BB962C8B-B14F-4D97-AF65-F5344CB8AC3E}">
        <p14:creationId xmlns:p14="http://schemas.microsoft.com/office/powerpoint/2010/main" val="2341292322"/>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115</a:t>
            </a:fld>
            <a:endParaRPr lang="en-GB"/>
          </a:p>
        </p:txBody>
      </p:sp>
    </p:spTree>
    <p:extLst>
      <p:ext uri="{BB962C8B-B14F-4D97-AF65-F5344CB8AC3E}">
        <p14:creationId xmlns:p14="http://schemas.microsoft.com/office/powerpoint/2010/main" val="243371605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118</a:t>
            </a:fld>
            <a:endParaRPr lang="en-GB"/>
          </a:p>
        </p:txBody>
      </p:sp>
    </p:spTree>
    <p:extLst>
      <p:ext uri="{BB962C8B-B14F-4D97-AF65-F5344CB8AC3E}">
        <p14:creationId xmlns:p14="http://schemas.microsoft.com/office/powerpoint/2010/main" val="537537598"/>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120</a:t>
            </a:fld>
            <a:endParaRPr lang="en-GB"/>
          </a:p>
        </p:txBody>
      </p:sp>
    </p:spTree>
    <p:extLst>
      <p:ext uri="{BB962C8B-B14F-4D97-AF65-F5344CB8AC3E}">
        <p14:creationId xmlns:p14="http://schemas.microsoft.com/office/powerpoint/2010/main" val="12948457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124</a:t>
            </a:fld>
            <a:endParaRPr lang="en-GB"/>
          </a:p>
        </p:txBody>
      </p:sp>
    </p:spTree>
    <p:extLst>
      <p:ext uri="{BB962C8B-B14F-4D97-AF65-F5344CB8AC3E}">
        <p14:creationId xmlns:p14="http://schemas.microsoft.com/office/powerpoint/2010/main" val="314106023"/>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125</a:t>
            </a:fld>
            <a:endParaRPr lang="en-GB"/>
          </a:p>
        </p:txBody>
      </p:sp>
    </p:spTree>
    <p:extLst>
      <p:ext uri="{BB962C8B-B14F-4D97-AF65-F5344CB8AC3E}">
        <p14:creationId xmlns:p14="http://schemas.microsoft.com/office/powerpoint/2010/main" val="4004483340"/>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a:t>
            </a:r>
            <a:r>
              <a:rPr lang="en-GB"/>
              <a:t>referential integrity</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126</a:t>
            </a:fld>
            <a:endParaRPr lang="en-GB"/>
          </a:p>
        </p:txBody>
      </p:sp>
    </p:spTree>
    <p:extLst>
      <p:ext uri="{BB962C8B-B14F-4D97-AF65-F5344CB8AC3E}">
        <p14:creationId xmlns:p14="http://schemas.microsoft.com/office/powerpoint/2010/main" val="2713169666"/>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127</a:t>
            </a:fld>
            <a:endParaRPr lang="en-GB"/>
          </a:p>
        </p:txBody>
      </p:sp>
    </p:spTree>
    <p:extLst>
      <p:ext uri="{BB962C8B-B14F-4D97-AF65-F5344CB8AC3E}">
        <p14:creationId xmlns:p14="http://schemas.microsoft.com/office/powerpoint/2010/main" val="3508654565"/>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Active: active supplier or no longer used.</a:t>
            </a:r>
          </a:p>
        </p:txBody>
      </p:sp>
      <p:sp>
        <p:nvSpPr>
          <p:cNvPr id="4" name="Slide Number Placeholder 3"/>
          <p:cNvSpPr>
            <a:spLocks noGrp="1"/>
          </p:cNvSpPr>
          <p:nvPr>
            <p:ph type="sldNum" sz="quarter" idx="5"/>
          </p:nvPr>
        </p:nvSpPr>
        <p:spPr/>
        <p:txBody>
          <a:bodyPr/>
          <a:lstStyle/>
          <a:p>
            <a:fld id="{B71FE5B5-A979-4370-A255-218EAB36A5F4}" type="slidenum">
              <a:rPr lang="en-GB" smtClean="0"/>
              <a:t>128</a:t>
            </a:fld>
            <a:endParaRPr lang="en-GB"/>
          </a:p>
        </p:txBody>
      </p:sp>
    </p:spTree>
    <p:extLst>
      <p:ext uri="{BB962C8B-B14F-4D97-AF65-F5344CB8AC3E}">
        <p14:creationId xmlns:p14="http://schemas.microsoft.com/office/powerpoint/2010/main" val="1213270724"/>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129</a:t>
            </a:fld>
            <a:endParaRPr lang="en-GB"/>
          </a:p>
        </p:txBody>
      </p:sp>
    </p:spTree>
    <p:extLst>
      <p:ext uri="{BB962C8B-B14F-4D97-AF65-F5344CB8AC3E}">
        <p14:creationId xmlns:p14="http://schemas.microsoft.com/office/powerpoint/2010/main" val="244177448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Quantity: -1 to indicate no longer stock, rather than all sold.</a:t>
            </a:r>
          </a:p>
        </p:txBody>
      </p:sp>
      <p:sp>
        <p:nvSpPr>
          <p:cNvPr id="4" name="Slide Number Placeholder 3"/>
          <p:cNvSpPr>
            <a:spLocks noGrp="1"/>
          </p:cNvSpPr>
          <p:nvPr>
            <p:ph type="sldNum" sz="quarter" idx="5"/>
          </p:nvPr>
        </p:nvSpPr>
        <p:spPr/>
        <p:txBody>
          <a:bodyPr/>
          <a:lstStyle/>
          <a:p>
            <a:fld id="{B71FE5B5-A979-4370-A255-218EAB36A5F4}" type="slidenum">
              <a:rPr lang="en-GB" smtClean="0"/>
              <a:t>130</a:t>
            </a:fld>
            <a:endParaRPr lang="en-GB"/>
          </a:p>
        </p:txBody>
      </p:sp>
    </p:spTree>
    <p:extLst>
      <p:ext uri="{BB962C8B-B14F-4D97-AF65-F5344CB8AC3E}">
        <p14:creationId xmlns:p14="http://schemas.microsoft.com/office/powerpoint/2010/main" val="312337331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referential integrity</a:t>
            </a:r>
          </a:p>
        </p:txBody>
      </p:sp>
      <p:sp>
        <p:nvSpPr>
          <p:cNvPr id="4" name="Slide Number Placeholder 3"/>
          <p:cNvSpPr>
            <a:spLocks noGrp="1"/>
          </p:cNvSpPr>
          <p:nvPr>
            <p:ph type="sldNum" sz="quarter" idx="5"/>
          </p:nvPr>
        </p:nvSpPr>
        <p:spPr/>
        <p:txBody>
          <a:bodyPr/>
          <a:lstStyle/>
          <a:p>
            <a:fld id="{B71FE5B5-A979-4370-A255-218EAB36A5F4}" type="slidenum">
              <a:rPr lang="en-GB" smtClean="0"/>
              <a:t>131</a:t>
            </a:fld>
            <a:endParaRPr lang="en-GB"/>
          </a:p>
        </p:txBody>
      </p:sp>
    </p:spTree>
    <p:extLst>
      <p:ext uri="{BB962C8B-B14F-4D97-AF65-F5344CB8AC3E}">
        <p14:creationId xmlns:p14="http://schemas.microsoft.com/office/powerpoint/2010/main" val="4154863708"/>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133</a:t>
            </a:fld>
            <a:endParaRPr lang="en-GB"/>
          </a:p>
        </p:txBody>
      </p:sp>
    </p:spTree>
    <p:extLst>
      <p:ext uri="{BB962C8B-B14F-4D97-AF65-F5344CB8AC3E}">
        <p14:creationId xmlns:p14="http://schemas.microsoft.com/office/powerpoint/2010/main" val="3789703319"/>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134</a:t>
            </a:fld>
            <a:endParaRPr lang="en-GB"/>
          </a:p>
        </p:txBody>
      </p:sp>
    </p:spTree>
    <p:extLst>
      <p:ext uri="{BB962C8B-B14F-4D97-AF65-F5344CB8AC3E}">
        <p14:creationId xmlns:p14="http://schemas.microsoft.com/office/powerpoint/2010/main" val="114950112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136</a:t>
            </a:fld>
            <a:endParaRPr lang="en-GB"/>
          </a:p>
        </p:txBody>
      </p:sp>
    </p:spTree>
    <p:extLst>
      <p:ext uri="{BB962C8B-B14F-4D97-AF65-F5344CB8AC3E}">
        <p14:creationId xmlns:p14="http://schemas.microsoft.com/office/powerpoint/2010/main" val="3833660925"/>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137</a:t>
            </a:fld>
            <a:endParaRPr lang="en-GB"/>
          </a:p>
        </p:txBody>
      </p:sp>
    </p:spTree>
    <p:extLst>
      <p:ext uri="{BB962C8B-B14F-4D97-AF65-F5344CB8AC3E}">
        <p14:creationId xmlns:p14="http://schemas.microsoft.com/office/powerpoint/2010/main" val="2320964817"/>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138</a:t>
            </a:fld>
            <a:endParaRPr lang="en-GB"/>
          </a:p>
        </p:txBody>
      </p:sp>
    </p:spTree>
    <p:extLst>
      <p:ext uri="{BB962C8B-B14F-4D97-AF65-F5344CB8AC3E}">
        <p14:creationId xmlns:p14="http://schemas.microsoft.com/office/powerpoint/2010/main" val="684865037"/>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F7E2D-B680-D7BB-2102-3D9173952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3CE41B-1B34-EBCE-5B84-720B301F0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AFC2-CAFD-FDF6-F536-F8762D986F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D7DA937D-A337-46B2-E46B-BEABC61DA30F}"/>
              </a:ext>
            </a:extLst>
          </p:cNvPr>
          <p:cNvSpPr>
            <a:spLocks noGrp="1"/>
          </p:cNvSpPr>
          <p:nvPr>
            <p:ph type="sldNum" sz="quarter" idx="5"/>
          </p:nvPr>
        </p:nvSpPr>
        <p:spPr/>
        <p:txBody>
          <a:bodyPr/>
          <a:lstStyle/>
          <a:p>
            <a:fld id="{B71FE5B5-A979-4370-A255-218EAB36A5F4}" type="slidenum">
              <a:rPr lang="en-GB" smtClean="0"/>
              <a:t>139</a:t>
            </a:fld>
            <a:endParaRPr lang="en-GB"/>
          </a:p>
        </p:txBody>
      </p:sp>
    </p:spTree>
    <p:extLst>
      <p:ext uri="{BB962C8B-B14F-4D97-AF65-F5344CB8AC3E}">
        <p14:creationId xmlns:p14="http://schemas.microsoft.com/office/powerpoint/2010/main" val="2969542328"/>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.schema without a table name will display all tables</a:t>
            </a:r>
          </a:p>
        </p:txBody>
      </p:sp>
      <p:sp>
        <p:nvSpPr>
          <p:cNvPr id="4" name="Slide Number Placeholder 3"/>
          <p:cNvSpPr>
            <a:spLocks noGrp="1"/>
          </p:cNvSpPr>
          <p:nvPr>
            <p:ph type="sldNum" sz="quarter" idx="5"/>
          </p:nvPr>
        </p:nvSpPr>
        <p:spPr/>
        <p:txBody>
          <a:bodyPr/>
          <a:lstStyle/>
          <a:p>
            <a:fld id="{B71FE5B5-A979-4370-A255-218EAB36A5F4}" type="slidenum">
              <a:rPr lang="en-GB" smtClean="0"/>
              <a:t>140</a:t>
            </a:fld>
            <a:endParaRPr lang="en-GB"/>
          </a:p>
        </p:txBody>
      </p:sp>
    </p:spTree>
    <p:extLst>
      <p:ext uri="{BB962C8B-B14F-4D97-AF65-F5344CB8AC3E}">
        <p14:creationId xmlns:p14="http://schemas.microsoft.com/office/powerpoint/2010/main" val="254357916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141</a:t>
            </a:fld>
            <a:endParaRPr lang="en-GB"/>
          </a:p>
        </p:txBody>
      </p:sp>
    </p:spTree>
    <p:extLst>
      <p:ext uri="{BB962C8B-B14F-4D97-AF65-F5344CB8AC3E}">
        <p14:creationId xmlns:p14="http://schemas.microsoft.com/office/powerpoint/2010/main" val="3685852903"/>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142</a:t>
            </a:fld>
            <a:endParaRPr lang="en-GB"/>
          </a:p>
        </p:txBody>
      </p:sp>
    </p:spTree>
    <p:extLst>
      <p:ext uri="{BB962C8B-B14F-4D97-AF65-F5344CB8AC3E}">
        <p14:creationId xmlns:p14="http://schemas.microsoft.com/office/powerpoint/2010/main" val="2590957402"/>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143</a:t>
            </a:fld>
            <a:endParaRPr lang="en-GB"/>
          </a:p>
        </p:txBody>
      </p:sp>
    </p:spTree>
    <p:extLst>
      <p:ext uri="{BB962C8B-B14F-4D97-AF65-F5344CB8AC3E}">
        <p14:creationId xmlns:p14="http://schemas.microsoft.com/office/powerpoint/2010/main" val="1332596973"/>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144</a:t>
            </a:fld>
            <a:endParaRPr lang="en-GB"/>
          </a:p>
        </p:txBody>
      </p:sp>
    </p:spTree>
    <p:extLst>
      <p:ext uri="{BB962C8B-B14F-4D97-AF65-F5344CB8AC3E}">
        <p14:creationId xmlns:p14="http://schemas.microsoft.com/office/powerpoint/2010/main" val="1869686318"/>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145</a:t>
            </a:fld>
            <a:endParaRPr lang="en-GB"/>
          </a:p>
        </p:txBody>
      </p:sp>
    </p:spTree>
    <p:extLst>
      <p:ext uri="{BB962C8B-B14F-4D97-AF65-F5344CB8AC3E}">
        <p14:creationId xmlns:p14="http://schemas.microsoft.com/office/powerpoint/2010/main" val="1008356157"/>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146</a:t>
            </a:fld>
            <a:endParaRPr lang="en-GB"/>
          </a:p>
        </p:txBody>
      </p:sp>
    </p:spTree>
    <p:extLst>
      <p:ext uri="{BB962C8B-B14F-4D97-AF65-F5344CB8AC3E}">
        <p14:creationId xmlns:p14="http://schemas.microsoft.com/office/powerpoint/2010/main" val="911684978"/>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147</a:t>
            </a:fld>
            <a:endParaRPr lang="en-GB"/>
          </a:p>
        </p:txBody>
      </p:sp>
    </p:spTree>
    <p:extLst>
      <p:ext uri="{BB962C8B-B14F-4D97-AF65-F5344CB8AC3E}">
        <p14:creationId xmlns:p14="http://schemas.microsoft.com/office/powerpoint/2010/main" val="2937794336"/>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148</a:t>
            </a:fld>
            <a:endParaRPr lang="en-GB"/>
          </a:p>
        </p:txBody>
      </p:sp>
    </p:spTree>
    <p:extLst>
      <p:ext uri="{BB962C8B-B14F-4D97-AF65-F5344CB8AC3E}">
        <p14:creationId xmlns:p14="http://schemas.microsoft.com/office/powerpoint/2010/main" val="287823928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149</a:t>
            </a:fld>
            <a:endParaRPr lang="en-GB"/>
          </a:p>
        </p:txBody>
      </p:sp>
    </p:spTree>
    <p:extLst>
      <p:ext uri="{BB962C8B-B14F-4D97-AF65-F5344CB8AC3E}">
        <p14:creationId xmlns:p14="http://schemas.microsoft.com/office/powerpoint/2010/main" val="2185605282"/>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150</a:t>
            </a:fld>
            <a:endParaRPr lang="en-GB"/>
          </a:p>
        </p:txBody>
      </p:sp>
    </p:spTree>
    <p:extLst>
      <p:ext uri="{BB962C8B-B14F-4D97-AF65-F5344CB8AC3E}">
        <p14:creationId xmlns:p14="http://schemas.microsoft.com/office/powerpoint/2010/main" val="262346198"/>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151</a:t>
            </a:fld>
            <a:endParaRPr lang="en-GB"/>
          </a:p>
        </p:txBody>
      </p:sp>
    </p:spTree>
    <p:extLst>
      <p:ext uri="{BB962C8B-B14F-4D97-AF65-F5344CB8AC3E}">
        <p14:creationId xmlns:p14="http://schemas.microsoft.com/office/powerpoint/2010/main" val="390367060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152</a:t>
            </a:fld>
            <a:endParaRPr lang="en-GB"/>
          </a:p>
        </p:txBody>
      </p:sp>
    </p:spTree>
    <p:extLst>
      <p:ext uri="{BB962C8B-B14F-4D97-AF65-F5344CB8AC3E}">
        <p14:creationId xmlns:p14="http://schemas.microsoft.com/office/powerpoint/2010/main" val="3426361966"/>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153</a:t>
            </a:fld>
            <a:endParaRPr lang="en-GB"/>
          </a:p>
        </p:txBody>
      </p:sp>
    </p:spTree>
    <p:extLst>
      <p:ext uri="{BB962C8B-B14F-4D97-AF65-F5344CB8AC3E}">
        <p14:creationId xmlns:p14="http://schemas.microsoft.com/office/powerpoint/2010/main" val="650129555"/>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154</a:t>
            </a:fld>
            <a:endParaRPr lang="en-GB"/>
          </a:p>
        </p:txBody>
      </p:sp>
    </p:spTree>
    <p:extLst>
      <p:ext uri="{BB962C8B-B14F-4D97-AF65-F5344CB8AC3E}">
        <p14:creationId xmlns:p14="http://schemas.microsoft.com/office/powerpoint/2010/main" val="2122183883"/>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155</a:t>
            </a:fld>
            <a:endParaRPr lang="en-GB"/>
          </a:p>
        </p:txBody>
      </p:sp>
    </p:spTree>
    <p:extLst>
      <p:ext uri="{BB962C8B-B14F-4D97-AF65-F5344CB8AC3E}">
        <p14:creationId xmlns:p14="http://schemas.microsoft.com/office/powerpoint/2010/main" val="353745764"/>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cs typeface="Calibri"/>
              </a:rPr>
              <a:t>Prelim 1: part way through DDD</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156</a:t>
            </a:fld>
            <a:endParaRPr lang="en-GB"/>
          </a:p>
        </p:txBody>
      </p:sp>
    </p:spTree>
    <p:extLst>
      <p:ext uri="{BB962C8B-B14F-4D97-AF65-F5344CB8AC3E}">
        <p14:creationId xmlns:p14="http://schemas.microsoft.com/office/powerpoint/2010/main" val="3328011253"/>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endParaRPr lang="en-GB" dirty="0">
              <a:cs typeface="Calibri"/>
            </a:endParaRPr>
          </a:p>
        </p:txBody>
      </p:sp>
      <p:sp>
        <p:nvSpPr>
          <p:cNvPr id="4" name="Slide Number Placeholder 3"/>
          <p:cNvSpPr>
            <a:spLocks noGrp="1"/>
          </p:cNvSpPr>
          <p:nvPr>
            <p:ph type="sldNum" sz="quarter" idx="5"/>
          </p:nvPr>
        </p:nvSpPr>
        <p:spPr/>
        <p:txBody>
          <a:bodyPr/>
          <a:lstStyle/>
          <a:p>
            <a:fld id="{B71FE5B5-A979-4370-A255-218EAB36A5F4}" type="slidenum">
              <a:rPr lang="en-GB" smtClean="0"/>
              <a:t>157</a:t>
            </a:fld>
            <a:endParaRPr lang="en-GB"/>
          </a:p>
        </p:txBody>
      </p:sp>
    </p:spTree>
    <p:extLst>
      <p:ext uri="{BB962C8B-B14F-4D97-AF65-F5344CB8AC3E}">
        <p14:creationId xmlns:p14="http://schemas.microsoft.com/office/powerpoint/2010/main" val="2528411544"/>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158</a:t>
            </a:fld>
            <a:endParaRPr lang="en-GB"/>
          </a:p>
        </p:txBody>
      </p:sp>
    </p:spTree>
    <p:extLst>
      <p:ext uri="{BB962C8B-B14F-4D97-AF65-F5344CB8AC3E}">
        <p14:creationId xmlns:p14="http://schemas.microsoft.com/office/powerpoint/2010/main" val="2612935149"/>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Spec Q3    2019 Q14(d)</a:t>
            </a:r>
          </a:p>
        </p:txBody>
      </p:sp>
      <p:sp>
        <p:nvSpPr>
          <p:cNvPr id="4" name="Slide Number Placeholder 3"/>
          <p:cNvSpPr>
            <a:spLocks noGrp="1"/>
          </p:cNvSpPr>
          <p:nvPr>
            <p:ph type="sldNum" sz="quarter" idx="10"/>
          </p:nvPr>
        </p:nvSpPr>
        <p:spPr/>
        <p:txBody>
          <a:bodyPr/>
          <a:lstStyle/>
          <a:p>
            <a:fld id="{265FC814-8CAE-44D9-AECE-C1B52634DDCB}" type="slidenum">
              <a:rPr lang="en-GB" smtClean="0"/>
              <a:t>159</a:t>
            </a:fld>
            <a:endParaRPr lang="en-GB"/>
          </a:p>
        </p:txBody>
      </p:sp>
    </p:spTree>
    <p:extLst>
      <p:ext uri="{BB962C8B-B14F-4D97-AF65-F5344CB8AC3E}">
        <p14:creationId xmlns:p14="http://schemas.microsoft.com/office/powerpoint/2010/main" val="1183438466"/>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GDPR (0-17:36): https://www.youtube.com/embed/gBJXfayW40M?start=0&amp;end=1056</a:t>
            </a:r>
          </a:p>
        </p:txBody>
      </p:sp>
      <p:sp>
        <p:nvSpPr>
          <p:cNvPr id="4" name="Slide Number Placeholder 3"/>
          <p:cNvSpPr>
            <a:spLocks noGrp="1"/>
          </p:cNvSpPr>
          <p:nvPr>
            <p:ph type="sldNum" sz="quarter" idx="5"/>
          </p:nvPr>
        </p:nvSpPr>
        <p:spPr/>
        <p:txBody>
          <a:bodyPr/>
          <a:lstStyle/>
          <a:p>
            <a:fld id="{B71FE5B5-A979-4370-A255-218EAB36A5F4}" type="slidenum">
              <a:rPr lang="en-GB" smtClean="0"/>
              <a:t>160</a:t>
            </a:fld>
            <a:endParaRPr lang="en-GB"/>
          </a:p>
        </p:txBody>
      </p:sp>
    </p:spTree>
    <p:extLst>
      <p:ext uri="{BB962C8B-B14F-4D97-AF65-F5344CB8AC3E}">
        <p14:creationId xmlns:p14="http://schemas.microsoft.com/office/powerpoint/2010/main" val="1762167996"/>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SQA </a:t>
            </a:r>
            <a:r>
              <a:rPr lang="en-GB" b="0" i="0" dirty="0">
                <a:solidFill>
                  <a:srgbClr val="000000"/>
                </a:solidFill>
                <a:effectLst/>
                <a:latin typeface="Helvetica Neue"/>
              </a:rPr>
              <a:t>Privacy Statement: </a:t>
            </a:r>
            <a:r>
              <a:rPr lang="en-GB" b="0" dirty="0"/>
              <a:t>https://www.sqa.org.uk/sqa/97458.html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Facebook Data Policy: https://en-gb.facebook.com/privacy/explanation/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Enforcement: https://www.enforcementtracker.com/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err="1"/>
              <a:t>ICO</a:t>
            </a:r>
            <a:r>
              <a:rPr lang="en-GB" b="0" dirty="0"/>
              <a:t>: https://ico.org.uk/for-organisations/uk-gdpr-guidance-and-resources/data-protection-principles/a-guide-to-the-data-protection-principles/</a:t>
            </a:r>
          </a:p>
        </p:txBody>
      </p:sp>
      <p:sp>
        <p:nvSpPr>
          <p:cNvPr id="4" name="Slide Number Placeholder 3"/>
          <p:cNvSpPr>
            <a:spLocks noGrp="1"/>
          </p:cNvSpPr>
          <p:nvPr>
            <p:ph type="sldNum" sz="quarter" idx="5"/>
          </p:nvPr>
        </p:nvSpPr>
        <p:spPr/>
        <p:txBody>
          <a:bodyPr/>
          <a:lstStyle/>
          <a:p>
            <a:fld id="{B71FE5B5-A979-4370-A255-218EAB36A5F4}" type="slidenum">
              <a:rPr lang="en-GB" smtClean="0"/>
              <a:t>167</a:t>
            </a:fld>
            <a:endParaRPr lang="en-GB"/>
          </a:p>
        </p:txBody>
      </p:sp>
    </p:spTree>
    <p:extLst>
      <p:ext uri="{BB962C8B-B14F-4D97-AF65-F5344CB8AC3E}">
        <p14:creationId xmlns:p14="http://schemas.microsoft.com/office/powerpoint/2010/main" val="1144111330"/>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b="0" dirty="0"/>
          </a:p>
        </p:txBody>
      </p:sp>
      <p:sp>
        <p:nvSpPr>
          <p:cNvPr id="4" name="Slide Number Placeholder 3"/>
          <p:cNvSpPr>
            <a:spLocks noGrp="1"/>
          </p:cNvSpPr>
          <p:nvPr>
            <p:ph type="sldNum" sz="quarter" idx="5"/>
          </p:nvPr>
        </p:nvSpPr>
        <p:spPr/>
        <p:txBody>
          <a:bodyPr/>
          <a:lstStyle/>
          <a:p>
            <a:fld id="{B71FE5B5-A979-4370-A255-218EAB36A5F4}" type="slidenum">
              <a:rPr lang="en-GB" smtClean="0"/>
              <a:t>168</a:t>
            </a:fld>
            <a:endParaRPr lang="en-GB"/>
          </a:p>
        </p:txBody>
      </p:sp>
    </p:spTree>
    <p:extLst>
      <p:ext uri="{BB962C8B-B14F-4D97-AF65-F5344CB8AC3E}">
        <p14:creationId xmlns:p14="http://schemas.microsoft.com/office/powerpoint/2010/main" val="3397717022"/>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170</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171</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172</a:t>
            </a:fld>
            <a:endParaRPr lang="en-GB"/>
          </a:p>
        </p:txBody>
      </p:sp>
    </p:spTree>
    <p:extLst>
      <p:ext uri="{BB962C8B-B14F-4D97-AF65-F5344CB8AC3E}">
        <p14:creationId xmlns:p14="http://schemas.microsoft.com/office/powerpoint/2010/main" val="4093156812"/>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173</a:t>
            </a:fld>
            <a:endParaRPr lang="en-GB"/>
          </a:p>
        </p:txBody>
      </p:sp>
    </p:spTree>
    <p:extLst>
      <p:ext uri="{BB962C8B-B14F-4D97-AF65-F5344CB8AC3E}">
        <p14:creationId xmlns:p14="http://schemas.microsoft.com/office/powerpoint/2010/main" val="2434363262"/>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177</a:t>
            </a:fld>
            <a:endParaRPr lang="en-GB"/>
          </a:p>
        </p:txBody>
      </p:sp>
    </p:spTree>
    <p:extLst>
      <p:ext uri="{BB962C8B-B14F-4D97-AF65-F5344CB8AC3E}">
        <p14:creationId xmlns:p14="http://schemas.microsoft.com/office/powerpoint/2010/main" val="968848753"/>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178</a:t>
            </a:fld>
            <a:endParaRPr lang="en-GB"/>
          </a:p>
        </p:txBody>
      </p:sp>
    </p:spTree>
    <p:extLst>
      <p:ext uri="{BB962C8B-B14F-4D97-AF65-F5344CB8AC3E}">
        <p14:creationId xmlns:p14="http://schemas.microsoft.com/office/powerpoint/2010/main" val="1593546186"/>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179</a:t>
            </a:fld>
            <a:endParaRPr lang="en-GB"/>
          </a:p>
        </p:txBody>
      </p:sp>
    </p:spTree>
    <p:extLst>
      <p:ext uri="{BB962C8B-B14F-4D97-AF65-F5344CB8AC3E}">
        <p14:creationId xmlns:p14="http://schemas.microsoft.com/office/powerpoint/2010/main" val="3637848546"/>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180</a:t>
            </a:fld>
            <a:endParaRPr lang="en-GB"/>
          </a:p>
        </p:txBody>
      </p:sp>
    </p:spTree>
    <p:extLst>
      <p:ext uri="{BB962C8B-B14F-4D97-AF65-F5344CB8AC3E}">
        <p14:creationId xmlns:p14="http://schemas.microsoft.com/office/powerpoint/2010/main" val="144544124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181</a:t>
            </a:fld>
            <a:endParaRPr lang="en-GB"/>
          </a:p>
        </p:txBody>
      </p:sp>
    </p:spTree>
    <p:extLst>
      <p:ext uri="{BB962C8B-B14F-4D97-AF65-F5344CB8AC3E}">
        <p14:creationId xmlns:p14="http://schemas.microsoft.com/office/powerpoint/2010/main" val="4265791776"/>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182</a:t>
            </a:fld>
            <a:endParaRPr lang="en-GB"/>
          </a:p>
        </p:txBody>
      </p:sp>
    </p:spTree>
    <p:extLst>
      <p:ext uri="{BB962C8B-B14F-4D97-AF65-F5344CB8AC3E}">
        <p14:creationId xmlns:p14="http://schemas.microsoft.com/office/powerpoint/2010/main" val="4251800469"/>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183</a:t>
            </a:fld>
            <a:endParaRPr lang="en-GB"/>
          </a:p>
        </p:txBody>
      </p:sp>
    </p:spTree>
    <p:extLst>
      <p:ext uri="{BB962C8B-B14F-4D97-AF65-F5344CB8AC3E}">
        <p14:creationId xmlns:p14="http://schemas.microsoft.com/office/powerpoint/2010/main" val="1000160223"/>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184</a:t>
            </a:fld>
            <a:endParaRPr lang="en-GB"/>
          </a:p>
        </p:txBody>
      </p:sp>
    </p:spTree>
    <p:extLst>
      <p:ext uri="{BB962C8B-B14F-4D97-AF65-F5344CB8AC3E}">
        <p14:creationId xmlns:p14="http://schemas.microsoft.com/office/powerpoint/2010/main" val="113630487"/>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https://support.microsoft.com/en-gb/office/database-design-basics-eb2159cf-1e30-401a-8084-bd4f9c9ca1f5</a:t>
            </a:r>
          </a:p>
        </p:txBody>
      </p:sp>
      <p:sp>
        <p:nvSpPr>
          <p:cNvPr id="4" name="Slide Number Placeholder 3"/>
          <p:cNvSpPr>
            <a:spLocks noGrp="1"/>
          </p:cNvSpPr>
          <p:nvPr>
            <p:ph type="sldNum" sz="quarter" idx="5"/>
          </p:nvPr>
        </p:nvSpPr>
        <p:spPr/>
        <p:txBody>
          <a:bodyPr/>
          <a:lstStyle/>
          <a:p>
            <a:fld id="{B71FE5B5-A979-4370-A255-218EAB36A5F4}" type="slidenum">
              <a:rPr lang="en-GB" smtClean="0"/>
              <a:t>185</a:t>
            </a:fld>
            <a:endParaRPr lang="en-GB"/>
          </a:p>
        </p:txBody>
      </p:sp>
    </p:spTree>
    <p:extLst>
      <p:ext uri="{BB962C8B-B14F-4D97-AF65-F5344CB8AC3E}">
        <p14:creationId xmlns:p14="http://schemas.microsoft.com/office/powerpoint/2010/main" val="559352785"/>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186</a:t>
            </a:fld>
            <a:endParaRPr lang="en-GB"/>
          </a:p>
        </p:txBody>
      </p:sp>
    </p:spTree>
    <p:extLst>
      <p:ext uri="{BB962C8B-B14F-4D97-AF65-F5344CB8AC3E}">
        <p14:creationId xmlns:p14="http://schemas.microsoft.com/office/powerpoint/2010/main" val="3573796866"/>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188</a:t>
            </a:fld>
            <a:endParaRPr lang="en-GB"/>
          </a:p>
        </p:txBody>
      </p:sp>
    </p:spTree>
    <p:extLst>
      <p:ext uri="{BB962C8B-B14F-4D97-AF65-F5344CB8AC3E}">
        <p14:creationId xmlns:p14="http://schemas.microsoft.com/office/powerpoint/2010/main" val="268023088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189</a:t>
            </a:fld>
            <a:endParaRPr lang="en-GB"/>
          </a:p>
        </p:txBody>
      </p:sp>
    </p:spTree>
    <p:extLst>
      <p:ext uri="{BB962C8B-B14F-4D97-AF65-F5344CB8AC3E}">
        <p14:creationId xmlns:p14="http://schemas.microsoft.com/office/powerpoint/2010/main" val="206383270"/>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190</a:t>
            </a:fld>
            <a:endParaRPr lang="en-GB"/>
          </a:p>
        </p:txBody>
      </p:sp>
    </p:spTree>
    <p:extLst>
      <p:ext uri="{BB962C8B-B14F-4D97-AF65-F5344CB8AC3E}">
        <p14:creationId xmlns:p14="http://schemas.microsoft.com/office/powerpoint/2010/main" val="1125127047"/>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191</a:t>
            </a:fld>
            <a:endParaRPr lang="en-GB"/>
          </a:p>
        </p:txBody>
      </p:sp>
    </p:spTree>
    <p:extLst>
      <p:ext uri="{BB962C8B-B14F-4D97-AF65-F5344CB8AC3E}">
        <p14:creationId xmlns:p14="http://schemas.microsoft.com/office/powerpoint/2010/main" val="1953163397"/>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192</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193</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194</a:t>
            </a:fld>
            <a:endParaRPr lang="en-GB"/>
          </a:p>
        </p:txBody>
      </p:sp>
    </p:spTree>
    <p:extLst>
      <p:ext uri="{BB962C8B-B14F-4D97-AF65-F5344CB8AC3E}">
        <p14:creationId xmlns:p14="http://schemas.microsoft.com/office/powerpoint/2010/main" val="2034855199"/>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195</a:t>
            </a:fld>
            <a:endParaRPr lang="en-GB"/>
          </a:p>
        </p:txBody>
      </p:sp>
    </p:spTree>
    <p:extLst>
      <p:ext uri="{BB962C8B-B14F-4D97-AF65-F5344CB8AC3E}">
        <p14:creationId xmlns:p14="http://schemas.microsoft.com/office/powerpoint/2010/main" val="1693875435"/>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196</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197</a:t>
            </a:fld>
            <a:endParaRPr lang="en-GB"/>
          </a:p>
        </p:txBody>
      </p:sp>
    </p:spTree>
    <p:extLst>
      <p:ext uri="{BB962C8B-B14F-4D97-AF65-F5344CB8AC3E}">
        <p14:creationId xmlns:p14="http://schemas.microsoft.com/office/powerpoint/2010/main" val="2284566975"/>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a:t>
            </a:r>
          </a:p>
        </p:txBody>
      </p:sp>
      <p:sp>
        <p:nvSpPr>
          <p:cNvPr id="4" name="Slide Number Placeholder 3"/>
          <p:cNvSpPr>
            <a:spLocks noGrp="1"/>
          </p:cNvSpPr>
          <p:nvPr>
            <p:ph type="sldNum" sz="quarter" idx="5"/>
          </p:nvPr>
        </p:nvSpPr>
        <p:spPr/>
        <p:txBody>
          <a:bodyPr/>
          <a:lstStyle/>
          <a:p>
            <a:fld id="{B71FE5B5-A979-4370-A255-218EAB36A5F4}" type="slidenum">
              <a:rPr lang="en-GB" smtClean="0"/>
              <a:t>198</a:t>
            </a:fld>
            <a:endParaRPr lang="en-GB"/>
          </a:p>
        </p:txBody>
      </p:sp>
    </p:spTree>
    <p:extLst>
      <p:ext uri="{BB962C8B-B14F-4D97-AF65-F5344CB8AC3E}">
        <p14:creationId xmlns:p14="http://schemas.microsoft.com/office/powerpoint/2010/main" val="339157272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  Used in H CS Specimen Task 1a</a:t>
            </a:r>
          </a:p>
        </p:txBody>
      </p:sp>
      <p:sp>
        <p:nvSpPr>
          <p:cNvPr id="4" name="Slide Number Placeholder 3"/>
          <p:cNvSpPr>
            <a:spLocks noGrp="1"/>
          </p:cNvSpPr>
          <p:nvPr>
            <p:ph type="sldNum" sz="quarter" idx="5"/>
          </p:nvPr>
        </p:nvSpPr>
        <p:spPr/>
        <p:txBody>
          <a:bodyPr/>
          <a:lstStyle/>
          <a:p>
            <a:fld id="{B71FE5B5-A979-4370-A255-218EAB36A5F4}" type="slidenum">
              <a:rPr lang="en-GB" smtClean="0"/>
              <a:t>199</a:t>
            </a:fld>
            <a:endParaRPr lang="en-GB"/>
          </a:p>
        </p:txBody>
      </p:sp>
    </p:spTree>
    <p:extLst>
      <p:ext uri="{BB962C8B-B14F-4D97-AF65-F5344CB8AC3E}">
        <p14:creationId xmlns:p14="http://schemas.microsoft.com/office/powerpoint/2010/main" val="1162696845"/>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200</a:t>
            </a:fld>
            <a:endParaRPr lang="en-GB"/>
          </a:p>
        </p:txBody>
      </p:sp>
    </p:spTree>
    <p:extLst>
      <p:ext uri="{BB962C8B-B14F-4D97-AF65-F5344CB8AC3E}">
        <p14:creationId xmlns:p14="http://schemas.microsoft.com/office/powerpoint/2010/main" val="1039919869"/>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201</a:t>
            </a:fld>
            <a:endParaRPr lang="en-GB"/>
          </a:p>
        </p:txBody>
      </p:sp>
    </p:spTree>
    <p:extLst>
      <p:ext uri="{BB962C8B-B14F-4D97-AF65-F5344CB8AC3E}">
        <p14:creationId xmlns:p14="http://schemas.microsoft.com/office/powerpoint/2010/main" val="2619915768"/>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202</a:t>
            </a:fld>
            <a:endParaRPr lang="en-GB"/>
          </a:p>
        </p:txBody>
      </p:sp>
    </p:spTree>
    <p:extLst>
      <p:ext uri="{BB962C8B-B14F-4D97-AF65-F5344CB8AC3E}">
        <p14:creationId xmlns:p14="http://schemas.microsoft.com/office/powerpoint/2010/main" val="872202893"/>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203</a:t>
            </a:fld>
            <a:endParaRPr lang="en-GB"/>
          </a:p>
        </p:txBody>
      </p:sp>
    </p:spTree>
    <p:extLst>
      <p:ext uri="{BB962C8B-B14F-4D97-AF65-F5344CB8AC3E}">
        <p14:creationId xmlns:p14="http://schemas.microsoft.com/office/powerpoint/2010/main" val="865910790"/>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204</a:t>
            </a:fld>
            <a:endParaRPr lang="en-GB"/>
          </a:p>
        </p:txBody>
      </p:sp>
    </p:spTree>
    <p:extLst>
      <p:ext uri="{BB962C8B-B14F-4D97-AF65-F5344CB8AC3E}">
        <p14:creationId xmlns:p14="http://schemas.microsoft.com/office/powerpoint/2010/main" val="3549111192"/>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205</a:t>
            </a:fld>
            <a:endParaRPr lang="en-GB"/>
          </a:p>
        </p:txBody>
      </p:sp>
    </p:spTree>
    <p:extLst>
      <p:ext uri="{BB962C8B-B14F-4D97-AF65-F5344CB8AC3E}">
        <p14:creationId xmlns:p14="http://schemas.microsoft.com/office/powerpoint/2010/main" val="28427331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206</a:t>
            </a:fld>
            <a:endParaRPr lang="en-GB"/>
          </a:p>
        </p:txBody>
      </p:sp>
    </p:spTree>
    <p:extLst>
      <p:ext uri="{BB962C8B-B14F-4D97-AF65-F5344CB8AC3E}">
        <p14:creationId xmlns:p14="http://schemas.microsoft.com/office/powerpoint/2010/main" val="4243211703"/>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209</a:t>
            </a:fld>
            <a:endParaRPr lang="en-GB"/>
          </a:p>
        </p:txBody>
      </p:sp>
    </p:spTree>
    <p:extLst>
      <p:ext uri="{BB962C8B-B14F-4D97-AF65-F5344CB8AC3E}">
        <p14:creationId xmlns:p14="http://schemas.microsoft.com/office/powerpoint/2010/main" val="976421226"/>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210</a:t>
            </a:fld>
            <a:endParaRPr lang="en-GB"/>
          </a:p>
        </p:txBody>
      </p:sp>
    </p:spTree>
    <p:extLst>
      <p:ext uri="{BB962C8B-B14F-4D97-AF65-F5344CB8AC3E}">
        <p14:creationId xmlns:p14="http://schemas.microsoft.com/office/powerpoint/2010/main" val="2232617775"/>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212</a:t>
            </a:fld>
            <a:endParaRPr lang="en-GB"/>
          </a:p>
        </p:txBody>
      </p:sp>
    </p:spTree>
    <p:extLst>
      <p:ext uri="{BB962C8B-B14F-4D97-AF65-F5344CB8AC3E}">
        <p14:creationId xmlns:p14="http://schemas.microsoft.com/office/powerpoint/2010/main" val="3841702982"/>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213</a:t>
            </a:fld>
            <a:endParaRPr lang="en-GB"/>
          </a:p>
        </p:txBody>
      </p:sp>
    </p:spTree>
    <p:extLst>
      <p:ext uri="{BB962C8B-B14F-4D97-AF65-F5344CB8AC3E}">
        <p14:creationId xmlns:p14="http://schemas.microsoft.com/office/powerpoint/2010/main" val="609781868"/>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216</a:t>
            </a:fld>
            <a:endParaRPr lang="en-GB"/>
          </a:p>
        </p:txBody>
      </p:sp>
    </p:spTree>
    <p:extLst>
      <p:ext uri="{BB962C8B-B14F-4D97-AF65-F5344CB8AC3E}">
        <p14:creationId xmlns:p14="http://schemas.microsoft.com/office/powerpoint/2010/main" val="39181069"/>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217</a:t>
            </a:fld>
            <a:endParaRPr lang="en-GB"/>
          </a:p>
        </p:txBody>
      </p:sp>
    </p:spTree>
    <p:extLst>
      <p:ext uri="{BB962C8B-B14F-4D97-AF65-F5344CB8AC3E}">
        <p14:creationId xmlns:p14="http://schemas.microsoft.com/office/powerpoint/2010/main" val="1617227628"/>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218</a:t>
            </a:fld>
            <a:endParaRPr lang="en-GB"/>
          </a:p>
        </p:txBody>
      </p:sp>
    </p:spTree>
    <p:extLst>
      <p:ext uri="{BB962C8B-B14F-4D97-AF65-F5344CB8AC3E}">
        <p14:creationId xmlns:p14="http://schemas.microsoft.com/office/powerpoint/2010/main" val="3324475712"/>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219</a:t>
            </a:fld>
            <a:endParaRPr lang="en-GB"/>
          </a:p>
        </p:txBody>
      </p:sp>
    </p:spTree>
    <p:extLst>
      <p:ext uri="{BB962C8B-B14F-4D97-AF65-F5344CB8AC3E}">
        <p14:creationId xmlns:p14="http://schemas.microsoft.com/office/powerpoint/2010/main" val="1460637816"/>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220</a:t>
            </a:fld>
            <a:endParaRPr lang="en-GB"/>
          </a:p>
        </p:txBody>
      </p:sp>
    </p:spTree>
    <p:extLst>
      <p:ext uri="{BB962C8B-B14F-4D97-AF65-F5344CB8AC3E}">
        <p14:creationId xmlns:p14="http://schemas.microsoft.com/office/powerpoint/2010/main" val="1466149990"/>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221</a:t>
            </a:fld>
            <a:endParaRPr lang="en-GB"/>
          </a:p>
        </p:txBody>
      </p:sp>
    </p:spTree>
    <p:extLst>
      <p:ext uri="{BB962C8B-B14F-4D97-AF65-F5344CB8AC3E}">
        <p14:creationId xmlns:p14="http://schemas.microsoft.com/office/powerpoint/2010/main" val="3294852894"/>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224</a:t>
            </a:fld>
            <a:endParaRPr lang="en-GB"/>
          </a:p>
        </p:txBody>
      </p:sp>
    </p:spTree>
    <p:extLst>
      <p:ext uri="{BB962C8B-B14F-4D97-AF65-F5344CB8AC3E}">
        <p14:creationId xmlns:p14="http://schemas.microsoft.com/office/powerpoint/2010/main" val="3107008297"/>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225</a:t>
            </a:fld>
            <a:endParaRPr lang="en-GB"/>
          </a:p>
        </p:txBody>
      </p:sp>
    </p:spTree>
    <p:extLst>
      <p:ext uri="{BB962C8B-B14F-4D97-AF65-F5344CB8AC3E}">
        <p14:creationId xmlns:p14="http://schemas.microsoft.com/office/powerpoint/2010/main" val="2021262334"/>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226</a:t>
            </a:fld>
            <a:endParaRPr lang="en-GB"/>
          </a:p>
        </p:txBody>
      </p:sp>
    </p:spTree>
    <p:extLst>
      <p:ext uri="{BB962C8B-B14F-4D97-AF65-F5344CB8AC3E}">
        <p14:creationId xmlns:p14="http://schemas.microsoft.com/office/powerpoint/2010/main" val="3791186684"/>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227</a:t>
            </a:fld>
            <a:endParaRPr lang="en-GB"/>
          </a:p>
        </p:txBody>
      </p:sp>
    </p:spTree>
    <p:extLst>
      <p:ext uri="{BB962C8B-B14F-4D97-AF65-F5344CB8AC3E}">
        <p14:creationId xmlns:p14="http://schemas.microsoft.com/office/powerpoint/2010/main" val="3294339116"/>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228</a:t>
            </a:fld>
            <a:endParaRPr lang="en-GB"/>
          </a:p>
        </p:txBody>
      </p:sp>
    </p:spTree>
    <p:extLst>
      <p:ext uri="{BB962C8B-B14F-4D97-AF65-F5344CB8AC3E}">
        <p14:creationId xmlns:p14="http://schemas.microsoft.com/office/powerpoint/2010/main" val="1997455130"/>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229</a:t>
            </a:fld>
            <a:endParaRPr lang="en-GB"/>
          </a:p>
        </p:txBody>
      </p:sp>
    </p:spTree>
    <p:extLst>
      <p:ext uri="{BB962C8B-B14F-4D97-AF65-F5344CB8AC3E}">
        <p14:creationId xmlns:p14="http://schemas.microsoft.com/office/powerpoint/2010/main" val="2985514565"/>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230</a:t>
            </a:fld>
            <a:endParaRPr lang="en-GB"/>
          </a:p>
        </p:txBody>
      </p:sp>
    </p:spTree>
    <p:extLst>
      <p:ext uri="{BB962C8B-B14F-4D97-AF65-F5344CB8AC3E}">
        <p14:creationId xmlns:p14="http://schemas.microsoft.com/office/powerpoint/2010/main" val="293104372"/>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231</a:t>
            </a:fld>
            <a:endParaRPr lang="en-GB"/>
          </a:p>
        </p:txBody>
      </p:sp>
    </p:spTree>
    <p:extLst>
      <p:ext uri="{BB962C8B-B14F-4D97-AF65-F5344CB8AC3E}">
        <p14:creationId xmlns:p14="http://schemas.microsoft.com/office/powerpoint/2010/main" val="3183988724"/>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Q20(d)(ii)</a:t>
            </a:r>
          </a:p>
        </p:txBody>
      </p:sp>
      <p:sp>
        <p:nvSpPr>
          <p:cNvPr id="4" name="Slide Number Placeholder 3"/>
          <p:cNvSpPr>
            <a:spLocks noGrp="1"/>
          </p:cNvSpPr>
          <p:nvPr>
            <p:ph type="sldNum" sz="quarter" idx="5"/>
          </p:nvPr>
        </p:nvSpPr>
        <p:spPr/>
        <p:txBody>
          <a:bodyPr/>
          <a:lstStyle/>
          <a:p>
            <a:fld id="{B71FE5B5-A979-4370-A255-218EAB36A5F4}" type="slidenum">
              <a:rPr lang="en-GB" smtClean="0"/>
              <a:t>233</a:t>
            </a:fld>
            <a:endParaRPr lang="en-GB"/>
          </a:p>
        </p:txBody>
      </p:sp>
    </p:spTree>
    <p:extLst>
      <p:ext uri="{BB962C8B-B14F-4D97-AF65-F5344CB8AC3E}">
        <p14:creationId xmlns:p14="http://schemas.microsoft.com/office/powerpoint/2010/main" val="2863481507"/>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err="1"/>
              <a:t>QP</a:t>
            </a:r>
            <a:r>
              <a:rPr lang="en-GB" dirty="0"/>
              <a:t> 2023 Q15(c)(</a:t>
            </a:r>
            <a:r>
              <a:rPr lang="en-GB" dirty="0" err="1"/>
              <a:t>i</a:t>
            </a:r>
            <a:r>
              <a:rPr lang="en-GB" dirty="0"/>
              <a:t>), 2019 Q17(c)(</a:t>
            </a:r>
            <a:r>
              <a:rPr lang="en-GB" dirty="0" err="1"/>
              <a:t>i</a:t>
            </a:r>
            <a:r>
              <a:rPr lang="en-GB" dirty="0"/>
              <a:t>)</a:t>
            </a:r>
          </a:p>
          <a:p>
            <a:r>
              <a:rPr lang="en-GB" dirty="0"/>
              <a:t>Assignment 2024S 2f(ii), 2023 2e(</a:t>
            </a:r>
            <a:r>
              <a:rPr lang="en-GB" dirty="0" err="1"/>
              <a:t>i</a:t>
            </a:r>
            <a:r>
              <a:rPr lang="en-GB" dirty="0"/>
              <a:t>), 2022 2e</a:t>
            </a:r>
          </a:p>
        </p:txBody>
      </p:sp>
      <p:sp>
        <p:nvSpPr>
          <p:cNvPr id="4" name="Slide Number Placeholder 3"/>
          <p:cNvSpPr>
            <a:spLocks noGrp="1"/>
          </p:cNvSpPr>
          <p:nvPr>
            <p:ph type="sldNum" sz="quarter" idx="5"/>
          </p:nvPr>
        </p:nvSpPr>
        <p:spPr/>
        <p:txBody>
          <a:bodyPr/>
          <a:lstStyle/>
          <a:p>
            <a:fld id="{B71FE5B5-A979-4370-A255-218EAB36A5F4}" type="slidenum">
              <a:rPr lang="en-GB" smtClean="0"/>
              <a:t>234</a:t>
            </a:fld>
            <a:endParaRPr lang="en-GB"/>
          </a:p>
        </p:txBody>
      </p:sp>
    </p:spTree>
    <p:extLst>
      <p:ext uri="{BB962C8B-B14F-4D97-AF65-F5344CB8AC3E}">
        <p14:creationId xmlns:p14="http://schemas.microsoft.com/office/powerpoint/2010/main" val="290188265"/>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235</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237</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238</a:t>
            </a:fld>
            <a:endParaRPr lang="en-GB"/>
          </a:p>
        </p:txBody>
      </p:sp>
    </p:spTree>
    <p:extLst>
      <p:ext uri="{BB962C8B-B14F-4D97-AF65-F5344CB8AC3E}">
        <p14:creationId xmlns:p14="http://schemas.microsoft.com/office/powerpoint/2010/main" val="284436752"/>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247</a:t>
            </a:fld>
            <a:endParaRPr lang="en-GB"/>
          </a:p>
        </p:txBody>
      </p:sp>
    </p:spTree>
    <p:extLst>
      <p:ext uri="{BB962C8B-B14F-4D97-AF65-F5344CB8AC3E}">
        <p14:creationId xmlns:p14="http://schemas.microsoft.com/office/powerpoint/2010/main" val="263235924"/>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248</a:t>
            </a:fld>
            <a:endParaRPr lang="en-GB"/>
          </a:p>
        </p:txBody>
      </p:sp>
    </p:spTree>
    <p:extLst>
      <p:ext uri="{BB962C8B-B14F-4D97-AF65-F5344CB8AC3E}">
        <p14:creationId xmlns:p14="http://schemas.microsoft.com/office/powerpoint/2010/main" val="265930157"/>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249</a:t>
            </a:fld>
            <a:endParaRPr lang="en-GB"/>
          </a:p>
        </p:txBody>
      </p:sp>
    </p:spTree>
    <p:extLst>
      <p:ext uri="{BB962C8B-B14F-4D97-AF65-F5344CB8AC3E}">
        <p14:creationId xmlns:p14="http://schemas.microsoft.com/office/powerpoint/2010/main" val="3511927680"/>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250</a:t>
            </a:fld>
            <a:endParaRPr lang="en-GB"/>
          </a:p>
        </p:txBody>
      </p:sp>
    </p:spTree>
    <p:extLst>
      <p:ext uri="{BB962C8B-B14F-4D97-AF65-F5344CB8AC3E}">
        <p14:creationId xmlns:p14="http://schemas.microsoft.com/office/powerpoint/2010/main" val="2085732484"/>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251</a:t>
            </a:fld>
            <a:endParaRPr lang="en-GB"/>
          </a:p>
        </p:txBody>
      </p:sp>
    </p:spTree>
    <p:extLst>
      <p:ext uri="{BB962C8B-B14F-4D97-AF65-F5344CB8AC3E}">
        <p14:creationId xmlns:p14="http://schemas.microsoft.com/office/powerpoint/2010/main" val="2108403095"/>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252</a:t>
            </a:fld>
            <a:endParaRPr lang="en-GB"/>
          </a:p>
        </p:txBody>
      </p:sp>
    </p:spTree>
    <p:extLst>
      <p:ext uri="{BB962C8B-B14F-4D97-AF65-F5344CB8AC3E}">
        <p14:creationId xmlns:p14="http://schemas.microsoft.com/office/powerpoint/2010/main" val="3989248327"/>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253</a:t>
            </a:fld>
            <a:endParaRPr lang="en-GB"/>
          </a:p>
        </p:txBody>
      </p:sp>
    </p:spTree>
    <p:extLst>
      <p:ext uri="{BB962C8B-B14F-4D97-AF65-F5344CB8AC3E}">
        <p14:creationId xmlns:p14="http://schemas.microsoft.com/office/powerpoint/2010/main" val="582574010"/>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254</a:t>
            </a:fld>
            <a:endParaRPr lang="en-GB"/>
          </a:p>
        </p:txBody>
      </p:sp>
    </p:spTree>
    <p:extLst>
      <p:ext uri="{BB962C8B-B14F-4D97-AF65-F5344CB8AC3E}">
        <p14:creationId xmlns:p14="http://schemas.microsoft.com/office/powerpoint/2010/main" val="2093979400"/>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255</a:t>
            </a:fld>
            <a:endParaRPr lang="en-GB"/>
          </a:p>
        </p:txBody>
      </p:sp>
    </p:spTree>
    <p:extLst>
      <p:ext uri="{BB962C8B-B14F-4D97-AF65-F5344CB8AC3E}">
        <p14:creationId xmlns:p14="http://schemas.microsoft.com/office/powerpoint/2010/main" val="3806169592"/>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256</a:t>
            </a:fld>
            <a:endParaRPr lang="en-GB"/>
          </a:p>
        </p:txBody>
      </p:sp>
    </p:spTree>
    <p:extLst>
      <p:ext uri="{BB962C8B-B14F-4D97-AF65-F5344CB8AC3E}">
        <p14:creationId xmlns:p14="http://schemas.microsoft.com/office/powerpoint/2010/main" val="1783093588"/>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257</a:t>
            </a:fld>
            <a:endParaRPr lang="en-GB"/>
          </a:p>
        </p:txBody>
      </p:sp>
    </p:spTree>
    <p:extLst>
      <p:ext uri="{BB962C8B-B14F-4D97-AF65-F5344CB8AC3E}">
        <p14:creationId xmlns:p14="http://schemas.microsoft.com/office/powerpoint/2010/main" val="3277974932"/>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258</a:t>
            </a:fld>
            <a:endParaRPr lang="en-GB"/>
          </a:p>
        </p:txBody>
      </p:sp>
    </p:spTree>
    <p:extLst>
      <p:ext uri="{BB962C8B-B14F-4D97-AF65-F5344CB8AC3E}">
        <p14:creationId xmlns:p14="http://schemas.microsoft.com/office/powerpoint/2010/main" val="3348702982"/>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259</a:t>
            </a:fld>
            <a:endParaRPr lang="en-GB"/>
          </a:p>
        </p:txBody>
      </p:sp>
    </p:spTree>
    <p:extLst>
      <p:ext uri="{BB962C8B-B14F-4D97-AF65-F5344CB8AC3E}">
        <p14:creationId xmlns:p14="http://schemas.microsoft.com/office/powerpoint/2010/main" val="817057899"/>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260</a:t>
            </a:fld>
            <a:endParaRPr lang="en-GB"/>
          </a:p>
        </p:txBody>
      </p:sp>
    </p:spTree>
    <p:extLst>
      <p:ext uri="{BB962C8B-B14F-4D97-AF65-F5344CB8AC3E}">
        <p14:creationId xmlns:p14="http://schemas.microsoft.com/office/powerpoint/2010/main" val="3899173194"/>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Question:  Who borrowed which laptop, and has it been returned?</a:t>
            </a:r>
          </a:p>
          <a:p>
            <a:r>
              <a:rPr lang="en-GB" dirty="0"/>
              <a:t>FROM executed first</a:t>
            </a:r>
          </a:p>
          <a:p>
            <a:r>
              <a:rPr lang="en-GB" dirty="0"/>
              <a:t>Cartesian join – every row of first table joined to every row of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261</a:t>
            </a:fld>
            <a:endParaRPr lang="en-GB"/>
          </a:p>
        </p:txBody>
      </p:sp>
    </p:spTree>
    <p:extLst>
      <p:ext uri="{BB962C8B-B14F-4D97-AF65-F5344CB8AC3E}">
        <p14:creationId xmlns:p14="http://schemas.microsoft.com/office/powerpoint/2010/main" val="1185188110"/>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262</a:t>
            </a:fld>
            <a:endParaRPr lang="en-GB"/>
          </a:p>
        </p:txBody>
      </p:sp>
    </p:spTree>
    <p:extLst>
      <p:ext uri="{BB962C8B-B14F-4D97-AF65-F5344CB8AC3E}">
        <p14:creationId xmlns:p14="http://schemas.microsoft.com/office/powerpoint/2010/main" val="131586739"/>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 executed</a:t>
            </a:r>
          </a:p>
          <a:p>
            <a:r>
              <a:rPr lang="en-GB" dirty="0"/>
              <a:t>Example: Annie has borrowed laptop 3 but hasn't returned it, and Chris has it, and Dan, and Erin!</a:t>
            </a:r>
          </a:p>
        </p:txBody>
      </p:sp>
      <p:sp>
        <p:nvSpPr>
          <p:cNvPr id="4" name="Slide Number Placeholder 3"/>
          <p:cNvSpPr>
            <a:spLocks noGrp="1"/>
          </p:cNvSpPr>
          <p:nvPr>
            <p:ph type="sldNum" sz="quarter" idx="5"/>
          </p:nvPr>
        </p:nvSpPr>
        <p:spPr/>
        <p:txBody>
          <a:bodyPr/>
          <a:lstStyle/>
          <a:p>
            <a:fld id="{B71FE5B5-A979-4370-A255-218EAB36A5F4}" type="slidenum">
              <a:rPr lang="en-GB" smtClean="0"/>
              <a:t>263</a:t>
            </a:fld>
            <a:endParaRPr lang="en-GB"/>
          </a:p>
        </p:txBody>
      </p:sp>
    </p:spTree>
    <p:extLst>
      <p:ext uri="{BB962C8B-B14F-4D97-AF65-F5344CB8AC3E}">
        <p14:creationId xmlns:p14="http://schemas.microsoft.com/office/powerpoint/2010/main" val="1221708792"/>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264</a:t>
            </a:fld>
            <a:endParaRPr lang="en-GB"/>
          </a:p>
        </p:txBody>
      </p:sp>
    </p:spTree>
    <p:extLst>
      <p:ext uri="{BB962C8B-B14F-4D97-AF65-F5344CB8AC3E}">
        <p14:creationId xmlns:p14="http://schemas.microsoft.com/office/powerpoint/2010/main" val="323204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endParaRPr lang="en-GB" dirty="0"/>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normAutofit/>
          </a:bodyPr>
          <a:lstStyle>
            <a:lvl1pPr marL="0" indent="0" algn="ctr">
              <a:buNone/>
              <a:defRPr sz="3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GB" dirty="0"/>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04/02/2026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normAutofit/>
          </a:bodyPr>
          <a:lstStyle>
            <a:lvl1pPr>
              <a:lnSpc>
                <a:spcPct val="120000"/>
              </a:lnSpc>
              <a:spcBef>
                <a:spcPts val="0"/>
              </a:spcBef>
              <a:defRPr sz="3200"/>
            </a:lvl1pPr>
            <a:lvl2pPr>
              <a:lnSpc>
                <a:spcPct val="120000"/>
              </a:lnSpc>
              <a:spcBef>
                <a:spcPts val="0"/>
              </a:spcBef>
              <a:defRPr sz="2800"/>
            </a:lvl2pPr>
            <a:lvl3pPr>
              <a:lnSpc>
                <a:spcPct val="120000"/>
              </a:lnSpc>
              <a:spcBef>
                <a:spcPts val="0"/>
              </a:spcBef>
              <a:defRPr sz="2400"/>
            </a:lvl3pPr>
            <a:lvl4pPr>
              <a:lnSpc>
                <a:spcPct val="120000"/>
              </a:lnSpc>
              <a:spcBef>
                <a:spcPts val="0"/>
              </a:spcBef>
              <a:defRPr sz="2000"/>
            </a:lvl4pPr>
            <a:lvl5pPr>
              <a:lnSpc>
                <a:spcPct val="120000"/>
              </a:lnSpc>
              <a:spcBef>
                <a:spcPts val="0"/>
              </a:spcBef>
              <a:defRPr sz="2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04/02/2026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normAutofit/>
          </a:bodyPr>
          <a:lstStyle>
            <a:lvl1pPr marL="0" indent="0">
              <a:buNone/>
              <a:defRPr sz="32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04/02/2026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04/02/2026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04/02/2026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04/02/2026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04/02/2026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04/02/2026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04/02/2026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04/02/2026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04/02/2026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04/02/2026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notesSlide" Target="../notesSlides/notesSlide52.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64.xml.rels><?xml version="1.0" encoding="UTF-8" standalone="yes"?>
<Relationships xmlns="http://schemas.openxmlformats.org/package/2006/relationships"><Relationship Id="rId3" Type="http://schemas.openxmlformats.org/officeDocument/2006/relationships/notesSlide" Target="../notesSlides/notesSlide53.xml"/><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65.xml.rels><?xml version="1.0" encoding="UTF-8" standalone="yes"?>
<Relationships xmlns="http://schemas.openxmlformats.org/package/2006/relationships"><Relationship Id="rId3" Type="http://schemas.openxmlformats.org/officeDocument/2006/relationships/notesSlide" Target="../notesSlides/notesSlide54.xml"/><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66.xml.rels><?xml version="1.0" encoding="UTF-8" standalone="yes"?>
<Relationships xmlns="http://schemas.openxmlformats.org/package/2006/relationships"><Relationship Id="rId3" Type="http://schemas.openxmlformats.org/officeDocument/2006/relationships/notesSlide" Target="../notesSlides/notesSlide55.xml"/><Relationship Id="rId2" Type="http://schemas.openxmlformats.org/officeDocument/2006/relationships/slideLayout" Target="../slideLayouts/slideLayout2.xml"/><Relationship Id="rId1" Type="http://schemas.openxmlformats.org/officeDocument/2006/relationships/themeOverride" Target="../theme/themeOverride4.xml"/></Relationships>
</file>

<file path=ppt/slides/_rels/slide67.xml.rels><?xml version="1.0" encoding="UTF-8" standalone="yes"?>
<Relationships xmlns="http://schemas.openxmlformats.org/package/2006/relationships"><Relationship Id="rId3" Type="http://schemas.openxmlformats.org/officeDocument/2006/relationships/notesSlide" Target="../notesSlides/notesSlide56.xml"/><Relationship Id="rId2" Type="http://schemas.openxmlformats.org/officeDocument/2006/relationships/slideLayout" Target="../slideLayouts/slideLayout2.xml"/><Relationship Id="rId1" Type="http://schemas.openxmlformats.org/officeDocument/2006/relationships/themeOverride" Target="../theme/themeOverride5.xml"/></Relationships>
</file>

<file path=ppt/slides/_rels/slide68.xml.rels><?xml version="1.0" encoding="UTF-8" standalone="yes"?>
<Relationships xmlns="http://schemas.openxmlformats.org/package/2006/relationships"><Relationship Id="rId3" Type="http://schemas.openxmlformats.org/officeDocument/2006/relationships/notesSlide" Target="../notesSlides/notesSlide57.xml"/><Relationship Id="rId2" Type="http://schemas.openxmlformats.org/officeDocument/2006/relationships/slideLayout" Target="../slideLayouts/slideLayout2.xml"/><Relationship Id="rId1" Type="http://schemas.openxmlformats.org/officeDocument/2006/relationships/themeOverride" Target="../theme/themeOverride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6.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30.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5.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5.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3" Type="http://schemas.openxmlformats.org/officeDocument/2006/relationships/hyperlink" Target="https://www.youtube.com/embed/gBJXfayW40M?start=0&amp;end=1056" TargetMode="External"/><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5.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5.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6.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6.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5.xml"/><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6.xml"/><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7.xml"/><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8.xml"/><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4.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4.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6.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6.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6.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6.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6.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6.xml"/></Relationships>
</file>

<file path=ppt/slides/_rels/slide201.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6.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6.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6.xml"/></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6.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6.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5.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2.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2.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2.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199.xml"/><Relationship Id="rId1" Type="http://schemas.openxmlformats.org/officeDocument/2006/relationships/slideLayout" Target="../slideLayouts/slideLayout2.xml"/></Relationships>
</file>

<file path=ppt/slides/_rels/slide254.xml.rels><?xml version="1.0" encoding="UTF-8" standalone="yes"?>
<Relationships xmlns="http://schemas.openxmlformats.org/package/2006/relationships"><Relationship Id="rId2" Type="http://schemas.openxmlformats.org/officeDocument/2006/relationships/notesSlide" Target="../notesSlides/notesSlide200.xml"/><Relationship Id="rId1" Type="http://schemas.openxmlformats.org/officeDocument/2006/relationships/slideLayout" Target="../slideLayouts/slideLayout2.xml"/></Relationships>
</file>

<file path=ppt/slides/_rels/slide255.xml.rels><?xml version="1.0" encoding="UTF-8" standalone="yes"?>
<Relationships xmlns="http://schemas.openxmlformats.org/package/2006/relationships"><Relationship Id="rId2" Type="http://schemas.openxmlformats.org/officeDocument/2006/relationships/notesSlide" Target="../notesSlides/notesSlide201.xml"/><Relationship Id="rId1" Type="http://schemas.openxmlformats.org/officeDocument/2006/relationships/slideLayout" Target="../slideLayouts/slideLayout5.xml"/></Relationships>
</file>

<file path=ppt/slides/_rels/slide256.xml.rels><?xml version="1.0" encoding="UTF-8" standalone="yes"?>
<Relationships xmlns="http://schemas.openxmlformats.org/package/2006/relationships"><Relationship Id="rId2" Type="http://schemas.openxmlformats.org/officeDocument/2006/relationships/notesSlide" Target="../notesSlides/notesSlide202.xml"/><Relationship Id="rId1" Type="http://schemas.openxmlformats.org/officeDocument/2006/relationships/slideLayout" Target="../slideLayouts/slideLayout5.xml"/></Relationships>
</file>

<file path=ppt/slides/_rels/slide257.xml.rels><?xml version="1.0" encoding="UTF-8" standalone="yes"?>
<Relationships xmlns="http://schemas.openxmlformats.org/package/2006/relationships"><Relationship Id="rId2" Type="http://schemas.openxmlformats.org/officeDocument/2006/relationships/notesSlide" Target="../notesSlides/notesSlide203.xml"/><Relationship Id="rId1" Type="http://schemas.openxmlformats.org/officeDocument/2006/relationships/slideLayout" Target="../slideLayouts/slideLayout5.xml"/></Relationships>
</file>

<file path=ppt/slides/_rels/slide25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4.xml"/><Relationship Id="rId1" Type="http://schemas.openxmlformats.org/officeDocument/2006/relationships/slideLayout" Target="../slideLayouts/slideLayout5.xml"/></Relationships>
</file>

<file path=ppt/slides/_rels/slide25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05.xml"/><Relationship Id="rId1" Type="http://schemas.openxmlformats.org/officeDocument/2006/relationships/slideLayout" Target="../slideLayouts/slideLayout5.xml"/></Relationships>
</file>

<file path=ppt/slides/_rels/slide260.xml.rels><?xml version="1.0" encoding="UTF-8" standalone="yes"?>
<Relationships xmlns="http://schemas.openxmlformats.org/package/2006/relationships"><Relationship Id="rId2" Type="http://schemas.openxmlformats.org/officeDocument/2006/relationships/notesSlide" Target="../notesSlides/notesSlide206.xml"/><Relationship Id="rId1" Type="http://schemas.openxmlformats.org/officeDocument/2006/relationships/slideLayout" Target="../slideLayouts/slideLayout6.xml"/></Relationships>
</file>

<file path=ppt/slides/_rels/slide261.xml.rels><?xml version="1.0" encoding="UTF-8" standalone="yes"?>
<Relationships xmlns="http://schemas.openxmlformats.org/package/2006/relationships"><Relationship Id="rId2" Type="http://schemas.openxmlformats.org/officeDocument/2006/relationships/notesSlide" Target="../notesSlides/notesSlide207.xml"/><Relationship Id="rId1" Type="http://schemas.openxmlformats.org/officeDocument/2006/relationships/slideLayout" Target="../slideLayouts/slideLayout6.xml"/></Relationships>
</file>

<file path=ppt/slides/_rels/slide262.xml.rels><?xml version="1.0" encoding="UTF-8" standalone="yes"?>
<Relationships xmlns="http://schemas.openxmlformats.org/package/2006/relationships"><Relationship Id="rId2" Type="http://schemas.openxmlformats.org/officeDocument/2006/relationships/notesSlide" Target="../notesSlides/notesSlide208.xml"/><Relationship Id="rId1" Type="http://schemas.openxmlformats.org/officeDocument/2006/relationships/slideLayout" Target="../slideLayouts/slideLayout6.xml"/></Relationships>
</file>

<file path=ppt/slides/_rels/slide263.xml.rels><?xml version="1.0" encoding="UTF-8" standalone="yes"?>
<Relationships xmlns="http://schemas.openxmlformats.org/package/2006/relationships"><Relationship Id="rId2" Type="http://schemas.openxmlformats.org/officeDocument/2006/relationships/notesSlide" Target="../notesSlides/notesSlide209.xml"/><Relationship Id="rId1" Type="http://schemas.openxmlformats.org/officeDocument/2006/relationships/slideLayout" Target="../slideLayouts/slideLayout6.xml"/></Relationships>
</file>

<file path=ppt/slides/_rels/slide264.xml.rels><?xml version="1.0" encoding="UTF-8" standalone="yes"?>
<Relationships xmlns="http://schemas.openxmlformats.org/package/2006/relationships"><Relationship Id="rId2" Type="http://schemas.openxmlformats.org/officeDocument/2006/relationships/notesSlide" Target="../notesSlides/notesSlide210.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N5 Computing Science</a:t>
            </a:r>
          </a:p>
        </p:txBody>
      </p:sp>
      <p:sp>
        <p:nvSpPr>
          <p:cNvPr id="3" name="Subtitle 2"/>
          <p:cNvSpPr>
            <a:spLocks noGrp="1"/>
          </p:cNvSpPr>
          <p:nvPr>
            <p:ph type="subTitle" idx="1"/>
          </p:nvPr>
        </p:nvSpPr>
        <p:spPr/>
        <p:txBody>
          <a:bodyPr>
            <a:normAutofit/>
          </a:bodyPr>
          <a:lstStyle/>
          <a:p>
            <a:r>
              <a:rPr lang="en-GB" sz="3200" dirty="0"/>
              <a:t>Database Design and Development</a:t>
            </a:r>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1</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20241271"/>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2" dur="500"/>
                                        <p:tgtEl>
                                          <p:spTgt spid="5">
                                            <p:graphicEl>
                                              <a:dgm id="{19C32B8D-512E-49A1-A0E6-109384C61E4D}"/>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7" dur="500"/>
                                        <p:tgtEl>
                                          <p:spTgt spid="5">
                                            <p:graphicEl>
                                              <a:dgm id="{AAD30B60-88C6-4919-B6DD-9F480459E84E}"/>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2" dur="500"/>
                                        <p:tgtEl>
                                          <p:spTgt spid="5">
                                            <p:graphicEl>
                                              <a:dgm id="{0DFDFC6D-8604-4378-B6A3-6A6720006C95}"/>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7" dur="500"/>
                                        <p:tgtEl>
                                          <p:spTgt spid="5">
                                            <p:graphicEl>
                                              <a:dgm id="{3451A250-69C4-4911-A975-CCB8D5F6053B}"/>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32" dur="500"/>
                                        <p:tgtEl>
                                          <p:spTgt spid="5">
                                            <p:graphicEl>
                                              <a:dgm id="{56AFEC8A-7D45-4965-A718-64DE087BA59E}"/>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graphicEl>
                                              <a:dgm id="{FC3BC805-9B18-48D9-A4F4-4BE17D54A28E}"/>
                                            </p:graphicEl>
                                          </p:spTgt>
                                        </p:tgtEl>
                                        <p:attrNameLst>
                                          <p:attrName>style.visibility</p:attrName>
                                        </p:attrNameLst>
                                      </p:cBhvr>
                                      <p:to>
                                        <p:strVal val="visible"/>
                                      </p:to>
                                    </p:set>
                                    <p:animEffect transition="in" filter="wipe(left)">
                                      <p:cBhvr>
                                        <p:cTn id="37" dur="500"/>
                                        <p:tgtEl>
                                          <p:spTgt spid="5">
                                            <p:graphicEl>
                                              <a:dgm id="{FC3BC805-9B18-48D9-A4F4-4BE17D54A28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graphicEl>
                                              <a:dgm id="{DEB3B5C2-DCC9-444C-A40C-E0CEA06D8FF2}"/>
                                            </p:graphicEl>
                                          </p:spTgt>
                                        </p:tgtEl>
                                        <p:attrNameLst>
                                          <p:attrName>style.visibility</p:attrName>
                                        </p:attrNameLst>
                                      </p:cBhvr>
                                      <p:to>
                                        <p:strVal val="visible"/>
                                      </p:to>
                                    </p:set>
                                    <p:animEffect transition="in" filter="wipe(left)">
                                      <p:cBhvr>
                                        <p:cTn id="42" dur="500"/>
                                        <p:tgtEl>
                                          <p:spTgt spid="5">
                                            <p:graphicEl>
                                              <a:dgm id="{DEB3B5C2-DCC9-444C-A40C-E0CEA06D8FF2}"/>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4"/>
                                        </p:tgtEl>
                                        <p:attrNameLst>
                                          <p:attrName>style.visibility</p:attrName>
                                        </p:attrNameLst>
                                      </p:cBhvr>
                                      <p:to>
                                        <p:strVal val="visible"/>
                                      </p:to>
                                    </p:set>
                                    <p:animEffect transition="in" filter="wipe(left)">
                                      <p:cBhvr>
                                        <p:cTn id="47" dur="1500"/>
                                        <p:tgtEl>
                                          <p:spTgt spid="4"/>
                                        </p:tgtEl>
                                      </p:cBhvr>
                                    </p:animEffect>
                                  </p:childTnLst>
                                </p:cTn>
                              </p:par>
                              <p:par>
                                <p:cTn id="48" presetID="22" presetClass="entr" presetSubtype="2" fill="hold" nodeType="withEffect">
                                  <p:stCondLst>
                                    <p:cond delay="0"/>
                                  </p:stCondLst>
                                  <p:childTnLst>
                                    <p:set>
                                      <p:cBhvr>
                                        <p:cTn id="49" dur="1" fill="hold">
                                          <p:stCondLst>
                                            <p:cond delay="0"/>
                                          </p:stCondLst>
                                        </p:cTn>
                                        <p:tgtEl>
                                          <p:spTgt spid="6"/>
                                        </p:tgtEl>
                                        <p:attrNameLst>
                                          <p:attrName>style.visibility</p:attrName>
                                        </p:attrNameLst>
                                      </p:cBhvr>
                                      <p:to>
                                        <p:strVal val="visible"/>
                                      </p:to>
                                    </p:set>
                                    <p:animEffect transition="in" filter="wipe(right)">
                                      <p:cBhvr>
                                        <p:cTn id="50"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Able to search for information</a:t>
            </a:r>
          </a:p>
          <a:p>
            <a:r>
              <a:rPr lang="en-GB" dirty="0"/>
              <a:t>Computerised</a:t>
            </a:r>
          </a:p>
        </p:txBody>
      </p:sp>
    </p:spTree>
    <p:extLst>
      <p:ext uri="{BB962C8B-B14F-4D97-AF65-F5344CB8AC3E}">
        <p14:creationId xmlns:p14="http://schemas.microsoft.com/office/powerpoint/2010/main" val="1842242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69E68C3-B6C9-4117-911E-3D36F6079B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0638"/>
            <a:ext cx="12192000" cy="6815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746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animEffect transition="in" filter="fade">
                                      <p:cBhvr>
                                        <p:cTn id="7" dur="2000"/>
                                        <p:tgtEl>
                                          <p:spTgt spid="10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380220" y="5324575"/>
            <a:ext cx="2379980" cy="487680"/>
          </a:xfrm>
          <a:prstGeom prst="callout2">
            <a:avLst>
              <a:gd name="adj1" fmla="val 52750"/>
              <a:gd name="adj2" fmla="val -2245"/>
              <a:gd name="adj3" fmla="val 52413"/>
              <a:gd name="adj4" fmla="val -18836"/>
              <a:gd name="adj5" fmla="val 51542"/>
              <a:gd name="adj6" fmla="val -3773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A record</a:t>
            </a:r>
          </a:p>
        </p:txBody>
      </p:sp>
    </p:spTree>
    <p:extLst>
      <p:ext uri="{BB962C8B-B14F-4D97-AF65-F5344CB8AC3E}">
        <p14:creationId xmlns:p14="http://schemas.microsoft.com/office/powerpoint/2010/main" val="319508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par>
                          <p:cTn id="17" fill="hold">
                            <p:stCondLst>
                              <p:cond delay="2000"/>
                            </p:stCondLst>
                            <p:childTnLst>
                              <p:par>
                                <p:cTn id="18" presetID="10"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1000"/>
                                        <p:tgtEl>
                                          <p:spTgt spid="5"/>
                                        </p:tgtEl>
                                      </p:cBhvr>
                                    </p:animEffect>
                                  </p:childTnLst>
                                </p:cTn>
                              </p:par>
                            </p:childTnLst>
                          </p:cTn>
                        </p:par>
                        <p:par>
                          <p:cTn id="21" fill="hold">
                            <p:stCondLst>
                              <p:cond delay="3000"/>
                            </p:stCondLst>
                            <p:childTnLst>
                              <p:par>
                                <p:cTn id="22" presetID="10" presetClass="entr" presetSubtype="0"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10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5" grpId="0" animBg="1"/>
      <p:bldP spid="8" grpId="0" animBg="1"/>
      <p:bldP spid="7"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Tree>
    <p:extLst>
      <p:ext uri="{BB962C8B-B14F-4D97-AF65-F5344CB8AC3E}">
        <p14:creationId xmlns:p14="http://schemas.microsoft.com/office/powerpoint/2010/main" val="5045137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076279344"/>
              </p:ext>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
        <p:nvSpPr>
          <p:cNvPr id="4" name="Rectangle: Rounded Corners 9">
            <a:extLst>
              <a:ext uri="{FF2B5EF4-FFF2-40B4-BE49-F238E27FC236}">
                <a16:creationId xmlns:a16="http://schemas.microsoft.com/office/drawing/2014/main" id="{5D773087-09BD-45AD-89A6-29025E9351DE}"/>
              </a:ext>
            </a:extLst>
          </p:cNvPr>
          <p:cNvSpPr/>
          <p:nvPr/>
        </p:nvSpPr>
        <p:spPr>
          <a:xfrm>
            <a:off x="838200" y="4486590"/>
            <a:ext cx="6451600"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Callout: Bent Line with No Border 4">
            <a:extLst>
              <a:ext uri="{FF2B5EF4-FFF2-40B4-BE49-F238E27FC236}">
                <a16:creationId xmlns:a16="http://schemas.microsoft.com/office/drawing/2014/main" id="{924404A3-ED4C-4699-9CA9-EFEB23F51AA9}"/>
              </a:ext>
            </a:extLst>
          </p:cNvPr>
          <p:cNvSpPr/>
          <p:nvPr/>
        </p:nvSpPr>
        <p:spPr>
          <a:xfrm>
            <a:off x="8382635" y="4324728"/>
            <a:ext cx="2839547" cy="889507"/>
          </a:xfrm>
          <a:prstGeom prst="callout2">
            <a:avLst>
              <a:gd name="adj1" fmla="val 52750"/>
              <a:gd name="adj2" fmla="val -2245"/>
              <a:gd name="adj3" fmla="val 53715"/>
              <a:gd name="adj4" fmla="val -18969"/>
              <a:gd name="adj5" fmla="val 53496"/>
              <a:gd name="adj6" fmla="val -32662"/>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record</a:t>
            </a:r>
          </a:p>
          <a:p>
            <a:r>
              <a:rPr lang="en-GB" sz="2800" b="1" dirty="0">
                <a:solidFill>
                  <a:srgbClr val="7030A0"/>
                </a:solidFill>
              </a:rPr>
              <a:t>(multiple fields)</a:t>
            </a:r>
          </a:p>
        </p:txBody>
      </p:sp>
      <p:sp>
        <p:nvSpPr>
          <p:cNvPr id="3" name="TextBox 2">
            <a:extLst>
              <a:ext uri="{FF2B5EF4-FFF2-40B4-BE49-F238E27FC236}">
                <a16:creationId xmlns:a16="http://schemas.microsoft.com/office/drawing/2014/main" id="{52A295CC-8959-7191-3AFD-BD54D14A7EC9}"/>
              </a:ext>
            </a:extLst>
          </p:cNvPr>
          <p:cNvSpPr txBox="1"/>
          <p:nvPr/>
        </p:nvSpPr>
        <p:spPr>
          <a:xfrm>
            <a:off x="838200" y="1559731"/>
            <a:ext cx="3955442" cy="584775"/>
          </a:xfrm>
          <a:prstGeom prst="rect">
            <a:avLst/>
          </a:prstGeom>
          <a:noFill/>
        </p:spPr>
        <p:txBody>
          <a:bodyPr wrap="none" rtlCol="0">
            <a:spAutoFit/>
          </a:bodyPr>
          <a:lstStyle/>
          <a:p>
            <a:r>
              <a:rPr lang="en-GB" sz="3200" b="1" dirty="0">
                <a:solidFill>
                  <a:srgbClr val="7030A0"/>
                </a:solidFill>
              </a:rPr>
              <a:t>Data stored in table(s)</a:t>
            </a:r>
          </a:p>
        </p:txBody>
      </p:sp>
      <p:sp>
        <p:nvSpPr>
          <p:cNvPr id="7" name="Rectangle: Rounded Corners 9">
            <a:extLst>
              <a:ext uri="{FF2B5EF4-FFF2-40B4-BE49-F238E27FC236}">
                <a16:creationId xmlns:a16="http://schemas.microsoft.com/office/drawing/2014/main" id="{EBD85118-3121-322A-A785-D7E5BC3C6DDB}"/>
              </a:ext>
            </a:extLst>
          </p:cNvPr>
          <p:cNvSpPr/>
          <p:nvPr/>
        </p:nvSpPr>
        <p:spPr>
          <a:xfrm>
            <a:off x="5428891" y="2757168"/>
            <a:ext cx="1805796"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Callout: Bent Line with No Border 4">
            <a:extLst>
              <a:ext uri="{FF2B5EF4-FFF2-40B4-BE49-F238E27FC236}">
                <a16:creationId xmlns:a16="http://schemas.microsoft.com/office/drawing/2014/main" id="{B9255652-7499-91E1-0752-F0DD357DD42C}"/>
              </a:ext>
            </a:extLst>
          </p:cNvPr>
          <p:cNvSpPr/>
          <p:nvPr/>
        </p:nvSpPr>
        <p:spPr>
          <a:xfrm>
            <a:off x="8382635" y="2811781"/>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field</a:t>
            </a:r>
          </a:p>
        </p:txBody>
      </p:sp>
    </p:spTree>
    <p:extLst>
      <p:ext uri="{BB962C8B-B14F-4D97-AF65-F5344CB8AC3E}">
        <p14:creationId xmlns:p14="http://schemas.microsoft.com/office/powerpoint/2010/main" val="3877628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37"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barn(outVertical)">
                                      <p:cBhvr>
                                        <p:cTn id="17" dur="500"/>
                                        <p:tgtEl>
                                          <p:spTgt spid="7"/>
                                        </p:tgtEl>
                                      </p:cBhvr>
                                    </p:animEffect>
                                  </p:childTnLst>
                                </p:cTn>
                              </p:par>
                            </p:childTnLst>
                          </p:cTn>
                        </p:par>
                        <p:par>
                          <p:cTn id="18" fill="hold">
                            <p:stCondLst>
                              <p:cond delay="1500"/>
                            </p:stCondLst>
                            <p:childTnLst>
                              <p:par>
                                <p:cTn id="19" presetID="10" presetClass="entr" presetSubtype="0" fill="hold" grpId="0" nodeType="after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barn(outVertical)">
                                      <p:cBhvr>
                                        <p:cTn id="26" dur="1500"/>
                                        <p:tgtEl>
                                          <p:spTgt spid="4"/>
                                        </p:tgtEl>
                                      </p:cBhvr>
                                    </p:animEffect>
                                  </p:childTnLst>
                                </p:cTn>
                              </p:par>
                            </p:childTnLst>
                          </p:cTn>
                        </p:par>
                        <p:par>
                          <p:cTn id="27" fill="hold">
                            <p:stCondLst>
                              <p:cond delay="1500"/>
                            </p:stCondLst>
                            <p:childTnLst>
                              <p:par>
                                <p:cTn id="28" presetID="10" presetClass="entr" presetSubtype="0" fill="hold" grpId="0" nodeType="afterEffect">
                                  <p:stCondLst>
                                    <p:cond delay="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3" grpId="0"/>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Tree>
    <p:extLst>
      <p:ext uri="{BB962C8B-B14F-4D97-AF65-F5344CB8AC3E}">
        <p14:creationId xmlns:p14="http://schemas.microsoft.com/office/powerpoint/2010/main" val="2744777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8039509" cy="584775"/>
          </a:xfrm>
          <a:prstGeom prst="rect">
            <a:avLst/>
          </a:prstGeom>
          <a:noFill/>
        </p:spPr>
        <p:txBody>
          <a:bodyPr wrap="none" rtlCol="0">
            <a:spAutoFit/>
          </a:bodyPr>
          <a:lstStyle/>
          <a:p>
            <a:r>
              <a:rPr lang="en-GB" sz="3200" b="1" dirty="0">
                <a:solidFill>
                  <a:srgbClr val="7030A0"/>
                </a:solidFill>
              </a:rPr>
              <a:t>Multiple tables – each holds data on one topic</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1912165251"/>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9" name="TextBox 8">
            <a:extLst>
              <a:ext uri="{FF2B5EF4-FFF2-40B4-BE49-F238E27FC236}">
                <a16:creationId xmlns:a16="http://schemas.microsoft.com/office/drawing/2014/main" id="{B935E981-B7C6-4BDF-ADC2-EFF2B075D3D8}"/>
              </a:ext>
            </a:extLst>
          </p:cNvPr>
          <p:cNvSpPr txBox="1"/>
          <p:nvPr/>
        </p:nvSpPr>
        <p:spPr>
          <a:xfrm>
            <a:off x="7911428" y="5405820"/>
            <a:ext cx="2977866" cy="584775"/>
          </a:xfrm>
          <a:prstGeom prst="rect">
            <a:avLst/>
          </a:prstGeom>
          <a:noFill/>
        </p:spPr>
        <p:txBody>
          <a:bodyPr wrap="none" rtlCol="0">
            <a:spAutoFit/>
          </a:bodyPr>
          <a:lstStyle/>
          <a:p>
            <a:r>
              <a:rPr lang="en-GB" sz="3200" b="1" dirty="0">
                <a:solidFill>
                  <a:srgbClr val="7030A0"/>
                </a:solidFill>
              </a:rPr>
              <a:t>Data links tables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724133580"/>
              </p:ext>
            </p:extLst>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cxnSp>
        <p:nvCxnSpPr>
          <p:cNvPr id="4" name="Straight Arrow Connector 3">
            <a:extLst>
              <a:ext uri="{FF2B5EF4-FFF2-40B4-BE49-F238E27FC236}">
                <a16:creationId xmlns:a16="http://schemas.microsoft.com/office/drawing/2014/main" id="{231371B6-0511-44D2-AF15-46D0C5B87BB2}"/>
              </a:ext>
            </a:extLst>
          </p:cNvPr>
          <p:cNvCxnSpPr>
            <a:cxnSpLocks/>
          </p:cNvCxnSpPr>
          <p:nvPr/>
        </p:nvCxnSpPr>
        <p:spPr>
          <a:xfrm>
            <a:off x="6096000" y="3630645"/>
            <a:ext cx="1573848" cy="0"/>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6402D11-5365-4584-AF20-FCE4B78FE7A0}"/>
              </a:ext>
            </a:extLst>
          </p:cNvPr>
          <p:cNvCxnSpPr>
            <a:cxnSpLocks/>
          </p:cNvCxnSpPr>
          <p:nvPr/>
        </p:nvCxnSpPr>
        <p:spPr>
          <a:xfrm flipV="1">
            <a:off x="6096000" y="4375230"/>
            <a:ext cx="1670613" cy="1615365"/>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152929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2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1500"/>
                                        <p:tgtEl>
                                          <p:spTgt spid="6"/>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wipe(left)">
                                      <p:cBhvr>
                                        <p:cTn id="30" dur="1000"/>
                                        <p:tgtEl>
                                          <p:spTgt spid="4"/>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1000"/>
                                        <p:tgtEl>
                                          <p:spTgt spid="16"/>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p:bldP spid="3"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483771298"/>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2340281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b="1" dirty="0">
                <a:solidFill>
                  <a:srgbClr val="FF0000"/>
                </a:solidFill>
              </a:rPr>
              <a:t>"SEQUEL"</a:t>
            </a:r>
          </a:p>
        </p:txBody>
      </p:sp>
    </p:spTree>
    <p:extLst>
      <p:ext uri="{BB962C8B-B14F-4D97-AF65-F5344CB8AC3E}">
        <p14:creationId xmlns:p14="http://schemas.microsoft.com/office/powerpoint/2010/main" val="28860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p>
          <a:p>
            <a:r>
              <a:rPr lang="en-GB" sz="9600" b="1" dirty="0">
                <a:solidFill>
                  <a:srgbClr val="7030A0"/>
                </a:solidFill>
              </a:rPr>
              <a:t>Q</a:t>
            </a:r>
          </a:p>
          <a:p>
            <a:r>
              <a:rPr lang="en-GB" sz="9600" b="1" dirty="0">
                <a:solidFill>
                  <a:srgbClr val="7030A0"/>
                </a:solidFill>
              </a:rPr>
              <a:t>L</a:t>
            </a:r>
            <a:endParaRPr lang="en-GB" sz="9600" dirty="0"/>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Tree>
    <p:extLst>
      <p:ext uri="{BB962C8B-B14F-4D97-AF65-F5344CB8AC3E}">
        <p14:creationId xmlns:p14="http://schemas.microsoft.com/office/powerpoint/2010/main" val="16105653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DD032C-747B-43CF-884D-7ACD26C31B4A}"/>
              </a:ext>
            </a:extLst>
          </p:cNvPr>
          <p:cNvSpPr>
            <a:spLocks noGrp="1"/>
          </p:cNvSpPr>
          <p:nvPr>
            <p:ph type="title"/>
          </p:nvPr>
        </p:nvSpPr>
        <p:spPr/>
        <p:txBody>
          <a:bodyPr/>
          <a:lstStyle/>
          <a:p>
            <a:r>
              <a:rPr lang="en-GB" dirty="0"/>
              <a:t>DB Browser for SQLite</a:t>
            </a:r>
          </a:p>
        </p:txBody>
      </p:sp>
      <p:sp>
        <p:nvSpPr>
          <p:cNvPr id="3" name="Text Placeholder 2">
            <a:extLst>
              <a:ext uri="{FF2B5EF4-FFF2-40B4-BE49-F238E27FC236}">
                <a16:creationId xmlns:a16="http://schemas.microsoft.com/office/drawing/2014/main" id="{F6399757-F604-4277-99DE-AE75EE3A83E3}"/>
              </a:ext>
            </a:extLst>
          </p:cNvPr>
          <p:cNvSpPr>
            <a:spLocks noGrp="1"/>
          </p:cNvSpPr>
          <p:nvPr>
            <p:ph type="body" idx="1"/>
          </p:nvPr>
        </p:nvSpPr>
        <p:spPr/>
        <p:txBody>
          <a:bodyPr/>
          <a:lstStyle/>
          <a:p>
            <a:r>
              <a:rPr lang="en-GB" sz="3200" dirty="0"/>
              <a:t>Setup</a:t>
            </a:r>
            <a:endParaRPr lang="en-GB" dirty="0"/>
          </a:p>
        </p:txBody>
      </p:sp>
    </p:spTree>
    <p:extLst>
      <p:ext uri="{BB962C8B-B14F-4D97-AF65-F5344CB8AC3E}">
        <p14:creationId xmlns:p14="http://schemas.microsoft.com/office/powerpoint/2010/main" val="21207456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9EEEA1B-CA96-47AA-938A-E625989FE2B8}"/>
              </a:ext>
            </a:extLst>
          </p:cNvPr>
          <p:cNvPicPr>
            <a:picLocks noChangeAspect="1"/>
          </p:cNvPicPr>
          <p:nvPr/>
        </p:nvPicPr>
        <p:blipFill rotWithShape="1">
          <a:blip r:embed="rId2"/>
          <a:srcRect t="6736"/>
          <a:stretch/>
        </p:blipFill>
        <p:spPr>
          <a:xfrm>
            <a:off x="1177323" y="2877736"/>
            <a:ext cx="10176477" cy="2578688"/>
          </a:xfrm>
          <a:prstGeom prst="rect">
            <a:avLst/>
          </a:prstGeom>
        </p:spPr>
      </p:pic>
      <p:pic>
        <p:nvPicPr>
          <p:cNvPr id="6" name="Picture 5">
            <a:extLst>
              <a:ext uri="{FF2B5EF4-FFF2-40B4-BE49-F238E27FC236}">
                <a16:creationId xmlns:a16="http://schemas.microsoft.com/office/drawing/2014/main" id="{D1E8208F-9679-4FB9-BD07-D2EBB831BEFC}"/>
              </a:ext>
            </a:extLst>
          </p:cNvPr>
          <p:cNvPicPr>
            <a:picLocks noChangeAspect="1"/>
          </p:cNvPicPr>
          <p:nvPr/>
        </p:nvPicPr>
        <p:blipFill rotWithShape="1">
          <a:blip r:embed="rId3"/>
          <a:srcRect l="1111" t="10111" r="2993"/>
          <a:stretch/>
        </p:blipFill>
        <p:spPr>
          <a:xfrm>
            <a:off x="1037057" y="1666805"/>
            <a:ext cx="10626305" cy="4733995"/>
          </a:xfrm>
          <a:prstGeom prst="rect">
            <a:avLst/>
          </a:prstGeom>
        </p:spPr>
      </p:pic>
      <p:pic>
        <p:nvPicPr>
          <p:cNvPr id="5" name="Picture 4">
            <a:extLst>
              <a:ext uri="{FF2B5EF4-FFF2-40B4-BE49-F238E27FC236}">
                <a16:creationId xmlns:a16="http://schemas.microsoft.com/office/drawing/2014/main" id="{FD0C6429-8DF0-4AEF-A5E4-B8A8869104C9}"/>
              </a:ext>
            </a:extLst>
          </p:cNvPr>
          <p:cNvPicPr>
            <a:picLocks noChangeAspect="1"/>
          </p:cNvPicPr>
          <p:nvPr/>
        </p:nvPicPr>
        <p:blipFill rotWithShape="1">
          <a:blip r:embed="rId4"/>
          <a:srcRect l="1428" t="24539" r="1251"/>
          <a:stretch/>
        </p:blipFill>
        <p:spPr>
          <a:xfrm>
            <a:off x="1037057" y="1666805"/>
            <a:ext cx="10682469" cy="1620110"/>
          </a:xfrm>
          <a:prstGeom prst="rect">
            <a:avLst/>
          </a:prstGeom>
        </p:spPr>
      </p:pic>
      <p:pic>
        <p:nvPicPr>
          <p:cNvPr id="4" name="Picture 3">
            <a:extLst>
              <a:ext uri="{FF2B5EF4-FFF2-40B4-BE49-F238E27FC236}">
                <a16:creationId xmlns:a16="http://schemas.microsoft.com/office/drawing/2014/main" id="{431D348A-1E20-4DD1-9964-01135A5AF008}"/>
              </a:ext>
            </a:extLst>
          </p:cNvPr>
          <p:cNvPicPr>
            <a:picLocks noChangeAspect="1"/>
          </p:cNvPicPr>
          <p:nvPr/>
        </p:nvPicPr>
        <p:blipFill rotWithShape="1">
          <a:blip r:embed="rId5"/>
          <a:srcRect l="1596" t="15197"/>
          <a:stretch/>
        </p:blipFill>
        <p:spPr>
          <a:xfrm>
            <a:off x="1037057" y="1666805"/>
            <a:ext cx="10515600" cy="4553946"/>
          </a:xfrm>
          <a:prstGeom prst="rect">
            <a:avLst/>
          </a:prstGeom>
        </p:spPr>
      </p:pic>
      <p:pic>
        <p:nvPicPr>
          <p:cNvPr id="3" name="Picture 2">
            <a:extLst>
              <a:ext uri="{FF2B5EF4-FFF2-40B4-BE49-F238E27FC236}">
                <a16:creationId xmlns:a16="http://schemas.microsoft.com/office/drawing/2014/main" id="{6372C94C-F39C-4633-9690-936896E7997C}"/>
              </a:ext>
            </a:extLst>
          </p:cNvPr>
          <p:cNvPicPr>
            <a:picLocks noChangeAspect="1"/>
          </p:cNvPicPr>
          <p:nvPr/>
        </p:nvPicPr>
        <p:blipFill>
          <a:blip r:embed="rId6"/>
          <a:stretch>
            <a:fillRect/>
          </a:stretch>
        </p:blipFill>
        <p:spPr>
          <a:xfrm>
            <a:off x="1037057" y="1666805"/>
            <a:ext cx="6995773" cy="4820999"/>
          </a:xfrm>
          <a:prstGeom prst="rect">
            <a:avLst/>
          </a:prstGeom>
        </p:spPr>
      </p:pic>
      <p:sp>
        <p:nvSpPr>
          <p:cNvPr id="2" name="Title 1">
            <a:extLst>
              <a:ext uri="{FF2B5EF4-FFF2-40B4-BE49-F238E27FC236}">
                <a16:creationId xmlns:a16="http://schemas.microsoft.com/office/drawing/2014/main" id="{D049432C-9C31-40D9-8C26-6E288E61F0CD}"/>
              </a:ext>
            </a:extLst>
          </p:cNvPr>
          <p:cNvSpPr>
            <a:spLocks noGrp="1"/>
          </p:cNvSpPr>
          <p:nvPr>
            <p:ph type="title"/>
          </p:nvPr>
        </p:nvSpPr>
        <p:spPr/>
        <p:txBody>
          <a:bodyPr/>
          <a:lstStyle/>
          <a:p>
            <a:r>
              <a:rPr lang="en-GB" dirty="0"/>
              <a:t>Edit – Preferences</a:t>
            </a:r>
          </a:p>
        </p:txBody>
      </p:sp>
    </p:spTree>
    <p:extLst>
      <p:ext uri="{BB962C8B-B14F-4D97-AF65-F5344CB8AC3E}">
        <p14:creationId xmlns:p14="http://schemas.microsoft.com/office/powerpoint/2010/main" val="4100891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nodeType="clickEffect">
                                  <p:stCondLst>
                                    <p:cond delay="0"/>
                                  </p:stCondLst>
                                  <p:childTnLst>
                                    <p:animEffect transition="out" filter="fade">
                                      <p:cBhvr>
                                        <p:cTn id="11" dur="500"/>
                                        <p:tgtEl>
                                          <p:spTgt spid="3"/>
                                        </p:tgtEl>
                                      </p:cBhvr>
                                    </p:animEffect>
                                    <p:set>
                                      <p:cBhvr>
                                        <p:cTn id="12" dur="1" fill="hold">
                                          <p:stCondLst>
                                            <p:cond delay="499"/>
                                          </p:stCondLst>
                                        </p:cTn>
                                        <p:tgtEl>
                                          <p:spTgt spid="3"/>
                                        </p:tgtEl>
                                        <p:attrNameLst>
                                          <p:attrName>style.visibility</p:attrName>
                                        </p:attrNameLst>
                                      </p:cBhvr>
                                      <p:to>
                                        <p:strVal val="hidden"/>
                                      </p:to>
                                    </p:set>
                                  </p:childTnLst>
                                </p:cTn>
                              </p:par>
                            </p:childTnLst>
                          </p:cTn>
                        </p:par>
                        <p:par>
                          <p:cTn id="13" fill="hold">
                            <p:stCondLst>
                              <p:cond delay="500"/>
                            </p:stCondLst>
                            <p:childTnLst>
                              <p:par>
                                <p:cTn id="14" presetID="10" presetClass="entr" presetSubtype="0" fill="hold"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nodeType="clickEffect">
                                  <p:stCondLst>
                                    <p:cond delay="0"/>
                                  </p:stCondLst>
                                  <p:childTnLst>
                                    <p:animEffect transition="out" filter="fade">
                                      <p:cBhvr>
                                        <p:cTn id="20" dur="500"/>
                                        <p:tgtEl>
                                          <p:spTgt spid="4"/>
                                        </p:tgtEl>
                                      </p:cBhvr>
                                    </p:animEffect>
                                    <p:set>
                                      <p:cBhvr>
                                        <p:cTn id="21" dur="1" fill="hold">
                                          <p:stCondLst>
                                            <p:cond delay="499"/>
                                          </p:stCondLst>
                                        </p:cTn>
                                        <p:tgtEl>
                                          <p:spTgt spid="4"/>
                                        </p:tgtEl>
                                        <p:attrNameLst>
                                          <p:attrName>style.visibility</p:attrName>
                                        </p:attrNameLst>
                                      </p:cBhvr>
                                      <p:to>
                                        <p:strVal val="hidden"/>
                                      </p:to>
                                    </p:set>
                                  </p:childTnLst>
                                </p:cTn>
                              </p:par>
                            </p:childTnLst>
                          </p:cTn>
                        </p:par>
                        <p:par>
                          <p:cTn id="22" fill="hold">
                            <p:stCondLst>
                              <p:cond delay="500"/>
                            </p:stCondLst>
                            <p:childTnLst>
                              <p:par>
                                <p:cTn id="23" presetID="10" presetClass="entr" presetSubtype="0" fill="hold" nodeType="after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500"/>
                                        <p:tgtEl>
                                          <p:spTgt spid="5"/>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xit" presetSubtype="0" fill="hold" nodeType="clickEffect">
                                  <p:stCondLst>
                                    <p:cond delay="0"/>
                                  </p:stCondLst>
                                  <p:childTnLst>
                                    <p:animEffect transition="out" filter="fade">
                                      <p:cBhvr>
                                        <p:cTn id="29" dur="500"/>
                                        <p:tgtEl>
                                          <p:spTgt spid="5"/>
                                        </p:tgtEl>
                                      </p:cBhvr>
                                    </p:animEffect>
                                    <p:set>
                                      <p:cBhvr>
                                        <p:cTn id="30" dur="1" fill="hold">
                                          <p:stCondLst>
                                            <p:cond delay="499"/>
                                          </p:stCondLst>
                                        </p:cTn>
                                        <p:tgtEl>
                                          <p:spTgt spid="5"/>
                                        </p:tgtEl>
                                        <p:attrNameLst>
                                          <p:attrName>style.visibility</p:attrName>
                                        </p:attrNameLst>
                                      </p:cBhvr>
                                      <p:to>
                                        <p:strVal val="hidden"/>
                                      </p:to>
                                    </p:set>
                                  </p:childTnLst>
                                </p:cTn>
                              </p:par>
                            </p:childTnLst>
                          </p:cTn>
                        </p:par>
                        <p:par>
                          <p:cTn id="31" fill="hold">
                            <p:stCondLst>
                              <p:cond delay="500"/>
                            </p:stCondLst>
                            <p:childTnLst>
                              <p:par>
                                <p:cTn id="32" presetID="10" presetClass="entr" presetSubtype="0" fill="hold"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500"/>
                                        <p:tgtEl>
                                          <p:spTgt spid="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xit" presetSubtype="0" fill="hold" nodeType="clickEffect">
                                  <p:stCondLst>
                                    <p:cond delay="0"/>
                                  </p:stCondLst>
                                  <p:childTnLst>
                                    <p:animEffect transition="out" filter="fade">
                                      <p:cBhvr>
                                        <p:cTn id="38" dur="500"/>
                                        <p:tgtEl>
                                          <p:spTgt spid="6"/>
                                        </p:tgtEl>
                                      </p:cBhvr>
                                    </p:animEffect>
                                    <p:set>
                                      <p:cBhvr>
                                        <p:cTn id="39" dur="1" fill="hold">
                                          <p:stCondLst>
                                            <p:cond delay="499"/>
                                          </p:stCondLst>
                                        </p:cTn>
                                        <p:tgtEl>
                                          <p:spTgt spid="6"/>
                                        </p:tgtEl>
                                        <p:attrNameLst>
                                          <p:attrName>style.visibility</p:attrName>
                                        </p:attrNameLst>
                                      </p:cBhvr>
                                      <p:to>
                                        <p:strVal val="hidden"/>
                                      </p:to>
                                    </p:set>
                                  </p:childTnLst>
                                </p:cTn>
                              </p:par>
                            </p:childTnLst>
                          </p:cTn>
                        </p:par>
                        <p:par>
                          <p:cTn id="40" fill="hold">
                            <p:stCondLst>
                              <p:cond delay="500"/>
                            </p:stCondLst>
                            <p:childTnLst>
                              <p:par>
                                <p:cTn id="41" presetID="10" presetClass="entr" presetSubtype="0" fill="hold" nodeType="afterEffect">
                                  <p:stCondLst>
                                    <p:cond delay="0"/>
                                  </p:stCondLst>
                                  <p:childTnLst>
                                    <p:set>
                                      <p:cBhvr>
                                        <p:cTn id="42" dur="1" fill="hold">
                                          <p:stCondLst>
                                            <p:cond delay="0"/>
                                          </p:stCondLst>
                                        </p:cTn>
                                        <p:tgtEl>
                                          <p:spTgt spid="7"/>
                                        </p:tgtEl>
                                        <p:attrNameLst>
                                          <p:attrName>style.visibility</p:attrName>
                                        </p:attrNameLst>
                                      </p:cBhvr>
                                      <p:to>
                                        <p:strVal val="visible"/>
                                      </p:to>
                                    </p:set>
                                    <p:animEffect transition="in" filter="fade">
                                      <p:cBhvr>
                                        <p:cTn id="43"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277E8C-E4DA-48E1-A57F-56A67EA6539B}"/>
              </a:ext>
            </a:extLst>
          </p:cNvPr>
          <p:cNvSpPr>
            <a:spLocks noGrp="1"/>
          </p:cNvSpPr>
          <p:nvPr>
            <p:ph type="title"/>
          </p:nvPr>
        </p:nvSpPr>
        <p:spPr/>
        <p:txBody>
          <a:bodyPr/>
          <a:lstStyle/>
          <a:p>
            <a:r>
              <a:rPr lang="en-GB" dirty="0"/>
              <a:t>View – Edit Pragmas</a:t>
            </a:r>
          </a:p>
        </p:txBody>
      </p:sp>
      <p:pic>
        <p:nvPicPr>
          <p:cNvPr id="3" name="Picture 2">
            <a:extLst>
              <a:ext uri="{FF2B5EF4-FFF2-40B4-BE49-F238E27FC236}">
                <a16:creationId xmlns:a16="http://schemas.microsoft.com/office/drawing/2014/main" id="{4999E231-EF80-4729-892E-1ED241F4B497}"/>
              </a:ext>
            </a:extLst>
          </p:cNvPr>
          <p:cNvPicPr>
            <a:picLocks noChangeAspect="1"/>
          </p:cNvPicPr>
          <p:nvPr/>
        </p:nvPicPr>
        <p:blipFill>
          <a:blip r:embed="rId2"/>
          <a:stretch>
            <a:fillRect/>
          </a:stretch>
        </p:blipFill>
        <p:spPr>
          <a:xfrm>
            <a:off x="838200" y="1690687"/>
            <a:ext cx="6152909" cy="4718041"/>
          </a:xfrm>
          <a:prstGeom prst="rect">
            <a:avLst/>
          </a:prstGeom>
        </p:spPr>
      </p:pic>
      <p:sp>
        <p:nvSpPr>
          <p:cNvPr id="4" name="TextBox 3">
            <a:extLst>
              <a:ext uri="{FF2B5EF4-FFF2-40B4-BE49-F238E27FC236}">
                <a16:creationId xmlns:a16="http://schemas.microsoft.com/office/drawing/2014/main" id="{9540C108-C9FE-42D7-BD6F-E1997C341839}"/>
              </a:ext>
            </a:extLst>
          </p:cNvPr>
          <p:cNvSpPr txBox="1"/>
          <p:nvPr/>
        </p:nvSpPr>
        <p:spPr>
          <a:xfrm>
            <a:off x="7450857" y="1904581"/>
            <a:ext cx="2609817" cy="1754326"/>
          </a:xfrm>
          <a:prstGeom prst="rect">
            <a:avLst/>
          </a:prstGeom>
          <a:noFill/>
        </p:spPr>
        <p:txBody>
          <a:bodyPr wrap="none" rtlCol="0">
            <a:spAutoFit/>
          </a:bodyPr>
          <a:lstStyle/>
          <a:p>
            <a:pPr algn="ctr"/>
            <a:r>
              <a:rPr lang="en-GB" sz="3600" dirty="0">
                <a:solidFill>
                  <a:srgbClr val="7030A0"/>
                </a:solidFill>
              </a:rPr>
              <a:t>Removes</a:t>
            </a:r>
          </a:p>
          <a:p>
            <a:pPr algn="ctr"/>
            <a:r>
              <a:rPr lang="en-GB" sz="3600" dirty="0">
                <a:solidFill>
                  <a:srgbClr val="7030A0"/>
                </a:solidFill>
              </a:rPr>
              <a:t>Edit Pragmas</a:t>
            </a:r>
          </a:p>
          <a:p>
            <a:pPr algn="ctr"/>
            <a:r>
              <a:rPr lang="en-GB" sz="3600" dirty="0">
                <a:solidFill>
                  <a:srgbClr val="7030A0"/>
                </a:solidFill>
              </a:rPr>
              <a:t>tab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002852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4">
                                            <p:txEl>
                                              <p:pRg st="0" end="0"/>
                                            </p:txEl>
                                          </p:spTgt>
                                        </p:tgtEl>
                                        <p:attrNameLst>
                                          <p:attrName>style.visibility</p:attrName>
                                        </p:attrNameLst>
                                      </p:cBhvr>
                                      <p:to>
                                        <p:strVal val="visible"/>
                                      </p:to>
                                    </p:set>
                                    <p:animEffect transition="in" filter="wipe(left)">
                                      <p:cBhvr>
                                        <p:cTn id="11" dur="1000"/>
                                        <p:tgtEl>
                                          <p:spTgt spid="4">
                                            <p:txEl>
                                              <p:pRg st="0" end="0"/>
                                            </p:txEl>
                                          </p:spTgt>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4">
                                            <p:txEl>
                                              <p:pRg st="1" end="1"/>
                                            </p:txEl>
                                          </p:spTgt>
                                        </p:tgtEl>
                                        <p:attrNameLst>
                                          <p:attrName>style.visibility</p:attrName>
                                        </p:attrNameLst>
                                      </p:cBhvr>
                                      <p:to>
                                        <p:strVal val="visible"/>
                                      </p:to>
                                    </p:set>
                                    <p:animEffect transition="in" filter="wipe(left)">
                                      <p:cBhvr>
                                        <p:cTn id="14" dur="1000"/>
                                        <p:tgtEl>
                                          <p:spTgt spid="4">
                                            <p:txEl>
                                              <p:pRg st="1" end="1"/>
                                            </p:txEl>
                                          </p:spTgt>
                                        </p:tgtEl>
                                      </p:cBhvr>
                                    </p:animEffect>
                                  </p:childTnLst>
                                </p:cTn>
                              </p:par>
                              <p:par>
                                <p:cTn id="15" presetID="22" presetClass="entr" presetSubtype="8" fill="hold" grpId="0" nodeType="with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1000"/>
                                        <p:tgtEl>
                                          <p:spTgt spid="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internal commentary</a:t>
            </a:r>
          </a:p>
        </p:txBody>
      </p:sp>
    </p:spTree>
    <p:extLst>
      <p:ext uri="{BB962C8B-B14F-4D97-AF65-F5344CB8AC3E}">
        <p14:creationId xmlns:p14="http://schemas.microsoft.com/office/powerpoint/2010/main" val="16662173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1743665" y="5529028"/>
            <a:ext cx="4268794" cy="502210"/>
          </a:xfrm>
          <a:prstGeom prst="callout2">
            <a:avLst>
              <a:gd name="adj1" fmla="val 50412"/>
              <a:gd name="adj2" fmla="val -670"/>
              <a:gd name="adj3" fmla="val 51190"/>
              <a:gd name="adj4" fmla="val -16010"/>
              <a:gd name="adj5" fmla="val -187008"/>
              <a:gd name="adj6" fmla="val -1601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Line numbers</a:t>
            </a:r>
          </a:p>
        </p:txBody>
      </p:sp>
      <p:sp>
        <p:nvSpPr>
          <p:cNvPr id="5" name="Callout: Bent Line with No Border 7">
            <a:extLst>
              <a:ext uri="{FF2B5EF4-FFF2-40B4-BE49-F238E27FC236}">
                <a16:creationId xmlns:a16="http://schemas.microsoft.com/office/drawing/2014/main" id="{E2BACD9B-5A07-8F41-709C-9234578D0B3A}"/>
              </a:ext>
            </a:extLst>
          </p:cNvPr>
          <p:cNvSpPr/>
          <p:nvPr/>
        </p:nvSpPr>
        <p:spPr>
          <a:xfrm>
            <a:off x="2465121" y="4940370"/>
            <a:ext cx="4268794" cy="502210"/>
          </a:xfrm>
          <a:prstGeom prst="callout2">
            <a:avLst>
              <a:gd name="adj1" fmla="val 50412"/>
              <a:gd name="adj2" fmla="val -670"/>
              <a:gd name="adj3" fmla="val 51190"/>
              <a:gd name="adj4" fmla="val -16010"/>
              <a:gd name="adj5" fmla="val -67856"/>
              <a:gd name="adj6" fmla="val -16169"/>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Double dash (comment)</a:t>
            </a:r>
          </a:p>
        </p:txBody>
      </p:sp>
      <p:grpSp>
        <p:nvGrpSpPr>
          <p:cNvPr id="6" name="Group 5">
            <a:extLst>
              <a:ext uri="{FF2B5EF4-FFF2-40B4-BE49-F238E27FC236}">
                <a16:creationId xmlns:a16="http://schemas.microsoft.com/office/drawing/2014/main" id="{CDA2DFA6-83BE-D060-BDA8-CF34E45D5A03}"/>
              </a:ext>
            </a:extLst>
          </p:cNvPr>
          <p:cNvGrpSpPr/>
          <p:nvPr/>
        </p:nvGrpSpPr>
        <p:grpSpPr>
          <a:xfrm>
            <a:off x="7332313" y="3169159"/>
            <a:ext cx="3861812" cy="1150130"/>
            <a:chOff x="7619999" y="3594340"/>
            <a:chExt cx="3861812" cy="1150130"/>
          </a:xfrm>
        </p:grpSpPr>
        <p:sp>
          <p:nvSpPr>
            <p:cNvPr id="7" name="Right Brace 6">
              <a:extLst>
                <a:ext uri="{FF2B5EF4-FFF2-40B4-BE49-F238E27FC236}">
                  <a16:creationId xmlns:a16="http://schemas.microsoft.com/office/drawing/2014/main" id="{9F364CEF-EF46-8D6E-A26D-C00C36BEFC0A}"/>
                </a:ext>
              </a:extLst>
            </p:cNvPr>
            <p:cNvSpPr/>
            <p:nvPr/>
          </p:nvSpPr>
          <p:spPr>
            <a:xfrm>
              <a:off x="7619999" y="3594340"/>
              <a:ext cx="485955" cy="115013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939C1467-17BF-2567-FC3A-6C13F40DD77F}"/>
                </a:ext>
              </a:extLst>
            </p:cNvPr>
            <p:cNvSpPr txBox="1"/>
            <p:nvPr/>
          </p:nvSpPr>
          <p:spPr>
            <a:xfrm>
              <a:off x="8167256" y="3907795"/>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88459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1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560275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2928053" y="2435066"/>
            <a:ext cx="2377374" cy="502210"/>
          </a:xfrm>
          <a:prstGeom prst="callout2">
            <a:avLst>
              <a:gd name="adj1" fmla="val 50412"/>
              <a:gd name="adj2" fmla="val -670"/>
              <a:gd name="adj3" fmla="val 51190"/>
              <a:gd name="adj4" fmla="val -16010"/>
              <a:gd name="adj5" fmla="val 125733"/>
              <a:gd name="adj6" fmla="val -3682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Start</a:t>
            </a: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Callout: Bent Line with No Border 7">
            <a:extLst>
              <a:ext uri="{FF2B5EF4-FFF2-40B4-BE49-F238E27FC236}">
                <a16:creationId xmlns:a16="http://schemas.microsoft.com/office/drawing/2014/main" id="{DEDB152E-3303-6EB8-841D-8925F528E04C}"/>
              </a:ext>
            </a:extLst>
          </p:cNvPr>
          <p:cNvSpPr/>
          <p:nvPr/>
        </p:nvSpPr>
        <p:spPr>
          <a:xfrm>
            <a:off x="2811512" y="5627248"/>
            <a:ext cx="2377374" cy="502210"/>
          </a:xfrm>
          <a:prstGeom prst="callout2">
            <a:avLst>
              <a:gd name="adj1" fmla="val 50412"/>
              <a:gd name="adj2" fmla="val -670"/>
              <a:gd name="adj3" fmla="val 51190"/>
              <a:gd name="adj4" fmla="val -16010"/>
              <a:gd name="adj5" fmla="val -19927"/>
              <a:gd name="adj6" fmla="val -3139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a:t>
            </a:r>
          </a:p>
        </p:txBody>
      </p:sp>
      <p:grpSp>
        <p:nvGrpSpPr>
          <p:cNvPr id="11" name="Group 10">
            <a:extLst>
              <a:ext uri="{FF2B5EF4-FFF2-40B4-BE49-F238E27FC236}">
                <a16:creationId xmlns:a16="http://schemas.microsoft.com/office/drawing/2014/main" id="{75E3776F-3D63-835C-07A1-1B0567DB4195}"/>
              </a:ext>
            </a:extLst>
          </p:cNvPr>
          <p:cNvGrpSpPr/>
          <p:nvPr/>
        </p:nvGrpSpPr>
        <p:grpSpPr>
          <a:xfrm>
            <a:off x="6428670" y="3038534"/>
            <a:ext cx="3861131" cy="2588714"/>
            <a:chOff x="7619999" y="3594340"/>
            <a:chExt cx="3861131" cy="2588714"/>
          </a:xfrm>
        </p:grpSpPr>
        <p:sp>
          <p:nvSpPr>
            <p:cNvPr id="12" name="Right Brace 11">
              <a:extLst>
                <a:ext uri="{FF2B5EF4-FFF2-40B4-BE49-F238E27FC236}">
                  <a16:creationId xmlns:a16="http://schemas.microsoft.com/office/drawing/2014/main" id="{5F120CEE-CFD9-CB8B-DFB8-56986AA997B1}"/>
                </a:ext>
              </a:extLst>
            </p:cNvPr>
            <p:cNvSpPr/>
            <p:nvPr/>
          </p:nvSpPr>
          <p:spPr>
            <a:xfrm>
              <a:off x="7619999" y="3594340"/>
              <a:ext cx="485955" cy="2588714"/>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 name="TextBox 12">
              <a:extLst>
                <a:ext uri="{FF2B5EF4-FFF2-40B4-BE49-F238E27FC236}">
                  <a16:creationId xmlns:a16="http://schemas.microsoft.com/office/drawing/2014/main" id="{3625EFF3-D3CE-0318-B326-B3D83E97A7B1}"/>
                </a:ext>
              </a:extLst>
            </p:cNvPr>
            <p:cNvSpPr txBox="1"/>
            <p:nvPr/>
          </p:nvSpPr>
          <p:spPr>
            <a:xfrm>
              <a:off x="8166575" y="4627087"/>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Tree>
    <p:extLst>
      <p:ext uri="{BB962C8B-B14F-4D97-AF65-F5344CB8AC3E}">
        <p14:creationId xmlns:p14="http://schemas.microsoft.com/office/powerpoint/2010/main" val="408941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75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par>
                          <p:cTn id="18" fill="hold">
                            <p:stCondLst>
                              <p:cond delay="1500"/>
                            </p:stCondLst>
                            <p:childTnLst>
                              <p:par>
                                <p:cTn id="19" presetID="22" presetClass="entr" presetSubtype="8" fill="hold" nodeType="after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wipe(left)">
                                      <p:cBhvr>
                                        <p:cTn id="21" dur="1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wipe(left)">
                                      <p:cBhvr>
                                        <p:cTn id="26" dur="75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animEffect transition="in" filter="fade">
                                      <p:cBhvr>
                                        <p:cTn id="31" dur="500"/>
                                        <p:tgtEl>
                                          <p:spTgt spid="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651547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output to screen</a:t>
            </a:r>
          </a:p>
        </p:txBody>
      </p:sp>
    </p:spTree>
    <p:extLst>
      <p:ext uri="{BB962C8B-B14F-4D97-AF65-F5344CB8AC3E}">
        <p14:creationId xmlns:p14="http://schemas.microsoft.com/office/powerpoint/2010/main" val="38170822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9" name="Callout: Bent Line with No Border 8">
            <a:extLst>
              <a:ext uri="{FF2B5EF4-FFF2-40B4-BE49-F238E27FC236}">
                <a16:creationId xmlns:a16="http://schemas.microsoft.com/office/drawing/2014/main" id="{FE76DF5F-81B3-45AC-A628-BBE9287E827D}"/>
              </a:ext>
            </a:extLst>
          </p:cNvPr>
          <p:cNvSpPr/>
          <p:nvPr/>
        </p:nvSpPr>
        <p:spPr>
          <a:xfrm>
            <a:off x="5644898" y="1742044"/>
            <a:ext cx="2573935" cy="429983"/>
          </a:xfrm>
          <a:prstGeom prst="callout2">
            <a:avLst>
              <a:gd name="adj1" fmla="val 50675"/>
              <a:gd name="adj2" fmla="val -405"/>
              <a:gd name="adj3" fmla="val 50388"/>
              <a:gd name="adj4" fmla="val -30119"/>
              <a:gd name="adj5" fmla="val 131369"/>
              <a:gd name="adj6" fmla="val -78636"/>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Blank line</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nvGrpSpPr>
          <p:cNvPr id="10" name="Group 9">
            <a:extLst>
              <a:ext uri="{FF2B5EF4-FFF2-40B4-BE49-F238E27FC236}">
                <a16:creationId xmlns:a16="http://schemas.microsoft.com/office/drawing/2014/main" id="{D664FC82-66AD-1E04-D772-53DD341AA1E1}"/>
              </a:ext>
            </a:extLst>
          </p:cNvPr>
          <p:cNvGrpSpPr/>
          <p:nvPr/>
        </p:nvGrpSpPr>
        <p:grpSpPr>
          <a:xfrm>
            <a:off x="3996779" y="3511550"/>
            <a:ext cx="3346450" cy="687815"/>
            <a:chOff x="3695700" y="3511550"/>
            <a:chExt cx="3346450" cy="687815"/>
          </a:xfrm>
        </p:grpSpPr>
        <p:cxnSp>
          <p:nvCxnSpPr>
            <p:cNvPr id="7" name="Straight Connector 6">
              <a:extLst>
                <a:ext uri="{FF2B5EF4-FFF2-40B4-BE49-F238E27FC236}">
                  <a16:creationId xmlns:a16="http://schemas.microsoft.com/office/drawing/2014/main" id="{792E91F1-5AE1-3DC8-D816-E61CE15CAE08}"/>
                </a:ext>
              </a:extLst>
            </p:cNvPr>
            <p:cNvCxnSpPr/>
            <p:nvPr/>
          </p:nvCxnSpPr>
          <p:spPr>
            <a:xfrm flipV="1">
              <a:off x="3695700" y="3511550"/>
              <a:ext cx="334645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FF36769-6492-5CED-7C20-E07DDC5A3578}"/>
                </a:ext>
              </a:extLst>
            </p:cNvPr>
            <p:cNvSpPr txBox="1"/>
            <p:nvPr/>
          </p:nvSpPr>
          <p:spPr>
            <a:xfrm>
              <a:off x="3695700" y="3676145"/>
              <a:ext cx="3346450" cy="523220"/>
            </a:xfrm>
            <a:prstGeom prst="rect">
              <a:avLst/>
            </a:prstGeom>
            <a:noFill/>
          </p:spPr>
          <p:txBody>
            <a:bodyPr wrap="square" rtlCol="0">
              <a:spAutoFit/>
            </a:bodyPr>
            <a:lstStyle/>
            <a:p>
              <a:pPr algn="ctr"/>
              <a:r>
                <a:rPr lang="en-GB" sz="2800" b="1" dirty="0">
                  <a:solidFill>
                    <a:srgbClr val="7030A0"/>
                  </a:solidFill>
                </a:rPr>
                <a:t>Displayed in console</a:t>
              </a:r>
            </a:p>
          </p:txBody>
        </p:sp>
      </p:grpSp>
    </p:spTree>
    <p:extLst>
      <p:ext uri="{BB962C8B-B14F-4D97-AF65-F5344CB8AC3E}">
        <p14:creationId xmlns:p14="http://schemas.microsoft.com/office/powerpoint/2010/main" val="3436463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20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1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618235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select operations</a:t>
            </a:r>
          </a:p>
        </p:txBody>
      </p:sp>
    </p:spTree>
    <p:extLst>
      <p:ext uri="{BB962C8B-B14F-4D97-AF65-F5344CB8AC3E}">
        <p14:creationId xmlns:p14="http://schemas.microsoft.com/office/powerpoint/2010/main" val="12339002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 pupil</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00621502"/>
              </p:ext>
            </p:extLst>
          </p:nvPr>
        </p:nvGraphicFramePr>
        <p:xfrm>
          <a:off x="838200" y="1825625"/>
          <a:ext cx="9916423" cy="28956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21988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firstName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err="1"/>
                        <a:t>lastName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age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&gt;=0</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468320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096000" y="1394304"/>
            <a:ext cx="2133600" cy="862642"/>
          </a:xfrm>
          <a:prstGeom prst="callout2">
            <a:avLst>
              <a:gd name="adj1" fmla="val 52750"/>
              <a:gd name="adj2" fmla="val -2245"/>
              <a:gd name="adj3" fmla="val 52979"/>
              <a:gd name="adj4" fmla="val -49644"/>
              <a:gd name="adj5" fmla="val 70194"/>
              <a:gd name="adj6" fmla="val -923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All fields</a:t>
            </a:r>
          </a:p>
        </p:txBody>
      </p:sp>
      <p:sp>
        <p:nvSpPr>
          <p:cNvPr id="5" name="Callout: Bent Line with No Border 4">
            <a:extLst>
              <a:ext uri="{FF2B5EF4-FFF2-40B4-BE49-F238E27FC236}">
                <a16:creationId xmlns:a16="http://schemas.microsoft.com/office/drawing/2014/main" id="{924404A3-ED4C-4699-9CA9-EFEB23F51AA9}"/>
              </a:ext>
            </a:extLst>
          </p:cNvPr>
          <p:cNvSpPr/>
          <p:nvPr/>
        </p:nvSpPr>
        <p:spPr>
          <a:xfrm>
            <a:off x="7474530" y="3541226"/>
            <a:ext cx="2819396" cy="862642"/>
          </a:xfrm>
          <a:prstGeom prst="callout2">
            <a:avLst>
              <a:gd name="adj1" fmla="val 52750"/>
              <a:gd name="adj2" fmla="val -2245"/>
              <a:gd name="adj3" fmla="val 53715"/>
              <a:gd name="adj4" fmla="val -18685"/>
              <a:gd name="adj5" fmla="val -24094"/>
              <a:gd name="adj6" fmla="val -2755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 of statement</a:t>
            </a: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Table name</a:t>
            </a: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1200329"/>
          </a:xfrm>
          <a:prstGeom prst="rect">
            <a:avLst/>
          </a:prstGeom>
          <a:noFill/>
        </p:spPr>
        <p:txBody>
          <a:bodyPr wrap="none" rtlCol="0">
            <a:spAutoFit/>
          </a:bodyPr>
          <a:lstStyle/>
          <a:p>
            <a:pPr algn="ctr"/>
            <a:r>
              <a:rPr lang="en-GB" sz="3600" dirty="0"/>
              <a:t>SQL statements can be on a single line:</a:t>
            </a:r>
          </a:p>
          <a:p>
            <a:pPr algn="ctr"/>
            <a:r>
              <a:rPr lang="en-GB" sz="3600" dirty="0">
                <a:solidFill>
                  <a:srgbClr val="7030A0"/>
                </a:solidFill>
                <a:latin typeface="Consolas" panose="020B0609020204030204" pitchFamily="49" charset="0"/>
              </a:rPr>
              <a:t>SELECT * FROM Datatypes;</a:t>
            </a:r>
          </a:p>
        </p:txBody>
      </p:sp>
    </p:spTree>
    <p:extLst>
      <p:ext uri="{BB962C8B-B14F-4D97-AF65-F5344CB8AC3E}">
        <p14:creationId xmlns:p14="http://schemas.microsoft.com/office/powerpoint/2010/main" val="170176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1" end="1"/>
                                            </p:txEl>
                                          </p:spTgt>
                                        </p:tgtEl>
                                        <p:attrNameLst>
                                          <p:attrName>style.visibility</p:attrName>
                                        </p:attrNameLst>
                                      </p:cBhvr>
                                      <p:to>
                                        <p:strVal val="visible"/>
                                      </p:to>
                                    </p:set>
                                    <p:animEffect transition="in" filter="wipe(left)">
                                      <p:cBhvr>
                                        <p:cTn id="3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7" grpId="0" build="p"/>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646331"/>
          </a:xfrm>
          <a:prstGeom prst="rect">
            <a:avLst/>
          </a:prstGeom>
          <a:noFill/>
        </p:spPr>
        <p:txBody>
          <a:bodyPr wrap="none" rtlCol="0">
            <a:spAutoFit/>
          </a:bodyPr>
          <a:lstStyle/>
          <a:p>
            <a:pPr algn="ctr"/>
            <a:r>
              <a:rPr lang="en-GB" sz="3600" dirty="0"/>
              <a:t>SQL statements can be on a single line:</a:t>
            </a:r>
          </a:p>
        </p:txBody>
      </p:sp>
    </p:spTree>
    <p:extLst>
      <p:ext uri="{BB962C8B-B14F-4D97-AF65-F5344CB8AC3E}">
        <p14:creationId xmlns:p14="http://schemas.microsoft.com/office/powerpoint/2010/main" val="17393657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9267227" y="3036455"/>
            <a:ext cx="2086573" cy="862642"/>
          </a:xfrm>
          <a:prstGeom prst="callout2">
            <a:avLst>
              <a:gd name="adj1" fmla="val 52750"/>
              <a:gd name="adj2" fmla="val -2245"/>
              <a:gd name="adj3" fmla="val 51507"/>
              <a:gd name="adj4" fmla="val -19968"/>
              <a:gd name="adj5" fmla="val -59371"/>
              <a:gd name="adj6" fmla="val -3867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names</a:t>
            </a:r>
          </a:p>
        </p:txBody>
      </p:sp>
      <p:sp>
        <p:nvSpPr>
          <p:cNvPr id="9" name="Callout: Bent Line with No Border 8">
            <a:extLst>
              <a:ext uri="{FF2B5EF4-FFF2-40B4-BE49-F238E27FC236}">
                <a16:creationId xmlns:a16="http://schemas.microsoft.com/office/drawing/2014/main" id="{1FE0942E-FE36-4F80-B6D4-F49FC0EB3848}"/>
              </a:ext>
            </a:extLst>
          </p:cNvPr>
          <p:cNvSpPr/>
          <p:nvPr/>
        </p:nvSpPr>
        <p:spPr>
          <a:xfrm>
            <a:off x="1988127" y="3899097"/>
            <a:ext cx="3448796" cy="862642"/>
          </a:xfrm>
          <a:prstGeom prst="callout2">
            <a:avLst>
              <a:gd name="adj1" fmla="val 48750"/>
              <a:gd name="adj2" fmla="val 104056"/>
              <a:gd name="adj3" fmla="val 49417"/>
              <a:gd name="adj4" fmla="val 119555"/>
              <a:gd name="adj5" fmla="val -161775"/>
              <a:gd name="adj6" fmla="val 1476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Separated by commas</a:t>
            </a:r>
          </a:p>
        </p:txBody>
      </p:sp>
    </p:spTree>
    <p:extLst>
      <p:ext uri="{BB962C8B-B14F-4D97-AF65-F5344CB8AC3E}">
        <p14:creationId xmlns:p14="http://schemas.microsoft.com/office/powerpoint/2010/main" val="2774159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9"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Tree>
    <p:extLst>
      <p:ext uri="{BB962C8B-B14F-4D97-AF65-F5344CB8AC3E}">
        <p14:creationId xmlns:p14="http://schemas.microsoft.com/office/powerpoint/2010/main" val="15998201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2819405"/>
              </p:ext>
            </p:extLst>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80545247"/>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7818"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216257"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3939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extLst>
              <p:ext uri="{D42A27DB-BD31-4B8C-83A1-F6EECF244321}">
                <p14:modId xmlns:p14="http://schemas.microsoft.com/office/powerpoint/2010/main" val="2316997827"/>
              </p:ext>
            </p:extLst>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1481678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9">
                                            <p:txEl>
                                              <p:pRg st="0" end="0"/>
                                            </p:txEl>
                                          </p:spTgt>
                                        </p:tgtEl>
                                        <p:attrNameLst>
                                          <p:attrName>style.visibility</p:attrName>
                                        </p:attrNameLst>
                                      </p:cBhvr>
                                      <p:to>
                                        <p:strVal val="visible"/>
                                      </p:to>
                                    </p:set>
                                    <p:animEffect transition="in" filter="wipe(left)">
                                      <p:cBhvr>
                                        <p:cTn id="25" dur="1000"/>
                                        <p:tgtEl>
                                          <p:spTgt spid="19">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9">
                                            <p:txEl>
                                              <p:pRg st="1" end="1"/>
                                            </p:txEl>
                                          </p:spTgt>
                                        </p:tgtEl>
                                        <p:attrNameLst>
                                          <p:attrName>style.visibility</p:attrName>
                                        </p:attrNameLst>
                                      </p:cBhvr>
                                      <p:to>
                                        <p:strVal val="visible"/>
                                      </p:to>
                                    </p:set>
                                    <p:animEffect transition="in" filter="wipe(left)">
                                      <p:cBhvr>
                                        <p:cTn id="30" dur="1000"/>
                                        <p:tgtEl>
                                          <p:spTgt spid="19">
                                            <p:txEl>
                                              <p:pRg st="1" end="1"/>
                                            </p:txEl>
                                          </p:spTgt>
                                        </p:tgtEl>
                                      </p:cBhvr>
                                    </p:animEffect>
                                  </p:childTnLst>
                                </p:cTn>
                              </p:par>
                            </p:childTnLst>
                          </p:cTn>
                        </p:par>
                        <p:par>
                          <p:cTn id="31" fill="hold">
                            <p:stCondLst>
                              <p:cond delay="1000"/>
                            </p:stCondLst>
                            <p:childTnLst>
                              <p:par>
                                <p:cTn id="32" presetID="22" presetClass="entr" presetSubtype="8" fill="hold" grpId="0" nodeType="afterEffect">
                                  <p:stCondLst>
                                    <p:cond delay="0"/>
                                  </p:stCondLst>
                                  <p:childTnLst>
                                    <p:set>
                                      <p:cBhvr>
                                        <p:cTn id="33" dur="1" fill="hold">
                                          <p:stCondLst>
                                            <p:cond delay="0"/>
                                          </p:stCondLst>
                                        </p:cTn>
                                        <p:tgtEl>
                                          <p:spTgt spid="19">
                                            <p:txEl>
                                              <p:pRg st="2" end="2"/>
                                            </p:txEl>
                                          </p:spTgt>
                                        </p:tgtEl>
                                        <p:attrNameLst>
                                          <p:attrName>style.visibility</p:attrName>
                                        </p:attrNameLst>
                                      </p:cBhvr>
                                      <p:to>
                                        <p:strVal val="visible"/>
                                      </p:to>
                                    </p:set>
                                    <p:animEffect transition="in" filter="wipe(left)">
                                      <p:cBhvr>
                                        <p:cTn id="34" dur="1000"/>
                                        <p:tgtEl>
                                          <p:spTgt spid="19">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wipe(left)">
                                      <p:cBhvr>
                                        <p:cTn id="39" dur="1000"/>
                                        <p:tgtEl>
                                          <p:spTgt spid="27"/>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left)">
                                      <p:cBhvr>
                                        <p:cTn id="44" dur="500"/>
                                        <p:tgtEl>
                                          <p:spTgt spid="10"/>
                                        </p:tgtEl>
                                      </p:cBhvr>
                                    </p:animEffect>
                                  </p:childTnLst>
                                </p:cTn>
                              </p:par>
                            </p:childTnLst>
                          </p:cTn>
                        </p:par>
                        <p:par>
                          <p:cTn id="45" fill="hold">
                            <p:stCondLst>
                              <p:cond delay="500"/>
                            </p:stCondLst>
                            <p:childTnLst>
                              <p:par>
                                <p:cTn id="46" presetID="22" presetClass="entr" presetSubtype="8" fill="hold" grpId="0" nodeType="after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wipe(left)">
                                      <p:cBhvr>
                                        <p:cTn id="48" dur="1000"/>
                                        <p:tgtEl>
                                          <p:spTgt spid="26"/>
                                        </p:tgtEl>
                                      </p:cBhvr>
                                    </p:animEffect>
                                  </p:childTnLst>
                                </p:cTn>
                              </p:par>
                            </p:childTnLst>
                          </p:cTn>
                        </p:par>
                        <p:par>
                          <p:cTn id="49" fill="hold">
                            <p:stCondLst>
                              <p:cond delay="1500"/>
                            </p:stCondLst>
                            <p:childTnLst>
                              <p:par>
                                <p:cTn id="50" presetID="22" presetClass="entr" presetSubtype="8" fill="hold" nodeType="after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wipe(left)">
                                      <p:cBhvr>
                                        <p:cTn id="52" dur="2000"/>
                                        <p:tgtEl>
                                          <p:spTgt spid="23"/>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xit" presetSubtype="8" fill="hold" grpId="1" nodeType="clickEffect">
                                  <p:stCondLst>
                                    <p:cond delay="0"/>
                                  </p:stCondLst>
                                  <p:childTnLst>
                                    <p:animEffect transition="out" filter="wipe(left)">
                                      <p:cBhvr>
                                        <p:cTn id="56" dur="500"/>
                                        <p:tgtEl>
                                          <p:spTgt spid="27"/>
                                        </p:tgtEl>
                                      </p:cBhvr>
                                    </p:animEffect>
                                    <p:set>
                                      <p:cBhvr>
                                        <p:cTn id="57" dur="1" fill="hold">
                                          <p:stCondLst>
                                            <p:cond delay="499"/>
                                          </p:stCondLst>
                                        </p:cTn>
                                        <p:tgtEl>
                                          <p:spTgt spid="27"/>
                                        </p:tgtEl>
                                        <p:attrNameLst>
                                          <p:attrName>style.visibility</p:attrName>
                                        </p:attrNameLst>
                                      </p:cBhvr>
                                      <p:to>
                                        <p:strVal val="hidden"/>
                                      </p:to>
                                    </p:set>
                                  </p:childTnLst>
                                </p:cTn>
                              </p:par>
                            </p:childTnLst>
                          </p:cTn>
                        </p:par>
                        <p:par>
                          <p:cTn id="58" fill="hold">
                            <p:stCondLst>
                              <p:cond delay="500"/>
                            </p:stCondLst>
                            <p:childTnLst>
                              <p:par>
                                <p:cTn id="59" presetID="22" presetClass="entr" presetSubtype="8" fill="hold" grpId="0" nodeType="after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wipe(left)">
                                      <p:cBhvr>
                                        <p:cTn id="61" dur="1000"/>
                                        <p:tgtEl>
                                          <p:spTgt spid="31"/>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wipe(left)">
                                      <p:cBhvr>
                                        <p:cTn id="66" dur="500"/>
                                        <p:tgtEl>
                                          <p:spTgt spid="25"/>
                                        </p:tgtEl>
                                      </p:cBhvr>
                                    </p:animEffect>
                                  </p:childTnLst>
                                </p:cTn>
                              </p:par>
                            </p:childTnLst>
                          </p:cTn>
                        </p:par>
                        <p:par>
                          <p:cTn id="67" fill="hold">
                            <p:stCondLst>
                              <p:cond delay="500"/>
                            </p:stCondLst>
                            <p:childTnLst>
                              <p:par>
                                <p:cTn id="68" presetID="22" presetClass="entr" presetSubtype="1" fill="hold" nodeType="after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wipe(up)">
                                      <p:cBhvr>
                                        <p:cTn id="70" dur="500"/>
                                        <p:tgtEl>
                                          <p:spTgt spid="5"/>
                                        </p:tgtEl>
                                      </p:cBhvr>
                                    </p:animEffect>
                                  </p:childTnLst>
                                </p:cTn>
                              </p:par>
                            </p:childTnLst>
                          </p:cTn>
                        </p:par>
                        <p:par>
                          <p:cTn id="71" fill="hold">
                            <p:stCondLst>
                              <p:cond delay="1000"/>
                            </p:stCondLst>
                            <p:childTnLst>
                              <p:par>
                                <p:cTn id="72" presetID="22" presetClass="entr" presetSubtype="1"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up)">
                                      <p:cBhvr>
                                        <p:cTn id="74" dur="1500"/>
                                        <p:tgtEl>
                                          <p:spTgt spid="29"/>
                                        </p:tgtEl>
                                      </p:cBhvr>
                                    </p:animEffect>
                                  </p:childTnLst>
                                </p:cTn>
                              </p:par>
                            </p:childTnLst>
                          </p:cTn>
                        </p:par>
                        <p:par>
                          <p:cTn id="75" fill="hold">
                            <p:stCondLst>
                              <p:cond delay="2500"/>
                            </p:stCondLst>
                            <p:childTnLst>
                              <p:par>
                                <p:cTn id="76" presetID="22" presetClass="entr" presetSubtype="1" fill="hold" nodeType="afterEffect">
                                  <p:stCondLst>
                                    <p:cond delay="0"/>
                                  </p:stCondLst>
                                  <p:childTnLst>
                                    <p:set>
                                      <p:cBhvr>
                                        <p:cTn id="77" dur="1" fill="hold">
                                          <p:stCondLst>
                                            <p:cond delay="0"/>
                                          </p:stCondLst>
                                        </p:cTn>
                                        <p:tgtEl>
                                          <p:spTgt spid="9"/>
                                        </p:tgtEl>
                                        <p:attrNameLst>
                                          <p:attrName>style.visibility</p:attrName>
                                        </p:attrNameLst>
                                      </p:cBhvr>
                                      <p:to>
                                        <p:strVal val="visible"/>
                                      </p:to>
                                    </p:set>
                                    <p:animEffect transition="in" filter="wipe(up)">
                                      <p:cBhvr>
                                        <p:cTn id="78" dur="500"/>
                                        <p:tgtEl>
                                          <p:spTgt spid="9"/>
                                        </p:tgtEl>
                                      </p:cBhvr>
                                    </p:animEffect>
                                  </p:childTnLst>
                                </p:cTn>
                              </p:par>
                            </p:childTnLst>
                          </p:cTn>
                        </p:par>
                        <p:par>
                          <p:cTn id="79" fill="hold">
                            <p:stCondLst>
                              <p:cond delay="3000"/>
                            </p:stCondLst>
                            <p:childTnLst>
                              <p:par>
                                <p:cTn id="80" presetID="22" presetClass="entr" presetSubtype="1" fill="hold" grpId="0" nodeType="after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wipe(up)">
                                      <p:cBhvr>
                                        <p:cTn id="82" dur="1500"/>
                                        <p:tgtEl>
                                          <p:spTgt spid="30"/>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xit" presetSubtype="8" fill="hold" grpId="1" nodeType="clickEffect">
                                  <p:stCondLst>
                                    <p:cond delay="0"/>
                                  </p:stCondLst>
                                  <p:childTnLst>
                                    <p:animEffect transition="out" filter="wipe(left)">
                                      <p:cBhvr>
                                        <p:cTn id="86" dur="500"/>
                                        <p:tgtEl>
                                          <p:spTgt spid="31"/>
                                        </p:tgtEl>
                                      </p:cBhvr>
                                    </p:animEffect>
                                    <p:set>
                                      <p:cBhvr>
                                        <p:cTn id="87" dur="1" fill="hold">
                                          <p:stCondLst>
                                            <p:cond delay="499"/>
                                          </p:stCondLst>
                                        </p:cTn>
                                        <p:tgtEl>
                                          <p:spTgt spid="31"/>
                                        </p:tgtEl>
                                        <p:attrNameLst>
                                          <p:attrName>style.visibility</p:attrName>
                                        </p:attrNameLst>
                                      </p:cBhvr>
                                      <p:to>
                                        <p:strVal val="hidden"/>
                                      </p:to>
                                    </p:set>
                                  </p:childTnLst>
                                </p:cTn>
                              </p:par>
                            </p:childTnLst>
                          </p:cTn>
                        </p:par>
                        <p:par>
                          <p:cTn id="88" fill="hold">
                            <p:stCondLst>
                              <p:cond delay="500"/>
                            </p:stCondLst>
                            <p:childTnLst>
                              <p:par>
                                <p:cTn id="89" presetID="22" presetClass="entr" presetSubtype="8" fill="hold" grpId="0" nodeType="after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childTnLst>
                          </p:cTn>
                        </p:par>
                        <p:par>
                          <p:cTn id="92" fill="hold">
                            <p:stCondLst>
                              <p:cond delay="1000"/>
                            </p:stCondLst>
                            <p:childTnLst>
                              <p:par>
                                <p:cTn id="93" presetID="22" presetClass="entr" presetSubtype="8" fill="hold" grpId="0" nodeType="after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wipe(left)">
                                      <p:cBhvr>
                                        <p:cTn id="95" dur="1000"/>
                                        <p:tgtEl>
                                          <p:spTgt spid="28"/>
                                        </p:tgtEl>
                                      </p:cBhvr>
                                    </p:animEffect>
                                  </p:childTnLst>
                                </p:cTn>
                              </p:par>
                            </p:childTnLst>
                          </p:cTn>
                        </p:par>
                        <p:par>
                          <p:cTn id="96" fill="hold">
                            <p:stCondLst>
                              <p:cond delay="2000"/>
                            </p:stCondLst>
                            <p:childTnLst>
                              <p:par>
                                <p:cTn id="97" presetID="22" presetClass="entr" presetSubtype="8" fill="hold"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wipe(left)">
                                      <p:cBhvr>
                                        <p:cTn id="99"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6933026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&lt;, &gt;, = in SQL operations</a:t>
            </a:r>
          </a:p>
        </p:txBody>
      </p:sp>
    </p:spTree>
    <p:extLst>
      <p:ext uri="{BB962C8B-B14F-4D97-AF65-F5344CB8AC3E}">
        <p14:creationId xmlns:p14="http://schemas.microsoft.com/office/powerpoint/2010/main" val="269821695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&gt;	Greater than	</a:t>
            </a:r>
          </a:p>
          <a:p>
            <a:pPr marL="0" indent="0">
              <a:buNone/>
            </a:pPr>
            <a:r>
              <a:rPr lang="en-GB" sz="4000" dirty="0"/>
              <a:t>&gt;=	Greater than or equal to	</a:t>
            </a:r>
          </a:p>
          <a:p>
            <a:pPr marL="0" indent="0">
              <a:buNone/>
            </a:pPr>
            <a:r>
              <a:rPr lang="en-GB" sz="4000" dirty="0"/>
              <a:t>&lt;=	Less than or equal to	</a:t>
            </a:r>
          </a:p>
          <a:p>
            <a:pPr marL="0" indent="0">
              <a:buNone/>
            </a:pPr>
            <a:r>
              <a:rPr lang="en-GB" sz="4000" dirty="0"/>
              <a:t>&lt;	Less than</a:t>
            </a:r>
          </a:p>
          <a:p>
            <a:pPr marL="0" indent="0">
              <a:buNone/>
            </a:pPr>
            <a:r>
              <a:rPr lang="en-GB" sz="4000" dirty="0"/>
              <a:t>&lt;&gt;	Not equal to (not the same as)</a:t>
            </a:r>
          </a:p>
        </p:txBody>
      </p:sp>
    </p:spTree>
    <p:extLst>
      <p:ext uri="{BB962C8B-B14F-4D97-AF65-F5344CB8AC3E}">
        <p14:creationId xmlns:p14="http://schemas.microsoft.com/office/powerpoint/2010/main" val="13784540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	Greater than	</a:t>
            </a:r>
          </a:p>
          <a:p>
            <a:pPr marL="0" indent="0">
              <a:buNone/>
            </a:pPr>
            <a:r>
              <a:rPr lang="en-GB" sz="4000" dirty="0"/>
              <a:t>	Greater than or equal to	</a:t>
            </a:r>
          </a:p>
          <a:p>
            <a:pPr marL="0" indent="0">
              <a:buNone/>
            </a:pPr>
            <a:r>
              <a:rPr lang="en-GB" sz="4000" dirty="0"/>
              <a:t>	Less than or equal to	</a:t>
            </a:r>
          </a:p>
          <a:p>
            <a:pPr marL="0" indent="0">
              <a:buNone/>
            </a:pPr>
            <a:r>
              <a:rPr lang="en-GB" sz="4000" dirty="0"/>
              <a:t>	Less than</a:t>
            </a:r>
          </a:p>
          <a:p>
            <a:pPr marL="0" indent="0">
              <a:buNone/>
            </a:pPr>
            <a:r>
              <a:rPr lang="en-GB" sz="4000" dirty="0"/>
              <a:t>	Not equal to (not the same as)</a:t>
            </a:r>
          </a:p>
        </p:txBody>
      </p:sp>
    </p:spTree>
    <p:extLst>
      <p:ext uri="{BB962C8B-B14F-4D97-AF65-F5344CB8AC3E}">
        <p14:creationId xmlns:p14="http://schemas.microsoft.com/office/powerpoint/2010/main" val="23973428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396929864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r>
                        <a:rPr lang="en-GB" sz="3600" dirty="0"/>
                        <a:t>Hours, Minutes, Seconds</a:t>
                      </a:r>
                    </a:p>
                  </a:txBody>
                  <a:tcPr anchor="ctr"/>
                </a:tc>
                <a:tc>
                  <a:txBody>
                    <a:bodyPr/>
                    <a:lstStyle/>
                    <a:p>
                      <a:r>
                        <a:rPr lang="en-GB" sz="3600" dirty="0"/>
                        <a:t>"14:00</a:t>
                      </a:r>
                      <a:r>
                        <a:rPr lang="en-GB" sz="3600" dirty="0">
                          <a:sym typeface="Wingdings" panose="05000000000000000000" pitchFamily="2" charset="2"/>
                        </a:rPr>
                        <a:t>:00</a:t>
                      </a:r>
                      <a:r>
                        <a:rPr lang="en-GB" sz="3600" dirty="0"/>
                        <a:t>"</a:t>
                      </a:r>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404950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870573768"/>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Hours, Minutes, Seconds</a:t>
                      </a:r>
                    </a:p>
                  </a:txBody>
                  <a:tcPr anchor="ctr"/>
                </a:tc>
                <a:tc>
                  <a:txBody>
                    <a:bodyPr/>
                    <a:lstStyle/>
                    <a:p>
                      <a:r>
                        <a:rPr lang="en-GB" sz="3600" dirty="0"/>
                        <a:t>"14:00:00"</a:t>
                      </a:r>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529401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Attributes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grpSp>
        <p:nvGrpSpPr>
          <p:cNvPr id="18" name="Group 17">
            <a:extLst>
              <a:ext uri="{FF2B5EF4-FFF2-40B4-BE49-F238E27FC236}">
                <a16:creationId xmlns:a16="http://schemas.microsoft.com/office/drawing/2014/main" id="{3BB9987A-6107-490D-B52C-8CAAA98CF371}"/>
              </a:ext>
            </a:extLst>
          </p:cNvPr>
          <p:cNvGrpSpPr/>
          <p:nvPr/>
        </p:nvGrpSpPr>
        <p:grpSpPr>
          <a:xfrm>
            <a:off x="2450463" y="5699466"/>
            <a:ext cx="1012982" cy="703220"/>
            <a:chOff x="8269088" y="2149231"/>
            <a:chExt cx="3751393" cy="703220"/>
          </a:xfrm>
        </p:grpSpPr>
        <p:cxnSp>
          <p:nvCxnSpPr>
            <p:cNvPr id="19" name="Straight Connector 18">
              <a:extLst>
                <a:ext uri="{FF2B5EF4-FFF2-40B4-BE49-F238E27FC236}">
                  <a16:creationId xmlns:a16="http://schemas.microsoft.com/office/drawing/2014/main" id="{9F5B8D5F-B809-4A3F-A063-6015E23E4D23}"/>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19E1B545-6597-47A7-9D08-ED8BCC6F27DC}"/>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E0A16EF2-6826-471D-B2CF-BB71EDA6BFB1}"/>
                </a:ext>
              </a:extLst>
            </p:cNvPr>
            <p:cNvSpPr txBox="1"/>
            <p:nvPr/>
          </p:nvSpPr>
          <p:spPr>
            <a:xfrm>
              <a:off x="8269088" y="2329231"/>
              <a:ext cx="3751389" cy="523220"/>
            </a:xfrm>
            <a:prstGeom prst="rect">
              <a:avLst/>
            </a:prstGeom>
            <a:noFill/>
          </p:spPr>
          <p:txBody>
            <a:bodyPr wrap="square" rtlCol="0">
              <a:spAutoFit/>
            </a:bodyPr>
            <a:lstStyle/>
            <a:p>
              <a:pPr algn="ctr"/>
              <a:r>
                <a:rPr lang="en-GB" sz="2800" b="1" dirty="0">
                  <a:solidFill>
                    <a:srgbClr val="7030A0"/>
                  </a:solidFill>
                </a:rPr>
                <a:t>Text</a:t>
              </a:r>
            </a:p>
          </p:txBody>
        </p:sp>
      </p:grpSp>
      <p:grpSp>
        <p:nvGrpSpPr>
          <p:cNvPr id="22" name="Group 21">
            <a:extLst>
              <a:ext uri="{FF2B5EF4-FFF2-40B4-BE49-F238E27FC236}">
                <a16:creationId xmlns:a16="http://schemas.microsoft.com/office/drawing/2014/main" id="{C7316428-005D-402D-8EEB-3402A215C071}"/>
              </a:ext>
            </a:extLst>
          </p:cNvPr>
          <p:cNvGrpSpPr/>
          <p:nvPr/>
        </p:nvGrpSpPr>
        <p:grpSpPr>
          <a:xfrm>
            <a:off x="4225835" y="5699466"/>
            <a:ext cx="1650670" cy="703220"/>
            <a:chOff x="7129853" y="2149231"/>
            <a:chExt cx="6112952" cy="703220"/>
          </a:xfrm>
        </p:grpSpPr>
        <p:cxnSp>
          <p:nvCxnSpPr>
            <p:cNvPr id="23" name="Straight Connector 22">
              <a:extLst>
                <a:ext uri="{FF2B5EF4-FFF2-40B4-BE49-F238E27FC236}">
                  <a16:creationId xmlns:a16="http://schemas.microsoft.com/office/drawing/2014/main" id="{3C5E83A0-6FED-47EE-9101-1780FD393035}"/>
                </a:ext>
              </a:extLst>
            </p:cNvPr>
            <p:cNvCxnSpPr>
              <a:cxnSpLocks/>
            </p:cNvCxnSpPr>
            <p:nvPr/>
          </p:nvCxnSpPr>
          <p:spPr>
            <a:xfrm>
              <a:off x="7129853" y="2149231"/>
              <a:ext cx="611295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7EC6D469-0506-45A0-827C-A9B1181B6DD4}"/>
                </a:ext>
              </a:extLst>
            </p:cNvPr>
            <p:cNvCxnSpPr>
              <a:cxnSpLocks/>
            </p:cNvCxnSpPr>
            <p:nvPr/>
          </p:nvCxnSpPr>
          <p:spPr>
            <a:xfrm flipV="1">
              <a:off x="1018241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6B8F1B0E-5AD5-4146-85BD-47A29F3B0A53}"/>
                </a:ext>
              </a:extLst>
            </p:cNvPr>
            <p:cNvSpPr txBox="1"/>
            <p:nvPr/>
          </p:nvSpPr>
          <p:spPr>
            <a:xfrm>
              <a:off x="7129853" y="2329231"/>
              <a:ext cx="6112952" cy="523220"/>
            </a:xfrm>
            <a:prstGeom prst="rect">
              <a:avLst/>
            </a:prstGeom>
            <a:noFill/>
          </p:spPr>
          <p:txBody>
            <a:bodyPr wrap="square" rtlCol="0">
              <a:spAutoFit/>
            </a:bodyPr>
            <a:lstStyle/>
            <a:p>
              <a:pPr algn="ctr"/>
              <a:r>
                <a:rPr lang="en-GB" sz="2800" b="1" dirty="0">
                  <a:solidFill>
                    <a:srgbClr val="7030A0"/>
                  </a:solidFill>
                </a:rPr>
                <a:t>Number</a:t>
              </a:r>
            </a:p>
          </p:txBody>
        </p:sp>
      </p:grpSp>
      <p:grpSp>
        <p:nvGrpSpPr>
          <p:cNvPr id="26" name="Group 25">
            <a:extLst>
              <a:ext uri="{FF2B5EF4-FFF2-40B4-BE49-F238E27FC236}">
                <a16:creationId xmlns:a16="http://schemas.microsoft.com/office/drawing/2014/main" id="{19D75174-A5CA-4929-9FBC-0CB13DA416CB}"/>
              </a:ext>
            </a:extLst>
          </p:cNvPr>
          <p:cNvGrpSpPr/>
          <p:nvPr/>
        </p:nvGrpSpPr>
        <p:grpSpPr>
          <a:xfrm>
            <a:off x="6124400" y="5699466"/>
            <a:ext cx="1397827" cy="703220"/>
            <a:chOff x="7919317" y="2149231"/>
            <a:chExt cx="5176595" cy="703220"/>
          </a:xfrm>
        </p:grpSpPr>
        <p:cxnSp>
          <p:nvCxnSpPr>
            <p:cNvPr id="27" name="Straight Connector 26">
              <a:extLst>
                <a:ext uri="{FF2B5EF4-FFF2-40B4-BE49-F238E27FC236}">
                  <a16:creationId xmlns:a16="http://schemas.microsoft.com/office/drawing/2014/main" id="{F7CB9BEC-190A-4581-BCED-C1C666114E61}"/>
                </a:ext>
              </a:extLst>
            </p:cNvPr>
            <p:cNvCxnSpPr>
              <a:cxnSpLocks/>
            </p:cNvCxnSpPr>
            <p:nvPr/>
          </p:nvCxnSpPr>
          <p:spPr>
            <a:xfrm>
              <a:off x="7919317" y="2149231"/>
              <a:ext cx="517659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5AC3FF36-1D2A-41E1-B14C-C0507DF33682}"/>
                </a:ext>
              </a:extLst>
            </p:cNvPr>
            <p:cNvCxnSpPr>
              <a:cxnSpLocks/>
            </p:cNvCxnSpPr>
            <p:nvPr/>
          </p:nvCxnSpPr>
          <p:spPr>
            <a:xfrm flipV="1">
              <a:off x="1049282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F8FB1546-1B52-4F92-944F-FB89E2921207}"/>
                </a:ext>
              </a:extLst>
            </p:cNvPr>
            <p:cNvSpPr txBox="1"/>
            <p:nvPr/>
          </p:nvSpPr>
          <p:spPr>
            <a:xfrm>
              <a:off x="7919317" y="2329231"/>
              <a:ext cx="5176573" cy="523220"/>
            </a:xfrm>
            <a:prstGeom prst="rect">
              <a:avLst/>
            </a:prstGeom>
            <a:noFill/>
          </p:spPr>
          <p:txBody>
            <a:bodyPr wrap="square" rtlCol="0">
              <a:spAutoFit/>
            </a:bodyPr>
            <a:lstStyle/>
            <a:p>
              <a:pPr algn="ctr"/>
              <a:r>
                <a:rPr lang="en-GB" sz="2800" b="1" dirty="0">
                  <a:solidFill>
                    <a:srgbClr val="7030A0"/>
                  </a:solidFill>
                </a:rPr>
                <a:t>Date</a:t>
              </a:r>
            </a:p>
          </p:txBody>
        </p:sp>
      </p:grpSp>
      <p:grpSp>
        <p:nvGrpSpPr>
          <p:cNvPr id="32" name="Group 31">
            <a:extLst>
              <a:ext uri="{FF2B5EF4-FFF2-40B4-BE49-F238E27FC236}">
                <a16:creationId xmlns:a16="http://schemas.microsoft.com/office/drawing/2014/main" id="{E90030F4-B936-4A76-A772-450565C086DC}"/>
              </a:ext>
            </a:extLst>
          </p:cNvPr>
          <p:cNvGrpSpPr/>
          <p:nvPr/>
        </p:nvGrpSpPr>
        <p:grpSpPr>
          <a:xfrm>
            <a:off x="7831651" y="5699466"/>
            <a:ext cx="1086714" cy="703220"/>
            <a:chOff x="7919317" y="2149231"/>
            <a:chExt cx="4024445" cy="703220"/>
          </a:xfrm>
        </p:grpSpPr>
        <p:cxnSp>
          <p:nvCxnSpPr>
            <p:cNvPr id="33" name="Straight Connector 32">
              <a:extLst>
                <a:ext uri="{FF2B5EF4-FFF2-40B4-BE49-F238E27FC236}">
                  <a16:creationId xmlns:a16="http://schemas.microsoft.com/office/drawing/2014/main" id="{882D16C4-CB66-4DD9-8E2A-DB745713908F}"/>
                </a:ext>
              </a:extLst>
            </p:cNvPr>
            <p:cNvCxnSpPr>
              <a:cxnSpLocks/>
            </p:cNvCxnSpPr>
            <p:nvPr/>
          </p:nvCxnSpPr>
          <p:spPr>
            <a:xfrm>
              <a:off x="7919317" y="2149231"/>
              <a:ext cx="402444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B5631C90-EBAE-475E-93F4-AE9C811DBF4B}"/>
                </a:ext>
              </a:extLst>
            </p:cNvPr>
            <p:cNvCxnSpPr>
              <a:cxnSpLocks/>
              <a:stCxn id="35" idx="0"/>
            </p:cNvCxnSpPr>
            <p:nvPr/>
          </p:nvCxnSpPr>
          <p:spPr>
            <a:xfrm flipH="1" flipV="1">
              <a:off x="9931536" y="2149231"/>
              <a:ext cx="4"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00087746-F36A-4347-9616-5F4CCF533EDD}"/>
                </a:ext>
              </a:extLst>
            </p:cNvPr>
            <p:cNvSpPr txBox="1"/>
            <p:nvPr/>
          </p:nvSpPr>
          <p:spPr>
            <a:xfrm>
              <a:off x="7919317" y="2329231"/>
              <a:ext cx="4024445" cy="523220"/>
            </a:xfrm>
            <a:prstGeom prst="rect">
              <a:avLst/>
            </a:prstGeom>
            <a:noFill/>
          </p:spPr>
          <p:txBody>
            <a:bodyPr wrap="square" rtlCol="0">
              <a:spAutoFit/>
            </a:bodyPr>
            <a:lstStyle/>
            <a:p>
              <a:pPr algn="ctr"/>
              <a:r>
                <a:rPr lang="en-GB" sz="2800" b="1" dirty="0">
                  <a:solidFill>
                    <a:srgbClr val="7030A0"/>
                  </a:solidFill>
                </a:rPr>
                <a:t>Time</a:t>
              </a:r>
            </a:p>
          </p:txBody>
        </p:sp>
      </p:grpSp>
      <p:grpSp>
        <p:nvGrpSpPr>
          <p:cNvPr id="39" name="Group 38">
            <a:extLst>
              <a:ext uri="{FF2B5EF4-FFF2-40B4-BE49-F238E27FC236}">
                <a16:creationId xmlns:a16="http://schemas.microsoft.com/office/drawing/2014/main" id="{E653B77E-1210-43EE-9222-E347BDC74DBE}"/>
              </a:ext>
            </a:extLst>
          </p:cNvPr>
          <p:cNvGrpSpPr/>
          <p:nvPr/>
        </p:nvGrpSpPr>
        <p:grpSpPr>
          <a:xfrm>
            <a:off x="9161134" y="5699466"/>
            <a:ext cx="1418016" cy="703220"/>
            <a:chOff x="8269096" y="2149231"/>
            <a:chExt cx="5251361" cy="703220"/>
          </a:xfrm>
        </p:grpSpPr>
        <p:cxnSp>
          <p:nvCxnSpPr>
            <p:cNvPr id="40" name="Straight Connector 39">
              <a:extLst>
                <a:ext uri="{FF2B5EF4-FFF2-40B4-BE49-F238E27FC236}">
                  <a16:creationId xmlns:a16="http://schemas.microsoft.com/office/drawing/2014/main" id="{56EF5190-3D39-4234-A022-68EE2427B1A5}"/>
                </a:ext>
              </a:extLst>
            </p:cNvPr>
            <p:cNvCxnSpPr>
              <a:cxnSpLocks/>
            </p:cNvCxnSpPr>
            <p:nvPr/>
          </p:nvCxnSpPr>
          <p:spPr>
            <a:xfrm>
              <a:off x="8269096" y="2149231"/>
              <a:ext cx="187569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E623CE62-5819-48A4-B9A0-481F616A91E5}"/>
                </a:ext>
              </a:extLst>
            </p:cNvPr>
            <p:cNvCxnSpPr>
              <a:cxnSpLocks/>
            </p:cNvCxnSpPr>
            <p:nvPr/>
          </p:nvCxnSpPr>
          <p:spPr>
            <a:xfrm flipV="1">
              <a:off x="925117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96E29D66-D360-436C-AF89-BB680EDD5EDF}"/>
                </a:ext>
              </a:extLst>
            </p:cNvPr>
            <p:cNvSpPr txBox="1"/>
            <p:nvPr/>
          </p:nvSpPr>
          <p:spPr>
            <a:xfrm>
              <a:off x="8315106" y="2329231"/>
              <a:ext cx="5205351" cy="523220"/>
            </a:xfrm>
            <a:prstGeom prst="rect">
              <a:avLst/>
            </a:prstGeom>
            <a:noFill/>
          </p:spPr>
          <p:txBody>
            <a:bodyPr wrap="square" rtlCol="0">
              <a:spAutoFit/>
            </a:bodyPr>
            <a:lstStyle/>
            <a:p>
              <a:r>
                <a:rPr lang="en-GB" sz="2800" b="1" dirty="0">
                  <a:solidFill>
                    <a:srgbClr val="7030A0"/>
                  </a:solidFill>
                </a:rPr>
                <a:t>Boolean</a:t>
              </a:r>
            </a:p>
          </p:txBody>
        </p:sp>
      </p:grpSp>
      <p:pic>
        <p:nvPicPr>
          <p:cNvPr id="4" name="Picture 3">
            <a:extLst>
              <a:ext uri="{FF2B5EF4-FFF2-40B4-BE49-F238E27FC236}">
                <a16:creationId xmlns:a16="http://schemas.microsoft.com/office/drawing/2014/main" id="{8C1D1F9B-AFC7-498D-B082-EB8D8DDB68BD}"/>
              </a:ext>
            </a:extLst>
          </p:cNvPr>
          <p:cNvPicPr>
            <a:picLocks noChangeAspect="1"/>
          </p:cNvPicPr>
          <p:nvPr/>
        </p:nvPicPr>
        <p:blipFill>
          <a:blip r:embed="rId3"/>
          <a:stretch>
            <a:fillRect/>
          </a:stretch>
        </p:blipFill>
        <p:spPr>
          <a:xfrm>
            <a:off x="838200" y="1690687"/>
            <a:ext cx="9054644" cy="3873833"/>
          </a:xfrm>
          <a:prstGeom prst="rect">
            <a:avLst/>
          </a:prstGeom>
        </p:spPr>
      </p:pic>
    </p:spTree>
    <p:extLst>
      <p:ext uri="{BB962C8B-B14F-4D97-AF65-F5344CB8AC3E}">
        <p14:creationId xmlns:p14="http://schemas.microsoft.com/office/powerpoint/2010/main" val="3739040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wipe(left)">
                                      <p:cBhvr>
                                        <p:cTn id="16" dur="1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barn(outVertical)">
                                      <p:cBhvr>
                                        <p:cTn id="21" dur="1000"/>
                                        <p:tgtEl>
                                          <p:spTgt spid="1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nodeType="click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barn(outVertical)">
                                      <p:cBhvr>
                                        <p:cTn id="26" dur="10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6" presetClass="entr" presetSubtype="37"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barn(outVertical)">
                                      <p:cBhvr>
                                        <p:cTn id="31" dur="1000"/>
                                        <p:tgtEl>
                                          <p:spTgt spid="26"/>
                                        </p:tgtEl>
                                      </p:cBhvr>
                                    </p:animEffect>
                                  </p:childTnLst>
                                </p:cTn>
                              </p:par>
                            </p:childTnLst>
                          </p:cTn>
                        </p:par>
                      </p:childTnLst>
                    </p:cTn>
                  </p:par>
                  <p:par>
                    <p:cTn id="32" fill="hold">
                      <p:stCondLst>
                        <p:cond delay="indefinite"/>
                      </p:stCondLst>
                      <p:childTnLst>
                        <p:par>
                          <p:cTn id="33" fill="hold">
                            <p:stCondLst>
                              <p:cond delay="0"/>
                            </p:stCondLst>
                            <p:childTnLst>
                              <p:par>
                                <p:cTn id="34" presetID="16" presetClass="entr" presetSubtype="37" fill="hold" nodeType="clickEffect">
                                  <p:stCondLst>
                                    <p:cond delay="0"/>
                                  </p:stCondLst>
                                  <p:childTnLst>
                                    <p:set>
                                      <p:cBhvr>
                                        <p:cTn id="35" dur="1" fill="hold">
                                          <p:stCondLst>
                                            <p:cond delay="0"/>
                                          </p:stCondLst>
                                        </p:cTn>
                                        <p:tgtEl>
                                          <p:spTgt spid="32"/>
                                        </p:tgtEl>
                                        <p:attrNameLst>
                                          <p:attrName>style.visibility</p:attrName>
                                        </p:attrNameLst>
                                      </p:cBhvr>
                                      <p:to>
                                        <p:strVal val="visible"/>
                                      </p:to>
                                    </p:set>
                                    <p:animEffect transition="in" filter="barn(outVertical)">
                                      <p:cBhvr>
                                        <p:cTn id="36" dur="1000"/>
                                        <p:tgtEl>
                                          <p:spTgt spid="32"/>
                                        </p:tgtEl>
                                      </p:cBhvr>
                                    </p:animEffect>
                                  </p:childTnLst>
                                </p:cTn>
                              </p:par>
                            </p:childTnLst>
                          </p:cTn>
                        </p:par>
                      </p:childTnLst>
                    </p:cTn>
                  </p:par>
                  <p:par>
                    <p:cTn id="37" fill="hold">
                      <p:stCondLst>
                        <p:cond delay="indefinite"/>
                      </p:stCondLst>
                      <p:childTnLst>
                        <p:par>
                          <p:cTn id="38" fill="hold">
                            <p:stCondLst>
                              <p:cond delay="0"/>
                            </p:stCondLst>
                            <p:childTnLst>
                              <p:par>
                                <p:cTn id="39" presetID="16" presetClass="entr" presetSubtype="37" fill="hold" nodeType="clickEffect">
                                  <p:stCondLst>
                                    <p:cond delay="0"/>
                                  </p:stCondLst>
                                  <p:childTnLst>
                                    <p:set>
                                      <p:cBhvr>
                                        <p:cTn id="40" dur="1" fill="hold">
                                          <p:stCondLst>
                                            <p:cond delay="0"/>
                                          </p:stCondLst>
                                        </p:cTn>
                                        <p:tgtEl>
                                          <p:spTgt spid="39"/>
                                        </p:tgtEl>
                                        <p:attrNameLst>
                                          <p:attrName>style.visibility</p:attrName>
                                        </p:attrNameLst>
                                      </p:cBhvr>
                                      <p:to>
                                        <p:strVal val="visible"/>
                                      </p:to>
                                    </p:set>
                                    <p:animEffect transition="in" filter="barn(outVertical)">
                                      <p:cBhvr>
                                        <p:cTn id="41"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Attributes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5" name="Picture 4">
            <a:extLst>
              <a:ext uri="{FF2B5EF4-FFF2-40B4-BE49-F238E27FC236}">
                <a16:creationId xmlns:a16="http://schemas.microsoft.com/office/drawing/2014/main" id="{8640A34F-AFC9-46B7-83C9-B3616F182BE6}"/>
              </a:ext>
            </a:extLst>
          </p:cNvPr>
          <p:cNvPicPr>
            <a:picLocks noChangeAspect="1"/>
          </p:cNvPicPr>
          <p:nvPr/>
        </p:nvPicPr>
        <p:blipFill>
          <a:blip r:embed="rId3"/>
          <a:stretch>
            <a:fillRect/>
          </a:stretch>
        </p:blipFill>
        <p:spPr>
          <a:xfrm>
            <a:off x="838200" y="1690687"/>
            <a:ext cx="9054644" cy="3873833"/>
          </a:xfrm>
          <a:prstGeom prst="rect">
            <a:avLst/>
          </a:prstGeom>
        </p:spPr>
      </p:pic>
    </p:spTree>
    <p:extLst>
      <p:ext uri="{BB962C8B-B14F-4D97-AF65-F5344CB8AC3E}">
        <p14:creationId xmlns:p14="http://schemas.microsoft.com/office/powerpoint/2010/main" val="42141379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64658" y="5665569"/>
            <a:ext cx="8862683"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8995677" y="2451634"/>
            <a:ext cx="2137144" cy="862642"/>
          </a:xfrm>
          <a:prstGeom prst="callout2">
            <a:avLst>
              <a:gd name="adj1" fmla="val 51425"/>
              <a:gd name="adj2" fmla="val -1745"/>
              <a:gd name="adj3" fmla="val 51948"/>
              <a:gd name="adj4" fmla="val -25940"/>
              <a:gd name="adj5" fmla="val 98451"/>
              <a:gd name="adj6" fmla="val -4454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Value </a:t>
            </a:r>
          </a:p>
        </p:txBody>
      </p:sp>
      <p:sp>
        <p:nvSpPr>
          <p:cNvPr id="6" name="Callout: Bent Line with No Border 5">
            <a:extLst>
              <a:ext uri="{FF2B5EF4-FFF2-40B4-BE49-F238E27FC236}">
                <a16:creationId xmlns:a16="http://schemas.microsoft.com/office/drawing/2014/main" id="{00EF8586-C5C9-BBB7-2263-DED3452C407B}"/>
              </a:ext>
            </a:extLst>
          </p:cNvPr>
          <p:cNvSpPr/>
          <p:nvPr/>
        </p:nvSpPr>
        <p:spPr>
          <a:xfrm>
            <a:off x="1991377" y="4304138"/>
            <a:ext cx="962796" cy="862642"/>
          </a:xfrm>
          <a:prstGeom prst="callout2">
            <a:avLst>
              <a:gd name="adj1" fmla="val 48750"/>
              <a:gd name="adj2" fmla="val 104056"/>
              <a:gd name="adj3" fmla="val 48589"/>
              <a:gd name="adj4" fmla="val 142331"/>
              <a:gd name="adj5" fmla="val -44946"/>
              <a:gd name="adj6" fmla="val 20219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grpSp>
        <p:nvGrpSpPr>
          <p:cNvPr id="16" name="Group 15">
            <a:extLst>
              <a:ext uri="{FF2B5EF4-FFF2-40B4-BE49-F238E27FC236}">
                <a16:creationId xmlns:a16="http://schemas.microsoft.com/office/drawing/2014/main" id="{BF181095-D978-47A3-6622-982A1296D1CD}"/>
              </a:ext>
            </a:extLst>
          </p:cNvPr>
          <p:cNvGrpSpPr/>
          <p:nvPr/>
        </p:nvGrpSpPr>
        <p:grpSpPr>
          <a:xfrm>
            <a:off x="4235937" y="4029846"/>
            <a:ext cx="3946770" cy="703220"/>
            <a:chOff x="8269095" y="2156158"/>
            <a:chExt cx="3751385" cy="703220"/>
          </a:xfrm>
        </p:grpSpPr>
        <p:cxnSp>
          <p:nvCxnSpPr>
            <p:cNvPr id="11" name="Straight Connector 10">
              <a:extLst>
                <a:ext uri="{FF2B5EF4-FFF2-40B4-BE49-F238E27FC236}">
                  <a16:creationId xmlns:a16="http://schemas.microsoft.com/office/drawing/2014/main" id="{870E1721-1E88-DB64-39CC-562ABFE4D4A9}"/>
                </a:ext>
              </a:extLst>
            </p:cNvPr>
            <p:cNvCxnSpPr>
              <a:cxnSpLocks/>
            </p:cNvCxnSpPr>
            <p:nvPr/>
          </p:nvCxnSpPr>
          <p:spPr>
            <a:xfrm>
              <a:off x="8269095" y="2156158"/>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651EB76-E65E-753B-6139-1AF409330CF7}"/>
                </a:ext>
              </a:extLst>
            </p:cNvPr>
            <p:cNvCxnSpPr>
              <a:cxnSpLocks/>
            </p:cNvCxnSpPr>
            <p:nvPr/>
          </p:nvCxnSpPr>
          <p:spPr>
            <a:xfrm flipV="1">
              <a:off x="10144788" y="2156158"/>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DE07E5D-06E8-3DE4-D84D-5B99B0240450}"/>
                </a:ext>
              </a:extLst>
            </p:cNvPr>
            <p:cNvSpPr txBox="1"/>
            <p:nvPr/>
          </p:nvSpPr>
          <p:spPr>
            <a:xfrm>
              <a:off x="9366051" y="2336158"/>
              <a:ext cx="1557472" cy="523220"/>
            </a:xfrm>
            <a:prstGeom prst="rect">
              <a:avLst/>
            </a:prstGeom>
            <a:noFill/>
          </p:spPr>
          <p:txBody>
            <a:bodyPr wrap="none" rtlCol="0">
              <a:spAutoFit/>
            </a:bodyPr>
            <a:lstStyle/>
            <a:p>
              <a:pPr algn="ctr"/>
              <a:r>
                <a:rPr lang="en-GB" sz="2800" b="1" dirty="0">
                  <a:solidFill>
                    <a:srgbClr val="7030A0"/>
                  </a:solidFill>
                </a:rPr>
                <a:t>Condition</a:t>
              </a:r>
            </a:p>
          </p:txBody>
        </p:sp>
      </p:grpSp>
      <p:sp>
        <p:nvSpPr>
          <p:cNvPr id="5" name="Callout: Bent Line with No Border 4">
            <a:extLst>
              <a:ext uri="{FF2B5EF4-FFF2-40B4-BE49-F238E27FC236}">
                <a16:creationId xmlns:a16="http://schemas.microsoft.com/office/drawing/2014/main" id="{87B61908-2A1E-ED5C-FE12-C6DCD5EF3C3F}"/>
              </a:ext>
            </a:extLst>
          </p:cNvPr>
          <p:cNvSpPr/>
          <p:nvPr/>
        </p:nvSpPr>
        <p:spPr>
          <a:xfrm>
            <a:off x="7817992" y="1770919"/>
            <a:ext cx="2137144" cy="862642"/>
          </a:xfrm>
          <a:prstGeom prst="callout2">
            <a:avLst>
              <a:gd name="adj1" fmla="val 51425"/>
              <a:gd name="adj2" fmla="val -1745"/>
              <a:gd name="adj3" fmla="val 51948"/>
              <a:gd name="adj4" fmla="val -25940"/>
              <a:gd name="adj5" fmla="val 193655"/>
              <a:gd name="adj6" fmla="val -6379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Comparison</a:t>
            </a:r>
          </a:p>
        </p:txBody>
      </p:sp>
      <p:sp>
        <p:nvSpPr>
          <p:cNvPr id="13" name="TextBox 12">
            <a:extLst>
              <a:ext uri="{FF2B5EF4-FFF2-40B4-BE49-F238E27FC236}">
                <a16:creationId xmlns:a16="http://schemas.microsoft.com/office/drawing/2014/main" id="{55A11A63-969F-4B38-8776-DA4F6EC83E0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NB</a:t>
            </a:r>
            <a:r>
              <a:rPr lang="en-GB" sz="3600" dirty="0">
                <a:solidFill>
                  <a:srgbClr val="7030A0"/>
                </a:solidFill>
                <a:latin typeface="Consolas" panose="020B0609020204030204" pitchFamily="49" charset="0"/>
              </a:rPr>
              <a:t>: Values are case sensitive!</a:t>
            </a:r>
          </a:p>
        </p:txBody>
      </p:sp>
    </p:spTree>
    <p:extLst>
      <p:ext uri="{BB962C8B-B14F-4D97-AF65-F5344CB8AC3E}">
        <p14:creationId xmlns:p14="http://schemas.microsoft.com/office/powerpoint/2010/main" val="3662892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barn(outVertical)">
                                      <p:cBhvr>
                                        <p:cTn id="21" dur="1000"/>
                                        <p:tgtEl>
                                          <p:spTgt spid="1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1000"/>
                                        <p:tgtEl>
                                          <p:spTgt spid="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fade">
                                      <p:cBhvr>
                                        <p:cTn id="36" dur="1000"/>
                                        <p:tgtEl>
                                          <p:spTgt spid="4"/>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0">
                                            <p:txEl>
                                              <p:pRg st="0" end="0"/>
                                            </p:txEl>
                                          </p:spTgt>
                                        </p:tgtEl>
                                        <p:attrNameLst>
                                          <p:attrName>style.visibility</p:attrName>
                                        </p:attrNameLst>
                                      </p:cBhvr>
                                      <p:to>
                                        <p:strVal val="visible"/>
                                      </p:to>
                                    </p:set>
                                    <p:animEffect transition="in" filter="wipe(left)">
                                      <p:cBhvr>
                                        <p:cTn id="41" dur="2000"/>
                                        <p:tgtEl>
                                          <p:spTgt spid="10">
                                            <p:txEl>
                                              <p:pRg st="0" end="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wipe(left)">
                                      <p:cBhvr>
                                        <p:cTn id="46" dur="2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P spid="4" grpId="0" animBg="1"/>
      <p:bldP spid="6" grpId="0" animBg="1"/>
      <p:bldP spid="5" grpId="0" animBg="1"/>
      <p:bldP spid="13" grpId="0" animBg="1"/>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F588E78-1F97-1E63-F2E2-0B7BF0B99B62}"/>
              </a:ext>
            </a:extLst>
          </p:cNvPr>
          <p:cNvSpPr txBox="1"/>
          <p:nvPr/>
        </p:nvSpPr>
        <p:spPr>
          <a:xfrm>
            <a:off x="1485609" y="5665569"/>
            <a:ext cx="9220794" cy="646331"/>
          </a:xfrm>
          <a:prstGeom prst="rect">
            <a:avLst/>
          </a:prstGeom>
          <a:noFill/>
        </p:spPr>
        <p:txBody>
          <a:bodyPr wrap="none" rtlCol="0">
            <a:spAutoFit/>
          </a:bodyPr>
          <a:lstStyle/>
          <a:p>
            <a:pPr algn="ctr"/>
            <a:r>
              <a:rPr lang="en-GB" sz="3600" dirty="0">
                <a:solidFill>
                  <a:srgbClr val="7030A0"/>
                </a:solidFill>
              </a:rPr>
              <a:t>If the                    is </a:t>
            </a:r>
            <a:r>
              <a:rPr lang="en-GB" sz="3600" dirty="0">
                <a:solidFill>
                  <a:srgbClr val="7030A0"/>
                </a:solidFill>
                <a:latin typeface="Consolas" panose="020B0609020204030204" pitchFamily="49" charset="0"/>
              </a:rPr>
              <a:t>     </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95845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61263" y="19094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580159429"/>
              </p:ext>
            </p:extLst>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2244949562"/>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986849049"/>
              </p:ext>
            </p:extLst>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072253" y="2051901"/>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61263" y="158506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78301" y="2911786"/>
            <a:ext cx="960176" cy="369332"/>
          </a:xfrm>
          <a:prstGeom prst="rect">
            <a:avLst/>
          </a:prstGeom>
          <a:noFill/>
        </p:spPr>
        <p:txBody>
          <a:bodyPr wrap="square" rtlCol="0">
            <a:spAutoFit/>
          </a:bodyPr>
          <a:lstStyle/>
          <a:p>
            <a:pPr algn="ctr"/>
            <a:r>
              <a:rPr lang="en-GB" b="1" dirty="0"/>
              <a:t>Output</a:t>
            </a:r>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61263" y="222491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6020827" y="2554178"/>
            <a:ext cx="960176"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1"/>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3"/>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6715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9">
                                            <p:txEl>
                                              <p:pRg st="0" end="0"/>
                                            </p:txEl>
                                          </p:spTgt>
                                        </p:tgtEl>
                                        <p:attrNameLst>
                                          <p:attrName>style.visibility</p:attrName>
                                        </p:attrNameLst>
                                      </p:cBhvr>
                                      <p:to>
                                        <p:strVal val="visible"/>
                                      </p:to>
                                    </p:set>
                                    <p:animEffect transition="in" filter="wipe(left)">
                                      <p:cBhvr>
                                        <p:cTn id="29" dur="1000"/>
                                        <p:tgtEl>
                                          <p:spTgt spid="19">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1" end="1"/>
                                            </p:txEl>
                                          </p:spTgt>
                                        </p:tgtEl>
                                        <p:attrNameLst>
                                          <p:attrName>style.visibility</p:attrName>
                                        </p:attrNameLst>
                                      </p:cBhvr>
                                      <p:to>
                                        <p:strVal val="visible"/>
                                      </p:to>
                                    </p:set>
                                    <p:animEffect transition="in" filter="wipe(left)">
                                      <p:cBhvr>
                                        <p:cTn id="34" dur="1000"/>
                                        <p:tgtEl>
                                          <p:spTgt spid="19">
                                            <p:txEl>
                                              <p:pRg st="1" end="1"/>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2" end="2"/>
                                            </p:txEl>
                                          </p:spTgt>
                                        </p:tgtEl>
                                        <p:attrNameLst>
                                          <p:attrName>style.visibility</p:attrName>
                                        </p:attrNameLst>
                                      </p:cBhvr>
                                      <p:to>
                                        <p:strVal val="visible"/>
                                      </p:to>
                                    </p:set>
                                    <p:animEffect transition="in" filter="wipe(left)">
                                      <p:cBhvr>
                                        <p:cTn id="38" dur="1000"/>
                                        <p:tgtEl>
                                          <p:spTgt spid="19">
                                            <p:txEl>
                                              <p:pRg st="2" end="2"/>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3" end="3"/>
                                            </p:txEl>
                                          </p:spTgt>
                                        </p:tgtEl>
                                        <p:attrNameLst>
                                          <p:attrName>style.visibility</p:attrName>
                                        </p:attrNameLst>
                                      </p:cBhvr>
                                      <p:to>
                                        <p:strVal val="visible"/>
                                      </p:to>
                                    </p:set>
                                    <p:animEffect transition="in" filter="wipe(left)">
                                      <p:cBhvr>
                                        <p:cTn id="42" dur="1000"/>
                                        <p:tgtEl>
                                          <p:spTgt spid="19">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wipe(left)">
                                      <p:cBhvr>
                                        <p:cTn id="47" dur="1000"/>
                                        <p:tgtEl>
                                          <p:spTgt spid="2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wipe(left)">
                                      <p:cBhvr>
                                        <p:cTn id="56" dur="1000"/>
                                        <p:tgtEl>
                                          <p:spTgt spid="26"/>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xit" presetSubtype="8" fill="hold" grpId="1" nodeType="clickEffect">
                                  <p:stCondLst>
                                    <p:cond delay="0"/>
                                  </p:stCondLst>
                                  <p:childTnLst>
                                    <p:animEffect transition="out" filter="wipe(left)">
                                      <p:cBhvr>
                                        <p:cTn id="64" dur="500"/>
                                        <p:tgtEl>
                                          <p:spTgt spid="27"/>
                                        </p:tgtEl>
                                      </p:cBhvr>
                                    </p:animEffect>
                                    <p:set>
                                      <p:cBhvr>
                                        <p:cTn id="65" dur="1" fill="hold">
                                          <p:stCondLst>
                                            <p:cond delay="499"/>
                                          </p:stCondLst>
                                        </p:cTn>
                                        <p:tgtEl>
                                          <p:spTgt spid="27"/>
                                        </p:tgtEl>
                                        <p:attrNameLst>
                                          <p:attrName>style.visibility</p:attrName>
                                        </p:attrNameLst>
                                      </p:cBhvr>
                                      <p:to>
                                        <p:strVal val="hidden"/>
                                      </p:to>
                                    </p:set>
                                  </p:childTnLst>
                                </p:cTn>
                              </p:par>
                            </p:childTnLst>
                          </p:cTn>
                        </p:par>
                        <p:par>
                          <p:cTn id="66" fill="hold">
                            <p:stCondLst>
                              <p:cond delay="500"/>
                            </p:stCondLst>
                            <p:childTnLst>
                              <p:par>
                                <p:cTn id="67" presetID="22" presetClass="entr" presetSubtype="8"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wipe(left)">
                                      <p:cBhvr>
                                        <p:cTn id="69" dur="1000"/>
                                        <p:tgtEl>
                                          <p:spTgt spid="35"/>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37"/>
                                        </p:tgtEl>
                                        <p:attrNameLst>
                                          <p:attrName>style.visibility</p:attrName>
                                        </p:attrNameLst>
                                      </p:cBhvr>
                                      <p:to>
                                        <p:strVal val="visible"/>
                                      </p:to>
                                    </p:set>
                                    <p:animEffect transition="in" filter="wipe(left)">
                                      <p:cBhvr>
                                        <p:cTn id="74" dur="500"/>
                                        <p:tgtEl>
                                          <p:spTgt spid="37"/>
                                        </p:tgtEl>
                                      </p:cBhvr>
                                    </p:animEffect>
                                  </p:childTnLst>
                                </p:cTn>
                              </p:par>
                            </p:childTnLst>
                          </p:cTn>
                        </p:par>
                        <p:par>
                          <p:cTn id="75" fill="hold">
                            <p:stCondLst>
                              <p:cond delay="500"/>
                            </p:stCondLst>
                            <p:childTnLst>
                              <p:par>
                                <p:cTn id="76" presetID="22" presetClass="entr" presetSubtype="1" fill="hold" grpId="0" nodeType="after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wipe(up)">
                                      <p:cBhvr>
                                        <p:cTn id="78" dur="1000"/>
                                        <p:tgtEl>
                                          <p:spTgt spid="36"/>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2"/>
                                        </p:tgtEl>
                                        <p:attrNameLst>
                                          <p:attrName>style.visibility</p:attrName>
                                        </p:attrNameLst>
                                      </p:cBhvr>
                                      <p:to>
                                        <p:strVal val="visible"/>
                                      </p:to>
                                    </p:set>
                                    <p:animEffect transition="in" filter="wipe(left)">
                                      <p:cBhvr>
                                        <p:cTn id="83" dur="500"/>
                                        <p:tgtEl>
                                          <p:spTgt spid="2"/>
                                        </p:tgtEl>
                                      </p:cBhvr>
                                    </p:animEffec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18"/>
                                        </p:tgtEl>
                                        <p:attrNameLst>
                                          <p:attrName>style.visibility</p:attrName>
                                        </p:attrNameLst>
                                      </p:cBhvr>
                                      <p:to>
                                        <p:strVal val="visible"/>
                                      </p:to>
                                    </p:set>
                                    <p:animEffect transition="in" filter="wipe(left)">
                                      <p:cBhvr>
                                        <p:cTn id="87" dur="1500"/>
                                        <p:tgtEl>
                                          <p:spTgt spid="18"/>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wipe(left)">
                                      <p:cBhvr>
                                        <p:cTn id="92" dur="500"/>
                                        <p:tgtEl>
                                          <p:spTgt spid="33"/>
                                        </p:tgtEl>
                                      </p:cBhvr>
                                    </p:animEffect>
                                  </p:childTnLst>
                                </p:cTn>
                              </p:par>
                            </p:childTnLst>
                          </p:cTn>
                        </p:par>
                        <p:par>
                          <p:cTn id="93" fill="hold">
                            <p:stCondLst>
                              <p:cond delay="500"/>
                            </p:stCondLst>
                            <p:childTnLst>
                              <p:par>
                                <p:cTn id="94" presetID="22" presetClass="entr" presetSubtype="8"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wipe(left)">
                                      <p:cBhvr>
                                        <p:cTn id="96" dur="1500"/>
                                        <p:tgtEl>
                                          <p:spTgt spid="20"/>
                                        </p:tgtEl>
                                      </p:cBhvr>
                                    </p:animEffect>
                                  </p:childTnLst>
                                </p:cTn>
                              </p:par>
                            </p:childTnLst>
                          </p:cTn>
                        </p:par>
                        <p:par>
                          <p:cTn id="97" fill="hold">
                            <p:stCondLst>
                              <p:cond delay="2000"/>
                            </p:stCondLst>
                            <p:childTnLst>
                              <p:par>
                                <p:cTn id="98" presetID="22" presetClass="entr" presetSubtype="8" fill="hold" grpId="0" nodeType="after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wipe(left)">
                                      <p:cBhvr>
                                        <p:cTn id="100" dur="500"/>
                                        <p:tgtEl>
                                          <p:spTgt spid="34"/>
                                        </p:tgtEl>
                                      </p:cBhvr>
                                    </p:animEffect>
                                  </p:childTnLst>
                                </p:cTn>
                              </p:par>
                            </p:childTnLst>
                          </p:cTn>
                        </p:par>
                        <p:par>
                          <p:cTn id="101" fill="hold">
                            <p:stCondLst>
                              <p:cond delay="2500"/>
                            </p:stCondLst>
                            <p:childTnLst>
                              <p:par>
                                <p:cTn id="102" presetID="22" presetClass="entr" presetSubtype="8" fill="hold" grpId="0" nodeType="afterEffect">
                                  <p:stCondLst>
                                    <p:cond delay="0"/>
                                  </p:stCondLst>
                                  <p:childTnLst>
                                    <p:set>
                                      <p:cBhvr>
                                        <p:cTn id="103" dur="1" fill="hold">
                                          <p:stCondLst>
                                            <p:cond delay="0"/>
                                          </p:stCondLst>
                                        </p:cTn>
                                        <p:tgtEl>
                                          <p:spTgt spid="21"/>
                                        </p:tgtEl>
                                        <p:attrNameLst>
                                          <p:attrName>style.visibility</p:attrName>
                                        </p:attrNameLst>
                                      </p:cBhvr>
                                      <p:to>
                                        <p:strVal val="visible"/>
                                      </p:to>
                                    </p:set>
                                    <p:animEffect transition="in" filter="wipe(left)">
                                      <p:cBhvr>
                                        <p:cTn id="104" dur="1500"/>
                                        <p:tgtEl>
                                          <p:spTgt spid="21"/>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xit" presetSubtype="8" fill="hold" grpId="1" nodeType="clickEffect">
                                  <p:stCondLst>
                                    <p:cond delay="0"/>
                                  </p:stCondLst>
                                  <p:childTnLst>
                                    <p:animEffect transition="out" filter="wipe(left)">
                                      <p:cBhvr>
                                        <p:cTn id="108" dur="500"/>
                                        <p:tgtEl>
                                          <p:spTgt spid="35"/>
                                        </p:tgtEl>
                                      </p:cBhvr>
                                    </p:animEffect>
                                    <p:set>
                                      <p:cBhvr>
                                        <p:cTn id="109" dur="1" fill="hold">
                                          <p:stCondLst>
                                            <p:cond delay="499"/>
                                          </p:stCondLst>
                                        </p:cTn>
                                        <p:tgtEl>
                                          <p:spTgt spid="35"/>
                                        </p:tgtEl>
                                        <p:attrNameLst>
                                          <p:attrName>style.visibility</p:attrName>
                                        </p:attrNameLst>
                                      </p:cBhvr>
                                      <p:to>
                                        <p:strVal val="hidden"/>
                                      </p:to>
                                    </p:se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1"/>
                                        </p:tgtEl>
                                        <p:attrNameLst>
                                          <p:attrName>style.visibility</p:attrName>
                                        </p:attrNameLst>
                                      </p:cBhvr>
                                      <p:to>
                                        <p:strVal val="visible"/>
                                      </p:to>
                                    </p:set>
                                    <p:animEffect transition="in" filter="wipe(left)">
                                      <p:cBhvr>
                                        <p:cTn id="113" dur="1000"/>
                                        <p:tgtEl>
                                          <p:spTgt spid="31"/>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wipe(left)">
                                      <p:cBhvr>
                                        <p:cTn id="118" dur="500"/>
                                        <p:tgtEl>
                                          <p:spTgt spid="25"/>
                                        </p:tgtEl>
                                      </p:cBhvr>
                                    </p:animEffect>
                                  </p:childTnLst>
                                </p:cTn>
                              </p:par>
                            </p:childTnLst>
                          </p:cTn>
                        </p:par>
                        <p:par>
                          <p:cTn id="119" fill="hold">
                            <p:stCondLst>
                              <p:cond delay="500"/>
                            </p:stCondLst>
                            <p:childTnLst>
                              <p:par>
                                <p:cTn id="120" presetID="22" presetClass="entr" presetSubtype="1" fill="hold" nodeType="afterEffect">
                                  <p:stCondLst>
                                    <p:cond delay="0"/>
                                  </p:stCondLst>
                                  <p:childTnLst>
                                    <p:set>
                                      <p:cBhvr>
                                        <p:cTn id="121" dur="1" fill="hold">
                                          <p:stCondLst>
                                            <p:cond delay="0"/>
                                          </p:stCondLst>
                                        </p:cTn>
                                        <p:tgtEl>
                                          <p:spTgt spid="5"/>
                                        </p:tgtEl>
                                        <p:attrNameLst>
                                          <p:attrName>style.visibility</p:attrName>
                                        </p:attrNameLst>
                                      </p:cBhvr>
                                      <p:to>
                                        <p:strVal val="visible"/>
                                      </p:to>
                                    </p:set>
                                    <p:animEffect transition="in" filter="wipe(up)">
                                      <p:cBhvr>
                                        <p:cTn id="122" dur="500"/>
                                        <p:tgtEl>
                                          <p:spTgt spid="5"/>
                                        </p:tgtEl>
                                      </p:cBhvr>
                                    </p:animEffect>
                                  </p:childTnLst>
                                </p:cTn>
                              </p:par>
                            </p:childTnLst>
                          </p:cTn>
                        </p:par>
                        <p:par>
                          <p:cTn id="123" fill="hold">
                            <p:stCondLst>
                              <p:cond delay="1000"/>
                            </p:stCondLst>
                            <p:childTnLst>
                              <p:par>
                                <p:cTn id="124" presetID="22" presetClass="entr" presetSubtype="1" fill="hold" grpId="0" nodeType="afterEffect">
                                  <p:stCondLst>
                                    <p:cond delay="0"/>
                                  </p:stCondLst>
                                  <p:childTnLst>
                                    <p:set>
                                      <p:cBhvr>
                                        <p:cTn id="125" dur="1" fill="hold">
                                          <p:stCondLst>
                                            <p:cond delay="0"/>
                                          </p:stCondLst>
                                        </p:cTn>
                                        <p:tgtEl>
                                          <p:spTgt spid="29"/>
                                        </p:tgtEl>
                                        <p:attrNameLst>
                                          <p:attrName>style.visibility</p:attrName>
                                        </p:attrNameLst>
                                      </p:cBhvr>
                                      <p:to>
                                        <p:strVal val="visible"/>
                                      </p:to>
                                    </p:set>
                                    <p:animEffect transition="in" filter="wipe(up)">
                                      <p:cBhvr>
                                        <p:cTn id="126" dur="1500"/>
                                        <p:tgtEl>
                                          <p:spTgt spid="29"/>
                                        </p:tgtEl>
                                      </p:cBhvr>
                                    </p:animEffect>
                                  </p:childTnLst>
                                </p:cTn>
                              </p:par>
                            </p:childTnLst>
                          </p:cTn>
                        </p:par>
                        <p:par>
                          <p:cTn id="127" fill="hold">
                            <p:stCondLst>
                              <p:cond delay="2500"/>
                            </p:stCondLst>
                            <p:childTnLst>
                              <p:par>
                                <p:cTn id="128" presetID="22" presetClass="entr" presetSubtype="1" fill="hold" nodeType="afterEffect">
                                  <p:stCondLst>
                                    <p:cond delay="0"/>
                                  </p:stCondLst>
                                  <p:childTnLst>
                                    <p:set>
                                      <p:cBhvr>
                                        <p:cTn id="129" dur="1" fill="hold">
                                          <p:stCondLst>
                                            <p:cond delay="0"/>
                                          </p:stCondLst>
                                        </p:cTn>
                                        <p:tgtEl>
                                          <p:spTgt spid="9"/>
                                        </p:tgtEl>
                                        <p:attrNameLst>
                                          <p:attrName>style.visibility</p:attrName>
                                        </p:attrNameLst>
                                      </p:cBhvr>
                                      <p:to>
                                        <p:strVal val="visible"/>
                                      </p:to>
                                    </p:set>
                                    <p:animEffect transition="in" filter="wipe(up)">
                                      <p:cBhvr>
                                        <p:cTn id="130" dur="500"/>
                                        <p:tgtEl>
                                          <p:spTgt spid="9"/>
                                        </p:tgtEl>
                                      </p:cBhvr>
                                    </p:animEffect>
                                  </p:childTnLst>
                                </p:cTn>
                              </p:par>
                            </p:childTnLst>
                          </p:cTn>
                        </p:par>
                        <p:par>
                          <p:cTn id="131" fill="hold">
                            <p:stCondLst>
                              <p:cond delay="3000"/>
                            </p:stCondLst>
                            <p:childTnLst>
                              <p:par>
                                <p:cTn id="132" presetID="22" presetClass="entr" presetSubtype="1" fill="hold" grpId="0" nodeType="afterEffect">
                                  <p:stCondLst>
                                    <p:cond delay="0"/>
                                  </p:stCondLst>
                                  <p:childTnLst>
                                    <p:set>
                                      <p:cBhvr>
                                        <p:cTn id="133" dur="1" fill="hold">
                                          <p:stCondLst>
                                            <p:cond delay="0"/>
                                          </p:stCondLst>
                                        </p:cTn>
                                        <p:tgtEl>
                                          <p:spTgt spid="30"/>
                                        </p:tgtEl>
                                        <p:attrNameLst>
                                          <p:attrName>style.visibility</p:attrName>
                                        </p:attrNameLst>
                                      </p:cBhvr>
                                      <p:to>
                                        <p:strVal val="visible"/>
                                      </p:to>
                                    </p:set>
                                    <p:animEffect transition="in" filter="wipe(up)">
                                      <p:cBhvr>
                                        <p:cTn id="134" dur="1500"/>
                                        <p:tgtEl>
                                          <p:spTgt spid="30"/>
                                        </p:tgtEl>
                                      </p:cBhvr>
                                    </p:animEffect>
                                  </p:childTnLst>
                                </p:cTn>
                              </p:par>
                            </p:childTnLst>
                          </p:cTn>
                        </p:par>
                      </p:childTnLst>
                    </p:cTn>
                  </p:par>
                  <p:par>
                    <p:cTn id="135" fill="hold">
                      <p:stCondLst>
                        <p:cond delay="indefinite"/>
                      </p:stCondLst>
                      <p:childTnLst>
                        <p:par>
                          <p:cTn id="136" fill="hold">
                            <p:stCondLst>
                              <p:cond delay="0"/>
                            </p:stCondLst>
                            <p:childTnLst>
                              <p:par>
                                <p:cTn id="137" presetID="22" presetClass="exit" presetSubtype="8" fill="hold" grpId="1" nodeType="clickEffect">
                                  <p:stCondLst>
                                    <p:cond delay="0"/>
                                  </p:stCondLst>
                                  <p:childTnLst>
                                    <p:animEffect transition="out" filter="wipe(left)">
                                      <p:cBhvr>
                                        <p:cTn id="138" dur="500"/>
                                        <p:tgtEl>
                                          <p:spTgt spid="31"/>
                                        </p:tgtEl>
                                      </p:cBhvr>
                                    </p:animEffect>
                                    <p:set>
                                      <p:cBhvr>
                                        <p:cTn id="139" dur="1" fill="hold">
                                          <p:stCondLst>
                                            <p:cond delay="499"/>
                                          </p:stCondLst>
                                        </p:cTn>
                                        <p:tgtEl>
                                          <p:spTgt spid="31"/>
                                        </p:tgtEl>
                                        <p:attrNameLst>
                                          <p:attrName>style.visibility</p:attrName>
                                        </p:attrNameLst>
                                      </p:cBhvr>
                                      <p:to>
                                        <p:strVal val="hidden"/>
                                      </p:to>
                                    </p:set>
                                  </p:childTnLst>
                                </p:cTn>
                              </p:par>
                              <p:par>
                                <p:cTn id="140" presetID="22" presetClass="entr" presetSubtype="8" fill="hold" grpId="0" nodeType="with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wipe(left)">
                                      <p:cBhvr>
                                        <p:cTn id="142" dur="500"/>
                                        <p:tgtEl>
                                          <p:spTgt spid="32"/>
                                        </p:tgtEl>
                                      </p:cBhvr>
                                    </p:animEffect>
                                  </p:childTnLst>
                                </p:cTn>
                              </p:par>
                            </p:childTnLst>
                          </p:cTn>
                        </p:par>
                        <p:par>
                          <p:cTn id="143" fill="hold">
                            <p:stCondLst>
                              <p:cond delay="500"/>
                            </p:stCondLst>
                            <p:childTnLst>
                              <p:par>
                                <p:cTn id="144" presetID="22" presetClass="entr" presetSubtype="8" fill="hold" grpId="0" nodeType="afterEffect">
                                  <p:stCondLst>
                                    <p:cond delay="0"/>
                                  </p:stCondLst>
                                  <p:childTnLst>
                                    <p:set>
                                      <p:cBhvr>
                                        <p:cTn id="145" dur="1" fill="hold">
                                          <p:stCondLst>
                                            <p:cond delay="0"/>
                                          </p:stCondLst>
                                        </p:cTn>
                                        <p:tgtEl>
                                          <p:spTgt spid="28"/>
                                        </p:tgtEl>
                                        <p:attrNameLst>
                                          <p:attrName>style.visibility</p:attrName>
                                        </p:attrNameLst>
                                      </p:cBhvr>
                                      <p:to>
                                        <p:strVal val="visible"/>
                                      </p:to>
                                    </p:set>
                                    <p:animEffect transition="in" filter="wipe(left)">
                                      <p:cBhvr>
                                        <p:cTn id="146" dur="1000"/>
                                        <p:tgtEl>
                                          <p:spTgt spid="28"/>
                                        </p:tgtEl>
                                      </p:cBhvr>
                                    </p:animEffect>
                                  </p:childTnLst>
                                </p:cTn>
                              </p:par>
                            </p:childTnLst>
                          </p:cTn>
                        </p:par>
                        <p:par>
                          <p:cTn id="147" fill="hold">
                            <p:stCondLst>
                              <p:cond delay="1500"/>
                            </p:stCondLst>
                            <p:childTnLst>
                              <p:par>
                                <p:cTn id="148" presetID="22" presetClass="entr" presetSubtype="8" fill="hold" nodeType="afterEffect">
                                  <p:stCondLst>
                                    <p:cond delay="0"/>
                                  </p:stCondLst>
                                  <p:childTnLst>
                                    <p:set>
                                      <p:cBhvr>
                                        <p:cTn id="149" dur="1" fill="hold">
                                          <p:stCondLst>
                                            <p:cond delay="0"/>
                                          </p:stCondLst>
                                        </p:cTn>
                                        <p:tgtEl>
                                          <p:spTgt spid="24"/>
                                        </p:tgtEl>
                                        <p:attrNameLst>
                                          <p:attrName>style.visibility</p:attrName>
                                        </p:attrNameLst>
                                      </p:cBhvr>
                                      <p:to>
                                        <p:strVal val="visible"/>
                                      </p:to>
                                    </p:set>
                                    <p:animEffect transition="in" filter="wipe(left)">
                                      <p:cBhvr>
                                        <p:cTn id="150"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18" grpId="0" animBg="1"/>
      <p:bldP spid="20" grpId="0" animBg="1"/>
      <p:bldP spid="21" grpId="0" animBg="1"/>
      <p:bldP spid="2" grpId="0" animBg="1"/>
      <p:bldP spid="33" grpId="0" animBg="1"/>
      <p:bldP spid="34" grpId="0" animBg="1"/>
      <p:bldP spid="35" grpId="0" animBg="1"/>
      <p:bldP spid="35" grpId="1" animBg="1"/>
      <p:bldP spid="36" grpId="0" animBg="1"/>
      <p:bldP spid="37" grpId="0"/>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166074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432720F6-91B9-89B6-4B76-AEE68AF5098D}"/>
              </a:ext>
            </a:extLst>
          </p:cNvPr>
          <p:cNvGrpSpPr/>
          <p:nvPr/>
        </p:nvGrpSpPr>
        <p:grpSpPr>
          <a:xfrm>
            <a:off x="6134100" y="4001294"/>
            <a:ext cx="2195944" cy="1134107"/>
            <a:chOff x="6078651" y="2149231"/>
            <a:chExt cx="8132274" cy="1134107"/>
          </a:xfrm>
        </p:grpSpPr>
        <p:cxnSp>
          <p:nvCxnSpPr>
            <p:cNvPr id="8" name="Straight Connector 7">
              <a:extLst>
                <a:ext uri="{FF2B5EF4-FFF2-40B4-BE49-F238E27FC236}">
                  <a16:creationId xmlns:a16="http://schemas.microsoft.com/office/drawing/2014/main" id="{B6EC09FC-B0B0-944B-BFBC-36CF9AC74828}"/>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D87003C-85F5-2875-9F9C-98F107A43EBA}"/>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E44B587-6529-CB28-4761-5569B8233C52}"/>
                </a:ext>
              </a:extLst>
            </p:cNvPr>
            <p:cNvSpPr txBox="1"/>
            <p:nvPr/>
          </p:nvSpPr>
          <p:spPr>
            <a:xfrm>
              <a:off x="6078651" y="2329231"/>
              <a:ext cx="8132274" cy="954107"/>
            </a:xfrm>
            <a:prstGeom prst="rect">
              <a:avLst/>
            </a:prstGeom>
            <a:noFill/>
          </p:spPr>
          <p:txBody>
            <a:bodyPr wrap="square" rtlCol="0">
              <a:spAutoFit/>
            </a:bodyPr>
            <a:lstStyle/>
            <a:p>
              <a:pPr algn="ctr"/>
              <a:r>
                <a:rPr lang="en-GB" sz="2800" b="1" dirty="0">
                  <a:solidFill>
                    <a:srgbClr val="7030A0"/>
                  </a:solidFill>
                </a:rPr>
                <a:t>Integer or Real</a:t>
              </a:r>
            </a:p>
          </p:txBody>
        </p:sp>
      </p:grpSp>
    </p:spTree>
    <p:extLst>
      <p:ext uri="{BB962C8B-B14F-4D97-AF65-F5344CB8AC3E}">
        <p14:creationId xmlns:p14="http://schemas.microsoft.com/office/powerpoint/2010/main" val="2796949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par>
                          <p:cTn id="8" fill="hold">
                            <p:stCondLst>
                              <p:cond delay="3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0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5822FB63-4B4A-604A-FAE8-2ECE9D3336F1}"/>
              </a:ext>
            </a:extLst>
          </p:cNvPr>
          <p:cNvSpPr txBox="1"/>
          <p:nvPr/>
        </p:nvSpPr>
        <p:spPr>
          <a:xfrm>
            <a:off x="1484065"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8386218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860451F6-55B1-DDC3-8240-875A85DA400D}"/>
              </a:ext>
            </a:extLst>
          </p:cNvPr>
          <p:cNvGrpSpPr/>
          <p:nvPr/>
        </p:nvGrpSpPr>
        <p:grpSpPr>
          <a:xfrm>
            <a:off x="6193802" y="4001294"/>
            <a:ext cx="2906209" cy="707500"/>
            <a:chOff x="8269096" y="2149231"/>
            <a:chExt cx="3751385" cy="707500"/>
          </a:xfrm>
        </p:grpSpPr>
        <p:cxnSp>
          <p:nvCxnSpPr>
            <p:cNvPr id="8" name="Straight Connector 7">
              <a:extLst>
                <a:ext uri="{FF2B5EF4-FFF2-40B4-BE49-F238E27FC236}">
                  <a16:creationId xmlns:a16="http://schemas.microsoft.com/office/drawing/2014/main" id="{92AB2604-1114-296B-DF65-A3795D21E052}"/>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9B3FC9F-46AB-8266-0753-9469CEC6A5E8}"/>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CCB964CF-78EC-A6B3-5C0F-DEB42908FC81}"/>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YYYY</a:t>
              </a:r>
              <a:r>
                <a:rPr lang="en-GB" sz="2800" b="1" dirty="0">
                  <a:solidFill>
                    <a:srgbClr val="7030A0"/>
                  </a:solidFill>
                </a:rPr>
                <a:t>-MM-DD</a:t>
              </a:r>
            </a:p>
          </p:txBody>
        </p:sp>
      </p:grpSp>
    </p:spTree>
    <p:extLst>
      <p:ext uri="{BB962C8B-B14F-4D97-AF65-F5344CB8AC3E}">
        <p14:creationId xmlns:p14="http://schemas.microsoft.com/office/powerpoint/2010/main" val="3656827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par>
                          <p:cTn id="8" fill="hold">
                            <p:stCondLst>
                              <p:cond delay="225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14CEF0DA-2F39-457F-8C37-914C2EA08B19}"/>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1840469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2"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7" name="Group 6">
            <a:extLst>
              <a:ext uri="{FF2B5EF4-FFF2-40B4-BE49-F238E27FC236}">
                <a16:creationId xmlns:a16="http://schemas.microsoft.com/office/drawing/2014/main" id="{2B4E7A30-D1F0-3CDA-1468-D9BF41B96117}"/>
              </a:ext>
            </a:extLst>
          </p:cNvPr>
          <p:cNvGrpSpPr/>
          <p:nvPr/>
        </p:nvGrpSpPr>
        <p:grpSpPr>
          <a:xfrm>
            <a:off x="7157231" y="3991545"/>
            <a:ext cx="2353115" cy="707500"/>
            <a:chOff x="8269096" y="2149231"/>
            <a:chExt cx="3751385" cy="707500"/>
          </a:xfrm>
        </p:grpSpPr>
        <p:cxnSp>
          <p:nvCxnSpPr>
            <p:cNvPr id="8" name="Straight Connector 7">
              <a:extLst>
                <a:ext uri="{FF2B5EF4-FFF2-40B4-BE49-F238E27FC236}">
                  <a16:creationId xmlns:a16="http://schemas.microsoft.com/office/drawing/2014/main" id="{C6E16DF4-0F9F-CD08-4EA3-42E8C86AFD2D}"/>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B3EB81C-DBA9-D000-F007-8E2CCD88B8BF}"/>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3696ED5-948B-5EE0-11B6-C6D9C2D7321E}"/>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HH:MM:SS</a:t>
              </a:r>
              <a:endParaRPr lang="en-GB" sz="2800" b="1" dirty="0">
                <a:solidFill>
                  <a:srgbClr val="7030A0"/>
                </a:solidFill>
              </a:endParaRPr>
            </a:p>
          </p:txBody>
        </p:sp>
      </p:grpSp>
    </p:spTree>
    <p:extLst>
      <p:ext uri="{BB962C8B-B14F-4D97-AF65-F5344CB8AC3E}">
        <p14:creationId xmlns:p14="http://schemas.microsoft.com/office/powerpoint/2010/main" val="970874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1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made,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03AE2F4-C86D-42FE-AD98-E287192AF3B2}"/>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36873739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909629" y="5665569"/>
            <a:ext cx="8372741"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59CF0C5A-2A1C-0624-F18F-CDF39083B546}"/>
              </a:ext>
            </a:extLst>
          </p:cNvPr>
          <p:cNvGrpSpPr/>
          <p:nvPr/>
        </p:nvGrpSpPr>
        <p:grpSpPr>
          <a:xfrm>
            <a:off x="5719696" y="3897525"/>
            <a:ext cx="2195944" cy="703220"/>
            <a:chOff x="6078651" y="2149231"/>
            <a:chExt cx="8132274" cy="703220"/>
          </a:xfrm>
        </p:grpSpPr>
        <p:cxnSp>
          <p:nvCxnSpPr>
            <p:cNvPr id="8" name="Straight Connector 7">
              <a:extLst>
                <a:ext uri="{FF2B5EF4-FFF2-40B4-BE49-F238E27FC236}">
                  <a16:creationId xmlns:a16="http://schemas.microsoft.com/office/drawing/2014/main" id="{3B366A2D-DC00-4658-19CC-6A81A9EDFD2B}"/>
                </a:ext>
              </a:extLst>
            </p:cNvPr>
            <p:cNvCxnSpPr>
              <a:cxnSpLocks/>
            </p:cNvCxnSpPr>
            <p:nvPr/>
          </p:nvCxnSpPr>
          <p:spPr>
            <a:xfrm>
              <a:off x="8123452" y="2149231"/>
              <a:ext cx="3999581"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2D3AABC-3D18-191B-9E7F-61C5E2646D32}"/>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18886A4-8AD0-5580-5EF7-80668B73DE08}"/>
                </a:ext>
              </a:extLst>
            </p:cNvPr>
            <p:cNvSpPr txBox="1"/>
            <p:nvPr/>
          </p:nvSpPr>
          <p:spPr>
            <a:xfrm>
              <a:off x="6078651" y="2329231"/>
              <a:ext cx="8132274" cy="523220"/>
            </a:xfrm>
            <a:prstGeom prst="rect">
              <a:avLst/>
            </a:prstGeom>
            <a:noFill/>
          </p:spPr>
          <p:txBody>
            <a:bodyPr wrap="square" rtlCol="0">
              <a:spAutoFit/>
            </a:bodyPr>
            <a:lstStyle/>
            <a:p>
              <a:pPr algn="ctr"/>
              <a:r>
                <a:rPr lang="en-GB" sz="2800" b="1" dirty="0">
                  <a:solidFill>
                    <a:srgbClr val="7030A0"/>
                  </a:solidFill>
                </a:rPr>
                <a:t>TRUE / FALSE</a:t>
              </a:r>
            </a:p>
          </p:txBody>
        </p:sp>
      </p:grpSp>
    </p:spTree>
    <p:extLst>
      <p:ext uri="{BB962C8B-B14F-4D97-AF65-F5344CB8AC3E}">
        <p14:creationId xmlns:p14="http://schemas.microsoft.com/office/powerpoint/2010/main" val="1736274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25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338AAB7-A615-4C50-A03B-E1AB41A922B5}"/>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0849937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order by operations</a:t>
            </a:r>
          </a:p>
        </p:txBody>
      </p:sp>
    </p:spTree>
    <p:extLst>
      <p:ext uri="{BB962C8B-B14F-4D97-AF65-F5344CB8AC3E}">
        <p14:creationId xmlns:p14="http://schemas.microsoft.com/office/powerpoint/2010/main" val="35907838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4200" dirty="0">
              <a:latin typeface="Arial" panose="020B0604020202020204" pitchFamily="34" charset="0"/>
            </a:endParaRPr>
          </a:p>
        </p:txBody>
      </p:sp>
      <p:sp>
        <p:nvSpPr>
          <p:cNvPr id="9" name="Callout: Bent Line with No Border 8">
            <a:extLst>
              <a:ext uri="{FF2B5EF4-FFF2-40B4-BE49-F238E27FC236}">
                <a16:creationId xmlns:a16="http://schemas.microsoft.com/office/drawing/2014/main" id="{412E8916-E1C6-455C-96C6-1411BB246ADC}"/>
              </a:ext>
            </a:extLst>
          </p:cNvPr>
          <p:cNvSpPr/>
          <p:nvPr/>
        </p:nvSpPr>
        <p:spPr>
          <a:xfrm>
            <a:off x="2843495" y="4487045"/>
            <a:ext cx="1088727" cy="862642"/>
          </a:xfrm>
          <a:prstGeom prst="callout2">
            <a:avLst>
              <a:gd name="adj1" fmla="val 48750"/>
              <a:gd name="adj2" fmla="val 104056"/>
              <a:gd name="adj3" fmla="val 49417"/>
              <a:gd name="adj4" fmla="val 149796"/>
              <a:gd name="adj5" fmla="val -13080"/>
              <a:gd name="adj6" fmla="val 17744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7738539" y="4476159"/>
            <a:ext cx="2133600" cy="862642"/>
          </a:xfrm>
          <a:prstGeom prst="callout2">
            <a:avLst>
              <a:gd name="adj1" fmla="val 52750"/>
              <a:gd name="adj2" fmla="val -2245"/>
              <a:gd name="adj3" fmla="val 52979"/>
              <a:gd name="adj4" fmla="val -32776"/>
              <a:gd name="adj5" fmla="val -9811"/>
              <a:gd name="adj6" fmla="val -480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Order</a:t>
            </a:r>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ASC</a:t>
            </a:r>
            <a:r>
              <a:rPr lang="en-GB" sz="3600" dirty="0"/>
              <a:t> = ascending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a,b,c</a:t>
            </a:r>
            <a:r>
              <a:rPr lang="en-GB" sz="3600" dirty="0">
                <a:solidFill>
                  <a:srgbClr val="7030A0"/>
                </a:solidFill>
                <a:latin typeface="Consolas" panose="020B0609020204030204" pitchFamily="49" charset="0"/>
              </a:rPr>
              <a:t>, …			0,1,2, …)</a:t>
            </a:r>
          </a:p>
        </p:txBody>
      </p:sp>
    </p:spTree>
    <p:extLst>
      <p:ext uri="{BB962C8B-B14F-4D97-AF65-F5344CB8AC3E}">
        <p14:creationId xmlns:p14="http://schemas.microsoft.com/office/powerpoint/2010/main" val="2545018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2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9" grpId="0" animBg="1"/>
      <p:bldP spid="12" grpId="0" animBg="1"/>
      <p:bldP spid="6" grpId="0" build="p"/>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DF4BA8FF-524A-4C13-87BF-68801971FA28}"/>
              </a:ext>
            </a:extLst>
          </p:cNvPr>
          <p:cNvSpPr txBox="1"/>
          <p:nvPr/>
        </p:nvSpPr>
        <p:spPr>
          <a:xfrm>
            <a:off x="4483218" y="5221937"/>
            <a:ext cx="1277914"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ASC</a:t>
            </a:r>
            <a:r>
              <a:rPr lang="en-GB" sz="3600" dirty="0"/>
              <a:t> =</a:t>
            </a:r>
          </a:p>
        </p:txBody>
      </p:sp>
    </p:spTree>
    <p:extLst>
      <p:ext uri="{BB962C8B-B14F-4D97-AF65-F5344CB8AC3E}">
        <p14:creationId xmlns:p14="http://schemas.microsoft.com/office/powerpoint/2010/main" val="6308243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DESC</a:t>
            </a:r>
            <a:r>
              <a:rPr lang="en-GB" sz="3600" dirty="0"/>
              <a:t> = descending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z,y,x</a:t>
            </a:r>
            <a:r>
              <a:rPr lang="en-GB" sz="3600" dirty="0">
                <a:solidFill>
                  <a:srgbClr val="7030A0"/>
                </a:solidFill>
                <a:latin typeface="Consolas" panose="020B0609020204030204" pitchFamily="49" charset="0"/>
              </a:rPr>
              <a:t>, …			9,8,7, …)</a:t>
            </a:r>
          </a:p>
        </p:txBody>
      </p:sp>
    </p:spTree>
    <p:extLst>
      <p:ext uri="{BB962C8B-B14F-4D97-AF65-F5344CB8AC3E}">
        <p14:creationId xmlns:p14="http://schemas.microsoft.com/office/powerpoint/2010/main" val="2752439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xEl>
                                              <p:pRg st="0" end="0"/>
                                            </p:txEl>
                                          </p:spTgt>
                                        </p:tgtEl>
                                        <p:attrNameLst>
                                          <p:attrName>style.visibility</p:attrName>
                                        </p:attrNameLst>
                                      </p:cBhvr>
                                      <p:to>
                                        <p:strVal val="visible"/>
                                      </p:to>
                                    </p:set>
                                    <p:animEffect transition="in" filter="wipe(left)">
                                      <p:cBhvr>
                                        <p:cTn id="27" dur="2000"/>
                                        <p:tgtEl>
                                          <p:spTgt spid="6">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1" end="1"/>
                                            </p:txEl>
                                          </p:spTgt>
                                        </p:tgtEl>
                                        <p:attrNameLst>
                                          <p:attrName>style.visibility</p:attrName>
                                        </p:attrNameLst>
                                      </p:cBhvr>
                                      <p:to>
                                        <p:strVal val="visible"/>
                                      </p:to>
                                    </p:set>
                                    <p:animEffect transition="in" filter="wipe(left)">
                                      <p:cBhvr>
                                        <p:cTn id="3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build="p"/>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4239402" y="5221937"/>
            <a:ext cx="1531188"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DESC</a:t>
            </a:r>
            <a:r>
              <a:rPr lang="en-GB" sz="3600" dirty="0"/>
              <a:t>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3272857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3409001"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202258056"/>
              </p:ext>
            </p:extLst>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1455215032"/>
              </p:ext>
            </p:extLst>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2A49F281-A209-A6F3-A18C-72757AC1B916}"/>
              </a:ext>
            </a:extLst>
          </p:cNvPr>
          <p:cNvSpPr txBox="1"/>
          <p:nvPr/>
        </p:nvSpPr>
        <p:spPr>
          <a:xfrm>
            <a:off x="4754298"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1A22687F-9CC3-77DA-888E-EB02C1FDEFA4}"/>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8818306"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A6189F44-41DB-CE81-6168-B5A995CDCC5B}"/>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4655A23E-6F0D-4644-8D1D-8ACA1DC5679D}"/>
              </a:ext>
            </a:extLst>
          </p:cNvPr>
          <p:cNvSpPr txBox="1"/>
          <p:nvPr/>
        </p:nvSpPr>
        <p:spPr>
          <a:xfrm>
            <a:off x="4786092"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2F20B23-42BD-4059-0D74-45475F61A21A}"/>
              </a:ext>
            </a:extLst>
          </p:cNvPr>
          <p:cNvCxnSpPr>
            <a:cxnSpLocks/>
            <a:stCxn id="25" idx="1"/>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89C05E4F-C462-0686-CC12-3E0009FCBBA6}"/>
              </a:ext>
            </a:extLst>
          </p:cNvPr>
          <p:cNvCxnSpPr>
            <a:cxnSpLocks/>
            <a:stCxn id="25" idx="3"/>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868CB6FE-6953-CD77-7A9F-225AD4548CB6}"/>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4029401190"/>
              </p:ext>
            </p:extLst>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478C350C-C7E5-7A4A-CBD3-3128DC1AB01A}"/>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E54C19DE-454B-F9EC-8F7B-CE1C4831318F}"/>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1662633397"/>
              </p:ext>
            </p:extLst>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12735B52-F70C-8511-82FF-DD98CDFED39E}"/>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B1521731-A15D-3FBE-F181-C47FACE64AD9}"/>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AB372B6C-3B4A-0882-48BF-C3ED76FEB0E1}"/>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D0420BFE-8246-C2E5-2285-39EB349C44AC}"/>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5CF9AEE8-7F06-6911-9BD5-2B20058A0ADF}"/>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C10201D1-6D69-AD5F-8101-06261FAA21C4}"/>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30F0A1F3-8EE7-6C33-2345-466F0727ADCF}"/>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516288FD-4D61-14FF-351E-EB783B2321D0}"/>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64B2A77A-4EC4-537C-43DD-335601F3B2D6}"/>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4ECB4FCC-8F88-19AB-074B-ED37FDF7BF25}"/>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2966E2E3-1095-3AA5-54F4-22EC69E21F63}"/>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Where">
            <a:extLst>
              <a:ext uri="{FF2B5EF4-FFF2-40B4-BE49-F238E27FC236}">
                <a16:creationId xmlns:a16="http://schemas.microsoft.com/office/drawing/2014/main" id="{1C4BE62B-40C5-DE8F-B8B5-D85D5F2A6A7A}"/>
              </a:ext>
            </a:extLst>
          </p:cNvPr>
          <p:cNvSpPr txBox="1"/>
          <p:nvPr/>
        </p:nvSpPr>
        <p:spPr>
          <a:xfrm>
            <a:off x="7278142" y="2474834"/>
            <a:ext cx="1147392" cy="369332"/>
          </a:xfrm>
          <a:prstGeom prst="rect">
            <a:avLst/>
          </a:prstGeom>
          <a:noFill/>
        </p:spPr>
        <p:txBody>
          <a:bodyPr wrap="square" rtlCol="0">
            <a:spAutoFit/>
          </a:bodyPr>
          <a:lstStyle/>
          <a:p>
            <a:pPr algn="ctr"/>
            <a:r>
              <a:rPr lang="en-GB" b="1" dirty="0"/>
              <a:t>ORDER BY</a:t>
            </a:r>
          </a:p>
        </p:txBody>
      </p:sp>
    </p:spTree>
    <p:extLst>
      <p:ext uri="{BB962C8B-B14F-4D97-AF65-F5344CB8AC3E}">
        <p14:creationId xmlns:p14="http://schemas.microsoft.com/office/powerpoint/2010/main" val="407801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6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43"/>
                                        </p:tgtEl>
                                        <p:attrNameLst>
                                          <p:attrName>style.visibility</p:attrName>
                                        </p:attrNameLst>
                                      </p:cBhvr>
                                      <p:to>
                                        <p:strVal val="visible"/>
                                      </p:to>
                                    </p:set>
                                    <p:animEffect transition="in" filter="wipe(left)">
                                      <p:cBhvr>
                                        <p:cTn id="158" dur="1000"/>
                                        <p:tgtEl>
                                          <p:spTgt spid="43"/>
                                        </p:tgtEl>
                                      </p:cBhvr>
                                    </p:animEffect>
                                  </p:childTnLst>
                                </p:cTn>
                              </p:par>
                            </p:childTnLst>
                          </p:cTn>
                        </p:par>
                        <p:par>
                          <p:cTn id="159" fill="hold">
                            <p:stCondLst>
                              <p:cond delay="1000"/>
                            </p:stCondLst>
                            <p:childTnLst>
                              <p:par>
                                <p:cTn id="160" presetID="22" presetClass="entr" presetSubtype="8" fill="hold" grpId="0" nodeType="afterEffect">
                                  <p:stCondLst>
                                    <p:cond delay="0"/>
                                  </p:stCondLst>
                                  <p:childTnLst>
                                    <p:set>
                                      <p:cBhvr>
                                        <p:cTn id="161" dur="1" fill="hold">
                                          <p:stCondLst>
                                            <p:cond delay="0"/>
                                          </p:stCondLst>
                                        </p:cTn>
                                        <p:tgtEl>
                                          <p:spTgt spid="59"/>
                                        </p:tgtEl>
                                        <p:attrNameLst>
                                          <p:attrName>style.visibility</p:attrName>
                                        </p:attrNameLst>
                                      </p:cBhvr>
                                      <p:to>
                                        <p:strVal val="visible"/>
                                      </p:to>
                                    </p:set>
                                    <p:animEffect transition="in" filter="wipe(left)">
                                      <p:cBhvr>
                                        <p:cTn id="162" dur="500"/>
                                        <p:tgtEl>
                                          <p:spTgt spid="59"/>
                                        </p:tgtEl>
                                      </p:cBhvr>
                                    </p:animEffect>
                                  </p:childTnLst>
                                </p:cTn>
                              </p:par>
                            </p:childTnLst>
                          </p:cTn>
                        </p:par>
                        <p:par>
                          <p:cTn id="163" fill="hold">
                            <p:stCondLst>
                              <p:cond delay="1500"/>
                            </p:stCondLst>
                            <p:childTnLst>
                              <p:par>
                                <p:cTn id="164" presetID="22" presetClass="entr" presetSubtype="1" fill="hold" grpId="0" nodeType="afterEffect">
                                  <p:stCondLst>
                                    <p:cond delay="0"/>
                                  </p:stCondLst>
                                  <p:childTnLst>
                                    <p:set>
                                      <p:cBhvr>
                                        <p:cTn id="165" dur="1" fill="hold">
                                          <p:stCondLst>
                                            <p:cond delay="0"/>
                                          </p:stCondLst>
                                        </p:cTn>
                                        <p:tgtEl>
                                          <p:spTgt spid="58"/>
                                        </p:tgtEl>
                                        <p:attrNameLst>
                                          <p:attrName>style.visibility</p:attrName>
                                        </p:attrNameLst>
                                      </p:cBhvr>
                                      <p:to>
                                        <p:strVal val="visible"/>
                                      </p:to>
                                    </p:set>
                                    <p:animEffect transition="in" filter="wipe(up)">
                                      <p:cBhvr>
                                        <p:cTn id="166" dur="1000"/>
                                        <p:tgtEl>
                                          <p:spTgt spid="58"/>
                                        </p:tgtEl>
                                      </p:cBhvr>
                                    </p:animEffect>
                                  </p:childTnLst>
                                </p:cTn>
                              </p:par>
                            </p:childTnLst>
                          </p:cTn>
                        </p:par>
                      </p:childTnLst>
                    </p:cTn>
                  </p:par>
                  <p:par>
                    <p:cTn id="167" fill="hold">
                      <p:stCondLst>
                        <p:cond delay="indefinite"/>
                      </p:stCondLst>
                      <p:childTnLst>
                        <p:par>
                          <p:cTn id="168" fill="hold">
                            <p:stCondLst>
                              <p:cond delay="0"/>
                            </p:stCondLst>
                            <p:childTnLst>
                              <p:par>
                                <p:cTn id="169" presetID="22" presetClass="entr" presetSubtype="1" fill="hold" nodeType="clickEffect">
                                  <p:stCondLst>
                                    <p:cond delay="0"/>
                                  </p:stCondLst>
                                  <p:childTnLst>
                                    <p:set>
                                      <p:cBhvr>
                                        <p:cTn id="170" dur="1" fill="hold">
                                          <p:stCondLst>
                                            <p:cond delay="0"/>
                                          </p:stCondLst>
                                        </p:cTn>
                                        <p:tgtEl>
                                          <p:spTgt spid="12"/>
                                        </p:tgtEl>
                                        <p:attrNameLst>
                                          <p:attrName>style.visibility</p:attrName>
                                        </p:attrNameLst>
                                      </p:cBhvr>
                                      <p:to>
                                        <p:strVal val="visible"/>
                                      </p:to>
                                    </p:set>
                                    <p:animEffect transition="in" filter="wipe(up)">
                                      <p:cBhvr>
                                        <p:cTn id="171" dur="3000"/>
                                        <p:tgtEl>
                                          <p:spTgt spid="12"/>
                                        </p:tgtEl>
                                      </p:cBhvr>
                                    </p:animEffect>
                                  </p:childTnLst>
                                </p:cTn>
                              </p:par>
                              <p:par>
                                <p:cTn id="172" presetID="22" presetClass="entr" presetSubtype="1" fill="hold" nodeType="withEffect">
                                  <p:stCondLst>
                                    <p:cond delay="0"/>
                                  </p:stCondLst>
                                  <p:childTnLst>
                                    <p:set>
                                      <p:cBhvr>
                                        <p:cTn id="173" dur="1" fill="hold">
                                          <p:stCondLst>
                                            <p:cond delay="0"/>
                                          </p:stCondLst>
                                        </p:cTn>
                                        <p:tgtEl>
                                          <p:spTgt spid="57"/>
                                        </p:tgtEl>
                                        <p:attrNameLst>
                                          <p:attrName>style.visibility</p:attrName>
                                        </p:attrNameLst>
                                      </p:cBhvr>
                                      <p:to>
                                        <p:strVal val="visible"/>
                                      </p:to>
                                    </p:set>
                                    <p:animEffect transition="in" filter="wipe(up)">
                                      <p:cBhvr>
                                        <p:cTn id="174" dur="3000"/>
                                        <p:tgtEl>
                                          <p:spTgt spid="57"/>
                                        </p:tgtEl>
                                      </p:cBhvr>
                                    </p:animEffect>
                                  </p:childTnLst>
                                </p:cTn>
                              </p:par>
                            </p:childTnLst>
                          </p:cTn>
                        </p:par>
                        <p:par>
                          <p:cTn id="175" fill="hold">
                            <p:stCondLst>
                              <p:cond delay="3000"/>
                            </p:stCondLst>
                            <p:childTnLst>
                              <p:par>
                                <p:cTn id="176" presetID="22" presetClass="exit" presetSubtype="8" fill="hold" grpId="1" nodeType="afterEffect">
                                  <p:stCondLst>
                                    <p:cond delay="0"/>
                                  </p:stCondLst>
                                  <p:childTnLst>
                                    <p:animEffect transition="out" filter="wipe(left)">
                                      <p:cBhvr>
                                        <p:cTn id="177" dur="500"/>
                                        <p:tgtEl>
                                          <p:spTgt spid="3"/>
                                        </p:tgtEl>
                                      </p:cBhvr>
                                    </p:animEffect>
                                    <p:set>
                                      <p:cBhvr>
                                        <p:cTn id="178" dur="1" fill="hold">
                                          <p:stCondLst>
                                            <p:cond delay="499"/>
                                          </p:stCondLst>
                                        </p:cTn>
                                        <p:tgtEl>
                                          <p:spTgt spid="3"/>
                                        </p:tgtEl>
                                        <p:attrNameLst>
                                          <p:attrName>style.visibility</p:attrName>
                                        </p:attrNameLst>
                                      </p:cBhvr>
                                      <p:to>
                                        <p:strVal val="hidden"/>
                                      </p:to>
                                    </p:set>
                                  </p:childTnLst>
                                </p:cTn>
                              </p:par>
                            </p:childTnLst>
                          </p:cTn>
                        </p:par>
                      </p:childTnLst>
                    </p:cTn>
                  </p:par>
                  <p:par>
                    <p:cTn id="179" fill="hold">
                      <p:stCondLst>
                        <p:cond delay="indefinite"/>
                      </p:stCondLst>
                      <p:childTnLst>
                        <p:par>
                          <p:cTn id="180" fill="hold">
                            <p:stCondLst>
                              <p:cond delay="0"/>
                            </p:stCondLst>
                            <p:childTnLst>
                              <p:par>
                                <p:cTn id="181" presetID="22" presetClass="entr" presetSubtype="8" fill="hold" grpId="0" nodeType="clickEffect">
                                  <p:stCondLst>
                                    <p:cond delay="0"/>
                                  </p:stCondLst>
                                  <p:childTnLst>
                                    <p:set>
                                      <p:cBhvr>
                                        <p:cTn id="182" dur="1" fill="hold">
                                          <p:stCondLst>
                                            <p:cond delay="0"/>
                                          </p:stCondLst>
                                        </p:cTn>
                                        <p:tgtEl>
                                          <p:spTgt spid="32"/>
                                        </p:tgtEl>
                                        <p:attrNameLst>
                                          <p:attrName>style.visibility</p:attrName>
                                        </p:attrNameLst>
                                      </p:cBhvr>
                                      <p:to>
                                        <p:strVal val="visible"/>
                                      </p:to>
                                    </p:set>
                                    <p:animEffect transition="in" filter="wipe(left)">
                                      <p:cBhvr>
                                        <p:cTn id="183" dur="500"/>
                                        <p:tgtEl>
                                          <p:spTgt spid="32"/>
                                        </p:tgtEl>
                                      </p:cBhvr>
                                    </p:animEffec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8"/>
                                        </p:tgtEl>
                                        <p:attrNameLst>
                                          <p:attrName>style.visibility</p:attrName>
                                        </p:attrNameLst>
                                      </p:cBhvr>
                                      <p:to>
                                        <p:strVal val="visible"/>
                                      </p:to>
                                    </p:set>
                                    <p:animEffect transition="in" filter="wipe(left)">
                                      <p:cBhvr>
                                        <p:cTn id="187" dur="1000"/>
                                        <p:tgtEl>
                                          <p:spTgt spid="38"/>
                                        </p:tgtEl>
                                      </p:cBhvr>
                                    </p:animEffect>
                                  </p:childTnLst>
                                </p:cTn>
                              </p:par>
                            </p:childTnLst>
                          </p:cTn>
                        </p:par>
                        <p:par>
                          <p:cTn id="188" fill="hold">
                            <p:stCondLst>
                              <p:cond delay="1500"/>
                            </p:stCondLst>
                            <p:childTnLst>
                              <p:par>
                                <p:cTn id="189" presetID="22" presetClass="entr" presetSubtype="1" fill="hold" nodeType="afterEffect">
                                  <p:stCondLst>
                                    <p:cond delay="0"/>
                                  </p:stCondLst>
                                  <p:childTnLst>
                                    <p:set>
                                      <p:cBhvr>
                                        <p:cTn id="190" dur="1" fill="hold">
                                          <p:stCondLst>
                                            <p:cond delay="0"/>
                                          </p:stCondLst>
                                        </p:cTn>
                                        <p:tgtEl>
                                          <p:spTgt spid="2"/>
                                        </p:tgtEl>
                                        <p:attrNameLst>
                                          <p:attrName>style.visibility</p:attrName>
                                        </p:attrNameLst>
                                      </p:cBhvr>
                                      <p:to>
                                        <p:strVal val="visible"/>
                                      </p:to>
                                    </p:set>
                                    <p:animEffect transition="in" filter="wipe(up)">
                                      <p:cBhvr>
                                        <p:cTn id="19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P spid="43" grpId="0" animBg="1"/>
      <p:bldP spid="58" grpId="0" animBg="1"/>
      <p:bldP spid="59" grpId="0"/>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FCA4F8-E5AA-ACCE-932A-63637F777E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CF8388-E071-F307-5668-99A634416365}"/>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7A9967D0-25F8-6027-2672-A5C274C5A43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048D73FF-1701-3412-0A8F-292B7E9F2A7B}"/>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728727D3-3E5E-0AC8-453A-AFE7E81505FF}"/>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8D645F94-F2AF-0D85-D633-375EFFD9B217}"/>
              </a:ext>
            </a:extLst>
          </p:cNvPr>
          <p:cNvGraphicFramePr>
            <a:graphicFrameLocks noGrp="1"/>
          </p:cNvGraphicFramePr>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918FCA73-BB46-9AA3-F622-DDF10A58189D}"/>
              </a:ext>
            </a:extLst>
          </p:cNvPr>
          <p:cNvGraphicFramePr>
            <a:graphicFrameLocks noGrp="1"/>
          </p:cNvGraphicFramePr>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71C78B85-BA8D-E660-E244-1C2F490EA32E}"/>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72A6857F-B629-89D6-3CDC-7CD9CFF68388}"/>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84DC86E9-6A7A-9291-E2BD-324640A17CEF}"/>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AA4BAEFC-2A72-0490-A38D-E21129B8A0BE}"/>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72AA58F-04FA-8ED0-8120-0AF3163557CC}"/>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4FE39ADB-6BD7-50F4-FA01-E2349798048D}"/>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52753950-89E6-A591-8765-52B0EAF7B569}"/>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cxnSp>
        <p:nvCxnSpPr>
          <p:cNvPr id="5" name="Name - Arrow">
            <a:extLst>
              <a:ext uri="{FF2B5EF4-FFF2-40B4-BE49-F238E27FC236}">
                <a16:creationId xmlns:a16="http://schemas.microsoft.com/office/drawing/2014/main" id="{C42D44E5-49D8-63FC-BB9A-FD7BE653FFD9}"/>
              </a:ext>
            </a:extLst>
          </p:cNvPr>
          <p:cNvCxnSpPr>
            <a:cxnSpLocks/>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D0EABB3-14AE-16A5-747D-A6DFE680D467}"/>
              </a:ext>
            </a:extLst>
          </p:cNvPr>
          <p:cNvCxnSpPr>
            <a:cxnSpLocks/>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E380348A-9866-4B22-0708-C019333CDF81}"/>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F4B4ED92-6A03-C64E-1E8C-46D2DFC167A1}"/>
              </a:ext>
            </a:extLst>
          </p:cNvPr>
          <p:cNvGraphicFramePr>
            <a:graphicFrameLocks noGrp="1"/>
          </p:cNvGraphicFramePr>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12FFF68-5201-49F9-5D41-2F558C7DE6F6}"/>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DD73F33F-E6B6-7BC6-2268-B34C4ABEC5F0}"/>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5C1EE198-3541-77C9-4B9A-38BEF74E729C}"/>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8463ADAD-AA6E-DE63-B873-355C12E34FEC}"/>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61BFD07F-E345-2C66-B228-88772E586662}"/>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C180E248-4438-0FDA-4308-78FE143C9414}"/>
              </a:ext>
            </a:extLst>
          </p:cNvPr>
          <p:cNvGraphicFramePr>
            <a:graphicFrameLocks noGrp="1"/>
          </p:cNvGraphicFramePr>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06E620A0-6A84-6860-AE9B-6B154429152F}"/>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8B605A5F-FDFE-CCAE-5835-5B6812E7D67B}"/>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4EB3D397-7C5A-45F0-E268-10439DAACE42}"/>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46A32B88-3A14-42D1-E951-698ECC96F955}"/>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6A2F9A8F-EE32-6CBE-EE7B-BBEB69216615}"/>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47B302FA-675D-52F0-2CC7-37C41D2C57DD}"/>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512FB59B-EA2E-D074-61CB-0433AD08D4A3}"/>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311A32EC-A37B-58A2-2926-49B9DB48E2E6}"/>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C869C432-3E93-AD70-9298-986D85369A87}"/>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B12021C9-6F05-DB60-1DAE-4E9DD81553ED}"/>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8B3133B4-915A-B14E-F8BA-0F18C2BDAAA4}"/>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EDAC069A-3839-3222-7807-9DAFF06CB68C}"/>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7BF6D11B-30C9-37AA-340F-B0069CEBD316}"/>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09247553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269542" y="3412965"/>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2274895" y="3233224"/>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1386805415"/>
              </p:ext>
            </p:extLst>
          </p:nvPr>
        </p:nvGraphicFramePr>
        <p:xfrm>
          <a:off x="355265"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409024738"/>
              </p:ext>
            </p:extLst>
          </p:nvPr>
        </p:nvGraphicFramePr>
        <p:xfrm>
          <a:off x="2917299"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1A22687F-9CC3-77DA-888E-EB02C1FDEFA4}"/>
              </a:ext>
            </a:extLst>
          </p:cNvPr>
          <p:cNvSpPr/>
          <p:nvPr/>
        </p:nvSpPr>
        <p:spPr>
          <a:xfrm>
            <a:off x="2415091"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10743788" y="3231735"/>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2871002" y="5033563"/>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2871001" y="632673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2870692" y="438579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4494561" y="504110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4492334" y="6329118"/>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4655A23E-6F0D-4644-8D1D-8ACA1DC5679D}"/>
              </a:ext>
            </a:extLst>
          </p:cNvPr>
          <p:cNvSpPr txBox="1"/>
          <p:nvPr/>
        </p:nvSpPr>
        <p:spPr>
          <a:xfrm>
            <a:off x="4275374" y="2930420"/>
            <a:ext cx="908750" cy="369332"/>
          </a:xfrm>
          <a:prstGeom prst="rect">
            <a:avLst/>
          </a:prstGeom>
          <a:noFill/>
        </p:spPr>
        <p:txBody>
          <a:bodyPr wrap="square" rtlCol="0">
            <a:spAutoFit/>
          </a:bodyPr>
          <a:lstStyle/>
          <a:p>
            <a:pPr algn="ctr"/>
            <a:r>
              <a:rPr lang="en-GB" b="1" dirty="0"/>
              <a:t>WHERE</a:t>
            </a:r>
          </a:p>
        </p:txBody>
      </p:sp>
      <p:sp>
        <p:nvSpPr>
          <p:cNvPr id="40" name="Cindy - Yellow">
            <a:extLst>
              <a:ext uri="{FF2B5EF4-FFF2-40B4-BE49-F238E27FC236}">
                <a16:creationId xmlns:a16="http://schemas.microsoft.com/office/drawing/2014/main" id="{868CB6FE-6953-CD77-7A9F-225AD4548CB6}"/>
              </a:ext>
            </a:extLst>
          </p:cNvPr>
          <p:cNvSpPr/>
          <p:nvPr/>
        </p:nvSpPr>
        <p:spPr>
          <a:xfrm>
            <a:off x="4494561" y="4386498"/>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4254803125"/>
              </p:ext>
            </p:extLst>
          </p:nvPr>
        </p:nvGraphicFramePr>
        <p:xfrm>
          <a:off x="10596433" y="3750438"/>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2871157" y="536924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10119468"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4492335" y="5362505"/>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ORDER BY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1281395437"/>
              </p:ext>
            </p:extLst>
          </p:nvPr>
        </p:nvGraphicFramePr>
        <p:xfrm>
          <a:off x="8052208" y="3734033"/>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grpSp>
        <p:nvGrpSpPr>
          <p:cNvPr id="57" name="Group 56">
            <a:extLst>
              <a:ext uri="{FF2B5EF4-FFF2-40B4-BE49-F238E27FC236}">
                <a16:creationId xmlns:a16="http://schemas.microsoft.com/office/drawing/2014/main" id="{B1521731-A15D-3FBE-F181-C47FACE64AD9}"/>
              </a:ext>
            </a:extLst>
          </p:cNvPr>
          <p:cNvGrpSpPr/>
          <p:nvPr/>
        </p:nvGrpSpPr>
        <p:grpSpPr>
          <a:xfrm>
            <a:off x="8034757" y="3699990"/>
            <a:ext cx="2062713" cy="1669258"/>
            <a:chOff x="6379223" y="3378552"/>
            <a:chExt cx="2062713" cy="1669258"/>
          </a:xfrm>
        </p:grpSpPr>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ORDER BY - Arrow">
            <a:extLst>
              <a:ext uri="{FF2B5EF4-FFF2-40B4-BE49-F238E27FC236}">
                <a16:creationId xmlns:a16="http://schemas.microsoft.com/office/drawing/2014/main" id="{2966E2E3-1095-3AA5-54F4-22EC69E21F63}"/>
              </a:ext>
            </a:extLst>
          </p:cNvPr>
          <p:cNvSpPr/>
          <p:nvPr/>
        </p:nvSpPr>
        <p:spPr>
          <a:xfrm rot="5400000">
            <a:off x="8955566" y="323002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ORDER BY">
            <a:extLst>
              <a:ext uri="{FF2B5EF4-FFF2-40B4-BE49-F238E27FC236}">
                <a16:creationId xmlns:a16="http://schemas.microsoft.com/office/drawing/2014/main" id="{1C4BE62B-40C5-DE8F-B8B5-D85D5F2A6A7A}"/>
              </a:ext>
            </a:extLst>
          </p:cNvPr>
          <p:cNvSpPr txBox="1"/>
          <p:nvPr/>
        </p:nvSpPr>
        <p:spPr>
          <a:xfrm>
            <a:off x="8591293" y="2930420"/>
            <a:ext cx="1147392" cy="369332"/>
          </a:xfrm>
          <a:prstGeom prst="rect">
            <a:avLst/>
          </a:prstGeom>
          <a:noFill/>
        </p:spPr>
        <p:txBody>
          <a:bodyPr wrap="square" rtlCol="0">
            <a:spAutoFit/>
          </a:bodyPr>
          <a:lstStyle/>
          <a:p>
            <a:pPr algn="ctr"/>
            <a:r>
              <a:rPr lang="en-GB" b="1" dirty="0"/>
              <a:t>ORDER BY</a:t>
            </a:r>
          </a:p>
        </p:txBody>
      </p:sp>
      <p:graphicFrame>
        <p:nvGraphicFramePr>
          <p:cNvPr id="62" name="WHERE - Table">
            <a:extLst>
              <a:ext uri="{FF2B5EF4-FFF2-40B4-BE49-F238E27FC236}">
                <a16:creationId xmlns:a16="http://schemas.microsoft.com/office/drawing/2014/main" id="{2B9122F8-6167-4D85-A839-C4D5DBB12F55}"/>
              </a:ext>
            </a:extLst>
          </p:cNvPr>
          <p:cNvGraphicFramePr>
            <a:graphicFrameLocks noGrp="1"/>
          </p:cNvGraphicFramePr>
          <p:nvPr>
            <p:extLst>
              <p:ext uri="{D42A27DB-BD31-4B8C-83A1-F6EECF244321}">
                <p14:modId xmlns:p14="http://schemas.microsoft.com/office/powerpoint/2010/main" val="2163529132"/>
              </p:ext>
            </p:extLst>
          </p:nvPr>
        </p:nvGraphicFramePr>
        <p:xfrm>
          <a:off x="5480011" y="3727104"/>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WHERE - Arrow">
            <a:extLst>
              <a:ext uri="{FF2B5EF4-FFF2-40B4-BE49-F238E27FC236}">
                <a16:creationId xmlns:a16="http://schemas.microsoft.com/office/drawing/2014/main" id="{12735B52-F70C-8511-82FF-DD98CDFED39E}"/>
              </a:ext>
            </a:extLst>
          </p:cNvPr>
          <p:cNvSpPr/>
          <p:nvPr/>
        </p:nvSpPr>
        <p:spPr>
          <a:xfrm>
            <a:off x="4976723"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Select">
            <a:extLst>
              <a:ext uri="{FF2B5EF4-FFF2-40B4-BE49-F238E27FC236}">
                <a16:creationId xmlns:a16="http://schemas.microsoft.com/office/drawing/2014/main" id="{1A04EDAE-5F98-49A8-AA3B-FEA2F8FF27D5}"/>
              </a:ext>
            </a:extLst>
          </p:cNvPr>
          <p:cNvSpPr txBox="1"/>
          <p:nvPr/>
        </p:nvSpPr>
        <p:spPr>
          <a:xfrm>
            <a:off x="6157046" y="2930420"/>
            <a:ext cx="850960" cy="369332"/>
          </a:xfrm>
          <a:prstGeom prst="rect">
            <a:avLst/>
          </a:prstGeom>
          <a:noFill/>
        </p:spPr>
        <p:txBody>
          <a:bodyPr wrap="square" rtlCol="0">
            <a:spAutoFit/>
          </a:bodyPr>
          <a:lstStyle/>
          <a:p>
            <a:pPr algn="ctr"/>
            <a:r>
              <a:rPr lang="en-GB" b="1" dirty="0"/>
              <a:t>SELECT</a:t>
            </a:r>
          </a:p>
        </p:txBody>
      </p:sp>
      <p:cxnSp>
        <p:nvCxnSpPr>
          <p:cNvPr id="71" name="Name - Arrow">
            <a:extLst>
              <a:ext uri="{FF2B5EF4-FFF2-40B4-BE49-F238E27FC236}">
                <a16:creationId xmlns:a16="http://schemas.microsoft.com/office/drawing/2014/main" id="{5EFE38C2-8439-4C5F-9F74-44013184CA32}"/>
              </a:ext>
            </a:extLst>
          </p:cNvPr>
          <p:cNvCxnSpPr>
            <a:cxnSpLocks/>
            <a:stCxn id="63" idx="1"/>
            <a:endCxn id="76" idx="0"/>
          </p:cNvCxnSpPr>
          <p:nvPr/>
        </p:nvCxnSpPr>
        <p:spPr>
          <a:xfrm flipH="1">
            <a:off x="5858560" y="3115086"/>
            <a:ext cx="298486"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Age - Arrow">
            <a:extLst>
              <a:ext uri="{FF2B5EF4-FFF2-40B4-BE49-F238E27FC236}">
                <a16:creationId xmlns:a16="http://schemas.microsoft.com/office/drawing/2014/main" id="{CB1B2BAC-3D1A-47A0-875C-8C332C63A9A8}"/>
              </a:ext>
            </a:extLst>
          </p:cNvPr>
          <p:cNvCxnSpPr>
            <a:cxnSpLocks/>
            <a:stCxn id="63" idx="3"/>
            <a:endCxn id="75" idx="0"/>
          </p:cNvCxnSpPr>
          <p:nvPr/>
        </p:nvCxnSpPr>
        <p:spPr>
          <a:xfrm>
            <a:off x="7008006" y="3115086"/>
            <a:ext cx="283267"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 name="Age - Column">
            <a:extLst>
              <a:ext uri="{FF2B5EF4-FFF2-40B4-BE49-F238E27FC236}">
                <a16:creationId xmlns:a16="http://schemas.microsoft.com/office/drawing/2014/main" id="{C0AD6763-50D9-4E2A-B402-55C2BB0C7BE6}"/>
              </a:ext>
            </a:extLst>
          </p:cNvPr>
          <p:cNvSpPr/>
          <p:nvPr/>
        </p:nvSpPr>
        <p:spPr>
          <a:xfrm>
            <a:off x="7057273" y="3693061"/>
            <a:ext cx="468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Name - Column">
            <a:extLst>
              <a:ext uri="{FF2B5EF4-FFF2-40B4-BE49-F238E27FC236}">
                <a16:creationId xmlns:a16="http://schemas.microsoft.com/office/drawing/2014/main" id="{6EEFB8EA-38EB-40F0-ACDB-32F4A15C8012}"/>
              </a:ext>
            </a:extLst>
          </p:cNvPr>
          <p:cNvSpPr/>
          <p:nvPr/>
        </p:nvSpPr>
        <p:spPr>
          <a:xfrm>
            <a:off x="5462560" y="3693061"/>
            <a:ext cx="792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8" name="Temp - Arrow">
            <a:extLst>
              <a:ext uri="{FF2B5EF4-FFF2-40B4-BE49-F238E27FC236}">
                <a16:creationId xmlns:a16="http://schemas.microsoft.com/office/drawing/2014/main" id="{505D6E70-C3F4-46DC-93B3-A56DCF57F48A}"/>
              </a:ext>
            </a:extLst>
          </p:cNvPr>
          <p:cNvSpPr/>
          <p:nvPr/>
        </p:nvSpPr>
        <p:spPr>
          <a:xfrm>
            <a:off x="7550229"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4" name="Where Down - Arrow">
            <a:extLst>
              <a:ext uri="{FF2B5EF4-FFF2-40B4-BE49-F238E27FC236}">
                <a16:creationId xmlns:a16="http://schemas.microsoft.com/office/drawing/2014/main" id="{D731AF1B-DA28-4086-B857-F0B6326C3AFB}"/>
              </a:ext>
            </a:extLst>
          </p:cNvPr>
          <p:cNvSpPr/>
          <p:nvPr/>
        </p:nvSpPr>
        <p:spPr>
          <a:xfrm rot="5400000">
            <a:off x="4498837" y="3233708"/>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500093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84"/>
                                        </p:tgtEl>
                                        <p:attrNameLst>
                                          <p:attrName>style.visibility</p:attrName>
                                        </p:attrNameLst>
                                      </p:cBhvr>
                                      <p:to>
                                        <p:strVal val="visible"/>
                                      </p:to>
                                    </p:set>
                                    <p:animEffect transition="in" filter="wipe(up)">
                                      <p:cBhvr>
                                        <p:cTn id="83" dur="1000"/>
                                        <p:tgtEl>
                                          <p:spTgt spid="84"/>
                                        </p:tgtEl>
                                      </p:cBhvr>
                                    </p:animEffect>
                                  </p:childTnLst>
                                </p:cTn>
                              </p:par>
                            </p:childTnLst>
                          </p:cTn>
                        </p:par>
                        <p:par>
                          <p:cTn id="84" fill="hold">
                            <p:stCondLst>
                              <p:cond delay="3000"/>
                            </p:stCondLst>
                            <p:childTnLst>
                              <p:par>
                                <p:cTn id="85" presetID="22" presetClass="entr" presetSubtype="1"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up)">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1"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up)">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1"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up)">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1"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up)">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ntr" presetSubtype="8" fill="hold" grpId="0" nodeType="clickEffect">
                                  <p:stCondLst>
                                    <p:cond delay="0"/>
                                  </p:stCondLst>
                                  <p:childTnLst>
                                    <p:set>
                                      <p:cBhvr>
                                        <p:cTn id="119" dur="1" fill="hold">
                                          <p:stCondLst>
                                            <p:cond delay="0"/>
                                          </p:stCondLst>
                                        </p:cTn>
                                        <p:tgtEl>
                                          <p:spTgt spid="43"/>
                                        </p:tgtEl>
                                        <p:attrNameLst>
                                          <p:attrName>style.visibility</p:attrName>
                                        </p:attrNameLst>
                                      </p:cBhvr>
                                      <p:to>
                                        <p:strVal val="visible"/>
                                      </p:to>
                                    </p:set>
                                    <p:animEffect transition="in" filter="wipe(left)">
                                      <p:cBhvr>
                                        <p:cTn id="120" dur="1000"/>
                                        <p:tgtEl>
                                          <p:spTgt spid="43"/>
                                        </p:tgtEl>
                                      </p:cBhvr>
                                    </p:animEffect>
                                  </p:childTnLst>
                                </p:cTn>
                              </p:par>
                            </p:childTnLst>
                          </p:cTn>
                        </p:par>
                        <p:par>
                          <p:cTn id="121" fill="hold">
                            <p:stCondLst>
                              <p:cond delay="1000"/>
                            </p:stCondLst>
                            <p:childTnLst>
                              <p:par>
                                <p:cTn id="122" presetID="22" presetClass="entr" presetSubtype="8" fill="hold" nodeType="afterEffect">
                                  <p:stCondLst>
                                    <p:cond delay="0"/>
                                  </p:stCondLst>
                                  <p:childTnLst>
                                    <p:set>
                                      <p:cBhvr>
                                        <p:cTn id="123" dur="1" fill="hold">
                                          <p:stCondLst>
                                            <p:cond delay="0"/>
                                          </p:stCondLst>
                                        </p:cTn>
                                        <p:tgtEl>
                                          <p:spTgt spid="62"/>
                                        </p:tgtEl>
                                        <p:attrNameLst>
                                          <p:attrName>style.visibility</p:attrName>
                                        </p:attrNameLst>
                                      </p:cBhvr>
                                      <p:to>
                                        <p:strVal val="visible"/>
                                      </p:to>
                                    </p:set>
                                    <p:animEffect transition="in" filter="wipe(left)">
                                      <p:cBhvr>
                                        <p:cTn id="124" dur="2000"/>
                                        <p:tgtEl>
                                          <p:spTgt spid="62"/>
                                        </p:tgtEl>
                                      </p:cBhvr>
                                    </p:animEffect>
                                  </p:childTnLst>
                                </p:cTn>
                              </p:par>
                            </p:childTnLst>
                          </p:cTn>
                        </p:par>
                        <p:par>
                          <p:cTn id="125" fill="hold">
                            <p:stCondLst>
                              <p:cond delay="3000"/>
                            </p:stCondLst>
                            <p:childTnLst>
                              <p:par>
                                <p:cTn id="126" presetID="22" presetClass="exit" presetSubtype="8" fill="hold" grpId="1" nodeType="afterEffect">
                                  <p:stCondLst>
                                    <p:cond delay="0"/>
                                  </p:stCondLst>
                                  <p:childTnLst>
                                    <p:animEffect transition="out" filter="wipe(left)">
                                      <p:cBhvr>
                                        <p:cTn id="127" dur="500"/>
                                        <p:tgtEl>
                                          <p:spTgt spid="35"/>
                                        </p:tgtEl>
                                      </p:cBhvr>
                                    </p:animEffect>
                                    <p:set>
                                      <p:cBhvr>
                                        <p:cTn id="128" dur="1" fill="hold">
                                          <p:stCondLst>
                                            <p:cond delay="499"/>
                                          </p:stCondLst>
                                        </p:cTn>
                                        <p:tgtEl>
                                          <p:spTgt spid="35"/>
                                        </p:tgtEl>
                                        <p:attrNameLst>
                                          <p:attrName>style.visibility</p:attrName>
                                        </p:attrNameLst>
                                      </p:cBhvr>
                                      <p:to>
                                        <p:strVal val="hidden"/>
                                      </p:to>
                                    </p:set>
                                  </p:childTnLst>
                                </p:cTn>
                              </p:par>
                            </p:childTnLst>
                          </p:cTn>
                        </p:par>
                      </p:childTnLst>
                    </p:cTn>
                  </p:par>
                  <p:par>
                    <p:cTn id="129" fill="hold">
                      <p:stCondLst>
                        <p:cond delay="indefinite"/>
                      </p:stCondLst>
                      <p:childTnLst>
                        <p:par>
                          <p:cTn id="130" fill="hold">
                            <p:stCondLst>
                              <p:cond delay="0"/>
                            </p:stCondLst>
                            <p:childTnLst>
                              <p:par>
                                <p:cTn id="131" presetID="22" presetClass="entr" presetSubtype="8" fill="hold" grpId="0" nodeType="clickEffect">
                                  <p:stCondLst>
                                    <p:cond delay="0"/>
                                  </p:stCondLst>
                                  <p:childTnLst>
                                    <p:set>
                                      <p:cBhvr>
                                        <p:cTn id="132" dur="1" fill="hold">
                                          <p:stCondLst>
                                            <p:cond delay="0"/>
                                          </p:stCondLst>
                                        </p:cTn>
                                        <p:tgtEl>
                                          <p:spTgt spid="31"/>
                                        </p:tgtEl>
                                        <p:attrNameLst>
                                          <p:attrName>style.visibility</p:attrName>
                                        </p:attrNameLst>
                                      </p:cBhvr>
                                      <p:to>
                                        <p:strVal val="visible"/>
                                      </p:to>
                                    </p:set>
                                    <p:animEffect transition="in" filter="wipe(left)">
                                      <p:cBhvr>
                                        <p:cTn id="133" dur="1000"/>
                                        <p:tgtEl>
                                          <p:spTgt spid="31"/>
                                        </p:tgtEl>
                                      </p:cBhvr>
                                    </p:animEffect>
                                  </p:childTnLst>
                                </p:cTn>
                              </p:par>
                            </p:childTnLst>
                          </p:cTn>
                        </p:par>
                        <p:par>
                          <p:cTn id="134" fill="hold">
                            <p:stCondLst>
                              <p:cond delay="4000"/>
                            </p:stCondLst>
                            <p:childTnLst>
                              <p:par>
                                <p:cTn id="135" presetID="22" presetClass="entr" presetSubtype="8" fill="hold" grpId="0" nodeType="afterEffect">
                                  <p:stCondLst>
                                    <p:cond delay="0"/>
                                  </p:stCondLst>
                                  <p:childTnLst>
                                    <p:set>
                                      <p:cBhvr>
                                        <p:cTn id="136" dur="1" fill="hold">
                                          <p:stCondLst>
                                            <p:cond delay="0"/>
                                          </p:stCondLst>
                                        </p:cTn>
                                        <p:tgtEl>
                                          <p:spTgt spid="63"/>
                                        </p:tgtEl>
                                        <p:attrNameLst>
                                          <p:attrName>style.visibility</p:attrName>
                                        </p:attrNameLst>
                                      </p:cBhvr>
                                      <p:to>
                                        <p:strVal val="visible"/>
                                      </p:to>
                                    </p:set>
                                    <p:animEffect transition="in" filter="wipe(left)">
                                      <p:cBhvr>
                                        <p:cTn id="137" dur="500"/>
                                        <p:tgtEl>
                                          <p:spTgt spid="63"/>
                                        </p:tgtEl>
                                      </p:cBhvr>
                                    </p:animEffect>
                                  </p:childTnLst>
                                </p:cTn>
                              </p:par>
                            </p:childTnLst>
                          </p:cTn>
                        </p:par>
                        <p:par>
                          <p:cTn id="138" fill="hold">
                            <p:stCondLst>
                              <p:cond delay="4500"/>
                            </p:stCondLst>
                            <p:childTnLst>
                              <p:par>
                                <p:cTn id="139" presetID="22" presetClass="entr" presetSubtype="1" fill="hold" nodeType="afterEffect">
                                  <p:stCondLst>
                                    <p:cond delay="0"/>
                                  </p:stCondLst>
                                  <p:childTnLst>
                                    <p:set>
                                      <p:cBhvr>
                                        <p:cTn id="140" dur="1" fill="hold">
                                          <p:stCondLst>
                                            <p:cond delay="0"/>
                                          </p:stCondLst>
                                        </p:cTn>
                                        <p:tgtEl>
                                          <p:spTgt spid="71"/>
                                        </p:tgtEl>
                                        <p:attrNameLst>
                                          <p:attrName>style.visibility</p:attrName>
                                        </p:attrNameLst>
                                      </p:cBhvr>
                                      <p:to>
                                        <p:strVal val="visible"/>
                                      </p:to>
                                    </p:set>
                                    <p:animEffect transition="in" filter="wipe(up)">
                                      <p:cBhvr>
                                        <p:cTn id="141" dur="500"/>
                                        <p:tgtEl>
                                          <p:spTgt spid="71"/>
                                        </p:tgtEl>
                                      </p:cBhvr>
                                    </p:animEffect>
                                  </p:childTnLst>
                                </p:cTn>
                              </p:par>
                            </p:childTnLst>
                          </p:cTn>
                        </p:par>
                        <p:par>
                          <p:cTn id="142" fill="hold">
                            <p:stCondLst>
                              <p:cond delay="5000"/>
                            </p:stCondLst>
                            <p:childTnLst>
                              <p:par>
                                <p:cTn id="143" presetID="22" presetClass="entr" presetSubtype="1" fill="hold" grpId="0" nodeType="afterEffect">
                                  <p:stCondLst>
                                    <p:cond delay="0"/>
                                  </p:stCondLst>
                                  <p:childTnLst>
                                    <p:set>
                                      <p:cBhvr>
                                        <p:cTn id="144" dur="1" fill="hold">
                                          <p:stCondLst>
                                            <p:cond delay="0"/>
                                          </p:stCondLst>
                                        </p:cTn>
                                        <p:tgtEl>
                                          <p:spTgt spid="76"/>
                                        </p:tgtEl>
                                        <p:attrNameLst>
                                          <p:attrName>style.visibility</p:attrName>
                                        </p:attrNameLst>
                                      </p:cBhvr>
                                      <p:to>
                                        <p:strVal val="visible"/>
                                      </p:to>
                                    </p:set>
                                    <p:animEffect transition="in" filter="wipe(up)">
                                      <p:cBhvr>
                                        <p:cTn id="145" dur="1000"/>
                                        <p:tgtEl>
                                          <p:spTgt spid="76"/>
                                        </p:tgtEl>
                                      </p:cBhvr>
                                    </p:animEffect>
                                  </p:childTnLst>
                                </p:cTn>
                              </p:par>
                            </p:childTnLst>
                          </p:cTn>
                        </p:par>
                        <p:par>
                          <p:cTn id="146" fill="hold">
                            <p:stCondLst>
                              <p:cond delay="6000"/>
                            </p:stCondLst>
                            <p:childTnLst>
                              <p:par>
                                <p:cTn id="147" presetID="22" presetClass="entr" presetSubtype="1" fill="hold" nodeType="afterEffect">
                                  <p:stCondLst>
                                    <p:cond delay="0"/>
                                  </p:stCondLst>
                                  <p:childTnLst>
                                    <p:set>
                                      <p:cBhvr>
                                        <p:cTn id="148" dur="1" fill="hold">
                                          <p:stCondLst>
                                            <p:cond delay="0"/>
                                          </p:stCondLst>
                                        </p:cTn>
                                        <p:tgtEl>
                                          <p:spTgt spid="72"/>
                                        </p:tgtEl>
                                        <p:attrNameLst>
                                          <p:attrName>style.visibility</p:attrName>
                                        </p:attrNameLst>
                                      </p:cBhvr>
                                      <p:to>
                                        <p:strVal val="visible"/>
                                      </p:to>
                                    </p:set>
                                    <p:animEffect transition="in" filter="wipe(up)">
                                      <p:cBhvr>
                                        <p:cTn id="149" dur="500"/>
                                        <p:tgtEl>
                                          <p:spTgt spid="72"/>
                                        </p:tgtEl>
                                      </p:cBhvr>
                                    </p:animEffect>
                                  </p:childTnLst>
                                </p:cTn>
                              </p:par>
                            </p:childTnLst>
                          </p:cTn>
                        </p:par>
                        <p:par>
                          <p:cTn id="150" fill="hold">
                            <p:stCondLst>
                              <p:cond delay="6500"/>
                            </p:stCondLst>
                            <p:childTnLst>
                              <p:par>
                                <p:cTn id="151" presetID="22" presetClass="entr" presetSubtype="1" fill="hold" grpId="0" nodeType="afterEffect">
                                  <p:stCondLst>
                                    <p:cond delay="0"/>
                                  </p:stCondLst>
                                  <p:childTnLst>
                                    <p:set>
                                      <p:cBhvr>
                                        <p:cTn id="152" dur="1" fill="hold">
                                          <p:stCondLst>
                                            <p:cond delay="0"/>
                                          </p:stCondLst>
                                        </p:cTn>
                                        <p:tgtEl>
                                          <p:spTgt spid="75"/>
                                        </p:tgtEl>
                                        <p:attrNameLst>
                                          <p:attrName>style.visibility</p:attrName>
                                        </p:attrNameLst>
                                      </p:cBhvr>
                                      <p:to>
                                        <p:strVal val="visible"/>
                                      </p:to>
                                    </p:set>
                                    <p:animEffect transition="in" filter="wipe(up)">
                                      <p:cBhvr>
                                        <p:cTn id="153" dur="1000"/>
                                        <p:tgtEl>
                                          <p:spTgt spid="75"/>
                                        </p:tgtEl>
                                      </p:cBhvr>
                                    </p:animEffect>
                                  </p:childTnLst>
                                </p:cTn>
                              </p:par>
                            </p:childTnLst>
                          </p:cTn>
                        </p:par>
                        <p:par>
                          <p:cTn id="154" fill="hold">
                            <p:stCondLst>
                              <p:cond delay="7500"/>
                            </p:stCondLst>
                            <p:childTnLst>
                              <p:par>
                                <p:cTn id="155" presetID="22" presetClass="exit" presetSubtype="8" fill="hold" grpId="1" nodeType="afterEffect">
                                  <p:stCondLst>
                                    <p:cond delay="0"/>
                                  </p:stCondLst>
                                  <p:childTnLst>
                                    <p:animEffect transition="out" filter="wipe(left)">
                                      <p:cBhvr>
                                        <p:cTn id="156" dur="500"/>
                                        <p:tgtEl>
                                          <p:spTgt spid="31"/>
                                        </p:tgtEl>
                                      </p:cBhvr>
                                    </p:animEffect>
                                    <p:set>
                                      <p:cBhvr>
                                        <p:cTn id="157" dur="1" fill="hold">
                                          <p:stCondLst>
                                            <p:cond delay="499"/>
                                          </p:stCondLst>
                                        </p:cTn>
                                        <p:tgtEl>
                                          <p:spTgt spid="31"/>
                                        </p:tgtEl>
                                        <p:attrNameLst>
                                          <p:attrName>style.visibility</p:attrName>
                                        </p:attrNameLst>
                                      </p:cBhvr>
                                      <p:to>
                                        <p:strVal val="hidden"/>
                                      </p:to>
                                    </p:set>
                                  </p:childTnLst>
                                </p:cTn>
                              </p:par>
                            </p:childTnLst>
                          </p:cTn>
                        </p:par>
                      </p:childTnLst>
                    </p:cTn>
                  </p:par>
                  <p:par>
                    <p:cTn id="158" fill="hold">
                      <p:stCondLst>
                        <p:cond delay="indefinite"/>
                      </p:stCondLst>
                      <p:childTnLst>
                        <p:par>
                          <p:cTn id="159" fill="hold">
                            <p:stCondLst>
                              <p:cond delay="0"/>
                            </p:stCondLst>
                            <p:childTnLst>
                              <p:par>
                                <p:cTn id="160" presetID="22" presetClass="entr" presetSubtype="8" fill="hold" grpId="0" nodeType="clickEffect">
                                  <p:stCondLst>
                                    <p:cond delay="0"/>
                                  </p:stCondLst>
                                  <p:childTnLst>
                                    <p:set>
                                      <p:cBhvr>
                                        <p:cTn id="161" dur="1" fill="hold">
                                          <p:stCondLst>
                                            <p:cond delay="0"/>
                                          </p:stCondLst>
                                        </p:cTn>
                                        <p:tgtEl>
                                          <p:spTgt spid="3"/>
                                        </p:tgtEl>
                                        <p:attrNameLst>
                                          <p:attrName>style.visibility</p:attrName>
                                        </p:attrNameLst>
                                      </p:cBhvr>
                                      <p:to>
                                        <p:strVal val="visible"/>
                                      </p:to>
                                    </p:set>
                                    <p:animEffect transition="in" filter="wipe(left)">
                                      <p:cBhvr>
                                        <p:cTn id="162" dur="1000"/>
                                        <p:tgtEl>
                                          <p:spTgt spid="3"/>
                                        </p:tgtEl>
                                      </p:cBhvr>
                                    </p:animEffect>
                                  </p:childTnLst>
                                </p:cTn>
                              </p:par>
                            </p:childTnLst>
                          </p:cTn>
                        </p:par>
                      </p:childTnLst>
                    </p:cTn>
                  </p:par>
                  <p:par>
                    <p:cTn id="163" fill="hold">
                      <p:stCondLst>
                        <p:cond delay="indefinite"/>
                      </p:stCondLst>
                      <p:childTnLst>
                        <p:par>
                          <p:cTn id="164" fill="hold">
                            <p:stCondLst>
                              <p:cond delay="0"/>
                            </p:stCondLst>
                            <p:childTnLst>
                              <p:par>
                                <p:cTn id="165" presetID="22" presetClass="entr" presetSubtype="8" fill="hold" grpId="0" nodeType="clickEffect">
                                  <p:stCondLst>
                                    <p:cond delay="0"/>
                                  </p:stCondLst>
                                  <p:childTnLst>
                                    <p:set>
                                      <p:cBhvr>
                                        <p:cTn id="166" dur="1" fill="hold">
                                          <p:stCondLst>
                                            <p:cond delay="0"/>
                                          </p:stCondLst>
                                        </p:cTn>
                                        <p:tgtEl>
                                          <p:spTgt spid="78"/>
                                        </p:tgtEl>
                                        <p:attrNameLst>
                                          <p:attrName>style.visibility</p:attrName>
                                        </p:attrNameLst>
                                      </p:cBhvr>
                                      <p:to>
                                        <p:strVal val="visible"/>
                                      </p:to>
                                    </p:set>
                                    <p:animEffect transition="in" filter="wipe(left)">
                                      <p:cBhvr>
                                        <p:cTn id="167" dur="1000"/>
                                        <p:tgtEl>
                                          <p:spTgt spid="78"/>
                                        </p:tgtEl>
                                      </p:cBhvr>
                                    </p:animEffect>
                                  </p:childTnLst>
                                </p:cTn>
                              </p:par>
                            </p:childTnLst>
                          </p:cTn>
                        </p:par>
                      </p:childTnLst>
                    </p:cTn>
                  </p:par>
                  <p:par>
                    <p:cTn id="168" fill="hold">
                      <p:stCondLst>
                        <p:cond delay="indefinite"/>
                      </p:stCondLst>
                      <p:childTnLst>
                        <p:par>
                          <p:cTn id="169" fill="hold">
                            <p:stCondLst>
                              <p:cond delay="0"/>
                            </p:stCondLst>
                            <p:childTnLst>
                              <p:par>
                                <p:cTn id="170" presetID="22" presetClass="entr" presetSubtype="1" fill="hold" nodeType="clickEffect">
                                  <p:stCondLst>
                                    <p:cond delay="0"/>
                                  </p:stCondLst>
                                  <p:childTnLst>
                                    <p:set>
                                      <p:cBhvr>
                                        <p:cTn id="171" dur="1" fill="hold">
                                          <p:stCondLst>
                                            <p:cond delay="0"/>
                                          </p:stCondLst>
                                        </p:cTn>
                                        <p:tgtEl>
                                          <p:spTgt spid="12"/>
                                        </p:tgtEl>
                                        <p:attrNameLst>
                                          <p:attrName>style.visibility</p:attrName>
                                        </p:attrNameLst>
                                      </p:cBhvr>
                                      <p:to>
                                        <p:strVal val="visible"/>
                                      </p:to>
                                    </p:set>
                                    <p:animEffect transition="in" filter="wipe(up)">
                                      <p:cBhvr>
                                        <p:cTn id="172" dur="2000"/>
                                        <p:tgtEl>
                                          <p:spTgt spid="12"/>
                                        </p:tgtEl>
                                      </p:cBhvr>
                                    </p:animEffect>
                                  </p:childTnLst>
                                </p:cTn>
                              </p:par>
                              <p:par>
                                <p:cTn id="173" presetID="22" presetClass="entr" presetSubtype="1" fill="hold" nodeType="withEffect">
                                  <p:stCondLst>
                                    <p:cond delay="0"/>
                                  </p:stCondLst>
                                  <p:childTnLst>
                                    <p:set>
                                      <p:cBhvr>
                                        <p:cTn id="174" dur="1" fill="hold">
                                          <p:stCondLst>
                                            <p:cond delay="0"/>
                                          </p:stCondLst>
                                        </p:cTn>
                                        <p:tgtEl>
                                          <p:spTgt spid="57"/>
                                        </p:tgtEl>
                                        <p:attrNameLst>
                                          <p:attrName>style.visibility</p:attrName>
                                        </p:attrNameLst>
                                      </p:cBhvr>
                                      <p:to>
                                        <p:strVal val="visible"/>
                                      </p:to>
                                    </p:set>
                                    <p:animEffect transition="in" filter="wipe(up)">
                                      <p:cBhvr>
                                        <p:cTn id="175" dur="2000"/>
                                        <p:tgtEl>
                                          <p:spTgt spid="57"/>
                                        </p:tgtEl>
                                      </p:cBhvr>
                                    </p:animEffect>
                                  </p:childTnLst>
                                </p:cTn>
                              </p:par>
                            </p:childTnLst>
                          </p:cTn>
                        </p:par>
                        <p:par>
                          <p:cTn id="176" fill="hold">
                            <p:stCondLst>
                              <p:cond delay="2000"/>
                            </p:stCondLst>
                            <p:childTnLst>
                              <p:par>
                                <p:cTn id="177" presetID="22" presetClass="entr" presetSubtype="8" fill="hold" grpId="0" nodeType="afterEffect">
                                  <p:stCondLst>
                                    <p:cond delay="0"/>
                                  </p:stCondLst>
                                  <p:childTnLst>
                                    <p:set>
                                      <p:cBhvr>
                                        <p:cTn id="178" dur="1" fill="hold">
                                          <p:stCondLst>
                                            <p:cond delay="0"/>
                                          </p:stCondLst>
                                        </p:cTn>
                                        <p:tgtEl>
                                          <p:spTgt spid="59"/>
                                        </p:tgtEl>
                                        <p:attrNameLst>
                                          <p:attrName>style.visibility</p:attrName>
                                        </p:attrNameLst>
                                      </p:cBhvr>
                                      <p:to>
                                        <p:strVal val="visible"/>
                                      </p:to>
                                    </p:set>
                                    <p:animEffect transition="in" filter="wipe(left)">
                                      <p:cBhvr>
                                        <p:cTn id="179" dur="500"/>
                                        <p:tgtEl>
                                          <p:spTgt spid="59"/>
                                        </p:tgtEl>
                                      </p:cBhvr>
                                    </p:animEffect>
                                  </p:childTnLst>
                                </p:cTn>
                              </p:par>
                            </p:childTnLst>
                          </p:cTn>
                        </p:par>
                        <p:par>
                          <p:cTn id="180" fill="hold">
                            <p:stCondLst>
                              <p:cond delay="2500"/>
                            </p:stCondLst>
                            <p:childTnLst>
                              <p:par>
                                <p:cTn id="181" presetID="22" presetClass="entr" presetSubtype="1" fill="hold" grpId="0" nodeType="afterEffect">
                                  <p:stCondLst>
                                    <p:cond delay="0"/>
                                  </p:stCondLst>
                                  <p:childTnLst>
                                    <p:set>
                                      <p:cBhvr>
                                        <p:cTn id="182" dur="1" fill="hold">
                                          <p:stCondLst>
                                            <p:cond delay="0"/>
                                          </p:stCondLst>
                                        </p:cTn>
                                        <p:tgtEl>
                                          <p:spTgt spid="58"/>
                                        </p:tgtEl>
                                        <p:attrNameLst>
                                          <p:attrName>style.visibility</p:attrName>
                                        </p:attrNameLst>
                                      </p:cBhvr>
                                      <p:to>
                                        <p:strVal val="visible"/>
                                      </p:to>
                                    </p:set>
                                    <p:animEffect transition="in" filter="wipe(up)">
                                      <p:cBhvr>
                                        <p:cTn id="183" dur="1000"/>
                                        <p:tgtEl>
                                          <p:spTgt spid="58"/>
                                        </p:tgtEl>
                                      </p:cBhvr>
                                    </p:animEffect>
                                  </p:childTnLst>
                                </p:cTn>
                              </p:par>
                            </p:childTnLst>
                          </p:cTn>
                        </p:par>
                        <p:par>
                          <p:cTn id="184" fill="hold">
                            <p:stCondLst>
                              <p:cond delay="3500"/>
                            </p:stCondLst>
                            <p:childTnLst>
                              <p:par>
                                <p:cTn id="185" presetID="22" presetClass="exit" presetSubtype="8" fill="hold" grpId="1" nodeType="afterEffect">
                                  <p:stCondLst>
                                    <p:cond delay="0"/>
                                  </p:stCondLst>
                                  <p:childTnLst>
                                    <p:animEffect transition="out" filter="wipe(left)">
                                      <p:cBhvr>
                                        <p:cTn id="186" dur="500"/>
                                        <p:tgtEl>
                                          <p:spTgt spid="3"/>
                                        </p:tgtEl>
                                      </p:cBhvr>
                                    </p:animEffect>
                                    <p:set>
                                      <p:cBhvr>
                                        <p:cTn id="187" dur="1" fill="hold">
                                          <p:stCondLst>
                                            <p:cond delay="499"/>
                                          </p:stCondLst>
                                        </p:cTn>
                                        <p:tgtEl>
                                          <p:spTgt spid="3"/>
                                        </p:tgtEl>
                                        <p:attrNameLst>
                                          <p:attrName>style.visibility</p:attrName>
                                        </p:attrNameLst>
                                      </p:cBhvr>
                                      <p:to>
                                        <p:strVal val="hidden"/>
                                      </p:to>
                                    </p:set>
                                  </p:childTnLst>
                                </p:cTn>
                              </p:par>
                            </p:childTnLst>
                          </p:cTn>
                        </p:par>
                      </p:childTnLst>
                    </p:cTn>
                  </p:par>
                  <p:par>
                    <p:cTn id="188" fill="hold">
                      <p:stCondLst>
                        <p:cond delay="indefinite"/>
                      </p:stCondLst>
                      <p:childTnLst>
                        <p:par>
                          <p:cTn id="189" fill="hold">
                            <p:stCondLst>
                              <p:cond delay="0"/>
                            </p:stCondLst>
                            <p:childTnLst>
                              <p:par>
                                <p:cTn id="190" presetID="22" presetClass="entr" presetSubtype="8" fill="hold" grpId="0" nodeType="clickEffect">
                                  <p:stCondLst>
                                    <p:cond delay="0"/>
                                  </p:stCondLst>
                                  <p:childTnLst>
                                    <p:set>
                                      <p:cBhvr>
                                        <p:cTn id="191" dur="1" fill="hold">
                                          <p:stCondLst>
                                            <p:cond delay="0"/>
                                          </p:stCondLst>
                                        </p:cTn>
                                        <p:tgtEl>
                                          <p:spTgt spid="38"/>
                                        </p:tgtEl>
                                        <p:attrNameLst>
                                          <p:attrName>style.visibility</p:attrName>
                                        </p:attrNameLst>
                                      </p:cBhvr>
                                      <p:to>
                                        <p:strVal val="visible"/>
                                      </p:to>
                                    </p:set>
                                    <p:animEffect transition="in" filter="wipe(left)">
                                      <p:cBhvr>
                                        <p:cTn id="192" dur="1000"/>
                                        <p:tgtEl>
                                          <p:spTgt spid="38"/>
                                        </p:tgtEl>
                                      </p:cBhvr>
                                    </p:animEffect>
                                  </p:childTnLst>
                                </p:cTn>
                              </p:par>
                            </p:childTnLst>
                          </p:cTn>
                        </p:par>
                        <p:par>
                          <p:cTn id="193" fill="hold">
                            <p:stCondLst>
                              <p:cond delay="1000"/>
                            </p:stCondLst>
                            <p:childTnLst>
                              <p:par>
                                <p:cTn id="194" presetID="22" presetClass="entr" presetSubtype="8" fill="hold" grpId="0" nodeType="afterEffect">
                                  <p:stCondLst>
                                    <p:cond delay="0"/>
                                  </p:stCondLst>
                                  <p:childTnLst>
                                    <p:set>
                                      <p:cBhvr>
                                        <p:cTn id="195" dur="1" fill="hold">
                                          <p:stCondLst>
                                            <p:cond delay="0"/>
                                          </p:stCondLst>
                                        </p:cTn>
                                        <p:tgtEl>
                                          <p:spTgt spid="32"/>
                                        </p:tgtEl>
                                        <p:attrNameLst>
                                          <p:attrName>style.visibility</p:attrName>
                                        </p:attrNameLst>
                                      </p:cBhvr>
                                      <p:to>
                                        <p:strVal val="visible"/>
                                      </p:to>
                                    </p:set>
                                    <p:animEffect transition="in" filter="wipe(left)">
                                      <p:cBhvr>
                                        <p:cTn id="196" dur="500"/>
                                        <p:tgtEl>
                                          <p:spTgt spid="32"/>
                                        </p:tgtEl>
                                      </p:cBhvr>
                                    </p:animEffect>
                                  </p:childTnLst>
                                </p:cTn>
                              </p:par>
                            </p:childTnLst>
                          </p:cTn>
                        </p:par>
                        <p:par>
                          <p:cTn id="197" fill="hold">
                            <p:stCondLst>
                              <p:cond delay="1500"/>
                            </p:stCondLst>
                            <p:childTnLst>
                              <p:par>
                                <p:cTn id="198" presetID="22" presetClass="entr" presetSubtype="1" fill="hold" nodeType="afterEffect">
                                  <p:stCondLst>
                                    <p:cond delay="0"/>
                                  </p:stCondLst>
                                  <p:childTnLst>
                                    <p:set>
                                      <p:cBhvr>
                                        <p:cTn id="199" dur="1" fill="hold">
                                          <p:stCondLst>
                                            <p:cond delay="0"/>
                                          </p:stCondLst>
                                        </p:cTn>
                                        <p:tgtEl>
                                          <p:spTgt spid="2"/>
                                        </p:tgtEl>
                                        <p:attrNameLst>
                                          <p:attrName>style.visibility</p:attrName>
                                        </p:attrNameLst>
                                      </p:cBhvr>
                                      <p:to>
                                        <p:strVal val="visible"/>
                                      </p:to>
                                    </p:set>
                                    <p:animEffect transition="in" filter="wipe(up)">
                                      <p:cBhvr>
                                        <p:cTn id="200"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7" grpId="0"/>
      <p:bldP spid="40" grpId="0" animBg="1"/>
      <p:bldP spid="3" grpId="0" animBg="1"/>
      <p:bldP spid="3" grpId="1" animBg="1"/>
      <p:bldP spid="8" grpId="0" animBg="1"/>
      <p:bldP spid="38" grpId="0" animBg="1"/>
      <p:bldP spid="11" grpId="0" animBg="1"/>
      <p:bldP spid="58" grpId="0" animBg="1"/>
      <p:bldP spid="59" grpId="0"/>
      <p:bldP spid="43" grpId="0" animBg="1"/>
      <p:bldP spid="63" grpId="0"/>
      <p:bldP spid="75" grpId="0" animBg="1"/>
      <p:bldP spid="76" grpId="0" animBg="1"/>
      <p:bldP spid="78" grpId="0" animBg="1"/>
      <p:bldP spid="84" grpId="0" animBg="1"/>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269542" y="3412965"/>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nvGraphicFramePr>
        <p:xfrm>
          <a:off x="355265"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nvGraphicFramePr>
        <p:xfrm>
          <a:off x="2917299"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1A22687F-9CC3-77DA-888E-EB02C1FDEFA4}"/>
              </a:ext>
            </a:extLst>
          </p:cNvPr>
          <p:cNvSpPr/>
          <p:nvPr/>
        </p:nvSpPr>
        <p:spPr>
          <a:xfrm>
            <a:off x="2415091"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1853AA6B-7FD8-3E7E-8D9E-E7952D8BFB0D}"/>
              </a:ext>
            </a:extLst>
          </p:cNvPr>
          <p:cNvSpPr/>
          <p:nvPr/>
        </p:nvSpPr>
        <p:spPr>
          <a:xfrm>
            <a:off x="2871002" y="5033563"/>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2871001" y="632673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2870692" y="438579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4494561" y="504110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4492334" y="6329118"/>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Cindy - Yellow">
            <a:extLst>
              <a:ext uri="{FF2B5EF4-FFF2-40B4-BE49-F238E27FC236}">
                <a16:creationId xmlns:a16="http://schemas.microsoft.com/office/drawing/2014/main" id="{868CB6FE-6953-CD77-7A9F-225AD4548CB6}"/>
              </a:ext>
            </a:extLst>
          </p:cNvPr>
          <p:cNvSpPr/>
          <p:nvPr/>
        </p:nvSpPr>
        <p:spPr>
          <a:xfrm>
            <a:off x="4494561" y="4386498"/>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nvGraphicFramePr>
        <p:xfrm>
          <a:off x="10596433" y="3750438"/>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2871157" y="536924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10119468"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4492335" y="5362505"/>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ORDER BY - Table">
            <a:extLst>
              <a:ext uri="{FF2B5EF4-FFF2-40B4-BE49-F238E27FC236}">
                <a16:creationId xmlns:a16="http://schemas.microsoft.com/office/drawing/2014/main" id="{EF3A2748-AA90-BCC8-2993-A9CADABE91F9}"/>
              </a:ext>
            </a:extLst>
          </p:cNvPr>
          <p:cNvGraphicFramePr>
            <a:graphicFrameLocks noGrp="1"/>
          </p:cNvGraphicFramePr>
          <p:nvPr/>
        </p:nvGraphicFramePr>
        <p:xfrm>
          <a:off x="8052208" y="3734033"/>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grpSp>
        <p:nvGrpSpPr>
          <p:cNvPr id="57" name="Group 56">
            <a:extLst>
              <a:ext uri="{FF2B5EF4-FFF2-40B4-BE49-F238E27FC236}">
                <a16:creationId xmlns:a16="http://schemas.microsoft.com/office/drawing/2014/main" id="{B1521731-A15D-3FBE-F181-C47FACE64AD9}"/>
              </a:ext>
            </a:extLst>
          </p:cNvPr>
          <p:cNvGrpSpPr/>
          <p:nvPr/>
        </p:nvGrpSpPr>
        <p:grpSpPr>
          <a:xfrm>
            <a:off x="8034757" y="3699990"/>
            <a:ext cx="2062713" cy="1669258"/>
            <a:chOff x="6379223" y="3378552"/>
            <a:chExt cx="2062713" cy="1669258"/>
          </a:xfrm>
        </p:grpSpPr>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ORDER BY - Arrow">
            <a:extLst>
              <a:ext uri="{FF2B5EF4-FFF2-40B4-BE49-F238E27FC236}">
                <a16:creationId xmlns:a16="http://schemas.microsoft.com/office/drawing/2014/main" id="{2966E2E3-1095-3AA5-54F4-22EC69E21F63}"/>
              </a:ext>
            </a:extLst>
          </p:cNvPr>
          <p:cNvSpPr/>
          <p:nvPr/>
        </p:nvSpPr>
        <p:spPr>
          <a:xfrm rot="5400000">
            <a:off x="8955566" y="323002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aphicFrame>
        <p:nvGraphicFramePr>
          <p:cNvPr id="62" name="WHERE - Table">
            <a:extLst>
              <a:ext uri="{FF2B5EF4-FFF2-40B4-BE49-F238E27FC236}">
                <a16:creationId xmlns:a16="http://schemas.microsoft.com/office/drawing/2014/main" id="{2B9122F8-6167-4D85-A839-C4D5DBB12F55}"/>
              </a:ext>
            </a:extLst>
          </p:cNvPr>
          <p:cNvGraphicFramePr>
            <a:graphicFrameLocks noGrp="1"/>
          </p:cNvGraphicFramePr>
          <p:nvPr/>
        </p:nvGraphicFramePr>
        <p:xfrm>
          <a:off x="5480011" y="3727104"/>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WHERE - Arrow">
            <a:extLst>
              <a:ext uri="{FF2B5EF4-FFF2-40B4-BE49-F238E27FC236}">
                <a16:creationId xmlns:a16="http://schemas.microsoft.com/office/drawing/2014/main" id="{12735B52-F70C-8511-82FF-DD98CDFED39E}"/>
              </a:ext>
            </a:extLst>
          </p:cNvPr>
          <p:cNvSpPr/>
          <p:nvPr/>
        </p:nvSpPr>
        <p:spPr>
          <a:xfrm>
            <a:off x="4976723"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1" name="Name - Arrow">
            <a:extLst>
              <a:ext uri="{FF2B5EF4-FFF2-40B4-BE49-F238E27FC236}">
                <a16:creationId xmlns:a16="http://schemas.microsoft.com/office/drawing/2014/main" id="{5EFE38C2-8439-4C5F-9F74-44013184CA32}"/>
              </a:ext>
            </a:extLst>
          </p:cNvPr>
          <p:cNvCxnSpPr>
            <a:cxnSpLocks/>
            <a:endCxn id="76" idx="0"/>
          </p:cNvCxnSpPr>
          <p:nvPr/>
        </p:nvCxnSpPr>
        <p:spPr>
          <a:xfrm flipH="1">
            <a:off x="5858560" y="3115086"/>
            <a:ext cx="298486"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Age - Arrow">
            <a:extLst>
              <a:ext uri="{FF2B5EF4-FFF2-40B4-BE49-F238E27FC236}">
                <a16:creationId xmlns:a16="http://schemas.microsoft.com/office/drawing/2014/main" id="{CB1B2BAC-3D1A-47A0-875C-8C332C63A9A8}"/>
              </a:ext>
            </a:extLst>
          </p:cNvPr>
          <p:cNvCxnSpPr>
            <a:cxnSpLocks/>
            <a:endCxn id="75" idx="0"/>
          </p:cNvCxnSpPr>
          <p:nvPr/>
        </p:nvCxnSpPr>
        <p:spPr>
          <a:xfrm>
            <a:off x="7008006" y="3115086"/>
            <a:ext cx="283267"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 name="Age - Column">
            <a:extLst>
              <a:ext uri="{FF2B5EF4-FFF2-40B4-BE49-F238E27FC236}">
                <a16:creationId xmlns:a16="http://schemas.microsoft.com/office/drawing/2014/main" id="{C0AD6763-50D9-4E2A-B402-55C2BB0C7BE6}"/>
              </a:ext>
            </a:extLst>
          </p:cNvPr>
          <p:cNvSpPr/>
          <p:nvPr/>
        </p:nvSpPr>
        <p:spPr>
          <a:xfrm>
            <a:off x="7057273" y="3693061"/>
            <a:ext cx="468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Name - Column">
            <a:extLst>
              <a:ext uri="{FF2B5EF4-FFF2-40B4-BE49-F238E27FC236}">
                <a16:creationId xmlns:a16="http://schemas.microsoft.com/office/drawing/2014/main" id="{6EEFB8EA-38EB-40F0-ACDB-32F4A15C8012}"/>
              </a:ext>
            </a:extLst>
          </p:cNvPr>
          <p:cNvSpPr/>
          <p:nvPr/>
        </p:nvSpPr>
        <p:spPr>
          <a:xfrm>
            <a:off x="5462560" y="3693061"/>
            <a:ext cx="792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8" name="Temp - Arrow">
            <a:extLst>
              <a:ext uri="{FF2B5EF4-FFF2-40B4-BE49-F238E27FC236}">
                <a16:creationId xmlns:a16="http://schemas.microsoft.com/office/drawing/2014/main" id="{505D6E70-C3F4-46DC-93B3-A56DCF57F48A}"/>
              </a:ext>
            </a:extLst>
          </p:cNvPr>
          <p:cNvSpPr/>
          <p:nvPr/>
        </p:nvSpPr>
        <p:spPr>
          <a:xfrm>
            <a:off x="7550229"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4" name="Where Down - Arrow">
            <a:extLst>
              <a:ext uri="{FF2B5EF4-FFF2-40B4-BE49-F238E27FC236}">
                <a16:creationId xmlns:a16="http://schemas.microsoft.com/office/drawing/2014/main" id="{D731AF1B-DA28-4086-B857-F0B6326C3AFB}"/>
              </a:ext>
            </a:extLst>
          </p:cNvPr>
          <p:cNvSpPr/>
          <p:nvPr/>
        </p:nvSpPr>
        <p:spPr>
          <a:xfrm rot="5400000">
            <a:off x="4498837" y="3233708"/>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49227492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8767196" y="3138652"/>
            <a:ext cx="2133600" cy="862642"/>
          </a:xfrm>
          <a:prstGeom prst="callout2">
            <a:avLst>
              <a:gd name="adj1" fmla="val 49806"/>
              <a:gd name="adj2" fmla="val -311"/>
              <a:gd name="adj3" fmla="val 49666"/>
              <a:gd name="adj4" fmla="val -30127"/>
              <a:gd name="adj5" fmla="val 122742"/>
              <a:gd name="adj6" fmla="val -6743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5" name="Callout: Bent Line with No Border 4">
            <a:extLst>
              <a:ext uri="{FF2B5EF4-FFF2-40B4-BE49-F238E27FC236}">
                <a16:creationId xmlns:a16="http://schemas.microsoft.com/office/drawing/2014/main" id="{C4785491-7496-4582-835E-442310508A91}"/>
              </a:ext>
            </a:extLst>
          </p:cNvPr>
          <p:cNvSpPr/>
          <p:nvPr/>
        </p:nvSpPr>
        <p:spPr>
          <a:xfrm flipH="1">
            <a:off x="1392523" y="4562292"/>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1st sort</a:t>
            </a:r>
          </a:p>
        </p:txBody>
      </p:sp>
      <p:sp>
        <p:nvSpPr>
          <p:cNvPr id="6" name="Callout: Bent Line with No Border 5">
            <a:extLst>
              <a:ext uri="{FF2B5EF4-FFF2-40B4-BE49-F238E27FC236}">
                <a16:creationId xmlns:a16="http://schemas.microsoft.com/office/drawing/2014/main" id="{59C09FE8-141C-499C-8AF0-744EF09E0A1B}"/>
              </a:ext>
            </a:extLst>
          </p:cNvPr>
          <p:cNvSpPr/>
          <p:nvPr/>
        </p:nvSpPr>
        <p:spPr>
          <a:xfrm flipH="1">
            <a:off x="1392523" y="5292468"/>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2nd sort</a:t>
            </a:r>
          </a:p>
        </p:txBody>
      </p:sp>
      <p:sp>
        <p:nvSpPr>
          <p:cNvPr id="7" name="TextBox 6">
            <a:extLst>
              <a:ext uri="{FF2B5EF4-FFF2-40B4-BE49-F238E27FC236}">
                <a16:creationId xmlns:a16="http://schemas.microsoft.com/office/drawing/2014/main" id="{DFBCD4FE-B2C2-4A7E-BA42-AFCA68B5BE18}"/>
              </a:ext>
            </a:extLst>
          </p:cNvPr>
          <p:cNvSpPr txBox="1"/>
          <p:nvPr/>
        </p:nvSpPr>
        <p:spPr>
          <a:xfrm>
            <a:off x="4236967" y="6019512"/>
            <a:ext cx="7432869" cy="584775"/>
          </a:xfrm>
          <a:prstGeom prst="rect">
            <a:avLst/>
          </a:prstGeom>
          <a:noFill/>
        </p:spPr>
        <p:txBody>
          <a:bodyPr wrap="none" rtlCol="0">
            <a:spAutoFit/>
          </a:bodyPr>
          <a:lstStyle/>
          <a:p>
            <a:pPr algn="ctr"/>
            <a:r>
              <a:rPr lang="en-GB" sz="3200" b="1" dirty="0">
                <a:solidFill>
                  <a:srgbClr val="7030A0"/>
                </a:solidFill>
              </a:rPr>
              <a:t>When </a:t>
            </a:r>
            <a:r>
              <a:rPr lang="en-GB" sz="3200" b="1" dirty="0">
                <a:latin typeface="Consolas" panose="020B0609020204030204" pitchFamily="49" charset="0"/>
              </a:rPr>
              <a:t>age</a:t>
            </a:r>
            <a:r>
              <a:rPr lang="en-GB" sz="3200" b="1" dirty="0">
                <a:solidFill>
                  <a:srgbClr val="7030A0"/>
                </a:solidFill>
              </a:rPr>
              <a:t> is the same, sorts by </a:t>
            </a:r>
            <a:r>
              <a:rPr lang="en-GB" sz="3200" b="1" dirty="0" err="1">
                <a:latin typeface="Consolas" panose="020B0609020204030204" pitchFamily="49" charset="0"/>
              </a:rPr>
              <a:t>lastName</a:t>
            </a:r>
            <a:endParaRPr lang="en-GB" sz="4000" dirty="0">
              <a:latin typeface="Consolas" panose="020B0609020204030204" pitchFamily="49" charset="0"/>
            </a:endParaRPr>
          </a:p>
        </p:txBody>
      </p:sp>
    </p:spTree>
    <p:extLst>
      <p:ext uri="{BB962C8B-B14F-4D97-AF65-F5344CB8AC3E}">
        <p14:creationId xmlns:p14="http://schemas.microsoft.com/office/powerpoint/2010/main" val="818983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10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7">
                                            <p:txEl>
                                              <p:pRg st="0" end="0"/>
                                            </p:txEl>
                                          </p:spTgt>
                                        </p:tgtEl>
                                        <p:attrNameLst>
                                          <p:attrName>style.visibility</p:attrName>
                                        </p:attrNameLst>
                                      </p:cBhvr>
                                      <p:to>
                                        <p:strVal val="visible"/>
                                      </p:to>
                                    </p:set>
                                    <p:animEffect transition="in" filter="wipe(left)">
                                      <p:cBhvr>
                                        <p:cTn id="47"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5" grpId="0" animBg="1"/>
      <p:bldP spid="6" grpId="0" animBg="1"/>
      <p:bldP spid="7" grpId="0" build="p"/>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Tree>
    <p:extLst>
      <p:ext uri="{BB962C8B-B14F-4D97-AF65-F5344CB8AC3E}">
        <p14:creationId xmlns:p14="http://schemas.microsoft.com/office/powerpoint/2010/main" val="30194062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AND / OR in SQL operations</a:t>
            </a:r>
          </a:p>
        </p:txBody>
      </p:sp>
    </p:spTree>
    <p:extLst>
      <p:ext uri="{BB962C8B-B14F-4D97-AF65-F5344CB8AC3E}">
        <p14:creationId xmlns:p14="http://schemas.microsoft.com/office/powerpoint/2010/main" val="358946726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AND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830124929"/>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animEffect transition="in" filter="wipe(left)">
                                      <p:cBhvr>
                                        <p:cTn id="25"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4.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AND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697990193"/>
      </p:ext>
    </p:extLst>
  </p:cSld>
  <p:clrMapOvr>
    <a:overrideClrMapping bg1="lt1" tx1="dk1" bg2="lt2" tx2="dk2" accent1="accent1" accent2="accent2" accent3="accent3" accent4="accent4" accent5="accent5" accent6="accent6" hlink="hlink" folHlink="folHlink"/>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OR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76992114"/>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animEffect transition="in" filter="wipe(left)">
                                      <p:cBhvr>
                                        <p:cTn id="25"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6.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OR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97065734"/>
      </p:ext>
    </p:extLst>
  </p:cSld>
  <p:clrMapOvr>
    <a:overrideClrMapping bg1="lt1" tx1="dk1" bg2="lt2" tx2="dk2" accent1="accent1" accent2="accent2" accent3="accent3" accent4="accent4" accent5="accent5" accent6="accent6" hlink="hlink" folHlink="folHlink"/>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"Violet"</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6" name="Group 5">
            <a:extLst>
              <a:ext uri="{FF2B5EF4-FFF2-40B4-BE49-F238E27FC236}">
                <a16:creationId xmlns:a16="http://schemas.microsoft.com/office/drawing/2014/main" id="{B8534C20-C1CB-4A7A-B7AC-6BB11132EE15}"/>
              </a:ext>
            </a:extLst>
          </p:cNvPr>
          <p:cNvGrpSpPr/>
          <p:nvPr/>
        </p:nvGrpSpPr>
        <p:grpSpPr>
          <a:xfrm>
            <a:off x="8413987" y="1827468"/>
            <a:ext cx="3464514" cy="2668586"/>
            <a:chOff x="8256431" y="1380903"/>
            <a:chExt cx="3464514" cy="2668586"/>
          </a:xfrm>
        </p:grpSpPr>
        <p:sp>
          <p:nvSpPr>
            <p:cNvPr id="5" name="Rectangle 4">
              <a:extLst>
                <a:ext uri="{FF2B5EF4-FFF2-40B4-BE49-F238E27FC236}">
                  <a16:creationId xmlns:a16="http://schemas.microsoft.com/office/drawing/2014/main" id="{3A2C89A4-6DE3-4DAB-AF80-8A8E82E7F79A}"/>
                </a:ext>
              </a:extLst>
            </p:cNvPr>
            <p:cNvSpPr/>
            <p:nvPr/>
          </p:nvSpPr>
          <p:spPr>
            <a:xfrm>
              <a:off x="8256431" y="1380903"/>
              <a:ext cx="3464514" cy="1200329"/>
            </a:xfrm>
            <a:prstGeom prst="rect">
              <a:avLst/>
            </a:prstGeom>
          </p:spPr>
          <p:txBody>
            <a:bodyPr wrap="square">
              <a:spAutoFit/>
            </a:bodyPr>
            <a:lstStyle/>
            <a:p>
              <a:r>
                <a:rPr lang="en-GB" sz="3600" b="1" dirty="0">
                  <a:solidFill>
                    <a:srgbClr val="7030A0"/>
                  </a:solidFill>
                  <a:latin typeface="Consolas" panose="020B0609020204030204" pitchFamily="49" charset="0"/>
                </a:rPr>
                <a:t>Use brackets for clarity</a:t>
              </a:r>
              <a:endParaRPr lang="en-GB" sz="3600" b="1" dirty="0"/>
            </a:p>
          </p:txBody>
        </p:sp>
        <p:sp>
          <p:nvSpPr>
            <p:cNvPr id="4" name="Arrow: Bent-Up 3">
              <a:extLst>
                <a:ext uri="{FF2B5EF4-FFF2-40B4-BE49-F238E27FC236}">
                  <a16:creationId xmlns:a16="http://schemas.microsoft.com/office/drawing/2014/main" id="{30E87908-1EAB-4528-8776-4B1B0F4F6DF3}"/>
                </a:ext>
              </a:extLst>
            </p:cNvPr>
            <p:cNvSpPr/>
            <p:nvPr/>
          </p:nvSpPr>
          <p:spPr>
            <a:xfrm rot="16200000" flipH="1">
              <a:off x="9072575" y="2949601"/>
              <a:ext cx="1468256" cy="731520"/>
            </a:xfrm>
            <a:prstGeom prst="bentUpArrow">
              <a:avLst>
                <a:gd name="adj1" fmla="val 21753"/>
                <a:gd name="adj2" fmla="val 34740"/>
                <a:gd name="adj3" fmla="val 25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3988729821"/>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par>
                          <p:cTn id="16" fill="hold">
                            <p:stCondLst>
                              <p:cond delay="5500"/>
                            </p:stCondLst>
                            <p:childTnLst>
                              <p:par>
                                <p:cTn id="17" presetID="22" presetClass="entr" presetSubtype="8" fill="hold" grpId="0" nodeType="after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Effect transition="in" filter="wipe(left)">
                                      <p:cBhvr>
                                        <p:cTn id="19" dur="2500"/>
                                        <p:tgtEl>
                                          <p:spTgt spid="3">
                                            <p:txEl>
                                              <p:pRg st="3" end="3"/>
                                            </p:txEl>
                                          </p:spTgt>
                                        </p:tgtEl>
                                      </p:cBhvr>
                                    </p:animEffect>
                                  </p:childTnLst>
                                </p:cTn>
                              </p:par>
                            </p:childTnLst>
                          </p:cTn>
                        </p:par>
                        <p:par>
                          <p:cTn id="20" fill="hold">
                            <p:stCondLst>
                              <p:cond delay="8000"/>
                            </p:stCondLst>
                            <p:childTnLst>
                              <p:par>
                                <p:cTn id="21" presetID="22" presetClass="entr" presetSubtype="8" fill="hold" grpId="0" nodeType="after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wipe(left)">
                                      <p:cBhvr>
                                        <p:cTn id="23" dur="2500"/>
                                        <p:tgtEl>
                                          <p:spTgt spid="3">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12">
                                            <p:txEl>
                                              <p:pRg st="0" end="0"/>
                                            </p:txEl>
                                          </p:spTgt>
                                        </p:tgtEl>
                                        <p:attrNameLst>
                                          <p:attrName>style.visibility</p:attrName>
                                        </p:attrNameLst>
                                      </p:cBhvr>
                                      <p:to>
                                        <p:strVal val="visible"/>
                                      </p:to>
                                    </p:set>
                                    <p:animEffect transition="in" filter="wipe(left)">
                                      <p:cBhvr>
                                        <p:cTn id="28" dur="2000"/>
                                        <p:tgtEl>
                                          <p:spTgt spid="12">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1" fill="hold" nodeType="clickEffect">
                                  <p:stCondLst>
                                    <p:cond delay="0"/>
                                  </p:stCondLst>
                                  <p:childTnLst>
                                    <p:set>
                                      <p:cBhvr>
                                        <p:cTn id="32" dur="1" fill="hold">
                                          <p:stCondLst>
                                            <p:cond delay="0"/>
                                          </p:stCondLst>
                                        </p:cTn>
                                        <p:tgtEl>
                                          <p:spTgt spid="6"/>
                                        </p:tgtEl>
                                        <p:attrNameLst>
                                          <p:attrName>style.visibility</p:attrName>
                                        </p:attrNameLst>
                                      </p:cBhvr>
                                      <p:to>
                                        <p:strVal val="visible"/>
                                      </p:to>
                                    </p:set>
                                    <p:animEffect transition="in" filter="wipe(up)">
                                      <p:cBhvr>
                                        <p:cTn id="33"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8.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"Violet"</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1350B37A-7342-47C8-B677-C965C745D8E8}"/>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762284221"/>
      </p:ext>
    </p:extLst>
  </p:cSld>
  <p:clrMapOvr>
    <a:overrideClrMapping bg1="lt1" tx1="dk1" bg2="lt2" tx2="dk2" accent1="accent1" accent2="accent2" accent3="accent3" accent4="accent4" accent5="accent5" accent6="accent6" hlink="hlink" folHlink="folHlink"/>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17" name="Pet - Text">
            <a:extLst>
              <a:ext uri="{FF2B5EF4-FFF2-40B4-BE49-F238E27FC236}">
                <a16:creationId xmlns:a16="http://schemas.microsoft.com/office/drawing/2014/main" id="{4CA12722-67FD-1D61-B738-175BB9CB27FD}"/>
              </a:ext>
            </a:extLst>
          </p:cNvPr>
          <p:cNvSpPr txBox="1"/>
          <p:nvPr/>
        </p:nvSpPr>
        <p:spPr>
          <a:xfrm>
            <a:off x="274510" y="3318733"/>
            <a:ext cx="1771650" cy="369332"/>
          </a:xfrm>
          <a:prstGeom prst="rect">
            <a:avLst/>
          </a:prstGeom>
          <a:noFill/>
        </p:spPr>
        <p:txBody>
          <a:bodyPr wrap="square" rtlCol="0">
            <a:spAutoFit/>
          </a:bodyPr>
          <a:lstStyle/>
          <a:p>
            <a:r>
              <a:rPr lang="en-GB" b="1" dirty="0"/>
              <a:t>Table: Pet</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4242883919"/>
              </p:ext>
            </p:extLst>
          </p:nvPr>
        </p:nvGraphicFramePr>
        <p:xfrm>
          <a:off x="360233"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6" name="SQL Statement">
            <a:extLst>
              <a:ext uri="{FF2B5EF4-FFF2-40B4-BE49-F238E27FC236}">
                <a16:creationId xmlns:a16="http://schemas.microsoft.com/office/drawing/2014/main" id="{BB3F14BF-DCE7-8211-AF0F-D5BAFB7215FB}"/>
              </a:ext>
            </a:extLst>
          </p:cNvPr>
          <p:cNvSpPr>
            <a:spLocks noChangeArrowheads="1"/>
          </p:cNvSpPr>
          <p:nvPr/>
        </p:nvSpPr>
        <p:spPr bwMode="auto">
          <a:xfrm>
            <a:off x="619125" y="1376445"/>
            <a:ext cx="3288080"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AND </a:t>
            </a:r>
            <a:r>
              <a:rPr lang="en-US" altLang="en-US" sz="2000" dirty="0">
                <a:solidFill>
                  <a:srgbClr val="000000"/>
                </a:solidFill>
                <a:latin typeface="Consolas" panose="020B0609020204030204" pitchFamily="49" charset="0"/>
              </a:rPr>
              <a:t>age &lt; </a:t>
            </a:r>
            <a:r>
              <a:rPr lang="en-US" altLang="en-US" sz="2000" dirty="0">
                <a:solidFill>
                  <a:srgbClr val="0086B3"/>
                </a:solidFill>
                <a:latin typeface="Consolas" panose="020B0609020204030204" pitchFamily="49" charset="0"/>
              </a:rPr>
              <a:t>10</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5 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lang="en-US" altLang="en-US" sz="2000" dirty="0">
              <a:latin typeface="Consolas" panose="020B0609020204030204" pitchFamily="49" charset="0"/>
            </a:endParaRPr>
          </a:p>
        </p:txBody>
      </p:sp>
      <p:sp>
        <p:nvSpPr>
          <p:cNvPr id="19" name="Order of Operations">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31" name="SELECT - Arrow - SQL">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FROM - Arrow - SQL">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 SQL">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ORDER BY - Arrow - SQL">
            <a:extLst>
              <a:ext uri="{FF2B5EF4-FFF2-40B4-BE49-F238E27FC236}">
                <a16:creationId xmlns:a16="http://schemas.microsoft.com/office/drawing/2014/main" id="{27507C8B-6A72-4468-91DA-42267C8E3EE3}"/>
              </a:ext>
            </a:extLst>
          </p:cNvPr>
          <p:cNvSpPr/>
          <p:nvPr/>
        </p:nvSpPr>
        <p:spPr>
          <a:xfrm>
            <a:off x="163554" y="265407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 Text">
            <a:extLst>
              <a:ext uri="{FF2B5EF4-FFF2-40B4-BE49-F238E27FC236}">
                <a16:creationId xmlns:a16="http://schemas.microsoft.com/office/drawing/2014/main" id="{78B64078-CD33-E0CF-944C-B2B88EB38B02}"/>
              </a:ext>
            </a:extLst>
          </p:cNvPr>
          <p:cNvSpPr txBox="1"/>
          <p:nvPr/>
        </p:nvSpPr>
        <p:spPr>
          <a:xfrm>
            <a:off x="2260813" y="3138992"/>
            <a:ext cx="850960" cy="369332"/>
          </a:xfrm>
          <a:prstGeom prst="rect">
            <a:avLst/>
          </a:prstGeom>
          <a:noFill/>
        </p:spPr>
        <p:txBody>
          <a:bodyPr wrap="square" rtlCol="0">
            <a:spAutoFit/>
          </a:bodyPr>
          <a:lstStyle/>
          <a:p>
            <a:r>
              <a:rPr lang="en-GB" b="1" dirty="0"/>
              <a:t>FROM</a:t>
            </a:r>
          </a:p>
        </p:txBody>
      </p:sp>
      <p:sp>
        <p:nvSpPr>
          <p:cNvPr id="26" name="WHERE - Arrow - Left">
            <a:extLst>
              <a:ext uri="{FF2B5EF4-FFF2-40B4-BE49-F238E27FC236}">
                <a16:creationId xmlns:a16="http://schemas.microsoft.com/office/drawing/2014/main" id="{1A22687F-9CC3-77DA-888E-EB02C1FDEFA4}"/>
              </a:ext>
            </a:extLst>
          </p:cNvPr>
          <p:cNvSpPr/>
          <p:nvPr/>
        </p:nvSpPr>
        <p:spPr>
          <a:xfrm>
            <a:off x="2420059"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3" name="WHERE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4211868279"/>
              </p:ext>
            </p:extLst>
          </p:nvPr>
        </p:nvGraphicFramePr>
        <p:xfrm>
          <a:off x="2903217"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37" name="WHERE - Text">
            <a:extLst>
              <a:ext uri="{FF2B5EF4-FFF2-40B4-BE49-F238E27FC236}">
                <a16:creationId xmlns:a16="http://schemas.microsoft.com/office/drawing/2014/main" id="{4655A23E-6F0D-4644-8D1D-8ACA1DC5679D}"/>
              </a:ext>
            </a:extLst>
          </p:cNvPr>
          <p:cNvSpPr txBox="1"/>
          <p:nvPr/>
        </p:nvSpPr>
        <p:spPr>
          <a:xfrm>
            <a:off x="4039692" y="2895292"/>
            <a:ext cx="908750" cy="369332"/>
          </a:xfrm>
          <a:prstGeom prst="rect">
            <a:avLst/>
          </a:prstGeom>
          <a:noFill/>
        </p:spPr>
        <p:txBody>
          <a:bodyPr wrap="square" rtlCol="0">
            <a:spAutoFit/>
          </a:bodyPr>
          <a:lstStyle/>
          <a:p>
            <a:pPr algn="ctr"/>
            <a:r>
              <a:rPr lang="en-GB" b="1" dirty="0"/>
              <a:t>WHERE</a:t>
            </a:r>
          </a:p>
        </p:txBody>
      </p:sp>
      <p:cxnSp>
        <p:nvCxnSpPr>
          <p:cNvPr id="51" name="WHERE - Arrow - Type">
            <a:extLst>
              <a:ext uri="{FF2B5EF4-FFF2-40B4-BE49-F238E27FC236}">
                <a16:creationId xmlns:a16="http://schemas.microsoft.com/office/drawing/2014/main" id="{B2D81B2D-4987-42CA-8D6D-43906A2EC175}"/>
              </a:ext>
            </a:extLst>
          </p:cNvPr>
          <p:cNvCxnSpPr>
            <a:cxnSpLocks/>
            <a:stCxn id="37" idx="2"/>
          </p:cNvCxnSpPr>
          <p:nvPr/>
        </p:nvCxnSpPr>
        <p:spPr>
          <a:xfrm flipH="1">
            <a:off x="4195656" y="3264624"/>
            <a:ext cx="298411" cy="362872"/>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2" name="WHERE - Arrow - Age">
            <a:extLst>
              <a:ext uri="{FF2B5EF4-FFF2-40B4-BE49-F238E27FC236}">
                <a16:creationId xmlns:a16="http://schemas.microsoft.com/office/drawing/2014/main" id="{9333E855-31ED-4E6B-82EC-DCA7F6CBC7F6}"/>
              </a:ext>
            </a:extLst>
          </p:cNvPr>
          <p:cNvCxnSpPr>
            <a:cxnSpLocks/>
            <a:stCxn id="37" idx="2"/>
          </p:cNvCxnSpPr>
          <p:nvPr/>
        </p:nvCxnSpPr>
        <p:spPr>
          <a:xfrm>
            <a:off x="4494067" y="3264624"/>
            <a:ext cx="209327" cy="362872"/>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9" name="Pepper - Yellow">
            <a:extLst>
              <a:ext uri="{FF2B5EF4-FFF2-40B4-BE49-F238E27FC236}">
                <a16:creationId xmlns:a16="http://schemas.microsoft.com/office/drawing/2014/main" id="{8E30FF34-BC35-4A8B-A41B-A0E7794E8E93}"/>
              </a:ext>
            </a:extLst>
          </p:cNvPr>
          <p:cNvSpPr/>
          <p:nvPr/>
        </p:nvSpPr>
        <p:spPr>
          <a:xfrm>
            <a:off x="3713567" y="3986027"/>
            <a:ext cx="788106" cy="294526"/>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Snowy - Yellow">
            <a:extLst>
              <a:ext uri="{FF2B5EF4-FFF2-40B4-BE49-F238E27FC236}">
                <a16:creationId xmlns:a16="http://schemas.microsoft.com/office/drawing/2014/main" id="{BFF977AB-31E8-4CF0-AC67-B3BA3353BB9D}"/>
              </a:ext>
            </a:extLst>
          </p:cNvPr>
          <p:cNvSpPr/>
          <p:nvPr/>
        </p:nvSpPr>
        <p:spPr>
          <a:xfrm>
            <a:off x="3715666" y="4617463"/>
            <a:ext cx="78810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Snowy - Purple">
            <a:extLst>
              <a:ext uri="{FF2B5EF4-FFF2-40B4-BE49-F238E27FC236}">
                <a16:creationId xmlns:a16="http://schemas.microsoft.com/office/drawing/2014/main" id="{6EE97270-3EB8-4AD7-8307-1840358483FD}"/>
              </a:ext>
            </a:extLst>
          </p:cNvPr>
          <p:cNvSpPr/>
          <p:nvPr/>
        </p:nvSpPr>
        <p:spPr>
          <a:xfrm>
            <a:off x="4511470" y="4616304"/>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Snowy - Row">
            <a:extLst>
              <a:ext uri="{FF2B5EF4-FFF2-40B4-BE49-F238E27FC236}">
                <a16:creationId xmlns:a16="http://schemas.microsoft.com/office/drawing/2014/main" id="{83271580-F433-4F4F-8561-2DA25E02F2D3}"/>
              </a:ext>
            </a:extLst>
          </p:cNvPr>
          <p:cNvSpPr/>
          <p:nvPr/>
        </p:nvSpPr>
        <p:spPr>
          <a:xfrm>
            <a:off x="2852577" y="462039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9B7BDE56-4A4F-4D90-B635-8437BD30F9B3}"/>
              </a:ext>
            </a:extLst>
          </p:cNvPr>
          <p:cNvSpPr/>
          <p:nvPr/>
        </p:nvSpPr>
        <p:spPr>
          <a:xfrm>
            <a:off x="3715667" y="5583557"/>
            <a:ext cx="785649"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Kitty - Purple">
            <a:extLst>
              <a:ext uri="{FF2B5EF4-FFF2-40B4-BE49-F238E27FC236}">
                <a16:creationId xmlns:a16="http://schemas.microsoft.com/office/drawing/2014/main" id="{9475256E-05FD-409B-9B61-B36D8E8FAE33}"/>
              </a:ext>
            </a:extLst>
          </p:cNvPr>
          <p:cNvSpPr/>
          <p:nvPr/>
        </p:nvSpPr>
        <p:spPr>
          <a:xfrm>
            <a:off x="4508178" y="5591177"/>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Kitty - Row">
            <a:extLst>
              <a:ext uri="{FF2B5EF4-FFF2-40B4-BE49-F238E27FC236}">
                <a16:creationId xmlns:a16="http://schemas.microsoft.com/office/drawing/2014/main" id="{02B25370-6891-4B68-8B6D-5A83B5C508E4}"/>
              </a:ext>
            </a:extLst>
          </p:cNvPr>
          <p:cNvSpPr/>
          <p:nvPr/>
        </p:nvSpPr>
        <p:spPr>
          <a:xfrm>
            <a:off x="2852576" y="558402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SELECT - Arrow">
            <a:extLst>
              <a:ext uri="{FF2B5EF4-FFF2-40B4-BE49-F238E27FC236}">
                <a16:creationId xmlns:a16="http://schemas.microsoft.com/office/drawing/2014/main" id="{12735B52-F70C-8511-82FF-DD98CDFED39E}"/>
              </a:ext>
            </a:extLst>
          </p:cNvPr>
          <p:cNvSpPr/>
          <p:nvPr/>
        </p:nvSpPr>
        <p:spPr>
          <a:xfrm>
            <a:off x="4962641"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SELECT - Text">
            <a:extLst>
              <a:ext uri="{FF2B5EF4-FFF2-40B4-BE49-F238E27FC236}">
                <a16:creationId xmlns:a16="http://schemas.microsoft.com/office/drawing/2014/main" id="{1A04EDAE-5F98-49A8-AA3B-FEA2F8FF27D5}"/>
              </a:ext>
            </a:extLst>
          </p:cNvPr>
          <p:cNvSpPr txBox="1"/>
          <p:nvPr/>
        </p:nvSpPr>
        <p:spPr>
          <a:xfrm>
            <a:off x="6180411" y="2918110"/>
            <a:ext cx="850960" cy="369332"/>
          </a:xfrm>
          <a:prstGeom prst="rect">
            <a:avLst/>
          </a:prstGeom>
          <a:noFill/>
        </p:spPr>
        <p:txBody>
          <a:bodyPr wrap="square" rtlCol="0">
            <a:spAutoFit/>
          </a:bodyPr>
          <a:lstStyle/>
          <a:p>
            <a:pPr algn="ctr"/>
            <a:r>
              <a:rPr lang="en-GB" b="1" dirty="0"/>
              <a:t>SELECT</a:t>
            </a:r>
          </a:p>
        </p:txBody>
      </p:sp>
      <p:graphicFrame>
        <p:nvGraphicFramePr>
          <p:cNvPr id="62" name="SELECT - Table">
            <a:extLst>
              <a:ext uri="{FF2B5EF4-FFF2-40B4-BE49-F238E27FC236}">
                <a16:creationId xmlns:a16="http://schemas.microsoft.com/office/drawing/2014/main" id="{2B9122F8-6167-4D85-A839-C4D5DBB12F55}"/>
              </a:ext>
            </a:extLst>
          </p:cNvPr>
          <p:cNvGraphicFramePr>
            <a:graphicFrameLocks noGrp="1"/>
          </p:cNvGraphicFramePr>
          <p:nvPr>
            <p:extLst>
              <p:ext uri="{D42A27DB-BD31-4B8C-83A1-F6EECF244321}">
                <p14:modId xmlns:p14="http://schemas.microsoft.com/office/powerpoint/2010/main" val="604546246"/>
              </p:ext>
            </p:extLst>
          </p:nvPr>
        </p:nvGraphicFramePr>
        <p:xfrm>
          <a:off x="5465929" y="3632872"/>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cxnSp>
        <p:nvCxnSpPr>
          <p:cNvPr id="71" name="SELECT - Arrow -  Name">
            <a:extLst>
              <a:ext uri="{FF2B5EF4-FFF2-40B4-BE49-F238E27FC236}">
                <a16:creationId xmlns:a16="http://schemas.microsoft.com/office/drawing/2014/main" id="{5EFE38C2-8439-4C5F-9F74-44013184CA32}"/>
              </a:ext>
            </a:extLst>
          </p:cNvPr>
          <p:cNvCxnSpPr>
            <a:cxnSpLocks/>
            <a:stCxn id="63" idx="1"/>
            <a:endCxn id="76" idx="0"/>
          </p:cNvCxnSpPr>
          <p:nvPr/>
        </p:nvCxnSpPr>
        <p:spPr>
          <a:xfrm flipH="1">
            <a:off x="5844478" y="3102776"/>
            <a:ext cx="335933" cy="49605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ELECT - Arrow -  Age">
            <a:extLst>
              <a:ext uri="{FF2B5EF4-FFF2-40B4-BE49-F238E27FC236}">
                <a16:creationId xmlns:a16="http://schemas.microsoft.com/office/drawing/2014/main" id="{CB1B2BAC-3D1A-47A0-875C-8C332C63A9A8}"/>
              </a:ext>
            </a:extLst>
          </p:cNvPr>
          <p:cNvCxnSpPr>
            <a:cxnSpLocks/>
            <a:stCxn id="63" idx="3"/>
            <a:endCxn id="75" idx="0"/>
          </p:cNvCxnSpPr>
          <p:nvPr/>
        </p:nvCxnSpPr>
        <p:spPr>
          <a:xfrm>
            <a:off x="7031371" y="3102776"/>
            <a:ext cx="245820" cy="49605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6" name="SEELCT - Name - Column">
            <a:extLst>
              <a:ext uri="{FF2B5EF4-FFF2-40B4-BE49-F238E27FC236}">
                <a16:creationId xmlns:a16="http://schemas.microsoft.com/office/drawing/2014/main" id="{6EEFB8EA-38EB-40F0-ACDB-32F4A15C8012}"/>
              </a:ext>
            </a:extLst>
          </p:cNvPr>
          <p:cNvSpPr/>
          <p:nvPr/>
        </p:nvSpPr>
        <p:spPr>
          <a:xfrm>
            <a:off x="5448478" y="3598828"/>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SELECT - Age - Column">
            <a:extLst>
              <a:ext uri="{FF2B5EF4-FFF2-40B4-BE49-F238E27FC236}">
                <a16:creationId xmlns:a16="http://schemas.microsoft.com/office/drawing/2014/main" id="{C0AD6763-50D9-4E2A-B402-55C2BB0C7BE6}"/>
              </a:ext>
            </a:extLst>
          </p:cNvPr>
          <p:cNvSpPr/>
          <p:nvPr/>
        </p:nvSpPr>
        <p:spPr>
          <a:xfrm>
            <a:off x="7043191" y="3598829"/>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RDER BY - Arrow">
            <a:extLst>
              <a:ext uri="{FF2B5EF4-FFF2-40B4-BE49-F238E27FC236}">
                <a16:creationId xmlns:a16="http://schemas.microsoft.com/office/drawing/2014/main" id="{41B03BC3-B622-38BA-3963-2997C3543829}"/>
              </a:ext>
            </a:extLst>
          </p:cNvPr>
          <p:cNvSpPr/>
          <p:nvPr/>
        </p:nvSpPr>
        <p:spPr>
          <a:xfrm>
            <a:off x="7533547"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4" name="ORDER BY - Table">
            <a:extLst>
              <a:ext uri="{FF2B5EF4-FFF2-40B4-BE49-F238E27FC236}">
                <a16:creationId xmlns:a16="http://schemas.microsoft.com/office/drawing/2014/main" id="{E0BBC3ED-5980-4555-A8A3-099E898A9ACE}"/>
              </a:ext>
            </a:extLst>
          </p:cNvPr>
          <p:cNvGraphicFramePr>
            <a:graphicFrameLocks noGrp="1"/>
          </p:cNvGraphicFramePr>
          <p:nvPr>
            <p:extLst>
              <p:ext uri="{D42A27DB-BD31-4B8C-83A1-F6EECF244321}">
                <p14:modId xmlns:p14="http://schemas.microsoft.com/office/powerpoint/2010/main" val="3383287365"/>
              </p:ext>
            </p:extLst>
          </p:nvPr>
        </p:nvGraphicFramePr>
        <p:xfrm>
          <a:off x="8039726" y="3632651"/>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Snowy</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759566993"/>
                  </a:ext>
                </a:extLst>
              </a:tr>
            </a:tbl>
          </a:graphicData>
        </a:graphic>
      </p:graphicFrame>
      <p:sp>
        <p:nvSpPr>
          <p:cNvPr id="39" name="ORDER BY - Name - Column">
            <a:extLst>
              <a:ext uri="{FF2B5EF4-FFF2-40B4-BE49-F238E27FC236}">
                <a16:creationId xmlns:a16="http://schemas.microsoft.com/office/drawing/2014/main" id="{06443A74-850B-4B68-B57B-3EBF9399648C}"/>
              </a:ext>
            </a:extLst>
          </p:cNvPr>
          <p:cNvSpPr/>
          <p:nvPr/>
        </p:nvSpPr>
        <p:spPr>
          <a:xfrm>
            <a:off x="8022275" y="3598607"/>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ORDER BY - Age - Column">
            <a:extLst>
              <a:ext uri="{FF2B5EF4-FFF2-40B4-BE49-F238E27FC236}">
                <a16:creationId xmlns:a16="http://schemas.microsoft.com/office/drawing/2014/main" id="{83B5CED2-59DA-499C-8C7B-D1D61E8D6792}"/>
              </a:ext>
            </a:extLst>
          </p:cNvPr>
          <p:cNvSpPr/>
          <p:nvPr/>
        </p:nvSpPr>
        <p:spPr>
          <a:xfrm>
            <a:off x="9616988" y="3598608"/>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3" name="ORDER BY - Text">
            <a:extLst>
              <a:ext uri="{FF2B5EF4-FFF2-40B4-BE49-F238E27FC236}">
                <a16:creationId xmlns:a16="http://schemas.microsoft.com/office/drawing/2014/main" id="{92C33A5A-F732-4833-95E5-AEA73B84F742}"/>
              </a:ext>
            </a:extLst>
          </p:cNvPr>
          <p:cNvSpPr txBox="1"/>
          <p:nvPr/>
        </p:nvSpPr>
        <p:spPr>
          <a:xfrm>
            <a:off x="5270782" y="5150435"/>
            <a:ext cx="1147392" cy="369332"/>
          </a:xfrm>
          <a:prstGeom prst="rect">
            <a:avLst/>
          </a:prstGeom>
          <a:noFill/>
        </p:spPr>
        <p:txBody>
          <a:bodyPr wrap="square" rtlCol="0">
            <a:spAutoFit/>
          </a:bodyPr>
          <a:lstStyle/>
          <a:p>
            <a:pPr algn="ctr"/>
            <a:r>
              <a:rPr lang="en-GB" b="1" dirty="0"/>
              <a:t>ORDER BY</a:t>
            </a:r>
          </a:p>
        </p:txBody>
      </p:sp>
      <p:sp>
        <p:nvSpPr>
          <p:cNvPr id="50" name="ORDER BY - Arrow">
            <a:extLst>
              <a:ext uri="{FF2B5EF4-FFF2-40B4-BE49-F238E27FC236}">
                <a16:creationId xmlns:a16="http://schemas.microsoft.com/office/drawing/2014/main" id="{C1F0A221-96ED-45E7-B859-646BBC60627E}"/>
              </a:ext>
            </a:extLst>
          </p:cNvPr>
          <p:cNvSpPr/>
          <p:nvPr/>
        </p:nvSpPr>
        <p:spPr>
          <a:xfrm rot="16200000">
            <a:off x="5612195" y="4695095"/>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2" name="Output - Text">
            <a:extLst>
              <a:ext uri="{FF2B5EF4-FFF2-40B4-BE49-F238E27FC236}">
                <a16:creationId xmlns:a16="http://schemas.microsoft.com/office/drawing/2014/main" id="{12D80B6F-5F24-F5D0-D320-08DA8E3B3394}"/>
              </a:ext>
            </a:extLst>
          </p:cNvPr>
          <p:cNvSpPr txBox="1"/>
          <p:nvPr/>
        </p:nvSpPr>
        <p:spPr>
          <a:xfrm>
            <a:off x="9861060" y="3134067"/>
            <a:ext cx="960176" cy="369332"/>
          </a:xfrm>
          <a:prstGeom prst="rect">
            <a:avLst/>
          </a:prstGeom>
          <a:noFill/>
        </p:spPr>
        <p:txBody>
          <a:bodyPr wrap="square" rtlCol="0">
            <a:spAutoFit/>
          </a:bodyPr>
          <a:lstStyle/>
          <a:p>
            <a:pPr algn="ctr"/>
            <a:r>
              <a:rPr lang="en-GB" b="1" dirty="0"/>
              <a:t>Output</a:t>
            </a:r>
          </a:p>
        </p:txBody>
      </p:sp>
      <p:sp>
        <p:nvSpPr>
          <p:cNvPr id="40" name="Output - Arrow">
            <a:extLst>
              <a:ext uri="{FF2B5EF4-FFF2-40B4-BE49-F238E27FC236}">
                <a16:creationId xmlns:a16="http://schemas.microsoft.com/office/drawing/2014/main" id="{3B5A7066-A7FC-4D8E-A7A4-C42F5958AFC7}"/>
              </a:ext>
            </a:extLst>
          </p:cNvPr>
          <p:cNvSpPr/>
          <p:nvPr/>
        </p:nvSpPr>
        <p:spPr>
          <a:xfrm>
            <a:off x="10102480"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1798606384"/>
              </p:ext>
            </p:extLst>
          </p:nvPr>
        </p:nvGraphicFramePr>
        <p:xfrm>
          <a:off x="10590566" y="3605759"/>
          <a:ext cx="12548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Kitty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151915704"/>
                  </a:ext>
                </a:extLst>
              </a:tr>
            </a:tbl>
          </a:graphicData>
        </a:graphic>
      </p:graphicFrame>
    </p:spTree>
    <p:extLst>
      <p:ext uri="{BB962C8B-B14F-4D97-AF65-F5344CB8AC3E}">
        <p14:creationId xmlns:p14="http://schemas.microsoft.com/office/powerpoint/2010/main" val="34279295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par>
                          <p:cTn id="29" fill="hold">
                            <p:stCondLst>
                              <p:cond delay="6000"/>
                            </p:stCondLst>
                            <p:childTnLst>
                              <p:par>
                                <p:cTn id="30" presetID="22" presetClass="entr" presetSubtype="8" fill="hold" grpId="0" nodeType="afterEffect">
                                  <p:stCondLst>
                                    <p:cond delay="0"/>
                                  </p:stCondLst>
                                  <p:childTnLst>
                                    <p:set>
                                      <p:cBhvr>
                                        <p:cTn id="31" dur="1" fill="hold">
                                          <p:stCondLst>
                                            <p:cond delay="0"/>
                                          </p:stCondLst>
                                        </p:cTn>
                                        <p:tgtEl>
                                          <p:spTgt spid="6">
                                            <p:txEl>
                                              <p:pRg st="4" end="4"/>
                                            </p:txEl>
                                          </p:spTgt>
                                        </p:tgtEl>
                                        <p:attrNameLst>
                                          <p:attrName>style.visibility</p:attrName>
                                        </p:attrNameLst>
                                      </p:cBhvr>
                                      <p:to>
                                        <p:strVal val="visible"/>
                                      </p:to>
                                    </p:set>
                                    <p:animEffect transition="in" filter="wipe(left)">
                                      <p:cBhvr>
                                        <p:cTn id="32" dur="1500"/>
                                        <p:tgtEl>
                                          <p:spTgt spid="6">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par>
                          <p:cTn id="50" fill="hold">
                            <p:stCondLst>
                              <p:cond delay="4000"/>
                            </p:stCondLst>
                            <p:childTnLst>
                              <p:par>
                                <p:cTn id="51" presetID="22" presetClass="entr" presetSubtype="8" fill="hold" grpId="0" nodeType="afterEffect">
                                  <p:stCondLst>
                                    <p:cond delay="0"/>
                                  </p:stCondLst>
                                  <p:childTnLst>
                                    <p:set>
                                      <p:cBhvr>
                                        <p:cTn id="52" dur="1" fill="hold">
                                          <p:stCondLst>
                                            <p:cond delay="0"/>
                                          </p:stCondLst>
                                        </p:cTn>
                                        <p:tgtEl>
                                          <p:spTgt spid="19">
                                            <p:txEl>
                                              <p:pRg st="4" end="4"/>
                                            </p:txEl>
                                          </p:spTgt>
                                        </p:tgtEl>
                                        <p:attrNameLst>
                                          <p:attrName>style.visibility</p:attrName>
                                        </p:attrNameLst>
                                      </p:cBhvr>
                                      <p:to>
                                        <p:strVal val="visible"/>
                                      </p:to>
                                    </p:set>
                                    <p:animEffect transition="in" filter="wipe(left)">
                                      <p:cBhvr>
                                        <p:cTn id="53" dur="1000"/>
                                        <p:tgtEl>
                                          <p:spTgt spid="19">
                                            <p:txEl>
                                              <p:pRg st="4" end="4"/>
                                            </p:txEl>
                                          </p:spTgt>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wipe(left)">
                                      <p:cBhvr>
                                        <p:cTn id="58" dur="1000"/>
                                        <p:tgtEl>
                                          <p:spTgt spid="27"/>
                                        </p:tgtEl>
                                      </p:cBhvr>
                                    </p:animEffect>
                                  </p:childTnLst>
                                </p:cTn>
                              </p:par>
                            </p:childTnLst>
                          </p:cTn>
                        </p:par>
                        <p:par>
                          <p:cTn id="59" fill="hold">
                            <p:stCondLst>
                              <p:cond delay="1000"/>
                            </p:stCondLst>
                            <p:childTnLst>
                              <p:par>
                                <p:cTn id="60" presetID="22" presetClass="entr" presetSubtype="8" fill="hold" grpId="0" nodeType="afterEffect">
                                  <p:stCondLst>
                                    <p:cond delay="0"/>
                                  </p:stCondLst>
                                  <p:childTnLst>
                                    <p:set>
                                      <p:cBhvr>
                                        <p:cTn id="61" dur="1" fill="hold">
                                          <p:stCondLst>
                                            <p:cond delay="0"/>
                                          </p:stCondLst>
                                        </p:cTn>
                                        <p:tgtEl>
                                          <p:spTgt spid="10"/>
                                        </p:tgtEl>
                                        <p:attrNameLst>
                                          <p:attrName>style.visibility</p:attrName>
                                        </p:attrNameLst>
                                      </p:cBhvr>
                                      <p:to>
                                        <p:strVal val="visible"/>
                                      </p:to>
                                    </p:set>
                                    <p:animEffect transition="in" filter="wipe(left)">
                                      <p:cBhvr>
                                        <p:cTn id="62" dur="500"/>
                                        <p:tgtEl>
                                          <p:spTgt spid="10"/>
                                        </p:tgtEl>
                                      </p:cBhvr>
                                    </p:animEffect>
                                  </p:childTnLst>
                                </p:cTn>
                              </p:par>
                            </p:childTnLst>
                          </p:cTn>
                        </p:par>
                        <p:par>
                          <p:cTn id="63" fill="hold">
                            <p:stCondLst>
                              <p:cond delay="1500"/>
                            </p:stCondLst>
                            <p:childTnLst>
                              <p:par>
                                <p:cTn id="64" presetID="22" presetClass="entr" presetSubtype="8" fill="hold" grpId="0" nodeType="afterEffect">
                                  <p:stCondLst>
                                    <p:cond delay="0"/>
                                  </p:stCondLst>
                                  <p:childTnLst>
                                    <p:set>
                                      <p:cBhvr>
                                        <p:cTn id="65" dur="1" fill="hold">
                                          <p:stCondLst>
                                            <p:cond delay="0"/>
                                          </p:stCondLst>
                                        </p:cTn>
                                        <p:tgtEl>
                                          <p:spTgt spid="26"/>
                                        </p:tgtEl>
                                        <p:attrNameLst>
                                          <p:attrName>style.visibility</p:attrName>
                                        </p:attrNameLst>
                                      </p:cBhvr>
                                      <p:to>
                                        <p:strVal val="visible"/>
                                      </p:to>
                                    </p:set>
                                    <p:animEffect transition="in" filter="wipe(left)">
                                      <p:cBhvr>
                                        <p:cTn id="66" dur="1000"/>
                                        <p:tgtEl>
                                          <p:spTgt spid="26"/>
                                        </p:tgtEl>
                                      </p:cBhvr>
                                    </p:animEffect>
                                  </p:childTnLst>
                                </p:cTn>
                              </p:par>
                            </p:childTnLst>
                          </p:cTn>
                        </p:par>
                        <p:par>
                          <p:cTn id="67" fill="hold">
                            <p:stCondLst>
                              <p:cond delay="2500"/>
                            </p:stCondLst>
                            <p:childTnLst>
                              <p:par>
                                <p:cTn id="68" presetID="22" presetClass="entr" presetSubtype="8" fill="hold" nodeType="after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wipe(left)">
                                      <p:cBhvr>
                                        <p:cTn id="70" dur="2000"/>
                                        <p:tgtEl>
                                          <p:spTgt spid="23"/>
                                        </p:tgtEl>
                                      </p:cBhvr>
                                    </p:animEffect>
                                  </p:childTnLst>
                                </p:cTn>
                              </p:par>
                            </p:childTnLst>
                          </p:cTn>
                        </p:par>
                      </p:childTnLst>
                    </p:cTn>
                  </p:par>
                  <p:par>
                    <p:cTn id="71" fill="hold">
                      <p:stCondLst>
                        <p:cond delay="indefinite"/>
                      </p:stCondLst>
                      <p:childTnLst>
                        <p:par>
                          <p:cTn id="72" fill="hold">
                            <p:stCondLst>
                              <p:cond delay="0"/>
                            </p:stCondLst>
                            <p:childTnLst>
                              <p:par>
                                <p:cTn id="73" presetID="22" presetClass="exit" presetSubtype="8" fill="hold" grpId="1" nodeType="clickEffect">
                                  <p:stCondLst>
                                    <p:cond delay="0"/>
                                  </p:stCondLst>
                                  <p:childTnLst>
                                    <p:animEffect transition="out" filter="wipe(left)">
                                      <p:cBhvr>
                                        <p:cTn id="74" dur="500"/>
                                        <p:tgtEl>
                                          <p:spTgt spid="27"/>
                                        </p:tgtEl>
                                      </p:cBhvr>
                                    </p:animEffect>
                                    <p:set>
                                      <p:cBhvr>
                                        <p:cTn id="75" dur="1" fill="hold">
                                          <p:stCondLst>
                                            <p:cond delay="499"/>
                                          </p:stCondLst>
                                        </p:cTn>
                                        <p:tgtEl>
                                          <p:spTgt spid="27"/>
                                        </p:tgtEl>
                                        <p:attrNameLst>
                                          <p:attrName>style.visibility</p:attrName>
                                        </p:attrNameLst>
                                      </p:cBhvr>
                                      <p:to>
                                        <p:strVal val="hidden"/>
                                      </p:to>
                                    </p:set>
                                  </p:childTnLst>
                                </p:cTn>
                              </p:par>
                            </p:childTnLst>
                          </p:cTn>
                        </p:par>
                        <p:par>
                          <p:cTn id="76" fill="hold">
                            <p:stCondLst>
                              <p:cond delay="500"/>
                            </p:stCondLst>
                            <p:childTnLst>
                              <p:par>
                                <p:cTn id="77" presetID="22" presetClass="entr" presetSubtype="8" fill="hold" grpId="0" nodeType="afterEffect">
                                  <p:stCondLst>
                                    <p:cond delay="0"/>
                                  </p:stCondLst>
                                  <p:childTnLst>
                                    <p:set>
                                      <p:cBhvr>
                                        <p:cTn id="78" dur="1" fill="hold">
                                          <p:stCondLst>
                                            <p:cond delay="0"/>
                                          </p:stCondLst>
                                        </p:cTn>
                                        <p:tgtEl>
                                          <p:spTgt spid="35"/>
                                        </p:tgtEl>
                                        <p:attrNameLst>
                                          <p:attrName>style.visibility</p:attrName>
                                        </p:attrNameLst>
                                      </p:cBhvr>
                                      <p:to>
                                        <p:strVal val="visible"/>
                                      </p:to>
                                    </p:set>
                                    <p:animEffect transition="in" filter="wipe(left)">
                                      <p:cBhvr>
                                        <p:cTn id="79" dur="1000"/>
                                        <p:tgtEl>
                                          <p:spTgt spid="35"/>
                                        </p:tgtEl>
                                      </p:cBhvr>
                                    </p:animEffect>
                                  </p:childTnLst>
                                </p:cTn>
                              </p:par>
                            </p:childTnLst>
                          </p:cTn>
                        </p:par>
                        <p:par>
                          <p:cTn id="80" fill="hold">
                            <p:stCondLst>
                              <p:cond delay="1500"/>
                            </p:stCondLst>
                            <p:childTnLst>
                              <p:par>
                                <p:cTn id="81" presetID="22" presetClass="entr" presetSubtype="8" fill="hold" grpId="0" nodeType="afterEffect">
                                  <p:stCondLst>
                                    <p:cond delay="0"/>
                                  </p:stCondLst>
                                  <p:childTnLst>
                                    <p:set>
                                      <p:cBhvr>
                                        <p:cTn id="82" dur="1" fill="hold">
                                          <p:stCondLst>
                                            <p:cond delay="0"/>
                                          </p:stCondLst>
                                        </p:cTn>
                                        <p:tgtEl>
                                          <p:spTgt spid="37"/>
                                        </p:tgtEl>
                                        <p:attrNameLst>
                                          <p:attrName>style.visibility</p:attrName>
                                        </p:attrNameLst>
                                      </p:cBhvr>
                                      <p:to>
                                        <p:strVal val="visible"/>
                                      </p:to>
                                    </p:set>
                                    <p:animEffect transition="in" filter="wipe(left)">
                                      <p:cBhvr>
                                        <p:cTn id="83" dur="500"/>
                                        <p:tgtEl>
                                          <p:spTgt spid="37"/>
                                        </p:tgtEl>
                                      </p:cBhvr>
                                    </p:animEffect>
                                  </p:childTnLst>
                                </p:cTn>
                              </p:par>
                            </p:childTnLst>
                          </p:cTn>
                        </p:par>
                        <p:par>
                          <p:cTn id="84" fill="hold">
                            <p:stCondLst>
                              <p:cond delay="2000"/>
                            </p:stCondLst>
                            <p:childTnLst>
                              <p:par>
                                <p:cTn id="85" presetID="22" presetClass="entr" presetSubtype="1" fill="hold" nodeType="afterEffect">
                                  <p:stCondLst>
                                    <p:cond delay="0"/>
                                  </p:stCondLst>
                                  <p:childTnLst>
                                    <p:set>
                                      <p:cBhvr>
                                        <p:cTn id="86" dur="1" fill="hold">
                                          <p:stCondLst>
                                            <p:cond delay="0"/>
                                          </p:stCondLst>
                                        </p:cTn>
                                        <p:tgtEl>
                                          <p:spTgt spid="51"/>
                                        </p:tgtEl>
                                        <p:attrNameLst>
                                          <p:attrName>style.visibility</p:attrName>
                                        </p:attrNameLst>
                                      </p:cBhvr>
                                      <p:to>
                                        <p:strVal val="visible"/>
                                      </p:to>
                                    </p:set>
                                    <p:animEffect transition="in" filter="wipe(up)">
                                      <p:cBhvr>
                                        <p:cTn id="87" dur="500"/>
                                        <p:tgtEl>
                                          <p:spTgt spid="51"/>
                                        </p:tgtEl>
                                      </p:cBhvr>
                                    </p:animEffect>
                                  </p:childTnLst>
                                </p:cTn>
                              </p:par>
                            </p:childTnLst>
                          </p:cTn>
                        </p:par>
                        <p:par>
                          <p:cTn id="88" fill="hold">
                            <p:stCondLst>
                              <p:cond delay="2500"/>
                            </p:stCondLst>
                            <p:childTnLst>
                              <p:par>
                                <p:cTn id="89" presetID="22" presetClass="entr" presetSubtype="1" fill="hold" nodeType="afterEffect">
                                  <p:stCondLst>
                                    <p:cond delay="0"/>
                                  </p:stCondLst>
                                  <p:childTnLst>
                                    <p:set>
                                      <p:cBhvr>
                                        <p:cTn id="90" dur="1" fill="hold">
                                          <p:stCondLst>
                                            <p:cond delay="0"/>
                                          </p:stCondLst>
                                        </p:cTn>
                                        <p:tgtEl>
                                          <p:spTgt spid="52"/>
                                        </p:tgtEl>
                                        <p:attrNameLst>
                                          <p:attrName>style.visibility</p:attrName>
                                        </p:attrNameLst>
                                      </p:cBhvr>
                                      <p:to>
                                        <p:strVal val="visible"/>
                                      </p:to>
                                    </p:set>
                                    <p:animEffect transition="in" filter="wipe(up)">
                                      <p:cBhvr>
                                        <p:cTn id="91" dur="500"/>
                                        <p:tgtEl>
                                          <p:spTgt spid="52"/>
                                        </p:tgtEl>
                                      </p:cBhvr>
                                    </p:animEffect>
                                  </p:childTnLst>
                                </p:cTn>
                              </p:par>
                            </p:childTnLst>
                          </p:cTn>
                        </p:par>
                      </p:childTnLst>
                    </p:cTn>
                  </p:par>
                  <p:par>
                    <p:cTn id="92" fill="hold">
                      <p:stCondLst>
                        <p:cond delay="indefinite"/>
                      </p:stCondLst>
                      <p:childTnLst>
                        <p:par>
                          <p:cTn id="93" fill="hold">
                            <p:stCondLst>
                              <p:cond delay="0"/>
                            </p:stCondLst>
                            <p:childTnLst>
                              <p:par>
                                <p:cTn id="94" presetID="22" presetClass="entr" presetSubtype="8" fill="hold" grpId="0" nodeType="clickEffect">
                                  <p:stCondLst>
                                    <p:cond delay="0"/>
                                  </p:stCondLst>
                                  <p:childTnLst>
                                    <p:set>
                                      <p:cBhvr>
                                        <p:cTn id="95" dur="1" fill="hold">
                                          <p:stCondLst>
                                            <p:cond delay="0"/>
                                          </p:stCondLst>
                                        </p:cTn>
                                        <p:tgtEl>
                                          <p:spTgt spid="49"/>
                                        </p:tgtEl>
                                        <p:attrNameLst>
                                          <p:attrName>style.visibility</p:attrName>
                                        </p:attrNameLst>
                                      </p:cBhvr>
                                      <p:to>
                                        <p:strVal val="visible"/>
                                      </p:to>
                                    </p:set>
                                    <p:animEffect transition="in" filter="wipe(left)">
                                      <p:cBhvr>
                                        <p:cTn id="96" dur="500"/>
                                        <p:tgtEl>
                                          <p:spTgt spid="49"/>
                                        </p:tgtEl>
                                      </p:cBhvr>
                                    </p:animEffect>
                                  </p:childTnLst>
                                </p:cTn>
                              </p:par>
                            </p:childTnLst>
                          </p:cTn>
                        </p:par>
                      </p:childTnLst>
                    </p:cTn>
                  </p:par>
                  <p:par>
                    <p:cTn id="97" fill="hold">
                      <p:stCondLst>
                        <p:cond delay="indefinite"/>
                      </p:stCondLst>
                      <p:childTnLst>
                        <p:par>
                          <p:cTn id="98" fill="hold">
                            <p:stCondLst>
                              <p:cond delay="0"/>
                            </p:stCondLst>
                            <p:childTnLst>
                              <p:par>
                                <p:cTn id="99" presetID="22" presetClass="entr" presetSubtype="8" fill="hold" grpId="0" nodeType="clickEffect">
                                  <p:stCondLst>
                                    <p:cond delay="0"/>
                                  </p:stCondLst>
                                  <p:childTnLst>
                                    <p:set>
                                      <p:cBhvr>
                                        <p:cTn id="100" dur="1" fill="hold">
                                          <p:stCondLst>
                                            <p:cond delay="0"/>
                                          </p:stCondLst>
                                        </p:cTn>
                                        <p:tgtEl>
                                          <p:spTgt spid="45"/>
                                        </p:tgtEl>
                                        <p:attrNameLst>
                                          <p:attrName>style.visibility</p:attrName>
                                        </p:attrNameLst>
                                      </p:cBhvr>
                                      <p:to>
                                        <p:strVal val="visible"/>
                                      </p:to>
                                    </p:set>
                                    <p:animEffect transition="in" filter="wipe(left)">
                                      <p:cBhvr>
                                        <p:cTn id="101" dur="500"/>
                                        <p:tgtEl>
                                          <p:spTgt spid="45"/>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47"/>
                                        </p:tgtEl>
                                        <p:attrNameLst>
                                          <p:attrName>style.visibility</p:attrName>
                                        </p:attrNameLst>
                                      </p:cBhvr>
                                      <p:to>
                                        <p:strVal val="visible"/>
                                      </p:to>
                                    </p:set>
                                    <p:animEffect transition="in" filter="wipe(left)">
                                      <p:cBhvr>
                                        <p:cTn id="106" dur="500"/>
                                        <p:tgtEl>
                                          <p:spTgt spid="47"/>
                                        </p:tgtEl>
                                      </p:cBhvr>
                                    </p:animEffect>
                                  </p:childTnLst>
                                </p:cTn>
                              </p:par>
                            </p:childTnLst>
                          </p:cTn>
                        </p:par>
                      </p:childTnLst>
                    </p:cTn>
                  </p:par>
                  <p:par>
                    <p:cTn id="107" fill="hold">
                      <p:stCondLst>
                        <p:cond delay="indefinite"/>
                      </p:stCondLst>
                      <p:childTnLst>
                        <p:par>
                          <p:cTn id="108" fill="hold">
                            <p:stCondLst>
                              <p:cond delay="0"/>
                            </p:stCondLst>
                            <p:childTnLst>
                              <p:par>
                                <p:cTn id="109" presetID="22" presetClass="entr" presetSubtype="8" fill="hold" grpId="0" nodeType="clickEffect">
                                  <p:stCondLst>
                                    <p:cond delay="0"/>
                                  </p:stCondLst>
                                  <p:childTnLst>
                                    <p:set>
                                      <p:cBhvr>
                                        <p:cTn id="110" dur="1" fill="hold">
                                          <p:stCondLst>
                                            <p:cond delay="0"/>
                                          </p:stCondLst>
                                        </p:cTn>
                                        <p:tgtEl>
                                          <p:spTgt spid="42"/>
                                        </p:tgtEl>
                                        <p:attrNameLst>
                                          <p:attrName>style.visibility</p:attrName>
                                        </p:attrNameLst>
                                      </p:cBhvr>
                                      <p:to>
                                        <p:strVal val="visible"/>
                                      </p:to>
                                    </p:set>
                                    <p:animEffect transition="in" filter="wipe(left)">
                                      <p:cBhvr>
                                        <p:cTn id="111" dur="1500"/>
                                        <p:tgtEl>
                                          <p:spTgt spid="42"/>
                                        </p:tgtEl>
                                      </p:cBhvr>
                                    </p:animEffect>
                                  </p:childTnLst>
                                </p:cTn>
                              </p:par>
                            </p:childTnLst>
                          </p:cTn>
                        </p:par>
                      </p:childTnLst>
                    </p:cTn>
                  </p:par>
                  <p:par>
                    <p:cTn id="112" fill="hold">
                      <p:stCondLst>
                        <p:cond delay="indefinite"/>
                      </p:stCondLst>
                      <p:childTnLst>
                        <p:par>
                          <p:cTn id="113" fill="hold">
                            <p:stCondLst>
                              <p:cond delay="0"/>
                            </p:stCondLst>
                            <p:childTnLst>
                              <p:par>
                                <p:cTn id="114" presetID="22" presetClass="entr" presetSubtype="8" fill="hold" grpId="0" nodeType="clickEffect">
                                  <p:stCondLst>
                                    <p:cond delay="0"/>
                                  </p:stCondLst>
                                  <p:childTnLst>
                                    <p:set>
                                      <p:cBhvr>
                                        <p:cTn id="115" dur="1" fill="hold">
                                          <p:stCondLst>
                                            <p:cond delay="0"/>
                                          </p:stCondLst>
                                        </p:cTn>
                                        <p:tgtEl>
                                          <p:spTgt spid="46"/>
                                        </p:tgtEl>
                                        <p:attrNameLst>
                                          <p:attrName>style.visibility</p:attrName>
                                        </p:attrNameLst>
                                      </p:cBhvr>
                                      <p:to>
                                        <p:strVal val="visible"/>
                                      </p:to>
                                    </p:set>
                                    <p:animEffect transition="in" filter="wipe(left)">
                                      <p:cBhvr>
                                        <p:cTn id="116" dur="500"/>
                                        <p:tgtEl>
                                          <p:spTgt spid="46"/>
                                        </p:tgtEl>
                                      </p:cBhvr>
                                    </p:animEffect>
                                  </p:childTnLst>
                                </p:cTn>
                              </p:par>
                            </p:childTnLst>
                          </p:cTn>
                        </p:par>
                        <p:par>
                          <p:cTn id="117" fill="hold">
                            <p:stCondLst>
                              <p:cond delay="500"/>
                            </p:stCondLst>
                            <p:childTnLst>
                              <p:par>
                                <p:cTn id="118" presetID="22" presetClass="entr" presetSubtype="8" fill="hold" grpId="0" nodeType="afterEffect">
                                  <p:stCondLst>
                                    <p:cond delay="0"/>
                                  </p:stCondLst>
                                  <p:childTnLst>
                                    <p:set>
                                      <p:cBhvr>
                                        <p:cTn id="119" dur="1" fill="hold">
                                          <p:stCondLst>
                                            <p:cond delay="0"/>
                                          </p:stCondLst>
                                        </p:cTn>
                                        <p:tgtEl>
                                          <p:spTgt spid="48"/>
                                        </p:tgtEl>
                                        <p:attrNameLst>
                                          <p:attrName>style.visibility</p:attrName>
                                        </p:attrNameLst>
                                      </p:cBhvr>
                                      <p:to>
                                        <p:strVal val="visible"/>
                                      </p:to>
                                    </p:set>
                                    <p:animEffect transition="in" filter="wipe(left)">
                                      <p:cBhvr>
                                        <p:cTn id="120" dur="500"/>
                                        <p:tgtEl>
                                          <p:spTgt spid="48"/>
                                        </p:tgtEl>
                                      </p:cBhvr>
                                    </p:animEffect>
                                  </p:childTnLst>
                                </p:cTn>
                              </p:par>
                            </p:childTnLst>
                          </p:cTn>
                        </p:par>
                        <p:par>
                          <p:cTn id="121" fill="hold">
                            <p:stCondLst>
                              <p:cond delay="1000"/>
                            </p:stCondLst>
                            <p:childTnLst>
                              <p:par>
                                <p:cTn id="122" presetID="22" presetClass="entr" presetSubtype="8" fill="hold" grpId="0" nodeType="afterEffect">
                                  <p:stCondLst>
                                    <p:cond delay="0"/>
                                  </p:stCondLst>
                                  <p:childTnLst>
                                    <p:set>
                                      <p:cBhvr>
                                        <p:cTn id="123" dur="1" fill="hold">
                                          <p:stCondLst>
                                            <p:cond delay="0"/>
                                          </p:stCondLst>
                                        </p:cTn>
                                        <p:tgtEl>
                                          <p:spTgt spid="44"/>
                                        </p:tgtEl>
                                        <p:attrNameLst>
                                          <p:attrName>style.visibility</p:attrName>
                                        </p:attrNameLst>
                                      </p:cBhvr>
                                      <p:to>
                                        <p:strVal val="visible"/>
                                      </p:to>
                                    </p:set>
                                    <p:animEffect transition="in" filter="wipe(left)">
                                      <p:cBhvr>
                                        <p:cTn id="124" dur="1500"/>
                                        <p:tgtEl>
                                          <p:spTgt spid="44"/>
                                        </p:tgtEl>
                                      </p:cBhvr>
                                    </p:animEffect>
                                  </p:childTnLst>
                                </p:cTn>
                              </p:par>
                            </p:childTnLst>
                          </p:cTn>
                        </p:par>
                      </p:childTnLst>
                    </p:cTn>
                  </p:par>
                  <p:par>
                    <p:cTn id="125" fill="hold">
                      <p:stCondLst>
                        <p:cond delay="indefinite"/>
                      </p:stCondLst>
                      <p:childTnLst>
                        <p:par>
                          <p:cTn id="126" fill="hold">
                            <p:stCondLst>
                              <p:cond delay="0"/>
                            </p:stCondLst>
                            <p:childTnLst>
                              <p:par>
                                <p:cTn id="127" presetID="22" presetClass="entr" presetSubtype="8" fill="hold" grpId="0" nodeType="clickEffect">
                                  <p:stCondLst>
                                    <p:cond delay="0"/>
                                  </p:stCondLst>
                                  <p:childTnLst>
                                    <p:set>
                                      <p:cBhvr>
                                        <p:cTn id="128" dur="1" fill="hold">
                                          <p:stCondLst>
                                            <p:cond delay="0"/>
                                          </p:stCondLst>
                                        </p:cTn>
                                        <p:tgtEl>
                                          <p:spTgt spid="43"/>
                                        </p:tgtEl>
                                        <p:attrNameLst>
                                          <p:attrName>style.visibility</p:attrName>
                                        </p:attrNameLst>
                                      </p:cBhvr>
                                      <p:to>
                                        <p:strVal val="visible"/>
                                      </p:to>
                                    </p:set>
                                    <p:animEffect transition="in" filter="wipe(left)">
                                      <p:cBhvr>
                                        <p:cTn id="129" dur="1000"/>
                                        <p:tgtEl>
                                          <p:spTgt spid="43"/>
                                        </p:tgtEl>
                                      </p:cBhvr>
                                    </p:animEffect>
                                  </p:childTnLst>
                                </p:cTn>
                              </p:par>
                            </p:childTnLst>
                          </p:cTn>
                        </p:par>
                        <p:par>
                          <p:cTn id="130" fill="hold">
                            <p:stCondLst>
                              <p:cond delay="1000"/>
                            </p:stCondLst>
                            <p:childTnLst>
                              <p:par>
                                <p:cTn id="131" presetID="22" presetClass="entr" presetSubtype="8" fill="hold" nodeType="afterEffect">
                                  <p:stCondLst>
                                    <p:cond delay="0"/>
                                  </p:stCondLst>
                                  <p:childTnLst>
                                    <p:set>
                                      <p:cBhvr>
                                        <p:cTn id="132" dur="1" fill="hold">
                                          <p:stCondLst>
                                            <p:cond delay="0"/>
                                          </p:stCondLst>
                                        </p:cTn>
                                        <p:tgtEl>
                                          <p:spTgt spid="62"/>
                                        </p:tgtEl>
                                        <p:attrNameLst>
                                          <p:attrName>style.visibility</p:attrName>
                                        </p:attrNameLst>
                                      </p:cBhvr>
                                      <p:to>
                                        <p:strVal val="visible"/>
                                      </p:to>
                                    </p:set>
                                    <p:animEffect transition="in" filter="wipe(left)">
                                      <p:cBhvr>
                                        <p:cTn id="133" dur="2000"/>
                                        <p:tgtEl>
                                          <p:spTgt spid="62"/>
                                        </p:tgtEl>
                                      </p:cBhvr>
                                    </p:animEffect>
                                  </p:childTnLst>
                                </p:cTn>
                              </p:par>
                            </p:childTnLst>
                          </p:cTn>
                        </p:par>
                        <p:par>
                          <p:cTn id="134" fill="hold">
                            <p:stCondLst>
                              <p:cond delay="3000"/>
                            </p:stCondLst>
                            <p:childTnLst>
                              <p:par>
                                <p:cTn id="135" presetID="22" presetClass="exit" presetSubtype="8" fill="hold" grpId="1" nodeType="afterEffect">
                                  <p:stCondLst>
                                    <p:cond delay="0"/>
                                  </p:stCondLst>
                                  <p:childTnLst>
                                    <p:animEffect transition="out" filter="wipe(left)">
                                      <p:cBhvr>
                                        <p:cTn id="136" dur="500"/>
                                        <p:tgtEl>
                                          <p:spTgt spid="35"/>
                                        </p:tgtEl>
                                      </p:cBhvr>
                                    </p:animEffect>
                                    <p:set>
                                      <p:cBhvr>
                                        <p:cTn id="137" dur="1" fill="hold">
                                          <p:stCondLst>
                                            <p:cond delay="499"/>
                                          </p:stCondLst>
                                        </p:cTn>
                                        <p:tgtEl>
                                          <p:spTgt spid="35"/>
                                        </p:tgtEl>
                                        <p:attrNameLst>
                                          <p:attrName>style.visibility</p:attrName>
                                        </p:attrNameLst>
                                      </p:cBhvr>
                                      <p:to>
                                        <p:strVal val="hidden"/>
                                      </p:to>
                                    </p:set>
                                  </p:childTnLst>
                                </p:cTn>
                              </p:par>
                            </p:childTnLst>
                          </p:cTn>
                        </p:par>
                      </p:childTnLst>
                    </p:cTn>
                  </p:par>
                  <p:par>
                    <p:cTn id="138" fill="hold">
                      <p:stCondLst>
                        <p:cond delay="indefinite"/>
                      </p:stCondLst>
                      <p:childTnLst>
                        <p:par>
                          <p:cTn id="139" fill="hold">
                            <p:stCondLst>
                              <p:cond delay="0"/>
                            </p:stCondLst>
                            <p:childTnLst>
                              <p:par>
                                <p:cTn id="140" presetID="22" presetClass="entr" presetSubtype="8" fill="hold" grpId="0" nodeType="click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wipe(left)">
                                      <p:cBhvr>
                                        <p:cTn id="142" dur="1000"/>
                                        <p:tgtEl>
                                          <p:spTgt spid="31"/>
                                        </p:tgtEl>
                                      </p:cBhvr>
                                    </p:animEffect>
                                  </p:childTnLst>
                                </p:cTn>
                              </p:par>
                            </p:childTnLst>
                          </p:cTn>
                        </p:par>
                        <p:par>
                          <p:cTn id="143" fill="hold">
                            <p:stCondLst>
                              <p:cond delay="1000"/>
                            </p:stCondLst>
                            <p:childTnLst>
                              <p:par>
                                <p:cTn id="144" presetID="22" presetClass="entr" presetSubtype="8" fill="hold" grpId="0" nodeType="afterEffect">
                                  <p:stCondLst>
                                    <p:cond delay="0"/>
                                  </p:stCondLst>
                                  <p:childTnLst>
                                    <p:set>
                                      <p:cBhvr>
                                        <p:cTn id="145" dur="1" fill="hold">
                                          <p:stCondLst>
                                            <p:cond delay="0"/>
                                          </p:stCondLst>
                                        </p:cTn>
                                        <p:tgtEl>
                                          <p:spTgt spid="63"/>
                                        </p:tgtEl>
                                        <p:attrNameLst>
                                          <p:attrName>style.visibility</p:attrName>
                                        </p:attrNameLst>
                                      </p:cBhvr>
                                      <p:to>
                                        <p:strVal val="visible"/>
                                      </p:to>
                                    </p:set>
                                    <p:animEffect transition="in" filter="wipe(left)">
                                      <p:cBhvr>
                                        <p:cTn id="146" dur="500"/>
                                        <p:tgtEl>
                                          <p:spTgt spid="63"/>
                                        </p:tgtEl>
                                      </p:cBhvr>
                                    </p:animEffect>
                                  </p:childTnLst>
                                </p:cTn>
                              </p:par>
                            </p:childTnLst>
                          </p:cTn>
                        </p:par>
                        <p:par>
                          <p:cTn id="147" fill="hold">
                            <p:stCondLst>
                              <p:cond delay="1500"/>
                            </p:stCondLst>
                            <p:childTnLst>
                              <p:par>
                                <p:cTn id="148" presetID="22" presetClass="entr" presetSubtype="1" fill="hold" nodeType="afterEffect">
                                  <p:stCondLst>
                                    <p:cond delay="0"/>
                                  </p:stCondLst>
                                  <p:childTnLst>
                                    <p:set>
                                      <p:cBhvr>
                                        <p:cTn id="149" dur="1" fill="hold">
                                          <p:stCondLst>
                                            <p:cond delay="0"/>
                                          </p:stCondLst>
                                        </p:cTn>
                                        <p:tgtEl>
                                          <p:spTgt spid="71"/>
                                        </p:tgtEl>
                                        <p:attrNameLst>
                                          <p:attrName>style.visibility</p:attrName>
                                        </p:attrNameLst>
                                      </p:cBhvr>
                                      <p:to>
                                        <p:strVal val="visible"/>
                                      </p:to>
                                    </p:set>
                                    <p:animEffect transition="in" filter="wipe(up)">
                                      <p:cBhvr>
                                        <p:cTn id="150" dur="500"/>
                                        <p:tgtEl>
                                          <p:spTgt spid="71"/>
                                        </p:tgtEl>
                                      </p:cBhvr>
                                    </p:animEffect>
                                  </p:childTnLst>
                                </p:cTn>
                              </p:par>
                            </p:childTnLst>
                          </p:cTn>
                        </p:par>
                        <p:par>
                          <p:cTn id="151" fill="hold">
                            <p:stCondLst>
                              <p:cond delay="2000"/>
                            </p:stCondLst>
                            <p:childTnLst>
                              <p:par>
                                <p:cTn id="152" presetID="22" presetClass="entr" presetSubtype="1" fill="hold" grpId="0" nodeType="afterEffect">
                                  <p:stCondLst>
                                    <p:cond delay="0"/>
                                  </p:stCondLst>
                                  <p:childTnLst>
                                    <p:set>
                                      <p:cBhvr>
                                        <p:cTn id="153" dur="1" fill="hold">
                                          <p:stCondLst>
                                            <p:cond delay="0"/>
                                          </p:stCondLst>
                                        </p:cTn>
                                        <p:tgtEl>
                                          <p:spTgt spid="76"/>
                                        </p:tgtEl>
                                        <p:attrNameLst>
                                          <p:attrName>style.visibility</p:attrName>
                                        </p:attrNameLst>
                                      </p:cBhvr>
                                      <p:to>
                                        <p:strVal val="visible"/>
                                      </p:to>
                                    </p:set>
                                    <p:animEffect transition="in" filter="wipe(up)">
                                      <p:cBhvr>
                                        <p:cTn id="154" dur="1000"/>
                                        <p:tgtEl>
                                          <p:spTgt spid="76"/>
                                        </p:tgtEl>
                                      </p:cBhvr>
                                    </p:animEffect>
                                  </p:childTnLst>
                                </p:cTn>
                              </p:par>
                            </p:childTnLst>
                          </p:cTn>
                        </p:par>
                        <p:par>
                          <p:cTn id="155" fill="hold">
                            <p:stCondLst>
                              <p:cond delay="3000"/>
                            </p:stCondLst>
                            <p:childTnLst>
                              <p:par>
                                <p:cTn id="156" presetID="22" presetClass="entr" presetSubtype="1" fill="hold" nodeType="afterEffect">
                                  <p:stCondLst>
                                    <p:cond delay="0"/>
                                  </p:stCondLst>
                                  <p:childTnLst>
                                    <p:set>
                                      <p:cBhvr>
                                        <p:cTn id="157" dur="1" fill="hold">
                                          <p:stCondLst>
                                            <p:cond delay="0"/>
                                          </p:stCondLst>
                                        </p:cTn>
                                        <p:tgtEl>
                                          <p:spTgt spid="72"/>
                                        </p:tgtEl>
                                        <p:attrNameLst>
                                          <p:attrName>style.visibility</p:attrName>
                                        </p:attrNameLst>
                                      </p:cBhvr>
                                      <p:to>
                                        <p:strVal val="visible"/>
                                      </p:to>
                                    </p:set>
                                    <p:animEffect transition="in" filter="wipe(up)">
                                      <p:cBhvr>
                                        <p:cTn id="158" dur="500"/>
                                        <p:tgtEl>
                                          <p:spTgt spid="72"/>
                                        </p:tgtEl>
                                      </p:cBhvr>
                                    </p:animEffect>
                                  </p:childTnLst>
                                </p:cTn>
                              </p:par>
                            </p:childTnLst>
                          </p:cTn>
                        </p:par>
                        <p:par>
                          <p:cTn id="159" fill="hold">
                            <p:stCondLst>
                              <p:cond delay="3500"/>
                            </p:stCondLst>
                            <p:childTnLst>
                              <p:par>
                                <p:cTn id="160" presetID="22" presetClass="entr" presetSubtype="1" fill="hold" grpId="0" nodeType="afterEffect">
                                  <p:stCondLst>
                                    <p:cond delay="0"/>
                                  </p:stCondLst>
                                  <p:childTnLst>
                                    <p:set>
                                      <p:cBhvr>
                                        <p:cTn id="161" dur="1" fill="hold">
                                          <p:stCondLst>
                                            <p:cond delay="0"/>
                                          </p:stCondLst>
                                        </p:cTn>
                                        <p:tgtEl>
                                          <p:spTgt spid="75"/>
                                        </p:tgtEl>
                                        <p:attrNameLst>
                                          <p:attrName>style.visibility</p:attrName>
                                        </p:attrNameLst>
                                      </p:cBhvr>
                                      <p:to>
                                        <p:strVal val="visible"/>
                                      </p:to>
                                    </p:set>
                                    <p:animEffect transition="in" filter="wipe(up)">
                                      <p:cBhvr>
                                        <p:cTn id="162" dur="1000"/>
                                        <p:tgtEl>
                                          <p:spTgt spid="75"/>
                                        </p:tgtEl>
                                      </p:cBhvr>
                                    </p:animEffect>
                                  </p:childTnLst>
                                </p:cTn>
                              </p:par>
                            </p:childTnLst>
                          </p:cTn>
                        </p:par>
                        <p:par>
                          <p:cTn id="163" fill="hold">
                            <p:stCondLst>
                              <p:cond delay="4500"/>
                            </p:stCondLst>
                            <p:childTnLst>
                              <p:par>
                                <p:cTn id="164" presetID="22" presetClass="exit" presetSubtype="8" fill="hold" grpId="1" nodeType="afterEffect">
                                  <p:stCondLst>
                                    <p:cond delay="0"/>
                                  </p:stCondLst>
                                  <p:childTnLst>
                                    <p:animEffect transition="out" filter="wipe(left)">
                                      <p:cBhvr>
                                        <p:cTn id="165" dur="500"/>
                                        <p:tgtEl>
                                          <p:spTgt spid="31"/>
                                        </p:tgtEl>
                                      </p:cBhvr>
                                    </p:animEffect>
                                    <p:set>
                                      <p:cBhvr>
                                        <p:cTn id="166" dur="1" fill="hold">
                                          <p:stCondLst>
                                            <p:cond delay="499"/>
                                          </p:stCondLst>
                                        </p:cTn>
                                        <p:tgtEl>
                                          <p:spTgt spid="31"/>
                                        </p:tgtEl>
                                        <p:attrNameLst>
                                          <p:attrName>style.visibility</p:attrName>
                                        </p:attrNameLst>
                                      </p:cBhvr>
                                      <p:to>
                                        <p:strVal val="hidden"/>
                                      </p:to>
                                    </p:set>
                                  </p:childTnLst>
                                </p:cTn>
                              </p:par>
                            </p:childTnLst>
                          </p:cTn>
                        </p:par>
                      </p:childTnLst>
                    </p:cTn>
                  </p:par>
                  <p:par>
                    <p:cTn id="167" fill="hold">
                      <p:stCondLst>
                        <p:cond delay="indefinite"/>
                      </p:stCondLst>
                      <p:childTnLst>
                        <p:par>
                          <p:cTn id="168" fill="hold">
                            <p:stCondLst>
                              <p:cond delay="0"/>
                            </p:stCondLst>
                            <p:childTnLst>
                              <p:par>
                                <p:cTn id="169" presetID="22" presetClass="entr" presetSubtype="8" fill="hold" grpId="0" nodeType="clickEffect">
                                  <p:stCondLst>
                                    <p:cond delay="0"/>
                                  </p:stCondLst>
                                  <p:childTnLst>
                                    <p:set>
                                      <p:cBhvr>
                                        <p:cTn id="170" dur="1" fill="hold">
                                          <p:stCondLst>
                                            <p:cond delay="0"/>
                                          </p:stCondLst>
                                        </p:cTn>
                                        <p:tgtEl>
                                          <p:spTgt spid="33"/>
                                        </p:tgtEl>
                                        <p:attrNameLst>
                                          <p:attrName>style.visibility</p:attrName>
                                        </p:attrNameLst>
                                      </p:cBhvr>
                                      <p:to>
                                        <p:strVal val="visible"/>
                                      </p:to>
                                    </p:set>
                                    <p:animEffect transition="in" filter="wipe(left)">
                                      <p:cBhvr>
                                        <p:cTn id="171" dur="1000"/>
                                        <p:tgtEl>
                                          <p:spTgt spid="33"/>
                                        </p:tgtEl>
                                      </p:cBhvr>
                                    </p:animEffect>
                                  </p:childTnLst>
                                </p:cTn>
                              </p:par>
                            </p:childTnLst>
                          </p:cTn>
                        </p:par>
                        <p:par>
                          <p:cTn id="172" fill="hold">
                            <p:stCondLst>
                              <p:cond delay="1000"/>
                            </p:stCondLst>
                            <p:childTnLst>
                              <p:par>
                                <p:cTn id="173" presetID="22" presetClass="entr" presetSubtype="8" fill="hold" grpId="0" nodeType="afterEffect">
                                  <p:stCondLst>
                                    <p:cond delay="0"/>
                                  </p:stCondLst>
                                  <p:childTnLst>
                                    <p:set>
                                      <p:cBhvr>
                                        <p:cTn id="174" dur="1" fill="hold">
                                          <p:stCondLst>
                                            <p:cond delay="0"/>
                                          </p:stCondLst>
                                        </p:cTn>
                                        <p:tgtEl>
                                          <p:spTgt spid="53"/>
                                        </p:tgtEl>
                                        <p:attrNameLst>
                                          <p:attrName>style.visibility</p:attrName>
                                        </p:attrNameLst>
                                      </p:cBhvr>
                                      <p:to>
                                        <p:strVal val="visible"/>
                                      </p:to>
                                    </p:set>
                                    <p:animEffect transition="in" filter="wipe(left)">
                                      <p:cBhvr>
                                        <p:cTn id="175" dur="500"/>
                                        <p:tgtEl>
                                          <p:spTgt spid="53"/>
                                        </p:tgtEl>
                                      </p:cBhvr>
                                    </p:animEffect>
                                  </p:childTnLst>
                                </p:cTn>
                              </p:par>
                            </p:childTnLst>
                          </p:cTn>
                        </p:par>
                        <p:par>
                          <p:cTn id="176" fill="hold">
                            <p:stCondLst>
                              <p:cond delay="1500"/>
                            </p:stCondLst>
                            <p:childTnLst>
                              <p:par>
                                <p:cTn id="177" presetID="22" presetClass="entr" presetSubtype="4" fill="hold" grpId="0" nodeType="afterEffect">
                                  <p:stCondLst>
                                    <p:cond delay="0"/>
                                  </p:stCondLst>
                                  <p:childTnLst>
                                    <p:set>
                                      <p:cBhvr>
                                        <p:cTn id="178" dur="1" fill="hold">
                                          <p:stCondLst>
                                            <p:cond delay="0"/>
                                          </p:stCondLst>
                                        </p:cTn>
                                        <p:tgtEl>
                                          <p:spTgt spid="50"/>
                                        </p:tgtEl>
                                        <p:attrNameLst>
                                          <p:attrName>style.visibility</p:attrName>
                                        </p:attrNameLst>
                                      </p:cBhvr>
                                      <p:to>
                                        <p:strVal val="visible"/>
                                      </p:to>
                                    </p:set>
                                    <p:animEffect transition="in" filter="wipe(down)">
                                      <p:cBhvr>
                                        <p:cTn id="179" dur="1000"/>
                                        <p:tgtEl>
                                          <p:spTgt spid="50"/>
                                        </p:tgtEl>
                                      </p:cBhvr>
                                    </p:animEffect>
                                  </p:childTnLst>
                                </p:cTn>
                              </p:par>
                            </p:childTnLst>
                          </p:cTn>
                        </p:par>
                      </p:childTnLst>
                    </p:cTn>
                  </p:par>
                  <p:par>
                    <p:cTn id="180" fill="hold">
                      <p:stCondLst>
                        <p:cond delay="indefinite"/>
                      </p:stCondLst>
                      <p:childTnLst>
                        <p:par>
                          <p:cTn id="181" fill="hold">
                            <p:stCondLst>
                              <p:cond delay="0"/>
                            </p:stCondLst>
                            <p:childTnLst>
                              <p:par>
                                <p:cTn id="182" presetID="22" presetClass="entr" presetSubtype="8" fill="hold" grpId="0" nodeType="clickEffect">
                                  <p:stCondLst>
                                    <p:cond delay="0"/>
                                  </p:stCondLst>
                                  <p:childTnLst>
                                    <p:set>
                                      <p:cBhvr>
                                        <p:cTn id="183" dur="1" fill="hold">
                                          <p:stCondLst>
                                            <p:cond delay="0"/>
                                          </p:stCondLst>
                                        </p:cTn>
                                        <p:tgtEl>
                                          <p:spTgt spid="38"/>
                                        </p:tgtEl>
                                        <p:attrNameLst>
                                          <p:attrName>style.visibility</p:attrName>
                                        </p:attrNameLst>
                                      </p:cBhvr>
                                      <p:to>
                                        <p:strVal val="visible"/>
                                      </p:to>
                                    </p:set>
                                    <p:animEffect transition="in" filter="wipe(left)">
                                      <p:cBhvr>
                                        <p:cTn id="184" dur="1000"/>
                                        <p:tgtEl>
                                          <p:spTgt spid="38"/>
                                        </p:tgtEl>
                                      </p:cBhvr>
                                    </p:animEffect>
                                  </p:childTnLst>
                                </p:cTn>
                              </p:par>
                            </p:childTnLst>
                          </p:cTn>
                        </p:par>
                        <p:par>
                          <p:cTn id="185" fill="hold">
                            <p:stCondLst>
                              <p:cond delay="1000"/>
                            </p:stCondLst>
                            <p:childTnLst>
                              <p:par>
                                <p:cTn id="186" presetID="22" presetClass="entr" presetSubtype="8" fill="hold" nodeType="afterEffect">
                                  <p:stCondLst>
                                    <p:cond delay="0"/>
                                  </p:stCondLst>
                                  <p:childTnLst>
                                    <p:set>
                                      <p:cBhvr>
                                        <p:cTn id="187" dur="1" fill="hold">
                                          <p:stCondLst>
                                            <p:cond delay="0"/>
                                          </p:stCondLst>
                                        </p:cTn>
                                        <p:tgtEl>
                                          <p:spTgt spid="34"/>
                                        </p:tgtEl>
                                        <p:attrNameLst>
                                          <p:attrName>style.visibility</p:attrName>
                                        </p:attrNameLst>
                                      </p:cBhvr>
                                      <p:to>
                                        <p:strVal val="visible"/>
                                      </p:to>
                                    </p:set>
                                    <p:animEffect transition="in" filter="wipe(left)">
                                      <p:cBhvr>
                                        <p:cTn id="188" dur="2000"/>
                                        <p:tgtEl>
                                          <p:spTgt spid="34"/>
                                        </p:tgtEl>
                                      </p:cBhvr>
                                    </p:animEffect>
                                  </p:childTnLst>
                                </p:cTn>
                              </p:par>
                              <p:par>
                                <p:cTn id="189" presetID="22" presetClass="entr" presetSubtype="8" fill="hold" grpId="0" nodeType="withEffect">
                                  <p:stCondLst>
                                    <p:cond delay="0"/>
                                  </p:stCondLst>
                                  <p:childTnLst>
                                    <p:set>
                                      <p:cBhvr>
                                        <p:cTn id="190" dur="1" fill="hold">
                                          <p:stCondLst>
                                            <p:cond delay="0"/>
                                          </p:stCondLst>
                                        </p:cTn>
                                        <p:tgtEl>
                                          <p:spTgt spid="39"/>
                                        </p:tgtEl>
                                        <p:attrNameLst>
                                          <p:attrName>style.visibility</p:attrName>
                                        </p:attrNameLst>
                                      </p:cBhvr>
                                      <p:to>
                                        <p:strVal val="visible"/>
                                      </p:to>
                                    </p:set>
                                    <p:animEffect transition="in" filter="wipe(left)">
                                      <p:cBhvr>
                                        <p:cTn id="191" dur="1000"/>
                                        <p:tgtEl>
                                          <p:spTgt spid="39"/>
                                        </p:tgtEl>
                                      </p:cBhvr>
                                    </p:animEffect>
                                  </p:childTnLst>
                                </p:cTn>
                              </p:par>
                              <p:par>
                                <p:cTn id="192" presetID="22" presetClass="entr" presetSubtype="8" fill="hold" grpId="0" nodeType="withEffect">
                                  <p:stCondLst>
                                    <p:cond delay="1000"/>
                                  </p:stCondLst>
                                  <p:childTnLst>
                                    <p:set>
                                      <p:cBhvr>
                                        <p:cTn id="193" dur="1" fill="hold">
                                          <p:stCondLst>
                                            <p:cond delay="0"/>
                                          </p:stCondLst>
                                        </p:cTn>
                                        <p:tgtEl>
                                          <p:spTgt spid="36"/>
                                        </p:tgtEl>
                                        <p:attrNameLst>
                                          <p:attrName>style.visibility</p:attrName>
                                        </p:attrNameLst>
                                      </p:cBhvr>
                                      <p:to>
                                        <p:strVal val="visible"/>
                                      </p:to>
                                    </p:set>
                                    <p:animEffect transition="in" filter="wipe(left)">
                                      <p:cBhvr>
                                        <p:cTn id="194" dur="1000"/>
                                        <p:tgtEl>
                                          <p:spTgt spid="36"/>
                                        </p:tgtEl>
                                      </p:cBhvr>
                                    </p:animEffect>
                                  </p:childTnLst>
                                </p:cTn>
                              </p:par>
                            </p:childTnLst>
                          </p:cTn>
                        </p:par>
                        <p:par>
                          <p:cTn id="195" fill="hold">
                            <p:stCondLst>
                              <p:cond delay="3000"/>
                            </p:stCondLst>
                            <p:childTnLst>
                              <p:par>
                                <p:cTn id="196" presetID="22" presetClass="exit" presetSubtype="8" fill="hold" grpId="1" nodeType="afterEffect">
                                  <p:stCondLst>
                                    <p:cond delay="0"/>
                                  </p:stCondLst>
                                  <p:childTnLst>
                                    <p:animEffect transition="out" filter="wipe(left)">
                                      <p:cBhvr>
                                        <p:cTn id="197" dur="500"/>
                                        <p:tgtEl>
                                          <p:spTgt spid="33"/>
                                        </p:tgtEl>
                                      </p:cBhvr>
                                    </p:animEffect>
                                    <p:set>
                                      <p:cBhvr>
                                        <p:cTn id="198" dur="1" fill="hold">
                                          <p:stCondLst>
                                            <p:cond delay="499"/>
                                          </p:stCondLst>
                                        </p:cTn>
                                        <p:tgtEl>
                                          <p:spTgt spid="33"/>
                                        </p:tgtEl>
                                        <p:attrNameLst>
                                          <p:attrName>style.visibility</p:attrName>
                                        </p:attrNameLst>
                                      </p:cBhvr>
                                      <p:to>
                                        <p:strVal val="hidden"/>
                                      </p:to>
                                    </p:set>
                                  </p:childTnLst>
                                </p:cTn>
                              </p:par>
                            </p:childTnLst>
                          </p:cTn>
                        </p:par>
                      </p:childTnLst>
                    </p:cTn>
                  </p:par>
                  <p:par>
                    <p:cTn id="199" fill="hold">
                      <p:stCondLst>
                        <p:cond delay="indefinite"/>
                      </p:stCondLst>
                      <p:childTnLst>
                        <p:par>
                          <p:cTn id="200" fill="hold">
                            <p:stCondLst>
                              <p:cond delay="0"/>
                            </p:stCondLst>
                            <p:childTnLst>
                              <p:par>
                                <p:cTn id="201" presetID="22" presetClass="entr" presetSubtype="8" fill="hold" grpId="0" nodeType="clickEffect">
                                  <p:stCondLst>
                                    <p:cond delay="0"/>
                                  </p:stCondLst>
                                  <p:childTnLst>
                                    <p:set>
                                      <p:cBhvr>
                                        <p:cTn id="202" dur="1" fill="hold">
                                          <p:stCondLst>
                                            <p:cond delay="0"/>
                                          </p:stCondLst>
                                        </p:cTn>
                                        <p:tgtEl>
                                          <p:spTgt spid="32"/>
                                        </p:tgtEl>
                                        <p:attrNameLst>
                                          <p:attrName>style.visibility</p:attrName>
                                        </p:attrNameLst>
                                      </p:cBhvr>
                                      <p:to>
                                        <p:strVal val="visible"/>
                                      </p:to>
                                    </p:set>
                                    <p:animEffect transition="in" filter="wipe(left)">
                                      <p:cBhvr>
                                        <p:cTn id="203" dur="500"/>
                                        <p:tgtEl>
                                          <p:spTgt spid="32"/>
                                        </p:tgtEl>
                                      </p:cBhvr>
                                    </p:animEffect>
                                  </p:childTnLst>
                                </p:cTn>
                              </p:par>
                            </p:childTnLst>
                          </p:cTn>
                        </p:par>
                        <p:par>
                          <p:cTn id="204" fill="hold">
                            <p:stCondLst>
                              <p:cond delay="500"/>
                            </p:stCondLst>
                            <p:childTnLst>
                              <p:par>
                                <p:cTn id="205" presetID="22" presetClass="entr" presetSubtype="8" fill="hold" grpId="0" nodeType="afterEffect">
                                  <p:stCondLst>
                                    <p:cond delay="0"/>
                                  </p:stCondLst>
                                  <p:childTnLst>
                                    <p:set>
                                      <p:cBhvr>
                                        <p:cTn id="206" dur="1" fill="hold">
                                          <p:stCondLst>
                                            <p:cond delay="0"/>
                                          </p:stCondLst>
                                        </p:cTn>
                                        <p:tgtEl>
                                          <p:spTgt spid="40"/>
                                        </p:tgtEl>
                                        <p:attrNameLst>
                                          <p:attrName>style.visibility</p:attrName>
                                        </p:attrNameLst>
                                      </p:cBhvr>
                                      <p:to>
                                        <p:strVal val="visible"/>
                                      </p:to>
                                    </p:set>
                                    <p:animEffect transition="in" filter="wipe(left)">
                                      <p:cBhvr>
                                        <p:cTn id="207" dur="1000"/>
                                        <p:tgtEl>
                                          <p:spTgt spid="40"/>
                                        </p:tgtEl>
                                      </p:cBhvr>
                                    </p:animEffect>
                                  </p:childTnLst>
                                </p:cTn>
                              </p:par>
                            </p:childTnLst>
                          </p:cTn>
                        </p:par>
                        <p:par>
                          <p:cTn id="208" fill="hold">
                            <p:stCondLst>
                              <p:cond delay="1500"/>
                            </p:stCondLst>
                            <p:childTnLst>
                              <p:par>
                                <p:cTn id="209" presetID="22" presetClass="entr" presetSubtype="1" fill="hold" nodeType="afterEffect">
                                  <p:stCondLst>
                                    <p:cond delay="0"/>
                                  </p:stCondLst>
                                  <p:childTnLst>
                                    <p:set>
                                      <p:cBhvr>
                                        <p:cTn id="210" dur="1" fill="hold">
                                          <p:stCondLst>
                                            <p:cond delay="0"/>
                                          </p:stCondLst>
                                        </p:cTn>
                                        <p:tgtEl>
                                          <p:spTgt spid="2"/>
                                        </p:tgtEl>
                                        <p:attrNameLst>
                                          <p:attrName>style.visibility</p:attrName>
                                        </p:attrNameLst>
                                      </p:cBhvr>
                                      <p:to>
                                        <p:strVal val="visible"/>
                                      </p:to>
                                    </p:set>
                                    <p:animEffect transition="in" filter="wipe(up)">
                                      <p:cBhvr>
                                        <p:cTn id="21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6" grpId="0" uiExpand="1" build="p"/>
      <p:bldP spid="19" grpId="0" uiExpand="1" build="p"/>
      <p:bldP spid="31" grpId="0" animBg="1"/>
      <p:bldP spid="31" grpId="1" animBg="1"/>
      <p:bldP spid="27" grpId="0" animBg="1"/>
      <p:bldP spid="27" grpId="1" animBg="1"/>
      <p:bldP spid="35" grpId="0" animBg="1"/>
      <p:bldP spid="35" grpId="1" animBg="1"/>
      <p:bldP spid="33" grpId="0" animBg="1"/>
      <p:bldP spid="33" grpId="1" animBg="1"/>
      <p:bldP spid="10" grpId="0"/>
      <p:bldP spid="26" grpId="0" animBg="1"/>
      <p:bldP spid="37" grpId="0"/>
      <p:bldP spid="49" grpId="0" animBg="1"/>
      <p:bldP spid="45" grpId="0" animBg="1"/>
      <p:bldP spid="47" grpId="0" animBg="1"/>
      <p:bldP spid="42" grpId="0" animBg="1"/>
      <p:bldP spid="46" grpId="0" animBg="1"/>
      <p:bldP spid="48" grpId="0" animBg="1"/>
      <p:bldP spid="44" grpId="0" animBg="1"/>
      <p:bldP spid="43" grpId="0" animBg="1"/>
      <p:bldP spid="63" grpId="0"/>
      <p:bldP spid="76" grpId="0" animBg="1"/>
      <p:bldP spid="75" grpId="0" animBg="1"/>
      <p:bldP spid="38" grpId="0" animBg="1"/>
      <p:bldP spid="39" grpId="0" animBg="1"/>
      <p:bldP spid="36" grpId="0" animBg="1"/>
      <p:bldP spid="53" grpId="0"/>
      <p:bldP spid="50" grpId="0" animBg="1"/>
      <p:bldP spid="32" grpId="0"/>
      <p:bldP spid="40" grpId="0" animBg="1"/>
    </p:bldLst>
  </p:timing>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17" name="Pet - Text">
            <a:extLst>
              <a:ext uri="{FF2B5EF4-FFF2-40B4-BE49-F238E27FC236}">
                <a16:creationId xmlns:a16="http://schemas.microsoft.com/office/drawing/2014/main" id="{4CA12722-67FD-1D61-B738-175BB9CB27FD}"/>
              </a:ext>
            </a:extLst>
          </p:cNvPr>
          <p:cNvSpPr txBox="1"/>
          <p:nvPr/>
        </p:nvSpPr>
        <p:spPr>
          <a:xfrm>
            <a:off x="274510" y="3318733"/>
            <a:ext cx="1771650" cy="369332"/>
          </a:xfrm>
          <a:prstGeom prst="rect">
            <a:avLst/>
          </a:prstGeom>
          <a:noFill/>
        </p:spPr>
        <p:txBody>
          <a:bodyPr wrap="square" rtlCol="0">
            <a:spAutoFit/>
          </a:bodyPr>
          <a:lstStyle/>
          <a:p>
            <a:r>
              <a:rPr lang="en-GB" b="1" dirty="0"/>
              <a:t>Table: Pet</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nvGraphicFramePr>
        <p:xfrm>
          <a:off x="360233"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6" name="SQL Statement">
            <a:extLst>
              <a:ext uri="{FF2B5EF4-FFF2-40B4-BE49-F238E27FC236}">
                <a16:creationId xmlns:a16="http://schemas.microsoft.com/office/drawing/2014/main" id="{BB3F14BF-DCE7-8211-AF0F-D5BAFB7215FB}"/>
              </a:ext>
            </a:extLst>
          </p:cNvPr>
          <p:cNvSpPr>
            <a:spLocks noChangeArrowheads="1"/>
          </p:cNvSpPr>
          <p:nvPr/>
        </p:nvSpPr>
        <p:spPr bwMode="auto">
          <a:xfrm>
            <a:off x="619125" y="1376445"/>
            <a:ext cx="3288080"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AND </a:t>
            </a:r>
            <a:r>
              <a:rPr lang="en-US" altLang="en-US" sz="2000" dirty="0">
                <a:solidFill>
                  <a:srgbClr val="000000"/>
                </a:solidFill>
                <a:latin typeface="Consolas" panose="020B0609020204030204" pitchFamily="49" charset="0"/>
              </a:rPr>
              <a:t>age &lt; </a:t>
            </a:r>
            <a:r>
              <a:rPr lang="en-US" altLang="en-US" sz="2000" dirty="0">
                <a:solidFill>
                  <a:srgbClr val="0086B3"/>
                </a:solidFill>
                <a:latin typeface="Consolas" panose="020B0609020204030204" pitchFamily="49" charset="0"/>
              </a:rPr>
              <a:t>10</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5 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lang="en-US" altLang="en-US" sz="2000" dirty="0">
              <a:latin typeface="Consolas" panose="020B0609020204030204" pitchFamily="49" charset="0"/>
            </a:endParaRPr>
          </a:p>
        </p:txBody>
      </p:sp>
      <p:sp>
        <p:nvSpPr>
          <p:cNvPr id="19" name="Order of Operations">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sp>
        <p:nvSpPr>
          <p:cNvPr id="26" name="WHERE - Arrow - Left">
            <a:extLst>
              <a:ext uri="{FF2B5EF4-FFF2-40B4-BE49-F238E27FC236}">
                <a16:creationId xmlns:a16="http://schemas.microsoft.com/office/drawing/2014/main" id="{1A22687F-9CC3-77DA-888E-EB02C1FDEFA4}"/>
              </a:ext>
            </a:extLst>
          </p:cNvPr>
          <p:cNvSpPr/>
          <p:nvPr/>
        </p:nvSpPr>
        <p:spPr>
          <a:xfrm>
            <a:off x="2420059"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3" name="WHERE - Table">
            <a:extLst>
              <a:ext uri="{FF2B5EF4-FFF2-40B4-BE49-F238E27FC236}">
                <a16:creationId xmlns:a16="http://schemas.microsoft.com/office/drawing/2014/main" id="{DA0004D0-54C5-7FE3-495E-2E40E17F56E7}"/>
              </a:ext>
            </a:extLst>
          </p:cNvPr>
          <p:cNvGraphicFramePr>
            <a:graphicFrameLocks noGrp="1"/>
          </p:cNvGraphicFramePr>
          <p:nvPr/>
        </p:nvGraphicFramePr>
        <p:xfrm>
          <a:off x="2903217"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cxnSp>
        <p:nvCxnSpPr>
          <p:cNvPr id="51" name="WHERE - Arrow - Type">
            <a:extLst>
              <a:ext uri="{FF2B5EF4-FFF2-40B4-BE49-F238E27FC236}">
                <a16:creationId xmlns:a16="http://schemas.microsoft.com/office/drawing/2014/main" id="{B2D81B2D-4987-42CA-8D6D-43906A2EC175}"/>
              </a:ext>
            </a:extLst>
          </p:cNvPr>
          <p:cNvCxnSpPr>
            <a:cxnSpLocks/>
          </p:cNvCxnSpPr>
          <p:nvPr/>
        </p:nvCxnSpPr>
        <p:spPr>
          <a:xfrm flipH="1">
            <a:off x="4195656" y="3264624"/>
            <a:ext cx="298411" cy="362872"/>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2" name="WHERE - Arrow - Age">
            <a:extLst>
              <a:ext uri="{FF2B5EF4-FFF2-40B4-BE49-F238E27FC236}">
                <a16:creationId xmlns:a16="http://schemas.microsoft.com/office/drawing/2014/main" id="{9333E855-31ED-4E6B-82EC-DCA7F6CBC7F6}"/>
              </a:ext>
            </a:extLst>
          </p:cNvPr>
          <p:cNvCxnSpPr>
            <a:cxnSpLocks/>
          </p:cNvCxnSpPr>
          <p:nvPr/>
        </p:nvCxnSpPr>
        <p:spPr>
          <a:xfrm>
            <a:off x="4494067" y="3264624"/>
            <a:ext cx="209327" cy="362872"/>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9" name="Pepper - Yellow">
            <a:extLst>
              <a:ext uri="{FF2B5EF4-FFF2-40B4-BE49-F238E27FC236}">
                <a16:creationId xmlns:a16="http://schemas.microsoft.com/office/drawing/2014/main" id="{8E30FF34-BC35-4A8B-A41B-A0E7794E8E93}"/>
              </a:ext>
            </a:extLst>
          </p:cNvPr>
          <p:cNvSpPr/>
          <p:nvPr/>
        </p:nvSpPr>
        <p:spPr>
          <a:xfrm>
            <a:off x="3713567" y="3986027"/>
            <a:ext cx="788106" cy="294526"/>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Snowy - Yellow">
            <a:extLst>
              <a:ext uri="{FF2B5EF4-FFF2-40B4-BE49-F238E27FC236}">
                <a16:creationId xmlns:a16="http://schemas.microsoft.com/office/drawing/2014/main" id="{BFF977AB-31E8-4CF0-AC67-B3BA3353BB9D}"/>
              </a:ext>
            </a:extLst>
          </p:cNvPr>
          <p:cNvSpPr/>
          <p:nvPr/>
        </p:nvSpPr>
        <p:spPr>
          <a:xfrm>
            <a:off x="3715666" y="4617463"/>
            <a:ext cx="78810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Snowy - Purple">
            <a:extLst>
              <a:ext uri="{FF2B5EF4-FFF2-40B4-BE49-F238E27FC236}">
                <a16:creationId xmlns:a16="http://schemas.microsoft.com/office/drawing/2014/main" id="{6EE97270-3EB8-4AD7-8307-1840358483FD}"/>
              </a:ext>
            </a:extLst>
          </p:cNvPr>
          <p:cNvSpPr/>
          <p:nvPr/>
        </p:nvSpPr>
        <p:spPr>
          <a:xfrm>
            <a:off x="4511470" y="4616304"/>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Snowy - Row">
            <a:extLst>
              <a:ext uri="{FF2B5EF4-FFF2-40B4-BE49-F238E27FC236}">
                <a16:creationId xmlns:a16="http://schemas.microsoft.com/office/drawing/2014/main" id="{83271580-F433-4F4F-8561-2DA25E02F2D3}"/>
              </a:ext>
            </a:extLst>
          </p:cNvPr>
          <p:cNvSpPr/>
          <p:nvPr/>
        </p:nvSpPr>
        <p:spPr>
          <a:xfrm>
            <a:off x="2852577" y="462039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9B7BDE56-4A4F-4D90-B635-8437BD30F9B3}"/>
              </a:ext>
            </a:extLst>
          </p:cNvPr>
          <p:cNvSpPr/>
          <p:nvPr/>
        </p:nvSpPr>
        <p:spPr>
          <a:xfrm>
            <a:off x="3715667" y="5583557"/>
            <a:ext cx="785649"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Kitty - Purple">
            <a:extLst>
              <a:ext uri="{FF2B5EF4-FFF2-40B4-BE49-F238E27FC236}">
                <a16:creationId xmlns:a16="http://schemas.microsoft.com/office/drawing/2014/main" id="{9475256E-05FD-409B-9B61-B36D8E8FAE33}"/>
              </a:ext>
            </a:extLst>
          </p:cNvPr>
          <p:cNvSpPr/>
          <p:nvPr/>
        </p:nvSpPr>
        <p:spPr>
          <a:xfrm>
            <a:off x="4508178" y="5591177"/>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Kitty - Row">
            <a:extLst>
              <a:ext uri="{FF2B5EF4-FFF2-40B4-BE49-F238E27FC236}">
                <a16:creationId xmlns:a16="http://schemas.microsoft.com/office/drawing/2014/main" id="{02B25370-6891-4B68-8B6D-5A83B5C508E4}"/>
              </a:ext>
            </a:extLst>
          </p:cNvPr>
          <p:cNvSpPr/>
          <p:nvPr/>
        </p:nvSpPr>
        <p:spPr>
          <a:xfrm>
            <a:off x="2852576" y="558402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SELECT - Arrow">
            <a:extLst>
              <a:ext uri="{FF2B5EF4-FFF2-40B4-BE49-F238E27FC236}">
                <a16:creationId xmlns:a16="http://schemas.microsoft.com/office/drawing/2014/main" id="{12735B52-F70C-8511-82FF-DD98CDFED39E}"/>
              </a:ext>
            </a:extLst>
          </p:cNvPr>
          <p:cNvSpPr/>
          <p:nvPr/>
        </p:nvSpPr>
        <p:spPr>
          <a:xfrm>
            <a:off x="4962641"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62" name="SELECT - Table">
            <a:extLst>
              <a:ext uri="{FF2B5EF4-FFF2-40B4-BE49-F238E27FC236}">
                <a16:creationId xmlns:a16="http://schemas.microsoft.com/office/drawing/2014/main" id="{2B9122F8-6167-4D85-A839-C4D5DBB12F55}"/>
              </a:ext>
            </a:extLst>
          </p:cNvPr>
          <p:cNvGraphicFramePr>
            <a:graphicFrameLocks noGrp="1"/>
          </p:cNvGraphicFramePr>
          <p:nvPr/>
        </p:nvGraphicFramePr>
        <p:xfrm>
          <a:off x="5465929" y="3632872"/>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cxnSp>
        <p:nvCxnSpPr>
          <p:cNvPr id="71" name="SELECT - Arrow -  Name">
            <a:extLst>
              <a:ext uri="{FF2B5EF4-FFF2-40B4-BE49-F238E27FC236}">
                <a16:creationId xmlns:a16="http://schemas.microsoft.com/office/drawing/2014/main" id="{5EFE38C2-8439-4C5F-9F74-44013184CA32}"/>
              </a:ext>
            </a:extLst>
          </p:cNvPr>
          <p:cNvCxnSpPr>
            <a:cxnSpLocks/>
            <a:endCxn id="76" idx="0"/>
          </p:cNvCxnSpPr>
          <p:nvPr/>
        </p:nvCxnSpPr>
        <p:spPr>
          <a:xfrm flipH="1">
            <a:off x="5844478" y="3102776"/>
            <a:ext cx="335933" cy="49605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ELECT - Arrow -  Age">
            <a:extLst>
              <a:ext uri="{FF2B5EF4-FFF2-40B4-BE49-F238E27FC236}">
                <a16:creationId xmlns:a16="http://schemas.microsoft.com/office/drawing/2014/main" id="{CB1B2BAC-3D1A-47A0-875C-8C332C63A9A8}"/>
              </a:ext>
            </a:extLst>
          </p:cNvPr>
          <p:cNvCxnSpPr>
            <a:cxnSpLocks/>
            <a:endCxn id="75" idx="0"/>
          </p:cNvCxnSpPr>
          <p:nvPr/>
        </p:nvCxnSpPr>
        <p:spPr>
          <a:xfrm>
            <a:off x="7031371" y="3102776"/>
            <a:ext cx="245820" cy="49605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6" name="SEELCT - Name - Column">
            <a:extLst>
              <a:ext uri="{FF2B5EF4-FFF2-40B4-BE49-F238E27FC236}">
                <a16:creationId xmlns:a16="http://schemas.microsoft.com/office/drawing/2014/main" id="{6EEFB8EA-38EB-40F0-ACDB-32F4A15C8012}"/>
              </a:ext>
            </a:extLst>
          </p:cNvPr>
          <p:cNvSpPr/>
          <p:nvPr/>
        </p:nvSpPr>
        <p:spPr>
          <a:xfrm>
            <a:off x="5448478" y="3598828"/>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SELECT - Age - Column">
            <a:extLst>
              <a:ext uri="{FF2B5EF4-FFF2-40B4-BE49-F238E27FC236}">
                <a16:creationId xmlns:a16="http://schemas.microsoft.com/office/drawing/2014/main" id="{C0AD6763-50D9-4E2A-B402-55C2BB0C7BE6}"/>
              </a:ext>
            </a:extLst>
          </p:cNvPr>
          <p:cNvSpPr/>
          <p:nvPr/>
        </p:nvSpPr>
        <p:spPr>
          <a:xfrm>
            <a:off x="7043191" y="3598829"/>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RDER BY - Arrow">
            <a:extLst>
              <a:ext uri="{FF2B5EF4-FFF2-40B4-BE49-F238E27FC236}">
                <a16:creationId xmlns:a16="http://schemas.microsoft.com/office/drawing/2014/main" id="{41B03BC3-B622-38BA-3963-2997C3543829}"/>
              </a:ext>
            </a:extLst>
          </p:cNvPr>
          <p:cNvSpPr/>
          <p:nvPr/>
        </p:nvSpPr>
        <p:spPr>
          <a:xfrm>
            <a:off x="7533547"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4" name="ORDER BY - Table">
            <a:extLst>
              <a:ext uri="{FF2B5EF4-FFF2-40B4-BE49-F238E27FC236}">
                <a16:creationId xmlns:a16="http://schemas.microsoft.com/office/drawing/2014/main" id="{E0BBC3ED-5980-4555-A8A3-099E898A9ACE}"/>
              </a:ext>
            </a:extLst>
          </p:cNvPr>
          <p:cNvGraphicFramePr>
            <a:graphicFrameLocks noGrp="1"/>
          </p:cNvGraphicFramePr>
          <p:nvPr/>
        </p:nvGraphicFramePr>
        <p:xfrm>
          <a:off x="8039726" y="3632651"/>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Snowy</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759566993"/>
                  </a:ext>
                </a:extLst>
              </a:tr>
            </a:tbl>
          </a:graphicData>
        </a:graphic>
      </p:graphicFrame>
      <p:sp>
        <p:nvSpPr>
          <p:cNvPr id="39" name="ORDER BY - Name - Column">
            <a:extLst>
              <a:ext uri="{FF2B5EF4-FFF2-40B4-BE49-F238E27FC236}">
                <a16:creationId xmlns:a16="http://schemas.microsoft.com/office/drawing/2014/main" id="{06443A74-850B-4B68-B57B-3EBF9399648C}"/>
              </a:ext>
            </a:extLst>
          </p:cNvPr>
          <p:cNvSpPr/>
          <p:nvPr/>
        </p:nvSpPr>
        <p:spPr>
          <a:xfrm>
            <a:off x="8022275" y="3598607"/>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ORDER BY - Age - Column">
            <a:extLst>
              <a:ext uri="{FF2B5EF4-FFF2-40B4-BE49-F238E27FC236}">
                <a16:creationId xmlns:a16="http://schemas.microsoft.com/office/drawing/2014/main" id="{83B5CED2-59DA-499C-8C7B-D1D61E8D6792}"/>
              </a:ext>
            </a:extLst>
          </p:cNvPr>
          <p:cNvSpPr/>
          <p:nvPr/>
        </p:nvSpPr>
        <p:spPr>
          <a:xfrm>
            <a:off x="9616988" y="3598608"/>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0" name="ORDER BY - Arrow">
            <a:extLst>
              <a:ext uri="{FF2B5EF4-FFF2-40B4-BE49-F238E27FC236}">
                <a16:creationId xmlns:a16="http://schemas.microsoft.com/office/drawing/2014/main" id="{C1F0A221-96ED-45E7-B859-646BBC60627E}"/>
              </a:ext>
            </a:extLst>
          </p:cNvPr>
          <p:cNvSpPr/>
          <p:nvPr/>
        </p:nvSpPr>
        <p:spPr>
          <a:xfrm rot="16200000">
            <a:off x="5612195" y="4695095"/>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0" name="Output - Arrow">
            <a:extLst>
              <a:ext uri="{FF2B5EF4-FFF2-40B4-BE49-F238E27FC236}">
                <a16:creationId xmlns:a16="http://schemas.microsoft.com/office/drawing/2014/main" id="{3B5A7066-A7FC-4D8E-A7A4-C42F5958AFC7}"/>
              </a:ext>
            </a:extLst>
          </p:cNvPr>
          <p:cNvSpPr/>
          <p:nvPr/>
        </p:nvSpPr>
        <p:spPr>
          <a:xfrm>
            <a:off x="10102480"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nvGraphicFramePr>
        <p:xfrm>
          <a:off x="10590566" y="3605759"/>
          <a:ext cx="12548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Kitty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151915704"/>
                  </a:ext>
                </a:extLst>
              </a:tr>
            </a:tbl>
          </a:graphicData>
        </a:graphic>
      </p:graphicFrame>
    </p:spTree>
    <p:extLst>
      <p:ext uri="{BB962C8B-B14F-4D97-AF65-F5344CB8AC3E}">
        <p14:creationId xmlns:p14="http://schemas.microsoft.com/office/powerpoint/2010/main" val="244729325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Prison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Prison tasks</a:t>
            </a:r>
          </a:p>
        </p:txBody>
      </p:sp>
    </p:spTree>
    <p:extLst>
      <p:ext uri="{BB962C8B-B14F-4D97-AF65-F5344CB8AC3E}">
        <p14:creationId xmlns:p14="http://schemas.microsoft.com/office/powerpoint/2010/main" val="279707572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lnSpcReduction="10000"/>
          </a:bodyPr>
          <a:lstStyle/>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age</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pupil</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"Smith"</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age &gt;= </a:t>
            </a:r>
            <a:r>
              <a:rPr lang="en-US" altLang="en-US" sz="4400" dirty="0">
                <a:solidFill>
                  <a:srgbClr val="0086B3"/>
                </a:solidFill>
                <a:latin typeface="Consolas" panose="020B0609020204030204" pitchFamily="49" charset="0"/>
              </a:rPr>
              <a:t>12</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ORDER BY</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ASC</a:t>
            </a:r>
            <a:r>
              <a:rPr lang="en-US" altLang="en-US" sz="4400" dirty="0">
                <a:solidFill>
                  <a:srgbClr val="000000"/>
                </a:solidFill>
                <a:latin typeface="Consolas" panose="020B0609020204030204" pitchFamily="49" charset="0"/>
              </a:rPr>
              <a:t>,</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6            </a:t>
            </a:r>
            <a:r>
              <a:rPr lang="en-US" altLang="en-US" sz="4400" dirty="0">
                <a:solidFill>
                  <a:srgbClr val="000000"/>
                </a:solidFill>
                <a:latin typeface="Consolas" panose="020B0609020204030204" pitchFamily="49" charset="0"/>
              </a:rPr>
              <a:t>age </a:t>
            </a:r>
            <a:r>
              <a:rPr lang="en-US" altLang="en-US" sz="4400" dirty="0">
                <a:solidFill>
                  <a:srgbClr val="A71D5D"/>
                </a:solidFill>
                <a:latin typeface="Consolas" panose="020B0609020204030204" pitchFamily="49" charset="0"/>
              </a:rPr>
              <a:t>DESC</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1 </a:t>
            </a:r>
            <a:r>
              <a:rPr lang="en-US" altLang="en-US" sz="4100" dirty="0">
                <a:solidFill>
                  <a:srgbClr val="A71D5D"/>
                </a:solidFill>
                <a:latin typeface="Consolas" panose="020B0609020204030204" pitchFamily="49" charset="0"/>
              </a:rPr>
              <a:t>SELECT</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2   </a:t>
            </a:r>
            <a:r>
              <a:rPr lang="en-US" altLang="en-US" sz="4100" dirty="0">
                <a:solidFill>
                  <a:srgbClr val="A71D5D"/>
                </a:solidFill>
                <a:latin typeface="Consolas" panose="020B0609020204030204" pitchFamily="49" charset="0"/>
              </a:rPr>
              <a:t>FROM</a:t>
            </a:r>
            <a:r>
              <a:rPr lang="en-US" altLang="en-US" sz="41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3   </a:t>
            </a:r>
            <a:r>
              <a:rPr lang="en-US" altLang="en-US" sz="4100" dirty="0">
                <a:solidFill>
                  <a:srgbClr val="A71D5D"/>
                </a:solidFill>
                <a:latin typeface="Consolas" panose="020B0609020204030204" pitchFamily="49" charset="0"/>
              </a:rPr>
              <a:t>WHERE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 </a:t>
            </a:r>
            <a:r>
              <a:rPr lang="en-US" altLang="en-US" sz="4100" dirty="0">
                <a:solidFill>
                  <a:srgbClr val="183691"/>
                </a:solidFill>
                <a:latin typeface="Consolas" panose="020B0609020204030204" pitchFamily="49" charset="0"/>
              </a:rPr>
              <a:t>"Smith"</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4     </a:t>
            </a:r>
            <a:r>
              <a:rPr lang="en-US" altLang="en-US" sz="4100" dirty="0">
                <a:solidFill>
                  <a:srgbClr val="A71D5D"/>
                </a:solidFill>
                <a:latin typeface="Consolas" panose="020B0609020204030204" pitchFamily="49" charset="0"/>
              </a:rPr>
              <a:t>AND</a:t>
            </a:r>
            <a:r>
              <a:rPr lang="en-US" altLang="en-US" sz="4100" dirty="0">
                <a:solidFill>
                  <a:srgbClr val="000000"/>
                </a:solidFill>
                <a:latin typeface="Consolas" panose="020B0609020204030204" pitchFamily="49" charset="0"/>
              </a:rPr>
              <a:t> age &gt;= </a:t>
            </a:r>
            <a:r>
              <a:rPr lang="en-US" altLang="en-US" sz="4100" dirty="0">
                <a:solidFill>
                  <a:srgbClr val="0086B3"/>
                </a:solidFill>
                <a:latin typeface="Consolas" panose="020B0609020204030204" pitchFamily="49" charset="0"/>
              </a:rPr>
              <a:t>12</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5   </a:t>
            </a:r>
            <a:r>
              <a:rPr lang="en-US" altLang="en-US" sz="4100" dirty="0">
                <a:solidFill>
                  <a:srgbClr val="A71D5D"/>
                </a:solidFill>
                <a:latin typeface="Consolas" panose="020B0609020204030204" pitchFamily="49" charset="0"/>
              </a:rPr>
              <a:t>ORDER BY</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a:solidFill>
                  <a:srgbClr val="A71D5D"/>
                </a:solidFill>
                <a:latin typeface="Consolas" panose="020B0609020204030204" pitchFamily="49" charset="0"/>
              </a:rPr>
              <a:t>ASC</a:t>
            </a:r>
            <a:r>
              <a:rPr lang="en-US" altLang="en-US" sz="4100" dirty="0">
                <a:solidFill>
                  <a:srgbClr val="000000"/>
                </a:solidFill>
                <a:latin typeface="Consolas" panose="020B0609020204030204" pitchFamily="49" charset="0"/>
              </a:rPr>
              <a:t>, </a:t>
            </a:r>
            <a:r>
              <a:rPr lang="en-US" altLang="en-US" sz="4100" dirty="0">
                <a:solidFill>
                  <a:srgbClr val="B2B2B2"/>
                </a:solidFill>
                <a:latin typeface="Consolas" panose="020B0609020204030204" pitchFamily="49" charset="0"/>
              </a:rPr>
              <a:t>6            </a:t>
            </a:r>
            <a:r>
              <a:rPr lang="en-US" altLang="en-US" sz="4100" dirty="0">
                <a:solidFill>
                  <a:srgbClr val="000000"/>
                </a:solidFill>
                <a:latin typeface="Consolas" panose="020B0609020204030204" pitchFamily="49" charset="0"/>
              </a:rPr>
              <a:t>age </a:t>
            </a:r>
            <a:r>
              <a:rPr lang="en-US" altLang="en-US" sz="4100" dirty="0">
                <a:solidFill>
                  <a:srgbClr val="A71D5D"/>
                </a:solidFill>
                <a:latin typeface="Consolas" panose="020B0609020204030204" pitchFamily="49" charset="0"/>
              </a:rPr>
              <a:t>DESC</a:t>
            </a:r>
            <a:r>
              <a:rPr lang="en-US" altLang="en-US" sz="4100" dirty="0">
                <a:solidFill>
                  <a:srgbClr val="000000"/>
                </a:solidFill>
                <a:latin typeface="Consolas" panose="020B0609020204030204" pitchFamily="49" charset="0"/>
              </a:rPr>
              <a:t>;</a:t>
            </a:r>
            <a:endParaRPr lang="en-US" altLang="en-US" sz="4100" dirty="0">
              <a:latin typeface="Arial" panose="020B0604020202020204" pitchFamily="34" charset="0"/>
            </a:endParaRPr>
          </a:p>
        </p:txBody>
      </p:sp>
    </p:spTree>
    <p:extLst>
      <p:ext uri="{BB962C8B-B14F-4D97-AF65-F5344CB8AC3E}">
        <p14:creationId xmlns:p14="http://schemas.microsoft.com/office/powerpoint/2010/main" val="134308453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D0BEE-2342-41E9-ADC7-8B1CDA3D11FA}"/>
              </a:ext>
            </a:extLst>
          </p:cNvPr>
          <p:cNvSpPr>
            <a:spLocks noGrp="1"/>
          </p:cNvSpPr>
          <p:nvPr>
            <p:ph type="title"/>
          </p:nvPr>
        </p:nvSpPr>
        <p:spPr/>
        <p:txBody>
          <a:bodyPr/>
          <a:lstStyle/>
          <a:p>
            <a:r>
              <a:rPr lang="en-GB" dirty="0"/>
              <a:t>Santa's List</a:t>
            </a:r>
          </a:p>
        </p:txBody>
      </p:sp>
      <p:sp>
        <p:nvSpPr>
          <p:cNvPr id="8" name="TextBox 7">
            <a:extLst>
              <a:ext uri="{FF2B5EF4-FFF2-40B4-BE49-F238E27FC236}">
                <a16:creationId xmlns:a16="http://schemas.microsoft.com/office/drawing/2014/main" id="{7D00045F-E068-4D3F-A6EB-9B8562941AC4}"/>
              </a:ext>
            </a:extLst>
          </p:cNvPr>
          <p:cNvSpPr txBox="1"/>
          <p:nvPr/>
        </p:nvSpPr>
        <p:spPr>
          <a:xfrm>
            <a:off x="838200" y="1690688"/>
            <a:ext cx="11103429" cy="4524315"/>
          </a:xfrm>
          <a:prstGeom prst="rect">
            <a:avLst/>
          </a:prstGeom>
          <a:noFill/>
        </p:spPr>
        <p:txBody>
          <a:bodyPr wrap="square" rtlCol="0">
            <a:spAutoFit/>
          </a:bodyPr>
          <a:lstStyle/>
          <a:p>
            <a:r>
              <a:rPr lang="en-GB" sz="3200" dirty="0"/>
              <a:t>Write a SQL statement to help Santa</a:t>
            </a:r>
          </a:p>
          <a:p>
            <a:r>
              <a:rPr lang="en-GB" sz="3200" dirty="0"/>
              <a:t>with delivering presents.</a:t>
            </a:r>
          </a:p>
          <a:p>
            <a:endParaRPr lang="en-GB" sz="3200" dirty="0"/>
          </a:p>
          <a:p>
            <a:r>
              <a:rPr lang="en-GB" sz="3200" dirty="0"/>
              <a:t>He wants to know the forename, </a:t>
            </a:r>
          </a:p>
          <a:p>
            <a:r>
              <a:rPr lang="en-GB" sz="3200" dirty="0"/>
              <a:t>surname, and gift ID for everyone </a:t>
            </a:r>
          </a:p>
          <a:p>
            <a:r>
              <a:rPr lang="en-GB" sz="3200" dirty="0"/>
              <a:t>who has been nice this year.</a:t>
            </a:r>
          </a:p>
          <a:p>
            <a:endParaRPr lang="en-GB" sz="3200" dirty="0"/>
          </a:p>
          <a:p>
            <a:r>
              <a:rPr lang="en-GB" sz="3200" dirty="0"/>
              <a:t>He wants to deliver the presents in </a:t>
            </a:r>
          </a:p>
          <a:p>
            <a:r>
              <a:rPr lang="en-GB" sz="3200" dirty="0"/>
              <a:t>reverse order for surnames but alphabetical for forenames.</a:t>
            </a:r>
          </a:p>
        </p:txBody>
      </p:sp>
      <p:grpSp>
        <p:nvGrpSpPr>
          <p:cNvPr id="7" name="Group 6">
            <a:extLst>
              <a:ext uri="{FF2B5EF4-FFF2-40B4-BE49-F238E27FC236}">
                <a16:creationId xmlns:a16="http://schemas.microsoft.com/office/drawing/2014/main" id="{806E4F47-4AC7-4FE1-8831-8C61AC4BA39E}"/>
              </a:ext>
            </a:extLst>
          </p:cNvPr>
          <p:cNvGrpSpPr/>
          <p:nvPr/>
        </p:nvGrpSpPr>
        <p:grpSpPr>
          <a:xfrm>
            <a:off x="8005767" y="1690688"/>
            <a:ext cx="3348033" cy="2862322"/>
            <a:chOff x="2997509" y="1690688"/>
            <a:chExt cx="3348033" cy="2862322"/>
          </a:xfrm>
        </p:grpSpPr>
        <p:sp>
          <p:nvSpPr>
            <p:cNvPr id="4" name="TextBox 3">
              <a:extLst>
                <a:ext uri="{FF2B5EF4-FFF2-40B4-BE49-F238E27FC236}">
                  <a16:creationId xmlns:a16="http://schemas.microsoft.com/office/drawing/2014/main" id="{F9578B56-32C7-4DB0-B023-458E8479DA80}"/>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endParaRPr lang="en-GB" sz="3600" dirty="0"/>
            </a:p>
            <a:p>
              <a:r>
                <a:rPr lang="en-GB" sz="3600" dirty="0" err="1"/>
                <a:t>giftID</a:t>
              </a:r>
              <a:endParaRPr lang="en-GB" sz="3600" dirty="0"/>
            </a:p>
            <a:p>
              <a:r>
                <a:rPr lang="en-GB" sz="3600" dirty="0"/>
                <a:t>first</a:t>
              </a:r>
            </a:p>
            <a:p>
              <a:r>
                <a:rPr lang="en-GB" sz="3600" dirty="0"/>
                <a:t>last</a:t>
              </a:r>
            </a:p>
            <a:p>
              <a:r>
                <a:rPr lang="en-GB" sz="3600" dirty="0"/>
                <a:t>nice</a:t>
              </a:r>
            </a:p>
          </p:txBody>
        </p:sp>
        <p:sp>
          <p:nvSpPr>
            <p:cNvPr id="6" name="TextBox 5">
              <a:extLst>
                <a:ext uri="{FF2B5EF4-FFF2-40B4-BE49-F238E27FC236}">
                  <a16:creationId xmlns:a16="http://schemas.microsoft.com/office/drawing/2014/main" id="{0C82AEF5-B5EF-4BF9-BB0D-2B5245D13EC2}"/>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endParaRPr lang="en-GB" sz="3600" dirty="0"/>
            </a:p>
            <a:p>
              <a:r>
                <a:rPr lang="en-GB" sz="3600" dirty="0"/>
                <a:t>number</a:t>
              </a:r>
            </a:p>
            <a:p>
              <a:r>
                <a:rPr lang="en-GB" sz="3600" dirty="0"/>
                <a:t>text</a:t>
              </a:r>
            </a:p>
            <a:p>
              <a:r>
                <a:rPr lang="en-GB" sz="3600" dirty="0"/>
                <a:t>text</a:t>
              </a:r>
            </a:p>
            <a:p>
              <a:r>
                <a:rPr lang="en-GB" sz="3600" dirty="0" err="1"/>
                <a:t>boolean</a:t>
              </a:r>
              <a:endParaRPr lang="en-GB" sz="3600" dirty="0"/>
            </a:p>
          </p:txBody>
        </p:sp>
        <p:sp>
          <p:nvSpPr>
            <p:cNvPr id="5" name="TextBox 4">
              <a:extLst>
                <a:ext uri="{FF2B5EF4-FFF2-40B4-BE49-F238E27FC236}">
                  <a16:creationId xmlns:a16="http://schemas.microsoft.com/office/drawing/2014/main" id="{5BD2BA1D-A577-43E9-837C-FB8E6AD7A108}"/>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2111382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wipe(left)">
                                      <p:cBhvr>
                                        <p:cTn id="7" dur="1000"/>
                                        <p:tgtEl>
                                          <p:spTgt spid="8">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animEffect transition="in" filter="wipe(left)">
                                      <p:cBhvr>
                                        <p:cTn id="11" dur="750"/>
                                        <p:tgtEl>
                                          <p:spTgt spid="8">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up)">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animEffect transition="in" filter="wipe(left)">
                                      <p:cBhvr>
                                        <p:cTn id="21" dur="1000"/>
                                        <p:tgtEl>
                                          <p:spTgt spid="8">
                                            <p:txEl>
                                              <p:pRg st="3" end="3"/>
                                            </p:txEl>
                                          </p:spTgt>
                                        </p:tgtEl>
                                      </p:cBhvr>
                                    </p:animEffect>
                                  </p:childTnLst>
                                </p:cTn>
                              </p:par>
                            </p:childTnLst>
                          </p:cTn>
                        </p:par>
                        <p:par>
                          <p:cTn id="22" fill="hold">
                            <p:stCondLst>
                              <p:cond delay="1000"/>
                            </p:stCondLst>
                            <p:childTnLst>
                              <p:par>
                                <p:cTn id="23" presetID="22" presetClass="entr" presetSubtype="8" fill="hold" grpId="0" nodeType="afterEffect">
                                  <p:stCondLst>
                                    <p:cond delay="0"/>
                                  </p:stCondLst>
                                  <p:childTnLst>
                                    <p:set>
                                      <p:cBhvr>
                                        <p:cTn id="24" dur="1" fill="hold">
                                          <p:stCondLst>
                                            <p:cond delay="0"/>
                                          </p:stCondLst>
                                        </p:cTn>
                                        <p:tgtEl>
                                          <p:spTgt spid="8">
                                            <p:txEl>
                                              <p:pRg st="4" end="4"/>
                                            </p:txEl>
                                          </p:spTgt>
                                        </p:tgtEl>
                                        <p:attrNameLst>
                                          <p:attrName>style.visibility</p:attrName>
                                        </p:attrNameLst>
                                      </p:cBhvr>
                                      <p:to>
                                        <p:strVal val="visible"/>
                                      </p:to>
                                    </p:set>
                                    <p:animEffect transition="in" filter="wipe(left)">
                                      <p:cBhvr>
                                        <p:cTn id="25" dur="1000"/>
                                        <p:tgtEl>
                                          <p:spTgt spid="8">
                                            <p:txEl>
                                              <p:pRg st="4" end="4"/>
                                            </p:txEl>
                                          </p:spTgt>
                                        </p:tgtEl>
                                      </p:cBhvr>
                                    </p:animEffect>
                                  </p:childTnLst>
                                </p:cTn>
                              </p:par>
                            </p:childTnLst>
                          </p:cTn>
                        </p:par>
                        <p:par>
                          <p:cTn id="26" fill="hold">
                            <p:stCondLst>
                              <p:cond delay="2000"/>
                            </p:stCondLst>
                            <p:childTnLst>
                              <p:par>
                                <p:cTn id="27" presetID="22" presetClass="entr" presetSubtype="8" fill="hold" grpId="0" nodeType="afterEffect">
                                  <p:stCondLst>
                                    <p:cond delay="0"/>
                                  </p:stCondLst>
                                  <p:childTnLst>
                                    <p:set>
                                      <p:cBhvr>
                                        <p:cTn id="28" dur="1" fill="hold">
                                          <p:stCondLst>
                                            <p:cond delay="0"/>
                                          </p:stCondLst>
                                        </p:cTn>
                                        <p:tgtEl>
                                          <p:spTgt spid="8">
                                            <p:txEl>
                                              <p:pRg st="5" end="5"/>
                                            </p:txEl>
                                          </p:spTgt>
                                        </p:tgtEl>
                                        <p:attrNameLst>
                                          <p:attrName>style.visibility</p:attrName>
                                        </p:attrNameLst>
                                      </p:cBhvr>
                                      <p:to>
                                        <p:strVal val="visible"/>
                                      </p:to>
                                    </p:set>
                                    <p:animEffect transition="in" filter="wipe(left)">
                                      <p:cBhvr>
                                        <p:cTn id="29" dur="1000"/>
                                        <p:tgtEl>
                                          <p:spTgt spid="8">
                                            <p:txEl>
                                              <p:pRg st="5" end="5"/>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8">
                                            <p:txEl>
                                              <p:pRg st="7" end="7"/>
                                            </p:txEl>
                                          </p:spTgt>
                                        </p:tgtEl>
                                        <p:attrNameLst>
                                          <p:attrName>style.visibility</p:attrName>
                                        </p:attrNameLst>
                                      </p:cBhvr>
                                      <p:to>
                                        <p:strVal val="visible"/>
                                      </p:to>
                                    </p:set>
                                    <p:animEffect transition="in" filter="wipe(left)">
                                      <p:cBhvr>
                                        <p:cTn id="34" dur="1000"/>
                                        <p:tgtEl>
                                          <p:spTgt spid="8">
                                            <p:txEl>
                                              <p:pRg st="7" end="7"/>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8">
                                            <p:txEl>
                                              <p:pRg st="8" end="8"/>
                                            </p:txEl>
                                          </p:spTgt>
                                        </p:tgtEl>
                                        <p:attrNameLst>
                                          <p:attrName>style.visibility</p:attrName>
                                        </p:attrNameLst>
                                      </p:cBhvr>
                                      <p:to>
                                        <p:strVal val="visible"/>
                                      </p:to>
                                    </p:set>
                                    <p:animEffect transition="in" filter="wipe(left)">
                                      <p:cBhvr>
                                        <p:cTn id="38" dur="20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Santa's List - SQL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first, last, </a:t>
            </a:r>
            <a:r>
              <a:rPr lang="en-US" altLang="en-US" sz="4200" dirty="0" err="1">
                <a:solidFill>
                  <a:srgbClr val="000000"/>
                </a:solidFill>
                <a:latin typeface="Consolas" panose="020B0609020204030204" pitchFamily="49" charset="0"/>
              </a:rPr>
              <a:t>giftID</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gift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nice = </a:t>
            </a:r>
            <a:r>
              <a:rPr lang="en-US" altLang="en-US" sz="4000" dirty="0">
                <a:solidFill>
                  <a:srgbClr val="A71D5D"/>
                </a:solidFill>
                <a:latin typeface="Consolas" panose="020B0609020204030204" pitchFamily="49" charset="0"/>
              </a:rPr>
              <a:t>TRUE</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last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a:solidFill>
                  <a:srgbClr val="000000"/>
                </a:solidFill>
                <a:latin typeface="Consolas" panose="020B0609020204030204" pitchFamily="49" charset="0"/>
              </a:rPr>
              <a:t>first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grpSp>
        <p:nvGrpSpPr>
          <p:cNvPr id="5" name="Group 4">
            <a:extLst>
              <a:ext uri="{FF2B5EF4-FFF2-40B4-BE49-F238E27FC236}">
                <a16:creationId xmlns:a16="http://schemas.microsoft.com/office/drawing/2014/main" id="{5158795E-4509-49D9-9430-5E3771C3DA3B}"/>
              </a:ext>
            </a:extLst>
          </p:cNvPr>
          <p:cNvGrpSpPr/>
          <p:nvPr/>
        </p:nvGrpSpPr>
        <p:grpSpPr>
          <a:xfrm>
            <a:off x="8005767" y="3449578"/>
            <a:ext cx="3348033" cy="2862322"/>
            <a:chOff x="2997509" y="1690688"/>
            <a:chExt cx="3348033" cy="2862322"/>
          </a:xfrm>
        </p:grpSpPr>
        <p:sp>
          <p:nvSpPr>
            <p:cNvPr id="6" name="TextBox 5">
              <a:extLst>
                <a:ext uri="{FF2B5EF4-FFF2-40B4-BE49-F238E27FC236}">
                  <a16:creationId xmlns:a16="http://schemas.microsoft.com/office/drawing/2014/main" id="{01874BD1-A196-48C3-BD84-7782EF92C462}"/>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p>
            <a:p>
              <a:r>
                <a:rPr lang="en-GB" sz="3600" dirty="0" err="1"/>
                <a:t>giftID</a:t>
              </a:r>
              <a:endParaRPr lang="en-GB" sz="3600" dirty="0"/>
            </a:p>
            <a:p>
              <a:r>
                <a:rPr lang="en-GB" sz="3600" dirty="0"/>
                <a:t>first</a:t>
              </a:r>
            </a:p>
            <a:p>
              <a:r>
                <a:rPr lang="en-GB" sz="3600" dirty="0"/>
                <a:t>last</a:t>
              </a:r>
            </a:p>
            <a:p>
              <a:r>
                <a:rPr lang="en-GB" sz="3600" dirty="0"/>
                <a:t>nice</a:t>
              </a:r>
            </a:p>
          </p:txBody>
        </p:sp>
        <p:sp>
          <p:nvSpPr>
            <p:cNvPr id="7" name="TextBox 6">
              <a:extLst>
                <a:ext uri="{FF2B5EF4-FFF2-40B4-BE49-F238E27FC236}">
                  <a16:creationId xmlns:a16="http://schemas.microsoft.com/office/drawing/2014/main" id="{75E5E1DB-3BA0-4A48-B0F0-F57150E41230}"/>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a:t>number</a:t>
              </a:r>
            </a:p>
            <a:p>
              <a:r>
                <a:rPr lang="en-GB" sz="3600" dirty="0"/>
                <a:t>text</a:t>
              </a:r>
            </a:p>
            <a:p>
              <a:r>
                <a:rPr lang="en-GB" sz="3600" dirty="0"/>
                <a:t>text</a:t>
              </a:r>
            </a:p>
            <a:p>
              <a:r>
                <a:rPr lang="en-GB" sz="3600" dirty="0" err="1"/>
                <a:t>boolean</a:t>
              </a:r>
              <a:endParaRPr lang="en-GB" sz="3600" dirty="0"/>
            </a:p>
          </p:txBody>
        </p:sp>
        <p:sp>
          <p:nvSpPr>
            <p:cNvPr id="8" name="TextBox 7">
              <a:extLst>
                <a:ext uri="{FF2B5EF4-FFF2-40B4-BE49-F238E27FC236}">
                  <a16:creationId xmlns:a16="http://schemas.microsoft.com/office/drawing/2014/main" id="{7E6EB94D-8327-4A33-9265-A7636A8D791F}"/>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3199892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7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Video Games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Video Games tasks</a:t>
            </a:r>
          </a:p>
        </p:txBody>
      </p:sp>
    </p:spTree>
    <p:extLst>
      <p:ext uri="{BB962C8B-B14F-4D97-AF65-F5344CB8AC3E}">
        <p14:creationId xmlns:p14="http://schemas.microsoft.com/office/powerpoint/2010/main" val="92700498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t>
            </a:r>
            <a:r>
              <a:rPr lang="en-GB" dirty="0" err="1"/>
              <a:t>equi</a:t>
            </a:r>
            <a:r>
              <a:rPr lang="en-GB" dirty="0"/>
              <a:t>-joins between tables</a:t>
            </a:r>
          </a:p>
        </p:txBody>
      </p:sp>
    </p:spTree>
    <p:extLst>
      <p:ext uri="{BB962C8B-B14F-4D97-AF65-F5344CB8AC3E}">
        <p14:creationId xmlns:p14="http://schemas.microsoft.com/office/powerpoint/2010/main" val="332691785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AC65A-FD1A-BA1D-1BF6-AAC2517F365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4C665E2-9D1A-B958-6DD2-7F3DD5C473A6}"/>
              </a:ext>
            </a:extLst>
          </p:cNvPr>
          <p:cNvSpPr>
            <a:spLocks noGrp="1"/>
          </p:cNvSpPr>
          <p:nvPr>
            <p:ph type="title"/>
          </p:nvPr>
        </p:nvSpPr>
        <p:spPr/>
        <p:txBody>
          <a:bodyPr/>
          <a:lstStyle/>
          <a:p>
            <a:r>
              <a:rPr lang="en-GB" dirty="0"/>
              <a:t>Primary Key</a:t>
            </a:r>
          </a:p>
        </p:txBody>
      </p:sp>
      <p:grpSp>
        <p:nvGrpSpPr>
          <p:cNvPr id="13" name="taxi">
            <a:extLst>
              <a:ext uri="{FF2B5EF4-FFF2-40B4-BE49-F238E27FC236}">
                <a16:creationId xmlns:a16="http://schemas.microsoft.com/office/drawing/2014/main" id="{EA65587E-0D48-7FFF-BECE-C5976BE8844D}"/>
              </a:ext>
            </a:extLst>
          </p:cNvPr>
          <p:cNvGrpSpPr/>
          <p:nvPr/>
        </p:nvGrpSpPr>
        <p:grpSpPr>
          <a:xfrm>
            <a:off x="2808915" y="2290135"/>
            <a:ext cx="1704313" cy="2308324"/>
            <a:chOff x="2197100" y="1720840"/>
            <a:chExt cx="1704313" cy="2308324"/>
          </a:xfrm>
        </p:grpSpPr>
        <p:sp>
          <p:nvSpPr>
            <p:cNvPr id="14" name="TextBox 13">
              <a:extLst>
                <a:ext uri="{FF2B5EF4-FFF2-40B4-BE49-F238E27FC236}">
                  <a16:creationId xmlns:a16="http://schemas.microsoft.com/office/drawing/2014/main" id="{72694D17-6DCF-F900-E224-247D65BB7BF3}"/>
                </a:ext>
              </a:extLst>
            </p:cNvPr>
            <p:cNvSpPr txBox="1"/>
            <p:nvPr/>
          </p:nvSpPr>
          <p:spPr>
            <a:xfrm>
              <a:off x="2197100" y="1720840"/>
              <a:ext cx="1704313"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7B42CFA8-7291-9A65-F0A3-5D0456261D5A}"/>
                </a:ext>
              </a:extLst>
            </p:cNvPr>
            <p:cNvSpPr txBox="1"/>
            <p:nvPr/>
          </p:nvSpPr>
          <p:spPr>
            <a:xfrm>
              <a:off x="2197100" y="1720840"/>
              <a:ext cx="1704313"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aphicFrame>
        <p:nvGraphicFramePr>
          <p:cNvPr id="8" name="Table 7">
            <a:extLst>
              <a:ext uri="{FF2B5EF4-FFF2-40B4-BE49-F238E27FC236}">
                <a16:creationId xmlns:a16="http://schemas.microsoft.com/office/drawing/2014/main" id="{B0C2A4DE-D301-E7BF-3F87-C1DA54AF1A30}"/>
              </a:ext>
            </a:extLst>
          </p:cNvPr>
          <p:cNvGraphicFramePr>
            <a:graphicFrameLocks noGrp="1"/>
          </p:cNvGraphicFramePr>
          <p:nvPr>
            <p:extLst>
              <p:ext uri="{D42A27DB-BD31-4B8C-83A1-F6EECF244321}">
                <p14:modId xmlns:p14="http://schemas.microsoft.com/office/powerpoint/2010/main" val="3643479820"/>
              </p:ext>
            </p:extLst>
          </p:nvPr>
        </p:nvGraphicFramePr>
        <p:xfrm>
          <a:off x="5665160" y="229013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u="none" dirty="0" err="1">
                          <a:latin typeface="Consolas" panose="020B0609020204030204" pitchFamily="49" charset="0"/>
                        </a:rPr>
                        <a:t>taxiID</a:t>
                      </a:r>
                      <a:endParaRPr lang="en-GB" sz="3200" b="1" u="none" dirty="0">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a:effectLst/>
                          <a:latin typeface="Consolas" panose="020B0609020204030204" pitchFamily="49" charset="0"/>
                        </a:rPr>
                        <a:t>17</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
        <p:nvSpPr>
          <p:cNvPr id="23" name="Keys">
            <a:extLst>
              <a:ext uri="{FF2B5EF4-FFF2-40B4-BE49-F238E27FC236}">
                <a16:creationId xmlns:a16="http://schemas.microsoft.com/office/drawing/2014/main" id="{BE12CF5F-1BE6-861F-88CA-3629610ACDEE}"/>
              </a:ext>
            </a:extLst>
          </p:cNvPr>
          <p:cNvSpPr txBox="1"/>
          <p:nvPr/>
        </p:nvSpPr>
        <p:spPr>
          <a:xfrm>
            <a:off x="9470519" y="1736259"/>
            <a:ext cx="1083182" cy="646331"/>
          </a:xfrm>
          <a:prstGeom prst="rect">
            <a:avLst/>
          </a:prstGeom>
          <a:noFill/>
        </p:spPr>
        <p:txBody>
          <a:bodyPr wrap="none" rtlCol="0">
            <a:spAutoFit/>
          </a:bodyPr>
          <a:lstStyle/>
          <a:p>
            <a:pPr algn="r"/>
            <a:r>
              <a:rPr lang="en-GB" sz="3600" b="1" dirty="0">
                <a:solidFill>
                  <a:srgbClr val="7030A0"/>
                </a:solidFill>
              </a:rPr>
              <a:t>Data</a:t>
            </a:r>
            <a:endParaRPr lang="en-GB" sz="3600" b="1" u="sng" dirty="0">
              <a:solidFill>
                <a:srgbClr val="7030A0"/>
              </a:solidFill>
            </a:endParaRPr>
          </a:p>
        </p:txBody>
      </p:sp>
      <p:sp>
        <p:nvSpPr>
          <p:cNvPr id="25" name="Callout: Bent Line with No Border 8">
            <a:extLst>
              <a:ext uri="{FF2B5EF4-FFF2-40B4-BE49-F238E27FC236}">
                <a16:creationId xmlns:a16="http://schemas.microsoft.com/office/drawing/2014/main" id="{B3C6986C-ACAA-4B1B-398B-3E2FDD22811B}"/>
              </a:ext>
            </a:extLst>
          </p:cNvPr>
          <p:cNvSpPr/>
          <p:nvPr/>
        </p:nvSpPr>
        <p:spPr>
          <a:xfrm>
            <a:off x="6769686" y="5265723"/>
            <a:ext cx="4747389" cy="546932"/>
          </a:xfrm>
          <a:prstGeom prst="callout2">
            <a:avLst>
              <a:gd name="adj1" fmla="val 51215"/>
              <a:gd name="adj2" fmla="val -583"/>
              <a:gd name="adj3" fmla="val 52593"/>
              <a:gd name="adj4" fmla="val -10044"/>
              <a:gd name="adj5" fmla="val -58400"/>
              <a:gd name="adj6" fmla="val -138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 </a:t>
            </a:r>
            <a:r>
              <a:rPr lang="en-GB" sz="3200" b="1" dirty="0">
                <a:solidFill>
                  <a:srgbClr val="7030A0"/>
                </a:solidFill>
              </a:rPr>
              <a:t>unique value</a:t>
            </a:r>
          </a:p>
        </p:txBody>
      </p:sp>
      <p:sp>
        <p:nvSpPr>
          <p:cNvPr id="26" name="Keys">
            <a:extLst>
              <a:ext uri="{FF2B5EF4-FFF2-40B4-BE49-F238E27FC236}">
                <a16:creationId xmlns:a16="http://schemas.microsoft.com/office/drawing/2014/main" id="{85E6E209-8179-0CBE-26A4-AE69CEB0EEA0}"/>
              </a:ext>
            </a:extLst>
          </p:cNvPr>
          <p:cNvSpPr txBox="1"/>
          <p:nvPr/>
        </p:nvSpPr>
        <p:spPr>
          <a:xfrm>
            <a:off x="2808915" y="1690431"/>
            <a:ext cx="1305678" cy="646331"/>
          </a:xfrm>
          <a:prstGeom prst="rect">
            <a:avLst/>
          </a:prstGeom>
          <a:noFill/>
        </p:spPr>
        <p:txBody>
          <a:bodyPr wrap="none" rtlCol="0">
            <a:spAutoFit/>
          </a:bodyPr>
          <a:lstStyle/>
          <a:p>
            <a:r>
              <a:rPr lang="en-GB" sz="3600" b="1" dirty="0">
                <a:solidFill>
                  <a:srgbClr val="7030A0"/>
                </a:solidFill>
              </a:rPr>
              <a:t>Entity</a:t>
            </a:r>
            <a:endParaRPr lang="en-GB" sz="3600" b="1" u="sng" dirty="0">
              <a:solidFill>
                <a:srgbClr val="7030A0"/>
              </a:solidFill>
            </a:endParaRPr>
          </a:p>
        </p:txBody>
      </p:sp>
      <p:sp>
        <p:nvSpPr>
          <p:cNvPr id="2" name="Callout: Bent Line with No Border 8">
            <a:extLst>
              <a:ext uri="{FF2B5EF4-FFF2-40B4-BE49-F238E27FC236}">
                <a16:creationId xmlns:a16="http://schemas.microsoft.com/office/drawing/2014/main" id="{14B06F77-A786-B656-BBA0-7D64280D7A57}"/>
              </a:ext>
            </a:extLst>
          </p:cNvPr>
          <p:cNvSpPr/>
          <p:nvPr/>
        </p:nvSpPr>
        <p:spPr>
          <a:xfrm>
            <a:off x="1411831" y="5265723"/>
            <a:ext cx="4253329" cy="546932"/>
          </a:xfrm>
          <a:prstGeom prst="callout2">
            <a:avLst>
              <a:gd name="adj1" fmla="val 51215"/>
              <a:gd name="adj2" fmla="val -583"/>
              <a:gd name="adj3" fmla="val 52593"/>
              <a:gd name="adj4" fmla="val -10044"/>
              <a:gd name="adj5" fmla="val -362588"/>
              <a:gd name="adj6" fmla="val 303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 </a:t>
            </a:r>
            <a:r>
              <a:rPr lang="en-GB" sz="3200" b="1" u="sng" dirty="0">
                <a:solidFill>
                  <a:srgbClr val="7030A0"/>
                </a:solidFill>
              </a:rPr>
              <a:t>underlined</a:t>
            </a:r>
          </a:p>
        </p:txBody>
      </p:sp>
    </p:spTree>
    <p:extLst>
      <p:ext uri="{BB962C8B-B14F-4D97-AF65-F5344CB8AC3E}">
        <p14:creationId xmlns:p14="http://schemas.microsoft.com/office/powerpoint/2010/main" val="3421085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6">
                                            <p:txEl>
                                              <p:pRg st="0" end="0"/>
                                            </p:txEl>
                                          </p:spTgt>
                                        </p:tgtEl>
                                        <p:attrNameLst>
                                          <p:attrName>style.visibility</p:attrName>
                                        </p:attrNameLst>
                                      </p:cBhvr>
                                      <p:to>
                                        <p:strVal val="visible"/>
                                      </p:to>
                                    </p:set>
                                    <p:animEffect transition="in" filter="wipe(left)">
                                      <p:cBhvr>
                                        <p:cTn id="7" dur="1000"/>
                                        <p:tgtEl>
                                          <p:spTgt spid="26">
                                            <p:txEl>
                                              <p:pRg st="0" end="0"/>
                                            </p:txEl>
                                          </p:spTgt>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wipe(up)">
                                      <p:cBhvr>
                                        <p:cTn id="11" dur="2000"/>
                                        <p:tgtEl>
                                          <p:spTgt spid="1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3">
                                            <p:txEl>
                                              <p:pRg st="0" end="0"/>
                                            </p:txEl>
                                          </p:spTgt>
                                        </p:tgtEl>
                                        <p:attrNameLst>
                                          <p:attrName>style.visibility</p:attrName>
                                        </p:attrNameLst>
                                      </p:cBhvr>
                                      <p:to>
                                        <p:strVal val="visible"/>
                                      </p:to>
                                    </p:set>
                                    <p:animEffect transition="in" filter="wipe(left)">
                                      <p:cBhvr>
                                        <p:cTn id="16" dur="1000"/>
                                        <p:tgtEl>
                                          <p:spTgt spid="23">
                                            <p:txEl>
                                              <p:pRg st="0" end="0"/>
                                            </p:txEl>
                                          </p:spTgt>
                                        </p:tgtEl>
                                      </p:cBhvr>
                                    </p:animEffect>
                                  </p:childTnLst>
                                </p:cTn>
                              </p:par>
                            </p:childTnLst>
                          </p:cTn>
                        </p:par>
                        <p:par>
                          <p:cTn id="17" fill="hold">
                            <p:stCondLst>
                              <p:cond delay="1000"/>
                            </p:stCondLst>
                            <p:childTnLst>
                              <p:par>
                                <p:cTn id="18" presetID="22" presetClass="entr" presetSubtype="1" fill="hold" nodeType="after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up)">
                                      <p:cBhvr>
                                        <p:cTn id="20" dur="20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
                                        </p:tgtEl>
                                        <p:attrNameLst>
                                          <p:attrName>style.visibility</p:attrName>
                                        </p:attrNameLst>
                                      </p:cBhvr>
                                      <p:to>
                                        <p:strVal val="visible"/>
                                      </p:to>
                                    </p:set>
                                    <p:animEffect transition="in" filter="wipe(left)">
                                      <p:cBhvr>
                                        <p:cTn id="25" dur="2000"/>
                                        <p:tgtEl>
                                          <p:spTgt spid="2"/>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5"/>
                                        </p:tgtEl>
                                        <p:attrNameLst>
                                          <p:attrName>style.visibility</p:attrName>
                                        </p:attrNameLst>
                                      </p:cBhvr>
                                      <p:to>
                                        <p:strVal val="visible"/>
                                      </p:to>
                                    </p:set>
                                    <p:animEffect transition="in" filter="wipe(left)">
                                      <p:cBhvr>
                                        <p:cTn id="30" dur="2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P spid="25" grpId="0" animBg="1"/>
      <p:bldP spid="26" grpId="0" uiExpand="1" build="p"/>
      <p:bldP spid="2" grpId="0" animBg="1"/>
    </p:bldLst>
  </p:timing>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8F22A1C-FA05-84B3-6981-2B7890158C1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647C95C-2047-B2FA-D767-732CBEE6A83F}"/>
              </a:ext>
            </a:extLst>
          </p:cNvPr>
          <p:cNvSpPr>
            <a:spLocks noGrp="1"/>
          </p:cNvSpPr>
          <p:nvPr>
            <p:ph type="title"/>
          </p:nvPr>
        </p:nvSpPr>
        <p:spPr/>
        <p:txBody>
          <a:bodyPr/>
          <a:lstStyle/>
          <a:p>
            <a:r>
              <a:rPr lang="en-GB" dirty="0"/>
              <a:t>Primary Key</a:t>
            </a:r>
          </a:p>
        </p:txBody>
      </p:sp>
      <p:grpSp>
        <p:nvGrpSpPr>
          <p:cNvPr id="13" name="taxi">
            <a:extLst>
              <a:ext uri="{FF2B5EF4-FFF2-40B4-BE49-F238E27FC236}">
                <a16:creationId xmlns:a16="http://schemas.microsoft.com/office/drawing/2014/main" id="{4A762D2C-B9E3-A0EC-18DC-6C85D61BF521}"/>
              </a:ext>
            </a:extLst>
          </p:cNvPr>
          <p:cNvGrpSpPr/>
          <p:nvPr/>
        </p:nvGrpSpPr>
        <p:grpSpPr>
          <a:xfrm>
            <a:off x="2808915" y="2290135"/>
            <a:ext cx="1704313" cy="2308324"/>
            <a:chOff x="2197100" y="1720840"/>
            <a:chExt cx="1704313" cy="2308324"/>
          </a:xfrm>
        </p:grpSpPr>
        <p:sp>
          <p:nvSpPr>
            <p:cNvPr id="14" name="TextBox 13">
              <a:extLst>
                <a:ext uri="{FF2B5EF4-FFF2-40B4-BE49-F238E27FC236}">
                  <a16:creationId xmlns:a16="http://schemas.microsoft.com/office/drawing/2014/main" id="{E309C57A-AA90-4D10-15A4-88CA662CEB7A}"/>
                </a:ext>
              </a:extLst>
            </p:cNvPr>
            <p:cNvSpPr txBox="1"/>
            <p:nvPr/>
          </p:nvSpPr>
          <p:spPr>
            <a:xfrm>
              <a:off x="2197100" y="1720840"/>
              <a:ext cx="1704313"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3C4C048A-1422-1B5A-1428-537EB8672848}"/>
                </a:ext>
              </a:extLst>
            </p:cNvPr>
            <p:cNvSpPr txBox="1"/>
            <p:nvPr/>
          </p:nvSpPr>
          <p:spPr>
            <a:xfrm>
              <a:off x="2197100" y="1720840"/>
              <a:ext cx="1704313"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aphicFrame>
        <p:nvGraphicFramePr>
          <p:cNvPr id="8" name="Table 7">
            <a:extLst>
              <a:ext uri="{FF2B5EF4-FFF2-40B4-BE49-F238E27FC236}">
                <a16:creationId xmlns:a16="http://schemas.microsoft.com/office/drawing/2014/main" id="{48F31396-050C-5190-1FBB-002FEAD892F5}"/>
              </a:ext>
            </a:extLst>
          </p:cNvPr>
          <p:cNvGraphicFramePr>
            <a:graphicFrameLocks noGrp="1"/>
          </p:cNvGraphicFramePr>
          <p:nvPr/>
        </p:nvGraphicFramePr>
        <p:xfrm>
          <a:off x="5665160" y="229013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dirty="0" err="1">
                          <a:latin typeface="Consolas" panose="020B0609020204030204" pitchFamily="49" charset="0"/>
                        </a:rPr>
                        <a:t>taxiID</a:t>
                      </a:r>
                      <a:endParaRPr lang="en-GB" sz="3200" b="1" dirty="0">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a:effectLst/>
                          <a:latin typeface="Consolas" panose="020B0609020204030204" pitchFamily="49" charset="0"/>
                        </a:rPr>
                        <a:t>17</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Tree>
    <p:extLst>
      <p:ext uri="{BB962C8B-B14F-4D97-AF65-F5344CB8AC3E}">
        <p14:creationId xmlns:p14="http://schemas.microsoft.com/office/powerpoint/2010/main" val="227985790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B7E058-E4A1-2D17-379A-D17AE8EB7D7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43FE3B5-CCED-531B-9D75-74B02F9FCCD3}"/>
              </a:ext>
            </a:extLst>
          </p:cNvPr>
          <p:cNvSpPr>
            <a:spLocks noGrp="1"/>
          </p:cNvSpPr>
          <p:nvPr>
            <p:ph type="title"/>
          </p:nvPr>
        </p:nvSpPr>
        <p:spPr/>
        <p:txBody>
          <a:bodyPr/>
          <a:lstStyle/>
          <a:p>
            <a:r>
              <a:rPr lang="en-GB" dirty="0"/>
              <a:t>Foreign Key</a:t>
            </a:r>
          </a:p>
        </p:txBody>
      </p:sp>
      <p:graphicFrame>
        <p:nvGraphicFramePr>
          <p:cNvPr id="8" name="Table 7">
            <a:extLst>
              <a:ext uri="{FF2B5EF4-FFF2-40B4-BE49-F238E27FC236}">
                <a16:creationId xmlns:a16="http://schemas.microsoft.com/office/drawing/2014/main" id="{42287C8D-C1EF-C053-7A75-739971CA7A2A}"/>
              </a:ext>
            </a:extLst>
          </p:cNvPr>
          <p:cNvGraphicFramePr>
            <a:graphicFrameLocks noGrp="1"/>
          </p:cNvGraphicFramePr>
          <p:nvPr>
            <p:extLst>
              <p:ext uri="{D42A27DB-BD31-4B8C-83A1-F6EECF244321}">
                <p14:modId xmlns:p14="http://schemas.microsoft.com/office/powerpoint/2010/main" val="890077922"/>
              </p:ext>
            </p:extLst>
          </p:nvPr>
        </p:nvGraphicFramePr>
        <p:xfrm>
          <a:off x="838200" y="219550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u="none" dirty="0" err="1">
                          <a:solidFill>
                            <a:srgbClr val="FF0000"/>
                          </a:solidFill>
                          <a:latin typeface="Consolas" panose="020B0609020204030204" pitchFamily="49" charset="0"/>
                        </a:rPr>
                        <a:t>taxiID</a:t>
                      </a:r>
                      <a:endParaRPr lang="en-GB" sz="3200" b="1" u="none"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
        <p:nvSpPr>
          <p:cNvPr id="23" name="Keys">
            <a:extLst>
              <a:ext uri="{FF2B5EF4-FFF2-40B4-BE49-F238E27FC236}">
                <a16:creationId xmlns:a16="http://schemas.microsoft.com/office/drawing/2014/main" id="{15E655EB-CF46-A8D3-7818-966EECB3F463}"/>
              </a:ext>
            </a:extLst>
          </p:cNvPr>
          <p:cNvSpPr txBox="1"/>
          <p:nvPr/>
        </p:nvSpPr>
        <p:spPr>
          <a:xfrm>
            <a:off x="838200" y="1690688"/>
            <a:ext cx="2175147" cy="646331"/>
          </a:xfrm>
          <a:prstGeom prst="rect">
            <a:avLst/>
          </a:prstGeom>
          <a:noFill/>
        </p:spPr>
        <p:txBody>
          <a:bodyPr wrap="none" rtlCol="0">
            <a:spAutoFit/>
          </a:bodyPr>
          <a:lstStyle/>
          <a:p>
            <a:pPr algn="r"/>
            <a:r>
              <a:rPr lang="en-GB" sz="3600" b="1" dirty="0">
                <a:solidFill>
                  <a:srgbClr val="7030A0"/>
                </a:solidFill>
              </a:rPr>
              <a:t>Table: Taxi</a:t>
            </a:r>
            <a:endParaRPr lang="en-GB" sz="3600" b="1" u="sng" dirty="0">
              <a:solidFill>
                <a:srgbClr val="7030A0"/>
              </a:solidFill>
            </a:endParaRPr>
          </a:p>
        </p:txBody>
      </p:sp>
      <p:sp>
        <p:nvSpPr>
          <p:cNvPr id="25" name="Callout: Bent Line with No Border 8">
            <a:extLst>
              <a:ext uri="{FF2B5EF4-FFF2-40B4-BE49-F238E27FC236}">
                <a16:creationId xmlns:a16="http://schemas.microsoft.com/office/drawing/2014/main" id="{E3BFB660-B402-AC52-ADE2-671F7DDCB522}"/>
              </a:ext>
            </a:extLst>
          </p:cNvPr>
          <p:cNvSpPr/>
          <p:nvPr/>
        </p:nvSpPr>
        <p:spPr>
          <a:xfrm>
            <a:off x="1359487" y="5322873"/>
            <a:ext cx="2240964" cy="546932"/>
          </a:xfrm>
          <a:prstGeom prst="callout2">
            <a:avLst>
              <a:gd name="adj1" fmla="val 49256"/>
              <a:gd name="adj2" fmla="val 1"/>
              <a:gd name="adj3" fmla="val 48675"/>
              <a:gd name="adj4" fmla="val -10470"/>
              <a:gd name="adj5" fmla="val -96714"/>
              <a:gd name="adj6" fmla="val -1034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a:t>
            </a:r>
            <a:endParaRPr lang="en-GB" sz="3200" b="1" dirty="0">
              <a:solidFill>
                <a:srgbClr val="7030A0"/>
              </a:solidFill>
            </a:endParaRPr>
          </a:p>
        </p:txBody>
      </p:sp>
      <p:graphicFrame>
        <p:nvGraphicFramePr>
          <p:cNvPr id="3" name="Table 2">
            <a:extLst>
              <a:ext uri="{FF2B5EF4-FFF2-40B4-BE49-F238E27FC236}">
                <a16:creationId xmlns:a16="http://schemas.microsoft.com/office/drawing/2014/main" id="{BF6C8320-3B62-7F41-0D45-F63A303F3AD5}"/>
              </a:ext>
            </a:extLst>
          </p:cNvPr>
          <p:cNvGraphicFramePr>
            <a:graphicFrameLocks noGrp="1"/>
          </p:cNvGraphicFramePr>
          <p:nvPr>
            <p:extLst>
              <p:ext uri="{D42A27DB-BD31-4B8C-83A1-F6EECF244321}">
                <p14:modId xmlns:p14="http://schemas.microsoft.com/office/powerpoint/2010/main" val="1948255901"/>
              </p:ext>
            </p:extLst>
          </p:nvPr>
        </p:nvGraphicFramePr>
        <p:xfrm>
          <a:off x="6465261" y="2195505"/>
          <a:ext cx="4552951" cy="3078480"/>
        </p:xfrm>
        <a:graphic>
          <a:graphicData uri="http://schemas.openxmlformats.org/drawingml/2006/table">
            <a:tbl>
              <a:tblPr>
                <a:tableStyleId>{2D5ABB26-0587-4C30-8999-92F81FD0307C}</a:tableStyleId>
              </a:tblPr>
              <a:tblGrid>
                <a:gridCol w="1592263">
                  <a:extLst>
                    <a:ext uri="{9D8B030D-6E8A-4147-A177-3AD203B41FA5}">
                      <a16:colId xmlns:a16="http://schemas.microsoft.com/office/drawing/2014/main" val="472702329"/>
                    </a:ext>
                  </a:extLst>
                </a:gridCol>
                <a:gridCol w="1592263">
                  <a:extLst>
                    <a:ext uri="{9D8B030D-6E8A-4147-A177-3AD203B41FA5}">
                      <a16:colId xmlns:a16="http://schemas.microsoft.com/office/drawing/2014/main" val="2690132748"/>
                    </a:ext>
                  </a:extLst>
                </a:gridCol>
                <a:gridCol w="1368425">
                  <a:extLst>
                    <a:ext uri="{9D8B030D-6E8A-4147-A177-3AD203B41FA5}">
                      <a16:colId xmlns:a16="http://schemas.microsoft.com/office/drawing/2014/main" val="4184799364"/>
                    </a:ext>
                  </a:extLst>
                </a:gridCol>
              </a:tblGrid>
              <a:tr h="299399">
                <a:tc>
                  <a:txBody>
                    <a:bodyPr/>
                    <a:lstStyle/>
                    <a:p>
                      <a:r>
                        <a:rPr lang="en-GB" sz="3200" b="1" u="none" dirty="0" err="1">
                          <a:latin typeface="Consolas" panose="020B0609020204030204" pitchFamily="49" charset="0"/>
                        </a:rPr>
                        <a:t>tripID</a:t>
                      </a:r>
                      <a:endParaRPr lang="en-GB" sz="3200" b="1" u="none" dirty="0">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err="1">
                          <a:solidFill>
                            <a:srgbClr val="FF0000"/>
                          </a:solidFill>
                          <a:latin typeface="Consolas" panose="020B0609020204030204" pitchFamily="49" charset="0"/>
                        </a:rPr>
                        <a:t>taxiID</a:t>
                      </a:r>
                      <a:endParaRPr lang="en-GB" sz="3200" b="1"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cost</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1</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7.75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dirty="0">
                          <a:effectLst/>
                          <a:latin typeface="Consolas" panose="020B0609020204030204" pitchFamily="49" charset="0"/>
                        </a:rPr>
                        <a:t>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21.80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dirty="0">
                          <a:effectLst/>
                          <a:latin typeface="Consolas" panose="020B0609020204030204" pitchFamily="49" charset="0"/>
                        </a:rPr>
                        <a:t>3</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5.20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b="0" i="0" dirty="0">
                          <a:solidFill>
                            <a:srgbClr val="000000"/>
                          </a:solidFill>
                          <a:effectLst/>
                          <a:latin typeface="Consolas" panose="020B0609020204030204" pitchFamily="49" charset="0"/>
                        </a:rPr>
                        <a:t>4</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11.00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r h="0">
                <a:tc>
                  <a:txBody>
                    <a:bodyPr/>
                    <a:lstStyle/>
                    <a:p>
                      <a:pPr algn="l"/>
                      <a:r>
                        <a:rPr lang="en-GB" sz="3200" b="0" i="0" dirty="0">
                          <a:solidFill>
                            <a:srgbClr val="000000"/>
                          </a:solidFill>
                          <a:effectLst/>
                          <a:latin typeface="Consolas" panose="020B0609020204030204" pitchFamily="49" charset="0"/>
                        </a:rPr>
                        <a:t>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13</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9.25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58362907"/>
                  </a:ext>
                </a:extLst>
              </a:tr>
            </a:tbl>
          </a:graphicData>
        </a:graphic>
      </p:graphicFrame>
      <p:sp>
        <p:nvSpPr>
          <p:cNvPr id="5" name="Keys">
            <a:extLst>
              <a:ext uri="{FF2B5EF4-FFF2-40B4-BE49-F238E27FC236}">
                <a16:creationId xmlns:a16="http://schemas.microsoft.com/office/drawing/2014/main" id="{30982C2F-1B07-2C27-F182-8D5B538204D3}"/>
              </a:ext>
            </a:extLst>
          </p:cNvPr>
          <p:cNvSpPr txBox="1"/>
          <p:nvPr/>
        </p:nvSpPr>
        <p:spPr>
          <a:xfrm>
            <a:off x="6436045" y="1690688"/>
            <a:ext cx="2163477" cy="646331"/>
          </a:xfrm>
          <a:prstGeom prst="rect">
            <a:avLst/>
          </a:prstGeom>
          <a:noFill/>
        </p:spPr>
        <p:txBody>
          <a:bodyPr wrap="none" rtlCol="0">
            <a:spAutoFit/>
          </a:bodyPr>
          <a:lstStyle/>
          <a:p>
            <a:pPr algn="r"/>
            <a:r>
              <a:rPr lang="en-GB" sz="3600" b="1" dirty="0">
                <a:solidFill>
                  <a:srgbClr val="7030A0"/>
                </a:solidFill>
              </a:rPr>
              <a:t>Table: Trip</a:t>
            </a:r>
            <a:endParaRPr lang="en-GB" sz="3600" b="1" u="sng" dirty="0">
              <a:solidFill>
                <a:srgbClr val="7030A0"/>
              </a:solidFill>
            </a:endParaRPr>
          </a:p>
        </p:txBody>
      </p:sp>
      <p:sp>
        <p:nvSpPr>
          <p:cNvPr id="7" name="Callout: Bent Line with No Border 8">
            <a:extLst>
              <a:ext uri="{FF2B5EF4-FFF2-40B4-BE49-F238E27FC236}">
                <a16:creationId xmlns:a16="http://schemas.microsoft.com/office/drawing/2014/main" id="{0B778F1C-E849-D6D2-FE49-1A07B813AE62}"/>
              </a:ext>
            </a:extLst>
          </p:cNvPr>
          <p:cNvSpPr/>
          <p:nvPr/>
        </p:nvSpPr>
        <p:spPr>
          <a:xfrm flipH="1">
            <a:off x="203200" y="6014683"/>
            <a:ext cx="7369322" cy="546932"/>
          </a:xfrm>
          <a:prstGeom prst="callout2">
            <a:avLst>
              <a:gd name="adj1" fmla="val 50127"/>
              <a:gd name="adj2" fmla="val -82"/>
              <a:gd name="adj3" fmla="val 48892"/>
              <a:gd name="adj4" fmla="val -10060"/>
              <a:gd name="adj5" fmla="val -132706"/>
              <a:gd name="adj6" fmla="val -100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3200" dirty="0">
                <a:solidFill>
                  <a:srgbClr val="7030A0"/>
                </a:solidFill>
              </a:rPr>
              <a:t>Foreign Key: </a:t>
            </a:r>
            <a:r>
              <a:rPr lang="en-GB" sz="3200" b="1" dirty="0">
                <a:solidFill>
                  <a:srgbClr val="7030A0"/>
                </a:solidFill>
              </a:rPr>
              <a:t>Primary Key of another table</a:t>
            </a:r>
          </a:p>
        </p:txBody>
      </p:sp>
      <p:sp>
        <p:nvSpPr>
          <p:cNvPr id="9" name="Callout: Bent Line with No Border 8">
            <a:extLst>
              <a:ext uri="{FF2B5EF4-FFF2-40B4-BE49-F238E27FC236}">
                <a16:creationId xmlns:a16="http://schemas.microsoft.com/office/drawing/2014/main" id="{0143EC99-5F2C-25C0-63F5-91FC5EFD8561}"/>
              </a:ext>
            </a:extLst>
          </p:cNvPr>
          <p:cNvSpPr/>
          <p:nvPr/>
        </p:nvSpPr>
        <p:spPr>
          <a:xfrm flipH="1">
            <a:off x="4224297" y="5322873"/>
            <a:ext cx="2240964" cy="546932"/>
          </a:xfrm>
          <a:prstGeom prst="callout2">
            <a:avLst>
              <a:gd name="adj1" fmla="val 50562"/>
              <a:gd name="adj2" fmla="val 55"/>
              <a:gd name="adj3" fmla="val 50634"/>
              <a:gd name="adj4" fmla="val -9938"/>
              <a:gd name="adj5" fmla="val -8476"/>
              <a:gd name="adj6" fmla="val -10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3200" dirty="0">
                <a:solidFill>
                  <a:srgbClr val="7030A0"/>
                </a:solidFill>
              </a:rPr>
              <a:t>Primary Key</a:t>
            </a:r>
            <a:endParaRPr lang="en-GB" sz="3200" b="1" dirty="0">
              <a:solidFill>
                <a:srgbClr val="7030A0"/>
              </a:solidFill>
            </a:endParaRPr>
          </a:p>
        </p:txBody>
      </p:sp>
    </p:spTree>
    <p:extLst>
      <p:ext uri="{BB962C8B-B14F-4D97-AF65-F5344CB8AC3E}">
        <p14:creationId xmlns:p14="http://schemas.microsoft.com/office/powerpoint/2010/main" val="10187951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3">
                                            <p:txEl>
                                              <p:pRg st="0" end="0"/>
                                            </p:txEl>
                                          </p:spTgt>
                                        </p:tgtEl>
                                        <p:attrNameLst>
                                          <p:attrName>style.visibility</p:attrName>
                                        </p:attrNameLst>
                                      </p:cBhvr>
                                      <p:to>
                                        <p:strVal val="visible"/>
                                      </p:to>
                                    </p:set>
                                    <p:animEffect transition="in" filter="wipe(left)">
                                      <p:cBhvr>
                                        <p:cTn id="7" dur="1000"/>
                                        <p:tgtEl>
                                          <p:spTgt spid="23">
                                            <p:txEl>
                                              <p:pRg st="0" end="0"/>
                                            </p:txEl>
                                          </p:spTgt>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wipe(up)">
                                      <p:cBhvr>
                                        <p:cTn id="11" dur="2000"/>
                                        <p:tgtEl>
                                          <p:spTgt spid="8"/>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txEl>
                                              <p:pRg st="0" end="0"/>
                                            </p:txEl>
                                          </p:spTgt>
                                        </p:tgtEl>
                                        <p:attrNameLst>
                                          <p:attrName>style.visibility</p:attrName>
                                        </p:attrNameLst>
                                      </p:cBhvr>
                                      <p:to>
                                        <p:strVal val="visible"/>
                                      </p:to>
                                    </p:set>
                                    <p:animEffect transition="in" filter="wipe(left)">
                                      <p:cBhvr>
                                        <p:cTn id="16" dur="1000"/>
                                        <p:tgtEl>
                                          <p:spTgt spid="5">
                                            <p:txEl>
                                              <p:pRg st="0" end="0"/>
                                            </p:txEl>
                                          </p:spTgt>
                                        </p:tgtEl>
                                      </p:cBhvr>
                                    </p:animEffect>
                                  </p:childTnLst>
                                </p:cTn>
                              </p:par>
                            </p:childTnLst>
                          </p:cTn>
                        </p:par>
                        <p:par>
                          <p:cTn id="17" fill="hold">
                            <p:stCondLst>
                              <p:cond delay="10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wipe(left)">
                                      <p:cBhvr>
                                        <p:cTn id="25" dur="2000"/>
                                        <p:tgtEl>
                                          <p:spTgt spid="25"/>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20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4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P spid="25" grpId="0" animBg="1"/>
      <p:bldP spid="5" grpId="0" uiExpand="1" build="p"/>
      <p:bldP spid="7" grpId="0" animBg="1"/>
      <p:bldP spid="9" grpId="0" animBg="1"/>
    </p:bldLst>
  </p:timing>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E86A5F8-9D2F-DB16-E2BA-5329BEDC9C7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0120949-EFD5-8A0F-E12D-5450647EB0E5}"/>
              </a:ext>
            </a:extLst>
          </p:cNvPr>
          <p:cNvSpPr>
            <a:spLocks noGrp="1"/>
          </p:cNvSpPr>
          <p:nvPr>
            <p:ph type="title"/>
          </p:nvPr>
        </p:nvSpPr>
        <p:spPr/>
        <p:txBody>
          <a:bodyPr/>
          <a:lstStyle/>
          <a:p>
            <a:r>
              <a:rPr lang="en-GB" dirty="0"/>
              <a:t>Foreign Key</a:t>
            </a:r>
          </a:p>
        </p:txBody>
      </p:sp>
      <p:graphicFrame>
        <p:nvGraphicFramePr>
          <p:cNvPr id="8" name="Table 7">
            <a:extLst>
              <a:ext uri="{FF2B5EF4-FFF2-40B4-BE49-F238E27FC236}">
                <a16:creationId xmlns:a16="http://schemas.microsoft.com/office/drawing/2014/main" id="{01009E7C-3343-7E78-A738-6B72AF88D957}"/>
              </a:ext>
            </a:extLst>
          </p:cNvPr>
          <p:cNvGraphicFramePr>
            <a:graphicFrameLocks noGrp="1"/>
          </p:cNvGraphicFramePr>
          <p:nvPr/>
        </p:nvGraphicFramePr>
        <p:xfrm>
          <a:off x="838200" y="219550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u="none" dirty="0" err="1">
                          <a:solidFill>
                            <a:srgbClr val="FF0000"/>
                          </a:solidFill>
                          <a:latin typeface="Consolas" panose="020B0609020204030204" pitchFamily="49" charset="0"/>
                        </a:rPr>
                        <a:t>taxiID</a:t>
                      </a:r>
                      <a:endParaRPr lang="en-GB" sz="3200" b="1" u="none"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graphicFrame>
        <p:nvGraphicFramePr>
          <p:cNvPr id="3" name="Table 2">
            <a:extLst>
              <a:ext uri="{FF2B5EF4-FFF2-40B4-BE49-F238E27FC236}">
                <a16:creationId xmlns:a16="http://schemas.microsoft.com/office/drawing/2014/main" id="{C3005A74-E6D7-2B6B-4EA7-005BEE7621E9}"/>
              </a:ext>
            </a:extLst>
          </p:cNvPr>
          <p:cNvGraphicFramePr>
            <a:graphicFrameLocks noGrp="1"/>
          </p:cNvGraphicFramePr>
          <p:nvPr>
            <p:extLst>
              <p:ext uri="{D42A27DB-BD31-4B8C-83A1-F6EECF244321}">
                <p14:modId xmlns:p14="http://schemas.microsoft.com/office/powerpoint/2010/main" val="3116073464"/>
              </p:ext>
            </p:extLst>
          </p:nvPr>
        </p:nvGraphicFramePr>
        <p:xfrm>
          <a:off x="6465261" y="2195505"/>
          <a:ext cx="4552951" cy="3078480"/>
        </p:xfrm>
        <a:graphic>
          <a:graphicData uri="http://schemas.openxmlformats.org/drawingml/2006/table">
            <a:tbl>
              <a:tblPr>
                <a:tableStyleId>{2D5ABB26-0587-4C30-8999-92F81FD0307C}</a:tableStyleId>
              </a:tblPr>
              <a:tblGrid>
                <a:gridCol w="1592263">
                  <a:extLst>
                    <a:ext uri="{9D8B030D-6E8A-4147-A177-3AD203B41FA5}">
                      <a16:colId xmlns:a16="http://schemas.microsoft.com/office/drawing/2014/main" val="472702329"/>
                    </a:ext>
                  </a:extLst>
                </a:gridCol>
                <a:gridCol w="1592263">
                  <a:extLst>
                    <a:ext uri="{9D8B030D-6E8A-4147-A177-3AD203B41FA5}">
                      <a16:colId xmlns:a16="http://schemas.microsoft.com/office/drawing/2014/main" val="2690132748"/>
                    </a:ext>
                  </a:extLst>
                </a:gridCol>
                <a:gridCol w="1368425">
                  <a:extLst>
                    <a:ext uri="{9D8B030D-6E8A-4147-A177-3AD203B41FA5}">
                      <a16:colId xmlns:a16="http://schemas.microsoft.com/office/drawing/2014/main" val="4184799364"/>
                    </a:ext>
                  </a:extLst>
                </a:gridCol>
              </a:tblGrid>
              <a:tr h="299399">
                <a:tc>
                  <a:txBody>
                    <a:bodyPr/>
                    <a:lstStyle/>
                    <a:p>
                      <a:r>
                        <a:rPr lang="en-GB" sz="3200" b="1" u="none" dirty="0" err="1">
                          <a:latin typeface="Consolas" panose="020B0609020204030204" pitchFamily="49" charset="0"/>
                        </a:rPr>
                        <a:t>tripID</a:t>
                      </a:r>
                      <a:endParaRPr lang="en-GB" sz="3200" b="1" u="none" dirty="0">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err="1">
                          <a:solidFill>
                            <a:srgbClr val="FF0000"/>
                          </a:solidFill>
                          <a:latin typeface="Consolas" panose="020B0609020204030204" pitchFamily="49" charset="0"/>
                        </a:rPr>
                        <a:t>taxiID</a:t>
                      </a:r>
                      <a:endParaRPr lang="en-GB" sz="3200" b="1"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cost</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1</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7.75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dirty="0">
                          <a:effectLst/>
                          <a:latin typeface="Consolas" panose="020B0609020204030204" pitchFamily="49" charset="0"/>
                        </a:rPr>
                        <a:t>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21.80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dirty="0">
                          <a:effectLst/>
                          <a:latin typeface="Consolas" panose="020B0609020204030204" pitchFamily="49" charset="0"/>
                        </a:rPr>
                        <a:t>3</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5.20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b="0" i="0" dirty="0">
                          <a:solidFill>
                            <a:srgbClr val="000000"/>
                          </a:solidFill>
                          <a:effectLst/>
                          <a:latin typeface="Consolas" panose="020B0609020204030204" pitchFamily="49" charset="0"/>
                        </a:rPr>
                        <a:t>4</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11.00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r h="0">
                <a:tc>
                  <a:txBody>
                    <a:bodyPr/>
                    <a:lstStyle/>
                    <a:p>
                      <a:pPr algn="l"/>
                      <a:r>
                        <a:rPr lang="en-GB" sz="3200" b="0" i="0" dirty="0">
                          <a:solidFill>
                            <a:srgbClr val="000000"/>
                          </a:solidFill>
                          <a:effectLst/>
                          <a:latin typeface="Consolas" panose="020B0609020204030204" pitchFamily="49" charset="0"/>
                        </a:rPr>
                        <a:t>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13</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9.25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58362907"/>
                  </a:ext>
                </a:extLst>
              </a:tr>
            </a:tbl>
          </a:graphicData>
        </a:graphic>
      </p:graphicFrame>
    </p:spTree>
    <p:extLst>
      <p:ext uri="{BB962C8B-B14F-4D97-AF65-F5344CB8AC3E}">
        <p14:creationId xmlns:p14="http://schemas.microsoft.com/office/powerpoint/2010/main" val="238036581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28BD93-1B88-24BD-91B5-9760F737906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7294DEE-B4CF-D499-E8FD-C32133FC7688}"/>
              </a:ext>
            </a:extLst>
          </p:cNvPr>
          <p:cNvSpPr>
            <a:spLocks noGrp="1"/>
          </p:cNvSpPr>
          <p:nvPr>
            <p:ph type="title"/>
          </p:nvPr>
        </p:nvSpPr>
        <p:spPr/>
        <p:txBody>
          <a:bodyPr/>
          <a:lstStyle/>
          <a:p>
            <a:r>
              <a:rPr lang="en-GB" dirty="0"/>
              <a:t>Relationship – Two Entities</a:t>
            </a:r>
          </a:p>
        </p:txBody>
      </p:sp>
      <p:sp>
        <p:nvSpPr>
          <p:cNvPr id="7" name="Keys">
            <a:extLst>
              <a:ext uri="{FF2B5EF4-FFF2-40B4-BE49-F238E27FC236}">
                <a16:creationId xmlns:a16="http://schemas.microsoft.com/office/drawing/2014/main" id="{7339F5D7-E547-051B-8358-27ED8DD864DC}"/>
              </a:ext>
            </a:extLst>
          </p:cNvPr>
          <p:cNvSpPr txBox="1"/>
          <p:nvPr/>
        </p:nvSpPr>
        <p:spPr>
          <a:xfrm>
            <a:off x="838200" y="5429398"/>
            <a:ext cx="5317225" cy="1200329"/>
          </a:xfrm>
          <a:prstGeom prst="rect">
            <a:avLst/>
          </a:prstGeom>
          <a:noFill/>
        </p:spPr>
        <p:txBody>
          <a:bodyPr wrap="none" rtlCol="0">
            <a:spAutoFit/>
          </a:bodyPr>
          <a:lstStyle/>
          <a:p>
            <a:r>
              <a:rPr lang="en-GB" sz="3600" dirty="0">
                <a:solidFill>
                  <a:srgbClr val="7030A0"/>
                </a:solidFill>
              </a:rPr>
              <a:t>Primary Key: </a:t>
            </a:r>
            <a:r>
              <a:rPr lang="en-GB" sz="3600" u="sng" dirty="0">
                <a:solidFill>
                  <a:srgbClr val="7030A0"/>
                </a:solidFill>
              </a:rPr>
              <a:t>underlined</a:t>
            </a:r>
          </a:p>
          <a:p>
            <a:r>
              <a:rPr lang="en-GB" sz="3600" dirty="0">
                <a:solidFill>
                  <a:srgbClr val="7030A0"/>
                </a:solidFill>
              </a:rPr>
              <a:t>Foreign Key: suffixed with *</a:t>
            </a:r>
          </a:p>
        </p:txBody>
      </p:sp>
      <p:sp>
        <p:nvSpPr>
          <p:cNvPr id="2" name="Description">
            <a:extLst>
              <a:ext uri="{FF2B5EF4-FFF2-40B4-BE49-F238E27FC236}">
                <a16:creationId xmlns:a16="http://schemas.microsoft.com/office/drawing/2014/main" id="{C718EF25-5E66-0EC0-D41D-E53FB2DD5A22}"/>
              </a:ext>
            </a:extLst>
          </p:cNvPr>
          <p:cNvSpPr txBox="1"/>
          <p:nvPr/>
        </p:nvSpPr>
        <p:spPr>
          <a:xfrm>
            <a:off x="3918294" y="3003676"/>
            <a:ext cx="3105529" cy="1200329"/>
          </a:xfrm>
          <a:prstGeom prst="rect">
            <a:avLst/>
          </a:prstGeom>
          <a:noFill/>
        </p:spPr>
        <p:txBody>
          <a:bodyPr wrap="none" rtlCol="0">
            <a:spAutoFit/>
          </a:bodyPr>
          <a:lstStyle/>
          <a:p>
            <a:pPr algn="ctr"/>
            <a:r>
              <a:rPr lang="en-GB" sz="3600" dirty="0">
                <a:solidFill>
                  <a:srgbClr val="7030A0"/>
                </a:solidFill>
              </a:rPr>
              <a:t>A taxi can make</a:t>
            </a:r>
          </a:p>
          <a:p>
            <a:pPr algn="ctr"/>
            <a:r>
              <a:rPr lang="en-GB" sz="3600" dirty="0">
                <a:solidFill>
                  <a:srgbClr val="7030A0"/>
                </a:solidFill>
              </a:rPr>
              <a:t>many journeys</a:t>
            </a:r>
          </a:p>
        </p:txBody>
      </p:sp>
      <p:sp>
        <p:nvSpPr>
          <p:cNvPr id="12" name="Verb">
            <a:extLst>
              <a:ext uri="{FF2B5EF4-FFF2-40B4-BE49-F238E27FC236}">
                <a16:creationId xmlns:a16="http://schemas.microsoft.com/office/drawing/2014/main" id="{763FD95B-C871-A100-D5DF-AB0EF148E82E}"/>
              </a:ext>
            </a:extLst>
          </p:cNvPr>
          <p:cNvSpPr txBox="1"/>
          <p:nvPr/>
        </p:nvSpPr>
        <p:spPr>
          <a:xfrm>
            <a:off x="4703157" y="1515546"/>
            <a:ext cx="1380058" cy="646331"/>
          </a:xfrm>
          <a:prstGeom prst="rect">
            <a:avLst/>
          </a:prstGeom>
          <a:noFill/>
        </p:spPr>
        <p:txBody>
          <a:bodyPr wrap="none" rtlCol="0">
            <a:spAutoFit/>
          </a:bodyPr>
          <a:lstStyle/>
          <a:p>
            <a:pPr algn="ctr"/>
            <a:r>
              <a:rPr lang="en-GB" sz="3600" dirty="0"/>
              <a:t>makes</a:t>
            </a:r>
            <a:endParaRPr lang="en-GB" sz="2800" dirty="0"/>
          </a:p>
        </p:txBody>
      </p:sp>
      <p:grpSp>
        <p:nvGrpSpPr>
          <p:cNvPr id="13" name="taxi">
            <a:extLst>
              <a:ext uri="{FF2B5EF4-FFF2-40B4-BE49-F238E27FC236}">
                <a16:creationId xmlns:a16="http://schemas.microsoft.com/office/drawing/2014/main" id="{09E0208B-192F-170B-23ED-09D5F9E4C9CD}"/>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FB7DE14A-DEFF-0A36-8296-2883E7534727}"/>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7E8DD76-82F5-EBED-53C5-A86AFF405E65}"/>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16" name="1:M">
            <a:extLst>
              <a:ext uri="{FF2B5EF4-FFF2-40B4-BE49-F238E27FC236}">
                <a16:creationId xmlns:a16="http://schemas.microsoft.com/office/drawing/2014/main" id="{9B8B19A6-2260-2C61-6682-4E398288D9ED}"/>
              </a:ext>
            </a:extLst>
          </p:cNvPr>
          <p:cNvGrpSpPr/>
          <p:nvPr/>
        </p:nvGrpSpPr>
        <p:grpSpPr>
          <a:xfrm>
            <a:off x="2900730" y="1858766"/>
            <a:ext cx="5357883" cy="359999"/>
            <a:chOff x="4502107" y="5300546"/>
            <a:chExt cx="3207592" cy="359999"/>
          </a:xfrm>
        </p:grpSpPr>
        <p:cxnSp>
          <p:nvCxnSpPr>
            <p:cNvPr id="17" name="Straight Connector 16">
              <a:extLst>
                <a:ext uri="{FF2B5EF4-FFF2-40B4-BE49-F238E27FC236}">
                  <a16:creationId xmlns:a16="http://schemas.microsoft.com/office/drawing/2014/main" id="{DA71695C-75D6-7FA2-EDF7-663F16D6E33F}"/>
                </a:ext>
              </a:extLst>
            </p:cNvPr>
            <p:cNvCxnSpPr>
              <a:cxnSpLocks/>
            </p:cNvCxnSpPr>
            <p:nvPr/>
          </p:nvCxnSpPr>
          <p:spPr>
            <a:xfrm flipV="1">
              <a:off x="4502107" y="5489248"/>
              <a:ext cx="3207592"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31322E0E-E674-A201-DDD8-064E9155D3FC}"/>
                </a:ext>
              </a:extLst>
            </p:cNvPr>
            <p:cNvCxnSpPr/>
            <p:nvPr/>
          </p:nvCxnSpPr>
          <p:spPr>
            <a:xfrm flipV="1">
              <a:off x="7391400" y="5300546"/>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B87C0CC-A0A5-5425-34AA-7DC13A524165}"/>
                </a:ext>
              </a:extLst>
            </p:cNvPr>
            <p:cNvCxnSpPr/>
            <p:nvPr/>
          </p:nvCxnSpPr>
          <p:spPr>
            <a:xfrm>
              <a:off x="7391400" y="5489247"/>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0" name="journey">
            <a:extLst>
              <a:ext uri="{FF2B5EF4-FFF2-40B4-BE49-F238E27FC236}">
                <a16:creationId xmlns:a16="http://schemas.microsoft.com/office/drawing/2014/main" id="{F4AA4CDB-0909-672F-A034-B9BE7CD52B47}"/>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13FC6549-5292-849D-6638-4E2A62944BAD}"/>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89A5EB07-D890-D071-5C41-45A369B763B8}"/>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241636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10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1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10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1500"/>
                                        <p:tgtEl>
                                          <p:spTgt spid="2">
                                            <p:txEl>
                                              <p:pRg st="0" end="0"/>
                                            </p:txEl>
                                          </p:spTgt>
                                        </p:tgtEl>
                                      </p:cBhvr>
                                    </p:animEffect>
                                  </p:childTnLst>
                                </p:cTn>
                              </p:par>
                            </p:childTnLst>
                          </p:cTn>
                        </p:par>
                        <p:par>
                          <p:cTn id="28" fill="hold">
                            <p:stCondLst>
                              <p:cond delay="1500"/>
                            </p:stCondLst>
                            <p:childTnLst>
                              <p:par>
                                <p:cTn id="29" presetID="22" presetClass="entr" presetSubtype="8" fill="hold" grpId="0" nodeType="afterEffect">
                                  <p:stCondLst>
                                    <p:cond delay="0"/>
                                  </p:stCondLst>
                                  <p:childTnLst>
                                    <p:set>
                                      <p:cBhvr>
                                        <p:cTn id="30" dur="1" fill="hold">
                                          <p:stCondLst>
                                            <p:cond delay="0"/>
                                          </p:stCondLst>
                                        </p:cTn>
                                        <p:tgtEl>
                                          <p:spTgt spid="2">
                                            <p:txEl>
                                              <p:pRg st="1" end="1"/>
                                            </p:txEl>
                                          </p:spTgt>
                                        </p:tgtEl>
                                        <p:attrNameLst>
                                          <p:attrName>style.visibility</p:attrName>
                                        </p:attrNameLst>
                                      </p:cBhvr>
                                      <p:to>
                                        <p:strVal val="visible"/>
                                      </p:to>
                                    </p:set>
                                    <p:animEffect transition="in" filter="wipe(left)">
                                      <p:cBhvr>
                                        <p:cTn id="31" dur="1500"/>
                                        <p:tgtEl>
                                          <p:spTgt spid="2">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7">
                                            <p:txEl>
                                              <p:pRg st="0" end="0"/>
                                            </p:txEl>
                                          </p:spTgt>
                                        </p:tgtEl>
                                        <p:attrNameLst>
                                          <p:attrName>style.visibility</p:attrName>
                                        </p:attrNameLst>
                                      </p:cBhvr>
                                      <p:to>
                                        <p:strVal val="visible"/>
                                      </p:to>
                                    </p:set>
                                    <p:animEffect transition="in" filter="wipe(left)">
                                      <p:cBhvr>
                                        <p:cTn id="36" dur="2000"/>
                                        <p:tgtEl>
                                          <p:spTgt spid="7">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1" end="1"/>
                                            </p:txEl>
                                          </p:spTgt>
                                        </p:tgtEl>
                                        <p:attrNameLst>
                                          <p:attrName>style.visibility</p:attrName>
                                        </p:attrNameLst>
                                      </p:cBhvr>
                                      <p:to>
                                        <p:strVal val="visible"/>
                                      </p:to>
                                    </p:set>
                                    <p:animEffect transition="in" filter="wipe(left)">
                                      <p:cBhvr>
                                        <p:cTn id="41"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uiExpand="1" build="p"/>
      <p:bldP spid="12" grpId="0"/>
    </p:bldLst>
  </p:timing>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grpSp>
        <p:nvGrpSpPr>
          <p:cNvPr id="13" name="Group 12">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20" name="Group 19">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9313497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Entity: Address</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55422287"/>
              </p:ext>
            </p:extLst>
          </p:nvPr>
        </p:nvGraphicFramePr>
        <p:xfrm>
          <a:off x="838200" y="1825625"/>
          <a:ext cx="10407650" cy="4053840"/>
        </p:xfrm>
        <a:graphic>
          <a:graphicData uri="http://schemas.openxmlformats.org/drawingml/2006/table">
            <a:tbl>
              <a:tblPr firstRow="1" bandRow="1">
                <a:tableStyleId>{5C22544A-7EE6-4342-B048-85BDC9FD1C3A}</a:tableStyleId>
              </a:tblPr>
              <a:tblGrid>
                <a:gridCol w="2235200">
                  <a:extLst>
                    <a:ext uri="{9D8B030D-6E8A-4147-A177-3AD203B41FA5}">
                      <a16:colId xmlns:a16="http://schemas.microsoft.com/office/drawing/2014/main" val="1632358923"/>
                    </a:ext>
                  </a:extLst>
                </a:gridCol>
                <a:gridCol w="901700">
                  <a:extLst>
                    <a:ext uri="{9D8B030D-6E8A-4147-A177-3AD203B41FA5}">
                      <a16:colId xmlns:a16="http://schemas.microsoft.com/office/drawing/2014/main" val="3505833113"/>
                    </a:ext>
                  </a:extLst>
                </a:gridCol>
                <a:gridCol w="838200">
                  <a:extLst>
                    <a:ext uri="{9D8B030D-6E8A-4147-A177-3AD203B41FA5}">
                      <a16:colId xmlns:a16="http://schemas.microsoft.com/office/drawing/2014/main" val="315362434"/>
                    </a:ext>
                  </a:extLst>
                </a:gridCol>
                <a:gridCol w="1524000">
                  <a:extLst>
                    <a:ext uri="{9D8B030D-6E8A-4147-A177-3AD203B41FA5}">
                      <a16:colId xmlns:a16="http://schemas.microsoft.com/office/drawing/2014/main" val="415971381"/>
                    </a:ext>
                  </a:extLst>
                </a:gridCol>
                <a:gridCol w="1409700">
                  <a:extLst>
                    <a:ext uri="{9D8B030D-6E8A-4147-A177-3AD203B41FA5}">
                      <a16:colId xmlns:a16="http://schemas.microsoft.com/office/drawing/2014/main" val="2971574360"/>
                    </a:ext>
                  </a:extLst>
                </a:gridCol>
                <a:gridCol w="3498850">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Size</a:t>
                      </a:r>
                    </a:p>
                  </a:txBody>
                  <a:tcPr/>
                </a:tc>
                <a:tc>
                  <a:txBody>
                    <a:bodyPr/>
                    <a:lstStyle/>
                    <a:p>
                      <a:pPr algn="ctr"/>
                      <a:r>
                        <a:rPr lang="en-GB" sz="3200" dirty="0"/>
                        <a:t>Type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latin typeface="Consolas" panose="020B0609020204030204" pitchFamily="49" charset="0"/>
                        </a:rPr>
                        <a:t>addressID</a:t>
                      </a:r>
                      <a:endParaRPr lang="en-GB" sz="3200" dirty="0">
                        <a:latin typeface="Consolas" panose="020B0609020204030204" pitchFamily="49" charset="0"/>
                      </a:endParaRPr>
                    </a:p>
                  </a:txBody>
                  <a:tcPr/>
                </a:tc>
                <a:tc>
                  <a:txBody>
                    <a:bodyPr/>
                    <a:lstStyle/>
                    <a:p>
                      <a:pPr algn="ctr"/>
                      <a:r>
                        <a:rPr lang="en-GB" sz="3200" dirty="0"/>
                        <a:t>PK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latin typeface="Consolas" panose="020B0609020204030204" pitchFamily="49" charset="0"/>
                        </a:rPr>
                        <a:t>pupilID</a:t>
                      </a:r>
                      <a:endParaRPr lang="en-GB" sz="3200" dirty="0">
                        <a:latin typeface="Consolas" panose="020B0609020204030204" pitchFamily="49" charset="0"/>
                      </a:endParaRPr>
                    </a:p>
                  </a:txBody>
                  <a:tcPr/>
                </a:tc>
                <a:tc>
                  <a:txBody>
                    <a:bodyPr/>
                    <a:lstStyle/>
                    <a:p>
                      <a:pPr algn="ctr"/>
                      <a:r>
                        <a:rPr lang="en-GB" sz="3200" dirty="0"/>
                        <a:t>FK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r>
                        <a:rPr lang="en-GB" sz="3200" dirty="0"/>
                        <a:t>Exists in pupil table</a:t>
                      </a:r>
                    </a:p>
                  </a:txBody>
                  <a:tcPr/>
                </a:tc>
                <a:extLst>
                  <a:ext uri="{0D108BD9-81ED-4DB2-BD59-A6C34878D82A}">
                    <a16:rowId xmlns:a16="http://schemas.microsoft.com/office/drawing/2014/main" val="2924661129"/>
                  </a:ext>
                </a:extLst>
              </a:tr>
              <a:tr h="370840">
                <a:tc>
                  <a:txBody>
                    <a:bodyPr/>
                    <a:lstStyle/>
                    <a:p>
                      <a:r>
                        <a:rPr lang="en-GB" sz="3200" dirty="0" err="1">
                          <a:latin typeface="Consolas" panose="020B0609020204030204" pitchFamily="49" charset="0"/>
                        </a:rPr>
                        <a:t>firstLine</a:t>
                      </a:r>
                      <a:endParaRPr lang="en-GB" sz="3200" dirty="0">
                        <a:latin typeface="Consolas" panose="020B0609020204030204" pitchFamily="49" charset="0"/>
                      </a:endParaRPr>
                    </a:p>
                  </a:txBody>
                  <a:tcPr/>
                </a:tc>
                <a:tc>
                  <a:txBody>
                    <a:bodyPr/>
                    <a:lstStyle/>
                    <a:p>
                      <a:pPr algn="ctr"/>
                      <a:endParaRPr lang="en-GB" sz="3200" dirty="0"/>
                    </a:p>
                  </a:txBody>
                  <a:tcPr/>
                </a:tc>
                <a:tc>
                  <a:txBody>
                    <a:bodyPr/>
                    <a:lstStyle/>
                    <a:p>
                      <a:pPr algn="ctr"/>
                      <a:r>
                        <a:rPr lang="en-GB" sz="3200" dirty="0"/>
                        <a:t>20</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latin typeface="Consolas" panose="020B0609020204030204" pitchFamily="49" charset="0"/>
                        </a:rPr>
                        <a:t>town</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412372412"/>
                  </a:ext>
                </a:extLst>
              </a:tr>
              <a:tr h="370840">
                <a:tc>
                  <a:txBody>
                    <a:bodyPr/>
                    <a:lstStyle/>
                    <a:p>
                      <a:r>
                        <a:rPr lang="en-GB" sz="3200" dirty="0">
                          <a:latin typeface="Consolas" panose="020B0609020204030204" pitchFamily="49" charset="0"/>
                        </a:rPr>
                        <a:t>postcode</a:t>
                      </a:r>
                    </a:p>
                  </a:txBody>
                  <a:tcPr/>
                </a:tc>
                <a:tc>
                  <a:txBody>
                    <a:bodyPr/>
                    <a:lstStyle/>
                    <a:p>
                      <a:pPr algn="ctr"/>
                      <a:endParaRPr lang="en-GB" sz="3200" dirty="0"/>
                    </a:p>
                  </a:txBody>
                  <a:tcPr/>
                </a:tc>
                <a:tc>
                  <a:txBody>
                    <a:bodyPr/>
                    <a:lstStyle/>
                    <a:p>
                      <a:pPr algn="ctr"/>
                      <a:r>
                        <a:rPr lang="en-GB" sz="3200" dirty="0"/>
                        <a:t>8</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43481262"/>
                  </a:ext>
                </a:extLst>
              </a:tr>
              <a:tr h="370840">
                <a:tc>
                  <a:txBody>
                    <a:bodyPr/>
                    <a:lstStyle/>
                    <a:p>
                      <a:r>
                        <a:rPr lang="en-GB" sz="3200" dirty="0">
                          <a:latin typeface="Consolas" panose="020B0609020204030204" pitchFamily="49" charset="0"/>
                        </a:rPr>
                        <a:t>phone</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endParaRPr lang="en-GB" sz="3200" dirty="0"/>
                    </a:p>
                  </a:txBody>
                  <a:tcPr/>
                </a:tc>
                <a:tc>
                  <a:txBody>
                    <a:bodyPr/>
                    <a:lstStyle/>
                    <a:p>
                      <a:endParaRPr lang="en-GB" sz="3200" dirty="0"/>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174581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3476593" cy="1200329"/>
          </a:xfrm>
          <a:prstGeom prst="rect">
            <a:avLst/>
          </a:prstGeom>
          <a:noFill/>
        </p:spPr>
        <p:txBody>
          <a:bodyPr wrap="none" rtlCol="0">
            <a:spAutoFit/>
          </a:bodyPr>
          <a:lstStyle/>
          <a:p>
            <a:r>
              <a:rPr lang="en-GB" sz="3600" dirty="0"/>
              <a:t>PK </a:t>
            </a:r>
            <a:r>
              <a:rPr lang="en-GB" sz="3600" u="sng" dirty="0"/>
              <a:t>underlined</a:t>
            </a:r>
          </a:p>
          <a:p>
            <a:r>
              <a:rPr lang="en-GB" sz="3600" dirty="0"/>
              <a:t>FK suffixed with *</a:t>
            </a:r>
          </a:p>
        </p:txBody>
      </p:sp>
      <p:grpSp>
        <p:nvGrpSpPr>
          <p:cNvPr id="11" name="Group 10">
            <a:extLst>
              <a:ext uri="{FF2B5EF4-FFF2-40B4-BE49-F238E27FC236}">
                <a16:creationId xmlns:a16="http://schemas.microsoft.com/office/drawing/2014/main" id="{EA523B19-3371-47B4-882A-6F1A2FFF861B}"/>
              </a:ext>
            </a:extLst>
          </p:cNvPr>
          <p:cNvGrpSpPr/>
          <p:nvPr/>
        </p:nvGrpSpPr>
        <p:grpSpPr>
          <a:xfrm>
            <a:off x="4706633" y="2625725"/>
            <a:ext cx="2468397" cy="726923"/>
            <a:chOff x="4706633" y="2625725"/>
            <a:chExt cx="2468397" cy="726923"/>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706633" y="2625725"/>
              <a:ext cx="2468397" cy="55562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EE39CD5-A3E2-4C6B-B6C6-44406F130310}"/>
                </a:ext>
              </a:extLst>
            </p:cNvPr>
            <p:cNvCxnSpPr/>
            <p:nvPr/>
          </p:nvCxnSpPr>
          <p:spPr>
            <a:xfrm flipV="1">
              <a:off x="6856731" y="299264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C1BDB88-072E-4894-8A83-315D54A757D4}"/>
                </a:ext>
              </a:extLst>
            </p:cNvPr>
            <p:cNvCxnSpPr/>
            <p:nvPr/>
          </p:nvCxnSpPr>
          <p:spPr>
            <a:xfrm>
              <a:off x="6856731" y="318135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0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663964" cy="1200329"/>
          </a:xfrm>
          <a:prstGeom prst="rect">
            <a:avLst/>
          </a:prstGeom>
          <a:noFill/>
        </p:spPr>
        <p:txBody>
          <a:bodyPr wrap="none" rtlCol="0">
            <a:spAutoFit/>
          </a:bodyPr>
          <a:lstStyle/>
          <a:p>
            <a:r>
              <a:rPr lang="en-GB" sz="3600" dirty="0"/>
              <a:t>PK</a:t>
            </a:r>
          </a:p>
          <a:p>
            <a:r>
              <a:rPr lang="en-GB" sz="3600" dirty="0"/>
              <a:t>FK</a:t>
            </a:r>
          </a:p>
        </p:txBody>
      </p:sp>
    </p:spTree>
    <p:extLst>
      <p:ext uri="{BB962C8B-B14F-4D97-AF65-F5344CB8AC3E}">
        <p14:creationId xmlns:p14="http://schemas.microsoft.com/office/powerpoint/2010/main" val="242857527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704056" y="3728567"/>
            <a:ext cx="2596297" cy="1206699"/>
            <a:chOff x="3298091" y="3860323"/>
            <a:chExt cx="2962851"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298091" y="4543802"/>
              <a:ext cx="2962851"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7033044" y="3728566"/>
            <a:ext cx="2596298" cy="1206700"/>
            <a:chOff x="3298090" y="3860322"/>
            <a:chExt cx="2977820"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298090" y="4543802"/>
              <a:ext cx="2977820"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4" name="Callout: Bent Line with No Border 3">
            <a:extLst>
              <a:ext uri="{FF2B5EF4-FFF2-40B4-BE49-F238E27FC236}">
                <a16:creationId xmlns:a16="http://schemas.microsoft.com/office/drawing/2014/main" id="{AEA6DA72-342C-5C4F-0234-290FC2ACD1BE}"/>
              </a:ext>
            </a:extLst>
          </p:cNvPr>
          <p:cNvSpPr/>
          <p:nvPr/>
        </p:nvSpPr>
        <p:spPr>
          <a:xfrm>
            <a:off x="8566849" y="1359674"/>
            <a:ext cx="2596296" cy="862642"/>
          </a:xfrm>
          <a:prstGeom prst="callout2">
            <a:avLst>
              <a:gd name="adj1" fmla="val 52750"/>
              <a:gd name="adj2" fmla="val -2245"/>
              <a:gd name="adj3" fmla="val 52979"/>
              <a:gd name="adj4" fmla="val -32545"/>
              <a:gd name="adj5" fmla="val 136243"/>
              <a:gd name="adj6" fmla="val -4753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Multiple tables</a:t>
            </a:r>
          </a:p>
        </p:txBody>
      </p:sp>
      <p:sp>
        <p:nvSpPr>
          <p:cNvPr id="5" name="TextBox 4">
            <a:extLst>
              <a:ext uri="{FF2B5EF4-FFF2-40B4-BE49-F238E27FC236}">
                <a16:creationId xmlns:a16="http://schemas.microsoft.com/office/drawing/2014/main" id="{6A1CBB54-C918-447C-DDC3-F9CB8966BB6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
        <p:nvSpPr>
          <p:cNvPr id="10" name="Callout: Bent Line with No Border 9">
            <a:extLst>
              <a:ext uri="{FF2B5EF4-FFF2-40B4-BE49-F238E27FC236}">
                <a16:creationId xmlns:a16="http://schemas.microsoft.com/office/drawing/2014/main" id="{D1AA1584-D545-5444-4C4E-8DDF02C0FBDD}"/>
              </a:ext>
            </a:extLst>
          </p:cNvPr>
          <p:cNvSpPr/>
          <p:nvPr/>
        </p:nvSpPr>
        <p:spPr>
          <a:xfrm>
            <a:off x="8922866" y="5314321"/>
            <a:ext cx="2596296" cy="862642"/>
          </a:xfrm>
          <a:prstGeom prst="callout2">
            <a:avLst>
              <a:gd name="adj1" fmla="val 52750"/>
              <a:gd name="adj2" fmla="val -2245"/>
              <a:gd name="adj3" fmla="val 52979"/>
              <a:gd name="adj4" fmla="val -32545"/>
              <a:gd name="adj5" fmla="val 101325"/>
              <a:gd name="adj6" fmla="val -326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 no spaces</a:t>
            </a:r>
          </a:p>
        </p:txBody>
      </p:sp>
    </p:spTree>
    <p:extLst>
      <p:ext uri="{BB962C8B-B14F-4D97-AF65-F5344CB8AC3E}">
        <p14:creationId xmlns:p14="http://schemas.microsoft.com/office/powerpoint/2010/main" val="955029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2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up)">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up)">
                                      <p:cBhvr>
                                        <p:cTn id="32" dur="10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30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build="p"/>
      <p:bldP spid="10" grpId="0" animBg="1"/>
    </p:bldLst>
  </p:timing>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sp>
        <p:nvSpPr>
          <p:cNvPr id="4" name="TextBox 3">
            <a:extLst>
              <a:ext uri="{FF2B5EF4-FFF2-40B4-BE49-F238E27FC236}">
                <a16:creationId xmlns:a16="http://schemas.microsoft.com/office/drawing/2014/main" id="{5EFB4FAF-1ED0-1A8F-7F29-6C7FB17CB6B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Tree>
    <p:extLst>
      <p:ext uri="{BB962C8B-B14F-4D97-AF65-F5344CB8AC3E}">
        <p14:creationId xmlns:p14="http://schemas.microsoft.com/office/powerpoint/2010/main" val="37107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113974" y="3631081"/>
            <a:ext cx="2791526" cy="1206699"/>
            <a:chOff x="3298092" y="3860323"/>
            <a:chExt cx="2962850"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737084" y="4543802"/>
              <a:ext cx="2097452"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6618930" y="3631082"/>
            <a:ext cx="3553770" cy="1206700"/>
            <a:chOff x="3298092" y="3860322"/>
            <a:chExt cx="2977818"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792877" y="4543802"/>
              <a:ext cx="2008497"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13" name="Callout: Bent Line with No Border 12">
            <a:extLst>
              <a:ext uri="{FF2B5EF4-FFF2-40B4-BE49-F238E27FC236}">
                <a16:creationId xmlns:a16="http://schemas.microsoft.com/office/drawing/2014/main" id="{0929D270-263B-40FE-B047-5F7676BBB754}"/>
              </a:ext>
            </a:extLst>
          </p:cNvPr>
          <p:cNvSpPr/>
          <p:nvPr/>
        </p:nvSpPr>
        <p:spPr>
          <a:xfrm>
            <a:off x="4754976" y="5107071"/>
            <a:ext cx="5433240" cy="862642"/>
          </a:xfrm>
          <a:prstGeom prst="callout2">
            <a:avLst>
              <a:gd name="adj1" fmla="val 50174"/>
              <a:gd name="adj2" fmla="val -24"/>
              <a:gd name="adj3" fmla="val 51139"/>
              <a:gd name="adj4" fmla="val -13508"/>
              <a:gd name="adj5" fmla="val 109858"/>
              <a:gd name="adj6" fmla="val -1347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 in more than one table!</a:t>
            </a:r>
          </a:p>
        </p:txBody>
      </p:sp>
      <p:sp>
        <p:nvSpPr>
          <p:cNvPr id="14" name="TextBox 13">
            <a:extLst>
              <a:ext uri="{FF2B5EF4-FFF2-40B4-BE49-F238E27FC236}">
                <a16:creationId xmlns:a16="http://schemas.microsoft.com/office/drawing/2014/main" id="{DF4BA8FF-524A-4C13-87BF-68801971FA28}"/>
              </a:ext>
            </a:extLst>
          </p:cNvPr>
          <p:cNvSpPr txBox="1"/>
          <p:nvPr/>
        </p:nvSpPr>
        <p:spPr>
          <a:xfrm>
            <a:off x="666086" y="5916286"/>
            <a:ext cx="10859832"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a:t>
            </a:r>
            <a:r>
              <a:rPr lang="en-GB" sz="3600" dirty="0">
                <a:solidFill>
                  <a:srgbClr val="FF0000"/>
                </a:solidFill>
              </a:rPr>
              <a:t>ambiguous</a:t>
            </a:r>
            <a:r>
              <a:rPr lang="en-GB" sz="3600" dirty="0"/>
              <a:t>,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015496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up)">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up)">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txEl>
                                              <p:pRg st="0" end="0"/>
                                            </p:txEl>
                                          </p:spTgt>
                                        </p:tgtEl>
                                        <p:attrNameLst>
                                          <p:attrName>style.visibility</p:attrName>
                                        </p:attrNameLst>
                                      </p:cBhvr>
                                      <p:to>
                                        <p:strVal val="visible"/>
                                      </p:to>
                                    </p:set>
                                    <p:animEffect transition="in" filter="wipe(left)">
                                      <p:cBhvr>
                                        <p:cTn id="32" dur="2000"/>
                                        <p:tgtEl>
                                          <p:spTgt spid="14">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3" grpId="0" animBg="1"/>
      <p:bldP spid="14" grpId="0" build="p"/>
    </p:bldLst>
  </p:timing>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pax</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sp>
        <p:nvSpPr>
          <p:cNvPr id="14" name="TextBox 13">
            <a:extLst>
              <a:ext uri="{FF2B5EF4-FFF2-40B4-BE49-F238E27FC236}">
                <a16:creationId xmlns:a16="http://schemas.microsoft.com/office/drawing/2014/main" id="{DF4BA8FF-524A-4C13-87BF-68801971FA28}"/>
              </a:ext>
            </a:extLst>
          </p:cNvPr>
          <p:cNvSpPr txBox="1"/>
          <p:nvPr/>
        </p:nvSpPr>
        <p:spPr>
          <a:xfrm>
            <a:off x="343885" y="5916286"/>
            <a:ext cx="11504240"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63149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txEl>
                                              <p:pRg st="0" end="0"/>
                                            </p:txEl>
                                          </p:spTgt>
                                        </p:tgtEl>
                                        <p:attrNameLst>
                                          <p:attrName>style.visibility</p:attrName>
                                        </p:attrNameLst>
                                      </p:cBhvr>
                                      <p:to>
                                        <p:strVal val="visible"/>
                                      </p:to>
                                    </p:set>
                                    <p:animEffect transition="in" filter="wipe(left)">
                                      <p:cBhvr>
                                        <p:cTn id="22"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97342570"/>
              </p:ext>
            </p:extLst>
          </p:nvPr>
        </p:nvGraphicFramePr>
        <p:xfrm>
          <a:off x="587423" y="3088606"/>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26296195"/>
              </p:ext>
            </p:extLst>
          </p:nvPr>
        </p:nvGraphicFramePr>
        <p:xfrm>
          <a:off x="4894972" y="3300868"/>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968717" y="2302842"/>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869626" y="3238250"/>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7074196" y="3236084"/>
            <a:ext cx="928086" cy="2996319"/>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49292" y="174380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3963255"/>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229626" y="2672174"/>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94197" y="2672174"/>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1862856747"/>
              </p:ext>
            </p:extLst>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578517460"/>
              </p:ext>
            </p:extLst>
          </p:nvPr>
        </p:nvGraphicFramePr>
        <p:xfrm>
          <a:off x="9595568" y="3299781"/>
          <a:ext cx="1652969"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9</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Nonsense">
            <a:extLst>
              <a:ext uri="{FF2B5EF4-FFF2-40B4-BE49-F238E27FC236}">
                <a16:creationId xmlns:a16="http://schemas.microsoft.com/office/drawing/2014/main" id="{51A85133-9936-421C-ADA9-CC0C711D817F}"/>
              </a:ext>
            </a:extLst>
          </p:cNvPr>
          <p:cNvSpPr txBox="1"/>
          <p:nvPr/>
        </p:nvSpPr>
        <p:spPr>
          <a:xfrm>
            <a:off x="9175848" y="2747797"/>
            <a:ext cx="2480449" cy="584775"/>
          </a:xfrm>
          <a:prstGeom prst="rect">
            <a:avLst/>
          </a:prstGeom>
          <a:noFill/>
        </p:spPr>
        <p:txBody>
          <a:bodyPr wrap="square" rtlCol="0">
            <a:spAutoFit/>
          </a:bodyPr>
          <a:lstStyle/>
          <a:p>
            <a:pPr algn="ctr"/>
            <a:r>
              <a:rPr lang="en-GB" sz="3200" b="1" dirty="0">
                <a:solidFill>
                  <a:srgbClr val="FF0000"/>
                </a:solidFill>
              </a:rPr>
              <a:t>No </a:t>
            </a:r>
            <a:r>
              <a:rPr lang="en-GB" sz="3200" b="1" dirty="0" err="1">
                <a:solidFill>
                  <a:srgbClr val="FF0000"/>
                </a:solidFill>
              </a:rPr>
              <a:t>equi</a:t>
            </a:r>
            <a:r>
              <a:rPr lang="en-GB" sz="3200" b="1" dirty="0">
                <a:solidFill>
                  <a:srgbClr val="FF0000"/>
                </a:solidFill>
              </a:rPr>
              <a:t>-join</a:t>
            </a:r>
          </a:p>
        </p:txBody>
      </p:sp>
      <p:sp>
        <p:nvSpPr>
          <p:cNvPr id="7" name="Wrong">
            <a:extLst>
              <a:ext uri="{FF2B5EF4-FFF2-40B4-BE49-F238E27FC236}">
                <a16:creationId xmlns:a16="http://schemas.microsoft.com/office/drawing/2014/main" id="{A35A661D-58BB-43A0-B5BA-FA8551E8C962}"/>
              </a:ext>
            </a:extLst>
          </p:cNvPr>
          <p:cNvSpPr/>
          <p:nvPr/>
        </p:nvSpPr>
        <p:spPr>
          <a:xfrm>
            <a:off x="11233100" y="4304433"/>
            <a:ext cx="914400" cy="914400"/>
          </a:xfrm>
          <a:prstGeom prst="mathMultiply">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Nonsense">
            <a:extLst>
              <a:ext uri="{FF2B5EF4-FFF2-40B4-BE49-F238E27FC236}">
                <a16:creationId xmlns:a16="http://schemas.microsoft.com/office/drawing/2014/main" id="{9EBF274B-66FC-4484-8533-22FFBDFC1CFA}"/>
              </a:ext>
            </a:extLst>
          </p:cNvPr>
          <p:cNvSpPr txBox="1"/>
          <p:nvPr/>
        </p:nvSpPr>
        <p:spPr>
          <a:xfrm>
            <a:off x="9175848" y="6199913"/>
            <a:ext cx="2480449" cy="646331"/>
          </a:xfrm>
          <a:prstGeom prst="rect">
            <a:avLst/>
          </a:prstGeom>
          <a:noFill/>
        </p:spPr>
        <p:txBody>
          <a:bodyPr wrap="square" rtlCol="0">
            <a:spAutoFit/>
          </a:bodyPr>
          <a:lstStyle/>
          <a:p>
            <a:pPr algn="ctr"/>
            <a:r>
              <a:rPr lang="en-GB" sz="3600" b="1" dirty="0">
                <a:solidFill>
                  <a:srgbClr val="FF0000"/>
                </a:solidFill>
              </a:rPr>
              <a:t>Nonsense!</a:t>
            </a:r>
          </a:p>
        </p:txBody>
      </p:sp>
    </p:spTree>
    <p:extLst>
      <p:ext uri="{BB962C8B-B14F-4D97-AF65-F5344CB8AC3E}">
        <p14:creationId xmlns:p14="http://schemas.microsoft.com/office/powerpoint/2010/main" val="3929749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wipe(left)">
                                      <p:cBhvr>
                                        <p:cTn id="47" dur="10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44"/>
                                        </p:tgtEl>
                                        <p:attrNameLst>
                                          <p:attrName>style.visibility</p:attrName>
                                        </p:attrNameLst>
                                      </p:cBhvr>
                                      <p:to>
                                        <p:strVal val="visible"/>
                                      </p:to>
                                    </p:set>
                                    <p:animEffect transition="in" filter="wipe(left)">
                                      <p:cBhvr>
                                        <p:cTn id="56" dur="1000"/>
                                        <p:tgtEl>
                                          <p:spTgt spid="44"/>
                                        </p:tgtEl>
                                      </p:cBhvr>
                                    </p:animEffect>
                                  </p:childTnLst>
                                </p:cTn>
                              </p:par>
                            </p:childTnLst>
                          </p:cTn>
                        </p:par>
                      </p:childTnLst>
                    </p:cTn>
                  </p:par>
                  <p:par>
                    <p:cTn id="57" fill="hold">
                      <p:stCondLst>
                        <p:cond delay="indefinite"/>
                      </p:stCondLst>
                      <p:childTnLst>
                        <p:par>
                          <p:cTn id="58" fill="hold">
                            <p:stCondLst>
                              <p:cond delay="0"/>
                            </p:stCondLst>
                            <p:childTnLst>
                              <p:par>
                                <p:cTn id="59" presetID="22" presetClass="entr" presetSubtype="8" fill="hold" grpId="0" nodeType="clickEffect">
                                  <p:stCondLst>
                                    <p:cond delay="0"/>
                                  </p:stCondLst>
                                  <p:childTnLst>
                                    <p:set>
                                      <p:cBhvr>
                                        <p:cTn id="60" dur="1" fill="hold">
                                          <p:stCondLst>
                                            <p:cond delay="0"/>
                                          </p:stCondLst>
                                        </p:cTn>
                                        <p:tgtEl>
                                          <p:spTgt spid="51">
                                            <p:txEl>
                                              <p:pRg st="0" end="0"/>
                                            </p:txEl>
                                          </p:spTgt>
                                        </p:tgtEl>
                                        <p:attrNameLst>
                                          <p:attrName>style.visibility</p:attrName>
                                        </p:attrNameLst>
                                      </p:cBhvr>
                                      <p:to>
                                        <p:strVal val="visible"/>
                                      </p:to>
                                    </p:set>
                                    <p:animEffect transition="in" filter="wipe(left)">
                                      <p:cBhvr>
                                        <p:cTn id="61" dur="500"/>
                                        <p:tgtEl>
                                          <p:spTgt spid="51">
                                            <p:txEl>
                                              <p:pRg st="0" end="0"/>
                                            </p:txEl>
                                          </p:spTgt>
                                        </p:tgtEl>
                                      </p:cBhvr>
                                    </p:animEffect>
                                  </p:childTnLst>
                                </p:cTn>
                              </p:par>
                            </p:childTnLst>
                          </p:cTn>
                        </p:par>
                        <p:par>
                          <p:cTn id="62" fill="hold">
                            <p:stCondLst>
                              <p:cond delay="500"/>
                            </p:stCondLst>
                            <p:childTnLst>
                              <p:par>
                                <p:cTn id="63" presetID="22" presetClass="entr" presetSubtype="8" fill="hold" grpId="0" nodeType="afterEffect" nodePh="1">
                                  <p:stCondLst>
                                    <p:cond delay="0"/>
                                  </p:stCondLst>
                                  <p:endCondLst>
                                    <p:cond evt="begin" delay="0">
                                      <p:tn val="63"/>
                                    </p:cond>
                                  </p:endCondLst>
                                  <p:childTnLst>
                                    <p:set>
                                      <p:cBhvr>
                                        <p:cTn id="64" dur="1" fill="hold">
                                          <p:stCondLst>
                                            <p:cond delay="0"/>
                                          </p:stCondLst>
                                        </p:cTn>
                                        <p:tgtEl>
                                          <p:spTgt spid="54">
                                            <p:txEl>
                                              <p:pRg st="0" end="0"/>
                                            </p:txEl>
                                          </p:spTgt>
                                        </p:tgtEl>
                                        <p:attrNameLst>
                                          <p:attrName>style.visibility</p:attrName>
                                        </p:attrNameLst>
                                      </p:cBhvr>
                                      <p:to>
                                        <p:strVal val="visible"/>
                                      </p:to>
                                    </p:set>
                                    <p:animEffect transition="in" filter="wipe(left)">
                                      <p:cBhvr>
                                        <p:cTn id="65" dur="500"/>
                                        <p:tgtEl>
                                          <p:spTgt spid="54">
                                            <p:txEl>
                                              <p:pRg st="0" end="0"/>
                                            </p:txEl>
                                          </p:spTgt>
                                        </p:tgtEl>
                                      </p:cBhvr>
                                    </p:animEffect>
                                  </p:childTnLst>
                                </p:cTn>
                              </p:par>
                            </p:childTnLst>
                          </p:cTn>
                        </p:par>
                        <p:par>
                          <p:cTn id="66" fill="hold">
                            <p:stCondLst>
                              <p:cond delay="1000"/>
                            </p:stCondLst>
                            <p:childTnLst>
                              <p:par>
                                <p:cTn id="67" presetID="22" presetClass="entr" presetSubtype="8" fill="hold" grpId="0" nodeType="afterEffect">
                                  <p:stCondLst>
                                    <p:cond delay="0"/>
                                  </p:stCondLst>
                                  <p:childTnLst>
                                    <p:set>
                                      <p:cBhvr>
                                        <p:cTn id="68" dur="1" fill="hold">
                                          <p:stCondLst>
                                            <p:cond delay="0"/>
                                          </p:stCondLst>
                                        </p:cTn>
                                        <p:tgtEl>
                                          <p:spTgt spid="52">
                                            <p:txEl>
                                              <p:pRg st="0" end="0"/>
                                            </p:txEl>
                                          </p:spTgt>
                                        </p:tgtEl>
                                        <p:attrNameLst>
                                          <p:attrName>style.visibility</p:attrName>
                                        </p:attrNameLst>
                                      </p:cBhvr>
                                      <p:to>
                                        <p:strVal val="visible"/>
                                      </p:to>
                                    </p:set>
                                    <p:animEffect transition="in" filter="wipe(left)">
                                      <p:cBhvr>
                                        <p:cTn id="69" dur="500"/>
                                        <p:tgtEl>
                                          <p:spTgt spid="52">
                                            <p:txEl>
                                              <p:pRg st="0" end="0"/>
                                            </p:txEl>
                                          </p:spTgt>
                                        </p:tgtEl>
                                      </p:cBhvr>
                                    </p:animEffect>
                                  </p:childTnLst>
                                </p:cTn>
                              </p:par>
                            </p:childTnLst>
                          </p:cTn>
                        </p:par>
                        <p:par>
                          <p:cTn id="70" fill="hold">
                            <p:stCondLst>
                              <p:cond delay="1500"/>
                            </p:stCondLst>
                            <p:childTnLst>
                              <p:par>
                                <p:cTn id="71" presetID="22" presetClass="entr" presetSubtype="8" fill="hold" grpId="0" nodeType="afterEffect">
                                  <p:stCondLst>
                                    <p:cond delay="0"/>
                                  </p:stCondLst>
                                  <p:childTnLst>
                                    <p:set>
                                      <p:cBhvr>
                                        <p:cTn id="72" dur="1" fill="hold">
                                          <p:stCondLst>
                                            <p:cond delay="0"/>
                                          </p:stCondLst>
                                        </p:cTn>
                                        <p:tgtEl>
                                          <p:spTgt spid="53">
                                            <p:txEl>
                                              <p:pRg st="0" end="0"/>
                                            </p:txEl>
                                          </p:spTgt>
                                        </p:tgtEl>
                                        <p:attrNameLst>
                                          <p:attrName>style.visibility</p:attrName>
                                        </p:attrNameLst>
                                      </p:cBhvr>
                                      <p:to>
                                        <p:strVal val="visible"/>
                                      </p:to>
                                    </p:set>
                                    <p:animEffect transition="in" filter="wipe(left)">
                                      <p:cBhvr>
                                        <p:cTn id="73" dur="500"/>
                                        <p:tgtEl>
                                          <p:spTgt spid="53">
                                            <p:txEl>
                                              <p:pRg st="0" end="0"/>
                                            </p:txEl>
                                          </p:spTgt>
                                        </p:tgtEl>
                                      </p:cBhvr>
                                    </p:animEffect>
                                  </p:childTnLst>
                                </p:cTn>
                              </p:par>
                            </p:childTnLst>
                          </p:cTn>
                        </p:par>
                      </p:childTnLst>
                    </p:cTn>
                  </p:par>
                  <p:par>
                    <p:cTn id="74" fill="hold">
                      <p:stCondLst>
                        <p:cond delay="indefinite"/>
                      </p:stCondLst>
                      <p:childTnLst>
                        <p:par>
                          <p:cTn id="75" fill="hold">
                            <p:stCondLst>
                              <p:cond delay="0"/>
                            </p:stCondLst>
                            <p:childTnLst>
                              <p:par>
                                <p:cTn id="76" presetID="22" presetClass="entr" presetSubtype="8" fill="hold" nodeType="clickEffect">
                                  <p:stCondLst>
                                    <p:cond delay="0"/>
                                  </p:stCondLst>
                                  <p:childTnLst>
                                    <p:set>
                                      <p:cBhvr>
                                        <p:cTn id="77" dur="1" fill="hold">
                                          <p:stCondLst>
                                            <p:cond delay="0"/>
                                          </p:stCondLst>
                                        </p:cTn>
                                        <p:tgtEl>
                                          <p:spTgt spid="23"/>
                                        </p:tgtEl>
                                        <p:attrNameLst>
                                          <p:attrName>style.visibility</p:attrName>
                                        </p:attrNameLst>
                                      </p:cBhvr>
                                      <p:to>
                                        <p:strVal val="visible"/>
                                      </p:to>
                                    </p:set>
                                    <p:animEffect transition="in" filter="wipe(left)">
                                      <p:cBhvr>
                                        <p:cTn id="78" dur="2000"/>
                                        <p:tgtEl>
                                          <p:spTgt spid="23"/>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xit" presetSubtype="8" fill="hold" grpId="1" nodeType="clickEffect">
                                  <p:stCondLst>
                                    <p:cond delay="0"/>
                                  </p:stCondLst>
                                  <p:childTnLst>
                                    <p:animEffect transition="out" filter="wipe(left)">
                                      <p:cBhvr>
                                        <p:cTn id="82" dur="500"/>
                                        <p:tgtEl>
                                          <p:spTgt spid="35"/>
                                        </p:tgtEl>
                                      </p:cBhvr>
                                    </p:animEffect>
                                    <p:set>
                                      <p:cBhvr>
                                        <p:cTn id="83" dur="1" fill="hold">
                                          <p:stCondLst>
                                            <p:cond delay="499"/>
                                          </p:stCondLst>
                                        </p:cTn>
                                        <p:tgtEl>
                                          <p:spTgt spid="35"/>
                                        </p:tgtEl>
                                        <p:attrNameLst>
                                          <p:attrName>style.visibility</p:attrName>
                                        </p:attrNameLst>
                                      </p:cBhvr>
                                      <p:to>
                                        <p:strVal val="hidden"/>
                                      </p:to>
                                    </p:se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31"/>
                                        </p:tgtEl>
                                        <p:attrNameLst>
                                          <p:attrName>style.visibility</p:attrName>
                                        </p:attrNameLst>
                                      </p:cBhvr>
                                      <p:to>
                                        <p:strVal val="visible"/>
                                      </p:to>
                                    </p:set>
                                    <p:animEffect transition="in" filter="wipe(left)">
                                      <p:cBhvr>
                                        <p:cTn id="87" dur="1000"/>
                                        <p:tgtEl>
                                          <p:spTgt spid="31"/>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25"/>
                                        </p:tgtEl>
                                        <p:attrNameLst>
                                          <p:attrName>style.visibility</p:attrName>
                                        </p:attrNameLst>
                                      </p:cBhvr>
                                      <p:to>
                                        <p:strVal val="visible"/>
                                      </p:to>
                                    </p:set>
                                    <p:animEffect transition="in" filter="wipe(left)">
                                      <p:cBhvr>
                                        <p:cTn id="92" dur="500"/>
                                        <p:tgtEl>
                                          <p:spTgt spid="25"/>
                                        </p:tgtEl>
                                      </p:cBhvr>
                                    </p:animEffect>
                                  </p:childTnLst>
                                </p:cTn>
                              </p:par>
                            </p:childTnLst>
                          </p:cTn>
                        </p:par>
                        <p:par>
                          <p:cTn id="93" fill="hold">
                            <p:stCondLst>
                              <p:cond delay="500"/>
                            </p:stCondLst>
                            <p:childTnLst>
                              <p:par>
                                <p:cTn id="94" presetID="22" presetClass="entr" presetSubtype="1" fill="hold" nodeType="afterEffect">
                                  <p:stCondLst>
                                    <p:cond delay="0"/>
                                  </p:stCondLst>
                                  <p:childTnLst>
                                    <p:set>
                                      <p:cBhvr>
                                        <p:cTn id="95" dur="1" fill="hold">
                                          <p:stCondLst>
                                            <p:cond delay="0"/>
                                          </p:stCondLst>
                                        </p:cTn>
                                        <p:tgtEl>
                                          <p:spTgt spid="5"/>
                                        </p:tgtEl>
                                        <p:attrNameLst>
                                          <p:attrName>style.visibility</p:attrName>
                                        </p:attrNameLst>
                                      </p:cBhvr>
                                      <p:to>
                                        <p:strVal val="visible"/>
                                      </p:to>
                                    </p:set>
                                    <p:animEffect transition="in" filter="wipe(up)">
                                      <p:cBhvr>
                                        <p:cTn id="96" dur="500"/>
                                        <p:tgtEl>
                                          <p:spTgt spid="5"/>
                                        </p:tgtEl>
                                      </p:cBhvr>
                                    </p:animEffect>
                                  </p:childTnLst>
                                </p:cTn>
                              </p:par>
                            </p:childTnLst>
                          </p:cTn>
                        </p:par>
                        <p:par>
                          <p:cTn id="97" fill="hold">
                            <p:stCondLst>
                              <p:cond delay="1000"/>
                            </p:stCondLst>
                            <p:childTnLst>
                              <p:par>
                                <p:cTn id="98" presetID="22" presetClass="entr" presetSubtype="1" fill="hold" grpId="0" nodeType="afterEffect">
                                  <p:stCondLst>
                                    <p:cond delay="0"/>
                                  </p:stCondLst>
                                  <p:childTnLst>
                                    <p:set>
                                      <p:cBhvr>
                                        <p:cTn id="99" dur="1" fill="hold">
                                          <p:stCondLst>
                                            <p:cond delay="0"/>
                                          </p:stCondLst>
                                        </p:cTn>
                                        <p:tgtEl>
                                          <p:spTgt spid="29"/>
                                        </p:tgtEl>
                                        <p:attrNameLst>
                                          <p:attrName>style.visibility</p:attrName>
                                        </p:attrNameLst>
                                      </p:cBhvr>
                                      <p:to>
                                        <p:strVal val="visible"/>
                                      </p:to>
                                    </p:set>
                                    <p:animEffect transition="in" filter="wipe(up)">
                                      <p:cBhvr>
                                        <p:cTn id="100" dur="1500"/>
                                        <p:tgtEl>
                                          <p:spTgt spid="29"/>
                                        </p:tgtEl>
                                      </p:cBhvr>
                                    </p:animEffect>
                                  </p:childTnLst>
                                </p:cTn>
                              </p:par>
                            </p:childTnLst>
                          </p:cTn>
                        </p:par>
                        <p:par>
                          <p:cTn id="101" fill="hold">
                            <p:stCondLst>
                              <p:cond delay="2500"/>
                            </p:stCondLst>
                            <p:childTnLst>
                              <p:par>
                                <p:cTn id="102" presetID="22" presetClass="entr" presetSubtype="1" fill="hold" nodeType="afterEffect">
                                  <p:stCondLst>
                                    <p:cond delay="0"/>
                                  </p:stCondLst>
                                  <p:childTnLst>
                                    <p:set>
                                      <p:cBhvr>
                                        <p:cTn id="103" dur="1" fill="hold">
                                          <p:stCondLst>
                                            <p:cond delay="0"/>
                                          </p:stCondLst>
                                        </p:cTn>
                                        <p:tgtEl>
                                          <p:spTgt spid="9"/>
                                        </p:tgtEl>
                                        <p:attrNameLst>
                                          <p:attrName>style.visibility</p:attrName>
                                        </p:attrNameLst>
                                      </p:cBhvr>
                                      <p:to>
                                        <p:strVal val="visible"/>
                                      </p:to>
                                    </p:set>
                                    <p:animEffect transition="in" filter="wipe(up)">
                                      <p:cBhvr>
                                        <p:cTn id="104" dur="500"/>
                                        <p:tgtEl>
                                          <p:spTgt spid="9"/>
                                        </p:tgtEl>
                                      </p:cBhvr>
                                    </p:animEffect>
                                  </p:childTnLst>
                                </p:cTn>
                              </p:par>
                            </p:childTnLst>
                          </p:cTn>
                        </p:par>
                        <p:par>
                          <p:cTn id="105" fill="hold">
                            <p:stCondLst>
                              <p:cond delay="3000"/>
                            </p:stCondLst>
                            <p:childTnLst>
                              <p:par>
                                <p:cTn id="106" presetID="22" presetClass="entr" presetSubtype="1" fill="hold" grpId="0" nodeType="afterEffect">
                                  <p:stCondLst>
                                    <p:cond delay="0"/>
                                  </p:stCondLst>
                                  <p:childTnLst>
                                    <p:set>
                                      <p:cBhvr>
                                        <p:cTn id="107" dur="1" fill="hold">
                                          <p:stCondLst>
                                            <p:cond delay="0"/>
                                          </p:stCondLst>
                                        </p:cTn>
                                        <p:tgtEl>
                                          <p:spTgt spid="30"/>
                                        </p:tgtEl>
                                        <p:attrNameLst>
                                          <p:attrName>style.visibility</p:attrName>
                                        </p:attrNameLst>
                                      </p:cBhvr>
                                      <p:to>
                                        <p:strVal val="visible"/>
                                      </p:to>
                                    </p:set>
                                    <p:animEffect transition="in" filter="wipe(up)">
                                      <p:cBhvr>
                                        <p:cTn id="108" dur="1500"/>
                                        <p:tgtEl>
                                          <p:spTgt spid="30"/>
                                        </p:tgtEl>
                                      </p:cBhvr>
                                    </p:animEffect>
                                  </p:childTnLst>
                                </p:cTn>
                              </p:par>
                            </p:childTnLst>
                          </p:cTn>
                        </p:par>
                      </p:childTnLst>
                    </p:cTn>
                  </p:par>
                  <p:par>
                    <p:cTn id="109" fill="hold">
                      <p:stCondLst>
                        <p:cond delay="indefinite"/>
                      </p:stCondLst>
                      <p:childTnLst>
                        <p:par>
                          <p:cTn id="110" fill="hold">
                            <p:stCondLst>
                              <p:cond delay="0"/>
                            </p:stCondLst>
                            <p:childTnLst>
                              <p:par>
                                <p:cTn id="111" presetID="22" presetClass="exit" presetSubtype="8" fill="hold" grpId="1" nodeType="clickEffect">
                                  <p:stCondLst>
                                    <p:cond delay="0"/>
                                  </p:stCondLst>
                                  <p:childTnLst>
                                    <p:animEffect transition="out" filter="wipe(left)">
                                      <p:cBhvr>
                                        <p:cTn id="112" dur="500"/>
                                        <p:tgtEl>
                                          <p:spTgt spid="31"/>
                                        </p:tgtEl>
                                      </p:cBhvr>
                                    </p:animEffect>
                                    <p:set>
                                      <p:cBhvr>
                                        <p:cTn id="113" dur="1" fill="hold">
                                          <p:stCondLst>
                                            <p:cond delay="499"/>
                                          </p:stCondLst>
                                        </p:cTn>
                                        <p:tgtEl>
                                          <p:spTgt spid="31"/>
                                        </p:tgtEl>
                                        <p:attrNameLst>
                                          <p:attrName>style.visibility</p:attrName>
                                        </p:attrNameLst>
                                      </p:cBhvr>
                                      <p:to>
                                        <p:strVal val="hidden"/>
                                      </p:to>
                                    </p:set>
                                  </p:childTnLst>
                                </p:cTn>
                              </p:par>
                            </p:childTnLst>
                          </p:cTn>
                        </p:par>
                        <p:par>
                          <p:cTn id="114" fill="hold">
                            <p:stCondLst>
                              <p:cond delay="500"/>
                            </p:stCondLst>
                            <p:childTnLst>
                              <p:par>
                                <p:cTn id="115" presetID="22" presetClass="entr" presetSubtype="8" fill="hold" grpId="0" nodeType="afterEffect">
                                  <p:stCondLst>
                                    <p:cond delay="0"/>
                                  </p:stCondLst>
                                  <p:childTnLst>
                                    <p:set>
                                      <p:cBhvr>
                                        <p:cTn id="116" dur="1" fill="hold">
                                          <p:stCondLst>
                                            <p:cond delay="0"/>
                                          </p:stCondLst>
                                        </p:cTn>
                                        <p:tgtEl>
                                          <p:spTgt spid="32"/>
                                        </p:tgtEl>
                                        <p:attrNameLst>
                                          <p:attrName>style.visibility</p:attrName>
                                        </p:attrNameLst>
                                      </p:cBhvr>
                                      <p:to>
                                        <p:strVal val="visible"/>
                                      </p:to>
                                    </p:set>
                                    <p:animEffect transition="in" filter="wipe(left)">
                                      <p:cBhvr>
                                        <p:cTn id="117" dur="500"/>
                                        <p:tgtEl>
                                          <p:spTgt spid="32"/>
                                        </p:tgtEl>
                                      </p:cBhvr>
                                    </p:animEffect>
                                  </p:childTnLst>
                                </p:cTn>
                              </p:par>
                            </p:childTnLst>
                          </p:cTn>
                        </p:par>
                        <p:par>
                          <p:cTn id="118" fill="hold">
                            <p:stCondLst>
                              <p:cond delay="1000"/>
                            </p:stCondLst>
                            <p:childTnLst>
                              <p:par>
                                <p:cTn id="119" presetID="22" presetClass="entr" presetSubtype="8" fill="hold" grpId="0" nodeType="afterEffect">
                                  <p:stCondLst>
                                    <p:cond delay="0"/>
                                  </p:stCondLst>
                                  <p:childTnLst>
                                    <p:set>
                                      <p:cBhvr>
                                        <p:cTn id="120" dur="1" fill="hold">
                                          <p:stCondLst>
                                            <p:cond delay="0"/>
                                          </p:stCondLst>
                                        </p:cTn>
                                        <p:tgtEl>
                                          <p:spTgt spid="28"/>
                                        </p:tgtEl>
                                        <p:attrNameLst>
                                          <p:attrName>style.visibility</p:attrName>
                                        </p:attrNameLst>
                                      </p:cBhvr>
                                      <p:to>
                                        <p:strVal val="visible"/>
                                      </p:to>
                                    </p:set>
                                    <p:animEffect transition="in" filter="wipe(left)">
                                      <p:cBhvr>
                                        <p:cTn id="121" dur="1000"/>
                                        <p:tgtEl>
                                          <p:spTgt spid="28"/>
                                        </p:tgtEl>
                                      </p:cBhvr>
                                    </p:animEffect>
                                  </p:childTnLst>
                                </p:cTn>
                              </p:par>
                            </p:childTnLst>
                          </p:cTn>
                        </p:par>
                        <p:par>
                          <p:cTn id="122" fill="hold">
                            <p:stCondLst>
                              <p:cond delay="2000"/>
                            </p:stCondLst>
                            <p:childTnLst>
                              <p:par>
                                <p:cTn id="123" presetID="22" presetClass="entr" presetSubtype="8" fill="hold" nodeType="afterEffect">
                                  <p:stCondLst>
                                    <p:cond delay="0"/>
                                  </p:stCondLst>
                                  <p:childTnLst>
                                    <p:set>
                                      <p:cBhvr>
                                        <p:cTn id="124" dur="1" fill="hold">
                                          <p:stCondLst>
                                            <p:cond delay="0"/>
                                          </p:stCondLst>
                                        </p:cTn>
                                        <p:tgtEl>
                                          <p:spTgt spid="43"/>
                                        </p:tgtEl>
                                        <p:attrNameLst>
                                          <p:attrName>style.visibility</p:attrName>
                                        </p:attrNameLst>
                                      </p:cBhvr>
                                      <p:to>
                                        <p:strVal val="visible"/>
                                      </p:to>
                                    </p:set>
                                    <p:animEffect transition="in" filter="wipe(left)">
                                      <p:cBhvr>
                                        <p:cTn id="125" dur="2000"/>
                                        <p:tgtEl>
                                          <p:spTgt spid="43"/>
                                        </p:tgtEl>
                                      </p:cBhvr>
                                    </p:animEffect>
                                  </p:childTnLst>
                                </p:cTn>
                              </p:par>
                            </p:childTnLst>
                          </p:cTn>
                        </p:par>
                      </p:childTnLst>
                    </p:cTn>
                  </p:par>
                  <p:par>
                    <p:cTn id="126" fill="hold">
                      <p:stCondLst>
                        <p:cond delay="indefinite"/>
                      </p:stCondLst>
                      <p:childTnLst>
                        <p:par>
                          <p:cTn id="127" fill="hold">
                            <p:stCondLst>
                              <p:cond delay="0"/>
                            </p:stCondLst>
                            <p:childTnLst>
                              <p:par>
                                <p:cTn id="128" presetID="10" presetClass="entr" presetSubtype="0" fill="hold" grpId="0" nodeType="clickEffect">
                                  <p:stCondLst>
                                    <p:cond delay="0"/>
                                  </p:stCondLst>
                                  <p:childTnLst>
                                    <p:set>
                                      <p:cBhvr>
                                        <p:cTn id="129" dur="1" fill="hold">
                                          <p:stCondLst>
                                            <p:cond delay="0"/>
                                          </p:stCondLst>
                                        </p:cTn>
                                        <p:tgtEl>
                                          <p:spTgt spid="26"/>
                                        </p:tgtEl>
                                        <p:attrNameLst>
                                          <p:attrName>style.visibility</p:attrName>
                                        </p:attrNameLst>
                                      </p:cBhvr>
                                      <p:to>
                                        <p:strVal val="visible"/>
                                      </p:to>
                                    </p:set>
                                    <p:animEffect transition="in" filter="fade">
                                      <p:cBhvr>
                                        <p:cTn id="130" dur="2000"/>
                                        <p:tgtEl>
                                          <p:spTgt spid="26"/>
                                        </p:tgtEl>
                                      </p:cBhvr>
                                    </p:animEffect>
                                  </p:childTnLst>
                                </p:cTn>
                              </p:par>
                              <p:par>
                                <p:cTn id="131" presetID="45" presetClass="entr" presetSubtype="0" fill="hold" grpId="0" nodeType="withEffect">
                                  <p:stCondLst>
                                    <p:cond delay="0"/>
                                  </p:stCondLst>
                                  <p:childTnLst>
                                    <p:set>
                                      <p:cBhvr>
                                        <p:cTn id="132" dur="1" fill="hold">
                                          <p:stCondLst>
                                            <p:cond delay="0"/>
                                          </p:stCondLst>
                                        </p:cTn>
                                        <p:tgtEl>
                                          <p:spTgt spid="7"/>
                                        </p:tgtEl>
                                        <p:attrNameLst>
                                          <p:attrName>style.visibility</p:attrName>
                                        </p:attrNameLst>
                                      </p:cBhvr>
                                      <p:to>
                                        <p:strVal val="visible"/>
                                      </p:to>
                                    </p:set>
                                    <p:animEffect transition="in" filter="fade">
                                      <p:cBhvr>
                                        <p:cTn id="133" dur="2000"/>
                                        <p:tgtEl>
                                          <p:spTgt spid="7"/>
                                        </p:tgtEl>
                                      </p:cBhvr>
                                    </p:animEffect>
                                    <p:anim calcmode="lin" valueType="num">
                                      <p:cBhvr>
                                        <p:cTn id="134" dur="2000" fill="hold"/>
                                        <p:tgtEl>
                                          <p:spTgt spid="7"/>
                                        </p:tgtEl>
                                        <p:attrNameLst>
                                          <p:attrName>ppt_w</p:attrName>
                                        </p:attrNameLst>
                                      </p:cBhvr>
                                      <p:tavLst>
                                        <p:tav tm="0" fmla="#ppt_w*sin(2.5*pi*$)">
                                          <p:val>
                                            <p:fltVal val="0"/>
                                          </p:val>
                                        </p:tav>
                                        <p:tav tm="100000">
                                          <p:val>
                                            <p:fltVal val="1"/>
                                          </p:val>
                                        </p:tav>
                                      </p:tavLst>
                                    </p:anim>
                                    <p:anim calcmode="lin" valueType="num">
                                      <p:cBhvr>
                                        <p:cTn id="135" dur="2000" fill="hold"/>
                                        <p:tgtEl>
                                          <p:spTgt spid="7"/>
                                        </p:tgtEl>
                                        <p:attrNameLst>
                                          <p:attrName>ppt_h</p:attrName>
                                        </p:attrNameLst>
                                      </p:cBhvr>
                                      <p:tavLst>
                                        <p:tav tm="0">
                                          <p:val>
                                            <p:strVal val="#ppt_h"/>
                                          </p:val>
                                        </p:tav>
                                        <p:tav tm="100000">
                                          <p:val>
                                            <p:strVal val="#ppt_h"/>
                                          </p:val>
                                        </p:tav>
                                      </p:tavLst>
                                    </p:anim>
                                  </p:childTnLst>
                                </p:cTn>
                              </p:par>
                            </p:childTnLst>
                          </p:cTn>
                        </p:par>
                        <p:par>
                          <p:cTn id="136" fill="hold">
                            <p:stCondLst>
                              <p:cond delay="2000"/>
                            </p:stCondLst>
                            <p:childTnLst>
                              <p:par>
                                <p:cTn id="137" presetID="10" presetClass="entr" presetSubtype="0" fill="hold" grpId="0" nodeType="afterEffect">
                                  <p:stCondLst>
                                    <p:cond delay="0"/>
                                  </p:stCondLst>
                                  <p:childTnLst>
                                    <p:set>
                                      <p:cBhvr>
                                        <p:cTn id="138" dur="1" fill="hold">
                                          <p:stCondLst>
                                            <p:cond delay="0"/>
                                          </p:stCondLst>
                                        </p:cTn>
                                        <p:tgtEl>
                                          <p:spTgt spid="33"/>
                                        </p:tgtEl>
                                        <p:attrNameLst>
                                          <p:attrName>style.visibility</p:attrName>
                                        </p:attrNameLst>
                                      </p:cBhvr>
                                      <p:to>
                                        <p:strVal val="visible"/>
                                      </p:to>
                                    </p:set>
                                    <p:animEffect transition="in" filter="fade">
                                      <p:cBhvr>
                                        <p:cTn id="139" dur="20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p:bldP spid="7" grpId="0" animBg="1"/>
      <p:bldP spid="33" grpId="0"/>
    </p:bldLst>
  </p:timing>
</p:sld>
</file>

<file path=ppt/slides/slide9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363473565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3001464"/>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747055"/>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414445329"/>
              </p:ext>
            </p:extLst>
          </p:nvPr>
        </p:nvGraphicFramePr>
        <p:xfrm>
          <a:off x="587423" y="3322532"/>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4118541189"/>
              </p:ext>
            </p:extLst>
          </p:nvPr>
        </p:nvGraphicFramePr>
        <p:xfrm>
          <a:off x="4820545" y="3471000"/>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89" y="1996155"/>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09694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3408382"/>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3406217"/>
            <a:ext cx="928086" cy="299848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Where - Arrow">
            <a:extLst>
              <a:ext uri="{FF2B5EF4-FFF2-40B4-BE49-F238E27FC236}">
                <a16:creationId xmlns:a16="http://schemas.microsoft.com/office/drawing/2014/main" id="{44EEC309-5164-E750-8A98-948F7250CF9F}"/>
              </a:ext>
            </a:extLst>
          </p:cNvPr>
          <p:cNvSpPr/>
          <p:nvPr/>
        </p:nvSpPr>
        <p:spPr>
          <a:xfrm>
            <a:off x="149292" y="222330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3501968"/>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190505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353216" y="2365487"/>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19769" y="2365487"/>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5027767"/>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3344836484"/>
              </p:ext>
            </p:extLst>
          </p:nvPr>
        </p:nvGraphicFramePr>
        <p:xfrm>
          <a:off x="587423" y="5348835"/>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840418785"/>
              </p:ext>
            </p:extLst>
          </p:nvPr>
        </p:nvGraphicFramePr>
        <p:xfrm>
          <a:off x="9595568" y="3469916"/>
          <a:ext cx="1652969" cy="117348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694006"/>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714401"/>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663735"/>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678062"/>
            <a:ext cx="558311" cy="523220"/>
          </a:xfrm>
          <a:prstGeom prst="rect">
            <a:avLst/>
          </a:prstGeom>
          <a:noFill/>
        </p:spPr>
        <p:txBody>
          <a:bodyPr wrap="square" rtlCol="0" anchor="ctr">
            <a:spAutoFit/>
          </a:bodyPr>
          <a:lstStyle/>
          <a:p>
            <a:pPr algn="ctr"/>
            <a:r>
              <a:rPr lang="en-GB" sz="2800" b="1" dirty="0">
                <a:solidFill>
                  <a:srgbClr val="7030A0"/>
                </a:solidFill>
              </a:rPr>
              <a:t>9</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685444"/>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Select - Arrow">
            <a:extLst>
              <a:ext uri="{FF2B5EF4-FFF2-40B4-BE49-F238E27FC236}">
                <a16:creationId xmlns:a16="http://schemas.microsoft.com/office/drawing/2014/main" id="{A4913A86-8E20-4DDA-AAA9-F82A2BA73778}"/>
              </a:ext>
            </a:extLst>
          </p:cNvPr>
          <p:cNvSpPr/>
          <p:nvPr/>
        </p:nvSpPr>
        <p:spPr>
          <a:xfrm>
            <a:off x="156727" y="15839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704" y="436098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28145" y="435934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5995973" y="436642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704" y="494010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28145" y="493846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5995973" y="494554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704" y="5817924"/>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28145" y="5816285"/>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5995973" y="5823373"/>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3001696"/>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Where">
            <a:extLst>
              <a:ext uri="{FF2B5EF4-FFF2-40B4-BE49-F238E27FC236}">
                <a16:creationId xmlns:a16="http://schemas.microsoft.com/office/drawing/2014/main" id="{D9C491AC-88F8-426C-A43D-B2F060D5E6AD}"/>
              </a:ext>
            </a:extLst>
          </p:cNvPr>
          <p:cNvSpPr txBox="1"/>
          <p:nvPr/>
        </p:nvSpPr>
        <p:spPr>
          <a:xfrm>
            <a:off x="5845106" y="2687757"/>
            <a:ext cx="908750" cy="369332"/>
          </a:xfrm>
          <a:prstGeom prst="rect">
            <a:avLst/>
          </a:prstGeom>
          <a:noFill/>
        </p:spPr>
        <p:txBody>
          <a:bodyPr wrap="square" rtlCol="0">
            <a:spAutoFit/>
          </a:bodyPr>
          <a:lstStyle/>
          <a:p>
            <a:pPr algn="ctr"/>
            <a:r>
              <a:rPr lang="en-GB" b="1" dirty="0"/>
              <a:t>WHERE</a:t>
            </a:r>
          </a:p>
        </p:txBody>
      </p:sp>
    </p:spTree>
    <p:extLst>
      <p:ext uri="{BB962C8B-B14F-4D97-AF65-F5344CB8AC3E}">
        <p14:creationId xmlns:p14="http://schemas.microsoft.com/office/powerpoint/2010/main" val="1816502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wipe(left)">
                                      <p:cBhvr>
                                        <p:cTn id="54" dur="1000"/>
                                        <p:tgtEl>
                                          <p:spTgt spid="3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wipe(left)">
                                      <p:cBhvr>
                                        <p:cTn id="59" dur="500"/>
                                        <p:tgtEl>
                                          <p:spTgt spid="10"/>
                                        </p:tgtEl>
                                      </p:cBhvr>
                                    </p:animEffec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wipe(left)">
                                      <p:cBhvr>
                                        <p:cTn id="63" dur="1000"/>
                                        <p:tgtEl>
                                          <p:spTgt spid="44"/>
                                        </p:tgtEl>
                                      </p:cBhvr>
                                    </p:animEffect>
                                  </p:childTnLst>
                                </p:cTn>
                              </p:par>
                            </p:childTnLst>
                          </p:cTn>
                        </p:par>
                        <p:par>
                          <p:cTn id="64" fill="hold">
                            <p:stCondLst>
                              <p:cond delay="1500"/>
                            </p:stCondLst>
                            <p:childTnLst>
                              <p:par>
                                <p:cTn id="65" presetID="22" presetClass="entr" presetSubtype="8" fill="hold" grpId="0" nodeType="afterEffect">
                                  <p:stCondLst>
                                    <p:cond delay="0"/>
                                  </p:stCondLst>
                                  <p:childTnLst>
                                    <p:set>
                                      <p:cBhvr>
                                        <p:cTn id="66" dur="1" fill="hold">
                                          <p:stCondLst>
                                            <p:cond delay="0"/>
                                          </p:stCondLst>
                                        </p:cTn>
                                        <p:tgtEl>
                                          <p:spTgt spid="51">
                                            <p:txEl>
                                              <p:pRg st="0" end="0"/>
                                            </p:txEl>
                                          </p:spTgt>
                                        </p:tgtEl>
                                        <p:attrNameLst>
                                          <p:attrName>style.visibility</p:attrName>
                                        </p:attrNameLst>
                                      </p:cBhvr>
                                      <p:to>
                                        <p:strVal val="visible"/>
                                      </p:to>
                                    </p:set>
                                    <p:animEffect transition="in" filter="wipe(left)">
                                      <p:cBhvr>
                                        <p:cTn id="67" dur="500"/>
                                        <p:tgtEl>
                                          <p:spTgt spid="51">
                                            <p:txEl>
                                              <p:pRg st="0" end="0"/>
                                            </p:txEl>
                                          </p:spTgt>
                                        </p:tgtEl>
                                      </p:cBhvr>
                                    </p:animEffect>
                                  </p:childTnLst>
                                </p:cTn>
                              </p:par>
                            </p:childTnLst>
                          </p:cTn>
                        </p:par>
                        <p:par>
                          <p:cTn id="68" fill="hold">
                            <p:stCondLst>
                              <p:cond delay="2000"/>
                            </p:stCondLst>
                            <p:childTnLst>
                              <p:par>
                                <p:cTn id="69" presetID="22" presetClass="entr" presetSubtype="8" fill="hold" grpId="0" nodeType="afterEffect" nodePh="1">
                                  <p:stCondLst>
                                    <p:cond delay="0"/>
                                  </p:stCondLst>
                                  <p:endCondLst>
                                    <p:cond evt="begin" delay="0">
                                      <p:tn val="69"/>
                                    </p:cond>
                                  </p:endCondLst>
                                  <p:childTnLst>
                                    <p:set>
                                      <p:cBhvr>
                                        <p:cTn id="70" dur="1" fill="hold">
                                          <p:stCondLst>
                                            <p:cond delay="0"/>
                                          </p:stCondLst>
                                        </p:cTn>
                                        <p:tgtEl>
                                          <p:spTgt spid="54">
                                            <p:txEl>
                                              <p:pRg st="0" end="0"/>
                                            </p:txEl>
                                          </p:spTgt>
                                        </p:tgtEl>
                                        <p:attrNameLst>
                                          <p:attrName>style.visibility</p:attrName>
                                        </p:attrNameLst>
                                      </p:cBhvr>
                                      <p:to>
                                        <p:strVal val="visible"/>
                                      </p:to>
                                    </p:set>
                                    <p:animEffect transition="in" filter="wipe(left)">
                                      <p:cBhvr>
                                        <p:cTn id="71" dur="500"/>
                                        <p:tgtEl>
                                          <p:spTgt spid="54">
                                            <p:txEl>
                                              <p:pRg st="0" end="0"/>
                                            </p:txEl>
                                          </p:spTgt>
                                        </p:tgtEl>
                                      </p:cBhvr>
                                    </p:animEffect>
                                  </p:childTnLst>
                                </p:cTn>
                              </p:par>
                            </p:childTnLst>
                          </p:cTn>
                        </p:par>
                        <p:par>
                          <p:cTn id="72" fill="hold">
                            <p:stCondLst>
                              <p:cond delay="2500"/>
                            </p:stCondLst>
                            <p:childTnLst>
                              <p:par>
                                <p:cTn id="73" presetID="22" presetClass="entr" presetSubtype="8" fill="hold" grpId="0" nodeType="afterEffect">
                                  <p:stCondLst>
                                    <p:cond delay="0"/>
                                  </p:stCondLst>
                                  <p:childTnLst>
                                    <p:set>
                                      <p:cBhvr>
                                        <p:cTn id="74" dur="1" fill="hold">
                                          <p:stCondLst>
                                            <p:cond delay="0"/>
                                          </p:stCondLst>
                                        </p:cTn>
                                        <p:tgtEl>
                                          <p:spTgt spid="52">
                                            <p:txEl>
                                              <p:pRg st="0" end="0"/>
                                            </p:txEl>
                                          </p:spTgt>
                                        </p:tgtEl>
                                        <p:attrNameLst>
                                          <p:attrName>style.visibility</p:attrName>
                                        </p:attrNameLst>
                                      </p:cBhvr>
                                      <p:to>
                                        <p:strVal val="visible"/>
                                      </p:to>
                                    </p:set>
                                    <p:animEffect transition="in" filter="wipe(left)">
                                      <p:cBhvr>
                                        <p:cTn id="75" dur="500"/>
                                        <p:tgtEl>
                                          <p:spTgt spid="52">
                                            <p:txEl>
                                              <p:pRg st="0" end="0"/>
                                            </p:txEl>
                                          </p:spTgt>
                                        </p:tgtEl>
                                      </p:cBhvr>
                                    </p:animEffect>
                                  </p:childTnLst>
                                </p:cTn>
                              </p:par>
                            </p:childTnLst>
                          </p:cTn>
                        </p:par>
                        <p:par>
                          <p:cTn id="76" fill="hold">
                            <p:stCondLst>
                              <p:cond delay="3000"/>
                            </p:stCondLst>
                            <p:childTnLst>
                              <p:par>
                                <p:cTn id="77" presetID="22" presetClass="entr" presetSubtype="8" fill="hold" grpId="0" nodeType="afterEffect">
                                  <p:stCondLst>
                                    <p:cond delay="0"/>
                                  </p:stCondLst>
                                  <p:childTnLst>
                                    <p:set>
                                      <p:cBhvr>
                                        <p:cTn id="78" dur="1" fill="hold">
                                          <p:stCondLst>
                                            <p:cond delay="0"/>
                                          </p:stCondLst>
                                        </p:cTn>
                                        <p:tgtEl>
                                          <p:spTgt spid="53">
                                            <p:txEl>
                                              <p:pRg st="0" end="0"/>
                                            </p:txEl>
                                          </p:spTgt>
                                        </p:tgtEl>
                                        <p:attrNameLst>
                                          <p:attrName>style.visibility</p:attrName>
                                        </p:attrNameLst>
                                      </p:cBhvr>
                                      <p:to>
                                        <p:strVal val="visible"/>
                                      </p:to>
                                    </p:set>
                                    <p:animEffect transition="in" filter="wipe(left)">
                                      <p:cBhvr>
                                        <p:cTn id="79" dur="500"/>
                                        <p:tgtEl>
                                          <p:spTgt spid="53">
                                            <p:txEl>
                                              <p:pRg st="0" end="0"/>
                                            </p:txEl>
                                          </p:spTgt>
                                        </p:tgtEl>
                                      </p:cBhvr>
                                    </p:animEffect>
                                  </p:childTnLst>
                                </p:cTn>
                              </p:par>
                            </p:childTnLst>
                          </p:cTn>
                        </p:par>
                        <p:par>
                          <p:cTn id="80" fill="hold">
                            <p:stCondLst>
                              <p:cond delay="3500"/>
                            </p:stCondLst>
                            <p:childTnLst>
                              <p:par>
                                <p:cTn id="81" presetID="22" presetClass="entr" presetSubtype="8" fill="hold" nodeType="afterEffect">
                                  <p:stCondLst>
                                    <p:cond delay="0"/>
                                  </p:stCondLst>
                                  <p:childTnLst>
                                    <p:set>
                                      <p:cBhvr>
                                        <p:cTn id="82" dur="1" fill="hold">
                                          <p:stCondLst>
                                            <p:cond delay="0"/>
                                          </p:stCondLst>
                                        </p:cTn>
                                        <p:tgtEl>
                                          <p:spTgt spid="23"/>
                                        </p:tgtEl>
                                        <p:attrNameLst>
                                          <p:attrName>style.visibility</p:attrName>
                                        </p:attrNameLst>
                                      </p:cBhvr>
                                      <p:to>
                                        <p:strVal val="visible"/>
                                      </p:to>
                                    </p:set>
                                    <p:animEffect transition="in" filter="wipe(left)">
                                      <p:cBhvr>
                                        <p:cTn id="83" dur="2000"/>
                                        <p:tgtEl>
                                          <p:spTgt spid="2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xit" presetSubtype="8" fill="hold" grpId="1" nodeType="clickEffect">
                                  <p:stCondLst>
                                    <p:cond delay="0"/>
                                  </p:stCondLst>
                                  <p:childTnLst>
                                    <p:animEffect transition="out" filter="wipe(left)">
                                      <p:cBhvr>
                                        <p:cTn id="87" dur="500"/>
                                        <p:tgtEl>
                                          <p:spTgt spid="35"/>
                                        </p:tgtEl>
                                      </p:cBhvr>
                                    </p:animEffect>
                                    <p:set>
                                      <p:cBhvr>
                                        <p:cTn id="88" dur="1" fill="hold">
                                          <p:stCondLst>
                                            <p:cond delay="499"/>
                                          </p:stCondLst>
                                        </p:cTn>
                                        <p:tgtEl>
                                          <p:spTgt spid="35"/>
                                        </p:tgtEl>
                                        <p:attrNameLst>
                                          <p:attrName>style.visibility</p:attrName>
                                        </p:attrNameLst>
                                      </p:cBhvr>
                                      <p:to>
                                        <p:strVal val="hidden"/>
                                      </p:to>
                                    </p:set>
                                  </p:childTnLst>
                                </p:cTn>
                              </p:par>
                            </p:childTnLst>
                          </p:cTn>
                        </p:par>
                        <p:par>
                          <p:cTn id="89" fill="hold">
                            <p:stCondLst>
                              <p:cond delay="500"/>
                            </p:stCondLst>
                            <p:childTnLst>
                              <p:par>
                                <p:cTn id="90" presetID="22" presetClass="entr" presetSubtype="8"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wipe(left)">
                                      <p:cBhvr>
                                        <p:cTn id="92" dur="1000"/>
                                        <p:tgtEl>
                                          <p:spTgt spid="31"/>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8" fill="hold" grpId="0" nodeType="click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500"/>
                                        <p:tgtEl>
                                          <p:spTgt spid="48"/>
                                        </p:tgtEl>
                                      </p:cBhvr>
                                    </p:animEffect>
                                  </p:childTnLst>
                                </p:cTn>
                              </p:par>
                            </p:childTnLst>
                          </p:cTn>
                        </p:par>
                        <p:par>
                          <p:cTn id="98" fill="hold">
                            <p:stCondLst>
                              <p:cond delay="500"/>
                            </p:stCondLst>
                            <p:childTnLst>
                              <p:par>
                                <p:cTn id="99" presetID="22" presetClass="entr" presetSubtype="1" fill="hold" grpId="0" nodeType="afterEffect">
                                  <p:stCondLst>
                                    <p:cond delay="0"/>
                                  </p:stCondLst>
                                  <p:childTnLst>
                                    <p:set>
                                      <p:cBhvr>
                                        <p:cTn id="100" dur="1" fill="hold">
                                          <p:stCondLst>
                                            <p:cond delay="0"/>
                                          </p:stCondLst>
                                        </p:cTn>
                                        <p:tgtEl>
                                          <p:spTgt spid="47"/>
                                        </p:tgtEl>
                                        <p:attrNameLst>
                                          <p:attrName>style.visibility</p:attrName>
                                        </p:attrNameLst>
                                      </p:cBhvr>
                                      <p:to>
                                        <p:strVal val="visible"/>
                                      </p:to>
                                    </p:set>
                                    <p:animEffect transition="in" filter="wipe(up)">
                                      <p:cBhvr>
                                        <p:cTn id="101" dur="1000"/>
                                        <p:tgtEl>
                                          <p:spTgt spid="47"/>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38"/>
                                        </p:tgtEl>
                                        <p:attrNameLst>
                                          <p:attrName>style.visibility</p:attrName>
                                        </p:attrNameLst>
                                      </p:cBhvr>
                                      <p:to>
                                        <p:strVal val="visible"/>
                                      </p:to>
                                    </p:set>
                                    <p:animEffect transition="in" filter="wipe(left)">
                                      <p:cBhvr>
                                        <p:cTn id="106" dur="500"/>
                                        <p:tgtEl>
                                          <p:spTgt spid="38"/>
                                        </p:tgtEl>
                                      </p:cBhvr>
                                    </p:animEffect>
                                  </p:childTnLst>
                                </p:cTn>
                              </p:par>
                            </p:childTnLst>
                          </p:cTn>
                        </p:par>
                        <p:par>
                          <p:cTn id="107" fill="hold">
                            <p:stCondLst>
                              <p:cond delay="500"/>
                            </p:stCondLst>
                            <p:childTnLst>
                              <p:par>
                                <p:cTn id="108" presetID="22" presetClass="entr" presetSubtype="8" fill="hold" grpId="0" nodeType="afterEffect">
                                  <p:stCondLst>
                                    <p:cond delay="0"/>
                                  </p:stCondLst>
                                  <p:childTnLst>
                                    <p:set>
                                      <p:cBhvr>
                                        <p:cTn id="109" dur="1" fill="hold">
                                          <p:stCondLst>
                                            <p:cond delay="0"/>
                                          </p:stCondLst>
                                        </p:cTn>
                                        <p:tgtEl>
                                          <p:spTgt spid="37"/>
                                        </p:tgtEl>
                                        <p:attrNameLst>
                                          <p:attrName>style.visibility</p:attrName>
                                        </p:attrNameLst>
                                      </p:cBhvr>
                                      <p:to>
                                        <p:strVal val="visible"/>
                                      </p:to>
                                    </p:set>
                                    <p:animEffect transition="in" filter="wipe(left)">
                                      <p:cBhvr>
                                        <p:cTn id="110" dur="500"/>
                                        <p:tgtEl>
                                          <p:spTgt spid="37"/>
                                        </p:tgtEl>
                                      </p:cBhvr>
                                    </p:animEffect>
                                  </p:childTnLst>
                                </p:cTn>
                              </p:par>
                            </p:childTnLst>
                          </p:cTn>
                        </p:par>
                        <p:par>
                          <p:cTn id="111" fill="hold">
                            <p:stCondLst>
                              <p:cond delay="1000"/>
                            </p:stCondLst>
                            <p:childTnLst>
                              <p:par>
                                <p:cTn id="112" presetID="22" presetClass="entr" presetSubtype="8" fill="hold" grpId="0" nodeType="afterEffect">
                                  <p:stCondLst>
                                    <p:cond delay="0"/>
                                  </p:stCondLst>
                                  <p:childTnLst>
                                    <p:set>
                                      <p:cBhvr>
                                        <p:cTn id="113" dur="1" fill="hold">
                                          <p:stCondLst>
                                            <p:cond delay="0"/>
                                          </p:stCondLst>
                                        </p:cTn>
                                        <p:tgtEl>
                                          <p:spTgt spid="36"/>
                                        </p:tgtEl>
                                        <p:attrNameLst>
                                          <p:attrName>style.visibility</p:attrName>
                                        </p:attrNameLst>
                                      </p:cBhvr>
                                      <p:to>
                                        <p:strVal val="visible"/>
                                      </p:to>
                                    </p:set>
                                    <p:animEffect transition="in" filter="wipe(left)">
                                      <p:cBhvr>
                                        <p:cTn id="114" dur="1500"/>
                                        <p:tgtEl>
                                          <p:spTgt spid="36"/>
                                        </p:tgtEl>
                                      </p:cBhvr>
                                    </p:animEffect>
                                  </p:childTnLst>
                                </p:cTn>
                              </p:par>
                            </p:childTnLst>
                          </p:cTn>
                        </p:par>
                        <p:par>
                          <p:cTn id="115" fill="hold">
                            <p:stCondLst>
                              <p:cond delay="2500"/>
                            </p:stCondLst>
                            <p:childTnLst>
                              <p:par>
                                <p:cTn id="116" presetID="22" presetClass="entr" presetSubtype="8" fill="hold" grpId="0" nodeType="afterEffect">
                                  <p:stCondLst>
                                    <p:cond delay="0"/>
                                  </p:stCondLst>
                                  <p:childTnLst>
                                    <p:set>
                                      <p:cBhvr>
                                        <p:cTn id="117" dur="1" fill="hold">
                                          <p:stCondLst>
                                            <p:cond delay="0"/>
                                          </p:stCondLst>
                                        </p:cTn>
                                        <p:tgtEl>
                                          <p:spTgt spid="41"/>
                                        </p:tgtEl>
                                        <p:attrNameLst>
                                          <p:attrName>style.visibility</p:attrName>
                                        </p:attrNameLst>
                                      </p:cBhvr>
                                      <p:to>
                                        <p:strVal val="visible"/>
                                      </p:to>
                                    </p:set>
                                    <p:animEffect transition="in" filter="wipe(left)">
                                      <p:cBhvr>
                                        <p:cTn id="118" dur="500"/>
                                        <p:tgtEl>
                                          <p:spTgt spid="41"/>
                                        </p:tgtEl>
                                      </p:cBhvr>
                                    </p:animEffect>
                                  </p:childTnLst>
                                </p:cTn>
                              </p:par>
                            </p:childTnLst>
                          </p:cTn>
                        </p:par>
                        <p:par>
                          <p:cTn id="119" fill="hold">
                            <p:stCondLst>
                              <p:cond delay="3000"/>
                            </p:stCondLst>
                            <p:childTnLst>
                              <p:par>
                                <p:cTn id="120" presetID="22" presetClass="entr" presetSubtype="8" fill="hold" grpId="0" nodeType="afterEffect">
                                  <p:stCondLst>
                                    <p:cond delay="0"/>
                                  </p:stCondLst>
                                  <p:childTnLst>
                                    <p:set>
                                      <p:cBhvr>
                                        <p:cTn id="121" dur="1" fill="hold">
                                          <p:stCondLst>
                                            <p:cond delay="0"/>
                                          </p:stCondLst>
                                        </p:cTn>
                                        <p:tgtEl>
                                          <p:spTgt spid="40"/>
                                        </p:tgtEl>
                                        <p:attrNameLst>
                                          <p:attrName>style.visibility</p:attrName>
                                        </p:attrNameLst>
                                      </p:cBhvr>
                                      <p:to>
                                        <p:strVal val="visible"/>
                                      </p:to>
                                    </p:set>
                                    <p:animEffect transition="in" filter="wipe(left)">
                                      <p:cBhvr>
                                        <p:cTn id="122" dur="500"/>
                                        <p:tgtEl>
                                          <p:spTgt spid="40"/>
                                        </p:tgtEl>
                                      </p:cBhvr>
                                    </p:animEffect>
                                  </p:childTnLst>
                                </p:cTn>
                              </p:par>
                            </p:childTnLst>
                          </p:cTn>
                        </p:par>
                        <p:par>
                          <p:cTn id="123" fill="hold">
                            <p:stCondLst>
                              <p:cond delay="3500"/>
                            </p:stCondLst>
                            <p:childTnLst>
                              <p:par>
                                <p:cTn id="124" presetID="22" presetClass="entr" presetSubtype="8" fill="hold" grpId="0" nodeType="afterEffect">
                                  <p:stCondLst>
                                    <p:cond delay="0"/>
                                  </p:stCondLst>
                                  <p:childTnLst>
                                    <p:set>
                                      <p:cBhvr>
                                        <p:cTn id="125" dur="1" fill="hold">
                                          <p:stCondLst>
                                            <p:cond delay="0"/>
                                          </p:stCondLst>
                                        </p:cTn>
                                        <p:tgtEl>
                                          <p:spTgt spid="39"/>
                                        </p:tgtEl>
                                        <p:attrNameLst>
                                          <p:attrName>style.visibility</p:attrName>
                                        </p:attrNameLst>
                                      </p:cBhvr>
                                      <p:to>
                                        <p:strVal val="visible"/>
                                      </p:to>
                                    </p:set>
                                    <p:animEffect transition="in" filter="wipe(left)">
                                      <p:cBhvr>
                                        <p:cTn id="126" dur="1500"/>
                                        <p:tgtEl>
                                          <p:spTgt spid="39"/>
                                        </p:tgtEl>
                                      </p:cBhvr>
                                    </p:animEffect>
                                  </p:childTnLst>
                                </p:cTn>
                              </p:par>
                            </p:childTnLst>
                          </p:cTn>
                        </p:par>
                        <p:par>
                          <p:cTn id="127" fill="hold">
                            <p:stCondLst>
                              <p:cond delay="5000"/>
                            </p:stCondLst>
                            <p:childTnLst>
                              <p:par>
                                <p:cTn id="128" presetID="22" presetClass="entr" presetSubtype="8" fill="hold" grpId="0" nodeType="afterEffect">
                                  <p:stCondLst>
                                    <p:cond delay="0"/>
                                  </p:stCondLst>
                                  <p:childTnLst>
                                    <p:set>
                                      <p:cBhvr>
                                        <p:cTn id="129" dur="1" fill="hold">
                                          <p:stCondLst>
                                            <p:cond delay="0"/>
                                          </p:stCondLst>
                                        </p:cTn>
                                        <p:tgtEl>
                                          <p:spTgt spid="46"/>
                                        </p:tgtEl>
                                        <p:attrNameLst>
                                          <p:attrName>style.visibility</p:attrName>
                                        </p:attrNameLst>
                                      </p:cBhvr>
                                      <p:to>
                                        <p:strVal val="visible"/>
                                      </p:to>
                                    </p:set>
                                    <p:animEffect transition="in" filter="wipe(left)">
                                      <p:cBhvr>
                                        <p:cTn id="130" dur="500"/>
                                        <p:tgtEl>
                                          <p:spTgt spid="46"/>
                                        </p:tgtEl>
                                      </p:cBhvr>
                                    </p:animEffect>
                                  </p:childTnLst>
                                </p:cTn>
                              </p:par>
                            </p:childTnLst>
                          </p:cTn>
                        </p:par>
                        <p:par>
                          <p:cTn id="131" fill="hold">
                            <p:stCondLst>
                              <p:cond delay="5500"/>
                            </p:stCondLst>
                            <p:childTnLst>
                              <p:par>
                                <p:cTn id="132" presetID="22" presetClass="entr" presetSubtype="8" fill="hold" grpId="0" nodeType="afterEffect">
                                  <p:stCondLst>
                                    <p:cond delay="0"/>
                                  </p:stCondLst>
                                  <p:childTnLst>
                                    <p:set>
                                      <p:cBhvr>
                                        <p:cTn id="133" dur="1" fill="hold">
                                          <p:stCondLst>
                                            <p:cond delay="0"/>
                                          </p:stCondLst>
                                        </p:cTn>
                                        <p:tgtEl>
                                          <p:spTgt spid="45"/>
                                        </p:tgtEl>
                                        <p:attrNameLst>
                                          <p:attrName>style.visibility</p:attrName>
                                        </p:attrNameLst>
                                      </p:cBhvr>
                                      <p:to>
                                        <p:strVal val="visible"/>
                                      </p:to>
                                    </p:set>
                                    <p:animEffect transition="in" filter="wipe(left)">
                                      <p:cBhvr>
                                        <p:cTn id="134" dur="500"/>
                                        <p:tgtEl>
                                          <p:spTgt spid="45"/>
                                        </p:tgtEl>
                                      </p:cBhvr>
                                    </p:animEffect>
                                  </p:childTnLst>
                                </p:cTn>
                              </p:par>
                            </p:childTnLst>
                          </p:cTn>
                        </p:par>
                        <p:par>
                          <p:cTn id="135" fill="hold">
                            <p:stCondLst>
                              <p:cond delay="6000"/>
                            </p:stCondLst>
                            <p:childTnLst>
                              <p:par>
                                <p:cTn id="136" presetID="22" presetClass="entr" presetSubtype="8" fill="hold" grpId="0" nodeType="afterEffect">
                                  <p:stCondLst>
                                    <p:cond delay="0"/>
                                  </p:stCondLst>
                                  <p:childTnLst>
                                    <p:set>
                                      <p:cBhvr>
                                        <p:cTn id="137" dur="1" fill="hold">
                                          <p:stCondLst>
                                            <p:cond delay="0"/>
                                          </p:stCondLst>
                                        </p:cTn>
                                        <p:tgtEl>
                                          <p:spTgt spid="42"/>
                                        </p:tgtEl>
                                        <p:attrNameLst>
                                          <p:attrName>style.visibility</p:attrName>
                                        </p:attrNameLst>
                                      </p:cBhvr>
                                      <p:to>
                                        <p:strVal val="visible"/>
                                      </p:to>
                                    </p:set>
                                    <p:animEffect transition="in" filter="wipe(left)">
                                      <p:cBhvr>
                                        <p:cTn id="138" dur="1500"/>
                                        <p:tgtEl>
                                          <p:spTgt spid="42"/>
                                        </p:tgtEl>
                                      </p:cBhvr>
                                    </p:animEffect>
                                  </p:childTnLst>
                                </p:cTn>
                              </p:par>
                            </p:childTnLst>
                          </p:cTn>
                        </p:par>
                      </p:childTnLst>
                    </p:cTn>
                  </p:par>
                  <p:par>
                    <p:cTn id="139" fill="hold">
                      <p:stCondLst>
                        <p:cond delay="indefinite"/>
                      </p:stCondLst>
                      <p:childTnLst>
                        <p:par>
                          <p:cTn id="140" fill="hold">
                            <p:stCondLst>
                              <p:cond delay="0"/>
                            </p:stCondLst>
                            <p:childTnLst>
                              <p:par>
                                <p:cTn id="141" presetID="22" presetClass="exit" presetSubtype="8" fill="hold" grpId="1" nodeType="clickEffect">
                                  <p:stCondLst>
                                    <p:cond delay="0"/>
                                  </p:stCondLst>
                                  <p:childTnLst>
                                    <p:animEffect transition="out" filter="wipe(left)">
                                      <p:cBhvr>
                                        <p:cTn id="142" dur="500"/>
                                        <p:tgtEl>
                                          <p:spTgt spid="31"/>
                                        </p:tgtEl>
                                      </p:cBhvr>
                                    </p:animEffect>
                                    <p:set>
                                      <p:cBhvr>
                                        <p:cTn id="143" dur="1" fill="hold">
                                          <p:stCondLst>
                                            <p:cond delay="499"/>
                                          </p:stCondLst>
                                        </p:cTn>
                                        <p:tgtEl>
                                          <p:spTgt spid="31"/>
                                        </p:tgtEl>
                                        <p:attrNameLst>
                                          <p:attrName>style.visibility</p:attrName>
                                        </p:attrNameLst>
                                      </p:cBhvr>
                                      <p:to>
                                        <p:strVal val="hidden"/>
                                      </p:to>
                                    </p:set>
                                  </p:childTnLst>
                                </p:cTn>
                              </p:par>
                            </p:childTnLst>
                          </p:cTn>
                        </p:par>
                        <p:par>
                          <p:cTn id="144" fill="hold">
                            <p:stCondLst>
                              <p:cond delay="500"/>
                            </p:stCondLst>
                            <p:childTnLst>
                              <p:par>
                                <p:cTn id="145" presetID="22" presetClass="entr" presetSubtype="8" fill="hold" grpId="0" nodeType="afterEffect">
                                  <p:stCondLst>
                                    <p:cond delay="0"/>
                                  </p:stCondLst>
                                  <p:childTnLst>
                                    <p:set>
                                      <p:cBhvr>
                                        <p:cTn id="146" dur="1" fill="hold">
                                          <p:stCondLst>
                                            <p:cond delay="0"/>
                                          </p:stCondLst>
                                        </p:cTn>
                                        <p:tgtEl>
                                          <p:spTgt spid="26"/>
                                        </p:tgtEl>
                                        <p:attrNameLst>
                                          <p:attrName>style.visibility</p:attrName>
                                        </p:attrNameLst>
                                      </p:cBhvr>
                                      <p:to>
                                        <p:strVal val="visible"/>
                                      </p:to>
                                    </p:set>
                                    <p:animEffect transition="in" filter="wipe(left)">
                                      <p:cBhvr>
                                        <p:cTn id="147" dur="1000"/>
                                        <p:tgtEl>
                                          <p:spTgt spid="26"/>
                                        </p:tgtEl>
                                      </p:cBhvr>
                                    </p:animEffect>
                                  </p:childTnLst>
                                </p:cTn>
                              </p:par>
                            </p:childTnLst>
                          </p:cTn>
                        </p:par>
                      </p:childTnLst>
                    </p:cTn>
                  </p:par>
                  <p:par>
                    <p:cTn id="148" fill="hold">
                      <p:stCondLst>
                        <p:cond delay="indefinite"/>
                      </p:stCondLst>
                      <p:childTnLst>
                        <p:par>
                          <p:cTn id="149" fill="hold">
                            <p:stCondLst>
                              <p:cond delay="0"/>
                            </p:stCondLst>
                            <p:childTnLst>
                              <p:par>
                                <p:cTn id="150" presetID="22" presetClass="entr" presetSubtype="8" fill="hold" grpId="0" nodeType="clickEffect">
                                  <p:stCondLst>
                                    <p:cond delay="0"/>
                                  </p:stCondLst>
                                  <p:childTnLst>
                                    <p:set>
                                      <p:cBhvr>
                                        <p:cTn id="151" dur="1" fill="hold">
                                          <p:stCondLst>
                                            <p:cond delay="0"/>
                                          </p:stCondLst>
                                        </p:cTn>
                                        <p:tgtEl>
                                          <p:spTgt spid="25"/>
                                        </p:tgtEl>
                                        <p:attrNameLst>
                                          <p:attrName>style.visibility</p:attrName>
                                        </p:attrNameLst>
                                      </p:cBhvr>
                                      <p:to>
                                        <p:strVal val="visible"/>
                                      </p:to>
                                    </p:set>
                                    <p:animEffect transition="in" filter="wipe(left)">
                                      <p:cBhvr>
                                        <p:cTn id="152" dur="500"/>
                                        <p:tgtEl>
                                          <p:spTgt spid="25"/>
                                        </p:tgtEl>
                                      </p:cBhvr>
                                    </p:animEffect>
                                  </p:childTnLst>
                                </p:cTn>
                              </p:par>
                            </p:childTnLst>
                          </p:cTn>
                        </p:par>
                        <p:par>
                          <p:cTn id="153" fill="hold">
                            <p:stCondLst>
                              <p:cond delay="500"/>
                            </p:stCondLst>
                            <p:childTnLst>
                              <p:par>
                                <p:cTn id="154" presetID="22" presetClass="entr" presetSubtype="1" fill="hold" nodeType="afterEffect">
                                  <p:stCondLst>
                                    <p:cond delay="0"/>
                                  </p:stCondLst>
                                  <p:childTnLst>
                                    <p:set>
                                      <p:cBhvr>
                                        <p:cTn id="155" dur="1" fill="hold">
                                          <p:stCondLst>
                                            <p:cond delay="0"/>
                                          </p:stCondLst>
                                        </p:cTn>
                                        <p:tgtEl>
                                          <p:spTgt spid="5"/>
                                        </p:tgtEl>
                                        <p:attrNameLst>
                                          <p:attrName>style.visibility</p:attrName>
                                        </p:attrNameLst>
                                      </p:cBhvr>
                                      <p:to>
                                        <p:strVal val="visible"/>
                                      </p:to>
                                    </p:set>
                                    <p:animEffect transition="in" filter="wipe(up)">
                                      <p:cBhvr>
                                        <p:cTn id="156" dur="500"/>
                                        <p:tgtEl>
                                          <p:spTgt spid="5"/>
                                        </p:tgtEl>
                                      </p:cBhvr>
                                    </p:animEffect>
                                  </p:childTnLst>
                                </p:cTn>
                              </p:par>
                            </p:childTnLst>
                          </p:cTn>
                        </p:par>
                        <p:par>
                          <p:cTn id="157" fill="hold">
                            <p:stCondLst>
                              <p:cond delay="1000"/>
                            </p:stCondLst>
                            <p:childTnLst>
                              <p:par>
                                <p:cTn id="158" presetID="22" presetClass="entr" presetSubtype="1" fill="hold" grpId="0" nodeType="afterEffect">
                                  <p:stCondLst>
                                    <p:cond delay="0"/>
                                  </p:stCondLst>
                                  <p:childTnLst>
                                    <p:set>
                                      <p:cBhvr>
                                        <p:cTn id="159" dur="1" fill="hold">
                                          <p:stCondLst>
                                            <p:cond delay="0"/>
                                          </p:stCondLst>
                                        </p:cTn>
                                        <p:tgtEl>
                                          <p:spTgt spid="29"/>
                                        </p:tgtEl>
                                        <p:attrNameLst>
                                          <p:attrName>style.visibility</p:attrName>
                                        </p:attrNameLst>
                                      </p:cBhvr>
                                      <p:to>
                                        <p:strVal val="visible"/>
                                      </p:to>
                                    </p:set>
                                    <p:animEffect transition="in" filter="wipe(up)">
                                      <p:cBhvr>
                                        <p:cTn id="160" dur="1500"/>
                                        <p:tgtEl>
                                          <p:spTgt spid="29"/>
                                        </p:tgtEl>
                                      </p:cBhvr>
                                    </p:animEffect>
                                  </p:childTnLst>
                                </p:cTn>
                              </p:par>
                            </p:childTnLst>
                          </p:cTn>
                        </p:par>
                        <p:par>
                          <p:cTn id="161" fill="hold">
                            <p:stCondLst>
                              <p:cond delay="2500"/>
                            </p:stCondLst>
                            <p:childTnLst>
                              <p:par>
                                <p:cTn id="162" presetID="22" presetClass="entr" presetSubtype="1" fill="hold" nodeType="afterEffect">
                                  <p:stCondLst>
                                    <p:cond delay="0"/>
                                  </p:stCondLst>
                                  <p:childTnLst>
                                    <p:set>
                                      <p:cBhvr>
                                        <p:cTn id="163" dur="1" fill="hold">
                                          <p:stCondLst>
                                            <p:cond delay="0"/>
                                          </p:stCondLst>
                                        </p:cTn>
                                        <p:tgtEl>
                                          <p:spTgt spid="9"/>
                                        </p:tgtEl>
                                        <p:attrNameLst>
                                          <p:attrName>style.visibility</p:attrName>
                                        </p:attrNameLst>
                                      </p:cBhvr>
                                      <p:to>
                                        <p:strVal val="visible"/>
                                      </p:to>
                                    </p:set>
                                    <p:animEffect transition="in" filter="wipe(up)">
                                      <p:cBhvr>
                                        <p:cTn id="164" dur="500"/>
                                        <p:tgtEl>
                                          <p:spTgt spid="9"/>
                                        </p:tgtEl>
                                      </p:cBhvr>
                                    </p:animEffect>
                                  </p:childTnLst>
                                </p:cTn>
                              </p:par>
                            </p:childTnLst>
                          </p:cTn>
                        </p:par>
                        <p:par>
                          <p:cTn id="165" fill="hold">
                            <p:stCondLst>
                              <p:cond delay="3000"/>
                            </p:stCondLst>
                            <p:childTnLst>
                              <p:par>
                                <p:cTn id="166" presetID="22" presetClass="entr" presetSubtype="1" fill="hold" grpId="0" nodeType="afterEffect">
                                  <p:stCondLst>
                                    <p:cond delay="0"/>
                                  </p:stCondLst>
                                  <p:childTnLst>
                                    <p:set>
                                      <p:cBhvr>
                                        <p:cTn id="167" dur="1" fill="hold">
                                          <p:stCondLst>
                                            <p:cond delay="0"/>
                                          </p:stCondLst>
                                        </p:cTn>
                                        <p:tgtEl>
                                          <p:spTgt spid="30"/>
                                        </p:tgtEl>
                                        <p:attrNameLst>
                                          <p:attrName>style.visibility</p:attrName>
                                        </p:attrNameLst>
                                      </p:cBhvr>
                                      <p:to>
                                        <p:strVal val="visible"/>
                                      </p:to>
                                    </p:set>
                                    <p:animEffect transition="in" filter="wipe(up)">
                                      <p:cBhvr>
                                        <p:cTn id="168" dur="1500"/>
                                        <p:tgtEl>
                                          <p:spTgt spid="30"/>
                                        </p:tgtEl>
                                      </p:cBhvr>
                                    </p:animEffect>
                                  </p:childTnLst>
                                </p:cTn>
                              </p:par>
                            </p:childTnLst>
                          </p:cTn>
                        </p:par>
                      </p:childTnLst>
                    </p:cTn>
                  </p:par>
                  <p:par>
                    <p:cTn id="169" fill="hold">
                      <p:stCondLst>
                        <p:cond delay="indefinite"/>
                      </p:stCondLst>
                      <p:childTnLst>
                        <p:par>
                          <p:cTn id="170" fill="hold">
                            <p:stCondLst>
                              <p:cond delay="0"/>
                            </p:stCondLst>
                            <p:childTnLst>
                              <p:par>
                                <p:cTn id="171" presetID="22" presetClass="exit" presetSubtype="8" fill="hold" grpId="1" nodeType="clickEffect">
                                  <p:stCondLst>
                                    <p:cond delay="0"/>
                                  </p:stCondLst>
                                  <p:childTnLst>
                                    <p:animEffect transition="out" filter="wipe(left)">
                                      <p:cBhvr>
                                        <p:cTn id="172" dur="500"/>
                                        <p:tgtEl>
                                          <p:spTgt spid="26"/>
                                        </p:tgtEl>
                                      </p:cBhvr>
                                    </p:animEffect>
                                    <p:set>
                                      <p:cBhvr>
                                        <p:cTn id="173" dur="1" fill="hold">
                                          <p:stCondLst>
                                            <p:cond delay="499"/>
                                          </p:stCondLst>
                                        </p:cTn>
                                        <p:tgtEl>
                                          <p:spTgt spid="26"/>
                                        </p:tgtEl>
                                        <p:attrNameLst>
                                          <p:attrName>style.visibility</p:attrName>
                                        </p:attrNameLst>
                                      </p:cBhvr>
                                      <p:to>
                                        <p:strVal val="hidden"/>
                                      </p:to>
                                    </p:set>
                                  </p:childTnLst>
                                </p:cTn>
                              </p:par>
                            </p:childTnLst>
                          </p:cTn>
                        </p:par>
                        <p:par>
                          <p:cTn id="174" fill="hold">
                            <p:stCondLst>
                              <p:cond delay="500"/>
                            </p:stCondLst>
                            <p:childTnLst>
                              <p:par>
                                <p:cTn id="175" presetID="22" presetClass="entr" presetSubtype="8" fill="hold" grpId="0" nodeType="afterEffect">
                                  <p:stCondLst>
                                    <p:cond delay="0"/>
                                  </p:stCondLst>
                                  <p:childTnLst>
                                    <p:set>
                                      <p:cBhvr>
                                        <p:cTn id="176" dur="1" fill="hold">
                                          <p:stCondLst>
                                            <p:cond delay="0"/>
                                          </p:stCondLst>
                                        </p:cTn>
                                        <p:tgtEl>
                                          <p:spTgt spid="32"/>
                                        </p:tgtEl>
                                        <p:attrNameLst>
                                          <p:attrName>style.visibility</p:attrName>
                                        </p:attrNameLst>
                                      </p:cBhvr>
                                      <p:to>
                                        <p:strVal val="visible"/>
                                      </p:to>
                                    </p:set>
                                    <p:animEffect transition="in" filter="wipe(left)">
                                      <p:cBhvr>
                                        <p:cTn id="177" dur="500"/>
                                        <p:tgtEl>
                                          <p:spTgt spid="32"/>
                                        </p:tgtEl>
                                      </p:cBhvr>
                                    </p:animEffect>
                                  </p:childTnLst>
                                </p:cTn>
                              </p:par>
                            </p:childTnLst>
                          </p:cTn>
                        </p:par>
                        <p:par>
                          <p:cTn id="178" fill="hold">
                            <p:stCondLst>
                              <p:cond delay="1000"/>
                            </p:stCondLst>
                            <p:childTnLst>
                              <p:par>
                                <p:cTn id="179" presetID="22" presetClass="entr" presetSubtype="8" fill="hold" grpId="0" nodeType="afterEffect">
                                  <p:stCondLst>
                                    <p:cond delay="0"/>
                                  </p:stCondLst>
                                  <p:childTnLst>
                                    <p:set>
                                      <p:cBhvr>
                                        <p:cTn id="180" dur="1" fill="hold">
                                          <p:stCondLst>
                                            <p:cond delay="0"/>
                                          </p:stCondLst>
                                        </p:cTn>
                                        <p:tgtEl>
                                          <p:spTgt spid="28"/>
                                        </p:tgtEl>
                                        <p:attrNameLst>
                                          <p:attrName>style.visibility</p:attrName>
                                        </p:attrNameLst>
                                      </p:cBhvr>
                                      <p:to>
                                        <p:strVal val="visible"/>
                                      </p:to>
                                    </p:set>
                                    <p:animEffect transition="in" filter="wipe(left)">
                                      <p:cBhvr>
                                        <p:cTn id="181" dur="1000"/>
                                        <p:tgtEl>
                                          <p:spTgt spid="28"/>
                                        </p:tgtEl>
                                      </p:cBhvr>
                                    </p:animEffect>
                                  </p:childTnLst>
                                </p:cTn>
                              </p:par>
                            </p:childTnLst>
                          </p:cTn>
                        </p:par>
                        <p:par>
                          <p:cTn id="182" fill="hold">
                            <p:stCondLst>
                              <p:cond delay="2000"/>
                            </p:stCondLst>
                            <p:childTnLst>
                              <p:par>
                                <p:cTn id="183" presetID="22" presetClass="entr" presetSubtype="8" fill="hold" nodeType="afterEffect">
                                  <p:stCondLst>
                                    <p:cond delay="0"/>
                                  </p:stCondLst>
                                  <p:childTnLst>
                                    <p:set>
                                      <p:cBhvr>
                                        <p:cTn id="184" dur="1" fill="hold">
                                          <p:stCondLst>
                                            <p:cond delay="0"/>
                                          </p:stCondLst>
                                        </p:cTn>
                                        <p:tgtEl>
                                          <p:spTgt spid="43"/>
                                        </p:tgtEl>
                                        <p:attrNameLst>
                                          <p:attrName>style.visibility</p:attrName>
                                        </p:attrNameLst>
                                      </p:cBhvr>
                                      <p:to>
                                        <p:strVal val="visible"/>
                                      </p:to>
                                    </p:set>
                                    <p:animEffect transition="in" filter="wipe(left)">
                                      <p:cBhvr>
                                        <p:cTn id="185"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animBg="1"/>
      <p:bldP spid="26" grpId="1" animBg="1"/>
      <p:bldP spid="36" grpId="0" animBg="1"/>
      <p:bldP spid="37" grpId="0" animBg="1"/>
      <p:bldP spid="38" grpId="0" animBg="1"/>
      <p:bldP spid="39" grpId="0" animBg="1"/>
      <p:bldP spid="40" grpId="0" animBg="1"/>
      <p:bldP spid="41" grpId="0" animBg="1"/>
      <p:bldP spid="42" grpId="0" animBg="1"/>
      <p:bldP spid="45" grpId="0" animBg="1"/>
      <p:bldP spid="46" grpId="0" animBg="1"/>
      <p:bldP spid="47" grpId="0" animBg="1"/>
      <p:bldP spid="48" grpId="0"/>
    </p:bldLst>
  </p:timing>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9" name="From - Brace">
            <a:extLst>
              <a:ext uri="{FF2B5EF4-FFF2-40B4-BE49-F238E27FC236}">
                <a16:creationId xmlns:a16="http://schemas.microsoft.com/office/drawing/2014/main" id="{5373CEB6-70E9-42AA-BD65-4517F949FB2E}"/>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205326364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insert operations</a:t>
            </a:r>
          </a:p>
        </p:txBody>
      </p:sp>
    </p:spTree>
    <p:extLst>
      <p:ext uri="{BB962C8B-B14F-4D97-AF65-F5344CB8AC3E}">
        <p14:creationId xmlns:p14="http://schemas.microsoft.com/office/powerpoint/2010/main" val="417838752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8070157" y="1091740"/>
            <a:ext cx="1258570" cy="862642"/>
          </a:xfrm>
          <a:prstGeom prst="callout2">
            <a:avLst>
              <a:gd name="adj1" fmla="val 52750"/>
              <a:gd name="adj2" fmla="val -2245"/>
              <a:gd name="adj3" fmla="val 52979"/>
              <a:gd name="adj4" fmla="val -49644"/>
              <a:gd name="adj5" fmla="val 103172"/>
              <a:gd name="adj6" fmla="val -98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612824" y="4047157"/>
            <a:ext cx="3291840" cy="862642"/>
          </a:xfrm>
          <a:prstGeom prst="callout2">
            <a:avLst>
              <a:gd name="adj1" fmla="val 48750"/>
              <a:gd name="adj2" fmla="val 104056"/>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1398116" y="4903618"/>
            <a:ext cx="8074967" cy="1569660"/>
          </a:xfrm>
          <a:prstGeom prst="rect">
            <a:avLst/>
          </a:prstGeom>
          <a:noFill/>
        </p:spPr>
        <p:txBody>
          <a:bodyPr wrap="non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4" name="Picture 3">
            <a:extLst>
              <a:ext uri="{FF2B5EF4-FFF2-40B4-BE49-F238E27FC236}">
                <a16:creationId xmlns:a16="http://schemas.microsoft.com/office/drawing/2014/main" id="{DF398829-DC2A-B151-516C-44CD1A4788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20" y="4001294"/>
            <a:ext cx="1341956" cy="2782104"/>
          </a:xfrm>
          <a:prstGeom prst="rect">
            <a:avLst/>
          </a:prstGeom>
        </p:spPr>
      </p:pic>
    </p:spTree>
    <p:extLst>
      <p:ext uri="{BB962C8B-B14F-4D97-AF65-F5344CB8AC3E}">
        <p14:creationId xmlns:p14="http://schemas.microsoft.com/office/powerpoint/2010/main" val="4222611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par>
                          <p:cTn id="13" fill="hold">
                            <p:stCondLst>
                              <p:cond delay="25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8">
                                            <p:txEl>
                                              <p:pRg st="0" end="0"/>
                                            </p:txEl>
                                          </p:spTgt>
                                        </p:tgtEl>
                                        <p:attrNameLst>
                                          <p:attrName>style.visibility</p:attrName>
                                        </p:attrNameLst>
                                      </p:cBhvr>
                                      <p:to>
                                        <p:strVal val="visible"/>
                                      </p:to>
                                    </p:set>
                                    <p:animEffect transition="in" filter="wipe(left)">
                                      <p:cBhvr>
                                        <p:cTn id="31" dur="2000"/>
                                        <p:tgtEl>
                                          <p:spTgt spid="8">
                                            <p:txEl>
                                              <p:pRg st="0" end="0"/>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8">
                                            <p:txEl>
                                              <p:pRg st="2" end="2"/>
                                            </p:txEl>
                                          </p:spTgt>
                                        </p:tgtEl>
                                        <p:attrNameLst>
                                          <p:attrName>style.visibility</p:attrName>
                                        </p:attrNameLst>
                                      </p:cBhvr>
                                      <p:to>
                                        <p:strVal val="visible"/>
                                      </p:to>
                                    </p:set>
                                    <p:animEffect transition="in" filter="wipe(left)">
                                      <p:cBhvr>
                                        <p:cTn id="36"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Lst>
  </p:timing>
</p:sld>
</file>

<file path=ppt/slides/slide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6" name="Picture 5">
            <a:extLst>
              <a:ext uri="{FF2B5EF4-FFF2-40B4-BE49-F238E27FC236}">
                <a16:creationId xmlns:a16="http://schemas.microsoft.com/office/drawing/2014/main" id="{F34E53EA-672F-798A-60D2-8A00D17693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19" y="4001293"/>
            <a:ext cx="1353531" cy="2806101"/>
          </a:xfrm>
          <a:prstGeom prst="rect">
            <a:avLst/>
          </a:prstGeom>
        </p:spPr>
      </p:pic>
    </p:spTree>
    <p:extLst>
      <p:ext uri="{BB962C8B-B14F-4D97-AF65-F5344CB8AC3E}">
        <p14:creationId xmlns:p14="http://schemas.microsoft.com/office/powerpoint/2010/main" val="283784137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9CF4B-3EA2-0A99-2C63-8565E373C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49025-99FB-CCCE-2414-09997F4A8845}"/>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306360E-CDB0-5519-669C-C23382CC6A49}"/>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81BEBBED-B231-6136-A3F8-2F452E644786}"/>
              </a:ext>
            </a:extLst>
          </p:cNvPr>
          <p:cNvSpPr/>
          <p:nvPr/>
        </p:nvSpPr>
        <p:spPr>
          <a:xfrm>
            <a:off x="930222" y="3744114"/>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EF7A69E0-4E03-2636-8FEC-43A8EFE367D8}"/>
              </a:ext>
            </a:extLst>
          </p:cNvPr>
          <p:cNvSpPr txBox="1"/>
          <p:nvPr/>
        </p:nvSpPr>
        <p:spPr>
          <a:xfrm>
            <a:off x="2" y="4716635"/>
            <a:ext cx="9951718" cy="2123658"/>
          </a:xfrm>
          <a:prstGeom prst="rect">
            <a:avLst/>
          </a:prstGeom>
          <a:noFill/>
        </p:spPr>
        <p:txBody>
          <a:bodyPr wrap="square" rtlCol="0">
            <a:spAutoFit/>
          </a:bodyPr>
          <a:lstStyle/>
          <a:p>
            <a:pPr algn="ctr"/>
            <a:r>
              <a:rPr lang="en-GB" sz="3600" dirty="0">
                <a:solidFill>
                  <a:srgbClr val="A71D5D"/>
                </a:solidFill>
              </a:rPr>
              <a:t>NULL</a:t>
            </a:r>
            <a:r>
              <a:rPr lang="en-GB" sz="3600" dirty="0">
                <a:solidFill>
                  <a:srgbClr val="7030A0"/>
                </a:solidFill>
              </a:rPr>
              <a:t> can be used when no value is available,</a:t>
            </a: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C87E85EE-4907-5EE4-F65E-A2E77EF3E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0" y="3429000"/>
            <a:ext cx="1752600" cy="3238500"/>
          </a:xfrm>
          <a:prstGeom prst="rect">
            <a:avLst/>
          </a:prstGeom>
        </p:spPr>
      </p:pic>
    </p:spTree>
    <p:extLst>
      <p:ext uri="{BB962C8B-B14F-4D97-AF65-F5344CB8AC3E}">
        <p14:creationId xmlns:p14="http://schemas.microsoft.com/office/powerpoint/2010/main" val="2275838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3" end="3"/>
                                            </p:txEl>
                                          </p:spTgt>
                                        </p:tgtEl>
                                        <p:attrNameLst>
                                          <p:attrName>style.visibility</p:attrName>
                                        </p:attrNameLst>
                                      </p:cBhvr>
                                      <p:to>
                                        <p:strVal val="visible"/>
                                      </p:to>
                                    </p:set>
                                    <p:animEffect transition="in" filter="wipe(left)">
                                      <p:cBhvr>
                                        <p:cTn id="3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Lst>
  </p:timing>
</p:sld>
</file>

<file path=ppt/slides/slide9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19345DC-6C31-748D-8420-E64F92243F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56091F-452F-84E1-FC0A-F50D0EBA903F}"/>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9772BBC-BE43-683F-4299-664C13FA0031}"/>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CFC4D925-BD84-AB03-E98E-1B56D295E961}"/>
              </a:ext>
            </a:extLst>
          </p:cNvPr>
          <p:cNvSpPr txBox="1"/>
          <p:nvPr/>
        </p:nvSpPr>
        <p:spPr>
          <a:xfrm>
            <a:off x="2" y="4716635"/>
            <a:ext cx="9951718" cy="2123658"/>
          </a:xfrm>
          <a:prstGeom prst="rect">
            <a:avLst/>
          </a:prstGeom>
          <a:noFill/>
        </p:spPr>
        <p:txBody>
          <a:bodyPr wrap="square" rtlCol="0">
            <a:spAutoFit/>
          </a:bodyPr>
          <a:lstStyle/>
          <a:p>
            <a:pPr algn="ctr"/>
            <a:endParaRPr lang="en-GB" sz="3600" dirty="0">
              <a:solidFill>
                <a:srgbClr val="7030A0"/>
              </a:solidFill>
            </a:endParaRP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BC1A91A5-EFF0-1759-C2D6-E0B83E278A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4" y="3429000"/>
            <a:ext cx="1752600" cy="3238500"/>
          </a:xfrm>
          <a:prstGeom prst="rect">
            <a:avLst/>
          </a:prstGeom>
        </p:spPr>
      </p:pic>
    </p:spTree>
    <p:extLst>
      <p:ext uri="{BB962C8B-B14F-4D97-AF65-F5344CB8AC3E}">
        <p14:creationId xmlns:p14="http://schemas.microsoft.com/office/powerpoint/2010/main" val="139799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1" end="1"/>
                                            </p:txEl>
                                          </p:spTgt>
                                        </p:tgtEl>
                                        <p:attrNameLst>
                                          <p:attrName>style.visibility</p:attrName>
                                        </p:attrNameLst>
                                      </p:cBhvr>
                                      <p:to>
                                        <p:strVal val="visible"/>
                                      </p:to>
                                    </p:set>
                                    <p:animEffect transition="in" filter="wipe(left)">
                                      <p:cBhvr>
                                        <p:cTn id="17" dur="2000"/>
                                        <p:tgtEl>
                                          <p:spTgt spid="7">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3" end="3"/>
                                            </p:txEl>
                                          </p:spTgt>
                                        </p:tgtEl>
                                        <p:attrNameLst>
                                          <p:attrName>style.visibility</p:attrName>
                                        </p:attrNameLst>
                                      </p:cBhvr>
                                      <p:to>
                                        <p:strVal val="visible"/>
                                      </p:to>
                                    </p:set>
                                    <p:animEffect transition="in" filter="wipe(left)">
                                      <p:cBhvr>
                                        <p:cTn id="2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DBD5C-77C7-352F-9C12-FEE38CECAA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A59CFF-5D06-DAD8-A9D9-9F2AE9CD2894}"/>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2E0E1C93-E526-A9A9-7F89-D6D33D95AC12}"/>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F2BEF3FC-7388-EA2F-FFCB-D37B842730C4}"/>
              </a:ext>
            </a:extLst>
          </p:cNvPr>
          <p:cNvSpPr/>
          <p:nvPr/>
        </p:nvSpPr>
        <p:spPr>
          <a:xfrm>
            <a:off x="838200" y="3786525"/>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5EDAEA0F-21C3-0196-1449-192C034B3DD2}"/>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656375C2-54C0-BBF0-DD6E-7AC717F23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37" y="4217846"/>
            <a:ext cx="1181100" cy="2286000"/>
          </a:xfrm>
          <a:prstGeom prst="rect">
            <a:avLst/>
          </a:prstGeom>
        </p:spPr>
      </p:pic>
      <p:sp>
        <p:nvSpPr>
          <p:cNvPr id="14" name="Callout: Bent Line with No Border 3">
            <a:extLst>
              <a:ext uri="{FF2B5EF4-FFF2-40B4-BE49-F238E27FC236}">
                <a16:creationId xmlns:a16="http://schemas.microsoft.com/office/drawing/2014/main" id="{029110F2-0DC4-A3F3-7131-F6191AD79C79}"/>
              </a:ext>
            </a:extLst>
          </p:cNvPr>
          <p:cNvSpPr/>
          <p:nvPr/>
        </p:nvSpPr>
        <p:spPr>
          <a:xfrm>
            <a:off x="10789635" y="1535288"/>
            <a:ext cx="1402363" cy="862642"/>
          </a:xfrm>
          <a:prstGeom prst="callout2">
            <a:avLst>
              <a:gd name="adj1" fmla="val 50368"/>
              <a:gd name="adj2" fmla="val -2245"/>
              <a:gd name="adj3" fmla="val 50597"/>
              <a:gd name="adj4" fmla="val -18873"/>
              <a:gd name="adj5" fmla="val 137473"/>
              <a:gd name="adj6" fmla="val -339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Tree>
    <p:extLst>
      <p:ext uri="{BB962C8B-B14F-4D97-AF65-F5344CB8AC3E}">
        <p14:creationId xmlns:p14="http://schemas.microsoft.com/office/powerpoint/2010/main" val="398539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2" end="2"/>
                                            </p:txEl>
                                          </p:spTgt>
                                        </p:tgtEl>
                                        <p:attrNameLst>
                                          <p:attrName>style.visibility</p:attrName>
                                        </p:attrNameLst>
                                      </p:cBhvr>
                                      <p:to>
                                        <p:strVal val="visible"/>
                                      </p:to>
                                    </p:set>
                                    <p:animEffect transition="in" filter="wipe(left)">
                                      <p:cBhvr>
                                        <p:cTn id="37" dur="2000"/>
                                        <p:tgtEl>
                                          <p:spTgt spid="7">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P spid="14" grpId="0" animBg="1"/>
    </p:bld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5756C6-B7B9-7319-7E35-D9FDD57F34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B97D9-3D77-CF48-CAFE-34818DDBE4C7}"/>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92301FAF-DB90-9848-5BD6-5FD1B69C59E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F803A1AA-0F70-D7A6-F874-39F582955F78}"/>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C95F7D0C-CB25-4E1E-2515-C438B8B377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41" y="4217846"/>
            <a:ext cx="1181100" cy="2286000"/>
          </a:xfrm>
          <a:prstGeom prst="rect">
            <a:avLst/>
          </a:prstGeom>
        </p:spPr>
      </p:pic>
    </p:spTree>
    <p:extLst>
      <p:ext uri="{BB962C8B-B14F-4D97-AF65-F5344CB8AC3E}">
        <p14:creationId xmlns:p14="http://schemas.microsoft.com/office/powerpoint/2010/main" val="233091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0" end="0"/>
                                            </p:txEl>
                                          </p:spTgt>
                                        </p:tgtEl>
                                        <p:attrNameLst>
                                          <p:attrName>style.visibility</p:attrName>
                                        </p:attrNameLst>
                                      </p:cBhvr>
                                      <p:to>
                                        <p:strVal val="visible"/>
                                      </p:to>
                                    </p:set>
                                    <p:animEffect transition="in" filter="wipe(left)">
                                      <p:cBhvr>
                                        <p:cTn id="27" dur="2000"/>
                                        <p:tgtEl>
                                          <p:spTgt spid="7">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2" end="2"/>
                                            </p:txEl>
                                          </p:spTgt>
                                        </p:tgtEl>
                                        <p:attrNameLst>
                                          <p:attrName>style.visibility</p:attrName>
                                        </p:attrNameLst>
                                      </p:cBhvr>
                                      <p:to>
                                        <p:strVal val="visible"/>
                                      </p:to>
                                    </p:set>
                                    <p:animEffect transition="in" filter="wipe(left)">
                                      <p:cBhvr>
                                        <p:cTn id="32" dur="20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10053320" y="836127"/>
            <a:ext cx="1280160" cy="862642"/>
          </a:xfrm>
          <a:prstGeom prst="callout2">
            <a:avLst>
              <a:gd name="adj1" fmla="val 52750"/>
              <a:gd name="adj2" fmla="val -2245"/>
              <a:gd name="adj3" fmla="val 52979"/>
              <a:gd name="adj4" fmla="val -49644"/>
              <a:gd name="adj5" fmla="val 124372"/>
              <a:gd name="adj6" fmla="val -63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Fields</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1553558" y="3441700"/>
            <a:ext cx="3291840" cy="862642"/>
          </a:xfrm>
          <a:prstGeom prst="callout2">
            <a:avLst>
              <a:gd name="adj1" fmla="val 48750"/>
              <a:gd name="adj2" fmla="val 104056"/>
              <a:gd name="adj3" fmla="val 49417"/>
              <a:gd name="adj4" fmla="val 129889"/>
              <a:gd name="adj5" fmla="val -32513"/>
              <a:gd name="adj6" fmla="val 13485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field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r>
              <a:rPr lang="en-GB" sz="3600" dirty="0">
                <a:solidFill>
                  <a:srgbClr val="7030A0"/>
                </a:solidFill>
              </a:rPr>
              <a:t>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
        <p:nvSpPr>
          <p:cNvPr id="9" name="TextBox 8">
            <a:extLst>
              <a:ext uri="{FF2B5EF4-FFF2-40B4-BE49-F238E27FC236}">
                <a16:creationId xmlns:a16="http://schemas.microsoft.com/office/drawing/2014/main" id="{DF4BA8FF-524A-4C13-87BF-68801971FA28}"/>
              </a:ext>
            </a:extLst>
          </p:cNvPr>
          <p:cNvSpPr txBox="1"/>
          <p:nvPr/>
        </p:nvSpPr>
        <p:spPr>
          <a:xfrm>
            <a:off x="8289174" y="3583592"/>
            <a:ext cx="3322320" cy="1200329"/>
          </a:xfrm>
          <a:prstGeom prst="rect">
            <a:avLst/>
          </a:prstGeom>
          <a:noFill/>
        </p:spPr>
        <p:txBody>
          <a:bodyPr wrap="square" rtlCol="0">
            <a:spAutoFit/>
          </a:bodyPr>
          <a:lstStyle/>
          <a:p>
            <a:pPr algn="ctr"/>
            <a:r>
              <a:rPr lang="en-GB" sz="3600" b="1" dirty="0">
                <a:solidFill>
                  <a:srgbClr val="FF0000"/>
                </a:solidFill>
              </a:rPr>
              <a:t>Same</a:t>
            </a:r>
            <a:r>
              <a:rPr lang="en-GB" sz="3600" dirty="0"/>
              <a:t> </a:t>
            </a:r>
            <a:r>
              <a:rPr lang="en-GB" sz="3600" dirty="0">
                <a:solidFill>
                  <a:srgbClr val="7030A0"/>
                </a:solidFill>
              </a:rPr>
              <a:t>number of fields and values</a:t>
            </a:r>
          </a:p>
        </p:txBody>
      </p:sp>
    </p:spTree>
    <p:extLst>
      <p:ext uri="{BB962C8B-B14F-4D97-AF65-F5344CB8AC3E}">
        <p14:creationId xmlns:p14="http://schemas.microsoft.com/office/powerpoint/2010/main" val="1083383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10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P spid="9" grpId="0"/>
    </p:bldLst>
  </p:timing>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endParaRPr lang="en-GB" sz="3600" dirty="0">
              <a:solidFill>
                <a:srgbClr val="7030A0"/>
              </a:solidFill>
            </a:endParaRP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6451274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5" name="Callout: Bent Line with No Border 8">
            <a:extLst>
              <a:ext uri="{FF2B5EF4-FFF2-40B4-BE49-F238E27FC236}">
                <a16:creationId xmlns:a16="http://schemas.microsoft.com/office/drawing/2014/main" id="{44FEFF9E-B37B-D61A-0BB0-4A87C663B88F}"/>
              </a:ext>
            </a:extLst>
          </p:cNvPr>
          <p:cNvSpPr/>
          <p:nvPr/>
        </p:nvSpPr>
        <p:spPr>
          <a:xfrm>
            <a:off x="960300" y="4059402"/>
            <a:ext cx="3430323" cy="862642"/>
          </a:xfrm>
          <a:prstGeom prst="callout2">
            <a:avLst>
              <a:gd name="adj1" fmla="val 49241"/>
              <a:gd name="adj2" fmla="val 100162"/>
              <a:gd name="adj3" fmla="val 48124"/>
              <a:gd name="adj4" fmla="val 125200"/>
              <a:gd name="adj5" fmla="val -31220"/>
              <a:gd name="adj6" fmla="val 13108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 Values same order</a:t>
            </a:r>
          </a:p>
        </p:txBody>
      </p:sp>
      <p:sp>
        <p:nvSpPr>
          <p:cNvPr id="6" name="Callout: Bent Line with No Border 8">
            <a:extLst>
              <a:ext uri="{FF2B5EF4-FFF2-40B4-BE49-F238E27FC236}">
                <a16:creationId xmlns:a16="http://schemas.microsoft.com/office/drawing/2014/main" id="{8C82E73A-9351-440B-AD5A-91B4FA5E208F}"/>
              </a:ext>
            </a:extLst>
          </p:cNvPr>
          <p:cNvSpPr/>
          <p:nvPr/>
        </p:nvSpPr>
        <p:spPr>
          <a:xfrm>
            <a:off x="4274463" y="1603835"/>
            <a:ext cx="3430323" cy="862642"/>
          </a:xfrm>
          <a:prstGeom prst="callout2">
            <a:avLst>
              <a:gd name="adj1" fmla="val 50222"/>
              <a:gd name="adj2" fmla="val 100724"/>
              <a:gd name="adj3" fmla="val 50087"/>
              <a:gd name="adj4" fmla="val 130949"/>
              <a:gd name="adj5" fmla="val 117410"/>
              <a:gd name="adj6" fmla="val 1389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 Fields in any order</a:t>
            </a:r>
          </a:p>
        </p:txBody>
      </p:sp>
      <p:pic>
        <p:nvPicPr>
          <p:cNvPr id="4" name="Picture 3">
            <a:extLst>
              <a:ext uri="{FF2B5EF4-FFF2-40B4-BE49-F238E27FC236}">
                <a16:creationId xmlns:a16="http://schemas.microsoft.com/office/drawing/2014/main" id="{A23D4659-DB2A-6E80-1762-FC291C94C9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317361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wipe(left)">
                                      <p:cBhvr>
                                        <p:cTn id="7" dur="2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0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down)">
                                      <p:cBhvr>
                                        <p:cTn id="17" dur="2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animBg="1"/>
    </p:bldLst>
  </p:timing>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pic>
        <p:nvPicPr>
          <p:cNvPr id="4" name="Picture 3">
            <a:extLst>
              <a:ext uri="{FF2B5EF4-FFF2-40B4-BE49-F238E27FC236}">
                <a16:creationId xmlns:a16="http://schemas.microsoft.com/office/drawing/2014/main" id="{66ACFDEB-1C93-6348-D109-D90230944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98939593"/>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update operations</a:t>
            </a:r>
          </a:p>
        </p:txBody>
      </p:sp>
    </p:spTree>
    <p:extLst>
      <p:ext uri="{BB962C8B-B14F-4D97-AF65-F5344CB8AC3E}">
        <p14:creationId xmlns:p14="http://schemas.microsoft.com/office/powerpoint/2010/main" val="330449468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7416095" y="133151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9" name="Callout: Bent Line with No Border 3">
            <a:extLst>
              <a:ext uri="{FF2B5EF4-FFF2-40B4-BE49-F238E27FC236}">
                <a16:creationId xmlns:a16="http://schemas.microsoft.com/office/drawing/2014/main" id="{77E8332C-AADD-4F2B-B0E2-AC0B43D6AE90}"/>
              </a:ext>
            </a:extLst>
          </p:cNvPr>
          <p:cNvSpPr/>
          <p:nvPr/>
        </p:nvSpPr>
        <p:spPr>
          <a:xfrm>
            <a:off x="9252920" y="1956862"/>
            <a:ext cx="2654036" cy="862642"/>
          </a:xfrm>
          <a:prstGeom prst="callout2">
            <a:avLst>
              <a:gd name="adj1" fmla="val 50910"/>
              <a:gd name="adj2" fmla="val -1058"/>
              <a:gd name="adj3" fmla="val 50697"/>
              <a:gd name="adj4" fmla="val -11665"/>
              <a:gd name="adj5" fmla="val 76367"/>
              <a:gd name="adj6" fmla="val -3558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to update</a:t>
            </a:r>
          </a:p>
          <a:p>
            <a:r>
              <a:rPr lang="en-GB" sz="2800" b="1" dirty="0">
                <a:solidFill>
                  <a:srgbClr val="7030A0"/>
                </a:solidFill>
              </a:rPr>
              <a:t>with new value</a:t>
            </a:r>
          </a:p>
        </p:txBody>
      </p:sp>
      <p:sp>
        <p:nvSpPr>
          <p:cNvPr id="11" name="TextBox 10">
            <a:extLst>
              <a:ext uri="{FF2B5EF4-FFF2-40B4-BE49-F238E27FC236}">
                <a16:creationId xmlns:a16="http://schemas.microsoft.com/office/drawing/2014/main" id="{DF4BA8FF-524A-4C13-87BF-68801971FA28}"/>
              </a:ext>
            </a:extLst>
          </p:cNvPr>
          <p:cNvSpPr txBox="1"/>
          <p:nvPr/>
        </p:nvSpPr>
        <p:spPr>
          <a:xfrm>
            <a:off x="1736601" y="5115849"/>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
        <p:nvSpPr>
          <p:cNvPr id="7" name="TextBox 6">
            <a:extLst>
              <a:ext uri="{FF2B5EF4-FFF2-40B4-BE49-F238E27FC236}">
                <a16:creationId xmlns:a16="http://schemas.microsoft.com/office/drawing/2014/main" id="{E239E10E-AA44-C822-F751-FA77E1000038}"/>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3407202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1">
                                            <p:txEl>
                                              <p:pRg st="0" end="0"/>
                                            </p:txEl>
                                          </p:spTgt>
                                        </p:tgtEl>
                                        <p:attrNameLst>
                                          <p:attrName>style.visibility</p:attrName>
                                        </p:attrNameLst>
                                      </p:cBhvr>
                                      <p:to>
                                        <p:strVal val="visible"/>
                                      </p:to>
                                    </p:set>
                                    <p:animEffect transition="in" filter="wipe(left)">
                                      <p:cBhvr>
                                        <p:cTn id="32" dur="2000"/>
                                        <p:tgtEl>
                                          <p:spTgt spid="11">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1">
                                            <p:txEl>
                                              <p:pRg st="2" end="2"/>
                                            </p:txEl>
                                          </p:spTgt>
                                        </p:tgtEl>
                                        <p:attrNameLst>
                                          <p:attrName>style.visibility</p:attrName>
                                        </p:attrNameLst>
                                      </p:cBhvr>
                                      <p:to>
                                        <p:strVal val="visible"/>
                                      </p:to>
                                    </p:set>
                                    <p:animEffect transition="in" filter="wipe(left)">
                                      <p:cBhvr>
                                        <p:cTn id="37" dur="2000"/>
                                        <p:tgtEl>
                                          <p:spTgt spid="11">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9" grpId="0" animBg="1"/>
      <p:bldP spid="11" grpId="0" uiExpand="1" build="p"/>
      <p:bldP spid="7" grpId="0" animBg="1"/>
    </p:bld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5" name="TextBox 4">
            <a:extLst>
              <a:ext uri="{FF2B5EF4-FFF2-40B4-BE49-F238E27FC236}">
                <a16:creationId xmlns:a16="http://schemas.microsoft.com/office/drawing/2014/main" id="{32C88DB2-4D2B-79F2-D24D-8D005D8CED13}"/>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328011524"/>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Step 1</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29797"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Step 2</a:t>
            </a:r>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698363"/>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573400" y="3238500"/>
            <a:ext cx="1487800" cy="1325562"/>
          </a:xfrm>
          <a:prstGeom prst="arc">
            <a:avLst>
              <a:gd name="adj1" fmla="val 10934631"/>
              <a:gd name="adj2" fmla="val 21444232"/>
            </a:avLst>
          </a:prstGeom>
          <a:ln w="38100">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6BC444EA-344C-4AF7-9C47-709AD41F4E57}"/>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545875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5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500"/>
                                        <p:tgtEl>
                                          <p:spTgt spid="4">
                                            <p:txEl>
                                              <p:pRg st="1" end="1"/>
                                            </p:txEl>
                                          </p:spTgt>
                                        </p:tgtEl>
                                      </p:cBhvr>
                                    </p:animEffect>
                                  </p:childTnLst>
                                </p:cTn>
                              </p:par>
                            </p:childTnLst>
                          </p:cTn>
                        </p:par>
                        <p:par>
                          <p:cTn id="33" fill="hold">
                            <p:stCondLst>
                              <p:cond delay="3000"/>
                            </p:stCondLst>
                            <p:childTnLst>
                              <p:par>
                                <p:cTn id="34" presetID="22" presetClass="entr" presetSubtype="8" fill="hold" grpId="0" nodeType="after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wipe(left)">
                                      <p:cBhvr>
                                        <p:cTn id="36" dur="1500"/>
                                        <p:tgtEl>
                                          <p:spTgt spid="4">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wipe(left)">
                                      <p:cBhvr>
                                        <p:cTn id="41" dur="1000"/>
                                        <p:tgtEl>
                                          <p:spTgt spid="8"/>
                                        </p:tgtEl>
                                      </p:cBhvr>
                                    </p:animEffect>
                                  </p:childTnLst>
                                </p:cTn>
                              </p:par>
                            </p:childTnLst>
                          </p:cTn>
                        </p:par>
                        <p:par>
                          <p:cTn id="42" fill="hold">
                            <p:stCondLst>
                              <p:cond delay="1000"/>
                            </p:stCondLst>
                            <p:childTnLst>
                              <p:par>
                                <p:cTn id="43" presetID="22" presetClass="entr" presetSubtype="8" fill="hold" grpId="0" nodeType="after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wipe(left)">
                                      <p:cBhvr>
                                        <p:cTn id="45" dur="2000"/>
                                        <p:tgtEl>
                                          <p:spTgt spid="7"/>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9">
                                            <p:txEl>
                                              <p:pRg st="0" end="0"/>
                                            </p:txEl>
                                          </p:spTgt>
                                        </p:tgtEl>
                                        <p:attrNameLst>
                                          <p:attrName>style.visibility</p:attrName>
                                        </p:attrNameLst>
                                      </p:cBhvr>
                                      <p:to>
                                        <p:strVal val="visible"/>
                                      </p:to>
                                    </p:set>
                                    <p:animEffect transition="in" filter="wipe(left)">
                                      <p:cBhvr>
                                        <p:cTn id="50"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1751C26-6A04-C944-CDD6-9316AA4E0BC6}"/>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45642896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731682" y="2104805"/>
            <a:ext cx="1327150" cy="718344"/>
          </a:xfrm>
          <a:prstGeom prst="callout2">
            <a:avLst>
              <a:gd name="adj1" fmla="val 49990"/>
              <a:gd name="adj2" fmla="val -52"/>
              <a:gd name="adj3" fmla="val 50311"/>
              <a:gd name="adj4" fmla="val -43860"/>
              <a:gd name="adj5" fmla="val 111750"/>
              <a:gd name="adj6" fmla="val -872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7" name="TextBox 6">
            <a:extLst>
              <a:ext uri="{FF2B5EF4-FFF2-40B4-BE49-F238E27FC236}">
                <a16:creationId xmlns:a16="http://schemas.microsoft.com/office/drawing/2014/main" id="{AD414FCB-BBD2-57F0-E5DF-35C9E0F2C5A4}"/>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
        <p:nvSpPr>
          <p:cNvPr id="8" name="TextBox 7">
            <a:extLst>
              <a:ext uri="{FF2B5EF4-FFF2-40B4-BE49-F238E27FC236}">
                <a16:creationId xmlns:a16="http://schemas.microsoft.com/office/drawing/2014/main" id="{B283BD82-FC96-C90C-169D-C505080B3876}"/>
              </a:ext>
            </a:extLst>
          </p:cNvPr>
          <p:cNvSpPr txBox="1"/>
          <p:nvPr/>
        </p:nvSpPr>
        <p:spPr>
          <a:xfrm>
            <a:off x="1736601" y="5104560"/>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563702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bg/>
                                          </p:spTgt>
                                        </p:tgtEl>
                                        <p:attrNameLst>
                                          <p:attrName>style.visibility</p:attrName>
                                        </p:attrNameLst>
                                      </p:cBhvr>
                                      <p:to>
                                        <p:strVal val="visible"/>
                                      </p:to>
                                    </p:set>
                                    <p:animEffect transition="in" filter="wipe(left)">
                                      <p:cBhvr>
                                        <p:cTn id="42" dur="2000"/>
                                        <p:tgtEl>
                                          <p:spTgt spid="7">
                                            <p:bg/>
                                          </p:spTgt>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7">
                                            <p:txEl>
                                              <p:pRg st="0" end="0"/>
                                            </p:txEl>
                                          </p:spTgt>
                                        </p:tgtEl>
                                        <p:attrNameLst>
                                          <p:attrName>style.visibility</p:attrName>
                                        </p:attrNameLst>
                                      </p:cBhvr>
                                      <p:to>
                                        <p:strVal val="visible"/>
                                      </p:to>
                                    </p:set>
                                    <p:animEffect transition="in" filter="wipe(left)">
                                      <p:cBhvr>
                                        <p:cTn id="4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build="allAtOnce" animBg="1"/>
      <p:bldP spid="8" grpId="0" uiExpand="1" build="p"/>
    </p:bldLst>
  </p:timing>
</p:sld>
</file>

<file path=ppt/slides/slide1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4" name="TextBox 3">
            <a:extLst>
              <a:ext uri="{FF2B5EF4-FFF2-40B4-BE49-F238E27FC236}">
                <a16:creationId xmlns:a16="http://schemas.microsoft.com/office/drawing/2014/main" id="{88744E53-6521-DB39-3E4D-AA698E15D4D0}"/>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753262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delete operations</a:t>
            </a:r>
          </a:p>
        </p:txBody>
      </p:sp>
    </p:spTree>
    <p:extLst>
      <p:ext uri="{BB962C8B-B14F-4D97-AF65-F5344CB8AC3E}">
        <p14:creationId xmlns:p14="http://schemas.microsoft.com/office/powerpoint/2010/main" val="323082119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7" name="TextBox 6">
            <a:extLst>
              <a:ext uri="{FF2B5EF4-FFF2-40B4-BE49-F238E27FC236}">
                <a16:creationId xmlns:a16="http://schemas.microsoft.com/office/drawing/2014/main" id="{DF4BA8FF-524A-4C13-87BF-68801971FA28}"/>
              </a:ext>
            </a:extLst>
          </p:cNvPr>
          <p:cNvSpPr txBox="1"/>
          <p:nvPr/>
        </p:nvSpPr>
        <p:spPr>
          <a:xfrm>
            <a:off x="1812647" y="5360818"/>
            <a:ext cx="8566705" cy="646331"/>
          </a:xfrm>
          <a:prstGeom prst="rect">
            <a:avLst/>
          </a:prstGeom>
          <a:noFill/>
        </p:spPr>
        <p:txBody>
          <a:bodyPr wrap="none" rtlCol="0">
            <a:spAutoFit/>
          </a:bodyPr>
          <a:lstStyle/>
          <a:p>
            <a:pPr algn="ctr"/>
            <a:r>
              <a:rPr lang="en-GB" sz="3600" dirty="0">
                <a:solidFill>
                  <a:srgbClr val="7030A0"/>
                </a:solidFill>
              </a:rPr>
              <a:t>Deletes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7723719" y="116760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TextBox 5">
            <a:extLst>
              <a:ext uri="{FF2B5EF4-FFF2-40B4-BE49-F238E27FC236}">
                <a16:creationId xmlns:a16="http://schemas.microsoft.com/office/drawing/2014/main" id="{D2799C50-5B8F-A5A7-D5BE-93FD79B0C67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1681721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P spid="4" grpId="0" animBg="1"/>
      <p:bldP spid="6" grpId="0" animBg="1"/>
    </p:bldLst>
  </p:timing>
</p:sld>
</file>

<file path=ppt/slides/slide1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Tree>
    <p:extLst>
      <p:ext uri="{BB962C8B-B14F-4D97-AF65-F5344CB8AC3E}">
        <p14:creationId xmlns:p14="http://schemas.microsoft.com/office/powerpoint/2010/main" val="147991231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a:t>Step 1</a:t>
            </a:r>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a:t>Step 2</a:t>
            </a:r>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912766"/>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225143" y="3238500"/>
            <a:ext cx="1836057" cy="1325562"/>
          </a:xfrm>
          <a:prstGeom prst="arc">
            <a:avLst>
              <a:gd name="adj1" fmla="val 10934631"/>
              <a:gd name="adj2" fmla="val 21444232"/>
            </a:avLst>
          </a:prstGeom>
          <a:ln w="3810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F407117B-6C1A-4EDA-96A7-C25A850F00DB}"/>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351112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000"/>
                                        <p:tgtEl>
                                          <p:spTgt spid="4">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1000"/>
                                        <p:tgtEl>
                                          <p:spTgt spid="8"/>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left)">
                                      <p:cBhvr>
                                        <p:cTn id="41" dur="2000"/>
                                        <p:tgtEl>
                                          <p:spTgt spid="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9">
                                            <p:txEl>
                                              <p:pRg st="0" end="0"/>
                                            </p:txEl>
                                          </p:spTgt>
                                        </p:tgtEl>
                                        <p:attrNameLst>
                                          <p:attrName>style.visibility</p:attrName>
                                        </p:attrNameLst>
                                      </p:cBhvr>
                                      <p:to>
                                        <p:strVal val="visible"/>
                                      </p:to>
                                    </p:set>
                                    <p:animEffect transition="in" filter="wipe(left)">
                                      <p:cBhvr>
                                        <p:cTn id="46"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F13AA94-9389-A23C-9F7B-78D9F5F9BC32}"/>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328941127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r>
              <a:rPr lang="en-GB" sz="2800" b="1" dirty="0">
                <a:solidFill>
                  <a:srgbClr val="0070C0"/>
                </a:solidFill>
              </a:rPr>
              <a:t>View</a:t>
            </a: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 </a:t>
            </a:r>
            <a:r>
              <a:rPr lang="en-GB" sz="2800" b="1" i="1" dirty="0" err="1">
                <a:solidFill>
                  <a:srgbClr val="00B050"/>
                </a:solidFill>
                <a:latin typeface="Consolas" panose="020B0609020204030204" pitchFamily="49" charset="0"/>
              </a:rPr>
              <a:t>equi</a:t>
            </a:r>
            <a:r>
              <a:rPr lang="en-GB" sz="2800" b="1" i="1" dirty="0">
                <a:solidFill>
                  <a:srgbClr val="00B050"/>
                </a:solidFill>
                <a:latin typeface="Consolas" panose="020B0609020204030204" pitchFamily="49" charset="0"/>
              </a:rPr>
              <a:t>-join?</a:t>
            </a:r>
            <a:endParaRPr lang="en-GB" sz="2800" b="1" i="1" dirty="0">
              <a:latin typeface="Consolas" panose="020B0609020204030204" pitchFamily="49" charset="0"/>
            </a:endParaRP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r>
              <a:rPr lang="en-GB" sz="2800" b="1" dirty="0">
                <a:solidFill>
                  <a:srgbClr val="0070C0"/>
                </a:solidFill>
              </a:rPr>
              <a:t>Add</a:t>
            </a: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r>
              <a:rPr lang="en-GB" sz="2800" b="1" dirty="0">
                <a:solidFill>
                  <a:srgbClr val="00B050"/>
                </a:solidFill>
                <a:latin typeface="Consolas" panose="020B0609020204030204" pitchFamily="49" charset="0"/>
              </a:rPr>
              <a:t>(+ variations)</a:t>
            </a: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r>
              <a:rPr lang="en-GB" sz="2800" b="1" dirty="0">
                <a:solidFill>
                  <a:srgbClr val="0070C0"/>
                </a:solidFill>
              </a:rPr>
              <a:t>Modify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r>
              <a:rPr lang="en-GB" sz="2800" b="1" dirty="0">
                <a:solidFill>
                  <a:srgbClr val="0070C0"/>
                </a:solidFill>
              </a:rPr>
              <a:t>Remove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9" name="TextBox 8">
            <a:extLst>
              <a:ext uri="{FF2B5EF4-FFF2-40B4-BE49-F238E27FC236}">
                <a16:creationId xmlns:a16="http://schemas.microsoft.com/office/drawing/2014/main" id="{D90CCF84-79A0-4860-8BAA-EEB57D73FB33}"/>
              </a:ext>
            </a:extLst>
          </p:cNvPr>
          <p:cNvSpPr txBox="1"/>
          <p:nvPr/>
        </p:nvSpPr>
        <p:spPr>
          <a:xfrm>
            <a:off x="5952100" y="6231265"/>
            <a:ext cx="5705408" cy="523220"/>
          </a:xfrm>
          <a:prstGeom prst="rect">
            <a:avLst/>
          </a:prstGeom>
          <a:noFill/>
        </p:spPr>
        <p:txBody>
          <a:bodyPr wrap="none" rtlCol="0">
            <a:spAutoFit/>
          </a:bodyPr>
          <a:lstStyle/>
          <a:p>
            <a:r>
              <a:rPr lang="en-GB" sz="2800" b="1" i="1" dirty="0">
                <a:solidFill>
                  <a:srgbClr val="7030A0"/>
                </a:solidFill>
                <a:latin typeface="Consolas" panose="020B0609020204030204" pitchFamily="49" charset="0"/>
              </a:rPr>
              <a:t>Italic = Optional SQL clause</a:t>
            </a:r>
          </a:p>
        </p:txBody>
      </p:sp>
    </p:spTree>
    <p:extLst>
      <p:ext uri="{BB962C8B-B14F-4D97-AF65-F5344CB8AC3E}">
        <p14:creationId xmlns:p14="http://schemas.microsoft.com/office/powerpoint/2010/main" val="2352829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wipe(left)">
                                      <p:cBhvr>
                                        <p:cTn id="12" dur="750"/>
                                        <p:tgtEl>
                                          <p:spTgt spid="5">
                                            <p:txEl>
                                              <p:pRg st="2" end="2"/>
                                            </p:txEl>
                                          </p:spTgt>
                                        </p:tgtEl>
                                      </p:cBhvr>
                                    </p:animEffect>
                                  </p:childTnLst>
                                </p:cTn>
                              </p:par>
                            </p:childTnLst>
                          </p:cTn>
                        </p:par>
                        <p:par>
                          <p:cTn id="13" fill="hold">
                            <p:stCondLst>
                              <p:cond delay="750"/>
                            </p:stCondLst>
                            <p:childTnLst>
                              <p:par>
                                <p:cTn id="14" presetID="22" presetClass="entr" presetSubtype="8" fill="hold" grpId="0" nodeType="after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wipe(left)">
                                      <p:cBhvr>
                                        <p:cTn id="16" dur="750"/>
                                        <p:tgtEl>
                                          <p:spTgt spid="5">
                                            <p:txEl>
                                              <p:pRg st="3" end="3"/>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wipe(left)">
                                      <p:cBhvr>
                                        <p:cTn id="20" dur="1500"/>
                                        <p:tgtEl>
                                          <p:spTgt spid="5">
                                            <p:txEl>
                                              <p:pRg st="4" end="4"/>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wipe(left)">
                                      <p:cBhvr>
                                        <p:cTn id="24" dur="15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5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2" end="2"/>
                                            </p:txEl>
                                          </p:spTgt>
                                        </p:tgtEl>
                                        <p:attrNameLst>
                                          <p:attrName>style.visibility</p:attrName>
                                        </p:attrNameLst>
                                      </p:cBhvr>
                                      <p:to>
                                        <p:strVal val="visible"/>
                                      </p:to>
                                    </p:set>
                                    <p:animEffect transition="in" filter="wipe(left)">
                                      <p:cBhvr>
                                        <p:cTn id="34" dur="1000"/>
                                        <p:tgtEl>
                                          <p:spTgt spid="6">
                                            <p:txEl>
                                              <p:pRg st="2" end="2"/>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6">
                                            <p:txEl>
                                              <p:pRg st="3" end="3"/>
                                            </p:txEl>
                                          </p:spTgt>
                                        </p:tgtEl>
                                        <p:attrNameLst>
                                          <p:attrName>style.visibility</p:attrName>
                                        </p:attrNameLst>
                                      </p:cBhvr>
                                      <p:to>
                                        <p:strVal val="visible"/>
                                      </p:to>
                                    </p:set>
                                    <p:animEffect transition="in" filter="wipe(left)">
                                      <p:cBhvr>
                                        <p:cTn id="38" dur="1000"/>
                                        <p:tgtEl>
                                          <p:spTgt spid="6">
                                            <p:txEl>
                                              <p:pRg st="3" end="3"/>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6">
                                            <p:txEl>
                                              <p:pRg st="5" end="5"/>
                                            </p:txEl>
                                          </p:spTgt>
                                        </p:tgtEl>
                                        <p:attrNameLst>
                                          <p:attrName>style.visibility</p:attrName>
                                        </p:attrNameLst>
                                      </p:cBhvr>
                                      <p:to>
                                        <p:strVal val="visible"/>
                                      </p:to>
                                    </p:set>
                                    <p:animEffect transition="in" filter="wipe(left)">
                                      <p:cBhvr>
                                        <p:cTn id="43" dur="1000"/>
                                        <p:tgtEl>
                                          <p:spTgt spid="6">
                                            <p:txEl>
                                              <p:pRg st="5" end="5"/>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7">
                                            <p:txEl>
                                              <p:pRg st="0" end="0"/>
                                            </p:txEl>
                                          </p:spTgt>
                                        </p:tgtEl>
                                        <p:attrNameLst>
                                          <p:attrName>style.visibility</p:attrName>
                                        </p:attrNameLst>
                                      </p:cBhvr>
                                      <p:to>
                                        <p:strVal val="visible"/>
                                      </p:to>
                                    </p:set>
                                    <p:animEffect transition="in" filter="wipe(left)">
                                      <p:cBhvr>
                                        <p:cTn id="48" dur="500"/>
                                        <p:tgtEl>
                                          <p:spTgt spid="7">
                                            <p:txEl>
                                              <p:pRg st="0" end="0"/>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7">
                                            <p:txEl>
                                              <p:pRg st="2" end="2"/>
                                            </p:txEl>
                                          </p:spTgt>
                                        </p:tgtEl>
                                        <p:attrNameLst>
                                          <p:attrName>style.visibility</p:attrName>
                                        </p:attrNameLst>
                                      </p:cBhvr>
                                      <p:to>
                                        <p:strVal val="visible"/>
                                      </p:to>
                                    </p:set>
                                    <p:animEffect transition="in" filter="wipe(left)">
                                      <p:cBhvr>
                                        <p:cTn id="53" dur="750"/>
                                        <p:tgtEl>
                                          <p:spTgt spid="7">
                                            <p:txEl>
                                              <p:pRg st="2" end="2"/>
                                            </p:txEl>
                                          </p:spTgt>
                                        </p:tgtEl>
                                      </p:cBhvr>
                                    </p:animEffect>
                                  </p:childTnLst>
                                </p:cTn>
                              </p:par>
                            </p:childTnLst>
                          </p:cTn>
                        </p:par>
                        <p:par>
                          <p:cTn id="54" fill="hold">
                            <p:stCondLst>
                              <p:cond delay="750"/>
                            </p:stCondLst>
                            <p:childTnLst>
                              <p:par>
                                <p:cTn id="55" presetID="22" presetClass="entr" presetSubtype="8" fill="hold" grpId="0" nodeType="afterEffect">
                                  <p:stCondLst>
                                    <p:cond delay="0"/>
                                  </p:stCondLst>
                                  <p:childTnLst>
                                    <p:set>
                                      <p:cBhvr>
                                        <p:cTn id="56" dur="1" fill="hold">
                                          <p:stCondLst>
                                            <p:cond delay="0"/>
                                          </p:stCondLst>
                                        </p:cTn>
                                        <p:tgtEl>
                                          <p:spTgt spid="7">
                                            <p:txEl>
                                              <p:pRg st="3" end="3"/>
                                            </p:txEl>
                                          </p:spTgt>
                                        </p:tgtEl>
                                        <p:attrNameLst>
                                          <p:attrName>style.visibility</p:attrName>
                                        </p:attrNameLst>
                                      </p:cBhvr>
                                      <p:to>
                                        <p:strVal val="visible"/>
                                      </p:to>
                                    </p:set>
                                    <p:animEffect transition="in" filter="wipe(left)">
                                      <p:cBhvr>
                                        <p:cTn id="57" dur="1500"/>
                                        <p:tgtEl>
                                          <p:spTgt spid="7">
                                            <p:txEl>
                                              <p:pRg st="3" end="3"/>
                                            </p:txEl>
                                          </p:spTgt>
                                        </p:tgtEl>
                                      </p:cBhvr>
                                    </p:animEffect>
                                  </p:childTnLst>
                                </p:cTn>
                              </p:par>
                            </p:childTnLst>
                          </p:cTn>
                        </p:par>
                        <p:par>
                          <p:cTn id="58" fill="hold">
                            <p:stCondLst>
                              <p:cond delay="2250"/>
                            </p:stCondLst>
                            <p:childTnLst>
                              <p:par>
                                <p:cTn id="59" presetID="22" presetClass="entr" presetSubtype="8" fill="hold" grpId="0" nodeType="afterEffect">
                                  <p:stCondLst>
                                    <p:cond delay="0"/>
                                  </p:stCondLst>
                                  <p:childTnLst>
                                    <p:set>
                                      <p:cBhvr>
                                        <p:cTn id="60" dur="1" fill="hold">
                                          <p:stCondLst>
                                            <p:cond delay="0"/>
                                          </p:stCondLst>
                                        </p:cTn>
                                        <p:tgtEl>
                                          <p:spTgt spid="7">
                                            <p:txEl>
                                              <p:pRg st="4" end="4"/>
                                            </p:txEl>
                                          </p:spTgt>
                                        </p:tgtEl>
                                        <p:attrNameLst>
                                          <p:attrName>style.visibility</p:attrName>
                                        </p:attrNameLst>
                                      </p:cBhvr>
                                      <p:to>
                                        <p:strVal val="visible"/>
                                      </p:to>
                                    </p:set>
                                    <p:animEffect transition="in" filter="wipe(left)">
                                      <p:cBhvr>
                                        <p:cTn id="61" dur="1250"/>
                                        <p:tgtEl>
                                          <p:spTgt spid="7">
                                            <p:txEl>
                                              <p:pRg st="4" end="4"/>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8">
                                            <p:txEl>
                                              <p:pRg st="0" end="0"/>
                                            </p:txEl>
                                          </p:spTgt>
                                        </p:tgtEl>
                                        <p:attrNameLst>
                                          <p:attrName>style.visibility</p:attrName>
                                        </p:attrNameLst>
                                      </p:cBhvr>
                                      <p:to>
                                        <p:strVal val="visible"/>
                                      </p:to>
                                    </p:set>
                                    <p:animEffect transition="in" filter="wipe(left)">
                                      <p:cBhvr>
                                        <p:cTn id="66" dur="500"/>
                                        <p:tgtEl>
                                          <p:spTgt spid="8">
                                            <p:txEl>
                                              <p:pRg st="0" end="0"/>
                                            </p:txEl>
                                          </p:spTgt>
                                        </p:tgtEl>
                                      </p:cBhvr>
                                    </p:animEffect>
                                  </p:childTnLst>
                                </p:cTn>
                              </p:par>
                            </p:childTnLst>
                          </p:cTn>
                        </p:par>
                        <p:par>
                          <p:cTn id="67" fill="hold">
                            <p:stCondLst>
                              <p:cond delay="500"/>
                            </p:stCondLst>
                            <p:childTnLst>
                              <p:par>
                                <p:cTn id="68" presetID="22" presetClass="entr" presetSubtype="8" fill="hold" grpId="0" nodeType="afterEffect">
                                  <p:stCondLst>
                                    <p:cond delay="0"/>
                                  </p:stCondLst>
                                  <p:childTnLst>
                                    <p:set>
                                      <p:cBhvr>
                                        <p:cTn id="69" dur="1" fill="hold">
                                          <p:stCondLst>
                                            <p:cond delay="0"/>
                                          </p:stCondLst>
                                        </p:cTn>
                                        <p:tgtEl>
                                          <p:spTgt spid="8">
                                            <p:txEl>
                                              <p:pRg st="2" end="2"/>
                                            </p:txEl>
                                          </p:spTgt>
                                        </p:tgtEl>
                                        <p:attrNameLst>
                                          <p:attrName>style.visibility</p:attrName>
                                        </p:attrNameLst>
                                      </p:cBhvr>
                                      <p:to>
                                        <p:strVal val="visible"/>
                                      </p:to>
                                    </p:set>
                                    <p:animEffect transition="in" filter="wipe(left)">
                                      <p:cBhvr>
                                        <p:cTn id="70" dur="1500"/>
                                        <p:tgtEl>
                                          <p:spTgt spid="8">
                                            <p:txEl>
                                              <p:pRg st="2" end="2"/>
                                            </p:txEl>
                                          </p:spTgt>
                                        </p:tgtEl>
                                      </p:cBhvr>
                                    </p:animEffect>
                                  </p:childTnLst>
                                </p:cTn>
                              </p:par>
                            </p:childTnLst>
                          </p:cTn>
                        </p:par>
                        <p:par>
                          <p:cTn id="71" fill="hold">
                            <p:stCondLst>
                              <p:cond delay="2000"/>
                            </p:stCondLst>
                            <p:childTnLst>
                              <p:par>
                                <p:cTn id="72" presetID="22" presetClass="entr" presetSubtype="8" fill="hold" grpId="0" nodeType="afterEffect">
                                  <p:stCondLst>
                                    <p:cond delay="0"/>
                                  </p:stCondLst>
                                  <p:childTnLst>
                                    <p:set>
                                      <p:cBhvr>
                                        <p:cTn id="73" dur="1" fill="hold">
                                          <p:stCondLst>
                                            <p:cond delay="0"/>
                                          </p:stCondLst>
                                        </p:cTn>
                                        <p:tgtEl>
                                          <p:spTgt spid="8">
                                            <p:txEl>
                                              <p:pRg st="3" end="3"/>
                                            </p:txEl>
                                          </p:spTgt>
                                        </p:tgtEl>
                                        <p:attrNameLst>
                                          <p:attrName>style.visibility</p:attrName>
                                        </p:attrNameLst>
                                      </p:cBhvr>
                                      <p:to>
                                        <p:strVal val="visible"/>
                                      </p:to>
                                    </p:set>
                                    <p:animEffect transition="in" filter="wipe(left)">
                                      <p:cBhvr>
                                        <p:cTn id="74" dur="1500"/>
                                        <p:tgtEl>
                                          <p:spTgt spid="8">
                                            <p:txEl>
                                              <p:pRg st="3" end="3"/>
                                            </p:txEl>
                                          </p:spTgt>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9">
                                            <p:txEl>
                                              <p:pRg st="0" end="0"/>
                                            </p:txEl>
                                          </p:spTgt>
                                        </p:tgtEl>
                                        <p:attrNameLst>
                                          <p:attrName>style.visibility</p:attrName>
                                        </p:attrNameLst>
                                      </p:cBhvr>
                                      <p:to>
                                        <p:strVal val="visible"/>
                                      </p:to>
                                    </p:set>
                                    <p:animEffect transition="in" filter="wipe(left)">
                                      <p:cBhvr>
                                        <p:cTn id="79"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P spid="7" grpId="0" uiExpand="1" build="p"/>
      <p:bldP spid="8" grpId="0" uiExpand="1" build="p"/>
      <p:bldP spid="9" grpId="0" uiExpand="1" build="p"/>
    </p:bldLst>
  </p:timing>
</p:sld>
</file>

<file path=ppt/slides/slide1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a:t>
            </a: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endParaRPr lang="en-GB" sz="2800" dirty="0">
              <a:solidFill>
                <a:srgbClr val="00B050"/>
              </a:solidFill>
              <a:latin typeface="Consolas" panose="020B0609020204030204" pitchFamily="49" charset="0"/>
            </a:endParaRP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p>
        </p:txBody>
      </p:sp>
    </p:spTree>
    <p:extLst>
      <p:ext uri="{BB962C8B-B14F-4D97-AF65-F5344CB8AC3E}">
        <p14:creationId xmlns:p14="http://schemas.microsoft.com/office/powerpoint/2010/main" val="142200069"/>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Membership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Membership tasks</a:t>
            </a:r>
          </a:p>
        </p:txBody>
      </p:sp>
    </p:spTree>
    <p:extLst>
      <p:ext uri="{BB962C8B-B14F-4D97-AF65-F5344CB8AC3E}">
        <p14:creationId xmlns:p14="http://schemas.microsoft.com/office/powerpoint/2010/main" val="3936275849"/>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Create a table</a:t>
            </a:r>
          </a:p>
        </p:txBody>
      </p:sp>
    </p:spTree>
    <p:extLst>
      <p:ext uri="{BB962C8B-B14F-4D97-AF65-F5344CB8AC3E}">
        <p14:creationId xmlns:p14="http://schemas.microsoft.com/office/powerpoint/2010/main" val="3685864833"/>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1561520139"/>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endParaRPr lang="en-GB" sz="3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600" dirty="0"/>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
        <p:nvSpPr>
          <p:cNvPr id="6" name="TextBox 5">
            <a:extLst>
              <a:ext uri="{FF2B5EF4-FFF2-40B4-BE49-F238E27FC236}">
                <a16:creationId xmlns:a16="http://schemas.microsoft.com/office/drawing/2014/main" id="{213C2DD8-DE81-4F49-BB33-3CD1484A4605}"/>
              </a:ext>
            </a:extLst>
          </p:cNvPr>
          <p:cNvSpPr txBox="1"/>
          <p:nvPr/>
        </p:nvSpPr>
        <p:spPr>
          <a:xfrm>
            <a:off x="3138972" y="2481291"/>
            <a:ext cx="2957028" cy="646331"/>
          </a:xfrm>
          <a:prstGeom prst="rect">
            <a:avLst/>
          </a:prstGeom>
          <a:noFill/>
        </p:spPr>
        <p:txBody>
          <a:bodyPr wrap="none" rtlCol="0">
            <a:spAutoFit/>
          </a:bodyPr>
          <a:lstStyle/>
          <a:p>
            <a:r>
              <a:rPr lang="en-GB" sz="3600" dirty="0"/>
              <a:t>VARCHAR(size)</a:t>
            </a:r>
          </a:p>
        </p:txBody>
      </p:sp>
      <p:sp>
        <p:nvSpPr>
          <p:cNvPr id="7" name="TextBox 6">
            <a:extLst>
              <a:ext uri="{FF2B5EF4-FFF2-40B4-BE49-F238E27FC236}">
                <a16:creationId xmlns:a16="http://schemas.microsoft.com/office/drawing/2014/main" id="{3D74CAB3-48D6-4AE8-852D-C1672928A55F}"/>
              </a:ext>
            </a:extLst>
          </p:cNvPr>
          <p:cNvSpPr txBox="1"/>
          <p:nvPr/>
        </p:nvSpPr>
        <p:spPr>
          <a:xfrm>
            <a:off x="3138972" y="3285342"/>
            <a:ext cx="2143407" cy="646331"/>
          </a:xfrm>
          <a:prstGeom prst="rect">
            <a:avLst/>
          </a:prstGeom>
          <a:noFill/>
        </p:spPr>
        <p:txBody>
          <a:bodyPr wrap="none" rtlCol="0">
            <a:spAutoFit/>
          </a:bodyPr>
          <a:lstStyle/>
          <a:p>
            <a:r>
              <a:rPr lang="en-GB" sz="3600" dirty="0"/>
              <a:t>INT </a:t>
            </a:r>
            <a:r>
              <a:rPr lang="en-GB" sz="3600" dirty="0">
                <a:solidFill>
                  <a:srgbClr val="7030A0"/>
                </a:solidFill>
              </a:rPr>
              <a:t>/</a:t>
            </a:r>
            <a:r>
              <a:rPr lang="en-GB" sz="3600" dirty="0"/>
              <a:t> REAL</a:t>
            </a:r>
          </a:p>
        </p:txBody>
      </p:sp>
      <p:sp>
        <p:nvSpPr>
          <p:cNvPr id="8" name="TextBox 7">
            <a:extLst>
              <a:ext uri="{FF2B5EF4-FFF2-40B4-BE49-F238E27FC236}">
                <a16:creationId xmlns:a16="http://schemas.microsoft.com/office/drawing/2014/main" id="{36BA8DDB-5D18-4F8A-8BF1-2999BC1F43EF}"/>
              </a:ext>
            </a:extLst>
          </p:cNvPr>
          <p:cNvSpPr txBox="1"/>
          <p:nvPr/>
        </p:nvSpPr>
        <p:spPr>
          <a:xfrm>
            <a:off x="3138972" y="4107322"/>
            <a:ext cx="1143711" cy="646331"/>
          </a:xfrm>
          <a:prstGeom prst="rect">
            <a:avLst/>
          </a:prstGeom>
          <a:noFill/>
        </p:spPr>
        <p:txBody>
          <a:bodyPr wrap="none" rtlCol="0">
            <a:spAutoFit/>
          </a:bodyPr>
          <a:lstStyle/>
          <a:p>
            <a:r>
              <a:rPr lang="en-GB" sz="3600" dirty="0"/>
              <a:t>DATE</a:t>
            </a:r>
          </a:p>
        </p:txBody>
      </p:sp>
      <p:sp>
        <p:nvSpPr>
          <p:cNvPr id="9" name="TextBox 8">
            <a:extLst>
              <a:ext uri="{FF2B5EF4-FFF2-40B4-BE49-F238E27FC236}">
                <a16:creationId xmlns:a16="http://schemas.microsoft.com/office/drawing/2014/main" id="{DBEE6A21-ECAD-4FB4-9415-223BD7759DC2}"/>
              </a:ext>
            </a:extLst>
          </p:cNvPr>
          <p:cNvSpPr txBox="1"/>
          <p:nvPr/>
        </p:nvSpPr>
        <p:spPr>
          <a:xfrm>
            <a:off x="3138972" y="4907193"/>
            <a:ext cx="1146468" cy="646331"/>
          </a:xfrm>
          <a:prstGeom prst="rect">
            <a:avLst/>
          </a:prstGeom>
          <a:noFill/>
        </p:spPr>
        <p:txBody>
          <a:bodyPr wrap="none" rtlCol="0">
            <a:spAutoFit/>
          </a:bodyPr>
          <a:lstStyle/>
          <a:p>
            <a:r>
              <a:rPr lang="en-GB" sz="3600" dirty="0"/>
              <a:t>TIME</a:t>
            </a:r>
          </a:p>
        </p:txBody>
      </p:sp>
      <p:sp>
        <p:nvSpPr>
          <p:cNvPr id="10" name="TextBox 9">
            <a:extLst>
              <a:ext uri="{FF2B5EF4-FFF2-40B4-BE49-F238E27FC236}">
                <a16:creationId xmlns:a16="http://schemas.microsoft.com/office/drawing/2014/main" id="{EEAD741D-8C95-4152-94FE-5A0F8E9D7B1E}"/>
              </a:ext>
            </a:extLst>
          </p:cNvPr>
          <p:cNvSpPr txBox="1"/>
          <p:nvPr/>
        </p:nvSpPr>
        <p:spPr>
          <a:xfrm>
            <a:off x="3138972" y="5697306"/>
            <a:ext cx="1242648" cy="646331"/>
          </a:xfrm>
          <a:prstGeom prst="rect">
            <a:avLst/>
          </a:prstGeom>
          <a:noFill/>
        </p:spPr>
        <p:txBody>
          <a:bodyPr wrap="none" rtlCol="0">
            <a:spAutoFit/>
          </a:bodyPr>
          <a:lstStyle/>
          <a:p>
            <a:r>
              <a:rPr lang="en-GB" sz="3600" dirty="0"/>
              <a:t>BOOL</a:t>
            </a:r>
          </a:p>
        </p:txBody>
      </p:sp>
      <p:sp>
        <p:nvSpPr>
          <p:cNvPr id="11" name="TextBox 10">
            <a:extLst>
              <a:ext uri="{FF2B5EF4-FFF2-40B4-BE49-F238E27FC236}">
                <a16:creationId xmlns:a16="http://schemas.microsoft.com/office/drawing/2014/main" id="{D3394448-7BFE-4DD1-BCD4-64686E621426}"/>
              </a:ext>
            </a:extLst>
          </p:cNvPr>
          <p:cNvSpPr txBox="1"/>
          <p:nvPr/>
        </p:nvSpPr>
        <p:spPr>
          <a:xfrm>
            <a:off x="6905429" y="2481290"/>
            <a:ext cx="4169603" cy="646331"/>
          </a:xfrm>
          <a:prstGeom prst="rect">
            <a:avLst/>
          </a:prstGeom>
          <a:noFill/>
        </p:spPr>
        <p:txBody>
          <a:bodyPr wrap="none" rtlCol="0">
            <a:spAutoFit/>
          </a:bodyPr>
          <a:lstStyle/>
          <a:p>
            <a:r>
              <a:rPr lang="en-GB" sz="3600" dirty="0"/>
              <a:t>Size = max characters</a:t>
            </a:r>
          </a:p>
        </p:txBody>
      </p:sp>
    </p:spTree>
    <p:extLst>
      <p:ext uri="{BB962C8B-B14F-4D97-AF65-F5344CB8AC3E}">
        <p14:creationId xmlns:p14="http://schemas.microsoft.com/office/powerpoint/2010/main" val="1730634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75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Lst>
  </p:timing>
</p:sld>
</file>

<file path=ppt/slides/slide1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70428126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VARCHAR(size)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Size =</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 </a:t>
                      </a:r>
                      <a:r>
                        <a:rPr lang="en-GB" sz="3600" dirty="0">
                          <a:solidFill>
                            <a:srgbClr val="7030A0"/>
                          </a:solidFill>
                        </a:rPr>
                        <a:t>/</a:t>
                      </a:r>
                      <a:r>
                        <a:rPr lang="en-GB" sz="3600" dirty="0"/>
                        <a:t> REAL</a:t>
                      </a:r>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DATE</a:t>
                      </a:r>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TIME</a:t>
                      </a:r>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dirty="0"/>
                        <a:t>BOOL</a:t>
                      </a:r>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166479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r>
                        <a:rPr lang="en-GB" sz="2900" dirty="0"/>
                        <a:t>Restricted choice</a:t>
                      </a:r>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r>
                        <a:rPr lang="en-GB" sz="2900" dirty="0"/>
                        <a:t>Field length</a:t>
                      </a:r>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r>
                        <a:rPr lang="en-GB" sz="2900" dirty="0"/>
                        <a:t>Range</a:t>
                      </a:r>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900" dirty="0"/>
                        <a:t>Presence check</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3618281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endParaRPr lang="en-GB" sz="2900" dirty="0"/>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29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177327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562971" y="5594323"/>
            <a:ext cx="2486025" cy="468340"/>
          </a:xfrm>
          <a:prstGeom prst="callout2">
            <a:avLst>
              <a:gd name="adj1" fmla="val 49990"/>
              <a:gd name="adj2" fmla="val -52"/>
              <a:gd name="adj3" fmla="val 50311"/>
              <a:gd name="adj4" fmla="val -20105"/>
              <a:gd name="adj5" fmla="val -530"/>
              <a:gd name="adj6" fmla="val -344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D967C08A-DC45-A18B-8F04-2A6DE01DF715}"/>
              </a:ext>
            </a:extLst>
          </p:cNvPr>
          <p:cNvSpPr/>
          <p:nvPr/>
        </p:nvSpPr>
        <p:spPr>
          <a:xfrm>
            <a:off x="6461541" y="1016398"/>
            <a:ext cx="2646850" cy="718344"/>
          </a:xfrm>
          <a:prstGeom prst="callout2">
            <a:avLst>
              <a:gd name="adj1" fmla="val 49990"/>
              <a:gd name="adj2" fmla="val -52"/>
              <a:gd name="adj3" fmla="val 49905"/>
              <a:gd name="adj4" fmla="val -22425"/>
              <a:gd name="adj5" fmla="val 112387"/>
              <a:gd name="adj6" fmla="val -292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 name</a:t>
            </a:r>
          </a:p>
        </p:txBody>
      </p:sp>
      <p:sp>
        <p:nvSpPr>
          <p:cNvPr id="8" name="Callout: Bent Line with No Border 7">
            <a:extLst>
              <a:ext uri="{FF2B5EF4-FFF2-40B4-BE49-F238E27FC236}">
                <a16:creationId xmlns:a16="http://schemas.microsoft.com/office/drawing/2014/main" id="{3F36ADB4-DD88-33DC-C546-8F3A963B2B29}"/>
              </a:ext>
            </a:extLst>
          </p:cNvPr>
          <p:cNvSpPr/>
          <p:nvPr/>
        </p:nvSpPr>
        <p:spPr>
          <a:xfrm flipH="1">
            <a:off x="3006299" y="5724923"/>
            <a:ext cx="1941999" cy="452040"/>
          </a:xfrm>
          <a:prstGeom prst="callout2">
            <a:avLst>
              <a:gd name="adj1" fmla="val 49990"/>
              <a:gd name="adj2" fmla="val -52"/>
              <a:gd name="adj3" fmla="val 49905"/>
              <a:gd name="adj4" fmla="val -22425"/>
              <a:gd name="adj5" fmla="val -36667"/>
              <a:gd name="adj6" fmla="val -357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name</a:t>
            </a:r>
          </a:p>
        </p:txBody>
      </p:sp>
      <p:grpSp>
        <p:nvGrpSpPr>
          <p:cNvPr id="5" name="Group 4">
            <a:extLst>
              <a:ext uri="{FF2B5EF4-FFF2-40B4-BE49-F238E27FC236}">
                <a16:creationId xmlns:a16="http://schemas.microsoft.com/office/drawing/2014/main" id="{1A8434B4-01EB-4B43-B14C-4E4F41F9DF80}"/>
              </a:ext>
            </a:extLst>
          </p:cNvPr>
          <p:cNvGrpSpPr/>
          <p:nvPr/>
        </p:nvGrpSpPr>
        <p:grpSpPr>
          <a:xfrm>
            <a:off x="958902" y="3861197"/>
            <a:ext cx="1168783" cy="1023144"/>
            <a:chOff x="1627561" y="5311895"/>
            <a:chExt cx="1168783" cy="1150130"/>
          </a:xfrm>
        </p:grpSpPr>
        <p:sp>
          <p:nvSpPr>
            <p:cNvPr id="10" name="Right Brace 9">
              <a:extLst>
                <a:ext uri="{FF2B5EF4-FFF2-40B4-BE49-F238E27FC236}">
                  <a16:creationId xmlns:a16="http://schemas.microsoft.com/office/drawing/2014/main" id="{819BA9D7-3F25-43FC-B8DE-565215E8B322}"/>
                </a:ext>
              </a:extLst>
            </p:cNvPr>
            <p:cNvSpPr/>
            <p:nvPr/>
          </p:nvSpPr>
          <p:spPr>
            <a:xfrm flipH="1">
              <a:off x="2264230" y="5311895"/>
              <a:ext cx="532114" cy="1150130"/>
            </a:xfrm>
            <a:prstGeom prst="rightBrace">
              <a:avLst>
                <a:gd name="adj1" fmla="val 0"/>
                <a:gd name="adj2" fmla="val 68087"/>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1" name="TextBox 10">
              <a:extLst>
                <a:ext uri="{FF2B5EF4-FFF2-40B4-BE49-F238E27FC236}">
                  <a16:creationId xmlns:a16="http://schemas.microsoft.com/office/drawing/2014/main" id="{4C64850D-8485-41E4-A356-7A5DD26A156B}"/>
                </a:ext>
              </a:extLst>
            </p:cNvPr>
            <p:cNvSpPr txBox="1"/>
            <p:nvPr/>
          </p:nvSpPr>
          <p:spPr>
            <a:xfrm>
              <a:off x="1627561" y="5828213"/>
              <a:ext cx="636669" cy="523220"/>
            </a:xfrm>
            <a:prstGeom prst="rect">
              <a:avLst/>
            </a:prstGeom>
            <a:noFill/>
          </p:spPr>
          <p:txBody>
            <a:bodyPr wrap="square" rtlCol="0">
              <a:spAutoFit/>
            </a:bodyPr>
            <a:lstStyle/>
            <a:p>
              <a:r>
                <a:rPr lang="en-GB" sz="2800" b="1" dirty="0">
                  <a:solidFill>
                    <a:srgbClr val="7030A0"/>
                  </a:solidFill>
                </a:rPr>
                <a:t>FK</a:t>
              </a:r>
            </a:p>
          </p:txBody>
        </p:sp>
      </p:grpSp>
      <p:sp>
        <p:nvSpPr>
          <p:cNvPr id="12" name="Callout: Bent Line with No Border 11">
            <a:extLst>
              <a:ext uri="{FF2B5EF4-FFF2-40B4-BE49-F238E27FC236}">
                <a16:creationId xmlns:a16="http://schemas.microsoft.com/office/drawing/2014/main" id="{2146B694-487C-4FEF-B3E2-FBD92365CDFC}"/>
              </a:ext>
            </a:extLst>
          </p:cNvPr>
          <p:cNvSpPr/>
          <p:nvPr/>
        </p:nvSpPr>
        <p:spPr>
          <a:xfrm>
            <a:off x="7562971" y="1825625"/>
            <a:ext cx="2646850" cy="718344"/>
          </a:xfrm>
          <a:prstGeom prst="callout2">
            <a:avLst>
              <a:gd name="adj1" fmla="val 49990"/>
              <a:gd name="adj2" fmla="val -52"/>
              <a:gd name="adj3" fmla="val 49905"/>
              <a:gd name="adj4" fmla="val -22425"/>
              <a:gd name="adj5" fmla="val 49877"/>
              <a:gd name="adj6" fmla="val -29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Opening bracket</a:t>
            </a:r>
          </a:p>
        </p:txBody>
      </p:sp>
      <p:sp>
        <p:nvSpPr>
          <p:cNvPr id="13" name="Callout: Bent Line with No Border 12">
            <a:extLst>
              <a:ext uri="{FF2B5EF4-FFF2-40B4-BE49-F238E27FC236}">
                <a16:creationId xmlns:a16="http://schemas.microsoft.com/office/drawing/2014/main" id="{4BD557DE-5399-4B9B-A8B3-E680DB65D68B}"/>
              </a:ext>
            </a:extLst>
          </p:cNvPr>
          <p:cNvSpPr/>
          <p:nvPr/>
        </p:nvSpPr>
        <p:spPr>
          <a:xfrm>
            <a:off x="2746353" y="6230938"/>
            <a:ext cx="2646850" cy="432197"/>
          </a:xfrm>
          <a:prstGeom prst="callout2">
            <a:avLst>
              <a:gd name="adj1" fmla="val 49990"/>
              <a:gd name="adj2" fmla="val -52"/>
              <a:gd name="adj3" fmla="val 49905"/>
              <a:gd name="adj4" fmla="val -22425"/>
              <a:gd name="adj5" fmla="val -15041"/>
              <a:gd name="adj6" fmla="val -427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Closing bracket</a:t>
            </a:r>
          </a:p>
        </p:txBody>
      </p:sp>
      <p:grpSp>
        <p:nvGrpSpPr>
          <p:cNvPr id="6" name="Group 5">
            <a:extLst>
              <a:ext uri="{FF2B5EF4-FFF2-40B4-BE49-F238E27FC236}">
                <a16:creationId xmlns:a16="http://schemas.microsoft.com/office/drawing/2014/main" id="{37953906-1C97-2535-71FF-3222658B65B1}"/>
              </a:ext>
            </a:extLst>
          </p:cNvPr>
          <p:cNvGrpSpPr/>
          <p:nvPr/>
        </p:nvGrpSpPr>
        <p:grpSpPr>
          <a:xfrm flipH="1">
            <a:off x="8523999" y="2663428"/>
            <a:ext cx="2553576" cy="1023144"/>
            <a:chOff x="242768" y="5311895"/>
            <a:chExt cx="2553576" cy="1150130"/>
          </a:xfrm>
        </p:grpSpPr>
        <p:sp>
          <p:nvSpPr>
            <p:cNvPr id="9" name="Right Brace 8">
              <a:extLst>
                <a:ext uri="{FF2B5EF4-FFF2-40B4-BE49-F238E27FC236}">
                  <a16:creationId xmlns:a16="http://schemas.microsoft.com/office/drawing/2014/main" id="{2B7B8925-DC1C-6B0B-AAC2-DF6718466728}"/>
                </a:ext>
              </a:extLst>
            </p:cNvPr>
            <p:cNvSpPr/>
            <p:nvPr/>
          </p:nvSpPr>
          <p:spPr>
            <a:xfrm flipH="1">
              <a:off x="2264230" y="5311895"/>
              <a:ext cx="532114" cy="1150130"/>
            </a:xfrm>
            <a:prstGeom prst="rightBrace">
              <a:avLst>
                <a:gd name="adj1" fmla="val 0"/>
                <a:gd name="adj2" fmla="val 49468"/>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4" name="TextBox 13">
              <a:extLst>
                <a:ext uri="{FF2B5EF4-FFF2-40B4-BE49-F238E27FC236}">
                  <a16:creationId xmlns:a16="http://schemas.microsoft.com/office/drawing/2014/main" id="{F6667925-6699-BE41-828A-EF263835AA15}"/>
                </a:ext>
              </a:extLst>
            </p:cNvPr>
            <p:cNvSpPr txBox="1"/>
            <p:nvPr/>
          </p:nvSpPr>
          <p:spPr>
            <a:xfrm>
              <a:off x="242768" y="5354666"/>
              <a:ext cx="2021462" cy="1072525"/>
            </a:xfrm>
            <a:prstGeom prst="rect">
              <a:avLst/>
            </a:prstGeom>
            <a:noFill/>
          </p:spPr>
          <p:txBody>
            <a:bodyPr wrap="square" rtlCol="0">
              <a:spAutoFit/>
            </a:bodyPr>
            <a:lstStyle/>
            <a:p>
              <a:r>
                <a:rPr lang="en-GB" sz="2800" b="1" dirty="0">
                  <a:solidFill>
                    <a:srgbClr val="7030A0"/>
                  </a:solidFill>
                </a:rPr>
                <a:t>As many as required</a:t>
              </a:r>
            </a:p>
          </p:txBody>
        </p:sp>
      </p:grpSp>
    </p:spTree>
    <p:extLst>
      <p:ext uri="{BB962C8B-B14F-4D97-AF65-F5344CB8AC3E}">
        <p14:creationId xmlns:p14="http://schemas.microsoft.com/office/powerpoint/2010/main" val="901241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par>
                          <p:cTn id="23" fill="hold">
                            <p:stCondLst>
                              <p:cond delay="2000"/>
                            </p:stCondLst>
                            <p:childTnLst>
                              <p:par>
                                <p:cTn id="24" presetID="22" presetClass="entr" presetSubtype="8" fill="hold" grpId="0" nodeType="after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wipe(left)">
                                      <p:cBhvr>
                                        <p:cTn id="26" dur="2500"/>
                                        <p:tgtEl>
                                          <p:spTgt spid="3">
                                            <p:txEl>
                                              <p:pRg st="4" end="4"/>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2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Effect transition="in" filter="wipe(left)">
                                      <p:cBhvr>
                                        <p:cTn id="36" dur="500"/>
                                        <p:tgtEl>
                                          <p:spTgt spid="3">
                                            <p:txEl>
                                              <p:pRg st="6" end="6"/>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1000"/>
                                        <p:tgtEl>
                                          <p:spTgt spid="4"/>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1000"/>
                                        <p:tgtEl>
                                          <p:spTgt spid="12"/>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1000"/>
                                        <p:tgtEl>
                                          <p:spTgt spid="6"/>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5"/>
                                        </p:tgtEl>
                                        <p:attrNameLst>
                                          <p:attrName>style.visibility</p:attrName>
                                        </p:attrNameLst>
                                      </p:cBhvr>
                                      <p:to>
                                        <p:strVal val="visible"/>
                                      </p:to>
                                    </p:set>
                                    <p:animEffect transition="in" filter="wipe(left)">
                                      <p:cBhvr>
                                        <p:cTn id="56" dur="1000"/>
                                        <p:tgtEl>
                                          <p:spTgt spid="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fade">
                                      <p:cBhvr>
                                        <p:cTn id="61" dur="1000"/>
                                        <p:tgtEl>
                                          <p:spTgt spid="8"/>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7"/>
                                        </p:tgtEl>
                                        <p:attrNameLst>
                                          <p:attrName>style.visibility</p:attrName>
                                        </p:attrNameLst>
                                      </p:cBhvr>
                                      <p:to>
                                        <p:strVal val="visible"/>
                                      </p:to>
                                    </p:set>
                                    <p:animEffect transition="in" filter="fade">
                                      <p:cBhvr>
                                        <p:cTn id="66" dur="1000"/>
                                        <p:tgtEl>
                                          <p:spTgt spid="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P spid="4" grpId="0" animBg="1"/>
      <p:bldP spid="8" grpId="0" animBg="1"/>
      <p:bldP spid="12" grpId="0" animBg="1"/>
      <p:bldP spid="13" grpId="0" animBg="1"/>
    </p:bldLst>
  </p:timing>
</p:sld>
</file>

<file path=ppt/slides/slide1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76945475"/>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173441596"/>
              </p:ext>
            </p:extLst>
          </p:nvPr>
        </p:nvGraphicFramePr>
        <p:xfrm>
          <a:off x="838200" y="2239693"/>
          <a:ext cx="10337800" cy="405384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supplierID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address</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50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phone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12</a:t>
                      </a:r>
                    </a:p>
                  </a:txBody>
                  <a:tcPr/>
                </a:tc>
                <a:tc>
                  <a:txBody>
                    <a:bodyPr/>
                    <a:lstStyle/>
                    <a:p>
                      <a:pPr algn="ctr"/>
                      <a:r>
                        <a:rPr lang="en-GB" sz="3200" dirty="0"/>
                        <a:t>N</a:t>
                      </a:r>
                    </a:p>
                  </a:txBody>
                  <a:tcPr/>
                </a:tc>
                <a:tc>
                  <a:txBody>
                    <a:bodyPr/>
                    <a:lstStyle/>
                    <a:p>
                      <a:r>
                        <a:rPr lang="en-GB" sz="3200" dirty="0"/>
                        <a:t>length: &gt;= 11</a:t>
                      </a:r>
                    </a:p>
                  </a:txBody>
                  <a:tcPr/>
                </a:tc>
                <a:extLst>
                  <a:ext uri="{0D108BD9-81ED-4DB2-BD59-A6C34878D82A}">
                    <a16:rowId xmlns:a16="http://schemas.microsoft.com/office/drawing/2014/main" val="1487565366"/>
                  </a:ext>
                </a:extLst>
              </a:tr>
              <a:tr h="370840">
                <a:tc>
                  <a:txBody>
                    <a:bodyPr/>
                    <a:lstStyle/>
                    <a:p>
                      <a:r>
                        <a:rPr lang="en-GB" sz="3200" dirty="0"/>
                        <a:t>email</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r h="370840">
                <a:tc>
                  <a:txBody>
                    <a:bodyPr/>
                    <a:lstStyle/>
                    <a:p>
                      <a:r>
                        <a:rPr lang="en-GB" sz="3200" dirty="0"/>
                        <a:t>active</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N</a:t>
                      </a:r>
                    </a:p>
                  </a:txBody>
                  <a:tcPr/>
                </a:tc>
                <a:tc>
                  <a:txBody>
                    <a:bodyPr/>
                    <a:lstStyle/>
                    <a:p>
                      <a:endParaRPr lang="en-GB" sz="3200" dirty="0"/>
                    </a:p>
                  </a:txBody>
                  <a:tcPr/>
                </a:tc>
                <a:extLst>
                  <a:ext uri="{0D108BD9-81ED-4DB2-BD59-A6C34878D82A}">
                    <a16:rowId xmlns:a16="http://schemas.microsoft.com/office/drawing/2014/main" val="228004377"/>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3041730" cy="646331"/>
          </a:xfrm>
          <a:prstGeom prst="rect">
            <a:avLst/>
          </a:prstGeom>
          <a:noFill/>
        </p:spPr>
        <p:txBody>
          <a:bodyPr wrap="none" rtlCol="0">
            <a:spAutoFit/>
          </a:bodyPr>
          <a:lstStyle/>
          <a:p>
            <a:r>
              <a:rPr lang="en-GB" sz="3600" b="1" dirty="0"/>
              <a:t>Entity</a:t>
            </a:r>
            <a:r>
              <a:rPr lang="en-GB" sz="3600" dirty="0"/>
              <a:t>: supplier</a:t>
            </a:r>
          </a:p>
        </p:txBody>
      </p:sp>
    </p:spTree>
    <p:extLst>
      <p:ext uri="{BB962C8B-B14F-4D97-AF65-F5344CB8AC3E}">
        <p14:creationId xmlns:p14="http://schemas.microsoft.com/office/powerpoint/2010/main" val="25293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3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1 -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endParaRPr lang="en-US" altLang="en-US" sz="3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3 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4 </a:t>
            </a:r>
            <a:r>
              <a:rPr lang="en-US" altLang="en-US" sz="3000" dirty="0">
                <a:solidFill>
                  <a:srgbClr val="000000"/>
                </a:solidFill>
                <a:latin typeface="Consolas" panose="020B0609020204030204" pitchFamily="49" charset="0"/>
              </a:rPr>
              <a:t>  address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50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5 </a:t>
            </a:r>
            <a:r>
              <a:rPr lang="en-US" altLang="en-US" sz="3000" dirty="0">
                <a:solidFill>
                  <a:srgbClr val="000000"/>
                </a:solidFill>
                <a:latin typeface="Consolas" panose="020B0609020204030204" pitchFamily="49" charset="0"/>
              </a:rPr>
              <a:t>  phone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12</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CHECK</a:t>
            </a:r>
            <a:r>
              <a:rPr lang="en-US" altLang="en-US" sz="3000" dirty="0">
                <a:solidFill>
                  <a:srgbClr val="000000"/>
                </a:solidFill>
                <a:latin typeface="Consolas" panose="020B0609020204030204" pitchFamily="49" charset="0"/>
              </a:rPr>
              <a:t>(</a:t>
            </a:r>
            <a:r>
              <a:rPr lang="en-US" altLang="en-US" sz="3000" dirty="0">
                <a:solidFill>
                  <a:srgbClr val="A71D5D"/>
                </a:solidFill>
                <a:latin typeface="Consolas" panose="020B0609020204030204" pitchFamily="49" charset="0"/>
              </a:rPr>
              <a:t>LENGTH</a:t>
            </a:r>
            <a:r>
              <a:rPr lang="en-US" altLang="en-US" sz="3000" dirty="0">
                <a:solidFill>
                  <a:srgbClr val="000000"/>
                </a:solidFill>
                <a:latin typeface="Consolas" panose="020B0609020204030204" pitchFamily="49" charset="0"/>
              </a:rPr>
              <a:t>(phone) &gt;= </a:t>
            </a:r>
            <a:r>
              <a:rPr lang="en-US" altLang="en-US" sz="3000" dirty="0">
                <a:solidFill>
                  <a:srgbClr val="0086B3"/>
                </a:solidFill>
                <a:latin typeface="Consolas" panose="020B0609020204030204" pitchFamily="49" charset="0"/>
              </a:rPr>
              <a:t>11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6 </a:t>
            </a:r>
            <a:r>
              <a:rPr lang="en-US" altLang="en-US" sz="3000" dirty="0">
                <a:solidFill>
                  <a:srgbClr val="000000"/>
                </a:solidFill>
                <a:latin typeface="Consolas" panose="020B0609020204030204" pitchFamily="49" charset="0"/>
              </a:rPr>
              <a:t>  email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7 </a:t>
            </a:r>
            <a:r>
              <a:rPr lang="en-US" altLang="en-US" sz="3000" dirty="0">
                <a:solidFill>
                  <a:srgbClr val="000000"/>
                </a:solidFill>
                <a:latin typeface="Consolas" panose="020B0609020204030204" pitchFamily="49" charset="0"/>
              </a:rPr>
              <a:t>  active BOOL,</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9 </a:t>
            </a:r>
            <a:r>
              <a:rPr lang="en-US" altLang="en-US" sz="3000" dirty="0">
                <a:solidFill>
                  <a:srgbClr val="000000"/>
                </a:solidFill>
                <a:latin typeface="Consolas" panose="020B0609020204030204" pitchFamily="49" charset="0"/>
              </a:rPr>
              <a:t>);</a:t>
            </a:r>
            <a:br>
              <a:rPr lang="en-US" altLang="en-US" sz="3000" dirty="0">
                <a:solidFill>
                  <a:srgbClr val="000000"/>
                </a:solidFill>
                <a:latin typeface="Consolas" panose="020B0609020204030204" pitchFamily="49" charset="0"/>
              </a:rPr>
            </a:br>
            <a:endParaRPr lang="en-US" altLang="en-US" sz="3000" dirty="0">
              <a:latin typeface="Arial" panose="020B0604020202020204" pitchFamily="34" charset="0"/>
            </a:endParaRPr>
          </a:p>
        </p:txBody>
      </p:sp>
    </p:spTree>
    <p:extLst>
      <p:ext uri="{BB962C8B-B14F-4D97-AF65-F5344CB8AC3E}">
        <p14:creationId xmlns:p14="http://schemas.microsoft.com/office/powerpoint/2010/main" val="2543260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915562325"/>
              </p:ext>
            </p:extLst>
          </p:nvPr>
        </p:nvGraphicFramePr>
        <p:xfrm>
          <a:off x="838200" y="2239693"/>
          <a:ext cx="10337800" cy="347472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stockNo</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err="1"/>
                        <a:t>supplierID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Exists in supplier</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price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0.01</a:t>
                      </a:r>
                    </a:p>
                  </a:txBody>
                  <a:tcPr/>
                </a:tc>
                <a:extLst>
                  <a:ext uri="{0D108BD9-81ED-4DB2-BD59-A6C34878D82A}">
                    <a16:rowId xmlns:a16="http://schemas.microsoft.com/office/drawing/2014/main" val="1487565366"/>
                  </a:ext>
                </a:extLst>
              </a:tr>
              <a:tr h="370840">
                <a:tc>
                  <a:txBody>
                    <a:bodyPr/>
                    <a:lstStyle/>
                    <a:p>
                      <a:r>
                        <a:rPr lang="en-GB" sz="3200" dirty="0"/>
                        <a:t>quantity</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N</a:t>
                      </a:r>
                    </a:p>
                  </a:txBody>
                  <a:tcPr/>
                </a:tc>
                <a:tc>
                  <a:txBody>
                    <a:bodyPr/>
                    <a:lstStyle/>
                    <a:p>
                      <a:r>
                        <a:rPr lang="en-GB" sz="3200" dirty="0"/>
                        <a:t>range: &gt;= -1</a:t>
                      </a:r>
                    </a:p>
                  </a:txBody>
                  <a:tcPr/>
                </a:tc>
                <a:extLst>
                  <a:ext uri="{0D108BD9-81ED-4DB2-BD59-A6C34878D82A}">
                    <a16:rowId xmlns:a16="http://schemas.microsoft.com/office/drawing/2014/main" val="3947728551"/>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2507866" cy="646331"/>
          </a:xfrm>
          <a:prstGeom prst="rect">
            <a:avLst/>
          </a:prstGeom>
          <a:noFill/>
        </p:spPr>
        <p:txBody>
          <a:bodyPr wrap="none" rtlCol="0">
            <a:spAutoFit/>
          </a:bodyPr>
          <a:lstStyle/>
          <a:p>
            <a:r>
              <a:rPr lang="en-GB" sz="3600" b="1" dirty="0"/>
              <a:t>Entity</a:t>
            </a:r>
            <a:r>
              <a:rPr lang="en-GB" sz="3600" dirty="0"/>
              <a:t>: stock</a:t>
            </a:r>
          </a:p>
        </p:txBody>
      </p:sp>
    </p:spTree>
    <p:extLst>
      <p:ext uri="{BB962C8B-B14F-4D97-AF65-F5344CB8AC3E}">
        <p14:creationId xmlns:p14="http://schemas.microsoft.com/office/powerpoint/2010/main" val="3090781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2 -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667250"/>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stock</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3 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4 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5 </a:t>
            </a:r>
            <a:r>
              <a:rPr lang="en-US" altLang="en-US" sz="3000" dirty="0">
                <a:solidFill>
                  <a:srgbClr val="000000"/>
                </a:solidFill>
                <a:latin typeface="Consolas" panose="020B0609020204030204" pitchFamily="49" charset="0"/>
              </a:rPr>
              <a:t>  price </a:t>
            </a:r>
            <a:r>
              <a:rPr lang="en-US" altLang="en-US" sz="3000" dirty="0">
                <a:solidFill>
                  <a:srgbClr val="0086B3"/>
                </a:solidFill>
                <a:latin typeface="Consolas" panose="020B0609020204030204" pitchFamily="49" charset="0"/>
              </a:rPr>
              <a:t>REAL</a:t>
            </a:r>
            <a:r>
              <a:rPr lang="en-US" altLang="en-US" sz="3000" dirty="0">
                <a:solidFill>
                  <a:srgbClr val="A71D5D"/>
                </a:solidFill>
                <a:latin typeface="Consolas" panose="020B0609020204030204" pitchFamily="49" charset="0"/>
              </a:rPr>
              <a:t> NOT NULL CHECK</a:t>
            </a:r>
            <a:r>
              <a:rPr lang="en-US" altLang="en-US" sz="3000" dirty="0">
                <a:solidFill>
                  <a:srgbClr val="000000"/>
                </a:solidFill>
                <a:latin typeface="Consolas" panose="020B0609020204030204" pitchFamily="49" charset="0"/>
              </a:rPr>
              <a:t>(price &gt;= </a:t>
            </a:r>
            <a:r>
              <a:rPr lang="en-US" altLang="en-US" sz="3000" dirty="0">
                <a:solidFill>
                  <a:srgbClr val="0086B3"/>
                </a:solidFill>
                <a:latin typeface="Consolas" panose="020B0609020204030204" pitchFamily="49" charset="0"/>
              </a:rPr>
              <a:t>0.01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6 </a:t>
            </a:r>
            <a:r>
              <a:rPr lang="en-US" altLang="en-US" sz="3000" dirty="0">
                <a:solidFill>
                  <a:srgbClr val="000000"/>
                </a:solidFill>
                <a:latin typeface="Consolas" panose="020B0609020204030204" pitchFamily="49" charset="0"/>
              </a:rPr>
              <a:t>  quantity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 CHECK</a:t>
            </a:r>
            <a:r>
              <a:rPr lang="en-US" altLang="en-US" sz="3000" dirty="0">
                <a:solidFill>
                  <a:srgbClr val="000000"/>
                </a:solidFill>
                <a:latin typeface="Consolas" panose="020B0609020204030204" pitchFamily="49" charset="0"/>
              </a:rPr>
              <a:t>(quantity &gt;= </a:t>
            </a:r>
            <a:r>
              <a:rPr lang="en-US" altLang="en-US" sz="3000" dirty="0">
                <a:solidFill>
                  <a:srgbClr val="0086B3"/>
                </a:solidFill>
                <a:latin typeface="Consolas" panose="020B0609020204030204" pitchFamily="49" charset="0"/>
              </a:rPr>
              <a:t>-1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7 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FOREIGN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REFERENCES</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9 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10 </a:t>
            </a:r>
            <a:r>
              <a:rPr lang="en-US" altLang="en-US" sz="3000" dirty="0">
                <a:solidFill>
                  <a:srgbClr val="000000"/>
                </a:solidFill>
                <a:latin typeface="Consolas" panose="020B0609020204030204" pitchFamily="49" charset="0"/>
              </a:rPr>
              <a:t>);</a:t>
            </a:r>
            <a:endParaRPr lang="en-US" altLang="en-US" sz="3000" dirty="0">
              <a:latin typeface="Arial" panose="020B0604020202020204" pitchFamily="34" charset="0"/>
            </a:endParaRPr>
          </a:p>
        </p:txBody>
      </p:sp>
    </p:spTree>
    <p:extLst>
      <p:ext uri="{BB962C8B-B14F-4D97-AF65-F5344CB8AC3E}">
        <p14:creationId xmlns:p14="http://schemas.microsoft.com/office/powerpoint/2010/main" val="1162080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wipe(left)">
                                      <p:cBhvr>
                                        <p:cTn id="52" dur="2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Implement or modify validation</a:t>
            </a:r>
          </a:p>
          <a:p>
            <a:r>
              <a:rPr lang="en-GB" dirty="0"/>
              <a:t>See 2024S Task 2B Q2c</a:t>
            </a:r>
          </a:p>
        </p:txBody>
      </p:sp>
    </p:spTree>
    <p:extLst>
      <p:ext uri="{BB962C8B-B14F-4D97-AF65-F5344CB8AC3E}">
        <p14:creationId xmlns:p14="http://schemas.microsoft.com/office/powerpoint/2010/main" val="1907564055"/>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Off</a:t>
            </a: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On</a:t>
            </a:r>
          </a:p>
          <a:p>
            <a:pPr marL="514350" indent="-514350">
              <a:lnSpc>
                <a:spcPct val="100000"/>
              </a:lnSpc>
              <a:buFont typeface="+mj-lt"/>
              <a:buAutoNum type="arabicPeriod"/>
            </a:pPr>
            <a:endParaRPr lang="en-GB" sz="3600" dirty="0"/>
          </a:p>
        </p:txBody>
      </p:sp>
      <p:grpSp>
        <p:nvGrpSpPr>
          <p:cNvPr id="12" name="Group 11">
            <a:extLst>
              <a:ext uri="{FF2B5EF4-FFF2-40B4-BE49-F238E27FC236}">
                <a16:creationId xmlns:a16="http://schemas.microsoft.com/office/drawing/2014/main" id="{7B1C52D3-D2CA-C355-3FB3-D69B7DDFA6A0}"/>
              </a:ext>
            </a:extLst>
          </p:cNvPr>
          <p:cNvGrpSpPr/>
          <p:nvPr/>
        </p:nvGrpSpPr>
        <p:grpSpPr>
          <a:xfrm>
            <a:off x="6021426" y="4269871"/>
            <a:ext cx="4717023" cy="1763421"/>
            <a:chOff x="6636777" y="4016829"/>
            <a:chExt cx="4717023" cy="1763421"/>
          </a:xfrm>
        </p:grpSpPr>
        <p:sp>
          <p:nvSpPr>
            <p:cNvPr id="5" name="TextBox 4">
              <a:extLst>
                <a:ext uri="{FF2B5EF4-FFF2-40B4-BE49-F238E27FC236}">
                  <a16:creationId xmlns:a16="http://schemas.microsoft.com/office/drawing/2014/main" id="{5E6A5664-67E9-2018-FAE6-E37705995D43}"/>
                </a:ext>
              </a:extLst>
            </p:cNvPr>
            <p:cNvSpPr txBox="1"/>
            <p:nvPr/>
          </p:nvSpPr>
          <p:spPr>
            <a:xfrm>
              <a:off x="8276793" y="4260318"/>
              <a:ext cx="3077007" cy="1384995"/>
            </a:xfrm>
            <a:prstGeom prst="rect">
              <a:avLst/>
            </a:prstGeom>
            <a:noFill/>
          </p:spPr>
          <p:txBody>
            <a:bodyPr wrap="square" rtlCol="0">
              <a:spAutoFit/>
            </a:bodyPr>
            <a:lstStyle/>
            <a:p>
              <a:r>
                <a:rPr lang="en-GB" sz="2800" b="1" dirty="0">
                  <a:solidFill>
                    <a:srgbClr val="7030A0"/>
                  </a:solidFill>
                </a:rPr>
                <a:t>If any field is used in another table as a Foreign Key (FK)</a:t>
              </a:r>
            </a:p>
          </p:txBody>
        </p:sp>
        <p:cxnSp>
          <p:nvCxnSpPr>
            <p:cNvPr id="7" name="Straight Arrow Connector 6">
              <a:extLst>
                <a:ext uri="{FF2B5EF4-FFF2-40B4-BE49-F238E27FC236}">
                  <a16:creationId xmlns:a16="http://schemas.microsoft.com/office/drawing/2014/main" id="{6D5E464B-EC13-BF7E-D0F5-29933590FC61}"/>
                </a:ext>
              </a:extLst>
            </p:cNvPr>
            <p:cNvCxnSpPr>
              <a:cxnSpLocks/>
              <a:stCxn id="5" idx="1"/>
            </p:cNvCxnSpPr>
            <p:nvPr/>
          </p:nvCxnSpPr>
          <p:spPr>
            <a:xfrm flipH="1" flipV="1">
              <a:off x="6636777" y="4016829"/>
              <a:ext cx="1640016" cy="935987"/>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cxnSp>
          <p:nvCxnSpPr>
            <p:cNvPr id="8" name="Straight Arrow Connector 7">
              <a:extLst>
                <a:ext uri="{FF2B5EF4-FFF2-40B4-BE49-F238E27FC236}">
                  <a16:creationId xmlns:a16="http://schemas.microsoft.com/office/drawing/2014/main" id="{1D5B82FC-98F6-DD8C-5C6F-D9B8F86F5B1C}"/>
                </a:ext>
              </a:extLst>
            </p:cNvPr>
            <p:cNvCxnSpPr>
              <a:cxnSpLocks/>
              <a:stCxn id="5" idx="1"/>
            </p:cNvCxnSpPr>
            <p:nvPr/>
          </p:nvCxnSpPr>
          <p:spPr>
            <a:xfrm flipH="1">
              <a:off x="6636777" y="4952816"/>
              <a:ext cx="1640016" cy="827434"/>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104601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endParaRPr lang="en-GB" sz="3600" dirty="0"/>
          </a:p>
        </p:txBody>
      </p:sp>
    </p:spTree>
    <p:extLst>
      <p:ext uri="{BB962C8B-B14F-4D97-AF65-F5344CB8AC3E}">
        <p14:creationId xmlns:p14="http://schemas.microsoft.com/office/powerpoint/2010/main" val="141378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D1611-AD0D-4255-8F4D-FFC4F2217C70}"/>
              </a:ext>
            </a:extLst>
          </p:cNvPr>
          <p:cNvSpPr>
            <a:spLocks noGrp="1"/>
          </p:cNvSpPr>
          <p:nvPr>
            <p:ph type="title"/>
          </p:nvPr>
        </p:nvSpPr>
        <p:spPr/>
        <p:txBody>
          <a:bodyPr/>
          <a:lstStyle/>
          <a:p>
            <a:r>
              <a:rPr lang="en-GB" dirty="0"/>
              <a:t>Modify Table Task</a:t>
            </a:r>
          </a:p>
        </p:txBody>
      </p:sp>
      <p:sp>
        <p:nvSpPr>
          <p:cNvPr id="3" name="Content Placeholder 2">
            <a:extLst>
              <a:ext uri="{FF2B5EF4-FFF2-40B4-BE49-F238E27FC236}">
                <a16:creationId xmlns:a16="http://schemas.microsoft.com/office/drawing/2014/main" id="{5F9E7E1D-33F4-47C6-B73D-75FCD303A24F}"/>
              </a:ext>
            </a:extLst>
          </p:cNvPr>
          <p:cNvSpPr>
            <a:spLocks noGrp="1"/>
          </p:cNvSpPr>
          <p:nvPr>
            <p:ph idx="1"/>
          </p:nvPr>
        </p:nvSpPr>
        <p:spPr/>
        <p:txBody>
          <a:bodyPr>
            <a:normAutofit/>
          </a:bodyPr>
          <a:lstStyle/>
          <a:p>
            <a:r>
              <a:rPr lang="en-GB" sz="3200" dirty="0"/>
              <a:t>Update the </a:t>
            </a:r>
            <a:r>
              <a:rPr lang="en-GB" sz="3200" i="1" dirty="0">
                <a:solidFill>
                  <a:srgbClr val="7030A0"/>
                </a:solidFill>
              </a:rPr>
              <a:t>staff</a:t>
            </a:r>
            <a:r>
              <a:rPr lang="en-GB" sz="3200" dirty="0"/>
              <a:t> table to ensure that a surname is required for each record</a:t>
            </a:r>
          </a:p>
        </p:txBody>
      </p:sp>
    </p:spTree>
    <p:extLst>
      <p:ext uri="{BB962C8B-B14F-4D97-AF65-F5344CB8AC3E}">
        <p14:creationId xmlns:p14="http://schemas.microsoft.com/office/powerpoint/2010/main" val="2947939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err="1">
                <a:solidFill>
                  <a:srgbClr val="000000"/>
                </a:solidFill>
                <a:latin typeface="Consolas" panose="020B0609020204030204" pitchFamily="49" charset="0"/>
              </a:rPr>
              <a:t>sqlite_schema</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109683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animEffect transition="in" filter="wipe(left)">
                                      <p:cBhvr>
                                        <p:cTn id="17" dur="20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build="p"/>
    </p:bldLst>
  </p:timing>
</p:sld>
</file>

<file path=ppt/slides/slide1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A71D5D"/>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a:solidFill>
                  <a:srgbClr val="000000"/>
                </a:solidFill>
                <a:latin typeface="Consolas" panose="020B0609020204030204" pitchFamily="49" charset="0"/>
              </a:rPr>
              <a:t>             </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29707889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9599390" y="2012695"/>
            <a:ext cx="1085850" cy="718344"/>
          </a:xfrm>
          <a:prstGeom prst="callout2">
            <a:avLst>
              <a:gd name="adj1" fmla="val 49990"/>
              <a:gd name="adj2" fmla="val -52"/>
              <a:gd name="adj3" fmla="val 50311"/>
              <a:gd name="adj4" fmla="val -43860"/>
              <a:gd name="adj5" fmla="val 144769"/>
              <a:gd name="adj6" fmla="val -10457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10" name="TextBox 9">
            <a:extLst>
              <a:ext uri="{FF2B5EF4-FFF2-40B4-BE49-F238E27FC236}">
                <a16:creationId xmlns:a16="http://schemas.microsoft.com/office/drawing/2014/main" id="{0E523A2E-4E81-1110-D5F2-FAB72AD8D149}"/>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603340" y="5039618"/>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Tree>
    <p:extLst>
      <p:ext uri="{BB962C8B-B14F-4D97-AF65-F5344CB8AC3E}">
        <p14:creationId xmlns:p14="http://schemas.microsoft.com/office/powerpoint/2010/main" val="2098198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56FBC0-E7A8-E58D-730D-AA3D7AE38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DDA024-3B4D-1DDC-6377-67193DA4B2F9}"/>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5D23418-9FC5-76A5-065A-C99BB5BE70F7}"/>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0" name="TextBox 9">
            <a:extLst>
              <a:ext uri="{FF2B5EF4-FFF2-40B4-BE49-F238E27FC236}">
                <a16:creationId xmlns:a16="http://schemas.microsoft.com/office/drawing/2014/main" id="{DC2B2D4D-62A8-D1A0-DC6A-ACF5A5C232E3}"/>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spTree>
    <p:extLst>
      <p:ext uri="{BB962C8B-B14F-4D97-AF65-F5344CB8AC3E}">
        <p14:creationId xmlns:p14="http://schemas.microsoft.com/office/powerpoint/2010/main" val="1585838069"/>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4671479"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469302" y="2640238"/>
            <a:ext cx="2486025" cy="718344"/>
          </a:xfrm>
          <a:prstGeom prst="callout2">
            <a:avLst>
              <a:gd name="adj1" fmla="val 49990"/>
              <a:gd name="adj2" fmla="val -52"/>
              <a:gd name="adj3" fmla="val 50057"/>
              <a:gd name="adj4" fmla="val -76310"/>
              <a:gd name="adj5" fmla="val -4410"/>
              <a:gd name="adj6" fmla="val -7624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semi-colon</a:t>
            </a:r>
          </a:p>
        </p:txBody>
      </p:sp>
      <p:sp>
        <p:nvSpPr>
          <p:cNvPr id="8" name="Callout: Bent Line with No Border 7">
            <a:extLst>
              <a:ext uri="{FF2B5EF4-FFF2-40B4-BE49-F238E27FC236}">
                <a16:creationId xmlns:a16="http://schemas.microsoft.com/office/drawing/2014/main" id="{78DF4B25-8E1A-1EA2-7BCA-BB75BAAA720F}"/>
              </a:ext>
            </a:extLst>
          </p:cNvPr>
          <p:cNvSpPr/>
          <p:nvPr/>
        </p:nvSpPr>
        <p:spPr>
          <a:xfrm>
            <a:off x="2184246"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a:t>
            </a: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8" y="3847965"/>
            <a:ext cx="4599433"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525315" y="4925183"/>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
        <p:nvSpPr>
          <p:cNvPr id="5" name="Callout: Bent Line with No Border 4">
            <a:extLst>
              <a:ext uri="{FF2B5EF4-FFF2-40B4-BE49-F238E27FC236}">
                <a16:creationId xmlns:a16="http://schemas.microsoft.com/office/drawing/2014/main" id="{B20D1658-EAD9-EC45-CE68-EBF3A2D3E7A8}"/>
              </a:ext>
            </a:extLst>
          </p:cNvPr>
          <p:cNvSpPr/>
          <p:nvPr/>
        </p:nvSpPr>
        <p:spPr>
          <a:xfrm>
            <a:off x="5406127" y="6067633"/>
            <a:ext cx="2486025" cy="479082"/>
          </a:xfrm>
          <a:prstGeom prst="callout2">
            <a:avLst>
              <a:gd name="adj1" fmla="val 49990"/>
              <a:gd name="adj2" fmla="val -52"/>
              <a:gd name="adj3" fmla="val 50311"/>
              <a:gd name="adj4" fmla="val -20105"/>
              <a:gd name="adj5" fmla="val 51223"/>
              <a:gd name="adj6" fmla="val -3021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a:solidFill>
                  <a:srgbClr val="7030A0"/>
                </a:solidFill>
              </a:rPr>
              <a:t>Semi-colon</a:t>
            </a:r>
            <a:endParaRPr lang="en-GB" sz="2800" b="1" dirty="0">
              <a:solidFill>
                <a:srgbClr val="7030A0"/>
              </a:solidFill>
            </a:endParaRPr>
          </a:p>
        </p:txBody>
      </p:sp>
    </p:spTree>
    <p:extLst>
      <p:ext uri="{BB962C8B-B14F-4D97-AF65-F5344CB8AC3E}">
        <p14:creationId xmlns:p14="http://schemas.microsoft.com/office/powerpoint/2010/main" val="2509845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6"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animBg="1"/>
      <p:bldP spid="8" grpId="0" animBg="1"/>
      <p:bldP spid="10" grpId="0" animBg="1"/>
      <p:bldP spid="5" grpId="0" animBg="1"/>
    </p:bldLst>
  </p:timing>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9" y="3847965"/>
            <a:ext cx="4566775"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spTree>
    <p:extLst>
      <p:ext uri="{BB962C8B-B14F-4D97-AF65-F5344CB8AC3E}">
        <p14:creationId xmlns:p14="http://schemas.microsoft.com/office/powerpoint/2010/main" val="181957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par>
                          <p:cTn id="8" fill="hold">
                            <p:stCondLst>
                              <p:cond delay="175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239910" y="1449572"/>
            <a:ext cx="1716036" cy="482231"/>
          </a:xfrm>
          <a:prstGeom prst="callout2">
            <a:avLst>
              <a:gd name="adj1" fmla="val 49990"/>
              <a:gd name="adj2" fmla="val -52"/>
              <a:gd name="adj3" fmla="val 49905"/>
              <a:gd name="adj4" fmla="val -22425"/>
              <a:gd name="adj5" fmla="val 97511"/>
              <a:gd name="adj6" fmla="val -322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EB24D9D-4EC1-6715-2488-DCA64BDD8B2A}"/>
              </a:ext>
            </a:extLst>
          </p:cNvPr>
          <p:cNvSpPr/>
          <p:nvPr/>
        </p:nvSpPr>
        <p:spPr>
          <a:xfrm>
            <a:off x="9155754" y="4406692"/>
            <a:ext cx="2486025" cy="482231"/>
          </a:xfrm>
          <a:prstGeom prst="callout2">
            <a:avLst>
              <a:gd name="adj1" fmla="val 49990"/>
              <a:gd name="adj2" fmla="val -52"/>
              <a:gd name="adj3" fmla="val 50311"/>
              <a:gd name="adj4" fmla="val -20105"/>
              <a:gd name="adj5" fmla="val -39610"/>
              <a:gd name="adj6" fmla="val -2649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validation</a:t>
            </a: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912742" y="5610198"/>
            <a:ext cx="2486025" cy="482230"/>
          </a:xfrm>
          <a:prstGeom prst="callout2">
            <a:avLst>
              <a:gd name="adj1" fmla="val 49990"/>
              <a:gd name="adj2" fmla="val -52"/>
              <a:gd name="adj3" fmla="val 50311"/>
              <a:gd name="adj4" fmla="val -20105"/>
              <a:gd name="adj5" fmla="val -43220"/>
              <a:gd name="adj6" fmla="val -2831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4677CF7F-9AA9-D658-7CC6-F5CA85ACE72F}"/>
              </a:ext>
            </a:extLst>
          </p:cNvPr>
          <p:cNvSpPr/>
          <p:nvPr/>
        </p:nvSpPr>
        <p:spPr>
          <a:xfrm>
            <a:off x="2469126" y="6092428"/>
            <a:ext cx="2486025" cy="359172"/>
          </a:xfrm>
          <a:prstGeom prst="callout2">
            <a:avLst>
              <a:gd name="adj1" fmla="val 49990"/>
              <a:gd name="adj2" fmla="val -52"/>
              <a:gd name="adj3" fmla="val 50311"/>
              <a:gd name="adj4" fmla="val -20105"/>
              <a:gd name="adj5" fmla="val -10370"/>
              <a:gd name="adj6" fmla="val -245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Semi-colon</a:t>
            </a:r>
          </a:p>
        </p:txBody>
      </p:sp>
      <p:cxnSp>
        <p:nvCxnSpPr>
          <p:cNvPr id="9" name="Straight Connector 8">
            <a:extLst>
              <a:ext uri="{FF2B5EF4-FFF2-40B4-BE49-F238E27FC236}">
                <a16:creationId xmlns:a16="http://schemas.microsoft.com/office/drawing/2014/main" id="{7423847B-70CA-C332-39E1-9F8F078ECAE9}"/>
              </a:ext>
            </a:extLst>
          </p:cNvPr>
          <p:cNvCxnSpPr/>
          <p:nvPr/>
        </p:nvCxnSpPr>
        <p:spPr>
          <a:xfrm>
            <a:off x="7400925" y="4162425"/>
            <a:ext cx="2052000" cy="0"/>
          </a:xfrm>
          <a:prstGeom prst="line">
            <a:avLst/>
          </a:prstGeom>
          <a:noFill/>
          <a:ln w="38100">
            <a:solidFill>
              <a:schemeClr val="accent6">
                <a:lumMod val="75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3474913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3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1000"/>
                                        <p:tgtEl>
                                          <p:spTgt spid="5"/>
                                        </p:tgtEl>
                                      </p:cBhvr>
                                    </p:animEffect>
                                  </p:childTnLst>
                                </p:cTn>
                              </p:par>
                            </p:childTnLst>
                          </p:cTn>
                        </p:par>
                        <p:par>
                          <p:cTn id="48" fill="hold">
                            <p:stCondLst>
                              <p:cond delay="1000"/>
                            </p:stCondLst>
                            <p:childTnLst>
                              <p:par>
                                <p:cTn id="49" presetID="16" presetClass="entr" presetSubtype="37" fill="hold" nodeType="after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barn(outVertical)">
                                      <p:cBhvr>
                                        <p:cTn id="51" dur="100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fade">
                                      <p:cBhvr>
                                        <p:cTn id="56" dur="1000"/>
                                        <p:tgtEl>
                                          <p:spTgt spid="7"/>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
                                        </p:tgtEl>
                                        <p:attrNameLst>
                                          <p:attrName>style.visibility</p:attrName>
                                        </p:attrNameLst>
                                      </p:cBhvr>
                                      <p:to>
                                        <p:strVal val="visible"/>
                                      </p:to>
                                    </p:set>
                                    <p:animEffect transition="in" filter="fade">
                                      <p:cBhvr>
                                        <p:cTn id="61"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P spid="7" grpId="0" animBg="1"/>
      <p:bldP spid="4" grpId="0" animBg="1"/>
    </p:bldLst>
  </p:timing>
</p:sld>
</file>

<file path=ppt/slides/slide1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476730994"/>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6660853" y="2572764"/>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237982" y="3734715"/>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632479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Lst>
  </p:timing>
</p:sld>
</file>

<file path=ppt/slides/slide1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068552250"/>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name</a:t>
            </a:r>
          </a:p>
        </p:txBody>
      </p:sp>
    </p:spTree>
    <p:extLst>
      <p:ext uri="{BB962C8B-B14F-4D97-AF65-F5344CB8AC3E}">
        <p14:creationId xmlns:p14="http://schemas.microsoft.com/office/powerpoint/2010/main" val="3409792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Lst>
  </p:timing>
</p:sld>
</file>

<file path=ppt/slides/slide1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75382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off</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2B031F-C16B-44DD-BAE2-1591BA67FDEA}"/>
              </a:ext>
            </a:extLst>
          </p:cNvPr>
          <p:cNvSpPr/>
          <p:nvPr/>
        </p:nvSpPr>
        <p:spPr>
          <a:xfrm>
            <a:off x="2985637" y="3033316"/>
            <a:ext cx="2816447" cy="718344"/>
          </a:xfrm>
          <a:prstGeom prst="callout2">
            <a:avLst>
              <a:gd name="adj1" fmla="val 49990"/>
              <a:gd name="adj2" fmla="val -52"/>
              <a:gd name="adj3" fmla="val 49905"/>
              <a:gd name="adj4" fmla="val -22425"/>
              <a:gd name="adj5" fmla="val -83243"/>
              <a:gd name="adj6" fmla="val -2712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Specific to SQLite</a:t>
            </a:r>
          </a:p>
        </p:txBody>
      </p:sp>
    </p:spTree>
    <p:extLst>
      <p:ext uri="{BB962C8B-B14F-4D97-AF65-F5344CB8AC3E}">
        <p14:creationId xmlns:p14="http://schemas.microsoft.com/office/powerpoint/2010/main" val="1216612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2439365964"/>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Old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772381" y="2637286"/>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28553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1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537458580"/>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308430" y="2447607"/>
            <a:ext cx="1716036" cy="718344"/>
          </a:xfrm>
          <a:prstGeom prst="callout2">
            <a:avLst>
              <a:gd name="adj1" fmla="val 49990"/>
              <a:gd name="adj2" fmla="val -52"/>
              <a:gd name="adj3" fmla="val 49905"/>
              <a:gd name="adj4" fmla="val -22425"/>
              <a:gd name="adj5" fmla="val -18819"/>
              <a:gd name="adj6" fmla="val -5225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D072562-D618-0A67-D4FA-BB167CF06F47}"/>
              </a:ext>
            </a:extLst>
          </p:cNvPr>
          <p:cNvSpPr/>
          <p:nvPr/>
        </p:nvSpPr>
        <p:spPr>
          <a:xfrm flipH="1">
            <a:off x="2962339" y="3187467"/>
            <a:ext cx="1716036" cy="718344"/>
          </a:xfrm>
          <a:prstGeom prst="callout2">
            <a:avLst>
              <a:gd name="adj1" fmla="val 49990"/>
              <a:gd name="adj2" fmla="val -52"/>
              <a:gd name="adj3" fmla="val 49905"/>
              <a:gd name="adj4" fmla="val -22425"/>
              <a:gd name="adj5" fmla="val -36883"/>
              <a:gd name="adj6" fmla="val -2269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Old table</a:t>
            </a:r>
          </a:p>
        </p:txBody>
      </p:sp>
    </p:spTree>
    <p:extLst>
      <p:ext uri="{BB962C8B-B14F-4D97-AF65-F5344CB8AC3E}">
        <p14:creationId xmlns:p14="http://schemas.microsoft.com/office/powerpoint/2010/main" val="112559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Lst>
  </p:timing>
</p:sld>
</file>

<file path=ppt/slides/slide1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a:solidFill>
                  <a:srgbClr val="B2B2B2"/>
                </a:solidFill>
                <a:latin typeface="Consolas" panose="020B0609020204030204" pitchFamily="49" charset="0"/>
              </a:rPr>
              <a:t>2  </a:t>
            </a:r>
            <a:r>
              <a:rPr lang="en-US" altLang="en-US" sz="360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95423648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on</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140632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91662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2</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4814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a:t>SDD		67%</a:t>
            </a:r>
          </a:p>
          <a:p>
            <a:pPr indent="0"/>
            <a:r>
              <a:rPr lang="en-GB" dirty="0"/>
              <a:t>DDD		33%</a:t>
            </a:r>
          </a:p>
          <a:p>
            <a:pPr indent="0"/>
            <a:endParaRPr lang="en-GB" dirty="0"/>
          </a:p>
          <a:p>
            <a:pPr indent="0">
              <a:buNone/>
            </a:pPr>
            <a:endParaRPr lang="en-GB" dirty="0"/>
          </a:p>
          <a:p>
            <a:pPr indent="0"/>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54%</a:t>
            </a:r>
          </a:p>
          <a:p>
            <a:pPr indent="0"/>
            <a:r>
              <a:rPr lang="en-GB" dirty="0"/>
              <a:t>DDD		33%</a:t>
            </a:r>
          </a:p>
          <a:p>
            <a:pPr indent="0"/>
            <a:r>
              <a:rPr lang="en-GB" dirty="0"/>
              <a:t>Comp Sys		13%</a:t>
            </a:r>
          </a:p>
          <a:p>
            <a:pPr marL="0" indent="0">
              <a:buNone/>
            </a:pPr>
            <a:endParaRPr lang="en-GB" dirty="0"/>
          </a:p>
          <a:p>
            <a:pPr indent="0"/>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4416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4 – 8</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0 – 5</a:t>
            </a:r>
          </a:p>
          <a:p>
            <a:pPr indent="0">
              <a:tabLst>
                <a:tab pos="3771900" algn="ctr"/>
              </a:tabLst>
            </a:pPr>
            <a:r>
              <a:rPr lang="en-GB" dirty="0"/>
              <a:t>Computer Systems	10 – 14</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108509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GDPR</a:t>
            </a:r>
          </a:p>
        </p:txBody>
      </p:sp>
      <p:sp>
        <p:nvSpPr>
          <p:cNvPr id="3" name="Subtitle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580359445"/>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and identify the implications for individuals and businesses of the UK General Data Protection Regulation (UK GDPR)</a:t>
            </a:r>
            <a:endParaRPr lang="en-GB" dirty="0"/>
          </a:p>
        </p:txBody>
      </p:sp>
      <p:sp>
        <p:nvSpPr>
          <p:cNvPr id="4" name="Action Button: Go Forward or Next 3">
            <a:hlinkClick r:id="rId3" highlightClick="1"/>
            <a:extLst>
              <a:ext uri="{FF2B5EF4-FFF2-40B4-BE49-F238E27FC236}">
                <a16:creationId xmlns:a16="http://schemas.microsoft.com/office/drawing/2014/main" id="{FF3A55D2-53DA-A5F8-282C-07911623CC19}"/>
              </a:ext>
            </a:extLst>
          </p:cNvPr>
          <p:cNvSpPr/>
          <p:nvPr/>
        </p:nvSpPr>
        <p:spPr>
          <a:xfrm>
            <a:off x="10832592" y="5655755"/>
            <a:ext cx="1042416" cy="1042416"/>
          </a:xfrm>
          <a:prstGeom prst="actionButtonForwardNex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47622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E83AA-EE28-0599-B167-E9F38D289DF6}"/>
              </a:ext>
            </a:extLst>
          </p:cNvPr>
          <p:cNvSpPr>
            <a:spLocks noGrp="1"/>
          </p:cNvSpPr>
          <p:nvPr>
            <p:ph type="title"/>
          </p:nvPr>
        </p:nvSpPr>
        <p:spPr/>
        <p:txBody>
          <a:bodyPr>
            <a:normAutofit/>
          </a:bodyPr>
          <a:lstStyle/>
          <a:p>
            <a:r>
              <a:rPr lang="en-GB" dirty="0"/>
              <a:t>Lawfulness, fairness and transparency</a:t>
            </a:r>
          </a:p>
        </p:txBody>
      </p:sp>
      <p:sp>
        <p:nvSpPr>
          <p:cNvPr id="3" name="Content Placeholder 2">
            <a:extLst>
              <a:ext uri="{FF2B5EF4-FFF2-40B4-BE49-F238E27FC236}">
                <a16:creationId xmlns:a16="http://schemas.microsoft.com/office/drawing/2014/main" id="{3BF8633D-C374-D6AF-17C9-F89D591C2E40}"/>
              </a:ext>
            </a:extLst>
          </p:cNvPr>
          <p:cNvSpPr>
            <a:spLocks noGrp="1"/>
          </p:cNvSpPr>
          <p:nvPr>
            <p:ph idx="1"/>
          </p:nvPr>
        </p:nvSpPr>
        <p:spPr/>
        <p:txBody>
          <a:bodyPr>
            <a:normAutofit/>
          </a:bodyPr>
          <a:lstStyle/>
          <a:p>
            <a:r>
              <a:rPr lang="en-GB" sz="3200" dirty="0"/>
              <a:t>Processed lawfully, fairly and in a transparent manner in relation to individuals</a:t>
            </a:r>
          </a:p>
          <a:p>
            <a:r>
              <a:rPr lang="en-GB" sz="3200" dirty="0"/>
              <a:t>Personal data is used in a way that is fair</a:t>
            </a:r>
          </a:p>
          <a:p>
            <a:r>
              <a:rPr lang="en-GB" sz="3200" dirty="0"/>
              <a:t>Clear, open and honest about how personal data will be used</a:t>
            </a:r>
          </a:p>
        </p:txBody>
      </p:sp>
    </p:spTree>
    <p:extLst>
      <p:ext uri="{BB962C8B-B14F-4D97-AF65-F5344CB8AC3E}">
        <p14:creationId xmlns:p14="http://schemas.microsoft.com/office/powerpoint/2010/main" val="2179619999"/>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40209-8C1E-4D03-17F1-0B25A569229B}"/>
              </a:ext>
            </a:extLst>
          </p:cNvPr>
          <p:cNvSpPr>
            <a:spLocks noGrp="1"/>
          </p:cNvSpPr>
          <p:nvPr>
            <p:ph type="title"/>
          </p:nvPr>
        </p:nvSpPr>
        <p:spPr/>
        <p:txBody>
          <a:bodyPr/>
          <a:lstStyle/>
          <a:p>
            <a:r>
              <a:rPr lang="en-GB" dirty="0"/>
              <a:t>Purpose limitation</a:t>
            </a:r>
          </a:p>
        </p:txBody>
      </p:sp>
      <p:sp>
        <p:nvSpPr>
          <p:cNvPr id="3" name="Content Placeholder 2">
            <a:extLst>
              <a:ext uri="{FF2B5EF4-FFF2-40B4-BE49-F238E27FC236}">
                <a16:creationId xmlns:a16="http://schemas.microsoft.com/office/drawing/2014/main" id="{AC0A1240-16F4-825F-0457-BCDA2A4D97D3}"/>
              </a:ext>
            </a:extLst>
          </p:cNvPr>
          <p:cNvSpPr>
            <a:spLocks noGrp="1"/>
          </p:cNvSpPr>
          <p:nvPr>
            <p:ph idx="1"/>
          </p:nvPr>
        </p:nvSpPr>
        <p:spPr/>
        <p:txBody>
          <a:bodyPr>
            <a:normAutofit/>
          </a:bodyPr>
          <a:lstStyle/>
          <a:p>
            <a:r>
              <a:rPr lang="en-GB" sz="3200" dirty="0"/>
              <a:t>Used for the declared purpose only</a:t>
            </a:r>
          </a:p>
          <a:p>
            <a:r>
              <a:rPr lang="en-GB" sz="3200" dirty="0"/>
              <a:t>Personal data can only used for a new purpose if:</a:t>
            </a:r>
          </a:p>
          <a:p>
            <a:pPr lvl="1"/>
            <a:r>
              <a:rPr lang="en-GB" sz="3200" dirty="0"/>
              <a:t>compatible with original purpose</a:t>
            </a:r>
          </a:p>
          <a:p>
            <a:pPr lvl="1"/>
            <a:r>
              <a:rPr lang="en-GB" sz="3200" dirty="0"/>
              <a:t>new consent gained</a:t>
            </a:r>
          </a:p>
          <a:p>
            <a:pPr lvl="1"/>
            <a:r>
              <a:rPr lang="en-GB" sz="3200" dirty="0"/>
              <a:t>obligation or function set out in law</a:t>
            </a:r>
          </a:p>
        </p:txBody>
      </p:sp>
    </p:spTree>
    <p:extLst>
      <p:ext uri="{BB962C8B-B14F-4D97-AF65-F5344CB8AC3E}">
        <p14:creationId xmlns:p14="http://schemas.microsoft.com/office/powerpoint/2010/main" val="1923468790"/>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D8603-1AE1-AA52-FACD-E6BE787027BB}"/>
              </a:ext>
            </a:extLst>
          </p:cNvPr>
          <p:cNvSpPr>
            <a:spLocks noGrp="1"/>
          </p:cNvSpPr>
          <p:nvPr>
            <p:ph type="title"/>
          </p:nvPr>
        </p:nvSpPr>
        <p:spPr/>
        <p:txBody>
          <a:bodyPr/>
          <a:lstStyle/>
          <a:p>
            <a:r>
              <a:rPr lang="en-GB" dirty="0"/>
              <a:t>Data minimisation</a:t>
            </a:r>
          </a:p>
        </p:txBody>
      </p:sp>
      <p:sp>
        <p:nvSpPr>
          <p:cNvPr id="3" name="Content Placeholder 2">
            <a:extLst>
              <a:ext uri="{FF2B5EF4-FFF2-40B4-BE49-F238E27FC236}">
                <a16:creationId xmlns:a16="http://schemas.microsoft.com/office/drawing/2014/main" id="{D0433B07-78A7-33E9-8E02-3014F87FE084}"/>
              </a:ext>
            </a:extLst>
          </p:cNvPr>
          <p:cNvSpPr>
            <a:spLocks noGrp="1"/>
          </p:cNvSpPr>
          <p:nvPr>
            <p:ph idx="1"/>
          </p:nvPr>
        </p:nvSpPr>
        <p:spPr/>
        <p:txBody>
          <a:bodyPr>
            <a:normAutofit/>
          </a:bodyPr>
          <a:lstStyle/>
          <a:p>
            <a:r>
              <a:rPr lang="en-GB" sz="3200" dirty="0"/>
              <a:t>Limited to the data needed for the declared purpose</a:t>
            </a:r>
          </a:p>
          <a:p>
            <a:r>
              <a:rPr lang="en-GB" sz="3200" dirty="0"/>
              <a:t>Data must be:</a:t>
            </a:r>
          </a:p>
          <a:p>
            <a:pPr lvl="1"/>
            <a:r>
              <a:rPr lang="en-GB" sz="3200" dirty="0"/>
              <a:t>adequate – sufficient to fulfil your stated purpose</a:t>
            </a:r>
          </a:p>
          <a:p>
            <a:pPr lvl="1"/>
            <a:r>
              <a:rPr lang="en-GB" sz="3200" dirty="0"/>
              <a:t>relevant – has a clear link to that purpose</a:t>
            </a:r>
          </a:p>
          <a:p>
            <a:pPr lvl="1"/>
            <a:r>
              <a:rPr lang="en-GB" sz="3200" dirty="0"/>
              <a:t>limited to what is necessary</a:t>
            </a:r>
          </a:p>
        </p:txBody>
      </p:sp>
    </p:spTree>
    <p:extLst>
      <p:ext uri="{BB962C8B-B14F-4D97-AF65-F5344CB8AC3E}">
        <p14:creationId xmlns:p14="http://schemas.microsoft.com/office/powerpoint/2010/main" val="864826872"/>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914D0-9D77-EAD9-8D32-2C3A50E60221}"/>
              </a:ext>
            </a:extLst>
          </p:cNvPr>
          <p:cNvSpPr>
            <a:spLocks noGrp="1"/>
          </p:cNvSpPr>
          <p:nvPr>
            <p:ph type="title"/>
          </p:nvPr>
        </p:nvSpPr>
        <p:spPr/>
        <p:txBody>
          <a:bodyPr/>
          <a:lstStyle/>
          <a:p>
            <a:r>
              <a:rPr lang="en-GB" dirty="0"/>
              <a:t>Accuracy</a:t>
            </a:r>
          </a:p>
        </p:txBody>
      </p:sp>
      <p:sp>
        <p:nvSpPr>
          <p:cNvPr id="3" name="Content Placeholder 2">
            <a:extLst>
              <a:ext uri="{FF2B5EF4-FFF2-40B4-BE49-F238E27FC236}">
                <a16:creationId xmlns:a16="http://schemas.microsoft.com/office/drawing/2014/main" id="{3E14A3DB-E2AE-A8B5-E68C-9822353BC769}"/>
              </a:ext>
            </a:extLst>
          </p:cNvPr>
          <p:cNvSpPr>
            <a:spLocks noGrp="1"/>
          </p:cNvSpPr>
          <p:nvPr>
            <p:ph idx="1"/>
          </p:nvPr>
        </p:nvSpPr>
        <p:spPr/>
        <p:txBody>
          <a:bodyPr>
            <a:normAutofit/>
          </a:bodyPr>
          <a:lstStyle/>
          <a:p>
            <a:r>
              <a:rPr lang="en-GB" sz="3200" dirty="0"/>
              <a:t>Accurate</a:t>
            </a:r>
          </a:p>
          <a:p>
            <a:r>
              <a:rPr lang="en-GB" sz="3200" dirty="0"/>
              <a:t>Steps taken to ensure the accuracy of personal data</a:t>
            </a:r>
          </a:p>
        </p:txBody>
      </p:sp>
    </p:spTree>
    <p:extLst>
      <p:ext uri="{BB962C8B-B14F-4D97-AF65-F5344CB8AC3E}">
        <p14:creationId xmlns:p14="http://schemas.microsoft.com/office/powerpoint/2010/main" val="2465990110"/>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6D224-A02B-F736-6D46-C7590119C67C}"/>
              </a:ext>
            </a:extLst>
          </p:cNvPr>
          <p:cNvSpPr>
            <a:spLocks noGrp="1"/>
          </p:cNvSpPr>
          <p:nvPr>
            <p:ph type="title"/>
          </p:nvPr>
        </p:nvSpPr>
        <p:spPr/>
        <p:txBody>
          <a:bodyPr>
            <a:normAutofit/>
          </a:bodyPr>
          <a:lstStyle/>
          <a:p>
            <a:r>
              <a:rPr lang="en-GB" dirty="0"/>
              <a:t>Storage limitation</a:t>
            </a:r>
          </a:p>
        </p:txBody>
      </p:sp>
      <p:sp>
        <p:nvSpPr>
          <p:cNvPr id="3" name="Content Placeholder 2">
            <a:extLst>
              <a:ext uri="{FF2B5EF4-FFF2-40B4-BE49-F238E27FC236}">
                <a16:creationId xmlns:a16="http://schemas.microsoft.com/office/drawing/2014/main" id="{C270B8E5-83C1-EC42-FE1A-05D0ED85F473}"/>
              </a:ext>
            </a:extLst>
          </p:cNvPr>
          <p:cNvSpPr>
            <a:spLocks noGrp="1"/>
          </p:cNvSpPr>
          <p:nvPr>
            <p:ph idx="1"/>
          </p:nvPr>
        </p:nvSpPr>
        <p:spPr/>
        <p:txBody>
          <a:bodyPr>
            <a:normAutofit/>
          </a:bodyPr>
          <a:lstStyle/>
          <a:p>
            <a:r>
              <a:rPr lang="en-GB" sz="3200" dirty="0"/>
              <a:t>Not kept for longer than necessary 	</a:t>
            </a:r>
          </a:p>
        </p:txBody>
      </p:sp>
    </p:spTree>
    <p:extLst>
      <p:ext uri="{BB962C8B-B14F-4D97-AF65-F5344CB8AC3E}">
        <p14:creationId xmlns:p14="http://schemas.microsoft.com/office/powerpoint/2010/main" val="3704889719"/>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41FE-B04D-6D94-1A3E-225B9EB3BCBC}"/>
              </a:ext>
            </a:extLst>
          </p:cNvPr>
          <p:cNvSpPr>
            <a:spLocks noGrp="1"/>
          </p:cNvSpPr>
          <p:nvPr>
            <p:ph type="title"/>
          </p:nvPr>
        </p:nvSpPr>
        <p:spPr/>
        <p:txBody>
          <a:bodyPr/>
          <a:lstStyle/>
          <a:p>
            <a:r>
              <a:rPr lang="en-GB" dirty="0"/>
              <a:t>Integrity and confidentiality</a:t>
            </a:r>
          </a:p>
        </p:txBody>
      </p:sp>
      <p:sp>
        <p:nvSpPr>
          <p:cNvPr id="3" name="Content Placeholder 2">
            <a:extLst>
              <a:ext uri="{FF2B5EF4-FFF2-40B4-BE49-F238E27FC236}">
                <a16:creationId xmlns:a16="http://schemas.microsoft.com/office/drawing/2014/main" id="{E9A49755-BB00-33FD-7E1B-FD41E624CF57}"/>
              </a:ext>
            </a:extLst>
          </p:cNvPr>
          <p:cNvSpPr>
            <a:spLocks noGrp="1"/>
          </p:cNvSpPr>
          <p:nvPr>
            <p:ph idx="1"/>
          </p:nvPr>
        </p:nvSpPr>
        <p:spPr/>
        <p:txBody>
          <a:bodyPr>
            <a:normAutofit/>
          </a:bodyPr>
          <a:lstStyle/>
          <a:p>
            <a:pPr marL="0" indent="0">
              <a:buNone/>
            </a:pPr>
            <a:r>
              <a:rPr lang="en-GB" sz="3200" dirty="0"/>
              <a:t>Held securely</a:t>
            </a:r>
          </a:p>
        </p:txBody>
      </p:sp>
    </p:spTree>
    <p:extLst>
      <p:ext uri="{BB962C8B-B14F-4D97-AF65-F5344CB8AC3E}">
        <p14:creationId xmlns:p14="http://schemas.microsoft.com/office/powerpoint/2010/main" val="4193087359"/>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processed lawfully, fairly and in a transparent manner</a:t>
            </a:r>
          </a:p>
          <a:p>
            <a:pPr marL="514350" indent="-514350">
              <a:spcAft>
                <a:spcPts val="1200"/>
              </a:spcAft>
              <a:buFont typeface="+mj-lt"/>
              <a:buAutoNum type="arabicPeriod"/>
            </a:pPr>
            <a:r>
              <a:rPr lang="en-GB" sz="3200" dirty="0"/>
              <a:t>used for the declared purpose only</a:t>
            </a:r>
          </a:p>
          <a:p>
            <a:pPr marL="514350" indent="-514350">
              <a:spcAft>
                <a:spcPts val="1200"/>
              </a:spcAft>
              <a:buFont typeface="+mj-lt"/>
              <a:buAutoNum type="arabicPeriod"/>
            </a:pPr>
            <a:r>
              <a:rPr lang="en-GB" sz="3200" dirty="0"/>
              <a:t>limited to the data needed for the declared purpose</a:t>
            </a:r>
          </a:p>
          <a:p>
            <a:pPr marL="514350" indent="-514350">
              <a:spcAft>
                <a:spcPts val="1200"/>
              </a:spcAft>
              <a:buFont typeface="+mj-lt"/>
              <a:buAutoNum type="arabicPeriod"/>
            </a:pPr>
            <a:r>
              <a:rPr lang="en-GB" sz="3200" dirty="0"/>
              <a:t>accurate</a:t>
            </a:r>
          </a:p>
          <a:p>
            <a:pPr marL="514350" indent="-514350">
              <a:spcAft>
                <a:spcPts val="1200"/>
              </a:spcAft>
              <a:buFont typeface="+mj-lt"/>
              <a:buAutoNum type="arabicPeriod"/>
            </a:pPr>
            <a:r>
              <a:rPr lang="en-GB" sz="3200" dirty="0"/>
              <a:t>not kept for longer than necessary</a:t>
            </a:r>
          </a:p>
          <a:p>
            <a:pPr marL="514350" indent="-514350">
              <a:spcAft>
                <a:spcPts val="1200"/>
              </a:spcAft>
              <a:buFont typeface="+mj-lt"/>
              <a:buAutoNum type="arabicPeriod"/>
            </a:pPr>
            <a:r>
              <a:rPr lang="en-GB" sz="3200" dirty="0"/>
              <a:t>held securely</a:t>
            </a:r>
          </a:p>
        </p:txBody>
      </p:sp>
    </p:spTree>
    <p:extLst>
      <p:ext uri="{BB962C8B-B14F-4D97-AF65-F5344CB8AC3E}">
        <p14:creationId xmlns:p14="http://schemas.microsoft.com/office/powerpoint/2010/main" val="362240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75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p:txBody>
      </p:sp>
    </p:spTree>
    <p:extLst>
      <p:ext uri="{BB962C8B-B14F-4D97-AF65-F5344CB8AC3E}">
        <p14:creationId xmlns:p14="http://schemas.microsoft.com/office/powerpoint/2010/main" val="2584223036"/>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Identify the end-user and functional requirements of a database problem </a:t>
            </a:r>
          </a:p>
        </p:txBody>
      </p:sp>
    </p:spTree>
    <p:extLst>
      <p:ext uri="{BB962C8B-B14F-4D97-AF65-F5344CB8AC3E}">
        <p14:creationId xmlns:p14="http://schemas.microsoft.com/office/powerpoint/2010/main" val="1141868467"/>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600644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1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399ACD80-6E1D-EC8C-93E6-81538834C453}"/>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wipe(left)">
                                      <p:cBhvr>
                                        <p:cTn id="37" dur="1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 grpId="0"/>
    </p:bldLst>
  </p:timing>
</p:sld>
</file>

<file path=ppt/slides/slide1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88421745"/>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select</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insert</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update</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delete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0CE56262-06B5-4468-A8EC-F6B52D8201A8}"/>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1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 </a:t>
            </a:r>
          </a:p>
        </p:txBody>
      </p:sp>
    </p:spTree>
    <p:extLst>
      <p:ext uri="{BB962C8B-B14F-4D97-AF65-F5344CB8AC3E}">
        <p14:creationId xmlns:p14="http://schemas.microsoft.com/office/powerpoint/2010/main" val="3936560546"/>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803384" cy="584775"/>
          </a:xfrm>
          <a:prstGeom prst="rect">
            <a:avLst/>
          </a:prstGeom>
          <a:noFill/>
        </p:spPr>
        <p:txBody>
          <a:bodyPr wrap="none" rtlCol="0">
            <a:spAutoFit/>
          </a:bodyPr>
          <a:lstStyle/>
          <a:p>
            <a:r>
              <a:rPr lang="en-GB" sz="3200" b="1" dirty="0">
                <a:solidFill>
                  <a:srgbClr val="7030A0"/>
                </a:solidFill>
              </a:rPr>
              <a:t>Each table has a number of fields</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05106" y="5917397"/>
            <a:ext cx="1480165" cy="715010"/>
          </a:xfrm>
          <a:prstGeom prst="callout2">
            <a:avLst>
              <a:gd name="adj1" fmla="val 49806"/>
              <a:gd name="adj2" fmla="val 101751"/>
              <a:gd name="adj3" fmla="val 51303"/>
              <a:gd name="adj4" fmla="val 142945"/>
              <a:gd name="adj5" fmla="val -20715"/>
              <a:gd name="adj6" fmla="val 16418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4 fields</a:t>
            </a:r>
          </a:p>
        </p:txBody>
      </p:sp>
      <p:sp>
        <p:nvSpPr>
          <p:cNvPr id="11" name="Callout: Bent Line with No Border 4">
            <a:extLst>
              <a:ext uri="{FF2B5EF4-FFF2-40B4-BE49-F238E27FC236}">
                <a16:creationId xmlns:a16="http://schemas.microsoft.com/office/drawing/2014/main" id="{924404A3-ED4C-4699-9CA9-EFEB23F51AA9}"/>
              </a:ext>
            </a:extLst>
          </p:cNvPr>
          <p:cNvSpPr/>
          <p:nvPr/>
        </p:nvSpPr>
        <p:spPr>
          <a:xfrm>
            <a:off x="7828154" y="4733331"/>
            <a:ext cx="1444363" cy="715010"/>
          </a:xfrm>
          <a:prstGeom prst="callout2">
            <a:avLst>
              <a:gd name="adj1" fmla="val 49806"/>
              <a:gd name="adj2" fmla="val 101751"/>
              <a:gd name="adj3" fmla="val 51303"/>
              <a:gd name="adj4" fmla="val 142945"/>
              <a:gd name="adj5" fmla="val -22275"/>
              <a:gd name="adj6" fmla="val 15132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3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ext uri="{D42A27DB-BD31-4B8C-83A1-F6EECF244321}">
                <p14:modId xmlns:p14="http://schemas.microsoft.com/office/powerpoint/2010/main" val="1756753879"/>
              </p:ext>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883147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0" grpId="0" animBg="1"/>
      <p:bldP spid="11" grpId="0" animBg="1"/>
    </p:bldLst>
  </p:timing>
</p:sld>
</file>

<file path=ppt/slides/slide1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703383339"/>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4294967295"/>
            <p:extLst>
              <p:ext uri="{D42A27DB-BD31-4B8C-83A1-F6EECF244321}">
                <p14:modId xmlns:p14="http://schemas.microsoft.com/office/powerpoint/2010/main" val="815880741"/>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273347209"/>
              </p:ext>
            </p:extLst>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8" name="Callout: Bent Line with No Border 4">
            <a:extLst>
              <a:ext uri="{FF2B5EF4-FFF2-40B4-BE49-F238E27FC236}">
                <a16:creationId xmlns:a16="http://schemas.microsoft.com/office/drawing/2014/main" id="{924404A3-ED4C-4699-9CA9-EFEB23F51AA9}"/>
              </a:ext>
            </a:extLst>
          </p:cNvPr>
          <p:cNvSpPr/>
          <p:nvPr/>
        </p:nvSpPr>
        <p:spPr>
          <a:xfrm>
            <a:off x="1981200" y="5995626"/>
            <a:ext cx="3352800"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 (Unique)</a:t>
            </a:r>
          </a:p>
        </p:txBody>
      </p:sp>
      <p:sp>
        <p:nvSpPr>
          <p:cNvPr id="9" name="Callout: Bent Line with No Border 4">
            <a:extLst>
              <a:ext uri="{FF2B5EF4-FFF2-40B4-BE49-F238E27FC236}">
                <a16:creationId xmlns:a16="http://schemas.microsoft.com/office/drawing/2014/main" id="{924404A3-ED4C-4699-9CA9-EFEB23F51AA9}"/>
              </a:ext>
            </a:extLst>
          </p:cNvPr>
          <p:cNvSpPr/>
          <p:nvPr/>
        </p:nvSpPr>
        <p:spPr>
          <a:xfrm>
            <a:off x="8379827" y="4645942"/>
            <a:ext cx="2146434" cy="487680"/>
          </a:xfrm>
          <a:prstGeom prst="callout2">
            <a:avLst>
              <a:gd name="adj1" fmla="val 52750"/>
              <a:gd name="adj2" fmla="val -2245"/>
              <a:gd name="adj3" fmla="val 53715"/>
              <a:gd name="adj4" fmla="val -18685"/>
              <a:gd name="adj5" fmla="val -30851"/>
              <a:gd name="adj6" fmla="val -2495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700212" y="6084834"/>
            <a:ext cx="3942080" cy="487680"/>
          </a:xfrm>
          <a:prstGeom prst="callout2">
            <a:avLst>
              <a:gd name="adj1" fmla="val 52750"/>
              <a:gd name="adj2" fmla="val -2245"/>
              <a:gd name="adj3" fmla="val 53715"/>
              <a:gd name="adj4" fmla="val -16108"/>
              <a:gd name="adj5" fmla="val -78428"/>
              <a:gd name="adj6" fmla="val -21337"/>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 (Not unique)</a:t>
            </a:r>
          </a:p>
        </p:txBody>
      </p:sp>
      <p:sp>
        <p:nvSpPr>
          <p:cNvPr id="16" name="TextBox 15">
            <a:extLst>
              <a:ext uri="{FF2B5EF4-FFF2-40B4-BE49-F238E27FC236}">
                <a16:creationId xmlns:a16="http://schemas.microsoft.com/office/drawing/2014/main" id="{B935E981-B7C6-4BDF-ADC2-EFF2B075D3D8}"/>
              </a:ext>
            </a:extLst>
          </p:cNvPr>
          <p:cNvSpPr txBox="1"/>
          <p:nvPr/>
        </p:nvSpPr>
        <p:spPr>
          <a:xfrm>
            <a:off x="7490010" y="5191415"/>
            <a:ext cx="2219511" cy="523220"/>
          </a:xfrm>
          <a:prstGeom prst="rect">
            <a:avLst/>
          </a:prstGeom>
          <a:noFill/>
        </p:spPr>
        <p:txBody>
          <a:bodyPr wrap="square" rtlCol="0">
            <a:spAutoFit/>
          </a:bodyPr>
          <a:lstStyle/>
          <a:p>
            <a:pPr algn="r"/>
            <a:r>
              <a:rPr lang="en-GB" sz="2800" b="1" dirty="0">
                <a:solidFill>
                  <a:srgbClr val="FF0000"/>
                </a:solidFill>
              </a:rPr>
              <a:t>FK links to PK</a:t>
            </a:r>
          </a:p>
        </p:txBody>
      </p:sp>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
        <p:nvSpPr>
          <p:cNvPr id="7" name="Oval 6">
            <a:extLst>
              <a:ext uri="{FF2B5EF4-FFF2-40B4-BE49-F238E27FC236}">
                <a16:creationId xmlns:a16="http://schemas.microsoft.com/office/drawing/2014/main" id="{00C111E4-9515-819D-6CD4-462D7C7670D9}"/>
              </a:ext>
            </a:extLst>
          </p:cNvPr>
          <p:cNvSpPr/>
          <p:nvPr/>
        </p:nvSpPr>
        <p:spPr>
          <a:xfrm>
            <a:off x="7030064" y="2685202"/>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20B8326E-0F87-2651-23AE-3B1B3B5A4A2A}"/>
              </a:ext>
            </a:extLst>
          </p:cNvPr>
          <p:cNvSpPr/>
          <p:nvPr/>
        </p:nvSpPr>
        <p:spPr>
          <a:xfrm>
            <a:off x="5042611" y="2679987"/>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Arc 16">
            <a:extLst>
              <a:ext uri="{FF2B5EF4-FFF2-40B4-BE49-F238E27FC236}">
                <a16:creationId xmlns:a16="http://schemas.microsoft.com/office/drawing/2014/main" id="{A2AE177D-AA1E-E2B5-839A-935902A4680E}"/>
              </a:ext>
            </a:extLst>
          </p:cNvPr>
          <p:cNvSpPr/>
          <p:nvPr/>
        </p:nvSpPr>
        <p:spPr>
          <a:xfrm>
            <a:off x="6541436" y="2702546"/>
            <a:ext cx="605451" cy="372754"/>
          </a:xfrm>
          <a:prstGeom prst="arc">
            <a:avLst>
              <a:gd name="adj1" fmla="val 11701476"/>
              <a:gd name="adj2" fmla="val 20745836"/>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nvGrpSpPr>
          <p:cNvPr id="25" name="Group 24">
            <a:extLst>
              <a:ext uri="{FF2B5EF4-FFF2-40B4-BE49-F238E27FC236}">
                <a16:creationId xmlns:a16="http://schemas.microsoft.com/office/drawing/2014/main" id="{2469EE32-BAEE-4D4E-B3EB-D137826C322F}"/>
              </a:ext>
            </a:extLst>
          </p:cNvPr>
          <p:cNvGrpSpPr/>
          <p:nvPr/>
        </p:nvGrpSpPr>
        <p:grpSpPr>
          <a:xfrm>
            <a:off x="5902036" y="3574473"/>
            <a:ext cx="1242349" cy="629392"/>
            <a:chOff x="5902036" y="3574473"/>
            <a:chExt cx="1242349" cy="629392"/>
          </a:xfrm>
        </p:grpSpPr>
        <p:cxnSp>
          <p:nvCxnSpPr>
            <p:cNvPr id="6" name="Straight Arrow Connector 5">
              <a:extLst>
                <a:ext uri="{FF2B5EF4-FFF2-40B4-BE49-F238E27FC236}">
                  <a16:creationId xmlns:a16="http://schemas.microsoft.com/office/drawing/2014/main" id="{13817D7A-F685-4CEE-9E6A-3D24AEFFF513}"/>
                </a:ext>
              </a:extLst>
            </p:cNvPr>
            <p:cNvCxnSpPr/>
            <p:nvPr/>
          </p:nvCxnSpPr>
          <p:spPr>
            <a:xfrm flipH="1">
              <a:off x="5902036" y="3574473"/>
              <a:ext cx="1242349" cy="0"/>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38E8BC8-453C-4DC2-B7E4-66F0F3130226}"/>
                </a:ext>
              </a:extLst>
            </p:cNvPr>
            <p:cNvCxnSpPr>
              <a:cxnSpLocks/>
              <a:stCxn id="14" idx="1"/>
            </p:cNvCxnSpPr>
            <p:nvPr/>
          </p:nvCxnSpPr>
          <p:spPr>
            <a:xfrm flipH="1">
              <a:off x="5902036" y="3591374"/>
              <a:ext cx="1242349" cy="612491"/>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4513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1000"/>
                                        <p:tgtEl>
                                          <p:spTgt spid="20"/>
                                        </p:tgtEl>
                                      </p:cBhvr>
                                    </p:animEffect>
                                  </p:childTnLst>
                                </p:cTn>
                              </p:par>
                              <p:par>
                                <p:cTn id="13" presetID="22" presetClass="entr" presetSubtype="8"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1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wipe(left)">
                                      <p:cBhvr>
                                        <p:cTn id="25" dur="1250"/>
                                        <p:tgtEl>
                                          <p:spTgt spid="21"/>
                                        </p:tgtEl>
                                      </p:cBhvr>
                                    </p:animEffect>
                                  </p:childTnLst>
                                </p:cTn>
                              </p:par>
                              <p:par>
                                <p:cTn id="26" presetID="22" presetClass="entr" presetSubtype="8"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8" dur="150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1000"/>
                                        <p:tgtEl>
                                          <p:spTgt spid="9"/>
                                        </p:tgtEl>
                                      </p:cBhvr>
                                    </p:animEffect>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7"/>
                                        </p:tgtEl>
                                        <p:attrNameLst>
                                          <p:attrName>style.visibility</p:attrName>
                                        </p:attrNameLst>
                                      </p:cBhvr>
                                      <p:to>
                                        <p:strVal val="visible"/>
                                      </p:to>
                                    </p:set>
                                    <p:animEffect transition="in" filter="wheel(1)">
                                      <p:cBhvr>
                                        <p:cTn id="38" dur="2000"/>
                                        <p:tgtEl>
                                          <p:spTgt spid="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2"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right)">
                                      <p:cBhvr>
                                        <p:cTn id="43" dur="1000"/>
                                        <p:tgtEl>
                                          <p:spTgt spid="17"/>
                                        </p:tgtEl>
                                      </p:cBhvr>
                                    </p:animEffect>
                                  </p:childTnLst>
                                </p:cTn>
                              </p:par>
                            </p:childTnLst>
                          </p:cTn>
                        </p:par>
                        <p:par>
                          <p:cTn id="44" fill="hold">
                            <p:stCondLst>
                              <p:cond delay="1000"/>
                            </p:stCondLst>
                            <p:childTnLst>
                              <p:par>
                                <p:cTn id="45" presetID="21" presetClass="entr" presetSubtype="1" fill="hold" grpId="0" nodeType="after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wheel(1)">
                                      <p:cBhvr>
                                        <p:cTn id="47" dur="2000"/>
                                        <p:tgtEl>
                                          <p:spTgt spid="11"/>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wipe(left)">
                                      <p:cBhvr>
                                        <p:cTn id="52" dur="2000"/>
                                        <p:tgtEl>
                                          <p:spTgt spid="12"/>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wipe(left)">
                                      <p:cBhvr>
                                        <p:cTn id="57" dur="1000"/>
                                        <p:tgtEl>
                                          <p:spTgt spid="16"/>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2" fill="hold" nodeType="click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wipe(right)">
                                      <p:cBhvr>
                                        <p:cTn id="62"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8" grpId="0" animBg="1"/>
      <p:bldP spid="9" grpId="0" animBg="1"/>
      <p:bldP spid="12" grpId="0" animBg="1"/>
      <p:bldP spid="16" grpId="0"/>
      <p:bldP spid="20" grpId="0"/>
      <p:bldP spid="21" grpId="0"/>
      <p:bldP spid="7" grpId="0" animBg="1"/>
      <p:bldP spid="11" grpId="0" animBg="1"/>
      <p:bldP spid="17" grpId="0" animBg="1"/>
    </p:bldLst>
  </p:timing>
</p:sld>
</file>

<file path=ppt/slides/slide1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graphicFrame>
        <p:nvGraphicFramePr>
          <p:cNvPr id="17" name="Staff table">
            <a:extLst>
              <a:ext uri="{FF2B5EF4-FFF2-40B4-BE49-F238E27FC236}">
                <a16:creationId xmlns:a16="http://schemas.microsoft.com/office/drawing/2014/main" id="{8ED3B093-22A7-495C-A6E7-540AF0D30F6B}"/>
              </a:ext>
            </a:extLst>
          </p:cNvPr>
          <p:cNvGraphicFramePr>
            <a:graphicFrameLocks/>
          </p:cNvGraphicFramePr>
          <p:nvPr>
            <p:extLst>
              <p:ext uri="{D42A27DB-BD31-4B8C-83A1-F6EECF244321}">
                <p14:modId xmlns:p14="http://schemas.microsoft.com/office/powerpoint/2010/main" val="945528434"/>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920552221"/>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4" name="Picture 3">
            <a:extLst>
              <a:ext uri="{FF2B5EF4-FFF2-40B4-BE49-F238E27FC236}">
                <a16:creationId xmlns:a16="http://schemas.microsoft.com/office/drawing/2014/main" id="{7AFBB97B-369A-F788-3290-16523E6DA0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373152" y="5455972"/>
            <a:ext cx="6726906" cy="584775"/>
          </a:xfrm>
          <a:prstGeom prst="rect">
            <a:avLst/>
          </a:prstGeom>
          <a:noFill/>
        </p:spPr>
        <p:txBody>
          <a:bodyPr wrap="none" rtlCol="0">
            <a:spAutoFit/>
          </a:bodyPr>
          <a:lstStyle/>
          <a:p>
            <a:pPr algn="ctr"/>
            <a:r>
              <a:rPr lang="en-GB" sz="3200" b="1" dirty="0">
                <a:solidFill>
                  <a:srgbClr val="7030A0"/>
                </a:solidFill>
              </a:rPr>
              <a:t>A department can have many teachers</a:t>
            </a:r>
          </a:p>
        </p:txBody>
      </p:sp>
      <p:sp>
        <p:nvSpPr>
          <p:cNvPr id="9" name="Callout: Bent Line with No Border 4">
            <a:extLst>
              <a:ext uri="{FF2B5EF4-FFF2-40B4-BE49-F238E27FC236}">
                <a16:creationId xmlns:a16="http://schemas.microsoft.com/office/drawing/2014/main" id="{791239AE-DD75-4BA2-AA6E-D46E4F8FEC24}"/>
              </a:ext>
            </a:extLst>
          </p:cNvPr>
          <p:cNvSpPr/>
          <p:nvPr/>
        </p:nvSpPr>
        <p:spPr>
          <a:xfrm>
            <a:off x="10398485" y="2196296"/>
            <a:ext cx="1353014" cy="882602"/>
          </a:xfrm>
          <a:prstGeom prst="callout2">
            <a:avLst>
              <a:gd name="adj1" fmla="val 52750"/>
              <a:gd name="adj2" fmla="val -2245"/>
              <a:gd name="adj3" fmla="val 109624"/>
              <a:gd name="adj4" fmla="val -35707"/>
              <a:gd name="adj5" fmla="val 109695"/>
              <a:gd name="adj6" fmla="val -156293"/>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BA373AA1-9380-4166-B750-3AB3C461F597}"/>
              </a:ext>
            </a:extLst>
          </p:cNvPr>
          <p:cNvSpPr/>
          <p:nvPr/>
        </p:nvSpPr>
        <p:spPr>
          <a:xfrm>
            <a:off x="9350335" y="4716296"/>
            <a:ext cx="1919681" cy="487680"/>
          </a:xfrm>
          <a:prstGeom prst="callout2">
            <a:avLst>
              <a:gd name="adj1" fmla="val 52750"/>
              <a:gd name="adj2" fmla="val -2245"/>
              <a:gd name="adj3" fmla="val 53715"/>
              <a:gd name="adj4" fmla="val -16108"/>
              <a:gd name="adj5" fmla="val -87574"/>
              <a:gd name="adj6" fmla="val -3179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a:t>
            </a:r>
          </a:p>
        </p:txBody>
      </p:sp>
      <p:sp>
        <p:nvSpPr>
          <p:cNvPr id="13" name="Callout: Bent Line with No Border 4">
            <a:extLst>
              <a:ext uri="{FF2B5EF4-FFF2-40B4-BE49-F238E27FC236}">
                <a16:creationId xmlns:a16="http://schemas.microsoft.com/office/drawing/2014/main" id="{2B3EEA4B-6930-4670-9CBA-1BC9C1295CD1}"/>
              </a:ext>
            </a:extLst>
          </p:cNvPr>
          <p:cNvSpPr/>
          <p:nvPr/>
        </p:nvSpPr>
        <p:spPr>
          <a:xfrm flipH="1">
            <a:off x="156500" y="2040721"/>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Tree>
    <p:extLst>
      <p:ext uri="{BB962C8B-B14F-4D97-AF65-F5344CB8AC3E}">
        <p14:creationId xmlns:p14="http://schemas.microsoft.com/office/powerpoint/2010/main" val="405858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1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1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animBg="1"/>
      <p:bldP spid="10" grpId="0" animBg="1"/>
      <p:bldP spid="13" grpId="0" animBg="1"/>
    </p:bldLst>
  </p:timing>
</p:sld>
</file>

<file path=ppt/slides/slide1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3" name="Picture 2">
            <a:extLst>
              <a:ext uri="{FF2B5EF4-FFF2-40B4-BE49-F238E27FC236}">
                <a16:creationId xmlns:a16="http://schemas.microsoft.com/office/drawing/2014/main" id="{7AF3320B-0A4C-0A79-13FE-A05EDD7CB1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Tree>
    <p:extLst>
      <p:ext uri="{BB962C8B-B14F-4D97-AF65-F5344CB8AC3E}">
        <p14:creationId xmlns:p14="http://schemas.microsoft.com/office/powerpoint/2010/main" val="2441115929"/>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5" name="Picture 4">
            <a:extLst>
              <a:ext uri="{FF2B5EF4-FFF2-40B4-BE49-F238E27FC236}">
                <a16:creationId xmlns:a16="http://schemas.microsoft.com/office/drawing/2014/main" id="{D3D82887-011D-F017-2C45-0E0BB81751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149631" y="5455972"/>
            <a:ext cx="7173952" cy="584775"/>
          </a:xfrm>
          <a:prstGeom prst="rect">
            <a:avLst/>
          </a:prstGeom>
          <a:noFill/>
        </p:spPr>
        <p:txBody>
          <a:bodyPr wrap="none" rtlCol="0">
            <a:spAutoFit/>
          </a:bodyPr>
          <a:lstStyle/>
          <a:p>
            <a:pPr algn="ctr"/>
            <a:r>
              <a:rPr lang="en-GB" sz="3200" b="1" dirty="0">
                <a:solidFill>
                  <a:srgbClr val="7030A0"/>
                </a:solidFill>
              </a:rPr>
              <a:t>Many teachers can work in a department</a:t>
            </a:r>
          </a:p>
        </p:txBody>
      </p:sp>
      <p:sp>
        <p:nvSpPr>
          <p:cNvPr id="7" name="Callout: Bent Line with No Border 4">
            <a:extLst>
              <a:ext uri="{FF2B5EF4-FFF2-40B4-BE49-F238E27FC236}">
                <a16:creationId xmlns:a16="http://schemas.microsoft.com/office/drawing/2014/main" id="{94AE0579-BDDF-4D9B-8504-7B41B1685E54}"/>
              </a:ext>
            </a:extLst>
          </p:cNvPr>
          <p:cNvSpPr/>
          <p:nvPr/>
        </p:nvSpPr>
        <p:spPr>
          <a:xfrm flipH="1">
            <a:off x="145349" y="2020916"/>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
        <p:nvSpPr>
          <p:cNvPr id="8" name="Callout: Bent Line with No Border 4">
            <a:extLst>
              <a:ext uri="{FF2B5EF4-FFF2-40B4-BE49-F238E27FC236}">
                <a16:creationId xmlns:a16="http://schemas.microsoft.com/office/drawing/2014/main" id="{48F612F8-9F2A-4EFA-AA15-CBD88BDAD4AA}"/>
              </a:ext>
            </a:extLst>
          </p:cNvPr>
          <p:cNvSpPr/>
          <p:nvPr/>
        </p:nvSpPr>
        <p:spPr>
          <a:xfrm flipH="1">
            <a:off x="429209" y="4809384"/>
            <a:ext cx="1314170" cy="715856"/>
          </a:xfrm>
          <a:prstGeom prst="callout2">
            <a:avLst>
              <a:gd name="adj1" fmla="val 52750"/>
              <a:gd name="adj2" fmla="val -2245"/>
              <a:gd name="adj3" fmla="val 52157"/>
              <a:gd name="adj4" fmla="val -33079"/>
              <a:gd name="adj5" fmla="val -73454"/>
              <a:gd name="adj6" fmla="val -44247"/>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Foreign</a:t>
            </a:r>
          </a:p>
          <a:p>
            <a:pPr algn="r"/>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C20A1731-D8A1-4116-BD03-89A2BCB40AF8}"/>
              </a:ext>
            </a:extLst>
          </p:cNvPr>
          <p:cNvSpPr/>
          <p:nvPr/>
        </p:nvSpPr>
        <p:spPr>
          <a:xfrm>
            <a:off x="10418957" y="2169000"/>
            <a:ext cx="1353014" cy="882602"/>
          </a:xfrm>
          <a:prstGeom prst="callout2">
            <a:avLst>
              <a:gd name="adj1" fmla="val 52750"/>
              <a:gd name="adj2" fmla="val -2245"/>
              <a:gd name="adj3" fmla="val 109624"/>
              <a:gd name="adj4" fmla="val -35707"/>
              <a:gd name="adj5" fmla="val 111034"/>
              <a:gd name="adj6" fmla="val -11774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Tree>
    <p:extLst>
      <p:ext uri="{BB962C8B-B14F-4D97-AF65-F5344CB8AC3E}">
        <p14:creationId xmlns:p14="http://schemas.microsoft.com/office/powerpoint/2010/main" val="2256960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1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1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7" grpId="0" animBg="1"/>
      <p:bldP spid="8" grpId="0" animBg="1"/>
      <p:bldP spid="10" grpId="0" animBg="1"/>
    </p:bldLst>
  </p:timing>
</p:sld>
</file>

<file path=ppt/slides/slide1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3" name="Picture 2">
            <a:extLst>
              <a:ext uri="{FF2B5EF4-FFF2-40B4-BE49-F238E27FC236}">
                <a16:creationId xmlns:a16="http://schemas.microsoft.com/office/drawing/2014/main" id="{68F51F76-979B-9811-03A6-02A99C0026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Tree>
    <p:extLst>
      <p:ext uri="{BB962C8B-B14F-4D97-AF65-F5344CB8AC3E}">
        <p14:creationId xmlns:p14="http://schemas.microsoft.com/office/powerpoint/2010/main" val="3840316138"/>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End-user requirements</a:t>
            </a:r>
          </a:p>
          <a:p>
            <a:r>
              <a:rPr lang="en-GB" dirty="0"/>
              <a:t>Functional requirements</a:t>
            </a:r>
          </a:p>
          <a:p>
            <a:r>
              <a:rPr lang="en-GB" dirty="0"/>
              <a:t>Entities and attributes</a:t>
            </a:r>
          </a:p>
          <a:p>
            <a:r>
              <a:rPr lang="en-GB" dirty="0"/>
              <a:t>Primary keys</a:t>
            </a:r>
          </a:p>
          <a:p>
            <a:r>
              <a:rPr lang="en-GB" dirty="0"/>
              <a:t>Entity Relationship Diagram (ERD)</a:t>
            </a:r>
          </a:p>
          <a:p>
            <a:r>
              <a:rPr lang="en-GB" dirty="0"/>
              <a:t>Relationships </a:t>
            </a:r>
            <a:r>
              <a:rPr lang="en-GB"/>
              <a:t>and foreign </a:t>
            </a:r>
            <a:r>
              <a:rPr lang="en-GB" dirty="0"/>
              <a:t>keys</a:t>
            </a:r>
          </a:p>
          <a:p>
            <a:r>
              <a:rPr lang="en-GB" dirty="0"/>
              <a:t>Data dictionary and validation</a:t>
            </a:r>
          </a:p>
          <a:p>
            <a:r>
              <a:rPr lang="en-GB" dirty="0"/>
              <a:t>Queries</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950987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Effect transition="in" filter="wipe(left)">
                                      <p:cBhvr>
                                        <p:cTn id="17" dur="1500"/>
                                        <p:tgtEl>
                                          <p:spTgt spid="5">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wipe(left)">
                                      <p:cBhvr>
                                        <p:cTn id="22" dur="1500"/>
                                        <p:tgtEl>
                                          <p:spTgt spid="3">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2" end="2"/>
                                            </p:txEl>
                                          </p:spTgt>
                                        </p:tgtEl>
                                        <p:attrNameLst>
                                          <p:attrName>style.visibility</p:attrName>
                                        </p:attrNameLst>
                                      </p:cBhvr>
                                      <p:to>
                                        <p:strVal val="visible"/>
                                      </p:to>
                                    </p:set>
                                    <p:animEffect transition="in" filter="wipe(left)">
                                      <p:cBhvr>
                                        <p:cTn id="27" dur="1500"/>
                                        <p:tgtEl>
                                          <p:spTgt spid="5">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3" end="3"/>
                                            </p:txEl>
                                          </p:spTgt>
                                        </p:tgtEl>
                                        <p:attrNameLst>
                                          <p:attrName>style.visibility</p:attrName>
                                        </p:attrNameLst>
                                      </p:cBhvr>
                                      <p:to>
                                        <p:strVal val="visible"/>
                                      </p:to>
                                    </p:set>
                                    <p:animEffect transition="in" filter="wipe(left)">
                                      <p:cBhvr>
                                        <p:cTn id="32" dur="1000"/>
                                        <p:tgtEl>
                                          <p:spTgt spid="5">
                                            <p:txEl>
                                              <p:pRg st="3" end="3"/>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4" end="4"/>
                                            </p:txEl>
                                          </p:spTgt>
                                        </p:tgtEl>
                                        <p:attrNameLst>
                                          <p:attrName>style.visibility</p:attrName>
                                        </p:attrNameLst>
                                      </p:cBhvr>
                                      <p:to>
                                        <p:strVal val="visible"/>
                                      </p:to>
                                    </p:set>
                                    <p:animEffect transition="in" filter="wipe(left)">
                                      <p:cBhvr>
                                        <p:cTn id="37" dur="2750"/>
                                        <p:tgtEl>
                                          <p:spTgt spid="5">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wipe(left)">
                                      <p:cBhvr>
                                        <p:cTn id="42" dur="2500"/>
                                        <p:tgtEl>
                                          <p:spTgt spid="5">
                                            <p:txEl>
                                              <p:pRg st="5" end="5"/>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Effect transition="in" filter="wipe(left)">
                                      <p:cBhvr>
                                        <p:cTn id="47" dur="1000"/>
                                        <p:tgtEl>
                                          <p:spTgt spid="5">
                                            <p:txEl>
                                              <p:pRg st="6" end="6"/>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5">
                                            <p:txEl>
                                              <p:pRg st="7" end="7"/>
                                            </p:txEl>
                                          </p:spTgt>
                                        </p:tgtEl>
                                        <p:attrNameLst>
                                          <p:attrName>style.visibility</p:attrName>
                                        </p:attrNameLst>
                                      </p:cBhvr>
                                      <p:to>
                                        <p:strVal val="visible"/>
                                      </p:to>
                                    </p:set>
                                    <p:animEffect transition="in" filter="wipe(left)">
                                      <p:cBhvr>
                                        <p:cTn id="52" dur="750"/>
                                        <p:tgtEl>
                                          <p:spTgt spid="5">
                                            <p:txEl>
                                              <p:pRg st="7" end="7"/>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7"/>
                                        </p:tgtEl>
                                        <p:attrNameLst>
                                          <p:attrName>style.visibility</p:attrName>
                                        </p:attrNameLst>
                                      </p:cBhvr>
                                      <p:to>
                                        <p:strVal val="visible"/>
                                      </p:to>
                                    </p:set>
                                    <p:animEffect transition="in" filter="wipe(left)">
                                      <p:cBhvr>
                                        <p:cTn id="57" dur="3000"/>
                                        <p:tgtEl>
                                          <p:spTgt spid="7"/>
                                        </p:tgtEl>
                                      </p:cBhvr>
                                    </p:animEffect>
                                  </p:childTnLst>
                                </p:cTn>
                              </p:par>
                            </p:childTnLst>
                          </p:cTn>
                        </p:par>
                        <p:par>
                          <p:cTn id="58" fill="hold">
                            <p:stCondLst>
                              <p:cond delay="3000"/>
                            </p:stCondLst>
                            <p:childTnLst>
                              <p:par>
                                <p:cTn id="59" presetID="22" presetClass="entr" presetSubtype="8" fill="hold" grpId="0" nodeType="afterEffect">
                                  <p:stCondLst>
                                    <p:cond delay="0"/>
                                  </p:stCondLst>
                                  <p:childTnLst>
                                    <p:set>
                                      <p:cBhvr>
                                        <p:cTn id="60" dur="1" fill="hold">
                                          <p:stCondLst>
                                            <p:cond delay="0"/>
                                          </p:stCondLst>
                                        </p:cTn>
                                        <p:tgtEl>
                                          <p:spTgt spid="10">
                                            <p:txEl>
                                              <p:pRg st="0" end="0"/>
                                            </p:txEl>
                                          </p:spTgt>
                                        </p:tgtEl>
                                        <p:attrNameLst>
                                          <p:attrName>style.visibility</p:attrName>
                                        </p:attrNameLst>
                                      </p:cBhvr>
                                      <p:to>
                                        <p:strVal val="visible"/>
                                      </p:to>
                                    </p:set>
                                    <p:animEffect transition="in" filter="wipe(left)">
                                      <p:cBhvr>
                                        <p:cTn id="61" dur="1000"/>
                                        <p:tgtEl>
                                          <p:spTgt spid="10">
                                            <p:txEl>
                                              <p:pRg st="0" end="0"/>
                                            </p:txEl>
                                          </p:spTgt>
                                        </p:tgtEl>
                                      </p:cBhvr>
                                    </p:animEffect>
                                  </p:childTnLst>
                                </p:cTn>
                              </p:par>
                            </p:childTnLst>
                          </p:cTn>
                        </p:par>
                        <p:par>
                          <p:cTn id="62" fill="hold">
                            <p:stCondLst>
                              <p:cond delay="4000"/>
                            </p:stCondLst>
                            <p:childTnLst>
                              <p:par>
                                <p:cTn id="63" presetID="22" presetClass="entr" presetSubtype="8" fill="hold" grpId="0" nodeType="afterEffect">
                                  <p:stCondLst>
                                    <p:cond delay="0"/>
                                  </p:stCondLst>
                                  <p:childTnLst>
                                    <p:set>
                                      <p:cBhvr>
                                        <p:cTn id="64" dur="1" fill="hold">
                                          <p:stCondLst>
                                            <p:cond delay="0"/>
                                          </p:stCondLst>
                                        </p:cTn>
                                        <p:tgtEl>
                                          <p:spTgt spid="10">
                                            <p:txEl>
                                              <p:pRg st="1" end="1"/>
                                            </p:txEl>
                                          </p:spTgt>
                                        </p:tgtEl>
                                        <p:attrNameLst>
                                          <p:attrName>style.visibility</p:attrName>
                                        </p:attrNameLst>
                                      </p:cBhvr>
                                      <p:to>
                                        <p:strVal val="visible"/>
                                      </p:to>
                                    </p:set>
                                    <p:animEffect transition="in" filter="wipe(left)">
                                      <p:cBhvr>
                                        <p:cTn id="65" dur="100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uiExpand="1" build="p"/>
      <p:bldP spid="10" grpId="0" uiExpand="1" build="p"/>
    </p:bldLst>
  </p:timing>
</p:sld>
</file>

<file path=ppt/slides/slide1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 </a:t>
            </a:r>
          </a:p>
          <a:p>
            <a:r>
              <a:rPr lang="en-GB" dirty="0"/>
              <a:t> </a:t>
            </a:r>
          </a:p>
          <a:p>
            <a:r>
              <a:rPr lang="en-GB" dirty="0"/>
              <a:t> </a:t>
            </a:r>
          </a:p>
          <a:p>
            <a:r>
              <a:rPr lang="en-GB" dirty="0"/>
              <a:t> </a:t>
            </a:r>
          </a:p>
          <a:p>
            <a:r>
              <a:rPr lang="en-GB" dirty="0"/>
              <a:t> </a:t>
            </a:r>
          </a:p>
          <a:p>
            <a:r>
              <a:rPr lang="en-GB" dirty="0"/>
              <a:t> </a:t>
            </a:r>
          </a:p>
          <a:p>
            <a:r>
              <a:rPr lang="en-GB" dirty="0"/>
              <a:t> </a:t>
            </a:r>
          </a:p>
          <a:p>
            <a:r>
              <a:rPr lang="en-GB" dirty="0"/>
              <a:t> </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605423829"/>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A5E70E-9B9A-49CD-AE44-27C9401CFF22}"/>
              </a:ext>
            </a:extLst>
          </p:cNvPr>
          <p:cNvSpPr>
            <a:spLocks noGrp="1"/>
          </p:cNvSpPr>
          <p:nvPr>
            <p:ph type="title"/>
          </p:nvPr>
        </p:nvSpPr>
        <p:spPr/>
        <p:txBody>
          <a:bodyPr/>
          <a:lstStyle/>
          <a:p>
            <a:r>
              <a:rPr lang="en-GB" dirty="0"/>
              <a:t>Learning Intentions</a:t>
            </a:r>
          </a:p>
        </p:txBody>
      </p:sp>
      <p:sp>
        <p:nvSpPr>
          <p:cNvPr id="4" name="Content Placeholder 3">
            <a:extLst>
              <a:ext uri="{FF2B5EF4-FFF2-40B4-BE49-F238E27FC236}">
                <a16:creationId xmlns:a16="http://schemas.microsoft.com/office/drawing/2014/main" id="{9C545162-1B52-4B20-A9A9-D066B29D4EDD}"/>
              </a:ext>
            </a:extLst>
          </p:cNvPr>
          <p:cNvSpPr>
            <a:spLocks noGrp="1"/>
          </p:cNvSpPr>
          <p:nvPr>
            <p:ph idx="1"/>
          </p:nvPr>
        </p:nvSpPr>
        <p:spPr/>
        <p:txBody>
          <a:bodyPr/>
          <a:lstStyle/>
          <a:p>
            <a:r>
              <a:rPr lang="en-GB" dirty="0"/>
              <a:t>D</a:t>
            </a:r>
            <a:r>
              <a:rPr lang="en-GB" sz="3200" dirty="0"/>
              <a:t>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a:t>
            </a:r>
          </a:p>
        </p:txBody>
      </p:sp>
    </p:spTree>
    <p:extLst>
      <p:ext uri="{BB962C8B-B14F-4D97-AF65-F5344CB8AC3E}">
        <p14:creationId xmlns:p14="http://schemas.microsoft.com/office/powerpoint/2010/main" val="4251137618"/>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3" name="Group 2">
            <a:extLst>
              <a:ext uri="{FF2B5EF4-FFF2-40B4-BE49-F238E27FC236}">
                <a16:creationId xmlns:a16="http://schemas.microsoft.com/office/drawing/2014/main" id="{A0BF8D62-1D13-0E2F-C7D7-D66EB29E90BB}"/>
              </a:ext>
            </a:extLst>
          </p:cNvPr>
          <p:cNvGrpSpPr/>
          <p:nvPr/>
        </p:nvGrpSpPr>
        <p:grpSpPr>
          <a:xfrm>
            <a:off x="1701046" y="4908230"/>
            <a:ext cx="1330418" cy="1455715"/>
            <a:chOff x="1701046" y="4908230"/>
            <a:chExt cx="1330418" cy="1455715"/>
          </a:xfrm>
        </p:grpSpPr>
        <p:sp>
          <p:nvSpPr>
            <p:cNvPr id="21" name="Right Arrow 9">
              <a:extLst>
                <a:ext uri="{FF2B5EF4-FFF2-40B4-BE49-F238E27FC236}">
                  <a16:creationId xmlns:a16="http://schemas.microsoft.com/office/drawing/2014/main" id="{C94ED22F-8452-163D-85D5-A3ED48A8F6FC}"/>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23" name="TextBox 22">
              <a:extLst>
                <a:ext uri="{FF2B5EF4-FFF2-40B4-BE49-F238E27FC236}">
                  <a16:creationId xmlns:a16="http://schemas.microsoft.com/office/drawing/2014/main" id="{B7B19BF9-6E34-5C97-3810-B94C6343DDAC}"/>
                </a:ext>
              </a:extLst>
            </p:cNvPr>
            <p:cNvSpPr txBox="1"/>
            <p:nvPr/>
          </p:nvSpPr>
          <p:spPr>
            <a:xfrm>
              <a:off x="1701046" y="5779170"/>
              <a:ext cx="1330418" cy="584775"/>
            </a:xfrm>
            <a:prstGeom prst="rect">
              <a:avLst/>
            </a:prstGeom>
            <a:noFill/>
          </p:spPr>
          <p:txBody>
            <a:bodyPr wrap="square" rtlCol="0">
              <a:spAutoFit/>
            </a:bodyPr>
            <a:lstStyle/>
            <a:p>
              <a:pPr algn="ctr"/>
              <a:r>
                <a:rPr lang="en-GB" sz="3200" dirty="0">
                  <a:solidFill>
                    <a:srgbClr val="7030A0"/>
                  </a:solidFill>
                </a:rPr>
                <a:t>Entity</a:t>
              </a:r>
            </a:p>
          </p:txBody>
        </p:sp>
      </p:gr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2" name="Group 1">
            <a:extLst>
              <a:ext uri="{FF2B5EF4-FFF2-40B4-BE49-F238E27FC236}">
                <a16:creationId xmlns:a16="http://schemas.microsoft.com/office/drawing/2014/main" id="{A3C74B9B-3BAB-6BA3-1F88-6DBACABC7D75}"/>
              </a:ext>
            </a:extLst>
          </p:cNvPr>
          <p:cNvGrpSpPr/>
          <p:nvPr/>
        </p:nvGrpSpPr>
        <p:grpSpPr>
          <a:xfrm>
            <a:off x="3511089" y="1993040"/>
            <a:ext cx="2242290" cy="595105"/>
            <a:chOff x="3511089" y="1993040"/>
            <a:chExt cx="2242290" cy="595105"/>
          </a:xfrm>
        </p:grpSpPr>
        <p:sp>
          <p:nvSpPr>
            <p:cNvPr id="53" name="Right Arrow 9">
              <a:extLst>
                <a:ext uri="{FF2B5EF4-FFF2-40B4-BE49-F238E27FC236}">
                  <a16:creationId xmlns:a16="http://schemas.microsoft.com/office/drawing/2014/main" id="{32ED144E-D951-D848-30E0-9ADE636CED3C}"/>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4" name="TextBox 53">
              <a:extLst>
                <a:ext uri="{FF2B5EF4-FFF2-40B4-BE49-F238E27FC236}">
                  <a16:creationId xmlns:a16="http://schemas.microsoft.com/office/drawing/2014/main" id="{EB7C4233-532A-127C-8E21-38C7DEB9EA18}"/>
                </a:ext>
              </a:extLst>
            </p:cNvPr>
            <p:cNvSpPr txBox="1"/>
            <p:nvPr/>
          </p:nvSpPr>
          <p:spPr>
            <a:xfrm>
              <a:off x="4422961" y="1993040"/>
              <a:ext cx="1330418" cy="584775"/>
            </a:xfrm>
            <a:prstGeom prst="rect">
              <a:avLst/>
            </a:prstGeom>
            <a:noFill/>
          </p:spPr>
          <p:txBody>
            <a:bodyPr wrap="square" rtlCol="0">
              <a:spAutoFit/>
            </a:bodyPr>
            <a:lstStyle/>
            <a:p>
              <a:r>
                <a:rPr lang="en-GB" sz="3200" dirty="0">
                  <a:solidFill>
                    <a:srgbClr val="7030A0"/>
                  </a:solidFill>
                </a:rPr>
                <a:t>Name</a:t>
              </a:r>
            </a:p>
          </p:txBody>
        </p:sp>
      </p:grpSp>
      <p:grpSp>
        <p:nvGrpSpPr>
          <p:cNvPr id="5" name="Group 4">
            <a:extLst>
              <a:ext uri="{FF2B5EF4-FFF2-40B4-BE49-F238E27FC236}">
                <a16:creationId xmlns:a16="http://schemas.microsoft.com/office/drawing/2014/main" id="{5C083DB6-3057-54C9-AC03-19D525314A07}"/>
              </a:ext>
            </a:extLst>
          </p:cNvPr>
          <p:cNvGrpSpPr/>
          <p:nvPr/>
        </p:nvGrpSpPr>
        <p:grpSpPr>
          <a:xfrm>
            <a:off x="3504882" y="3388181"/>
            <a:ext cx="2959761" cy="584775"/>
            <a:chOff x="3504882" y="3388181"/>
            <a:chExt cx="2959761" cy="584775"/>
          </a:xfrm>
        </p:grpSpPr>
        <p:sp>
          <p:nvSpPr>
            <p:cNvPr id="55" name="Right Arrow 9">
              <a:extLst>
                <a:ext uri="{FF2B5EF4-FFF2-40B4-BE49-F238E27FC236}">
                  <a16:creationId xmlns:a16="http://schemas.microsoft.com/office/drawing/2014/main" id="{1A037B0F-AEF9-CA89-EADF-09BB62D8E211}"/>
                </a:ext>
              </a:extLst>
            </p:cNvPr>
            <p:cNvSpPr/>
            <p:nvPr/>
          </p:nvSpPr>
          <p:spPr>
            <a:xfrm rot="10800000">
              <a:off x="3504882" y="3456764"/>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7" name="TextBox 56">
              <a:extLst>
                <a:ext uri="{FF2B5EF4-FFF2-40B4-BE49-F238E27FC236}">
                  <a16:creationId xmlns:a16="http://schemas.microsoft.com/office/drawing/2014/main" id="{076158D0-449E-331E-02B8-6187272187CD}"/>
                </a:ext>
              </a:extLst>
            </p:cNvPr>
            <p:cNvSpPr txBox="1"/>
            <p:nvPr/>
          </p:nvSpPr>
          <p:spPr>
            <a:xfrm>
              <a:off x="4422961" y="3388181"/>
              <a:ext cx="2041682" cy="584775"/>
            </a:xfrm>
            <a:prstGeom prst="rect">
              <a:avLst/>
            </a:prstGeom>
            <a:noFill/>
          </p:spPr>
          <p:txBody>
            <a:bodyPr wrap="square" rtlCol="0">
              <a:spAutoFit/>
            </a:bodyPr>
            <a:lstStyle/>
            <a:p>
              <a:r>
                <a:rPr lang="en-GB" sz="3200" dirty="0">
                  <a:solidFill>
                    <a:srgbClr val="7030A0"/>
                  </a:solidFill>
                </a:rPr>
                <a:t>Attributes</a:t>
              </a:r>
            </a:p>
          </p:txBody>
        </p:sp>
      </p:gr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6" name="Group 5">
            <a:extLst>
              <a:ext uri="{FF2B5EF4-FFF2-40B4-BE49-F238E27FC236}">
                <a16:creationId xmlns:a16="http://schemas.microsoft.com/office/drawing/2014/main" id="{D042AC0D-1015-3A7D-1484-E042DE37F799}"/>
              </a:ext>
            </a:extLst>
          </p:cNvPr>
          <p:cNvGrpSpPr/>
          <p:nvPr/>
        </p:nvGrpSpPr>
        <p:grpSpPr>
          <a:xfrm>
            <a:off x="9895121" y="3179967"/>
            <a:ext cx="2087343" cy="595105"/>
            <a:chOff x="3511089" y="1993040"/>
            <a:chExt cx="2087343" cy="595105"/>
          </a:xfrm>
        </p:grpSpPr>
        <p:sp>
          <p:nvSpPr>
            <p:cNvPr id="7" name="Right Arrow 9">
              <a:extLst>
                <a:ext uri="{FF2B5EF4-FFF2-40B4-BE49-F238E27FC236}">
                  <a16:creationId xmlns:a16="http://schemas.microsoft.com/office/drawing/2014/main" id="{F8B8EFF9-543D-3932-D393-6902EF15D561}"/>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8" name="TextBox 7">
              <a:extLst>
                <a:ext uri="{FF2B5EF4-FFF2-40B4-BE49-F238E27FC236}">
                  <a16:creationId xmlns:a16="http://schemas.microsoft.com/office/drawing/2014/main" id="{AABE7F4F-31A2-99F3-8DE6-B6E7C9D4A7BA}"/>
                </a:ext>
              </a:extLst>
            </p:cNvPr>
            <p:cNvSpPr txBox="1"/>
            <p:nvPr/>
          </p:nvSpPr>
          <p:spPr>
            <a:xfrm>
              <a:off x="4422961" y="1993040"/>
              <a:ext cx="1175471" cy="584775"/>
            </a:xfrm>
            <a:prstGeom prst="rect">
              <a:avLst/>
            </a:prstGeom>
            <a:noFill/>
          </p:spPr>
          <p:txBody>
            <a:bodyPr wrap="square" rtlCol="0">
              <a:spAutoFit/>
            </a:bodyPr>
            <a:lstStyle/>
            <a:p>
              <a:r>
                <a:rPr lang="en-GB" sz="3200" dirty="0">
                  <a:solidFill>
                    <a:srgbClr val="7030A0"/>
                  </a:solidFill>
                </a:rPr>
                <a:t>Name</a:t>
              </a:r>
            </a:p>
          </p:txBody>
        </p:sp>
      </p:grpSp>
      <p:grpSp>
        <p:nvGrpSpPr>
          <p:cNvPr id="9" name="Group 8">
            <a:extLst>
              <a:ext uri="{FF2B5EF4-FFF2-40B4-BE49-F238E27FC236}">
                <a16:creationId xmlns:a16="http://schemas.microsoft.com/office/drawing/2014/main" id="{D07182A0-4D7C-0BEC-4FD4-043B53375ED5}"/>
              </a:ext>
            </a:extLst>
          </p:cNvPr>
          <p:cNvGrpSpPr/>
          <p:nvPr/>
        </p:nvGrpSpPr>
        <p:grpSpPr>
          <a:xfrm>
            <a:off x="7090851" y="5233282"/>
            <a:ext cx="1800000" cy="1456331"/>
            <a:chOff x="1466255" y="4908230"/>
            <a:chExt cx="1800000" cy="1471208"/>
          </a:xfrm>
        </p:grpSpPr>
        <p:sp>
          <p:nvSpPr>
            <p:cNvPr id="10" name="Right Arrow 9">
              <a:extLst>
                <a:ext uri="{FF2B5EF4-FFF2-40B4-BE49-F238E27FC236}">
                  <a16:creationId xmlns:a16="http://schemas.microsoft.com/office/drawing/2014/main" id="{92901AFD-7DA9-E3E1-5F7D-60761172648D}"/>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11" name="TextBox 10">
              <a:extLst>
                <a:ext uri="{FF2B5EF4-FFF2-40B4-BE49-F238E27FC236}">
                  <a16:creationId xmlns:a16="http://schemas.microsoft.com/office/drawing/2014/main" id="{4768A0A6-A514-97D6-DDE9-65BB3970B6E1}"/>
                </a:ext>
              </a:extLst>
            </p:cNvPr>
            <p:cNvSpPr txBox="1"/>
            <p:nvPr/>
          </p:nvSpPr>
          <p:spPr>
            <a:xfrm>
              <a:off x="1466255" y="5788689"/>
              <a:ext cx="1800000" cy="590749"/>
            </a:xfrm>
            <a:prstGeom prst="rect">
              <a:avLst/>
            </a:prstGeom>
            <a:noFill/>
          </p:spPr>
          <p:txBody>
            <a:bodyPr wrap="square" rtlCol="0">
              <a:spAutoFit/>
            </a:bodyPr>
            <a:lstStyle/>
            <a:p>
              <a:pPr algn="ctr"/>
              <a:r>
                <a:rPr lang="en-GB" sz="3200" dirty="0">
                  <a:solidFill>
                    <a:srgbClr val="7030A0"/>
                  </a:solidFill>
                </a:rPr>
                <a:t>Attribute</a:t>
              </a:r>
            </a:p>
          </p:txBody>
        </p:sp>
      </p:grpSp>
    </p:spTree>
    <p:extLst>
      <p:ext uri="{BB962C8B-B14F-4D97-AF65-F5344CB8AC3E}">
        <p14:creationId xmlns:p14="http://schemas.microsoft.com/office/powerpoint/2010/main" val="4198218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1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500"/>
                                        <p:tgtEl>
                                          <p:spTgt spid="39"/>
                                        </p:tgtEl>
                                      </p:cBhvr>
                                    </p:animEffect>
                                  </p:childTnLst>
                                </p:cTn>
                              </p:par>
                            </p:childTnLst>
                          </p:cTn>
                        </p:par>
                        <p:par>
                          <p:cTn id="28" fill="hold">
                            <p:stCondLst>
                              <p:cond delay="500"/>
                            </p:stCondLst>
                            <p:childTnLst>
                              <p:par>
                                <p:cTn id="29" presetID="10" presetClass="entr" presetSubtype="0" fill="hold"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1000"/>
                                        <p:tgtEl>
                                          <p:spTgt spid="26"/>
                                        </p:tgtEl>
                                      </p:cBhvr>
                                    </p:animEffect>
                                  </p:childTnLst>
                                </p:cTn>
                              </p:par>
                            </p:childTnLst>
                          </p:cTn>
                        </p:par>
                        <p:par>
                          <p:cTn id="32" fill="hold">
                            <p:stCondLst>
                              <p:cond delay="1500"/>
                            </p:stCondLst>
                            <p:childTnLst>
                              <p:par>
                                <p:cTn id="33" presetID="10" presetClass="entr" presetSubtype="0" fill="hold" nodeType="after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1000"/>
                                        <p:tgtEl>
                                          <p:spTgt spid="32"/>
                                        </p:tgtEl>
                                      </p:cBhvr>
                                    </p:animEffect>
                                  </p:childTnLst>
                                </p:cTn>
                              </p:par>
                            </p:childTnLst>
                          </p:cTn>
                        </p:par>
                        <p:par>
                          <p:cTn id="36" fill="hold">
                            <p:stCondLst>
                              <p:cond delay="2500"/>
                            </p:stCondLst>
                            <p:childTnLst>
                              <p:par>
                                <p:cTn id="37" presetID="10" presetClass="entr" presetSubtype="0" fill="hold" nodeType="afterEffect">
                                  <p:stCondLst>
                                    <p:cond delay="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1000"/>
                                        <p:tgtEl>
                                          <p:spTgt spid="35"/>
                                        </p:tgtEl>
                                      </p:cBhvr>
                                    </p:animEffect>
                                  </p:childTnLst>
                                </p:cTn>
                              </p:par>
                            </p:childTnLst>
                          </p:cTn>
                        </p:par>
                        <p:par>
                          <p:cTn id="40" fill="hold">
                            <p:stCondLst>
                              <p:cond delay="3500"/>
                            </p:stCondLst>
                            <p:childTnLst>
                              <p:par>
                                <p:cTn id="41" presetID="10" presetClass="entr" presetSubtype="0" fill="hold" nodeType="after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10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1500"/>
                                        <p:tgtEl>
                                          <p:spTgt spid="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1" fill="hold" nodeType="clickEffect">
                                  <p:stCondLst>
                                    <p:cond delay="0"/>
                                  </p:stCondLst>
                                  <p:childTnLst>
                                    <p:set>
                                      <p:cBhvr>
                                        <p:cTn id="52" dur="1" fill="hold">
                                          <p:stCondLst>
                                            <p:cond delay="0"/>
                                          </p:stCondLst>
                                        </p:cTn>
                                        <p:tgtEl>
                                          <p:spTgt spid="9"/>
                                        </p:tgtEl>
                                        <p:attrNameLst>
                                          <p:attrName>style.visibility</p:attrName>
                                        </p:attrNameLst>
                                      </p:cBhvr>
                                      <p:to>
                                        <p:strVal val="visible"/>
                                      </p:to>
                                    </p:set>
                                    <p:animEffect transition="in" filter="wipe(up)">
                                      <p:cBhvr>
                                        <p:cTn id="53"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spTree>
    <p:extLst>
      <p:ext uri="{BB962C8B-B14F-4D97-AF65-F5344CB8AC3E}">
        <p14:creationId xmlns:p14="http://schemas.microsoft.com/office/powerpoint/2010/main" val="669716453"/>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err="1"/>
                <a:t>pupilID</a:t>
              </a:r>
              <a:endParaRPr lang="en-GB" sz="3600"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0" name="TextBox 9">
            <a:extLst>
              <a:ext uri="{FF2B5EF4-FFF2-40B4-BE49-F238E27FC236}">
                <a16:creationId xmlns:a16="http://schemas.microsoft.com/office/drawing/2014/main" id="{36222909-F7FE-1DBD-B46D-B8FE16846092}"/>
              </a:ext>
            </a:extLst>
          </p:cNvPr>
          <p:cNvSpPr txBox="1"/>
          <p:nvPr/>
        </p:nvSpPr>
        <p:spPr>
          <a:xfrm>
            <a:off x="4639104" y="3508837"/>
            <a:ext cx="2913792" cy="646331"/>
          </a:xfrm>
          <a:prstGeom prst="rect">
            <a:avLst/>
          </a:prstGeom>
          <a:noFill/>
        </p:spPr>
        <p:txBody>
          <a:bodyPr wrap="square" rtlCol="0" anchor="ctr" anchorCtr="0">
            <a:spAutoFit/>
          </a:bodyPr>
          <a:lstStyle/>
          <a:p>
            <a:r>
              <a:rPr lang="en-GB" sz="3600" b="1" dirty="0">
                <a:solidFill>
                  <a:srgbClr val="7030A0"/>
                </a:solidFill>
              </a:rPr>
              <a:t>PK underlined</a:t>
            </a:r>
          </a:p>
        </p:txBody>
      </p:sp>
      <p:cxnSp>
        <p:nvCxnSpPr>
          <p:cNvPr id="13" name="Straight Connector 12">
            <a:extLst>
              <a:ext uri="{FF2B5EF4-FFF2-40B4-BE49-F238E27FC236}">
                <a16:creationId xmlns:a16="http://schemas.microsoft.com/office/drawing/2014/main" id="{0320D1A5-A702-82E6-DE29-45343BB8E315}"/>
              </a:ext>
            </a:extLst>
          </p:cNvPr>
          <p:cNvCxnSpPr>
            <a:cxnSpLocks/>
          </p:cNvCxnSpPr>
          <p:nvPr/>
        </p:nvCxnSpPr>
        <p:spPr>
          <a:xfrm>
            <a:off x="1533525" y="3101333"/>
            <a:ext cx="1656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00331DE-A66D-F169-CE39-D19F3C0DE700}"/>
              </a:ext>
            </a:extLst>
          </p:cNvPr>
          <p:cNvCxnSpPr>
            <a:cxnSpLocks/>
          </p:cNvCxnSpPr>
          <p:nvPr/>
        </p:nvCxnSpPr>
        <p:spPr>
          <a:xfrm>
            <a:off x="8847003" y="3101333"/>
            <a:ext cx="1512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Right Arrow 9">
            <a:extLst>
              <a:ext uri="{FF2B5EF4-FFF2-40B4-BE49-F238E27FC236}">
                <a16:creationId xmlns:a16="http://schemas.microsoft.com/office/drawing/2014/main" id="{C94ED22F-8452-163D-85D5-A3ED48A8F6FC}"/>
              </a:ext>
            </a:extLst>
          </p:cNvPr>
          <p:cNvSpPr/>
          <p:nvPr/>
        </p:nvSpPr>
        <p:spPr>
          <a:xfrm rot="16200000">
            <a:off x="1869203" y="5132169"/>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B7B19BF9-6E34-5C97-3810-B94C6343DDAC}"/>
              </a:ext>
            </a:extLst>
          </p:cNvPr>
          <p:cNvSpPr txBox="1"/>
          <p:nvPr/>
        </p:nvSpPr>
        <p:spPr>
          <a:xfrm>
            <a:off x="1639464" y="5822222"/>
            <a:ext cx="1330418" cy="646331"/>
          </a:xfrm>
          <a:prstGeom prst="rect">
            <a:avLst/>
          </a:prstGeom>
          <a:noFill/>
        </p:spPr>
        <p:txBody>
          <a:bodyPr wrap="square" rtlCol="0">
            <a:spAutoFit/>
          </a:bodyPr>
          <a:lstStyle/>
          <a:p>
            <a:pPr algn="ctr"/>
            <a:r>
              <a:rPr lang="en-GB" sz="3600" dirty="0">
                <a:solidFill>
                  <a:srgbClr val="7030A0"/>
                </a:solidFill>
              </a:rPr>
              <a:t>Entity</a:t>
            </a:r>
          </a:p>
        </p:txBody>
      </p:sp>
    </p:spTree>
    <p:extLst>
      <p:ext uri="{BB962C8B-B14F-4D97-AF65-F5344CB8AC3E}">
        <p14:creationId xmlns:p14="http://schemas.microsoft.com/office/powerpoint/2010/main" val="914793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wipe(left)">
                                      <p:cBhvr>
                                        <p:cTn id="17" dur="2000"/>
                                        <p:tgtEl>
                                          <p:spTgt spid="10">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10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wipe(left)">
                                      <p:cBhvr>
                                        <p:cTn id="27" dur="10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wipe(down)">
                                      <p:cBhvr>
                                        <p:cTn id="32" dur="1000"/>
                                        <p:tgtEl>
                                          <p:spTgt spid="21"/>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23">
                                            <p:txEl>
                                              <p:pRg st="0" end="0"/>
                                            </p:txEl>
                                          </p:spTgt>
                                        </p:tgtEl>
                                        <p:attrNameLst>
                                          <p:attrName>style.visibility</p:attrName>
                                        </p:attrNameLst>
                                      </p:cBhvr>
                                      <p:to>
                                        <p:strVal val="visible"/>
                                      </p:to>
                                    </p:set>
                                    <p:animEffect transition="in" filter="wipe(left)">
                                      <p:cBhvr>
                                        <p:cTn id="36" dur="1000"/>
                                        <p:tgtEl>
                                          <p:spTgt spid="2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21" grpId="0" animBg="1"/>
      <p:bldP spid="23" grpId="0" uiExpand="1" build="p"/>
    </p:bldLst>
  </p:timing>
</p:sld>
</file>

<file path=ppt/slides/slide1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808520573"/>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592925" y="5846691"/>
            <a:ext cx="6996383" cy="646331"/>
          </a:xfrm>
          <a:prstGeom prst="rect">
            <a:avLst/>
          </a:prstGeom>
          <a:noFill/>
        </p:spPr>
        <p:txBody>
          <a:bodyPr wrap="square" rtlCol="0" anchor="ctr" anchorCtr="0">
            <a:spAutoFit/>
          </a:bodyPr>
          <a:lstStyle/>
          <a:p>
            <a:pPr algn="ctr"/>
            <a:r>
              <a:rPr lang="en-GB" sz="3600" b="1" dirty="0">
                <a:solidFill>
                  <a:srgbClr val="7030A0"/>
                </a:solidFill>
              </a:rPr>
              <a:t>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 name="Many to Many">
            <a:extLst>
              <a:ext uri="{FF2B5EF4-FFF2-40B4-BE49-F238E27FC236}">
                <a16:creationId xmlns:a16="http://schemas.microsoft.com/office/drawing/2014/main" id="{8DEFC1F2-EF4B-C1D0-C9B8-431797FDB08F}"/>
              </a:ext>
            </a:extLst>
          </p:cNvPr>
          <p:cNvGrpSpPr/>
          <p:nvPr/>
        </p:nvGrpSpPr>
        <p:grpSpPr>
          <a:xfrm>
            <a:off x="3253386" y="2148697"/>
            <a:ext cx="5518182" cy="359999"/>
            <a:chOff x="4406141" y="5300546"/>
            <a:chExt cx="3303558" cy="359999"/>
          </a:xfrm>
        </p:grpSpPr>
        <p:cxnSp>
          <p:nvCxnSpPr>
            <p:cNvPr id="3" name="Straight Connector 2">
              <a:extLst>
                <a:ext uri="{FF2B5EF4-FFF2-40B4-BE49-F238E27FC236}">
                  <a16:creationId xmlns:a16="http://schemas.microsoft.com/office/drawing/2014/main" id="{CCB18A4B-1901-DFFD-D4FC-44FF35D4DB13}"/>
                </a:ext>
              </a:extLst>
            </p:cNvPr>
            <p:cNvCxnSpPr>
              <a:cxnSpLocks/>
            </p:cNvCxnSpPr>
            <p:nvPr/>
          </p:nvCxnSpPr>
          <p:spPr>
            <a:xfrm flipV="1">
              <a:off x="4406141" y="5489248"/>
              <a:ext cx="3303558"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52519" y="1978068"/>
            <a:ext cx="2026518" cy="3416320"/>
            <a:chOff x="7175029" y="1690688"/>
            <a:chExt cx="2026518"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9" y="1690688"/>
              <a:ext cx="2026517"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1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9" name="TextBox 48">
            <a:extLst>
              <a:ext uri="{FF2B5EF4-FFF2-40B4-BE49-F238E27FC236}">
                <a16:creationId xmlns:a16="http://schemas.microsoft.com/office/drawing/2014/main" id="{3E2043B9-FD80-4841-9113-F312E768322B}"/>
              </a:ext>
            </a:extLst>
          </p:cNvPr>
          <p:cNvSpPr txBox="1"/>
          <p:nvPr/>
        </p:nvSpPr>
        <p:spPr>
          <a:xfrm>
            <a:off x="1562958" y="6080587"/>
            <a:ext cx="9066084"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62" name="Group 61">
            <a:extLst>
              <a:ext uri="{FF2B5EF4-FFF2-40B4-BE49-F238E27FC236}">
                <a16:creationId xmlns:a16="http://schemas.microsoft.com/office/drawing/2014/main" id="{916F9611-39AE-4C5E-B95D-26153EC73ACB}"/>
              </a:ext>
            </a:extLst>
          </p:cNvPr>
          <p:cNvGrpSpPr/>
          <p:nvPr/>
        </p:nvGrpSpPr>
        <p:grpSpPr>
          <a:xfrm>
            <a:off x="2585495" y="2961191"/>
            <a:ext cx="6803554" cy="827810"/>
            <a:chOff x="2585495" y="2961191"/>
            <a:chExt cx="6803554" cy="827810"/>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2961191"/>
              <a:ext cx="3211009" cy="639107"/>
              <a:chOff x="4385495" y="2961191"/>
              <a:chExt cx="3211009" cy="639107"/>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349096" y="2961191"/>
                <a:ext cx="1493807" cy="523220"/>
              </a:xfrm>
              <a:prstGeom prst="rect">
                <a:avLst/>
              </a:prstGeom>
              <a:noFill/>
            </p:spPr>
            <p:txBody>
              <a:bodyPr wrap="none" rtlCol="0">
                <a:spAutoFit/>
              </a:bodyPr>
              <a:lstStyle/>
              <a:p>
                <a:r>
                  <a:rPr lang="en-GB" sz="2800" dirty="0"/>
                  <a:t>educates</a:t>
                </a:r>
              </a:p>
            </p:txBody>
          </p: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71910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1000"/>
                                        <p:tgtEl>
                                          <p:spTgt spid="6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fade">
                                      <p:cBhvr>
                                        <p:cTn id="12" dur="10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fade">
                                      <p:cBhvr>
                                        <p:cTn id="17" dur="1000"/>
                                        <p:tgtEl>
                                          <p:spTgt spid="54"/>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fade">
                                      <p:cBhvr>
                                        <p:cTn id="21" dur="1000"/>
                                        <p:tgtEl>
                                          <p:spTgt spid="53"/>
                                        </p:tgtEl>
                                      </p:cBhvr>
                                    </p:animEffect>
                                  </p:childTnLst>
                                </p:cTn>
                              </p:par>
                            </p:childTnLst>
                          </p:cTn>
                        </p:par>
                        <p:par>
                          <p:cTn id="22" fill="hold">
                            <p:stCondLst>
                              <p:cond delay="2000"/>
                            </p:stCondLst>
                            <p:childTnLst>
                              <p:par>
                                <p:cTn id="23" presetID="10"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animEffect transition="in" filter="fade">
                                      <p:cBhvr>
                                        <p:cTn id="25" dur="1000"/>
                                        <p:tgtEl>
                                          <p:spTgt spid="5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61"/>
                                        </p:tgtEl>
                                        <p:attrNameLst>
                                          <p:attrName>style.visibility</p:attrName>
                                        </p:attrNameLst>
                                      </p:cBhvr>
                                      <p:to>
                                        <p:strVal val="visible"/>
                                      </p:to>
                                    </p:set>
                                    <p:animEffect transition="in" filter="fade">
                                      <p:cBhvr>
                                        <p:cTn id="30" dur="1000"/>
                                        <p:tgtEl>
                                          <p:spTgt spid="6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10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59"/>
                                        </p:tgtEl>
                                        <p:attrNameLst>
                                          <p:attrName>style.visibility</p:attrName>
                                        </p:attrNameLst>
                                      </p:cBhvr>
                                      <p:to>
                                        <p:strVal val="visible"/>
                                      </p:to>
                                    </p:set>
                                    <p:animEffect transition="in" filter="fade">
                                      <p:cBhvr>
                                        <p:cTn id="40" dur="1000"/>
                                        <p:tgtEl>
                                          <p:spTgt spid="59"/>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58"/>
                                        </p:tgtEl>
                                        <p:attrNameLst>
                                          <p:attrName>style.visibility</p:attrName>
                                        </p:attrNameLst>
                                      </p:cBhvr>
                                      <p:to>
                                        <p:strVal val="visible"/>
                                      </p:to>
                                    </p:set>
                                    <p:animEffect transition="in" filter="fade">
                                      <p:cBhvr>
                                        <p:cTn id="44" dur="1000"/>
                                        <p:tgtEl>
                                          <p:spTgt spid="58"/>
                                        </p:tgtEl>
                                      </p:cBhvr>
                                    </p:animEffect>
                                  </p:childTnLst>
                                </p:cTn>
                              </p:par>
                            </p:childTnLst>
                          </p:cTn>
                        </p:par>
                        <p:par>
                          <p:cTn id="45" fill="hold">
                            <p:stCondLst>
                              <p:cond delay="2000"/>
                            </p:stCondLst>
                            <p:childTnLst>
                              <p:par>
                                <p:cTn id="46" presetID="10" presetClass="entr" presetSubtype="0" fill="hold" nodeType="afterEffect">
                                  <p:stCondLst>
                                    <p:cond delay="0"/>
                                  </p:stCondLst>
                                  <p:childTnLst>
                                    <p:set>
                                      <p:cBhvr>
                                        <p:cTn id="47" dur="1" fill="hold">
                                          <p:stCondLst>
                                            <p:cond delay="0"/>
                                          </p:stCondLst>
                                        </p:cTn>
                                        <p:tgtEl>
                                          <p:spTgt spid="56"/>
                                        </p:tgtEl>
                                        <p:attrNameLst>
                                          <p:attrName>style.visibility</p:attrName>
                                        </p:attrNameLst>
                                      </p:cBhvr>
                                      <p:to>
                                        <p:strVal val="visible"/>
                                      </p:to>
                                    </p:set>
                                    <p:animEffect transition="in" filter="fade">
                                      <p:cBhvr>
                                        <p:cTn id="48" dur="1000"/>
                                        <p:tgtEl>
                                          <p:spTgt spid="5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49">
                                            <p:txEl>
                                              <p:pRg st="0" end="0"/>
                                            </p:txEl>
                                          </p:spTgt>
                                        </p:tgtEl>
                                        <p:attrNameLst>
                                          <p:attrName>style.visibility</p:attrName>
                                        </p:attrNameLst>
                                      </p:cBhvr>
                                      <p:to>
                                        <p:strVal val="visible"/>
                                      </p:to>
                                    </p:set>
                                    <p:animEffect transition="in" filter="wipe(left)">
                                      <p:cBhvr>
                                        <p:cTn id="53" dur="2000"/>
                                        <p:tgtEl>
                                          <p:spTgt spid="4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uiExpand="1" build="p"/>
    </p:bldLst>
  </p:timing>
</p:sld>
</file>

<file path=ppt/slides/slide19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916F9611-39AE-4C5E-B95D-26153EC73ACB}"/>
              </a:ext>
            </a:extLst>
          </p:cNvPr>
          <p:cNvGrpSpPr/>
          <p:nvPr/>
        </p:nvGrpSpPr>
        <p:grpSpPr>
          <a:xfrm>
            <a:off x="2585495" y="3069000"/>
            <a:ext cx="6803554" cy="720001"/>
            <a:chOff x="2585495" y="3069000"/>
            <a:chExt cx="6803554" cy="720001"/>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3240299"/>
              <a:ext cx="3211009" cy="359999"/>
              <a:chOff x="4385495" y="3240299"/>
              <a:chExt cx="3211009" cy="359999"/>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39992985"/>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sp>
        <p:nvSpPr>
          <p:cNvPr id="12" name="TextBox 11">
            <a:extLst>
              <a:ext uri="{FF2B5EF4-FFF2-40B4-BE49-F238E27FC236}">
                <a16:creationId xmlns:a16="http://schemas.microsoft.com/office/drawing/2014/main" id="{04922DB4-E3E8-4CF4-A4E2-621E15D7DA29}"/>
              </a:ext>
            </a:extLst>
          </p:cNvPr>
          <p:cNvSpPr txBox="1"/>
          <p:nvPr/>
        </p:nvSpPr>
        <p:spPr>
          <a:xfrm>
            <a:off x="1566320" y="6080587"/>
            <a:ext cx="9059361"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15" name="Group 14">
            <a:extLst>
              <a:ext uri="{FF2B5EF4-FFF2-40B4-BE49-F238E27FC236}">
                <a16:creationId xmlns:a16="http://schemas.microsoft.com/office/drawing/2014/main" id="{779110AE-3899-4EB1-88A8-02F79F11D5AB}"/>
              </a:ext>
            </a:extLst>
          </p:cNvPr>
          <p:cNvGrpSpPr/>
          <p:nvPr/>
        </p:nvGrpSpPr>
        <p:grpSpPr>
          <a:xfrm>
            <a:off x="4794797" y="2141047"/>
            <a:ext cx="2380233" cy="1209220"/>
            <a:chOff x="4971129" y="2141047"/>
            <a:chExt cx="2203901" cy="1209220"/>
          </a:xfrm>
        </p:grpSpPr>
        <p:grpSp>
          <p:nvGrpSpPr>
            <p:cNvPr id="13" name="Group 12">
              <a:extLst>
                <a:ext uri="{FF2B5EF4-FFF2-40B4-BE49-F238E27FC236}">
                  <a16:creationId xmlns:a16="http://schemas.microsoft.com/office/drawing/2014/main" id="{EC8DFF32-96F2-4571-BBF3-A5D2E50DF81A}"/>
                </a:ext>
              </a:extLst>
            </p:cNvPr>
            <p:cNvGrpSpPr/>
            <p:nvPr/>
          </p:nvGrpSpPr>
          <p:grpSpPr>
            <a:xfrm>
              <a:off x="4971129" y="2643188"/>
              <a:ext cx="2203901"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365A4904-DD2F-4FE6-BACB-463E7D0213EC}"/>
                </a:ext>
              </a:extLst>
            </p:cNvPr>
            <p:cNvSpPr txBox="1"/>
            <p:nvPr/>
          </p:nvSpPr>
          <p:spPr>
            <a:xfrm>
              <a:off x="5326176" y="2141047"/>
              <a:ext cx="1493807" cy="523220"/>
            </a:xfrm>
            <a:prstGeom prst="rect">
              <a:avLst/>
            </a:prstGeom>
            <a:noFill/>
          </p:spPr>
          <p:txBody>
            <a:bodyPr wrap="none" rtlCol="0">
              <a:spAutoFit/>
            </a:bodyPr>
            <a:lstStyle/>
            <a:p>
              <a:r>
                <a:rPr lang="en-GB" sz="2800" dirty="0"/>
                <a:t>educates</a:t>
              </a:r>
            </a:p>
          </p:txBody>
        </p: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592100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xEl>
                                              <p:pRg st="0" end="0"/>
                                            </p:txEl>
                                          </p:spTgt>
                                        </p:tgtEl>
                                        <p:attrNameLst>
                                          <p:attrName>style.visibility</p:attrName>
                                        </p:attrNameLst>
                                      </p:cBhvr>
                                      <p:to>
                                        <p:strVal val="visible"/>
                                      </p:to>
                                    </p:set>
                                    <p:animEffect transition="in" filter="wipe(left)">
                                      <p:cBhvr>
                                        <p:cTn id="22"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1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grpSp>
        <p:nvGrpSpPr>
          <p:cNvPr id="13" name="Group 12">
            <a:extLst>
              <a:ext uri="{FF2B5EF4-FFF2-40B4-BE49-F238E27FC236}">
                <a16:creationId xmlns:a16="http://schemas.microsoft.com/office/drawing/2014/main" id="{EC8DFF32-96F2-4571-BBF3-A5D2E50DF81A}"/>
              </a:ext>
            </a:extLst>
          </p:cNvPr>
          <p:cNvGrpSpPr/>
          <p:nvPr/>
        </p:nvGrpSpPr>
        <p:grpSpPr>
          <a:xfrm>
            <a:off x="4794797" y="2643188"/>
            <a:ext cx="2380233"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1918048754"/>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4845196" y="2817613"/>
            <a:ext cx="2284151" cy="646331"/>
          </a:xfrm>
          <a:prstGeom prst="rect">
            <a:avLst/>
          </a:prstGeom>
          <a:noFill/>
        </p:spPr>
        <p:txBody>
          <a:bodyPr wrap="none" rtlCol="0">
            <a:spAutoFit/>
          </a:bodyPr>
          <a:lstStyle/>
          <a:p>
            <a:pPr algn="ctr"/>
            <a:r>
              <a:rPr lang="en-GB" sz="3600" dirty="0"/>
              <a:t>description</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7129347" y="1991535"/>
            <a:ext cx="2049930" cy="492070"/>
          </a:xfrm>
          <a:prstGeom prst="callout2">
            <a:avLst>
              <a:gd name="adj1" fmla="val 49201"/>
              <a:gd name="adj2" fmla="val -108"/>
              <a:gd name="adj3" fmla="val 49928"/>
              <a:gd name="adj4" fmla="val -57312"/>
              <a:gd name="adj5" fmla="val 187803"/>
              <a:gd name="adj6" fmla="val -576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Relationship</a:t>
            </a:r>
          </a:p>
        </p:txBody>
      </p: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55DC47B9-3D2E-4E16-9AC3-CBB2180D962E}"/>
              </a:ext>
            </a:extLst>
          </p:cNvPr>
          <p:cNvSpPr txBox="1"/>
          <p:nvPr/>
        </p:nvSpPr>
        <p:spPr>
          <a:xfrm>
            <a:off x="5477196" y="4700315"/>
            <a:ext cx="1020151" cy="646331"/>
          </a:xfrm>
          <a:prstGeom prst="rect">
            <a:avLst/>
          </a:prstGeom>
          <a:noFill/>
        </p:spPr>
        <p:txBody>
          <a:bodyPr wrap="none" rtlCol="0">
            <a:spAutoFit/>
          </a:bodyPr>
          <a:lstStyle/>
          <a:p>
            <a:pPr algn="ctr"/>
            <a:r>
              <a:rPr lang="en-GB" sz="3600" dirty="0"/>
              <a:t>verb</a:t>
            </a:r>
          </a:p>
        </p:txBody>
      </p:sp>
      <p:sp>
        <p:nvSpPr>
          <p:cNvPr id="14" name="TextBox 13">
            <a:extLst>
              <a:ext uri="{FF2B5EF4-FFF2-40B4-BE49-F238E27FC236}">
                <a16:creationId xmlns:a16="http://schemas.microsoft.com/office/drawing/2014/main" id="{CDF67095-1826-46BB-BF76-59AEAED3364C}"/>
              </a:ext>
            </a:extLst>
          </p:cNvPr>
          <p:cNvSpPr txBox="1"/>
          <p:nvPr/>
        </p:nvSpPr>
        <p:spPr>
          <a:xfrm>
            <a:off x="2597808" y="6086892"/>
            <a:ext cx="6996383" cy="584775"/>
          </a:xfrm>
          <a:prstGeom prst="rect">
            <a:avLst/>
          </a:prstGeom>
          <a:noFill/>
        </p:spPr>
        <p:txBody>
          <a:bodyPr wrap="square" rtlCol="0" anchor="ctr" anchorCtr="0">
            <a:spAutoFit/>
          </a:bodyPr>
          <a:lstStyle/>
          <a:p>
            <a:pPr algn="ctr"/>
            <a:r>
              <a:rPr lang="en-GB" sz="3200" b="1" dirty="0">
                <a:solidFill>
                  <a:srgbClr val="7030A0"/>
                </a:solidFill>
              </a:rPr>
              <a:t>Attributes not always shown</a:t>
            </a:r>
          </a:p>
        </p:txBody>
      </p:sp>
    </p:spTree>
    <p:extLst>
      <p:ext uri="{BB962C8B-B14F-4D97-AF65-F5344CB8AC3E}">
        <p14:creationId xmlns:p14="http://schemas.microsoft.com/office/powerpoint/2010/main" val="2467363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1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wipe(left)">
                                      <p:cBhvr>
                                        <p:cTn id="27" dur="10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1000"/>
                                        <p:tgtEl>
                                          <p:spTgt spid="9"/>
                                        </p:tgtEl>
                                      </p:cBhvr>
                                    </p:animEffect>
                                  </p:childTnLst>
                                </p:cTn>
                              </p:par>
                            </p:childTnLst>
                          </p:cTn>
                        </p:par>
                        <p:par>
                          <p:cTn id="33" fill="hold">
                            <p:stCondLst>
                              <p:cond delay="1000"/>
                            </p:stCondLst>
                            <p:childTnLst>
                              <p:par>
                                <p:cTn id="34" presetID="10" presetClass="entr" presetSubtype="0" fill="hold" grpId="0"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1000"/>
                                        <p:tgtEl>
                                          <p:spTgt spid="11"/>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1" dur="1000"/>
                                        <p:tgtEl>
                                          <p:spTgt spid="12"/>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1000"/>
                                        <p:tgtEl>
                                          <p:spTgt spid="1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14">
                                            <p:txEl>
                                              <p:pRg st="0" end="0"/>
                                            </p:txEl>
                                          </p:spTgt>
                                        </p:tgtEl>
                                        <p:attrNameLst>
                                          <p:attrName>style.visibility</p:attrName>
                                        </p:attrNameLst>
                                      </p:cBhvr>
                                      <p:to>
                                        <p:strVal val="visible"/>
                                      </p:to>
                                    </p:set>
                                    <p:animEffect transition="in" filter="wipe(left)">
                                      <p:cBhvr>
                                        <p:cTn id="50"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38" grpId="0"/>
      <p:bldP spid="27" grpId="0" animBg="1"/>
      <p:bldP spid="9" grpId="0" animBg="1"/>
      <p:bldP spid="11" grpId="0" animBg="1"/>
      <p:bldP spid="13" grpId="0"/>
      <p:bldP spid="14" grpId="0" uiExpand="1" build="p"/>
    </p:bldLst>
  </p:timing>
</p:sld>
</file>

<file path=ppt/slides/slide1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010465"/>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4" y="2159766"/>
              <a:ext cx="1245854" cy="646331"/>
            </a:xfrm>
            <a:prstGeom prst="rect">
              <a:avLst/>
            </a:prstGeom>
            <a:noFill/>
          </p:spPr>
          <p:txBody>
            <a:bodyPr wrap="none" rtlCol="0">
              <a:spAutoFit/>
            </a:bodyPr>
            <a:lstStyle/>
            <a:p>
              <a:pPr algn="ctr"/>
              <a:r>
                <a:rPr lang="en-GB" sz="3600" dirty="0"/>
                <a:t>name</a:t>
              </a:r>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DA6A6EF-3CBA-4A05-A07C-FC50A86F6760}"/>
              </a:ext>
            </a:extLst>
          </p:cNvPr>
          <p:cNvSpPr txBox="1"/>
          <p:nvPr/>
        </p:nvSpPr>
        <p:spPr>
          <a:xfrm>
            <a:off x="5443321" y="3728738"/>
            <a:ext cx="1164101" cy="646331"/>
          </a:xfrm>
          <a:prstGeom prst="rect">
            <a:avLst/>
          </a:prstGeom>
          <a:noFill/>
        </p:spPr>
        <p:txBody>
          <a:bodyPr wrap="none" rtlCol="0">
            <a:spAutoFit/>
          </a:bodyPr>
          <a:lstStyle/>
          <a:p>
            <a:r>
              <a:rPr lang="en-GB" sz="3600" dirty="0"/>
              <a:t>leads</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1</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spTree>
    <p:extLst>
      <p:ext uri="{BB962C8B-B14F-4D97-AF65-F5344CB8AC3E}">
        <p14:creationId xmlns:p14="http://schemas.microsoft.com/office/powerpoint/2010/main" val="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left)">
                                      <p:cBhvr>
                                        <p:cTn id="32" dur="10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26" grpId="0"/>
      <p:bldP spid="27" grpId="0" animBg="1"/>
      <p:bldP spid="16" grpId="0" animBg="1"/>
    </p:bldLst>
  </p:timing>
</p:sld>
</file>

<file path=ppt/slides/slide2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5" y="2159766"/>
              <a:ext cx="1245854" cy="646331"/>
            </a:xfrm>
            <a:prstGeom prst="rect">
              <a:avLst/>
            </a:prstGeom>
            <a:noFill/>
          </p:spPr>
          <p:txBody>
            <a:bodyPr wrap="none" rtlCol="0">
              <a:spAutoFit/>
            </a:bodyPr>
            <a:lstStyle/>
            <a:p>
              <a:pPr algn="ctr"/>
              <a:r>
                <a:rPr lang="en-GB" sz="3600" dirty="0"/>
                <a:t>name</a:t>
              </a:r>
              <a:endParaRPr lang="en-GB" sz="2800" dirty="0"/>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9555592"/>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181834"/>
            <a:ext cx="6803554" cy="962197"/>
            <a:chOff x="2706145" y="3399680"/>
            <a:chExt cx="6803554" cy="962197"/>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9" name="1 to Many">
              <a:extLst>
                <a:ext uri="{FF2B5EF4-FFF2-40B4-BE49-F238E27FC236}">
                  <a16:creationId xmlns:a16="http://schemas.microsoft.com/office/drawing/2014/main" id="{CE50A091-EFC1-4B83-8897-1A586E64CAD7}"/>
                </a:ext>
              </a:extLst>
            </p:cNvPr>
            <p:cNvGrpSpPr/>
            <p:nvPr/>
          </p:nvGrpSpPr>
          <p:grpSpPr>
            <a:xfrm>
              <a:off x="4506145" y="3813175"/>
              <a:ext cx="3203554" cy="359999"/>
              <a:chOff x="4506145" y="3813175"/>
              <a:chExt cx="3203554" cy="359999"/>
            </a:xfrm>
          </p:grpSpPr>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B43FACB-F37B-4EF5-84A1-CB8204CE3451}"/>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953D9A6-C305-4AAC-BCA6-542E984C1CA1}"/>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0" name="TextBox 29">
              <a:extLst>
                <a:ext uri="{FF2B5EF4-FFF2-40B4-BE49-F238E27FC236}">
                  <a16:creationId xmlns:a16="http://schemas.microsoft.com/office/drawing/2014/main" id="{38FDF8BB-0126-4237-8383-DB35B0B3EE27}"/>
                </a:ext>
              </a:extLst>
            </p:cNvPr>
            <p:cNvSpPr txBox="1"/>
            <p:nvPr/>
          </p:nvSpPr>
          <p:spPr>
            <a:xfrm>
              <a:off x="5484995" y="3399680"/>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grpSp>
        <p:nvGrpSpPr>
          <p:cNvPr id="37" name="1 to Many">
            <a:extLst>
              <a:ext uri="{FF2B5EF4-FFF2-40B4-BE49-F238E27FC236}">
                <a16:creationId xmlns:a16="http://schemas.microsoft.com/office/drawing/2014/main" id="{1A6286F3-A45C-4E0F-972A-D637064667D5}"/>
              </a:ext>
            </a:extLst>
          </p:cNvPr>
          <p:cNvGrpSpPr/>
          <p:nvPr/>
        </p:nvGrpSpPr>
        <p:grpSpPr>
          <a:xfrm>
            <a:off x="4423595" y="4130906"/>
            <a:ext cx="3203554" cy="359999"/>
            <a:chOff x="4506145" y="3813175"/>
            <a:chExt cx="3203554" cy="359999"/>
          </a:xfrm>
        </p:grpSpPr>
        <p:cxnSp>
          <p:nvCxnSpPr>
            <p:cNvPr id="40" name="Straight Connector 39">
              <a:extLst>
                <a:ext uri="{FF2B5EF4-FFF2-40B4-BE49-F238E27FC236}">
                  <a16:creationId xmlns:a16="http://schemas.microsoft.com/office/drawing/2014/main" id="{42F9BEA2-FAA4-4C9A-AC72-C7AB758AC3D1}"/>
                </a:ext>
              </a:extLst>
            </p:cNvPr>
            <p:cNvCxnSpPr>
              <a:stCxn id="35" idx="3"/>
              <a:endCxn id="36"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31A8479-05C0-435B-A325-10D60B624CB9}"/>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DFB1415-79CD-4736-B18F-06C1771E0E03}"/>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9A331333-6526-4CF3-B84D-93950069E577}"/>
              </a:ext>
            </a:extLst>
          </p:cNvPr>
          <p:cNvSpPr txBox="1"/>
          <p:nvPr/>
        </p:nvSpPr>
        <p:spPr>
          <a:xfrm>
            <a:off x="5092392" y="3706670"/>
            <a:ext cx="1865960" cy="646331"/>
          </a:xfrm>
          <a:prstGeom prst="rect">
            <a:avLst/>
          </a:prstGeom>
          <a:noFill/>
        </p:spPr>
        <p:txBody>
          <a:bodyPr wrap="none" rtlCol="0">
            <a:spAutoFit/>
          </a:bodyPr>
          <a:lstStyle/>
          <a:p>
            <a:pPr algn="ctr"/>
            <a:r>
              <a:rPr lang="en-GB" sz="3600" dirty="0"/>
              <a:t>educates</a:t>
            </a:r>
          </a:p>
        </p:txBody>
      </p:sp>
    </p:spTree>
    <p:extLst>
      <p:ext uri="{BB962C8B-B14F-4D97-AF65-F5344CB8AC3E}">
        <p14:creationId xmlns:p14="http://schemas.microsoft.com/office/powerpoint/2010/main" val="3552811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10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10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10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wipe(left)">
                                      <p:cBhvr>
                                        <p:cTn id="32" dur="10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35" grpId="0" animBg="1"/>
      <p:bldP spid="36" grpId="0" animBg="1"/>
      <p:bldP spid="39" grpId="0"/>
    </p:bldLst>
  </p:timing>
</p:sld>
</file>

<file path=ppt/slides/slide2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215226"/>
            <a:ext cx="6803554" cy="928805"/>
            <a:chOff x="2706145" y="3433072"/>
            <a:chExt cx="6803554" cy="928805"/>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8FDF8BB-0126-4237-8383-DB35B0B3EE27}"/>
                </a:ext>
              </a:extLst>
            </p:cNvPr>
            <p:cNvSpPr txBox="1"/>
            <p:nvPr/>
          </p:nvSpPr>
          <p:spPr>
            <a:xfrm>
              <a:off x="5484995" y="3433072"/>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cxnSp>
        <p:nvCxnSpPr>
          <p:cNvPr id="40" name="Straight Connector 39">
            <a:extLst>
              <a:ext uri="{FF2B5EF4-FFF2-40B4-BE49-F238E27FC236}">
                <a16:creationId xmlns:a16="http://schemas.microsoft.com/office/drawing/2014/main" id="{42F9BEA2-FAA4-4C9A-AC72-C7AB758AC3D1}"/>
              </a:ext>
            </a:extLst>
          </p:cNvPr>
          <p:cNvCxnSpPr>
            <a:cxnSpLocks/>
            <a:stCxn id="35" idx="3"/>
            <a:endCxn id="36"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1849371"/>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01778"/>
            <a:ext cx="6803554" cy="936183"/>
            <a:chOff x="2706145" y="4913065"/>
            <a:chExt cx="6803554" cy="936183"/>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5484995" y="4913065"/>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338613" y="3738753"/>
            <a:ext cx="1514774" cy="646331"/>
          </a:xfrm>
          <a:prstGeom prst="rect">
            <a:avLst/>
          </a:prstGeom>
          <a:noFill/>
        </p:spPr>
        <p:txBody>
          <a:bodyPr wrap="none" rtlCol="0">
            <a:spAutoFit/>
          </a:bodyPr>
          <a:lstStyle/>
          <a:p>
            <a:pPr algn="ctr"/>
            <a:r>
              <a:rPr lang="en-GB" sz="3600" dirty="0"/>
              <a:t>studies</a:t>
            </a:r>
            <a:endParaRPr lang="en-GB" sz="2800" dirty="0"/>
          </a:p>
        </p:txBody>
      </p:sp>
    </p:spTree>
    <p:extLst>
      <p:ext uri="{BB962C8B-B14F-4D97-AF65-F5344CB8AC3E}">
        <p14:creationId xmlns:p14="http://schemas.microsoft.com/office/powerpoint/2010/main" val="3053095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0"/>
                                        </p:tgtEl>
                                        <p:attrNameLst>
                                          <p:attrName>style.visibility</p:attrName>
                                        </p:attrNameLst>
                                      </p:cBhvr>
                                      <p:to>
                                        <p:strVal val="visible"/>
                                      </p:to>
                                    </p:set>
                                    <p:animEffect transition="in" filter="fade">
                                      <p:cBhvr>
                                        <p:cTn id="32" dur="10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Lst>
  </p:timing>
</p:sld>
</file>

<file path=ppt/slides/slide2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4F052754-CF53-4CC5-81E2-201FFCF1ADEF}"/>
                </a:ext>
              </a:extLst>
            </p:cNvPr>
            <p:cNvSpPr txBox="1"/>
            <p:nvPr/>
          </p:nvSpPr>
          <p:spPr>
            <a:xfrm>
              <a:off x="5484995" y="4926513"/>
              <a:ext cx="1245854" cy="646331"/>
            </a:xfrm>
            <a:prstGeom prst="rect">
              <a:avLst/>
            </a:prstGeom>
            <a:noFill/>
          </p:spPr>
          <p:txBody>
            <a:bodyPr wrap="none" rtlCol="0">
              <a:spAutoFit/>
            </a:bodyPr>
            <a:lstStyle/>
            <a:p>
              <a:pPr algn="ctr"/>
              <a:r>
                <a:rPr lang="en-GB" sz="3600" dirty="0"/>
                <a:t>name</a:t>
              </a:r>
              <a:endParaRPr lang="en-GB" sz="2800" dirty="0"/>
            </a:p>
          </p:txBody>
        </p:sp>
      </p:grpSp>
      <p:grpSp>
        <p:nvGrpSpPr>
          <p:cNvPr id="46" name="Group 45">
            <a:extLst>
              <a:ext uri="{FF2B5EF4-FFF2-40B4-BE49-F238E27FC236}">
                <a16:creationId xmlns:a16="http://schemas.microsoft.com/office/drawing/2014/main" id="{602BC1CE-A6F5-4697-A5B6-84740B19B096}"/>
              </a:ext>
            </a:extLst>
          </p:cNvPr>
          <p:cNvGrpSpPr/>
          <p:nvPr/>
        </p:nvGrpSpPr>
        <p:grpSpPr>
          <a:xfrm>
            <a:off x="2623595" y="3959608"/>
            <a:ext cx="6803554" cy="720000"/>
            <a:chOff x="2706145" y="5129248"/>
            <a:chExt cx="6803554" cy="720000"/>
          </a:xfrm>
        </p:grpSpPr>
        <p:sp>
          <p:nvSpPr>
            <p:cNvPr id="47" name="Entity 5">
              <a:extLst>
                <a:ext uri="{FF2B5EF4-FFF2-40B4-BE49-F238E27FC236}">
                  <a16:creationId xmlns:a16="http://schemas.microsoft.com/office/drawing/2014/main" id="{0C63B20E-9FDF-4898-BD04-878DC12660F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1034504"/>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Cardinality</a:t>
            </a:r>
          </a:p>
        </p:txBody>
      </p:sp>
      <p:grpSp>
        <p:nvGrpSpPr>
          <p:cNvPr id="7" name="Group 6">
            <a:extLst>
              <a:ext uri="{FF2B5EF4-FFF2-40B4-BE49-F238E27FC236}">
                <a16:creationId xmlns:a16="http://schemas.microsoft.com/office/drawing/2014/main" id="{93BF6E71-68AD-46BA-BC30-0C5B24D2161F}"/>
              </a:ext>
            </a:extLst>
          </p:cNvPr>
          <p:cNvGrpSpPr/>
          <p:nvPr/>
        </p:nvGrpSpPr>
        <p:grpSpPr>
          <a:xfrm>
            <a:off x="2706145" y="1931207"/>
            <a:ext cx="6803554" cy="943299"/>
            <a:chOff x="2706145" y="1931207"/>
            <a:chExt cx="6803554" cy="943299"/>
          </a:xfrm>
        </p:grpSpPr>
        <p:sp>
          <p:nvSpPr>
            <p:cNvPr id="8" name="Entity 1">
              <a:extLst>
                <a:ext uri="{FF2B5EF4-FFF2-40B4-BE49-F238E27FC236}">
                  <a16:creationId xmlns:a16="http://schemas.microsoft.com/office/drawing/2014/main" id="{9E8D577D-F9B0-4C26-95CB-954FFDF61DBD}"/>
                </a:ext>
              </a:extLst>
            </p:cNvPr>
            <p:cNvSpPr txBox="1"/>
            <p:nvPr/>
          </p:nvSpPr>
          <p:spPr>
            <a:xfrm>
              <a:off x="2706145" y="2154506"/>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709699" y="2154505"/>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506145" y="2514505"/>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80827" y="1931207"/>
              <a:ext cx="1254189" cy="646331"/>
            </a:xfrm>
            <a:prstGeom prst="rect">
              <a:avLst/>
            </a:prstGeom>
            <a:noFill/>
          </p:spPr>
          <p:txBody>
            <a:bodyPr wrap="none" rtlCol="0">
              <a:spAutoFit/>
            </a:bodyPr>
            <a:lstStyle/>
            <a:p>
              <a:pPr algn="ctr"/>
              <a:r>
                <a:rPr lang="en-GB" sz="3600" dirty="0"/>
                <a:t>1 to 1</a:t>
              </a:r>
            </a:p>
          </p:txBody>
        </p:sp>
      </p:grpSp>
      <p:grpSp>
        <p:nvGrpSpPr>
          <p:cNvPr id="2" name="Group 1">
            <a:extLst>
              <a:ext uri="{FF2B5EF4-FFF2-40B4-BE49-F238E27FC236}">
                <a16:creationId xmlns:a16="http://schemas.microsoft.com/office/drawing/2014/main" id="{E3B63835-D85A-42E4-A049-D44FAD5CD4AD}"/>
              </a:ext>
            </a:extLst>
          </p:cNvPr>
          <p:cNvGrpSpPr/>
          <p:nvPr/>
        </p:nvGrpSpPr>
        <p:grpSpPr>
          <a:xfrm>
            <a:off x="2706145" y="3429000"/>
            <a:ext cx="6803554" cy="932877"/>
            <a:chOff x="2706145" y="3429000"/>
            <a:chExt cx="6803554" cy="932877"/>
          </a:xfrm>
        </p:grpSpPr>
        <p:sp>
          <p:nvSpPr>
            <p:cNvPr id="11" name="Entity 3">
              <a:extLst>
                <a:ext uri="{FF2B5EF4-FFF2-40B4-BE49-F238E27FC236}">
                  <a16:creationId xmlns:a16="http://schemas.microsoft.com/office/drawing/2014/main" id="{9E8D577D-F9B0-4C26-95CB-954FFDF61DBD}"/>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2" name="Entity 4">
              <a:extLst>
                <a:ext uri="{FF2B5EF4-FFF2-40B4-BE49-F238E27FC236}">
                  <a16:creationId xmlns:a16="http://schemas.microsoft.com/office/drawing/2014/main" id="{06B8E8D6-C037-4571-B1CB-E4BD14A48ED7}"/>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8" name="1 to Many"/>
            <p:cNvGrpSpPr/>
            <p:nvPr/>
          </p:nvGrpSpPr>
          <p:grpSpPr>
            <a:xfrm>
              <a:off x="4506145" y="3813175"/>
              <a:ext cx="3203554" cy="359999"/>
              <a:chOff x="4506145" y="3813175"/>
              <a:chExt cx="3203554" cy="359999"/>
            </a:xfrm>
          </p:grpSpPr>
          <p:cxnSp>
            <p:nvCxnSpPr>
              <p:cNvPr id="15" name="Straight Connector 14"/>
              <p:cNvCxnSpPr>
                <a:stCxn id="11" idx="3"/>
                <a:endCxn id="12"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663E3461-DC5D-48CF-AE13-69B629EAA16E}"/>
                </a:ext>
              </a:extLst>
            </p:cNvPr>
            <p:cNvSpPr txBox="1"/>
            <p:nvPr/>
          </p:nvSpPr>
          <p:spPr>
            <a:xfrm>
              <a:off x="5069144" y="3429000"/>
              <a:ext cx="2077556" cy="646331"/>
            </a:xfrm>
            <a:prstGeom prst="rect">
              <a:avLst/>
            </a:prstGeom>
            <a:noFill/>
          </p:spPr>
          <p:txBody>
            <a:bodyPr wrap="none" rtlCol="0">
              <a:spAutoFit/>
            </a:bodyPr>
            <a:lstStyle/>
            <a:p>
              <a:pPr algn="ctr"/>
              <a:r>
                <a:rPr lang="en-GB" sz="3600" dirty="0"/>
                <a:t>1 to Many</a:t>
              </a:r>
            </a:p>
          </p:txBody>
        </p:sp>
      </p:grpSp>
      <p:grpSp>
        <p:nvGrpSpPr>
          <p:cNvPr id="5" name="Group 4">
            <a:extLst>
              <a:ext uri="{FF2B5EF4-FFF2-40B4-BE49-F238E27FC236}">
                <a16:creationId xmlns:a16="http://schemas.microsoft.com/office/drawing/2014/main" id="{DA85B904-E480-48C3-9BF4-6DC242BF4182}"/>
              </a:ext>
            </a:extLst>
          </p:cNvPr>
          <p:cNvGrpSpPr/>
          <p:nvPr/>
        </p:nvGrpSpPr>
        <p:grpSpPr>
          <a:xfrm>
            <a:off x="2706145" y="4946603"/>
            <a:ext cx="6803554" cy="902645"/>
            <a:chOff x="2706145" y="4946603"/>
            <a:chExt cx="6803554" cy="902645"/>
          </a:xfrm>
        </p:grpSpPr>
        <p:sp>
          <p:nvSpPr>
            <p:cNvPr id="13" name="Entity 5">
              <a:extLst>
                <a:ext uri="{FF2B5EF4-FFF2-40B4-BE49-F238E27FC236}">
                  <a16:creationId xmlns:a16="http://schemas.microsoft.com/office/drawing/2014/main" id="{9E8D577D-F9B0-4C26-95CB-954FFDF61DB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4" name="Entity 6">
              <a:extLst>
                <a:ext uri="{FF2B5EF4-FFF2-40B4-BE49-F238E27FC236}">
                  <a16:creationId xmlns:a16="http://schemas.microsoft.com/office/drawing/2014/main" id="{06B8E8D6-C037-4571-B1CB-E4BD14A48ED7}"/>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37" name="Mant yo Many"/>
            <p:cNvGrpSpPr/>
            <p:nvPr/>
          </p:nvGrpSpPr>
          <p:grpSpPr>
            <a:xfrm>
              <a:off x="4506145" y="5300546"/>
              <a:ext cx="3203554" cy="359999"/>
              <a:chOff x="4506145" y="5300546"/>
              <a:chExt cx="3203554" cy="359999"/>
            </a:xfrm>
          </p:grpSpPr>
          <p:cxnSp>
            <p:nvCxnSpPr>
              <p:cNvPr id="30" name="Straight Connector 29"/>
              <p:cNvCxnSpPr>
                <a:stCxn id="13" idx="3"/>
                <a:endCxn id="14"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0" name="TextBox 39">
              <a:extLst>
                <a:ext uri="{FF2B5EF4-FFF2-40B4-BE49-F238E27FC236}">
                  <a16:creationId xmlns:a16="http://schemas.microsoft.com/office/drawing/2014/main" id="{663E3461-DC5D-48CF-AE13-69B629EAA16E}"/>
                </a:ext>
              </a:extLst>
            </p:cNvPr>
            <p:cNvSpPr txBox="1"/>
            <p:nvPr/>
          </p:nvSpPr>
          <p:spPr>
            <a:xfrm>
              <a:off x="4804551" y="4946603"/>
              <a:ext cx="2606739" cy="584775"/>
            </a:xfrm>
            <a:prstGeom prst="rect">
              <a:avLst/>
            </a:prstGeom>
            <a:noFill/>
          </p:spPr>
          <p:txBody>
            <a:bodyPr wrap="none" rtlCol="0">
              <a:spAutoFit/>
            </a:bodyPr>
            <a:lstStyle/>
            <a:p>
              <a:pPr algn="ctr"/>
              <a:r>
                <a:rPr lang="en-GB" sz="3200" dirty="0"/>
                <a:t>Many to Many</a:t>
              </a:r>
            </a:p>
          </p:txBody>
        </p:sp>
      </p:grpSp>
      <p:grpSp>
        <p:nvGrpSpPr>
          <p:cNvPr id="9" name="Group 8">
            <a:extLst>
              <a:ext uri="{FF2B5EF4-FFF2-40B4-BE49-F238E27FC236}">
                <a16:creationId xmlns:a16="http://schemas.microsoft.com/office/drawing/2014/main" id="{F411AE8E-9FA4-4F79-99B3-3A9BFCFBDC3D}"/>
              </a:ext>
            </a:extLst>
          </p:cNvPr>
          <p:cNvGrpSpPr/>
          <p:nvPr/>
        </p:nvGrpSpPr>
        <p:grpSpPr>
          <a:xfrm>
            <a:off x="730851" y="3678710"/>
            <a:ext cx="1802620" cy="646331"/>
            <a:chOff x="730851" y="3678710"/>
            <a:chExt cx="1802620" cy="646331"/>
          </a:xfrm>
        </p:grpSpPr>
        <p:sp>
          <p:nvSpPr>
            <p:cNvPr id="6" name="Arrow: Right 5">
              <a:extLst>
                <a:ext uri="{FF2B5EF4-FFF2-40B4-BE49-F238E27FC236}">
                  <a16:creationId xmlns:a16="http://schemas.microsoft.com/office/drawing/2014/main" id="{AAC89FBF-8490-41FE-A4C0-D1F117A36AE4}"/>
                </a:ext>
              </a:extLst>
            </p:cNvPr>
            <p:cNvSpPr/>
            <p:nvPr/>
          </p:nvSpPr>
          <p:spPr>
            <a:xfrm>
              <a:off x="1555063" y="3759560"/>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E4E906EA-1683-47CE-92F3-7C1069BCAC19}"/>
                </a:ext>
              </a:extLst>
            </p:cNvPr>
            <p:cNvSpPr txBox="1"/>
            <p:nvPr/>
          </p:nvSpPr>
          <p:spPr>
            <a:xfrm>
              <a:off x="730851" y="3678710"/>
              <a:ext cx="716863" cy="646331"/>
            </a:xfrm>
            <a:prstGeom prst="rect">
              <a:avLst/>
            </a:prstGeom>
            <a:noFill/>
          </p:spPr>
          <p:txBody>
            <a:bodyPr wrap="none" rtlCol="0">
              <a:spAutoFit/>
            </a:bodyPr>
            <a:lstStyle/>
            <a:p>
              <a:r>
                <a:rPr lang="en-GB" sz="3600" dirty="0">
                  <a:solidFill>
                    <a:srgbClr val="7030A0"/>
                  </a:solidFill>
                </a:rPr>
                <a:t>N5</a:t>
              </a:r>
            </a:p>
          </p:txBody>
        </p:sp>
      </p:grpSp>
    </p:spTree>
    <p:extLst>
      <p:ext uri="{BB962C8B-B14F-4D97-AF65-F5344CB8AC3E}">
        <p14:creationId xmlns:p14="http://schemas.microsoft.com/office/powerpoint/2010/main" val="1089194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1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r>
              <a:rPr lang="en-GB" sz="3600" dirty="0">
                <a:solidFill>
                  <a:srgbClr val="7030A0"/>
                </a:solidFill>
              </a:rPr>
              <a:t>Comment</a:t>
            </a:r>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Must not be left blank</a:t>
            </a:r>
          </a:p>
          <a:p>
            <a:pPr>
              <a:tabLst>
                <a:tab pos="4320000" algn="l"/>
              </a:tabLst>
            </a:pPr>
            <a:r>
              <a:rPr lang="en-GB" sz="4000" dirty="0"/>
              <a:t>List of acceptable values</a:t>
            </a:r>
          </a:p>
          <a:p>
            <a:pPr>
              <a:tabLst>
                <a:tab pos="4320000" algn="l"/>
              </a:tabLst>
            </a:pPr>
            <a:r>
              <a:rPr lang="en-GB" sz="4000" dirty="0"/>
              <a:t>Minimum or exact value</a:t>
            </a:r>
          </a:p>
          <a:p>
            <a:pPr>
              <a:tabLst>
                <a:tab pos="4320000" algn="l"/>
              </a:tabLst>
            </a:pPr>
            <a:r>
              <a:rPr lang="en-GB" sz="4000" dirty="0"/>
              <a:t>Minimum and/or maximum</a:t>
            </a:r>
          </a:p>
        </p:txBody>
      </p:sp>
    </p:spTree>
    <p:extLst>
      <p:ext uri="{BB962C8B-B14F-4D97-AF65-F5344CB8AC3E}">
        <p14:creationId xmlns:p14="http://schemas.microsoft.com/office/powerpoint/2010/main" val="3210650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0" end="0"/>
                                            </p:txEl>
                                          </p:spTgt>
                                        </p:tgtEl>
                                        <p:attrNameLst>
                                          <p:attrName>style.visibility</p:attrName>
                                        </p:attrNameLst>
                                      </p:cBhvr>
                                      <p:to>
                                        <p:strVal val="visible"/>
                                      </p:to>
                                    </p:set>
                                    <p:animEffect transition="in" filter="wipe(left)">
                                      <p:cBhvr>
                                        <p:cTn id="32" dur="1000"/>
                                        <p:tgtEl>
                                          <p:spTgt spid="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0" end="0"/>
                                            </p:txEl>
                                          </p:spTgt>
                                        </p:tgtEl>
                                        <p:attrNameLst>
                                          <p:attrName>style.visibility</p:attrName>
                                        </p:attrNameLst>
                                      </p:cBhvr>
                                      <p:to>
                                        <p:strVal val="visible"/>
                                      </p:to>
                                    </p:set>
                                    <p:animEffect transition="in" filter="wipe(left)">
                                      <p:cBhvr>
                                        <p:cTn id="37" dur="2000"/>
                                        <p:tgtEl>
                                          <p:spTgt spid="2">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1" end="1"/>
                                            </p:txEl>
                                          </p:spTgt>
                                        </p:tgtEl>
                                        <p:attrNameLst>
                                          <p:attrName>style.visibility</p:attrName>
                                        </p:attrNameLst>
                                      </p:cBhvr>
                                      <p:to>
                                        <p:strVal val="visible"/>
                                      </p:to>
                                    </p:set>
                                    <p:animEffect transition="in" filter="wipe(left)">
                                      <p:cBhvr>
                                        <p:cTn id="42" dur="2000"/>
                                        <p:tgtEl>
                                          <p:spTgt spid="2">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2">
                                            <p:txEl>
                                              <p:pRg st="2" end="2"/>
                                            </p:txEl>
                                          </p:spTgt>
                                        </p:tgtEl>
                                        <p:attrNameLst>
                                          <p:attrName>style.visibility</p:attrName>
                                        </p:attrNameLst>
                                      </p:cBhvr>
                                      <p:to>
                                        <p:strVal val="visible"/>
                                      </p:to>
                                    </p:set>
                                    <p:animEffect transition="in" filter="wipe(left)">
                                      <p:cBhvr>
                                        <p:cTn id="47" dur="2000"/>
                                        <p:tgtEl>
                                          <p:spTgt spid="2">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2">
                                            <p:txEl>
                                              <p:pRg st="3" end="3"/>
                                            </p:txEl>
                                          </p:spTgt>
                                        </p:tgtEl>
                                        <p:attrNameLst>
                                          <p:attrName>style.visibility</p:attrName>
                                        </p:attrNameLst>
                                      </p:cBhvr>
                                      <p:to>
                                        <p:strVal val="visible"/>
                                      </p:to>
                                    </p:set>
                                    <p:animEffect transition="in" filter="wipe(left)">
                                      <p:cBhvr>
                                        <p:cTn id="5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2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1589275623"/>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r>
              <a:rPr lang="en-GB" sz="3600" dirty="0">
                <a:solidFill>
                  <a:srgbClr val="7030A0"/>
                </a:solidFill>
              </a:rPr>
              <a:t>Examples</a:t>
            </a:r>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Required</a:t>
            </a:r>
            <a:endParaRPr lang="en-GB" sz="4000" dirty="0">
              <a:solidFill>
                <a:srgbClr val="FF0000"/>
              </a:solidFill>
            </a:endParaRPr>
          </a:p>
          <a:p>
            <a:pPr>
              <a:tabLst>
                <a:tab pos="4320000" algn="l"/>
              </a:tabLst>
            </a:pPr>
            <a:r>
              <a:rPr lang="en-GB" sz="4000" dirty="0"/>
              <a:t>Restricted choice: Big, Small</a:t>
            </a:r>
          </a:p>
          <a:p>
            <a:pPr>
              <a:tabLst>
                <a:tab pos="4320000" algn="l"/>
              </a:tabLst>
            </a:pPr>
            <a:r>
              <a:rPr lang="en-GB" sz="4000" dirty="0"/>
              <a:t>Length &gt;= 4</a:t>
            </a:r>
          </a:p>
          <a:p>
            <a:pPr>
              <a:tabLst>
                <a:tab pos="4320000" algn="l"/>
              </a:tabLst>
            </a:pPr>
            <a:r>
              <a:rPr lang="en-GB" sz="4000" dirty="0"/>
              <a:t>Range &gt;= 0 and &lt;= 100</a:t>
            </a:r>
          </a:p>
        </p:txBody>
      </p:sp>
    </p:spTree>
    <p:extLst>
      <p:ext uri="{BB962C8B-B14F-4D97-AF65-F5344CB8AC3E}">
        <p14:creationId xmlns:p14="http://schemas.microsoft.com/office/powerpoint/2010/main" val="726231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par>
                          <p:cTn id="13" fill="hold">
                            <p:stCondLst>
                              <p:cond delay="1500"/>
                            </p:stCondLst>
                            <p:childTnLst>
                              <p:par>
                                <p:cTn id="14" presetID="22" presetClass="entr" presetSubtype="8" fill="hold" grpId="0" nodeType="afterEffect">
                                  <p:stCondLst>
                                    <p:cond delay="0"/>
                                  </p:stCondLst>
                                  <p:childTnLst>
                                    <p:set>
                                      <p:cBhvr>
                                        <p:cTn id="15" dur="1" fill="hold">
                                          <p:stCondLst>
                                            <p:cond delay="0"/>
                                          </p:stCondLst>
                                        </p:cTn>
                                        <p:tgtEl>
                                          <p:spTgt spid="4">
                                            <p:txEl>
                                              <p:pRg st="1" end="1"/>
                                            </p:txEl>
                                          </p:spTgt>
                                        </p:tgtEl>
                                        <p:attrNameLst>
                                          <p:attrName>style.visibility</p:attrName>
                                        </p:attrNameLst>
                                      </p:cBhvr>
                                      <p:to>
                                        <p:strVal val="visible"/>
                                      </p:to>
                                    </p:set>
                                    <p:animEffect transition="in" filter="wipe(left)">
                                      <p:cBhvr>
                                        <p:cTn id="16" dur="1500"/>
                                        <p:tgtEl>
                                          <p:spTgt spid="4">
                                            <p:txEl>
                                              <p:pRg st="1" end="1"/>
                                            </p:txEl>
                                          </p:spTgt>
                                        </p:tgtEl>
                                      </p:cBhvr>
                                    </p:animEffect>
                                  </p:childTnLst>
                                </p:cTn>
                              </p:par>
                            </p:childTnLst>
                          </p:cTn>
                        </p:par>
                        <p:par>
                          <p:cTn id="17" fill="hold">
                            <p:stCondLst>
                              <p:cond delay="3000"/>
                            </p:stCondLst>
                            <p:childTnLst>
                              <p:par>
                                <p:cTn id="18" presetID="22" presetClass="entr" presetSubtype="8" fill="hold" grpId="0" nodeType="afterEffect">
                                  <p:stCondLst>
                                    <p:cond delay="0"/>
                                  </p:stCondLst>
                                  <p:childTnLst>
                                    <p:set>
                                      <p:cBhvr>
                                        <p:cTn id="19" dur="1" fill="hold">
                                          <p:stCondLst>
                                            <p:cond delay="0"/>
                                          </p:stCondLst>
                                        </p:cTn>
                                        <p:tgtEl>
                                          <p:spTgt spid="4">
                                            <p:txEl>
                                              <p:pRg st="2" end="2"/>
                                            </p:txEl>
                                          </p:spTgt>
                                        </p:tgtEl>
                                        <p:attrNameLst>
                                          <p:attrName>style.visibility</p:attrName>
                                        </p:attrNameLst>
                                      </p:cBhvr>
                                      <p:to>
                                        <p:strVal val="visible"/>
                                      </p:to>
                                    </p:set>
                                    <p:animEffect transition="in" filter="wipe(left)">
                                      <p:cBhvr>
                                        <p:cTn id="20" dur="1500"/>
                                        <p:tgtEl>
                                          <p:spTgt spid="4">
                                            <p:txEl>
                                              <p:pRg st="2" end="2"/>
                                            </p:txEl>
                                          </p:spTgt>
                                        </p:tgtEl>
                                      </p:cBhvr>
                                    </p:animEffect>
                                  </p:childTnLst>
                                </p:cTn>
                              </p:par>
                            </p:childTnLst>
                          </p:cTn>
                        </p:par>
                        <p:par>
                          <p:cTn id="21" fill="hold">
                            <p:stCondLst>
                              <p:cond delay="4500"/>
                            </p:stCondLst>
                            <p:childTnLst>
                              <p:par>
                                <p:cTn id="22" presetID="22" presetClass="entr" presetSubtype="8" fill="hold" grpId="0" nodeType="afterEffect">
                                  <p:stCondLst>
                                    <p:cond delay="0"/>
                                  </p:stCondLst>
                                  <p:childTnLst>
                                    <p:set>
                                      <p:cBhvr>
                                        <p:cTn id="23" dur="1" fill="hold">
                                          <p:stCondLst>
                                            <p:cond delay="0"/>
                                          </p:stCondLst>
                                        </p:cTn>
                                        <p:tgtEl>
                                          <p:spTgt spid="4">
                                            <p:txEl>
                                              <p:pRg st="3" end="3"/>
                                            </p:txEl>
                                          </p:spTgt>
                                        </p:tgtEl>
                                        <p:attrNameLst>
                                          <p:attrName>style.visibility</p:attrName>
                                        </p:attrNameLst>
                                      </p:cBhvr>
                                      <p:to>
                                        <p:strVal val="visible"/>
                                      </p:to>
                                    </p:set>
                                    <p:animEffect transition="in" filter="wipe(left)">
                                      <p:cBhvr>
                                        <p:cTn id="24" dur="1500"/>
                                        <p:tgtEl>
                                          <p:spTgt spid="4">
                                            <p:txEl>
                                              <p:pRg st="3" end="3"/>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10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2">
                                            <p:txEl>
                                              <p:pRg st="0" end="0"/>
                                            </p:txEl>
                                          </p:spTgt>
                                        </p:tgtEl>
                                        <p:attrNameLst>
                                          <p:attrName>style.visibility</p:attrName>
                                        </p:attrNameLst>
                                      </p:cBhvr>
                                      <p:to>
                                        <p:strVal val="visible"/>
                                      </p:to>
                                    </p:set>
                                    <p:animEffect transition="in" filter="wipe(left)">
                                      <p:cBhvr>
                                        <p:cTn id="34" dur="1500"/>
                                        <p:tgtEl>
                                          <p:spTgt spid="2">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2">
                                            <p:txEl>
                                              <p:pRg st="1" end="1"/>
                                            </p:txEl>
                                          </p:spTgt>
                                        </p:tgtEl>
                                        <p:attrNameLst>
                                          <p:attrName>style.visibility</p:attrName>
                                        </p:attrNameLst>
                                      </p:cBhvr>
                                      <p:to>
                                        <p:strVal val="visible"/>
                                      </p:to>
                                    </p:set>
                                    <p:animEffect transition="in" filter="wipe(left)">
                                      <p:cBhvr>
                                        <p:cTn id="39" dur="3000"/>
                                        <p:tgtEl>
                                          <p:spTgt spid="2">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2">
                                            <p:txEl>
                                              <p:pRg st="2" end="2"/>
                                            </p:txEl>
                                          </p:spTgt>
                                        </p:tgtEl>
                                        <p:attrNameLst>
                                          <p:attrName>style.visibility</p:attrName>
                                        </p:attrNameLst>
                                      </p:cBhvr>
                                      <p:to>
                                        <p:strVal val="visible"/>
                                      </p:to>
                                    </p:set>
                                    <p:animEffect transition="in" filter="wipe(left)">
                                      <p:cBhvr>
                                        <p:cTn id="44" dur="1500"/>
                                        <p:tgtEl>
                                          <p:spTgt spid="2">
                                            <p:txEl>
                                              <p:pRg st="2" end="2"/>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2">
                                            <p:txEl>
                                              <p:pRg st="3" end="3"/>
                                            </p:txEl>
                                          </p:spTgt>
                                        </p:tgtEl>
                                        <p:attrNameLst>
                                          <p:attrName>style.visibility</p:attrName>
                                        </p:attrNameLst>
                                      </p:cBhvr>
                                      <p:to>
                                        <p:strVal val="visible"/>
                                      </p:to>
                                    </p:set>
                                    <p:animEffect transition="in" filter="wipe(left)">
                                      <p:cBhvr>
                                        <p:cTn id="49" dur="3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2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3212653991"/>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2074-36FD-4C75-8FA3-8990548CB177}"/>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8F001589-01A8-453F-8E86-A87C58675ED2}"/>
              </a:ext>
            </a:extLst>
          </p:cNvPr>
          <p:cNvSpPr>
            <a:spLocks noGrp="1"/>
          </p:cNvSpPr>
          <p:nvPr>
            <p:ph idx="1"/>
          </p:nvPr>
        </p:nvSpPr>
        <p:spPr/>
        <p:txBody>
          <a:bodyPr>
            <a:normAutofit/>
          </a:bodyPr>
          <a:lstStyle/>
          <a:p>
            <a:r>
              <a:rPr lang="en-GB" sz="3200" dirty="0"/>
              <a:t>Describe and exemplify a data dictionary:</a:t>
            </a:r>
          </a:p>
          <a:p>
            <a:pPr lvl="1"/>
            <a:r>
              <a:rPr lang="en-GB" sz="3200" dirty="0"/>
              <a:t>entity name</a:t>
            </a:r>
          </a:p>
          <a:p>
            <a:pPr lvl="1"/>
            <a:r>
              <a:rPr lang="en-GB" sz="3200" dirty="0"/>
              <a:t>attribute name</a:t>
            </a:r>
          </a:p>
          <a:p>
            <a:pPr lvl="1"/>
            <a:r>
              <a:rPr lang="en-GB" sz="3200" dirty="0"/>
              <a:t>primary and foreign key</a:t>
            </a:r>
          </a:p>
          <a:p>
            <a:pPr lvl="1"/>
            <a:r>
              <a:rPr lang="en-GB" sz="3200" dirty="0"/>
              <a:t>attribute type</a:t>
            </a:r>
          </a:p>
          <a:p>
            <a:pPr lvl="1"/>
            <a:r>
              <a:rPr lang="en-GB" sz="3200" dirty="0"/>
              <a:t>attribute size</a:t>
            </a:r>
          </a:p>
          <a:p>
            <a:pPr lvl="1"/>
            <a:r>
              <a:rPr lang="en-GB" sz="3200" dirty="0"/>
              <a:t>validation</a:t>
            </a:r>
          </a:p>
          <a:p>
            <a:endParaRPr lang="en-GB" dirty="0"/>
          </a:p>
        </p:txBody>
      </p:sp>
    </p:spTree>
    <p:extLst>
      <p:ext uri="{BB962C8B-B14F-4D97-AF65-F5344CB8AC3E}">
        <p14:creationId xmlns:p14="http://schemas.microsoft.com/office/powerpoint/2010/main" val="1044966576"/>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42858961"/>
              </p:ext>
            </p:extLst>
          </p:nvPr>
        </p:nvGraphicFramePr>
        <p:xfrm>
          <a:off x="838200" y="1825625"/>
          <a:ext cx="10337800"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7" name="TextBox 6">
            <a:extLst>
              <a:ext uri="{FF2B5EF4-FFF2-40B4-BE49-F238E27FC236}">
                <a16:creationId xmlns:a16="http://schemas.microsoft.com/office/drawing/2014/main" id="{A1BFC853-8304-4B36-ABE6-4EFE5EDE6F3D}"/>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Only text attributes have a size</a:t>
            </a:r>
          </a:p>
        </p:txBody>
      </p:sp>
      <p:sp>
        <p:nvSpPr>
          <p:cNvPr id="8" name="Rectangle: Rounded Corners 7">
            <a:extLst>
              <a:ext uri="{FF2B5EF4-FFF2-40B4-BE49-F238E27FC236}">
                <a16:creationId xmlns:a16="http://schemas.microsoft.com/office/drawing/2014/main" id="{831F97E7-1E0F-4C0A-B09F-844929766824}"/>
              </a:ext>
            </a:extLst>
          </p:cNvPr>
          <p:cNvSpPr/>
          <p:nvPr/>
        </p:nvSpPr>
        <p:spPr>
          <a:xfrm>
            <a:off x="5486855" y="4061141"/>
            <a:ext cx="576000" cy="5760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3934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animEffect transition="in" filter="wipe(left)">
                                      <p:cBhvr>
                                        <p:cTn id="1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8" grpId="0" animBg="1"/>
    </p:bldLst>
  </p:timing>
</p:sld>
</file>

<file path=ppt/slides/slide2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672618590"/>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3834322360"/>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 </a:t>
            </a:r>
            <a:r>
              <a:rPr lang="en-GB" sz="8800" b="1" dirty="0">
                <a:solidFill>
                  <a:srgbClr val="FF0000"/>
                </a:solidFill>
              </a:rPr>
              <a:t>size</a:t>
            </a:r>
            <a:r>
              <a:rPr lang="en-GB" sz="8800" dirty="0"/>
              <a:t>!</a:t>
            </a:r>
          </a:p>
          <a:p>
            <a:pPr marL="0" indent="0">
              <a:buNone/>
            </a:pPr>
            <a:endParaRPr lang="en-GB" sz="4400" dirty="0"/>
          </a:p>
          <a:p>
            <a:r>
              <a:rPr lang="en-GB" sz="8800" dirty="0"/>
              <a:t> </a:t>
            </a:r>
            <a:r>
              <a:rPr lang="en-GB" sz="8800" b="1" dirty="0">
                <a:solidFill>
                  <a:srgbClr val="FF0000"/>
                </a:solidFill>
              </a:rPr>
              <a:t>Only</a:t>
            </a:r>
            <a:r>
              <a:rPr lang="en-GB" sz="8800" dirty="0"/>
              <a:t> text has size!</a:t>
            </a:r>
          </a:p>
        </p:txBody>
      </p:sp>
    </p:spTree>
    <p:extLst>
      <p:ext uri="{BB962C8B-B14F-4D97-AF65-F5344CB8AC3E}">
        <p14:creationId xmlns:p14="http://schemas.microsoft.com/office/powerpoint/2010/main" val="3199044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a:t>
            </a:r>
          </a:p>
          <a:p>
            <a:pPr marL="0" indent="0">
              <a:buNone/>
            </a:pPr>
            <a:endParaRPr lang="en-GB" sz="4400" dirty="0"/>
          </a:p>
          <a:p>
            <a:r>
              <a:rPr lang="en-GB" sz="8800" dirty="0"/>
              <a:t> </a:t>
            </a:r>
            <a:r>
              <a:rPr lang="en-GB" sz="8800" b="1" dirty="0">
                <a:solidFill>
                  <a:srgbClr val="FF0000"/>
                </a:solidFill>
              </a:rPr>
              <a:t>          </a:t>
            </a:r>
            <a:r>
              <a:rPr lang="en-GB" sz="8800" dirty="0"/>
              <a:t> text has</a:t>
            </a:r>
          </a:p>
        </p:txBody>
      </p:sp>
    </p:spTree>
    <p:extLst>
      <p:ext uri="{BB962C8B-B14F-4D97-AF65-F5344CB8AC3E}">
        <p14:creationId xmlns:p14="http://schemas.microsoft.com/office/powerpoint/2010/main" val="1752936158"/>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932789717"/>
              </p:ext>
            </p:extLst>
          </p:nvPr>
        </p:nvGraphicFramePr>
        <p:xfrm>
          <a:off x="838200" y="1825625"/>
          <a:ext cx="10989623" cy="3962400"/>
        </p:xfrm>
        <a:graphic>
          <a:graphicData uri="http://schemas.openxmlformats.org/drawingml/2006/table">
            <a:tbl>
              <a:tblPr firstRow="1" bandRow="1">
                <a:tableStyleId>{5C22544A-7EE6-4342-B048-85BDC9FD1C3A}</a:tableStyleId>
              </a:tblPr>
              <a:tblGrid>
                <a:gridCol w="2180092">
                  <a:extLst>
                    <a:ext uri="{9D8B030D-6E8A-4147-A177-3AD203B41FA5}">
                      <a16:colId xmlns:a16="http://schemas.microsoft.com/office/drawing/2014/main" val="1632358923"/>
                    </a:ext>
                  </a:extLst>
                </a:gridCol>
                <a:gridCol w="879468">
                  <a:extLst>
                    <a:ext uri="{9D8B030D-6E8A-4147-A177-3AD203B41FA5}">
                      <a16:colId xmlns:a16="http://schemas.microsoft.com/office/drawing/2014/main" val="3505833113"/>
                    </a:ext>
                  </a:extLst>
                </a:gridCol>
                <a:gridCol w="1681162">
                  <a:extLst>
                    <a:ext uri="{9D8B030D-6E8A-4147-A177-3AD203B41FA5}">
                      <a16:colId xmlns:a16="http://schemas.microsoft.com/office/drawing/2014/main" val="2732100902"/>
                    </a:ext>
                  </a:extLst>
                </a:gridCol>
                <a:gridCol w="981642">
                  <a:extLst>
                    <a:ext uri="{9D8B030D-6E8A-4147-A177-3AD203B41FA5}">
                      <a16:colId xmlns:a16="http://schemas.microsoft.com/office/drawing/2014/main" val="315362434"/>
                    </a:ext>
                  </a:extLst>
                </a:gridCol>
                <a:gridCol w="1374944">
                  <a:extLst>
                    <a:ext uri="{9D8B030D-6E8A-4147-A177-3AD203B41FA5}">
                      <a16:colId xmlns:a16="http://schemas.microsoft.com/office/drawing/2014/main" val="2971574360"/>
                    </a:ext>
                  </a:extLst>
                </a:gridCol>
                <a:gridCol w="389231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1</a:t>
                      </a:r>
                      <a:r>
                        <a:rPr lang="en-GB" sz="3200" baseline="30000" dirty="0"/>
                        <a:t>st</a:t>
                      </a:r>
                      <a:r>
                        <a:rPr lang="en-GB" sz="3200" dirty="0"/>
                        <a:t> Jan 2000</a:t>
                      </a:r>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67454E7D-77FB-4F27-AA28-4E981ACA17F5}"/>
              </a:ext>
            </a:extLst>
          </p:cNvPr>
          <p:cNvSpPr txBox="1"/>
          <p:nvPr/>
        </p:nvSpPr>
        <p:spPr>
          <a:xfrm>
            <a:off x="838200" y="5846542"/>
            <a:ext cx="4365171" cy="646331"/>
          </a:xfrm>
          <a:prstGeom prst="rect">
            <a:avLst/>
          </a:prstGeom>
          <a:noFill/>
        </p:spPr>
        <p:txBody>
          <a:bodyPr wrap="square" rtlCol="0" anchor="ctr" anchorCtr="0">
            <a:spAutoFit/>
          </a:bodyPr>
          <a:lstStyle/>
          <a:p>
            <a:r>
              <a:rPr lang="en-GB" sz="3600" dirty="0">
                <a:solidFill>
                  <a:srgbClr val="7030A0"/>
                </a:solidFill>
              </a:rPr>
              <a:t>Range: numeric values</a:t>
            </a:r>
          </a:p>
        </p:txBody>
      </p:sp>
      <p:sp>
        <p:nvSpPr>
          <p:cNvPr id="6" name="TextBox 5">
            <a:extLst>
              <a:ext uri="{FF2B5EF4-FFF2-40B4-BE49-F238E27FC236}">
                <a16:creationId xmlns:a16="http://schemas.microsoft.com/office/drawing/2014/main" id="{7DDF2941-3C4C-467F-A8C7-FF53B5B65FCA}"/>
              </a:ext>
            </a:extLst>
          </p:cNvPr>
          <p:cNvSpPr txBox="1"/>
          <p:nvPr/>
        </p:nvSpPr>
        <p:spPr>
          <a:xfrm>
            <a:off x="7402286" y="5846542"/>
            <a:ext cx="3804976" cy="646331"/>
          </a:xfrm>
          <a:prstGeom prst="rect">
            <a:avLst/>
          </a:prstGeom>
          <a:noFill/>
        </p:spPr>
        <p:txBody>
          <a:bodyPr wrap="square" rtlCol="0" anchor="ctr" anchorCtr="0">
            <a:spAutoFit/>
          </a:bodyPr>
          <a:lstStyle/>
          <a:p>
            <a:pPr algn="r"/>
            <a:r>
              <a:rPr lang="en-GB" sz="3600" dirty="0">
                <a:solidFill>
                  <a:srgbClr val="7030A0"/>
                </a:solidFill>
              </a:rPr>
              <a:t>Length: text values</a:t>
            </a:r>
          </a:p>
        </p:txBody>
      </p:sp>
      <p:sp>
        <p:nvSpPr>
          <p:cNvPr id="7" name="Rectangle: Rounded Corners 7">
            <a:extLst>
              <a:ext uri="{FF2B5EF4-FFF2-40B4-BE49-F238E27FC236}">
                <a16:creationId xmlns:a16="http://schemas.microsoft.com/office/drawing/2014/main" id="{3878A425-45B3-4D45-B4C1-649D86383360}"/>
              </a:ext>
            </a:extLst>
          </p:cNvPr>
          <p:cNvSpPr/>
          <p:nvPr/>
        </p:nvSpPr>
        <p:spPr>
          <a:xfrm>
            <a:off x="7918071" y="2405742"/>
            <a:ext cx="2251166"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0DF75699-ED9B-4937-B53F-0B793F6F2C6B}"/>
              </a:ext>
            </a:extLst>
          </p:cNvPr>
          <p:cNvSpPr/>
          <p:nvPr/>
        </p:nvSpPr>
        <p:spPr>
          <a:xfrm>
            <a:off x="7918071" y="4015839"/>
            <a:ext cx="2251166" cy="598715"/>
          </a:xfrm>
          <a:prstGeom prst="roundRect">
            <a:avLst/>
          </a:prstGeom>
          <a:noFill/>
          <a:ln w="5715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Rounded Corners 9">
            <a:extLst>
              <a:ext uri="{FF2B5EF4-FFF2-40B4-BE49-F238E27FC236}">
                <a16:creationId xmlns:a16="http://schemas.microsoft.com/office/drawing/2014/main" id="{6B3DC080-D394-466D-BD34-006820B854D4}"/>
              </a:ext>
            </a:extLst>
          </p:cNvPr>
          <p:cNvSpPr/>
          <p:nvPr/>
        </p:nvSpPr>
        <p:spPr>
          <a:xfrm>
            <a:off x="7918071" y="4650179"/>
            <a:ext cx="3909752"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8837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20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par>
                          <p:cTn id="28" fill="hold">
                            <p:stCondLst>
                              <p:cond delay="1000"/>
                            </p:stCondLst>
                            <p:childTnLst>
                              <p:par>
                                <p:cTn id="29" presetID="22" presetClass="entr" presetSubtype="8" fill="hold" grpId="0" nodeType="afterEffect">
                                  <p:stCondLst>
                                    <p:cond delay="0"/>
                                  </p:stCondLst>
                                  <p:childTnLst>
                                    <p:set>
                                      <p:cBhvr>
                                        <p:cTn id="30" dur="1" fill="hold">
                                          <p:stCondLst>
                                            <p:cond delay="0"/>
                                          </p:stCondLst>
                                        </p:cTn>
                                        <p:tgtEl>
                                          <p:spTgt spid="6">
                                            <p:txEl>
                                              <p:pRg st="0" end="0"/>
                                            </p:txEl>
                                          </p:spTgt>
                                        </p:tgtEl>
                                        <p:attrNameLst>
                                          <p:attrName>style.visibility</p:attrName>
                                        </p:attrNameLst>
                                      </p:cBhvr>
                                      <p:to>
                                        <p:strVal val="visible"/>
                                      </p:to>
                                    </p:set>
                                    <p:animEffect transition="in" filter="wipe(left)">
                                      <p:cBhvr>
                                        <p:cTn id="31" dur="175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uiExpand="1" build="p"/>
      <p:bldP spid="7" grpId="0" animBg="1"/>
      <p:bldP spid="8" grpId="0" animBg="1"/>
      <p:bldP spid="10" grpId="0" animBg="1"/>
    </p:bldLst>
  </p:timing>
</p:sld>
</file>

<file path=ppt/slides/slide2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513232713"/>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339607947"/>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9" name="Callout: Bent Line with No Border 4">
            <a:extLst>
              <a:ext uri="{FF2B5EF4-FFF2-40B4-BE49-F238E27FC236}">
                <a16:creationId xmlns:a16="http://schemas.microsoft.com/office/drawing/2014/main" id="{924404A3-ED4C-4699-9CA9-EFEB23F51AA9}"/>
              </a:ext>
            </a:extLst>
          </p:cNvPr>
          <p:cNvSpPr/>
          <p:nvPr/>
        </p:nvSpPr>
        <p:spPr>
          <a:xfrm>
            <a:off x="8731902" y="4266858"/>
            <a:ext cx="2228816"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224767" y="6084834"/>
            <a:ext cx="1942482" cy="487680"/>
          </a:xfrm>
          <a:prstGeom prst="callout2">
            <a:avLst>
              <a:gd name="adj1" fmla="val 52750"/>
              <a:gd name="adj2" fmla="val -2245"/>
              <a:gd name="adj3" fmla="val 53715"/>
              <a:gd name="adj4" fmla="val -16108"/>
              <a:gd name="adj5" fmla="val -53275"/>
              <a:gd name="adj6" fmla="val -22751"/>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Foreign Key</a:t>
            </a:r>
          </a:p>
        </p:txBody>
      </p:sp>
      <p:sp>
        <p:nvSpPr>
          <p:cNvPr id="3" name="TextBox 2">
            <a:extLst>
              <a:ext uri="{FF2B5EF4-FFF2-40B4-BE49-F238E27FC236}">
                <a16:creationId xmlns:a16="http://schemas.microsoft.com/office/drawing/2014/main" id="{90265A99-404E-4BBB-940A-BBE407BE1CF0}"/>
              </a:ext>
            </a:extLst>
          </p:cNvPr>
          <p:cNvSpPr txBox="1"/>
          <p:nvPr/>
        </p:nvSpPr>
        <p:spPr>
          <a:xfrm>
            <a:off x="8641853" y="5275885"/>
            <a:ext cx="3022687" cy="523220"/>
          </a:xfrm>
          <a:prstGeom prst="rect">
            <a:avLst/>
          </a:prstGeom>
          <a:noFill/>
        </p:spPr>
        <p:txBody>
          <a:bodyPr wrap="none" rtlCol="0">
            <a:spAutoFit/>
          </a:bodyPr>
          <a:lstStyle/>
          <a:p>
            <a:r>
              <a:rPr lang="en-GB" sz="2800" b="1" dirty="0">
                <a:solidFill>
                  <a:srgbClr val="7030A0"/>
                </a:solidFill>
              </a:rPr>
              <a:t>FK must exist as PK</a:t>
            </a:r>
          </a:p>
        </p:txBody>
      </p:sp>
      <p:cxnSp>
        <p:nvCxnSpPr>
          <p:cNvPr id="7" name="Straight Arrow Connector 6">
            <a:extLst>
              <a:ext uri="{FF2B5EF4-FFF2-40B4-BE49-F238E27FC236}">
                <a16:creationId xmlns:a16="http://schemas.microsoft.com/office/drawing/2014/main" id="{8B19F821-1630-4A82-9343-B45712962E89}"/>
              </a:ext>
            </a:extLst>
          </p:cNvPr>
          <p:cNvCxnSpPr>
            <a:cxnSpLocks/>
          </p:cNvCxnSpPr>
          <p:nvPr/>
        </p:nvCxnSpPr>
        <p:spPr>
          <a:xfrm flipV="1">
            <a:off x="8077200" y="4754538"/>
            <a:ext cx="654702" cy="1461205"/>
          </a:xfrm>
          <a:prstGeom prst="straightConnector1">
            <a:avLst/>
          </a:prstGeom>
          <a:ln w="5715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AE06D28-11F6-4B00-9143-0A331BA0EA0C}"/>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3" name="TextBox 12">
            <a:extLst>
              <a:ext uri="{FF2B5EF4-FFF2-40B4-BE49-F238E27FC236}">
                <a16:creationId xmlns:a16="http://schemas.microsoft.com/office/drawing/2014/main" id="{BF5ACEA5-5A64-494C-866E-0DBDECA33BE1}"/>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1086661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down)">
                                      <p:cBhvr>
                                        <p:cTn id="17" dur="1000"/>
                                        <p:tgtEl>
                                          <p:spTgt spid="7"/>
                                        </p:tgtEl>
                                      </p:cBhvr>
                                    </p:animEffect>
                                  </p:childTnLst>
                                </p:cTn>
                              </p:par>
                              <p:par>
                                <p:cTn id="18" presetID="22" presetClass="entr" presetSubtype="8" fill="hold" grpId="0" nodeType="with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left)">
                                      <p:cBhvr>
                                        <p:cTn id="20"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3" grpId="0"/>
    </p:bldLst>
  </p:timing>
</p:sld>
</file>

<file path=ppt/slides/slide2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0" name="TextBox 9">
            <a:extLst>
              <a:ext uri="{FF2B5EF4-FFF2-40B4-BE49-F238E27FC236}">
                <a16:creationId xmlns:a16="http://schemas.microsoft.com/office/drawing/2014/main" id="{5F14D380-616D-45A7-84B7-EE7C07DD7F42}"/>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1" name="TextBox 10">
            <a:extLst>
              <a:ext uri="{FF2B5EF4-FFF2-40B4-BE49-F238E27FC236}">
                <a16:creationId xmlns:a16="http://schemas.microsoft.com/office/drawing/2014/main" id="{783B55CB-C0B3-440A-9A05-B9D9F1EA62FB}"/>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2488951236"/>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49638680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Existing </a:t>
                      </a:r>
                      <a:r>
                        <a:rPr lang="en-GB" sz="3200" dirty="0" err="1"/>
                        <a:t>schoolID</a:t>
                      </a:r>
                      <a:r>
                        <a:rPr lang="en-GB" sz="3200" dirty="0"/>
                        <a:t> from School table</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solidFill>
                  <a:srgbClr val="7030A0"/>
                </a:solidFill>
              </a:rPr>
              <a:t>FK linked to PK: Referential Integrity</a:t>
            </a:r>
          </a:p>
        </p:txBody>
      </p:sp>
      <p:sp>
        <p:nvSpPr>
          <p:cNvPr id="6" name="Rectangle: Rounded Corners 7">
            <a:extLst>
              <a:ext uri="{FF2B5EF4-FFF2-40B4-BE49-F238E27FC236}">
                <a16:creationId xmlns:a16="http://schemas.microsoft.com/office/drawing/2014/main" id="{831F97E7-1E0F-4C0A-B09F-844929766824}"/>
              </a:ext>
            </a:extLst>
          </p:cNvPr>
          <p:cNvSpPr/>
          <p:nvPr/>
        </p:nvSpPr>
        <p:spPr>
          <a:xfrm>
            <a:off x="7559040" y="2971800"/>
            <a:ext cx="3648222" cy="111252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73041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4">
                                            <p:txEl>
                                              <p:pRg st="0" end="0"/>
                                            </p:txEl>
                                          </p:spTgt>
                                        </p:tgtEl>
                                        <p:attrNameLst>
                                          <p:attrName>style.visibility</p:attrName>
                                        </p:attrNameLst>
                                      </p:cBhvr>
                                      <p:to>
                                        <p:strVal val="visible"/>
                                      </p:to>
                                    </p:set>
                                    <p:animEffect transition="in" filter="wipe(left)">
                                      <p:cBhvr>
                                        <p:cTn id="16" dur="25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animBg="1"/>
    </p:bldLst>
  </p:timing>
</p:sld>
</file>

<file path=ppt/slides/slide2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94601543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71366189"/>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Analysis &amp; Design</a:t>
            </a:r>
          </a:p>
        </p:txBody>
      </p:sp>
      <p:sp>
        <p:nvSpPr>
          <p:cNvPr id="3" name="Content Placeholder 2"/>
          <p:cNvSpPr>
            <a:spLocks noGrp="1"/>
          </p:cNvSpPr>
          <p:nvPr>
            <p:ph idx="1"/>
          </p:nvPr>
        </p:nvSpPr>
        <p:spPr/>
        <p:txBody>
          <a:bodyPr>
            <a:normAutofit fontScale="92500" lnSpcReduction="20000"/>
          </a:bodyPr>
          <a:lstStyle/>
          <a:p>
            <a:pPr marL="0" indent="0">
              <a:buNone/>
            </a:pPr>
            <a:r>
              <a:rPr lang="en-GB" b="1" dirty="0"/>
              <a:t>Analysis</a:t>
            </a:r>
          </a:p>
          <a:p>
            <a:r>
              <a:rPr lang="en-GB" dirty="0"/>
              <a:t>What do the end-users need to be able to do?</a:t>
            </a:r>
          </a:p>
          <a:p>
            <a:r>
              <a:rPr lang="en-GB" dirty="0"/>
              <a:t>What does the database need to store / do?</a:t>
            </a:r>
          </a:p>
          <a:p>
            <a:pPr marL="0" indent="0">
              <a:buNone/>
            </a:pPr>
            <a:r>
              <a:rPr lang="en-GB" b="1" dirty="0"/>
              <a:t>Design</a:t>
            </a:r>
          </a:p>
          <a:p>
            <a:r>
              <a:rPr lang="en-GB" dirty="0"/>
              <a:t>What are the entities, relationships, cardinality? (ERD)</a:t>
            </a:r>
          </a:p>
          <a:p>
            <a:r>
              <a:rPr lang="en-GB" dirty="0"/>
              <a:t>What are the attributes?</a:t>
            </a:r>
          </a:p>
          <a:p>
            <a:r>
              <a:rPr lang="en-GB" dirty="0"/>
              <a:t>What are the data types?</a:t>
            </a:r>
          </a:p>
          <a:p>
            <a:r>
              <a:rPr lang="en-GB" dirty="0"/>
              <a:t>What is the validation?</a:t>
            </a:r>
          </a:p>
          <a:p>
            <a:r>
              <a:rPr lang="en-GB" dirty="0"/>
              <a:t>What is the referential integrity?</a:t>
            </a:r>
          </a:p>
        </p:txBody>
      </p:sp>
    </p:spTree>
    <p:extLst>
      <p:ext uri="{BB962C8B-B14F-4D97-AF65-F5344CB8AC3E}">
        <p14:creationId xmlns:p14="http://schemas.microsoft.com/office/powerpoint/2010/main" val="1645342312"/>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57AA2-8D68-4E79-B796-5A158F2BF3EE}"/>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FEC0890D-EAF7-4717-8910-FCE2D49C02FB}"/>
              </a:ext>
            </a:extLst>
          </p:cNvPr>
          <p:cNvSpPr>
            <a:spLocks noGrp="1"/>
          </p:cNvSpPr>
          <p:nvPr>
            <p:ph idx="1"/>
          </p:nvPr>
        </p:nvSpPr>
        <p:spPr/>
        <p:txBody>
          <a:bodyPr/>
          <a:lstStyle/>
          <a:p>
            <a:r>
              <a:rPr lang="en-GB" sz="3200" dirty="0"/>
              <a:t>Exemplify a design of a solution to the query: </a:t>
            </a:r>
          </a:p>
          <a:p>
            <a:pPr lvl="1"/>
            <a:r>
              <a:rPr lang="en-GB" sz="2800" dirty="0"/>
              <a:t>fields</a:t>
            </a:r>
          </a:p>
          <a:p>
            <a:pPr lvl="1"/>
            <a:r>
              <a:rPr lang="en-GB" sz="2800" dirty="0"/>
              <a:t>multiple tables</a:t>
            </a:r>
          </a:p>
          <a:p>
            <a:pPr lvl="1"/>
            <a:r>
              <a:rPr lang="en-GB" sz="2800" dirty="0"/>
              <a:t>search criteria</a:t>
            </a:r>
          </a:p>
          <a:p>
            <a:pPr lvl="1"/>
            <a:r>
              <a:rPr lang="en-GB" sz="2800" dirty="0"/>
              <a:t>sort order</a:t>
            </a:r>
          </a:p>
          <a:p>
            <a:pPr marL="0" indent="0">
              <a:buNone/>
            </a:pPr>
            <a:endParaRPr lang="en-GB" dirty="0"/>
          </a:p>
        </p:txBody>
      </p:sp>
    </p:spTree>
    <p:extLst>
      <p:ext uri="{BB962C8B-B14F-4D97-AF65-F5344CB8AC3E}">
        <p14:creationId xmlns:p14="http://schemas.microsoft.com/office/powerpoint/2010/main" val="3196124473"/>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062379745"/>
              </p:ext>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
        <p:nvSpPr>
          <p:cNvPr id="5" name="TextBox 4">
            <a:extLst>
              <a:ext uri="{FF2B5EF4-FFF2-40B4-BE49-F238E27FC236}">
                <a16:creationId xmlns:a16="http://schemas.microsoft.com/office/drawing/2014/main" id="{2E080607-7F49-4880-84B0-EC36CA907A6A}"/>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All can be used</a:t>
            </a:r>
          </a:p>
        </p:txBody>
      </p:sp>
    </p:spTree>
    <p:extLst>
      <p:ext uri="{BB962C8B-B14F-4D97-AF65-F5344CB8AC3E}">
        <p14:creationId xmlns:p14="http://schemas.microsoft.com/office/powerpoint/2010/main" val="354352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20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2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077107779"/>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80860178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INSERT</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764657735"/>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335629651"/>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3145385377"/>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70019504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UPDATE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520357845"/>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6543546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355594162"/>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08852779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DELETE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2968985016"/>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946218872"/>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423321490"/>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Describe and exemplify testing:</a:t>
            </a:r>
          </a:p>
          <a:p>
            <a:pPr lvl="1"/>
            <a:r>
              <a:rPr lang="en-GB" sz="3200" dirty="0"/>
              <a:t>SQL operations work correctly at this level</a:t>
            </a:r>
          </a:p>
          <a:p>
            <a:pPr>
              <a:spcBef>
                <a:spcPts val="1200"/>
              </a:spcBef>
            </a:pPr>
            <a:r>
              <a:rPr lang="en-GB" sz="3200" dirty="0"/>
              <a:t>Evaluate solution in terms of:</a:t>
            </a:r>
          </a:p>
          <a:p>
            <a:pPr lvl="1"/>
            <a:r>
              <a:rPr lang="en-GB" sz="3200" dirty="0"/>
              <a:t>fitness for purpose</a:t>
            </a:r>
          </a:p>
          <a:p>
            <a:pPr lvl="1"/>
            <a:r>
              <a:rPr lang="en-GB" sz="3200" dirty="0"/>
              <a:t>accuracy of output</a:t>
            </a:r>
          </a:p>
        </p:txBody>
      </p:sp>
    </p:spTree>
    <p:extLst>
      <p:ext uri="{BB962C8B-B14F-4D97-AF65-F5344CB8AC3E}">
        <p14:creationId xmlns:p14="http://schemas.microsoft.com/office/powerpoint/2010/main" val="780501331"/>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BA070-2C10-4880-9E17-C099725CF02B}"/>
              </a:ext>
            </a:extLst>
          </p:cNvPr>
          <p:cNvSpPr>
            <a:spLocks noGrp="1"/>
          </p:cNvSpPr>
          <p:nvPr>
            <p:ph type="title"/>
          </p:nvPr>
        </p:nvSpPr>
        <p:spPr/>
        <p:txBody>
          <a:bodyPr/>
          <a:lstStyle/>
          <a:p>
            <a:r>
              <a:rPr lang="en-GB" dirty="0"/>
              <a:t>Testing</a:t>
            </a:r>
          </a:p>
        </p:txBody>
      </p:sp>
      <p:sp>
        <p:nvSpPr>
          <p:cNvPr id="3" name="Content Placeholder 2">
            <a:extLst>
              <a:ext uri="{FF2B5EF4-FFF2-40B4-BE49-F238E27FC236}">
                <a16:creationId xmlns:a16="http://schemas.microsoft.com/office/drawing/2014/main" id="{DBA10379-742D-4968-A43A-99F7383FD78F}"/>
              </a:ext>
            </a:extLst>
          </p:cNvPr>
          <p:cNvSpPr>
            <a:spLocks noGrp="1"/>
          </p:cNvSpPr>
          <p:nvPr>
            <p:ph idx="1"/>
          </p:nvPr>
        </p:nvSpPr>
        <p:spPr/>
        <p:txBody>
          <a:bodyPr>
            <a:normAutofit/>
          </a:bodyPr>
          <a:lstStyle/>
          <a:p>
            <a:r>
              <a:rPr lang="en-GB" sz="3200" dirty="0"/>
              <a:t>Compare actual output with expected output</a:t>
            </a:r>
          </a:p>
        </p:txBody>
      </p:sp>
    </p:spTree>
    <p:extLst>
      <p:ext uri="{BB962C8B-B14F-4D97-AF65-F5344CB8AC3E}">
        <p14:creationId xmlns:p14="http://schemas.microsoft.com/office/powerpoint/2010/main" val="887359266"/>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33451D-0114-4DF6-AABC-755019BC213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BFCD6E65-E1E8-4D4D-8116-9135D4F98C8D}"/>
              </a:ext>
            </a:extLst>
          </p:cNvPr>
          <p:cNvSpPr>
            <a:spLocks noGrp="1"/>
          </p:cNvSpPr>
          <p:nvPr>
            <p:ph idx="1"/>
          </p:nvPr>
        </p:nvSpPr>
        <p:spPr/>
        <p:txBody>
          <a:bodyPr>
            <a:normAutofit/>
          </a:bodyPr>
          <a:lstStyle/>
          <a:p>
            <a:r>
              <a:rPr lang="en-GB" sz="3200" dirty="0"/>
              <a:t>Correct records:</a:t>
            </a:r>
          </a:p>
          <a:p>
            <a:pPr lvl="1"/>
            <a:r>
              <a:rPr lang="en-GB" sz="3200" dirty="0"/>
              <a:t>Selected</a:t>
            </a:r>
          </a:p>
          <a:p>
            <a:pPr lvl="1"/>
            <a:r>
              <a:rPr lang="en-GB" sz="3200" dirty="0"/>
              <a:t>Inserted</a:t>
            </a:r>
          </a:p>
          <a:p>
            <a:pPr lvl="1"/>
            <a:r>
              <a:rPr lang="en-GB" sz="3200" dirty="0"/>
              <a:t>Updated</a:t>
            </a:r>
          </a:p>
          <a:p>
            <a:pPr lvl="1"/>
            <a:r>
              <a:rPr lang="en-GB" sz="3200" dirty="0"/>
              <a:t>Deleted</a:t>
            </a:r>
          </a:p>
          <a:p>
            <a:r>
              <a:rPr lang="en-GB" sz="3200" dirty="0"/>
              <a:t>Referential integrity enforced</a:t>
            </a:r>
          </a:p>
        </p:txBody>
      </p:sp>
    </p:spTree>
    <p:extLst>
      <p:ext uri="{BB962C8B-B14F-4D97-AF65-F5344CB8AC3E}">
        <p14:creationId xmlns:p14="http://schemas.microsoft.com/office/powerpoint/2010/main" val="1093687535"/>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search criteria</a:t>
            </a:r>
          </a:p>
          <a:p>
            <a:pPr lvl="1"/>
            <a:r>
              <a:rPr lang="en-GB" sz="2800" dirty="0"/>
              <a:t>Correct sort order</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000"/>
                                        <p:tgtEl>
                                          <p:spTgt spid="4">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animEffect transition="in" filter="wipe(left)">
                                      <p:cBhvr>
                                        <p:cTn id="23" dur="1000"/>
                                        <p:tgtEl>
                                          <p:spTgt spid="5">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175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6">
                                            <p:txEl>
                                              <p:pRg st="1" end="1"/>
                                            </p:txEl>
                                          </p:spTgt>
                                        </p:tgtEl>
                                        <p:attrNameLst>
                                          <p:attrName>style.visibility</p:attrName>
                                        </p:attrNameLst>
                                      </p:cBhvr>
                                      <p:to>
                                        <p:strVal val="visible"/>
                                      </p:to>
                                    </p:set>
                                    <p:animEffect transition="in" filter="wipe(left)">
                                      <p:cBhvr>
                                        <p:cTn id="33" dur="17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2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endParaRPr lang="en-GB" sz="3200" dirty="0"/>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3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1487835517"/>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761531189"/>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 </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Collection of Information</a:t>
            </a:r>
          </a:p>
        </p:txBody>
      </p:sp>
      <p:sp>
        <p:nvSpPr>
          <p:cNvPr id="3" name="Content Placeholder 2"/>
          <p:cNvSpPr>
            <a:spLocks noGrp="1"/>
          </p:cNvSpPr>
          <p:nvPr>
            <p:ph idx="1"/>
          </p:nvPr>
        </p:nvSpPr>
        <p:spPr>
          <a:xfrm>
            <a:off x="2495600" y="1535952"/>
            <a:ext cx="3749040" cy="3840540"/>
          </a:xfrm>
        </p:spPr>
        <p:txBody>
          <a:bodyPr>
            <a:normAutofit/>
          </a:body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easy</a:t>
            </a:r>
          </a:p>
        </p:txBody>
      </p:sp>
      <p:pic>
        <p:nvPicPr>
          <p:cNvPr id="1027" name="Picture 3" descr="C:\Users\cb1935d\AppData\Local\Microsoft\Windows\Temporary Internet Files\Content.IE5\CK4AA76W\MP900409031[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96200" y="980728"/>
            <a:ext cx="234888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sers\cb1935d\AppData\Local\Microsoft\Windows\Temporary Internet Files\Content.IE5\JYGE0KC2\MC900441466[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4906" y="3645024"/>
            <a:ext cx="1731468" cy="1731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5829400"/>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Advantages &amp; Disadvantages</a:t>
            </a:r>
          </a:p>
        </p:txBody>
      </p:sp>
      <p:sp>
        <p:nvSpPr>
          <p:cNvPr id="5" name="Content Placeholder 2"/>
          <p:cNvSpPr txBox="1">
            <a:spLocks/>
          </p:cNvSpPr>
          <p:nvPr/>
        </p:nvSpPr>
        <p:spPr>
          <a:xfrm>
            <a:off x="2495600" y="1535952"/>
            <a:ext cx="7200800" cy="3549232"/>
          </a:xfrm>
          <a:prstGeom prst="rect">
            <a:avLst/>
          </a:prstGeom>
        </p:spPr>
        <p:txBody>
          <a:bodyPr vert="horz" lIns="91440" tIns="45720" rIns="91440" bIns="45720" rtlCol="0">
            <a:normAutofit/>
          </a:bodyPr>
          <a:lstStyle>
            <a:lvl1pPr marL="342900" indent="-342900" algn="l" defTabSz="914400" rtl="0" eaLnBrk="1" latinLnBrk="0" hangingPunct="1">
              <a:spcBef>
                <a:spcPts val="800"/>
              </a:spcBef>
              <a:buFont typeface="Arial" pitchFamily="34" charset="0"/>
              <a:buNone/>
              <a:defRPr sz="1600" b="1" kern="1200">
                <a:solidFill>
                  <a:schemeClr val="tx1"/>
                </a:solidFill>
                <a:latin typeface="+mn-lt"/>
                <a:ea typeface="+mn-ea"/>
                <a:cs typeface="+mn-cs"/>
              </a:defRPr>
            </a:lvl1pPr>
            <a:lvl2pPr marL="1737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2pPr>
            <a:lvl3pPr marL="4023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3pPr>
            <a:lvl4pPr marL="6309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4pPr>
            <a:lvl5pPr marL="8595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5pPr>
            <a:lvl6pPr marL="1097280" indent="-173736"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6pPr>
            <a:lvl7pPr marL="13533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7pPr>
            <a:lvl8pPr marL="15819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8pPr>
            <a:lvl9pPr marL="1792224"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9p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very easy</a:t>
            </a:r>
          </a:p>
        </p:txBody>
      </p:sp>
      <p:pic>
        <p:nvPicPr>
          <p:cNvPr id="2050" name="Picture 2" descr="C:\Users\cb1935d\AppData\Local\Microsoft\Windows\Temporary Internet Files\Content.IE5\JYGE0KC2\MP900442356[1].jpg"/>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8184232" y="1268760"/>
            <a:ext cx="2213504" cy="1660128"/>
          </a:xfrm>
          <a:prstGeom prst="rect">
            <a:avLst/>
          </a:prstGeom>
          <a:noFill/>
          <a:extLst>
            <a:ext uri="{909E8E84-426E-40DD-AFC4-6F175D3DCCD1}">
              <a14:hiddenFill xmlns:a14="http://schemas.microsoft.com/office/drawing/2010/main">
                <a:solidFill>
                  <a:srgbClr val="FFFFFF"/>
                </a:solidFill>
              </a14:hiddenFill>
            </a:ext>
          </a:extLst>
        </p:spPr>
      </p:pic>
      <p:pic>
        <p:nvPicPr>
          <p:cNvPr id="2051" name="Picture 3" descr="C:\Users\cb1935d\AppData\Local\Microsoft\Windows\Temporary Internet Files\Content.IE5\CK4AA76W\MP900422497[1].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56040" y="2974000"/>
            <a:ext cx="2627784" cy="1749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8537864"/>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0" name="Rectangle: Rounded Corners 9">
            <a:extLst>
              <a:ext uri="{FF2B5EF4-FFF2-40B4-BE49-F238E27FC236}">
                <a16:creationId xmlns:a16="http://schemas.microsoft.com/office/drawing/2014/main" id="{5D773087-09BD-45AD-89A6-29025E9351DE}"/>
              </a:ext>
            </a:extLst>
          </p:cNvPr>
          <p:cNvSpPr/>
          <p:nvPr/>
        </p:nvSpPr>
        <p:spPr>
          <a:xfrm>
            <a:off x="6209546" y="4589265"/>
            <a:ext cx="4409870" cy="1152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Rounded Corners 10">
            <a:extLst>
              <a:ext uri="{FF2B5EF4-FFF2-40B4-BE49-F238E27FC236}">
                <a16:creationId xmlns:a16="http://schemas.microsoft.com/office/drawing/2014/main" id="{B0EC4FDE-CFBC-4CBE-ADDB-EBEBADD6452A}"/>
              </a:ext>
            </a:extLst>
          </p:cNvPr>
          <p:cNvSpPr/>
          <p:nvPr/>
        </p:nvSpPr>
        <p:spPr>
          <a:xfrm>
            <a:off x="6208390" y="2823206"/>
            <a:ext cx="4409870" cy="1692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7169207" cy="584775"/>
          </a:xfrm>
          <a:prstGeom prst="rect">
            <a:avLst/>
          </a:prstGeom>
          <a:noFill/>
        </p:spPr>
        <p:txBody>
          <a:bodyPr wrap="none" rtlCol="0">
            <a:spAutoFit/>
          </a:bodyPr>
          <a:lstStyle/>
          <a:p>
            <a:r>
              <a:rPr lang="en-GB" sz="3200" dirty="0"/>
              <a:t>Data is duplicated – this can lead to errors</a:t>
            </a:r>
          </a:p>
        </p:txBody>
      </p:sp>
    </p:spTree>
    <p:extLst>
      <p:ext uri="{BB962C8B-B14F-4D97-AF65-F5344CB8AC3E}">
        <p14:creationId xmlns:p14="http://schemas.microsoft.com/office/powerpoint/2010/main" val="4018443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up)">
                                      <p:cBhvr>
                                        <p:cTn id="12" dur="10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p:bldLst>
  </p:timing>
</p:sld>
</file>

<file path=ppt/slides/slide2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205046543"/>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6023295" y="5918200"/>
            <a:ext cx="2400300" cy="882650"/>
          </a:xfrm>
          <a:prstGeom prst="callout2">
            <a:avLst>
              <a:gd name="adj1" fmla="val 49806"/>
              <a:gd name="adj2" fmla="val 101751"/>
              <a:gd name="adj3" fmla="val 50035"/>
              <a:gd name="adj4" fmla="val 135548"/>
              <a:gd name="adj5" fmla="val -19500"/>
              <a:gd name="adj6" fmla="val 15671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Insert anomaly</a:t>
            </a:r>
          </a:p>
        </p:txBody>
      </p:sp>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302</a:t>
                      </a:r>
                    </a:p>
                  </a:txBody>
                  <a:tcPr/>
                </a:tc>
                <a:extLst>
                  <a:ext uri="{0D108BD9-81ED-4DB2-BD59-A6C34878D82A}">
                    <a16:rowId xmlns:a16="http://schemas.microsoft.com/office/drawing/2014/main" val="2098199609"/>
                  </a:ext>
                </a:extLst>
              </a:tr>
            </a:tbl>
          </a:graphicData>
        </a:graphic>
      </p:graphicFrame>
      <p:sp>
        <p:nvSpPr>
          <p:cNvPr id="7" name="Rectangle: Rounded Corners 6">
            <a:extLst>
              <a:ext uri="{FF2B5EF4-FFF2-40B4-BE49-F238E27FC236}">
                <a16:creationId xmlns:a16="http://schemas.microsoft.com/office/drawing/2014/main" id="{1CCC2A12-DF5C-496B-B881-6647A8EC7DEF}"/>
              </a:ext>
            </a:extLst>
          </p:cNvPr>
          <p:cNvSpPr/>
          <p:nvPr/>
        </p:nvSpPr>
        <p:spPr>
          <a:xfrm>
            <a:off x="9826465" y="5113336"/>
            <a:ext cx="86400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202D0A3C-5F32-45A6-8AB9-883EC44A8D85}"/>
              </a:ext>
            </a:extLst>
          </p:cNvPr>
          <p:cNvSpPr/>
          <p:nvPr/>
        </p:nvSpPr>
        <p:spPr>
          <a:xfrm>
            <a:off x="6206964" y="5113336"/>
            <a:ext cx="2578895" cy="552525"/>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765459" cy="584775"/>
          </a:xfrm>
          <a:prstGeom prst="rect">
            <a:avLst/>
          </a:prstGeom>
          <a:noFill/>
        </p:spPr>
        <p:txBody>
          <a:bodyPr wrap="none" rtlCol="0">
            <a:spAutoFit/>
          </a:bodyPr>
          <a:lstStyle/>
          <a:p>
            <a:r>
              <a:rPr lang="en-GB" sz="3200" dirty="0"/>
              <a:t>Add a new teacher to the English department</a:t>
            </a:r>
          </a:p>
        </p:txBody>
      </p:sp>
    </p:spTree>
    <p:extLst>
      <p:ext uri="{BB962C8B-B14F-4D97-AF65-F5344CB8AC3E}">
        <p14:creationId xmlns:p14="http://schemas.microsoft.com/office/powerpoint/2010/main" val="395831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2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p:bldLst>
  </p:timing>
</p:sld>
</file>

<file path=ppt/slides/slide2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219669152"/>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2098199609"/>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2928614" y="5337907"/>
            <a:ext cx="2548575" cy="882650"/>
          </a:xfrm>
          <a:prstGeom prst="callout2">
            <a:avLst>
              <a:gd name="adj1" fmla="val 49806"/>
              <a:gd name="adj2" fmla="val 101751"/>
              <a:gd name="adj3" fmla="val 49172"/>
              <a:gd name="adj4" fmla="val 131362"/>
              <a:gd name="adj5" fmla="val -18637"/>
              <a:gd name="adj6" fmla="val 14953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Delete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838200" y="4561836"/>
            <a:ext cx="987552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9523376" cy="584775"/>
          </a:xfrm>
          <a:prstGeom prst="rect">
            <a:avLst/>
          </a:prstGeom>
          <a:noFill/>
        </p:spPr>
        <p:txBody>
          <a:bodyPr wrap="none" rtlCol="0">
            <a:spAutoFit/>
          </a:bodyPr>
          <a:lstStyle/>
          <a:p>
            <a:r>
              <a:rPr lang="en-GB" sz="3200" dirty="0"/>
              <a:t>Remove all teachers who are in the English department</a:t>
            </a:r>
          </a:p>
        </p:txBody>
      </p:sp>
    </p:spTree>
    <p:extLst>
      <p:ext uri="{BB962C8B-B14F-4D97-AF65-F5344CB8AC3E}">
        <p14:creationId xmlns:p14="http://schemas.microsoft.com/office/powerpoint/2010/main" val="702006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xit" presetSubtype="2" fill="hold" nodeType="clickEffect">
                                  <p:stCondLst>
                                    <p:cond delay="0"/>
                                  </p:stCondLst>
                                  <p:childTnLst>
                                    <p:animEffect transition="out" filter="wipe(right)">
                                      <p:cBhvr>
                                        <p:cTn id="11" dur="1000"/>
                                        <p:tgtEl>
                                          <p:spTgt spid="3"/>
                                        </p:tgtEl>
                                      </p:cBhvr>
                                    </p:animEffect>
                                    <p:set>
                                      <p:cBhvr>
                                        <p:cTn id="12" dur="1" fill="hold">
                                          <p:stCondLst>
                                            <p:cond delay="999"/>
                                          </p:stCondLst>
                                        </p:cTn>
                                        <p:tgtEl>
                                          <p:spTgt spid="3"/>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1000"/>
                                        <p:tgtEl>
                                          <p:spTgt spid="7"/>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Lst>
  </p:timing>
</p:sld>
</file>

<file path=ppt/slides/slide2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166796811"/>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5353050" y="5599527"/>
            <a:ext cx="2651439" cy="882650"/>
          </a:xfrm>
          <a:prstGeom prst="callout2">
            <a:avLst>
              <a:gd name="adj1" fmla="val 49806"/>
              <a:gd name="adj2" fmla="val 101751"/>
              <a:gd name="adj3" fmla="val 49172"/>
              <a:gd name="adj4" fmla="val 131362"/>
              <a:gd name="adj5" fmla="val -109285"/>
              <a:gd name="adj6" fmla="val 16841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Update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9817100" y="4009118"/>
            <a:ext cx="900000" cy="540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363298" cy="584775"/>
          </a:xfrm>
          <a:prstGeom prst="rect">
            <a:avLst/>
          </a:prstGeom>
          <a:noFill/>
        </p:spPr>
        <p:txBody>
          <a:bodyPr wrap="none" rtlCol="0">
            <a:spAutoFit/>
          </a:bodyPr>
          <a:lstStyle/>
          <a:p>
            <a:r>
              <a:rPr lang="en-GB" sz="3200" dirty="0"/>
              <a:t>Change the ICT department's phone to 400</a:t>
            </a:r>
          </a:p>
        </p:txBody>
      </p:sp>
      <p:sp>
        <p:nvSpPr>
          <p:cNvPr id="8" name="Rectangle: Rounded Corners 7">
            <a:extLst>
              <a:ext uri="{FF2B5EF4-FFF2-40B4-BE49-F238E27FC236}">
                <a16:creationId xmlns:a16="http://schemas.microsoft.com/office/drawing/2014/main" id="{56023B96-802F-402B-B2CE-5DE5DE4C6FB1}"/>
              </a:ext>
            </a:extLst>
          </p:cNvPr>
          <p:cNvSpPr/>
          <p:nvPr/>
        </p:nvSpPr>
        <p:spPr>
          <a:xfrm>
            <a:off x="9817100" y="2781296"/>
            <a:ext cx="900000" cy="1188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954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P spid="8" grpId="0" animBg="1"/>
    </p:bldLst>
  </p:timing>
</p:sld>
</file>

<file path=ppt/slides/slide2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Tree>
    <p:extLst>
      <p:ext uri="{BB962C8B-B14F-4D97-AF65-F5344CB8AC3E}">
        <p14:creationId xmlns:p14="http://schemas.microsoft.com/office/powerpoint/2010/main" val="109803462"/>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332170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0" end="0"/>
                                            </p:txEl>
                                          </p:spTgt>
                                        </p:tgtEl>
                                        <p:attrNameLst>
                                          <p:attrName>style.visibility</p:attrName>
                                        </p:attrNameLst>
                                      </p:cBhvr>
                                      <p:to>
                                        <p:strVal val="visible"/>
                                      </p:to>
                                    </p:set>
                                    <p:animEffect transition="in" filter="wipe(left)">
                                      <p:cBhvr>
                                        <p:cTn id="32" dur="500"/>
                                        <p:tgtEl>
                                          <p:spTgt spid="5">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1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1000"/>
                                        <p:tgtEl>
                                          <p:spTgt spid="6">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2" end="2"/>
                                            </p:txEl>
                                          </p:spTgt>
                                        </p:tgtEl>
                                        <p:attrNameLst>
                                          <p:attrName>style.visibility</p:attrName>
                                        </p:attrNameLst>
                                      </p:cBhvr>
                                      <p:to>
                                        <p:strVal val="visible"/>
                                      </p:to>
                                    </p:set>
                                    <p:animEffect transition="in" filter="wipe(left)">
                                      <p:cBhvr>
                                        <p:cTn id="47" dur="1000"/>
                                        <p:tgtEl>
                                          <p:spTgt spid="6">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3" end="3"/>
                                            </p:txEl>
                                          </p:spTgt>
                                        </p:tgtEl>
                                        <p:attrNameLst>
                                          <p:attrName>style.visibility</p:attrName>
                                        </p:attrNameLst>
                                      </p:cBhvr>
                                      <p:to>
                                        <p:strVal val="visible"/>
                                      </p:to>
                                    </p:set>
                                    <p:animEffect transition="in" filter="wipe(left)">
                                      <p:cBhvr>
                                        <p:cTn id="52" dur="1000"/>
                                        <p:tgtEl>
                                          <p:spTgt spid="6">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2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1799982689"/>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1</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spTree>
    <p:extLst>
      <p:ext uri="{BB962C8B-B14F-4D97-AF65-F5344CB8AC3E}">
        <p14:creationId xmlns:p14="http://schemas.microsoft.com/office/powerpoint/2010/main" val="2425948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2</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 age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pet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"Dog"</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FAFFE658-F01D-40A9-823C-07C6E7D981AB}"/>
              </a:ext>
            </a:extLst>
          </p:cNvPr>
          <p:cNvPicPr>
            <a:picLocks noChangeAspect="1"/>
          </p:cNvPicPr>
          <p:nvPr/>
        </p:nvPicPr>
        <p:blipFill>
          <a:blip r:embed="rId3"/>
          <a:stretch>
            <a:fillRect/>
          </a:stretch>
        </p:blipFill>
        <p:spPr>
          <a:xfrm>
            <a:off x="5038163" y="3696966"/>
            <a:ext cx="6936124" cy="2959741"/>
          </a:xfrm>
          <a:prstGeom prst="rect">
            <a:avLst/>
          </a:prstGeom>
        </p:spPr>
      </p:pic>
    </p:spTree>
    <p:extLst>
      <p:ext uri="{BB962C8B-B14F-4D97-AF65-F5344CB8AC3E}">
        <p14:creationId xmlns:p14="http://schemas.microsoft.com/office/powerpoint/2010/main" val="1720643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500"/>
                                        <p:tgtEl>
                                          <p:spTgt spid="3">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50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4"/>
                                        </p:tgtEl>
                                        <p:attrNameLst>
                                          <p:attrName>style.visibility</p:attrName>
                                        </p:attrNameLst>
                                      </p:cBhvr>
                                      <p:to>
                                        <p:strVal val="visible"/>
                                      </p:to>
                                    </p:set>
                                    <p:animEffect transition="in" filter="wipe(left)">
                                      <p:cBhvr>
                                        <p:cTn id="33"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3</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"Rural"</a:t>
            </a:r>
            <a:endParaRPr lang="en-US" altLang="en-US" sz="4000" dirty="0">
              <a:latin typeface="Arial" panose="020B0604020202020204" pitchFamily="34" charset="0"/>
            </a:endParaRP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"Wild"</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type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D48D323D-2129-4A8D-8C9A-44CCED85B41C}"/>
              </a:ext>
            </a:extLst>
          </p:cNvPr>
          <p:cNvPicPr>
            <a:picLocks noChangeAspect="1"/>
          </p:cNvPicPr>
          <p:nvPr/>
        </p:nvPicPr>
        <p:blipFill>
          <a:blip r:embed="rId3"/>
          <a:stretch>
            <a:fillRect/>
          </a:stretch>
        </p:blipFill>
        <p:spPr>
          <a:xfrm>
            <a:off x="5257799" y="3850076"/>
            <a:ext cx="6827897" cy="2879552"/>
          </a:xfrm>
          <a:prstGeom prst="rect">
            <a:avLst/>
          </a:prstGeom>
        </p:spPr>
      </p:pic>
    </p:spTree>
    <p:extLst>
      <p:ext uri="{BB962C8B-B14F-4D97-AF65-F5344CB8AC3E}">
        <p14:creationId xmlns:p14="http://schemas.microsoft.com/office/powerpoint/2010/main" val="1374022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000"/>
                                        <p:tgtEl>
                                          <p:spTgt spid="3">
                                            <p:txEl>
                                              <p:pRg st="3" end="3"/>
                                            </p:txEl>
                                          </p:spTgt>
                                        </p:tgtEl>
                                      </p:cBhvr>
                                    </p:animEffect>
                                  </p:childTnLst>
                                </p:cTn>
                              </p:par>
                            </p:childTnLst>
                          </p:cTn>
                        </p:par>
                        <p:par>
                          <p:cTn id="24" fill="hold">
                            <p:stCondLst>
                              <p:cond delay="4000"/>
                            </p:stCondLst>
                            <p:childTnLst>
                              <p:par>
                                <p:cTn id="25" presetID="22" presetClass="entr" presetSubtype="8" fill="hold" grpId="0" nodeType="after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par>
                          <p:cTn id="28" fill="hold">
                            <p:stCondLst>
                              <p:cond delay="5000"/>
                            </p:stCondLst>
                            <p:childTnLst>
                              <p:par>
                                <p:cTn id="29" presetID="22" presetClass="entr" presetSubtype="8" fill="hold" grpId="0" nodeType="after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1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6">
                                            <p:txEl>
                                              <p:pRg st="0" end="0"/>
                                            </p:txEl>
                                          </p:spTgt>
                                        </p:tgtEl>
                                        <p:attrNameLst>
                                          <p:attrName>style.visibility</p:attrName>
                                        </p:attrNameLst>
                                      </p:cBhvr>
                                      <p:to>
                                        <p:strVal val="visible"/>
                                      </p:to>
                                    </p:set>
                                    <p:animEffect transition="in" filter="wipe(left)">
                                      <p:cBhvr>
                                        <p:cTn id="36" dur="500"/>
                                        <p:tgtEl>
                                          <p:spTgt spid="6">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4" fill="hold"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wipe(down)">
                                      <p:cBhvr>
                                        <p:cTn id="41"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33400"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619123"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2023-02-14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2023-02-14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9518733" y="475457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497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9295864"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4193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10008235"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2635279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animEffect transition="in" filter="wipe(left)">
                                      <p:cBhvr>
                                        <p:cTn id="21" dur="1500"/>
                                        <p:tgtEl>
                                          <p:spTgt spid="6">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9">
                                            <p:txEl>
                                              <p:pRg st="0" end="0"/>
                                            </p:txEl>
                                          </p:spTgt>
                                        </p:tgtEl>
                                        <p:attrNameLst>
                                          <p:attrName>style.visibility</p:attrName>
                                        </p:attrNameLst>
                                      </p:cBhvr>
                                      <p:to>
                                        <p:strVal val="visible"/>
                                      </p:to>
                                    </p:set>
                                    <p:animEffect transition="in" filter="wipe(left)">
                                      <p:cBhvr>
                                        <p:cTn id="26" dur="1000"/>
                                        <p:tgtEl>
                                          <p:spTgt spid="19">
                                            <p:txEl>
                                              <p:pRg st="0" end="0"/>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9">
                                            <p:txEl>
                                              <p:pRg st="1" end="1"/>
                                            </p:txEl>
                                          </p:spTgt>
                                        </p:tgtEl>
                                        <p:attrNameLst>
                                          <p:attrName>style.visibility</p:attrName>
                                        </p:attrNameLst>
                                      </p:cBhvr>
                                      <p:to>
                                        <p:strVal val="visible"/>
                                      </p:to>
                                    </p:set>
                                    <p:animEffect transition="in" filter="wipe(left)">
                                      <p:cBhvr>
                                        <p:cTn id="31" dur="1000"/>
                                        <p:tgtEl>
                                          <p:spTgt spid="19">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9">
                                            <p:txEl>
                                              <p:pRg st="2" end="2"/>
                                            </p:txEl>
                                          </p:spTgt>
                                        </p:tgtEl>
                                        <p:attrNameLst>
                                          <p:attrName>style.visibility</p:attrName>
                                        </p:attrNameLst>
                                      </p:cBhvr>
                                      <p:to>
                                        <p:strVal val="visible"/>
                                      </p:to>
                                    </p:set>
                                    <p:animEffect transition="in" filter="wipe(left)">
                                      <p:cBhvr>
                                        <p:cTn id="36" dur="1000"/>
                                        <p:tgtEl>
                                          <p:spTgt spid="19">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wipe(left)">
                                      <p:cBhvr>
                                        <p:cTn id="41" dur="1000"/>
                                        <p:tgtEl>
                                          <p:spTgt spid="2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wipe(left)">
                                      <p:cBhvr>
                                        <p:cTn id="46" dur="500"/>
                                        <p:tgtEl>
                                          <p:spTgt spid="10"/>
                                        </p:tgtEl>
                                      </p:cBhvr>
                                    </p:animEffect>
                                  </p:childTnLst>
                                </p:cTn>
                              </p:par>
                            </p:childTnLst>
                          </p:cTn>
                        </p:par>
                        <p:par>
                          <p:cTn id="47" fill="hold">
                            <p:stCondLst>
                              <p:cond delay="500"/>
                            </p:stCondLst>
                            <p:childTnLst>
                              <p:par>
                                <p:cTn id="48" presetID="22" presetClass="entr" presetSubtype="8" fill="hold" grpId="0" nodeType="after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wipe(left)">
                                      <p:cBhvr>
                                        <p:cTn id="50" dur="1000"/>
                                        <p:tgtEl>
                                          <p:spTgt spid="26"/>
                                        </p:tgtEl>
                                      </p:cBhvr>
                                    </p:animEffect>
                                  </p:childTnLst>
                                </p:cTn>
                              </p:par>
                            </p:childTnLst>
                          </p:cTn>
                        </p:par>
                        <p:par>
                          <p:cTn id="51" fill="hold">
                            <p:stCondLst>
                              <p:cond delay="1500"/>
                            </p:stCondLst>
                            <p:childTnLst>
                              <p:par>
                                <p:cTn id="52" presetID="22" presetClass="entr" presetSubtype="8" fill="hold" nodeType="after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wipe(left)">
                                      <p:cBhvr>
                                        <p:cTn id="54" dur="2000"/>
                                        <p:tgtEl>
                                          <p:spTgt spid="23"/>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xit" presetSubtype="8" fill="hold" grpId="1" nodeType="clickEffect">
                                  <p:stCondLst>
                                    <p:cond delay="0"/>
                                  </p:stCondLst>
                                  <p:childTnLst>
                                    <p:animEffect transition="out" filter="wipe(left)">
                                      <p:cBhvr>
                                        <p:cTn id="58" dur="500"/>
                                        <p:tgtEl>
                                          <p:spTgt spid="27"/>
                                        </p:tgtEl>
                                      </p:cBhvr>
                                    </p:animEffect>
                                    <p:set>
                                      <p:cBhvr>
                                        <p:cTn id="59" dur="1" fill="hold">
                                          <p:stCondLst>
                                            <p:cond delay="499"/>
                                          </p:stCondLst>
                                        </p:cTn>
                                        <p:tgtEl>
                                          <p:spTgt spid="27"/>
                                        </p:tgtEl>
                                        <p:attrNameLst>
                                          <p:attrName>style.visibility</p:attrName>
                                        </p:attrNameLst>
                                      </p:cBhvr>
                                      <p:to>
                                        <p:strVal val="hidden"/>
                                      </p:to>
                                    </p:se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wipe(left)">
                                      <p:cBhvr>
                                        <p:cTn id="63" dur="1000"/>
                                        <p:tgtEl>
                                          <p:spTgt spid="31"/>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grpId="0" nodeType="clickEffect">
                                  <p:stCondLst>
                                    <p:cond delay="0"/>
                                  </p:stCondLst>
                                  <p:childTnLst>
                                    <p:set>
                                      <p:cBhvr>
                                        <p:cTn id="67" dur="1" fill="hold">
                                          <p:stCondLst>
                                            <p:cond delay="0"/>
                                          </p:stCondLst>
                                        </p:cTn>
                                        <p:tgtEl>
                                          <p:spTgt spid="25"/>
                                        </p:tgtEl>
                                        <p:attrNameLst>
                                          <p:attrName>style.visibility</p:attrName>
                                        </p:attrNameLst>
                                      </p:cBhvr>
                                      <p:to>
                                        <p:strVal val="visible"/>
                                      </p:to>
                                    </p:set>
                                    <p:animEffect transition="in" filter="wipe(left)">
                                      <p:cBhvr>
                                        <p:cTn id="68" dur="500"/>
                                        <p:tgtEl>
                                          <p:spTgt spid="25"/>
                                        </p:tgtEl>
                                      </p:cBhvr>
                                    </p:animEffect>
                                  </p:childTnLst>
                                </p:cTn>
                              </p:par>
                            </p:childTnLst>
                          </p:cTn>
                        </p:par>
                        <p:par>
                          <p:cTn id="69" fill="hold">
                            <p:stCondLst>
                              <p:cond delay="500"/>
                            </p:stCondLst>
                            <p:childTnLst>
                              <p:par>
                                <p:cTn id="70" presetID="22" presetClass="entr" presetSubtype="1" fill="hold" nodeType="afterEffect">
                                  <p:stCondLst>
                                    <p:cond delay="0"/>
                                  </p:stCondLst>
                                  <p:childTnLst>
                                    <p:set>
                                      <p:cBhvr>
                                        <p:cTn id="71" dur="1" fill="hold">
                                          <p:stCondLst>
                                            <p:cond delay="0"/>
                                          </p:stCondLst>
                                        </p:cTn>
                                        <p:tgtEl>
                                          <p:spTgt spid="5"/>
                                        </p:tgtEl>
                                        <p:attrNameLst>
                                          <p:attrName>style.visibility</p:attrName>
                                        </p:attrNameLst>
                                      </p:cBhvr>
                                      <p:to>
                                        <p:strVal val="visible"/>
                                      </p:to>
                                    </p:set>
                                    <p:animEffect transition="in" filter="wipe(up)">
                                      <p:cBhvr>
                                        <p:cTn id="72" dur="500"/>
                                        <p:tgtEl>
                                          <p:spTgt spid="5"/>
                                        </p:tgtEl>
                                      </p:cBhvr>
                                    </p:animEffect>
                                  </p:childTnLst>
                                </p:cTn>
                              </p:par>
                            </p:childTnLst>
                          </p:cTn>
                        </p:par>
                        <p:par>
                          <p:cTn id="73" fill="hold">
                            <p:stCondLst>
                              <p:cond delay="1000"/>
                            </p:stCondLst>
                            <p:childTnLst>
                              <p:par>
                                <p:cTn id="74" presetID="22" presetClass="entr" presetSubtype="1" fill="hold" grpId="0" nodeType="after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wipe(up)">
                                      <p:cBhvr>
                                        <p:cTn id="76" dur="1500"/>
                                        <p:tgtEl>
                                          <p:spTgt spid="29"/>
                                        </p:tgtEl>
                                      </p:cBhvr>
                                    </p:animEffect>
                                  </p:childTnLst>
                                </p:cTn>
                              </p:par>
                            </p:childTnLst>
                          </p:cTn>
                        </p:par>
                        <p:par>
                          <p:cTn id="77" fill="hold">
                            <p:stCondLst>
                              <p:cond delay="2500"/>
                            </p:stCondLst>
                            <p:childTnLst>
                              <p:par>
                                <p:cTn id="78" presetID="22" presetClass="entr" presetSubtype="1" fill="hold" nodeType="afterEffect">
                                  <p:stCondLst>
                                    <p:cond delay="0"/>
                                  </p:stCondLst>
                                  <p:childTnLst>
                                    <p:set>
                                      <p:cBhvr>
                                        <p:cTn id="79" dur="1" fill="hold">
                                          <p:stCondLst>
                                            <p:cond delay="0"/>
                                          </p:stCondLst>
                                        </p:cTn>
                                        <p:tgtEl>
                                          <p:spTgt spid="9"/>
                                        </p:tgtEl>
                                        <p:attrNameLst>
                                          <p:attrName>style.visibility</p:attrName>
                                        </p:attrNameLst>
                                      </p:cBhvr>
                                      <p:to>
                                        <p:strVal val="visible"/>
                                      </p:to>
                                    </p:set>
                                    <p:animEffect transition="in" filter="wipe(up)">
                                      <p:cBhvr>
                                        <p:cTn id="80" dur="500"/>
                                        <p:tgtEl>
                                          <p:spTgt spid="9"/>
                                        </p:tgtEl>
                                      </p:cBhvr>
                                    </p:animEffect>
                                  </p:childTnLst>
                                </p:cTn>
                              </p:par>
                            </p:childTnLst>
                          </p:cTn>
                        </p:par>
                        <p:par>
                          <p:cTn id="81" fill="hold">
                            <p:stCondLst>
                              <p:cond delay="3000"/>
                            </p:stCondLst>
                            <p:childTnLst>
                              <p:par>
                                <p:cTn id="82" presetID="22" presetClass="entr" presetSubtype="1" fill="hold" grpId="0" nodeType="after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wipe(up)">
                                      <p:cBhvr>
                                        <p:cTn id="84" dur="1500"/>
                                        <p:tgtEl>
                                          <p:spTgt spid="30"/>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xit" presetSubtype="8" fill="hold" grpId="1" nodeType="clickEffect">
                                  <p:stCondLst>
                                    <p:cond delay="0"/>
                                  </p:stCondLst>
                                  <p:childTnLst>
                                    <p:animEffect transition="out" filter="wipe(left)">
                                      <p:cBhvr>
                                        <p:cTn id="88" dur="500"/>
                                        <p:tgtEl>
                                          <p:spTgt spid="31"/>
                                        </p:tgtEl>
                                      </p:cBhvr>
                                    </p:animEffect>
                                    <p:set>
                                      <p:cBhvr>
                                        <p:cTn id="89" dur="1" fill="hold">
                                          <p:stCondLst>
                                            <p:cond delay="499"/>
                                          </p:stCondLst>
                                        </p:cTn>
                                        <p:tgtEl>
                                          <p:spTgt spid="31"/>
                                        </p:tgtEl>
                                        <p:attrNameLst>
                                          <p:attrName>style.visibility</p:attrName>
                                        </p:attrNameLst>
                                      </p:cBhvr>
                                      <p:to>
                                        <p:strVal val="hidden"/>
                                      </p:to>
                                    </p:se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wipe(left)">
                                      <p:cBhvr>
                                        <p:cTn id="93" dur="500"/>
                                        <p:tgtEl>
                                          <p:spTgt spid="32"/>
                                        </p:tgtEl>
                                      </p:cBhvr>
                                    </p:animEffect>
                                  </p:childTnLst>
                                </p:cTn>
                              </p:par>
                            </p:childTnLst>
                          </p:cTn>
                        </p:par>
                        <p:par>
                          <p:cTn id="94" fill="hold">
                            <p:stCondLst>
                              <p:cond delay="1000"/>
                            </p:stCondLst>
                            <p:childTnLst>
                              <p:par>
                                <p:cTn id="95" presetID="22" presetClass="entr" presetSubtype="8" fill="hold" grpId="0" nodeType="afterEffect">
                                  <p:stCondLst>
                                    <p:cond delay="0"/>
                                  </p:stCondLst>
                                  <p:childTnLst>
                                    <p:set>
                                      <p:cBhvr>
                                        <p:cTn id="96" dur="1" fill="hold">
                                          <p:stCondLst>
                                            <p:cond delay="0"/>
                                          </p:stCondLst>
                                        </p:cTn>
                                        <p:tgtEl>
                                          <p:spTgt spid="28"/>
                                        </p:tgtEl>
                                        <p:attrNameLst>
                                          <p:attrName>style.visibility</p:attrName>
                                        </p:attrNameLst>
                                      </p:cBhvr>
                                      <p:to>
                                        <p:strVal val="visible"/>
                                      </p:to>
                                    </p:set>
                                    <p:animEffect transition="in" filter="wipe(left)">
                                      <p:cBhvr>
                                        <p:cTn id="97" dur="1000"/>
                                        <p:tgtEl>
                                          <p:spTgt spid="28"/>
                                        </p:tgtEl>
                                      </p:cBhvr>
                                    </p:animEffect>
                                  </p:childTnLst>
                                </p:cTn>
                              </p:par>
                            </p:childTnLst>
                          </p:cTn>
                        </p:par>
                        <p:par>
                          <p:cTn id="98" fill="hold">
                            <p:stCondLst>
                              <p:cond delay="2000"/>
                            </p:stCondLst>
                            <p:childTnLst>
                              <p:par>
                                <p:cTn id="99" presetID="22" presetClass="entr" presetSubtype="8" fill="hold"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wipe(left)">
                                      <p:cBhvr>
                                        <p:cTn id="101"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ight Brace 6">
            <a:extLst>
              <a:ext uri="{FF2B5EF4-FFF2-40B4-BE49-F238E27FC236}">
                <a16:creationId xmlns:a16="http://schemas.microsoft.com/office/drawing/2014/main" id="{E522E4EC-A252-8051-515D-454162F41019}"/>
              </a:ext>
            </a:extLst>
          </p:cNvPr>
          <p:cNvSpPr/>
          <p:nvPr/>
        </p:nvSpPr>
        <p:spPr>
          <a:xfrm>
            <a:off x="4411304" y="3152503"/>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Rectangle 7">
            <a:extLst>
              <a:ext uri="{FF2B5EF4-FFF2-40B4-BE49-F238E27FC236}">
                <a16:creationId xmlns:a16="http://schemas.microsoft.com/office/drawing/2014/main" id="{83AD3B43-E6AB-275B-AFCD-09A1FDEC62F7}"/>
              </a:ext>
            </a:extLst>
          </p:cNvPr>
          <p:cNvSpPr/>
          <p:nvPr/>
        </p:nvSpPr>
        <p:spPr>
          <a:xfrm>
            <a:off x="5210174" y="2481803"/>
            <a:ext cx="2914652" cy="93317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28278FD7-E5C9-A484-3936-752A2AC5E815}"/>
              </a:ext>
            </a:extLst>
          </p:cNvPr>
          <p:cNvSpPr/>
          <p:nvPr/>
        </p:nvSpPr>
        <p:spPr>
          <a:xfrm>
            <a:off x="619125" y="3130162"/>
            <a:ext cx="2854834"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EB80E3BC-6D45-90BC-5798-77A70E23EF5B}"/>
              </a:ext>
            </a:extLst>
          </p:cNvPr>
          <p:cNvSpPr/>
          <p:nvPr/>
        </p:nvSpPr>
        <p:spPr>
          <a:xfrm>
            <a:off x="619123" y="5664688"/>
            <a:ext cx="3587370"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561BF2BD-1ECC-7FE0-20EA-17965C043EAD}"/>
              </a:ext>
            </a:extLst>
          </p:cNvPr>
          <p:cNvSpPr/>
          <p:nvPr/>
        </p:nvSpPr>
        <p:spPr>
          <a:xfrm>
            <a:off x="619123" y="5986570"/>
            <a:ext cx="3587370" cy="29424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076B38F0-5296-D0C7-7002-B9162DAA88DE}"/>
              </a:ext>
            </a:extLst>
          </p:cNvPr>
          <p:cNvSpPr/>
          <p:nvPr/>
        </p:nvSpPr>
        <p:spPr>
          <a:xfrm>
            <a:off x="619123" y="5349487"/>
            <a:ext cx="3587370" cy="294244"/>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6AB6C2FE-A92E-0089-7BCF-915F8368FF19}"/>
              </a:ext>
            </a:extLst>
          </p:cNvPr>
          <p:cNvSpPr/>
          <p:nvPr/>
        </p:nvSpPr>
        <p:spPr>
          <a:xfrm>
            <a:off x="8124826" y="2481803"/>
            <a:ext cx="3817366" cy="262890"/>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F55FD949-F804-33E8-5976-0CC945D11C11}"/>
              </a:ext>
            </a:extLst>
          </p:cNvPr>
          <p:cNvSpPr/>
          <p:nvPr/>
        </p:nvSpPr>
        <p:spPr>
          <a:xfrm>
            <a:off x="8124826" y="2803011"/>
            <a:ext cx="3817366"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68E44AAF-82EF-636B-2416-A984414620AD}"/>
              </a:ext>
            </a:extLst>
          </p:cNvPr>
          <p:cNvSpPr/>
          <p:nvPr/>
        </p:nvSpPr>
        <p:spPr>
          <a:xfrm>
            <a:off x="8124826" y="3141187"/>
            <a:ext cx="3817366" cy="27379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sp>
        <p:nvSpPr>
          <p:cNvPr id="19" name="TextBox 18">
            <a:extLst>
              <a:ext uri="{FF2B5EF4-FFF2-40B4-BE49-F238E27FC236}">
                <a16:creationId xmlns:a16="http://schemas.microsoft.com/office/drawing/2014/main" id="{39027E70-266E-C921-B96A-180149336170}"/>
              </a:ext>
            </a:extLst>
          </p:cNvPr>
          <p:cNvSpPr txBox="1"/>
          <p:nvPr/>
        </p:nvSpPr>
        <p:spPr>
          <a:xfrm>
            <a:off x="5741417" y="427741"/>
            <a:ext cx="6200775" cy="1200329"/>
          </a:xfrm>
          <a:prstGeom prst="rect">
            <a:avLst/>
          </a:prstGeom>
          <a:noFill/>
        </p:spPr>
        <p:txBody>
          <a:bodyPr wrap="square" rtlCol="0">
            <a:spAutoFit/>
          </a:bodyPr>
          <a:lstStyle/>
          <a:p>
            <a:r>
              <a:rPr lang="en-GB" sz="3600" dirty="0">
                <a:solidFill>
                  <a:srgbClr val="7030A0"/>
                </a:solidFill>
              </a:rPr>
              <a:t>Every row of second table joined to every row of first table</a:t>
            </a:r>
          </a:p>
        </p:txBody>
      </p:sp>
      <p:sp>
        <p:nvSpPr>
          <p:cNvPr id="20" name="Rectangle 19">
            <a:extLst>
              <a:ext uri="{FF2B5EF4-FFF2-40B4-BE49-F238E27FC236}">
                <a16:creationId xmlns:a16="http://schemas.microsoft.com/office/drawing/2014/main" id="{DCA65FDB-F7C3-285A-74EA-D11733D2C28E}"/>
              </a:ext>
            </a:extLst>
          </p:cNvPr>
          <p:cNvSpPr/>
          <p:nvPr/>
        </p:nvSpPr>
        <p:spPr>
          <a:xfrm>
            <a:off x="619123" y="3756360"/>
            <a:ext cx="2854834" cy="29883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8490DDA6-8DF9-C005-30B9-53B1B1461596}"/>
              </a:ext>
            </a:extLst>
          </p:cNvPr>
          <p:cNvSpPr/>
          <p:nvPr/>
        </p:nvSpPr>
        <p:spPr>
          <a:xfrm>
            <a:off x="5204129" y="4417379"/>
            <a:ext cx="2914652" cy="93317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269837FC-7069-F1D9-E16A-87AF1D4A80CD}"/>
              </a:ext>
            </a:extLst>
          </p:cNvPr>
          <p:cNvSpPr/>
          <p:nvPr/>
        </p:nvSpPr>
        <p:spPr>
          <a:xfrm>
            <a:off x="154556" y="203816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BC0A24A5-7704-6A36-CD80-4ED2C2F64BD2}"/>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932405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wipe(up)">
                                      <p:cBhvr>
                                        <p:cTn id="11" dur="2000"/>
                                        <p:tgtEl>
                                          <p:spTgt spid="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wipe(left)">
                                      <p:cBhvr>
                                        <p:cTn id="16" dur="500"/>
                                        <p:tgtEl>
                                          <p:spTgt spid="18"/>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15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wipe(left)">
                                      <p:cBhvr>
                                        <p:cTn id="25" dur="20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wipe(left)">
                                      <p:cBhvr>
                                        <p:cTn id="30" dur="1000"/>
                                        <p:tgtEl>
                                          <p:spTgt spid="27"/>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1000"/>
                                        <p:tgtEl>
                                          <p:spTgt spid="7"/>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500"/>
                                        <p:tgtEl>
                                          <p:spTgt spid="10"/>
                                        </p:tgtEl>
                                      </p:cBhvr>
                                    </p:animEffect>
                                  </p:childTnLst>
                                </p:cTn>
                              </p:par>
                            </p:childTnLst>
                          </p:cTn>
                        </p:par>
                        <p:par>
                          <p:cTn id="41" fill="hold">
                            <p:stCondLst>
                              <p:cond delay="500"/>
                            </p:stCondLst>
                            <p:childTnLst>
                              <p:par>
                                <p:cTn id="42" presetID="22" presetClass="entr" presetSubtype="8" fill="hold" nodeType="afterEffect">
                                  <p:stCondLst>
                                    <p:cond delay="0"/>
                                  </p:stCondLst>
                                  <p:childTnLst>
                                    <p:set>
                                      <p:cBhvr>
                                        <p:cTn id="43" dur="1" fill="hold">
                                          <p:stCondLst>
                                            <p:cond delay="0"/>
                                          </p:stCondLst>
                                        </p:cTn>
                                        <p:tgtEl>
                                          <p:spTgt spid="5"/>
                                        </p:tgtEl>
                                        <p:attrNameLst>
                                          <p:attrName>style.visibility</p:attrName>
                                        </p:attrNameLst>
                                      </p:cBhvr>
                                      <p:to>
                                        <p:strVal val="visible"/>
                                      </p:to>
                                    </p:set>
                                    <p:animEffect transition="in" filter="wipe(left)">
                                      <p:cBhvr>
                                        <p:cTn id="44" dur="3000"/>
                                        <p:tgtEl>
                                          <p:spTgt spid="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20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wipe(left)">
                                      <p:cBhvr>
                                        <p:cTn id="54" dur="1000"/>
                                        <p:tgtEl>
                                          <p:spTgt spid="9"/>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8"/>
                                        </p:tgtEl>
                                        <p:attrNameLst>
                                          <p:attrName>style.visibility</p:attrName>
                                        </p:attrNameLst>
                                      </p:cBhvr>
                                      <p:to>
                                        <p:strVal val="visible"/>
                                      </p:to>
                                    </p:set>
                                    <p:animEffect transition="in" filter="wipe(left)">
                                      <p:cBhvr>
                                        <p:cTn id="58" dur="1000"/>
                                        <p:tgtEl>
                                          <p:spTgt spid="8"/>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grpId="0" nodeType="click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wipe(left)">
                                      <p:cBhvr>
                                        <p:cTn id="63" dur="1000"/>
                                        <p:tgtEl>
                                          <p:spTgt spid="13"/>
                                        </p:tgtEl>
                                      </p:cBhvr>
                                    </p:animEffect>
                                  </p:childTnLst>
                                </p:cTn>
                              </p:par>
                            </p:childTnLst>
                          </p:cTn>
                        </p:par>
                        <p:par>
                          <p:cTn id="64" fill="hold">
                            <p:stCondLst>
                              <p:cond delay="1000"/>
                            </p:stCondLst>
                            <p:childTnLst>
                              <p:par>
                                <p:cTn id="65" presetID="22" presetClass="entr" presetSubtype="8" fill="hold" grpId="0" nodeType="afterEffect">
                                  <p:stCondLst>
                                    <p:cond delay="0"/>
                                  </p:stCondLst>
                                  <p:childTnLst>
                                    <p:set>
                                      <p:cBhvr>
                                        <p:cTn id="66" dur="1" fill="hold">
                                          <p:stCondLst>
                                            <p:cond delay="0"/>
                                          </p:stCondLst>
                                        </p:cTn>
                                        <p:tgtEl>
                                          <p:spTgt spid="14"/>
                                        </p:tgtEl>
                                        <p:attrNameLst>
                                          <p:attrName>style.visibility</p:attrName>
                                        </p:attrNameLst>
                                      </p:cBhvr>
                                      <p:to>
                                        <p:strVal val="visible"/>
                                      </p:to>
                                    </p:set>
                                    <p:animEffect transition="in" filter="wipe(left)">
                                      <p:cBhvr>
                                        <p:cTn id="67" dur="1000"/>
                                        <p:tgtEl>
                                          <p:spTgt spid="14"/>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1000"/>
                                        <p:tgtEl>
                                          <p:spTgt spid="11"/>
                                        </p:tgtEl>
                                      </p:cBhvr>
                                    </p:animEffect>
                                  </p:childTnLst>
                                </p:cTn>
                              </p:par>
                            </p:childTnLst>
                          </p:cTn>
                        </p:par>
                        <p:par>
                          <p:cTn id="73" fill="hold">
                            <p:stCondLst>
                              <p:cond delay="1000"/>
                            </p:stCondLst>
                            <p:childTnLst>
                              <p:par>
                                <p:cTn id="74" presetID="22" presetClass="entr" presetSubtype="8" fill="hold" grpId="0" nodeType="after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wipe(left)">
                                      <p:cBhvr>
                                        <p:cTn id="76" dur="1000"/>
                                        <p:tgtEl>
                                          <p:spTgt spid="15"/>
                                        </p:tgtEl>
                                      </p:cBhvr>
                                    </p:animEffect>
                                  </p:childTnLst>
                                </p:cTn>
                              </p:par>
                            </p:childTnLst>
                          </p:cTn>
                        </p:par>
                        <p:par>
                          <p:cTn id="77" fill="hold">
                            <p:stCondLst>
                              <p:cond delay="2000"/>
                            </p:stCondLst>
                            <p:childTnLst>
                              <p:par>
                                <p:cTn id="78" presetID="22" presetClass="entr" presetSubtype="8" fill="hold" grpId="0" nodeType="afterEffect">
                                  <p:stCondLst>
                                    <p:cond delay="0"/>
                                  </p:stCondLst>
                                  <p:childTnLst>
                                    <p:set>
                                      <p:cBhvr>
                                        <p:cTn id="79" dur="1" fill="hold">
                                          <p:stCondLst>
                                            <p:cond delay="0"/>
                                          </p:stCondLst>
                                        </p:cTn>
                                        <p:tgtEl>
                                          <p:spTgt spid="12"/>
                                        </p:tgtEl>
                                        <p:attrNameLst>
                                          <p:attrName>style.visibility</p:attrName>
                                        </p:attrNameLst>
                                      </p:cBhvr>
                                      <p:to>
                                        <p:strVal val="visible"/>
                                      </p:to>
                                    </p:set>
                                    <p:animEffect transition="in" filter="wipe(left)">
                                      <p:cBhvr>
                                        <p:cTn id="80" dur="1000"/>
                                        <p:tgtEl>
                                          <p:spTgt spid="12"/>
                                        </p:tgtEl>
                                      </p:cBhvr>
                                    </p:animEffect>
                                  </p:childTnLst>
                                </p:cTn>
                              </p:par>
                            </p:childTnLst>
                          </p:cTn>
                        </p:par>
                        <p:par>
                          <p:cTn id="81" fill="hold">
                            <p:stCondLst>
                              <p:cond delay="3000"/>
                            </p:stCondLst>
                            <p:childTnLst>
                              <p:par>
                                <p:cTn id="82" presetID="22" presetClass="entr" presetSubtype="8" fill="hold" grpId="0" nodeType="afterEffect">
                                  <p:stCondLst>
                                    <p:cond delay="0"/>
                                  </p:stCondLst>
                                  <p:childTnLst>
                                    <p:set>
                                      <p:cBhvr>
                                        <p:cTn id="83" dur="1" fill="hold">
                                          <p:stCondLst>
                                            <p:cond delay="0"/>
                                          </p:stCondLst>
                                        </p:cTn>
                                        <p:tgtEl>
                                          <p:spTgt spid="16"/>
                                        </p:tgtEl>
                                        <p:attrNameLst>
                                          <p:attrName>style.visibility</p:attrName>
                                        </p:attrNameLst>
                                      </p:cBhvr>
                                      <p:to>
                                        <p:strVal val="visible"/>
                                      </p:to>
                                    </p:set>
                                    <p:animEffect transition="in" filter="wipe(left)">
                                      <p:cBhvr>
                                        <p:cTn id="84" dur="1000"/>
                                        <p:tgtEl>
                                          <p:spTgt spid="16"/>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20"/>
                                        </p:tgtEl>
                                        <p:attrNameLst>
                                          <p:attrName>style.visibility</p:attrName>
                                        </p:attrNameLst>
                                      </p:cBhvr>
                                      <p:to>
                                        <p:strVal val="visible"/>
                                      </p:to>
                                    </p:set>
                                    <p:animEffect transition="in" filter="wipe(left)">
                                      <p:cBhvr>
                                        <p:cTn id="89" dur="1000"/>
                                        <p:tgtEl>
                                          <p:spTgt spid="20"/>
                                        </p:tgtEl>
                                      </p:cBhvr>
                                    </p:animEffect>
                                  </p:childTnLst>
                                </p:cTn>
                              </p:par>
                            </p:childTnLst>
                          </p:cTn>
                        </p:par>
                        <p:par>
                          <p:cTn id="90" fill="hold">
                            <p:stCondLst>
                              <p:cond delay="1000"/>
                            </p:stCondLst>
                            <p:childTnLst>
                              <p:par>
                                <p:cTn id="91" presetID="22" presetClass="entr" presetSubtype="8" fill="hold" grpId="0" nodeType="afterEffect">
                                  <p:stCondLst>
                                    <p:cond delay="0"/>
                                  </p:stCondLst>
                                  <p:childTnLst>
                                    <p:set>
                                      <p:cBhvr>
                                        <p:cTn id="92" dur="1" fill="hold">
                                          <p:stCondLst>
                                            <p:cond delay="0"/>
                                          </p:stCondLst>
                                        </p:cTn>
                                        <p:tgtEl>
                                          <p:spTgt spid="21"/>
                                        </p:tgtEl>
                                        <p:attrNameLst>
                                          <p:attrName>style.visibility</p:attrName>
                                        </p:attrNameLst>
                                      </p:cBhvr>
                                      <p:to>
                                        <p:strVal val="visible"/>
                                      </p:to>
                                    </p:set>
                                    <p:animEffect transition="in" filter="wipe(left)">
                                      <p:cBhvr>
                                        <p:cTn id="93" dur="1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8" grpId="0" animBg="1"/>
      <p:bldP spid="9" grpId="0" animBg="1"/>
      <p:bldP spid="11" grpId="0" animBg="1"/>
      <p:bldP spid="12" grpId="0" animBg="1"/>
      <p:bldP spid="13" grpId="0" animBg="1"/>
      <p:bldP spid="14" grpId="0" animBg="1"/>
      <p:bldP spid="15" grpId="0" animBg="1"/>
      <p:bldP spid="16" grpId="0" animBg="1"/>
      <p:bldP spid="17" grpId="0"/>
      <p:bldP spid="18" grpId="0"/>
      <p:bldP spid="19" grpId="0"/>
      <p:bldP spid="20" grpId="0" animBg="1"/>
      <p:bldP spid="21" grpId="0" animBg="1"/>
      <p:bldP spid="27" grpId="0" animBg="1"/>
      <p:bldP spid="10" grpId="0"/>
    </p:bldLst>
  </p:timing>
</p:sld>
</file>

<file path=ppt/slides/slide2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graphicFrame>
        <p:nvGraphicFramePr>
          <p:cNvPr id="10" name="Table 9">
            <a:extLst>
              <a:ext uri="{FF2B5EF4-FFF2-40B4-BE49-F238E27FC236}">
                <a16:creationId xmlns:a16="http://schemas.microsoft.com/office/drawing/2014/main" id="{27447668-FB30-E0E5-4E84-12B3C9B657C5}"/>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2" name="TextBox 21">
            <a:extLst>
              <a:ext uri="{FF2B5EF4-FFF2-40B4-BE49-F238E27FC236}">
                <a16:creationId xmlns:a16="http://schemas.microsoft.com/office/drawing/2014/main" id="{8895A3E1-1C55-D20F-DDA5-44F6094135B5}"/>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639736254"/>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0" name="Rectangle 9">
            <a:extLst>
              <a:ext uri="{FF2B5EF4-FFF2-40B4-BE49-F238E27FC236}">
                <a16:creationId xmlns:a16="http://schemas.microsoft.com/office/drawing/2014/main" id="{F90F4DF6-E7A4-CBE6-D903-C75335FCD200}"/>
              </a:ext>
            </a:extLst>
          </p:cNvPr>
          <p:cNvSpPr/>
          <p:nvPr/>
        </p:nvSpPr>
        <p:spPr>
          <a:xfrm>
            <a:off x="981074" y="2571750"/>
            <a:ext cx="685801"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F7A9C272-90E2-BA4B-0ADD-9FC307D3AF2B}"/>
              </a:ext>
            </a:extLst>
          </p:cNvPr>
          <p:cNvSpPr/>
          <p:nvPr/>
        </p:nvSpPr>
        <p:spPr>
          <a:xfrm>
            <a:off x="3705225" y="2571750"/>
            <a:ext cx="876299"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3E4C874C-FA9C-72F1-4CA9-4252CCD1ADA6}"/>
              </a:ext>
            </a:extLst>
          </p:cNvPr>
          <p:cNvSpPr/>
          <p:nvPr/>
        </p:nvSpPr>
        <p:spPr>
          <a:xfrm>
            <a:off x="5800726" y="2571750"/>
            <a:ext cx="1171387"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5" name="TextBox 24">
            <a:extLst>
              <a:ext uri="{FF2B5EF4-FFF2-40B4-BE49-F238E27FC236}">
                <a16:creationId xmlns:a16="http://schemas.microsoft.com/office/drawing/2014/main" id="{F074091D-8FDF-1D11-17A5-9546B6B5C002}"/>
              </a:ext>
            </a:extLst>
          </p:cNvPr>
          <p:cNvSpPr txBox="1"/>
          <p:nvPr/>
        </p:nvSpPr>
        <p:spPr>
          <a:xfrm>
            <a:off x="6972113" y="1645944"/>
            <a:ext cx="4478908" cy="646331"/>
          </a:xfrm>
          <a:prstGeom prst="rect">
            <a:avLst/>
          </a:prstGeom>
          <a:noFill/>
        </p:spPr>
        <p:txBody>
          <a:bodyPr wrap="square" rtlCol="0">
            <a:spAutoFit/>
          </a:bodyPr>
          <a:lstStyle/>
          <a:p>
            <a:r>
              <a:rPr lang="en-GB" sz="3600" dirty="0">
                <a:solidFill>
                  <a:srgbClr val="7030A0"/>
                </a:solidFill>
              </a:rPr>
              <a:t>The result is nonsense!</a:t>
            </a:r>
          </a:p>
        </p:txBody>
      </p:sp>
      <p:sp>
        <p:nvSpPr>
          <p:cNvPr id="26" name="Right Arrow 9">
            <a:extLst>
              <a:ext uri="{FF2B5EF4-FFF2-40B4-BE49-F238E27FC236}">
                <a16:creationId xmlns:a16="http://schemas.microsoft.com/office/drawing/2014/main" id="{D1EEC889-7AC3-F152-2534-77ACED8825D6}"/>
              </a:ext>
            </a:extLst>
          </p:cNvPr>
          <p:cNvSpPr/>
          <p:nvPr/>
        </p:nvSpPr>
        <p:spPr>
          <a:xfrm>
            <a:off x="7093967" y="4153602"/>
            <a:ext cx="1406147" cy="8844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C4EDE313-8EE8-417B-7F36-0143AC0D1F5D}"/>
              </a:ext>
            </a:extLst>
          </p:cNvPr>
          <p:cNvSpPr/>
          <p:nvPr/>
        </p:nvSpPr>
        <p:spPr>
          <a:xfrm>
            <a:off x="154558" y="15107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2599681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left)">
                                      <p:cBhvr>
                                        <p:cTn id="7" dur="10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wipe(up)">
                                      <p:cBhvr>
                                        <p:cTn id="12" dur="2000"/>
                                        <p:tgtEl>
                                          <p:spTgt spid="10"/>
                                        </p:tgtEl>
                                      </p:cBhvr>
                                    </p:animEffect>
                                  </p:childTnLst>
                                </p:cTn>
                              </p:par>
                            </p:childTnLst>
                          </p:cTn>
                        </p:par>
                        <p:par>
                          <p:cTn id="13" fill="hold">
                            <p:stCondLst>
                              <p:cond delay="2000"/>
                            </p:stCondLst>
                            <p:childTnLst>
                              <p:par>
                                <p:cTn id="14" presetID="22" presetClass="entr" presetSubtype="1" fill="hold" grpId="0" nodeType="after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up)">
                                      <p:cBhvr>
                                        <p:cTn id="16" dur="2000"/>
                                        <p:tgtEl>
                                          <p:spTgt spid="22"/>
                                        </p:tgtEl>
                                      </p:cBhvr>
                                    </p:animEffect>
                                  </p:childTnLst>
                                </p:cTn>
                              </p:par>
                            </p:childTnLst>
                          </p:cTn>
                        </p:par>
                        <p:par>
                          <p:cTn id="17" fill="hold">
                            <p:stCondLst>
                              <p:cond delay="4000"/>
                            </p:stCondLst>
                            <p:childTnLst>
                              <p:par>
                                <p:cTn id="18" presetID="22" presetClass="entr" presetSubtype="1" fill="hold" grpId="0" nodeType="after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wipe(up)">
                                      <p:cBhvr>
                                        <p:cTn id="20" dur="20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wipe(left)">
                                      <p:cBhvr>
                                        <p:cTn id="25" dur="1000"/>
                                        <p:tgtEl>
                                          <p:spTgt spid="26"/>
                                        </p:tgtEl>
                                      </p:cBhvr>
                                    </p:animEffect>
                                  </p:childTnLst>
                                </p:cTn>
                              </p:par>
                            </p:childTnLst>
                          </p:cTn>
                        </p:par>
                        <p:par>
                          <p:cTn id="26" fill="hold">
                            <p:stCondLst>
                              <p:cond delay="1000"/>
                            </p:stCondLst>
                            <p:childTnLst>
                              <p:par>
                                <p:cTn id="27" presetID="22" presetClass="entr" presetSubtype="8" fill="hold" nodeType="after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wipe(left)">
                                      <p:cBhvr>
                                        <p:cTn id="29" dur="20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2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22" grpId="0" animBg="1"/>
      <p:bldP spid="23" grpId="0" animBg="1"/>
      <p:bldP spid="25" grpId="0"/>
      <p:bldP spid="26" grpId="0" animBg="1"/>
      <p:bldP spid="27" grpId="0" animBg="1"/>
    </p:bldLst>
  </p:timing>
</p:sld>
</file>

<file path=ppt/slides/slide2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6280941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0</TotalTime>
  <Words>11567</Words>
  <Application>Microsoft Office PowerPoint</Application>
  <PresentationFormat>Widescreen</PresentationFormat>
  <Paragraphs>5046</Paragraphs>
  <Slides>264</Slides>
  <Notes>210</Notes>
  <HiddenSlides>124</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264</vt:i4>
      </vt:variant>
    </vt:vector>
  </HeadingPairs>
  <TitlesOfParts>
    <vt:vector size="272" baseType="lpstr">
      <vt:lpstr>Arial</vt:lpstr>
      <vt:lpstr>Calibri</vt:lpstr>
      <vt:lpstr>Calibri Light</vt:lpstr>
      <vt:lpstr>Consolas</vt:lpstr>
      <vt:lpstr>Helvetica Neue</vt:lpstr>
      <vt:lpstr>ReithSans</vt:lpstr>
      <vt:lpstr>Wingdings</vt:lpstr>
      <vt:lpstr>Office Theme</vt:lpstr>
      <vt:lpstr>N5 Computing Science</vt:lpstr>
      <vt:lpstr>Plan – N5 Year 1</vt:lpstr>
      <vt:lpstr>What is a database?</vt:lpstr>
      <vt:lpstr>PowerPoint Presentation</vt:lpstr>
      <vt:lpstr>Records – Paper based</vt:lpstr>
      <vt:lpstr>Records – Paper based</vt:lpstr>
      <vt:lpstr>Records – Electronic</vt:lpstr>
      <vt:lpstr>Records – Electronic</vt:lpstr>
      <vt:lpstr>Relational Database</vt:lpstr>
      <vt:lpstr>Relational Database</vt:lpstr>
      <vt:lpstr>SQL</vt:lpstr>
      <vt:lpstr>SQL</vt:lpstr>
      <vt:lpstr>DB Browser for SQLite</vt:lpstr>
      <vt:lpstr>Edit – Preferences</vt:lpstr>
      <vt:lpstr>View – Edit Pragmas</vt:lpstr>
      <vt:lpstr>Learning Intentions</vt:lpstr>
      <vt:lpstr>Internal Commentary -  Single Line</vt:lpstr>
      <vt:lpstr>Internal Commentary – Single Line</vt:lpstr>
      <vt:lpstr>Internal Commentary – Multiple Lines</vt:lpstr>
      <vt:lpstr>Internal Commentary – Multiple Lines</vt:lpstr>
      <vt:lpstr>Learning Intentions</vt:lpstr>
      <vt:lpstr>Display information</vt:lpstr>
      <vt:lpstr>Display information</vt:lpstr>
      <vt:lpstr>Learning Intentions</vt:lpstr>
      <vt:lpstr>Table: pupil</vt:lpstr>
      <vt:lpstr>Display Data – Everything</vt:lpstr>
      <vt:lpstr>Display Data – Everything</vt:lpstr>
      <vt:lpstr>Display Data – Something</vt:lpstr>
      <vt:lpstr>Display Data – Something</vt:lpstr>
      <vt:lpstr>Order of Operations (1)</vt:lpstr>
      <vt:lpstr>Order of Operations (1)</vt:lpstr>
      <vt:lpstr>Learning Intentions</vt:lpstr>
      <vt:lpstr>Comparison Operators</vt:lpstr>
      <vt:lpstr>Comparison Operators</vt:lpstr>
      <vt:lpstr>Attributes Types</vt:lpstr>
      <vt:lpstr>Attributes Types</vt:lpstr>
      <vt:lpstr>Attributes Example</vt:lpstr>
      <vt:lpstr>Attributes Example</vt:lpstr>
      <vt:lpstr>Filter Results: Text</vt:lpstr>
      <vt:lpstr>Filter Results: Text</vt:lpstr>
      <vt:lpstr>Order of Operations (2)</vt:lpstr>
      <vt:lpstr>Order of Operations (2)</vt:lpstr>
      <vt:lpstr>Filter Results: Number</vt:lpstr>
      <vt:lpstr>Filter Results: Number</vt:lpstr>
      <vt:lpstr>Filter Results: Date</vt:lpstr>
      <vt:lpstr>Filter Results: Date</vt:lpstr>
      <vt:lpstr>Filter Results: Time</vt:lpstr>
      <vt:lpstr>Filter Results: Time</vt:lpstr>
      <vt:lpstr>Filter Results: Boolean</vt:lpstr>
      <vt:lpstr>Filter Results: Boolean</vt:lpstr>
      <vt:lpstr>Learning Intentions</vt:lpstr>
      <vt:lpstr>Sort Results – Small to Big</vt:lpstr>
      <vt:lpstr>Sort Results – Small to Big</vt:lpstr>
      <vt:lpstr>Sort Results – Big to Small</vt:lpstr>
      <vt:lpstr>Sort Results – Big to Small</vt:lpstr>
      <vt:lpstr>Order of Operations (3)</vt:lpstr>
      <vt:lpstr>Order of Operations (3)</vt:lpstr>
      <vt:lpstr>Order of Operations (3)</vt:lpstr>
      <vt:lpstr>Order of Operations (3)</vt:lpstr>
      <vt:lpstr>Sort Results – Multiple fields</vt:lpstr>
      <vt:lpstr>Sort Results – Multiple fields</vt:lpstr>
      <vt:lpstr>Learning Intentions</vt:lpstr>
      <vt:lpstr>Filter Results: Complex - AND</vt:lpstr>
      <vt:lpstr>Filter Results: Complex - AND</vt:lpstr>
      <vt:lpstr>Filter Results: Complex - OR</vt:lpstr>
      <vt:lpstr>Filter Results: Complex - OR</vt:lpstr>
      <vt:lpstr>Filter Results: Complex!</vt:lpstr>
      <vt:lpstr>Filter Results: Complex!</vt:lpstr>
      <vt:lpstr>Order of Operations (4)</vt:lpstr>
      <vt:lpstr>Order of Operations (4)</vt:lpstr>
      <vt:lpstr>Prison Task</vt:lpstr>
      <vt:lpstr>Doing It All!</vt:lpstr>
      <vt:lpstr>Doing It All!</vt:lpstr>
      <vt:lpstr>Santa's List</vt:lpstr>
      <vt:lpstr>Santa's List - SQL</vt:lpstr>
      <vt:lpstr>Video Games Task</vt:lpstr>
      <vt:lpstr>Learning Intentions</vt:lpstr>
      <vt:lpstr>Primary Key</vt:lpstr>
      <vt:lpstr>Primary Key</vt:lpstr>
      <vt:lpstr>Foreign Key</vt:lpstr>
      <vt:lpstr>Foreign Key</vt:lpstr>
      <vt:lpstr>Relationship – Two Entities</vt:lpstr>
      <vt:lpstr>Relationship – Two Entities</vt:lpstr>
      <vt:lpstr>Entity: Address</vt:lpstr>
      <vt:lpstr>Relationship – Two Entities</vt:lpstr>
      <vt:lpstr>Relationship – Two Entities</vt:lpstr>
      <vt:lpstr>Equi-join - Generic</vt:lpstr>
      <vt:lpstr>Equi-join - Generic</vt:lpstr>
      <vt:lpstr>Equi-join - Example</vt:lpstr>
      <vt:lpstr>Equi-join - Example</vt:lpstr>
      <vt:lpstr>Order of Operations (5)</vt:lpstr>
      <vt:lpstr>Order of Operations (5)</vt:lpstr>
      <vt:lpstr>Order of Operations (6)</vt:lpstr>
      <vt:lpstr>Order of Operations (6)</vt:lpstr>
      <vt:lpstr>Learning Intentions</vt:lpstr>
      <vt:lpstr>Add Data – Single Record (1) – Example</vt:lpstr>
      <vt:lpstr>Add Data – Single Record (1) – Example</vt:lpstr>
      <vt:lpstr>Add Data – Single Record (2) – Example</vt:lpstr>
      <vt:lpstr>Add Data – Single Record (2) – Example</vt:lpstr>
      <vt:lpstr>Add Data – Multiple Records – Example</vt:lpstr>
      <vt:lpstr>Add Data – Multiple Records – Example</vt:lpstr>
      <vt:lpstr>Add Data – Some fields</vt:lpstr>
      <vt:lpstr>Add Data – Some fields</vt:lpstr>
      <vt:lpstr>Add Data – Some fields – Example</vt:lpstr>
      <vt:lpstr>Add Data – Some fields – Example</vt:lpstr>
      <vt:lpstr>Learning Intentions</vt:lpstr>
      <vt:lpstr>Change Data</vt:lpstr>
      <vt:lpstr>Change Data</vt:lpstr>
      <vt:lpstr>Change Data -  In stages</vt:lpstr>
      <vt:lpstr>Change Data -  In stages</vt:lpstr>
      <vt:lpstr>Change Data – Multiple fields</vt:lpstr>
      <vt:lpstr>Change Data – Multiple fields</vt:lpstr>
      <vt:lpstr>Learning Intentions</vt:lpstr>
      <vt:lpstr>Remove Data</vt:lpstr>
      <vt:lpstr>Remove Data</vt:lpstr>
      <vt:lpstr>Remove Data -  In stages</vt:lpstr>
      <vt:lpstr>Remove Data -  In stages</vt:lpstr>
      <vt:lpstr>SQL Queries - Overview</vt:lpstr>
      <vt:lpstr>SQL Queries - Overview</vt:lpstr>
      <vt:lpstr>Membership Task</vt:lpstr>
      <vt:lpstr>Learning Intentions</vt:lpstr>
      <vt:lpstr>Data Types</vt:lpstr>
      <vt:lpstr>Data Types</vt:lpstr>
      <vt:lpstr>Validation</vt:lpstr>
      <vt:lpstr>Validation</vt:lpstr>
      <vt:lpstr>CREATE TABLE</vt:lpstr>
      <vt:lpstr>CREATE TABLE</vt:lpstr>
      <vt:lpstr>CREATE TABLE – Task 1</vt:lpstr>
      <vt:lpstr>CREATE TABLE – Task 1 - Solution</vt:lpstr>
      <vt:lpstr>CREATE TABLE – Task 2</vt:lpstr>
      <vt:lpstr>CREATE TABLE – Task 2 - Solution</vt:lpstr>
      <vt:lpstr>Learning Intentions</vt:lpstr>
      <vt:lpstr>Modify Table – 8 Steps</vt:lpstr>
      <vt:lpstr>Modify Table – 8 Steps</vt:lpstr>
      <vt:lpstr>Modify Table Task</vt:lpstr>
      <vt:lpstr>Database Definition</vt:lpstr>
      <vt:lpstr>Database Definition</vt:lpstr>
      <vt:lpstr>Modify Table: 1 Get Table Definition</vt:lpstr>
      <vt:lpstr>Modify Table: 1 Get Table Definition</vt:lpstr>
      <vt:lpstr>Modify Table: 1 Get Table Definition</vt:lpstr>
      <vt:lpstr>Modify Table: 1 Get Table Definition</vt:lpstr>
      <vt:lpstr>Modify Table: 2 Create Empty Table</vt:lpstr>
      <vt:lpstr>Modify Table: 2 Create Empty Table</vt:lpstr>
      <vt:lpstr>Modify Table: 3 Copy Data</vt:lpstr>
      <vt:lpstr>Modify Table: 3 Copy Data</vt:lpstr>
      <vt:lpstr>Modify Table: 4 Check Data</vt:lpstr>
      <vt:lpstr>Modify Table: 4 Check Data</vt:lpstr>
      <vt:lpstr>Modify Table: 5 Referential integrity: Off</vt:lpstr>
      <vt:lpstr>Modify Table: 5 Referential integrity: Off</vt:lpstr>
      <vt:lpstr>Modify Table: 6 Delete Old Table</vt:lpstr>
      <vt:lpstr>Modify Table: 6 Delete Table</vt:lpstr>
      <vt:lpstr>Modify Table: 7 Rename New Table</vt:lpstr>
      <vt:lpstr>Modify Table: 7 Rename New Table</vt:lpstr>
      <vt:lpstr>Modify Table: 8 Referential integrity: On</vt:lpstr>
      <vt:lpstr>Modify Table: 8 Referential integrity: On</vt:lpstr>
      <vt:lpstr>Plan – N5 Year 2</vt:lpstr>
      <vt:lpstr>Assessment</vt:lpstr>
      <vt:lpstr>Assessment</vt:lpstr>
      <vt:lpstr>GDPR</vt:lpstr>
      <vt:lpstr>Learning Intentions</vt:lpstr>
      <vt:lpstr>Lawfulness, fairness and transparency</vt:lpstr>
      <vt:lpstr>Purpose limitation</vt:lpstr>
      <vt:lpstr>Data minimisation</vt:lpstr>
      <vt:lpstr>Accuracy</vt:lpstr>
      <vt:lpstr>Storage limitation</vt:lpstr>
      <vt:lpstr>Integrity and confidentiality</vt:lpstr>
      <vt:lpstr>GDPR Key Principles</vt:lpstr>
      <vt:lpstr>GDPR Key Principles</vt:lpstr>
      <vt:lpstr>Learning Intentions</vt:lpstr>
      <vt:lpstr>Requirements</vt:lpstr>
      <vt:lpstr>Requirements</vt:lpstr>
      <vt:lpstr>End-User Requirements</vt:lpstr>
      <vt:lpstr>End-User Requirements</vt:lpstr>
      <vt:lpstr>Functional Requirements (Queries)</vt:lpstr>
      <vt:lpstr>Functional Requirements (Queries)</vt:lpstr>
      <vt:lpstr>Learning Intentions</vt:lpstr>
      <vt:lpstr>Tables / Fields</vt:lpstr>
      <vt:lpstr>Tables / Fields</vt:lpstr>
      <vt:lpstr>Keys</vt:lpstr>
      <vt:lpstr>Keys</vt:lpstr>
      <vt:lpstr>ERD 1:M</vt:lpstr>
      <vt:lpstr>ERD 1:M</vt:lpstr>
      <vt:lpstr>ERD M:1</vt:lpstr>
      <vt:lpstr>ERD M:1</vt:lpstr>
      <vt:lpstr>Analysis and Design</vt:lpstr>
      <vt:lpstr>Analysis and Design</vt:lpstr>
      <vt:lpstr>Learning Intentions</vt:lpstr>
      <vt:lpstr>Entities and Attributes</vt:lpstr>
      <vt:lpstr>Entities and Attributes</vt:lpstr>
      <vt:lpstr>Primary Key</vt:lpstr>
      <vt:lpstr>Primary Key</vt:lpstr>
      <vt:lpstr>Foreign Key</vt:lpstr>
      <vt:lpstr>Foreign Key</vt:lpstr>
      <vt:lpstr>ER Diagram – Attributes (1)</vt:lpstr>
      <vt:lpstr>ER Diagram – Attributes (1)</vt:lpstr>
      <vt:lpstr>ER Diagram – Attributes (2)</vt:lpstr>
      <vt:lpstr>ER Diagram – Attributes (2)</vt:lpstr>
      <vt:lpstr>Entity Relationship Diagram</vt:lpstr>
      <vt:lpstr>Entity Relationship Diagram</vt:lpstr>
      <vt:lpstr>Cardinality: 1 to 1</vt:lpstr>
      <vt:lpstr>Cardinality: 1 to 1</vt:lpstr>
      <vt:lpstr>Cardinality: 1 to Many</vt:lpstr>
      <vt:lpstr>Cardinality: 1 to Many</vt:lpstr>
      <vt:lpstr>Cardinality: Many to Many</vt:lpstr>
      <vt:lpstr>Cardinality: Many to Many</vt:lpstr>
      <vt:lpstr>Cardinality</vt:lpstr>
      <vt:lpstr>Validation</vt:lpstr>
      <vt:lpstr>Validation</vt:lpstr>
      <vt:lpstr>Validation - Examples</vt:lpstr>
      <vt:lpstr>Validation - Examples</vt:lpstr>
      <vt:lpstr>Learning Intentions</vt:lpstr>
      <vt:lpstr>Data Dictionary (1)</vt:lpstr>
      <vt:lpstr>Data Dictionary (1)</vt:lpstr>
      <vt:lpstr>Text Attribute</vt:lpstr>
      <vt:lpstr>Text Attribute</vt:lpstr>
      <vt:lpstr>Data Dictionary (2)</vt:lpstr>
      <vt:lpstr>Data Dictionary (2)</vt:lpstr>
      <vt:lpstr>Referential integrity</vt:lpstr>
      <vt:lpstr>Referential integrity</vt:lpstr>
      <vt:lpstr>Data Dictionary (3)</vt:lpstr>
      <vt:lpstr>Data Dictionary (3)</vt:lpstr>
      <vt:lpstr>Analysis &amp; Design</vt:lpstr>
      <vt:lpstr>PowerPoint Presentation</vt:lpstr>
      <vt:lpstr>Query Design (SELECT)</vt:lpstr>
      <vt:lpstr>Query Design (SELECT)</vt:lpstr>
      <vt:lpstr>Query Design (INSERT)</vt:lpstr>
      <vt:lpstr>Query Design (INSERT)</vt:lpstr>
      <vt:lpstr>Query Design (UPDATE)</vt:lpstr>
      <vt:lpstr>Query Design (UPDATE)</vt:lpstr>
      <vt:lpstr>Query Design (DELETE)</vt:lpstr>
      <vt:lpstr>Query Design (DELETE)</vt:lpstr>
      <vt:lpstr>Learning Intentions</vt:lpstr>
      <vt:lpstr>Testing</vt:lpstr>
      <vt:lpstr>Fit for Purpose</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lpstr>Collection of Information</vt:lpstr>
      <vt:lpstr>Advantages &amp; Disadvantages</vt:lpstr>
      <vt:lpstr>Flat File Database</vt:lpstr>
      <vt:lpstr>Flat File Database</vt:lpstr>
      <vt:lpstr>Insert Anomaly</vt:lpstr>
      <vt:lpstr>Insert Anomaly</vt:lpstr>
      <vt:lpstr>Delete Anomaly</vt:lpstr>
      <vt:lpstr>Delete Anomaly</vt:lpstr>
      <vt:lpstr>Update Anomaly</vt:lpstr>
      <vt:lpstr>Update Anomaly</vt:lpstr>
      <vt:lpstr>SQL Order of Operations</vt:lpstr>
      <vt:lpstr>SQL Order of Operations</vt:lpstr>
      <vt:lpstr>Order of Operations – Task 1</vt:lpstr>
      <vt:lpstr>Order of Operations – Task 2</vt:lpstr>
      <vt:lpstr>Order of Operations – Task 3</vt:lpstr>
      <vt:lpstr>Order of Operations</vt:lpstr>
      <vt:lpstr>Joining Two Tables</vt:lpstr>
      <vt:lpstr>Joining Two Tables</vt:lpstr>
      <vt:lpstr>Joining Two Tables</vt:lpstr>
      <vt:lpstr>Joining Two Tables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485</cp:revision>
  <cp:lastPrinted>2021-06-18T08:15:49Z</cp:lastPrinted>
  <dcterms:created xsi:type="dcterms:W3CDTF">2020-11-23T14:36:09Z</dcterms:created>
  <dcterms:modified xsi:type="dcterms:W3CDTF">2026-02-04T22:02:52Z</dcterms:modified>
</cp:coreProperties>
</file>