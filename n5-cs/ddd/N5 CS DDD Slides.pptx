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2"/>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732" r:id="rId79"/>
    <p:sldId id="853" r:id="rId80"/>
    <p:sldId id="444" r:id="rId81"/>
    <p:sldId id="447" r:id="rId82"/>
    <p:sldId id="460" r:id="rId83"/>
    <p:sldId id="446" r:id="rId84"/>
    <p:sldId id="671" r:id="rId85"/>
    <p:sldId id="521" r:id="rId86"/>
    <p:sldId id="735" r:id="rId87"/>
    <p:sldId id="776" r:id="rId88"/>
    <p:sldId id="855" r:id="rId89"/>
    <p:sldId id="854" r:id="rId90"/>
    <p:sldId id="857" r:id="rId91"/>
    <p:sldId id="450" r:id="rId92"/>
    <p:sldId id="449" r:id="rId93"/>
    <p:sldId id="675" r:id="rId94"/>
    <p:sldId id="862" r:id="rId95"/>
    <p:sldId id="863" r:id="rId96"/>
    <p:sldId id="864" r:id="rId97"/>
    <p:sldId id="865" r:id="rId98"/>
    <p:sldId id="468" r:id="rId99"/>
    <p:sldId id="673" r:id="rId100"/>
    <p:sldId id="570" r:id="rId101"/>
    <p:sldId id="674" r:id="rId102"/>
    <p:sldId id="451" r:id="rId103"/>
    <p:sldId id="452" r:id="rId104"/>
    <p:sldId id="676" r:id="rId105"/>
    <p:sldId id="736" r:id="rId106"/>
    <p:sldId id="737" r:id="rId107"/>
    <p:sldId id="574" r:id="rId108"/>
    <p:sldId id="677" r:id="rId109"/>
    <p:sldId id="454" r:id="rId110"/>
    <p:sldId id="453" r:id="rId111"/>
    <p:sldId id="678" r:id="rId112"/>
    <p:sldId id="738" r:id="rId113"/>
    <p:sldId id="739" r:id="rId114"/>
    <p:sldId id="778" r:id="rId115"/>
    <p:sldId id="781" r:id="rId116"/>
    <p:sldId id="545" r:id="rId117"/>
    <p:sldId id="577" r:id="rId118"/>
    <p:sldId id="715" r:id="rId119"/>
    <p:sldId id="743" r:id="rId120"/>
    <p:sldId id="586" r:id="rId121"/>
    <p:sldId id="714" r:id="rId122"/>
    <p:sldId id="588" r:id="rId123"/>
    <p:sldId id="752" r:id="rId124"/>
    <p:sldId id="748" r:id="rId125"/>
    <p:sldId id="750" r:id="rId126"/>
    <p:sldId id="749" r:id="rId127"/>
    <p:sldId id="751" r:id="rId128"/>
    <p:sldId id="587" r:id="rId129"/>
    <p:sldId id="702" r:id="rId130"/>
    <p:sldId id="754" r:id="rId131"/>
    <p:sldId id="670" r:id="rId132"/>
    <p:sldId id="717" r:id="rId133"/>
    <p:sldId id="728" r:id="rId134"/>
    <p:sldId id="719" r:id="rId135"/>
    <p:sldId id="780" r:id="rId136"/>
    <p:sldId id="718" r:id="rId137"/>
    <p:sldId id="703" r:id="rId138"/>
    <p:sldId id="581" r:id="rId139"/>
    <p:sldId id="753" r:id="rId140"/>
    <p:sldId id="582" r:id="rId141"/>
    <p:sldId id="705" r:id="rId142"/>
    <p:sldId id="755" r:id="rId143"/>
    <p:sldId id="756" r:id="rId144"/>
    <p:sldId id="724" r:id="rId145"/>
    <p:sldId id="726" r:id="rId146"/>
    <p:sldId id="723" r:id="rId147"/>
    <p:sldId id="706" r:id="rId148"/>
    <p:sldId id="584" r:id="rId149"/>
    <p:sldId id="707" r:id="rId150"/>
    <p:sldId id="725" r:id="rId151"/>
    <p:sldId id="727" r:id="rId152"/>
    <p:sldId id="461" r:id="rId153"/>
    <p:sldId id="729" r:id="rId154"/>
    <p:sldId id="819" r:id="rId155"/>
    <p:sldId id="256" r:id="rId156"/>
    <p:sldId id="524" r:id="rId157"/>
    <p:sldId id="820" r:id="rId158"/>
    <p:sldId id="821" r:id="rId159"/>
    <p:sldId id="822" r:id="rId160"/>
    <p:sldId id="823" r:id="rId161"/>
    <p:sldId id="824" r:id="rId162"/>
    <p:sldId id="826" r:id="rId163"/>
    <p:sldId id="523" r:id="rId164"/>
    <p:sldId id="827" r:id="rId165"/>
    <p:sldId id="690" r:id="rId166"/>
    <p:sldId id="480" r:id="rId167"/>
    <p:sldId id="777" r:id="rId168"/>
    <p:sldId id="680" r:id="rId169"/>
    <p:sldId id="684" r:id="rId170"/>
    <p:sldId id="682" r:id="rId171"/>
    <p:sldId id="681" r:id="rId172"/>
    <p:sldId id="874" r:id="rId173"/>
    <p:sldId id="482" r:id="rId174"/>
    <p:sldId id="873" r:id="rId175"/>
    <p:sldId id="842" r:id="rId176"/>
    <p:sldId id="843" r:id="rId177"/>
    <p:sldId id="846" r:id="rId178"/>
    <p:sldId id="850" r:id="rId179"/>
    <p:sldId id="847" r:id="rId180"/>
    <p:sldId id="849" r:id="rId181"/>
    <p:sldId id="828" r:id="rId182"/>
    <p:sldId id="829" r:id="rId183"/>
    <p:sldId id="533" r:id="rId184"/>
    <p:sldId id="763" r:id="rId185"/>
    <p:sldId id="761" r:id="rId186"/>
    <p:sldId id="759" r:id="rId187"/>
    <p:sldId id="760" r:id="rId188"/>
    <p:sldId id="757" r:id="rId189"/>
    <p:sldId id="758" r:id="rId190"/>
    <p:sldId id="501" r:id="rId191"/>
    <p:sldId id="508" r:id="rId192"/>
    <p:sldId id="495" r:id="rId193"/>
    <p:sldId id="509" r:id="rId194"/>
    <p:sldId id="493" r:id="rId195"/>
    <p:sldId id="528" r:id="rId196"/>
    <p:sldId id="529" r:id="rId197"/>
    <p:sldId id="530" r:id="rId198"/>
    <p:sldId id="499" r:id="rId199"/>
    <p:sldId id="506" r:id="rId200"/>
    <p:sldId id="500" r:id="rId201"/>
    <p:sldId id="507" r:id="rId202"/>
    <p:sldId id="496" r:id="rId203"/>
    <p:sldId id="467" r:id="rId204"/>
    <p:sldId id="875" r:id="rId205"/>
    <p:sldId id="838" r:id="rId206"/>
    <p:sldId id="876" r:id="rId207"/>
    <p:sldId id="534" r:id="rId208"/>
    <p:sldId id="503" r:id="rId209"/>
    <p:sldId id="512" r:id="rId210"/>
    <p:sldId id="836" r:id="rId211"/>
    <p:sldId id="837" r:id="rId212"/>
    <p:sldId id="519" r:id="rId213"/>
    <p:sldId id="877" r:id="rId214"/>
    <p:sldId id="532" r:id="rId215"/>
    <p:sldId id="878" r:id="rId216"/>
    <p:sldId id="502" r:id="rId217"/>
    <p:sldId id="879" r:id="rId218"/>
    <p:sldId id="513" r:id="rId219"/>
    <p:sldId id="535" r:id="rId220"/>
    <p:sldId id="514" r:id="rId221"/>
    <p:sldId id="880" r:id="rId222"/>
    <p:sldId id="515" r:id="rId223"/>
    <p:sldId id="881" r:id="rId224"/>
    <p:sldId id="516" r:id="rId225"/>
    <p:sldId id="883" r:id="rId226"/>
    <p:sldId id="517" r:id="rId227"/>
    <p:sldId id="882" r:id="rId228"/>
    <p:sldId id="537" r:id="rId229"/>
    <p:sldId id="884" r:id="rId230"/>
    <p:sldId id="885" r:id="rId231"/>
    <p:sldId id="856" r:id="rId232"/>
    <p:sldId id="866" r:id="rId233"/>
    <p:sldId id="860" r:id="rId234"/>
    <p:sldId id="867" r:id="rId235"/>
    <p:sldId id="858" r:id="rId236"/>
    <p:sldId id="868" r:id="rId237"/>
    <p:sldId id="869" r:id="rId238"/>
    <p:sldId id="871" r:id="rId239"/>
    <p:sldId id="870" r:id="rId240"/>
    <p:sldId id="872" r:id="rId241"/>
    <p:sldId id="691" r:id="rId242"/>
    <p:sldId id="692" r:id="rId243"/>
    <p:sldId id="693" r:id="rId244"/>
    <p:sldId id="694" r:id="rId245"/>
    <p:sldId id="695" r:id="rId246"/>
    <p:sldId id="696" r:id="rId247"/>
    <p:sldId id="697" r:id="rId248"/>
    <p:sldId id="698" r:id="rId249"/>
    <p:sldId id="699" r:id="rId250"/>
    <p:sldId id="700" r:id="rId251"/>
    <p:sldId id="701" r:id="rId252"/>
    <p:sldId id="740" r:id="rId253"/>
    <p:sldId id="741" r:id="rId254"/>
    <p:sldId id="769" r:id="rId255"/>
    <p:sldId id="742" r:id="rId256"/>
    <p:sldId id="774" r:id="rId257"/>
    <p:sldId id="764" r:id="rId258"/>
    <p:sldId id="766" r:id="rId259"/>
    <p:sldId id="765" r:id="rId260"/>
    <p:sldId id="768" r:id="rId26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92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107" Type="http://schemas.openxmlformats.org/officeDocument/2006/relationships/slide" Target="slides/slide106.xml"/><Relationship Id="rId268" Type="http://schemas.microsoft.com/office/2016/11/relationships/changesInfo" Target="changesInfos/changesInfo1.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notesMaster" Target="notesMasters/notesMaster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commentAuthors" Target="commentAuthor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1-26T13:51:36.153" v="1959"/>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grpChg chg="del">
          <ac:chgData name="Al Friend" userId="e5ed79da-d858-46d4-9eed-a7a24903f2de" providerId="ADAL" clId="{7537B086-0992-4C5F-A071-F6F8659556F1}" dt="2026-01-12T15:44:55.104" v="739" actId="478"/>
          <ac:grpSpMkLst>
            <pc:docMk/>
            <pc:sldMk cId="2830124929" sldId="539"/>
            <ac:grpSpMk id="7" creationId="{C7B59F06-E9C9-56FF-C7CA-BC1A6DABE3C1}"/>
          </ac:grpSpMkLst>
        </pc:gr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cxnChg chg="add del mod">
          <ac:chgData name="Al Friend" userId="e5ed79da-d858-46d4-9eed-a7a24903f2de" providerId="ADAL" clId="{7537B086-0992-4C5F-A071-F6F8659556F1}" dt="2026-01-12T10:00:51.887" v="611" actId="478"/>
          <ac:cxnSpMkLst>
            <pc:docMk/>
            <pc:sldMk cId="3656827312" sldId="555"/>
            <ac:cxnSpMk id="6" creationId="{BEAA4597-DD2E-4DD4-BF30-10CE238F69D2}"/>
          </ac:cxnSpMkLst>
        </pc:cxn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del">
          <ac:chgData name="Al Friend" userId="e5ed79da-d858-46d4-9eed-a7a24903f2de" providerId="ADAL" clId="{7537B086-0992-4C5F-A071-F6F8659556F1}" dt="2026-01-12T09:28:50.068" v="368" actId="478"/>
          <ac:spMkLst>
            <pc:docMk/>
            <pc:sldMk cId="3739040659" sldId="894"/>
            <ac:spMk id="4" creationId="{973BE903-2B4C-5BCA-8CFF-AD26E80D1A76}"/>
          </ac:spMkLst>
        </pc:spChg>
        <pc:spChg chg="del">
          <ac:chgData name="Al Friend" userId="e5ed79da-d858-46d4-9eed-a7a24903f2de" providerId="ADAL" clId="{7537B086-0992-4C5F-A071-F6F8659556F1}" dt="2026-01-12T09:28:48.571" v="367" actId="478"/>
          <ac:spMkLst>
            <pc:docMk/>
            <pc:sldMk cId="3739040659" sldId="894"/>
            <ac:spMk id="5" creationId="{87B61908-2A1E-ED5C-FE12-C6DCD5EF3C3F}"/>
          </ac:spMkLst>
        </pc:spChg>
        <pc:spChg chg="del">
          <ac:chgData name="Al Friend" userId="e5ed79da-d858-46d4-9eed-a7a24903f2de" providerId="ADAL" clId="{7537B086-0992-4C5F-A071-F6F8659556F1}" dt="2026-01-12T09:29:00.007" v="373" actId="478"/>
          <ac:spMkLst>
            <pc:docMk/>
            <pc:sldMk cId="3739040659" sldId="894"/>
            <ac:spMk id="6" creationId="{00EF8586-C5C9-BBB7-2263-DED3452C407B}"/>
          </ac:spMkLst>
        </pc:spChg>
        <pc:spChg chg="del">
          <ac:chgData name="Al Friend" userId="e5ed79da-d858-46d4-9eed-a7a24903f2de" providerId="ADAL" clId="{7537B086-0992-4C5F-A071-F6F8659556F1}" dt="2026-01-12T09:29:04.855" v="375" actId="478"/>
          <ac:spMkLst>
            <pc:docMk/>
            <pc:sldMk cId="3739040659" sldId="894"/>
            <ac:spMk id="10" creationId="{DF4BA8FF-524A-4C13-87BF-68801971FA28}"/>
          </ac:spMkLst>
        </pc:spChg>
        <pc:spChg chg="del">
          <ac:chgData name="Al Friend" userId="e5ed79da-d858-46d4-9eed-a7a24903f2de" providerId="ADAL" clId="{7537B086-0992-4C5F-A071-F6F8659556F1}" dt="2026-01-12T09:29:01.319" v="374" actId="478"/>
          <ac:spMkLst>
            <pc:docMk/>
            <pc:sldMk cId="3739040659" sldId="894"/>
            <ac:spMk id="13" creationId="{55A11A63-969F-4B38-8776-DA4F6EC83E0A}"/>
          </ac:spMkLst>
        </pc:spChg>
        <pc:spChg chg="add del mod">
          <ac:chgData name="Al Friend" userId="e5ed79da-d858-46d4-9eed-a7a24903f2de" providerId="ADAL" clId="{7537B086-0992-4C5F-A071-F6F8659556F1}" dt="2026-01-12T09:35:29.630" v="413" actId="478"/>
          <ac:spMkLst>
            <pc:docMk/>
            <pc:sldMk cId="3739040659" sldId="894"/>
            <ac:spMk id="17" creationId="{B177373B-D294-4CE2-9186-4DE11D079A69}"/>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del">
          <ac:chgData name="Al Friend" userId="e5ed79da-d858-46d4-9eed-a7a24903f2de" providerId="ADAL" clId="{7537B086-0992-4C5F-A071-F6F8659556F1}" dt="2026-01-12T09:28:58.568" v="372" actId="478"/>
          <ac:grpSpMkLst>
            <pc:docMk/>
            <pc:sldMk cId="3739040659" sldId="894"/>
            <ac:grpSpMk id="16" creationId="{BF181095-D978-47A3-6622-982A1296D1CD}"/>
          </ac:grpSpMkLst>
        </pc:gr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picChg chg="add del">
          <ac:chgData name="Al Friend" userId="e5ed79da-d858-46d4-9eed-a7a24903f2de" providerId="ADAL" clId="{7537B086-0992-4C5F-A071-F6F8659556F1}" dt="2026-01-12T09:30:52.427" v="389" actId="478"/>
          <ac:picMkLst>
            <pc:docMk/>
            <pc:sldMk cId="3739040659" sldId="894"/>
            <ac:picMk id="7" creationId="{EBD4BFA7-CB5E-45C0-9024-0E3CF1F3D133}"/>
          </ac:picMkLst>
        </pc:picChg>
        <pc:picChg chg="add del mod ord modCrop">
          <ac:chgData name="Al Friend" userId="e5ed79da-d858-46d4-9eed-a7a24903f2de" providerId="ADAL" clId="{7537B086-0992-4C5F-A071-F6F8659556F1}" dt="2026-01-12T15:07:33.422" v="626" actId="478"/>
          <ac:picMkLst>
            <pc:docMk/>
            <pc:sldMk cId="3739040659" sldId="894"/>
            <ac:picMk id="8" creationId="{AF18B919-74D7-496A-A0DF-031099F48334}"/>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grpChg chg="del">
          <ac:chgData name="Al Friend" userId="e5ed79da-d858-46d4-9eed-a7a24903f2de" providerId="ADAL" clId="{7537B086-0992-4C5F-A071-F6F8659556F1}" dt="2026-01-12T09:40:21.894" v="546" actId="478"/>
          <ac:grpSpMkLst>
            <pc:docMk/>
            <pc:sldMk cId="4214137901" sldId="895"/>
            <ac:grpSpMk id="18" creationId="{3BB9987A-6107-490D-B52C-8CAAA98CF371}"/>
          </ac:grpSpMkLst>
        </pc:grpChg>
        <pc:grpChg chg="del">
          <ac:chgData name="Al Friend" userId="e5ed79da-d858-46d4-9eed-a7a24903f2de" providerId="ADAL" clId="{7537B086-0992-4C5F-A071-F6F8659556F1}" dt="2026-01-12T09:40:23.143" v="547" actId="478"/>
          <ac:grpSpMkLst>
            <pc:docMk/>
            <pc:sldMk cId="4214137901" sldId="895"/>
            <ac:grpSpMk id="22" creationId="{C7316428-005D-402D-8EEB-3402A215C071}"/>
          </ac:grpSpMkLst>
        </pc:grpChg>
        <pc:grpChg chg="del">
          <ac:chgData name="Al Friend" userId="e5ed79da-d858-46d4-9eed-a7a24903f2de" providerId="ADAL" clId="{7537B086-0992-4C5F-A071-F6F8659556F1}" dt="2026-01-12T09:40:23.769" v="548" actId="478"/>
          <ac:grpSpMkLst>
            <pc:docMk/>
            <pc:sldMk cId="4214137901" sldId="895"/>
            <ac:grpSpMk id="26" creationId="{19D75174-A5CA-4929-9FBC-0CB13DA416CB}"/>
          </ac:grpSpMkLst>
        </pc:grpChg>
        <pc:grpChg chg="del">
          <ac:chgData name="Al Friend" userId="e5ed79da-d858-46d4-9eed-a7a24903f2de" providerId="ADAL" clId="{7537B086-0992-4C5F-A071-F6F8659556F1}" dt="2026-01-12T09:40:24.779" v="549" actId="478"/>
          <ac:grpSpMkLst>
            <pc:docMk/>
            <pc:sldMk cId="4214137901" sldId="895"/>
            <ac:grpSpMk id="32" creationId="{E90030F4-B936-4A76-A772-450565C086DC}"/>
          </ac:grpSpMkLst>
        </pc:grpChg>
        <pc:grpChg chg="del">
          <ac:chgData name="Al Friend" userId="e5ed79da-d858-46d4-9eed-a7a24903f2de" providerId="ADAL" clId="{7537B086-0992-4C5F-A071-F6F8659556F1}" dt="2026-01-12T09:40:25.643" v="550" actId="478"/>
          <ac:grpSpMkLst>
            <pc:docMk/>
            <pc:sldMk cId="4214137901" sldId="895"/>
            <ac:grpSpMk id="39" creationId="{E653B77E-1210-43EE-9222-E347BDC74DBE}"/>
          </ac:grpSpMkLst>
        </pc:gr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picChg chg="del">
          <ac:chgData name="Al Friend" userId="e5ed79da-d858-46d4-9eed-a7a24903f2de" providerId="ADAL" clId="{7537B086-0992-4C5F-A071-F6F8659556F1}" dt="2026-01-12T15:07:55.486" v="630" actId="478"/>
          <ac:picMkLst>
            <pc:docMk/>
            <pc:sldMk cId="4214137901" sldId="895"/>
            <ac:picMk id="8" creationId="{AF18B919-74D7-496A-A0DF-031099F48334}"/>
          </ac:picMkLst>
        </pc:picChg>
        <pc:cxnChg chg="mod">
          <ac:chgData name="Al Friend" userId="e5ed79da-d858-46d4-9eed-a7a24903f2de" providerId="ADAL" clId="{7537B086-0992-4C5F-A071-F6F8659556F1}" dt="2026-01-12T09:40:24.779" v="549" actId="478"/>
          <ac:cxnSpMkLst>
            <pc:docMk/>
            <pc:sldMk cId="4214137901" sldId="895"/>
            <ac:cxnSpMk id="34" creationId="{B5631C90-EBAE-475E-93F4-AE9C811DBF4B}"/>
          </ac:cxnSpMkLst>
        </pc:cxn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del mod">
          <ac:chgData name="Al Friend" userId="e5ed79da-d858-46d4-9eed-a7a24903f2de" providerId="ADAL" clId="{7537B086-0992-4C5F-A071-F6F8659556F1}" dt="2026-01-12T15:52:58.273" v="829" actId="478"/>
          <ac:spMkLst>
            <pc:docMk/>
            <pc:sldMk cId="762284221" sldId="899"/>
            <ac:spMk id="4" creationId="{36174EB3-C374-4108-A98C-D8D22CD036E6}"/>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pChg chg="del">
          <ac:chgData name="Al Friend" userId="e5ed79da-d858-46d4-9eed-a7a24903f2de" providerId="ADAL" clId="{7537B086-0992-4C5F-A071-F6F8659556F1}" dt="2026-01-12T15:57:00.189" v="855" actId="478"/>
          <ac:spMkLst>
            <pc:docMk/>
            <pc:sldMk cId="762284221" sldId="899"/>
            <ac:spMk id="12" creationId="{AF313AC3-2051-D946-A4BD-CB8D61AE849C}"/>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del">
          <ac:chgData name="Al Friend" userId="e5ed79da-d858-46d4-9eed-a7a24903f2de" providerId="ADAL" clId="{7537B086-0992-4C5F-A071-F6F8659556F1}" dt="2026-01-15T15:15:39.307" v="1081" actId="478"/>
          <ac:spMkLst>
            <pc:docMk/>
            <pc:sldMk cId="3500093631" sldId="900"/>
            <ac:spMk id="13" creationId="{AB372B6C-3B4A-0882-48BF-C3ED76FEB0E1}"/>
          </ac:spMkLst>
        </pc:spChg>
        <pc:spChg chg="del">
          <ac:chgData name="Al Friend" userId="e5ed79da-d858-46d4-9eed-a7a24903f2de" providerId="ADAL" clId="{7537B086-0992-4C5F-A071-F6F8659556F1}" dt="2026-01-15T15:15:35.404" v="1079" actId="478"/>
          <ac:spMkLst>
            <pc:docMk/>
            <pc:sldMk cId="3500093631" sldId="900"/>
            <ac:spMk id="14" creationId="{5CF9AEE8-7F06-6911-9BD5-2B20058A0ADF}"/>
          </ac:spMkLst>
        </pc:spChg>
        <pc:spChg chg="del">
          <ac:chgData name="Al Friend" userId="e5ed79da-d858-46d4-9eed-a7a24903f2de" providerId="ADAL" clId="{7537B086-0992-4C5F-A071-F6F8659556F1}" dt="2026-01-15T15:15:45.850" v="1084" actId="478"/>
          <ac:spMkLst>
            <pc:docMk/>
            <pc:sldMk cId="3500093631" sldId="900"/>
            <ac:spMk id="15" creationId="{30F0A1F3-8EE7-6C33-2345-466F0727ADCF}"/>
          </ac:spMkLst>
        </pc:spChg>
        <pc:spChg chg="del">
          <ac:chgData name="Al Friend" userId="e5ed79da-d858-46d4-9eed-a7a24903f2de" providerId="ADAL" clId="{7537B086-0992-4C5F-A071-F6F8659556F1}" dt="2026-01-15T15:15:49.163" v="1086" actId="478"/>
          <ac:spMkLst>
            <pc:docMk/>
            <pc:sldMk cId="3500093631" sldId="900"/>
            <ac:spMk id="16" creationId="{D0420BFE-8246-C2E5-2285-39EB349C44AC}"/>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del">
          <ac:chgData name="Al Friend" userId="e5ed79da-d858-46d4-9eed-a7a24903f2de" providerId="ADAL" clId="{7537B086-0992-4C5F-A071-F6F8659556F1}" dt="2026-01-15T15:14:05.639" v="1070" actId="478"/>
          <ac:spMkLst>
            <pc:docMk/>
            <pc:sldMk cId="3500093631" sldId="900"/>
            <ac:spMk id="18" creationId="{C10201D1-6D69-AD5F-8101-06261FAA21C4}"/>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del">
          <ac:chgData name="Al Friend" userId="e5ed79da-d858-46d4-9eed-a7a24903f2de" providerId="ADAL" clId="{7537B086-0992-4C5F-A071-F6F8659556F1}" dt="2026-01-15T15:15:47.627" v="1085" actId="478"/>
          <ac:spMkLst>
            <pc:docMk/>
            <pc:sldMk cId="3500093631" sldId="900"/>
            <ac:spMk id="24" creationId="{516288FD-4D61-14FF-351E-EB783B2321D0}"/>
          </ac:spMkLst>
        </pc:spChg>
        <pc:spChg chg="del">
          <ac:chgData name="Al Friend" userId="e5ed79da-d858-46d4-9eed-a7a24903f2de" providerId="ADAL" clId="{7537B086-0992-4C5F-A071-F6F8659556F1}" dt="2026-01-15T15:06:52.842" v="976" actId="478"/>
          <ac:spMkLst>
            <pc:docMk/>
            <pc:sldMk cId="3500093631" sldId="900"/>
            <ac:spMk id="25" creationId="{2A49F281-A209-A6F3-A18C-72757AC1B916}"/>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del">
          <ac:chgData name="Al Friend" userId="e5ed79da-d858-46d4-9eed-a7a24903f2de" providerId="ADAL" clId="{7537B086-0992-4C5F-A071-F6F8659556F1}" dt="2026-01-15T15:15:37.546" v="1080" actId="478"/>
          <ac:spMkLst>
            <pc:docMk/>
            <pc:sldMk cId="3500093631" sldId="900"/>
            <ac:spMk id="28" creationId="{64B2A77A-4EC4-537C-43DD-335601F3B2D6}"/>
          </ac:spMkLst>
        </pc:spChg>
        <pc:spChg chg="del">
          <ac:chgData name="Al Friend" userId="e5ed79da-d858-46d4-9eed-a7a24903f2de" providerId="ADAL" clId="{7537B086-0992-4C5F-A071-F6F8659556F1}" dt="2026-01-15T15:07:41.866" v="984" actId="478"/>
          <ac:spMkLst>
            <pc:docMk/>
            <pc:sldMk cId="3500093631" sldId="900"/>
            <ac:spMk id="29" creationId="{E54C19DE-454B-F9EC-8F7B-CE1C4831318F}"/>
          </ac:spMkLst>
        </pc:spChg>
        <pc:spChg chg="del">
          <ac:chgData name="Al Friend" userId="e5ed79da-d858-46d4-9eed-a7a24903f2de" providerId="ADAL" clId="{7537B086-0992-4C5F-A071-F6F8659556F1}" dt="2026-01-15T15:07:39.592" v="983" actId="478"/>
          <ac:spMkLst>
            <pc:docMk/>
            <pc:sldMk cId="3500093631" sldId="900"/>
            <ac:spMk id="30" creationId="{478C350C-C7E5-7A4A-CBD3-3128DC1AB01A}"/>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del mod">
          <ac:chgData name="Al Friend" userId="e5ed79da-d858-46d4-9eed-a7a24903f2de" providerId="ADAL" clId="{7537B086-0992-4C5F-A071-F6F8659556F1}" dt="2026-01-15T15:16:23.708" v="1090" actId="478"/>
          <ac:spMkLst>
            <pc:docMk/>
            <pc:sldMk cId="3500093631" sldId="900"/>
            <ac:spMk id="36" creationId="{A6189F44-41DB-CE81-6168-B5A995CDCC5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del">
          <ac:chgData name="Al Friend" userId="e5ed79da-d858-46d4-9eed-a7a24903f2de" providerId="ADAL" clId="{7537B086-0992-4C5F-A071-F6F8659556F1}" dt="2026-01-15T15:15:51.436" v="1087" actId="478"/>
          <ac:spMkLst>
            <pc:docMk/>
            <pc:sldMk cId="3500093631" sldId="900"/>
            <ac:spMk id="42" creationId="{4ECB4FCC-8F88-19AB-074B-ED37FDF7BF25}"/>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add del mod">
          <ac:chgData name="Al Friend" userId="e5ed79da-d858-46d4-9eed-a7a24903f2de" providerId="ADAL" clId="{7537B086-0992-4C5F-A071-F6F8659556F1}" dt="2026-01-15T15:06:22.660" v="969"/>
          <ac:spMkLst>
            <pc:docMk/>
            <pc:sldMk cId="3500093631" sldId="900"/>
            <ac:spMk id="48" creationId="{68D5D614-3E0D-44A5-87B3-D223863AECA6}"/>
          </ac:spMkLst>
        </pc:spChg>
        <pc:spChg chg="add del mod">
          <ac:chgData name="Al Friend" userId="e5ed79da-d858-46d4-9eed-a7a24903f2de" providerId="ADAL" clId="{7537B086-0992-4C5F-A071-F6F8659556F1}" dt="2026-01-15T15:06:22.660" v="969"/>
          <ac:spMkLst>
            <pc:docMk/>
            <pc:sldMk cId="3500093631" sldId="900"/>
            <ac:spMk id="49" creationId="{F6559205-F57E-49F1-818A-AF31155E8789}"/>
          </ac:spMkLst>
        </pc:spChg>
        <pc:spChg chg="add del mod">
          <ac:chgData name="Al Friend" userId="e5ed79da-d858-46d4-9eed-a7a24903f2de" providerId="ADAL" clId="{7537B086-0992-4C5F-A071-F6F8659556F1}" dt="2026-01-15T15:06:22.660" v="969"/>
          <ac:spMkLst>
            <pc:docMk/>
            <pc:sldMk cId="3500093631" sldId="900"/>
            <ac:spMk id="50" creationId="{66BCB9DD-C716-4B60-AEB1-843619EC31CF}"/>
          </ac:spMkLst>
        </pc:spChg>
        <pc:spChg chg="add del mod">
          <ac:chgData name="Al Friend" userId="e5ed79da-d858-46d4-9eed-a7a24903f2de" providerId="ADAL" clId="{7537B086-0992-4C5F-A071-F6F8659556F1}" dt="2026-01-15T15:06:22.660" v="969"/>
          <ac:spMkLst>
            <pc:docMk/>
            <pc:sldMk cId="3500093631" sldId="900"/>
            <ac:spMk id="51" creationId="{D9B1DD9E-90CB-45A3-85B0-69312E2A2F3F}"/>
          </ac:spMkLst>
        </pc:spChg>
        <pc:spChg chg="add del mod">
          <ac:chgData name="Al Friend" userId="e5ed79da-d858-46d4-9eed-a7a24903f2de" providerId="ADAL" clId="{7537B086-0992-4C5F-A071-F6F8659556F1}" dt="2026-01-15T15:06:22.660" v="969"/>
          <ac:spMkLst>
            <pc:docMk/>
            <pc:sldMk cId="3500093631" sldId="900"/>
            <ac:spMk id="52" creationId="{4844B9D7-3D72-48AB-8A92-A9646D7469D7}"/>
          </ac:spMkLst>
        </pc:spChg>
        <pc:spChg chg="add del mod">
          <ac:chgData name="Al Friend" userId="e5ed79da-d858-46d4-9eed-a7a24903f2de" providerId="ADAL" clId="{7537B086-0992-4C5F-A071-F6F8659556F1}" dt="2026-01-15T15:06:22.660" v="969"/>
          <ac:spMkLst>
            <pc:docMk/>
            <pc:sldMk cId="3500093631" sldId="900"/>
            <ac:spMk id="53" creationId="{357B8D96-739A-414F-B220-704F8C7F98F7}"/>
          </ac:spMkLst>
        </pc:spChg>
        <pc:spChg chg="add del mod">
          <ac:chgData name="Al Friend" userId="e5ed79da-d858-46d4-9eed-a7a24903f2de" providerId="ADAL" clId="{7537B086-0992-4C5F-A071-F6F8659556F1}" dt="2026-01-15T15:06:22.660" v="969"/>
          <ac:spMkLst>
            <pc:docMk/>
            <pc:sldMk cId="3500093631" sldId="900"/>
            <ac:spMk id="54" creationId="{1BAA0772-0A2A-4D9B-A689-6E6BFFF0FBB6}"/>
          </ac:spMkLst>
        </pc:spChg>
        <pc:spChg chg="add del mod">
          <ac:chgData name="Al Friend" userId="e5ed79da-d858-46d4-9eed-a7a24903f2de" providerId="ADAL" clId="{7537B086-0992-4C5F-A071-F6F8659556F1}" dt="2026-01-15T15:06:22.660" v="969"/>
          <ac:spMkLst>
            <pc:docMk/>
            <pc:sldMk cId="3500093631" sldId="900"/>
            <ac:spMk id="55" creationId="{4A97843F-EED3-4D9E-A7F0-4822519797DF}"/>
          </ac:spMkLst>
        </pc:spChg>
        <pc:spChg chg="add del mod">
          <ac:chgData name="Al Friend" userId="e5ed79da-d858-46d4-9eed-a7a24903f2de" providerId="ADAL" clId="{7537B086-0992-4C5F-A071-F6F8659556F1}" dt="2026-01-15T15:06:22.660" v="969"/>
          <ac:spMkLst>
            <pc:docMk/>
            <pc:sldMk cId="3500093631" sldId="900"/>
            <ac:spMk id="56" creationId="{E85F673A-8668-4571-9C4C-F34C611DB9C2}"/>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del mod">
          <ac:chgData name="Al Friend" userId="e5ed79da-d858-46d4-9eed-a7a24903f2de" providerId="ADAL" clId="{7537B086-0992-4C5F-A071-F6F8659556F1}" dt="2026-01-15T15:06:22.660" v="969"/>
          <ac:spMkLst>
            <pc:docMk/>
            <pc:sldMk cId="3500093631" sldId="900"/>
            <ac:spMk id="60" creationId="{FD08107B-2857-4D6D-8290-5B7F8270E299}"/>
          </ac:spMkLst>
        </pc:spChg>
        <pc:spChg chg="add del mod">
          <ac:chgData name="Al Friend" userId="e5ed79da-d858-46d4-9eed-a7a24903f2de" providerId="ADAL" clId="{7537B086-0992-4C5F-A071-F6F8659556F1}" dt="2026-01-15T15:06:22.660" v="969"/>
          <ac:spMkLst>
            <pc:docMk/>
            <pc:sldMk cId="3500093631" sldId="900"/>
            <ac:spMk id="61" creationId="{83A28CC7-E562-4947-9705-1A10CA979A4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del mod">
          <ac:chgData name="Al Friend" userId="e5ed79da-d858-46d4-9eed-a7a24903f2de" providerId="ADAL" clId="{7537B086-0992-4C5F-A071-F6F8659556F1}" dt="2026-01-15T15:07:54.634" v="986" actId="478"/>
          <ac:spMkLst>
            <pc:docMk/>
            <pc:sldMk cId="3500093631" sldId="900"/>
            <ac:spMk id="64" creationId="{017329A9-24F9-4579-854E-4B02BBA3E164}"/>
          </ac:spMkLst>
        </pc:spChg>
        <pc:spChg chg="add del mod">
          <ac:chgData name="Al Friend" userId="e5ed79da-d858-46d4-9eed-a7a24903f2de" providerId="ADAL" clId="{7537B086-0992-4C5F-A071-F6F8659556F1}" dt="2026-01-15T15:07:57.374" v="988" actId="478"/>
          <ac:spMkLst>
            <pc:docMk/>
            <pc:sldMk cId="3500093631" sldId="900"/>
            <ac:spMk id="65" creationId="{59246ACB-144D-4AFE-AE71-325EB33B16C4}"/>
          </ac:spMkLst>
        </pc:spChg>
        <pc:spChg chg="add del mod">
          <ac:chgData name="Al Friend" userId="e5ed79da-d858-46d4-9eed-a7a24903f2de" providerId="ADAL" clId="{7537B086-0992-4C5F-A071-F6F8659556F1}" dt="2026-01-15T15:07:52.195" v="985" actId="478"/>
          <ac:spMkLst>
            <pc:docMk/>
            <pc:sldMk cId="3500093631" sldId="900"/>
            <ac:spMk id="66" creationId="{2416BCBC-E375-4D59-ABC2-B0287131296A}"/>
          </ac:spMkLst>
        </pc:spChg>
        <pc:spChg chg="add del mod">
          <ac:chgData name="Al Friend" userId="e5ed79da-d858-46d4-9eed-a7a24903f2de" providerId="ADAL" clId="{7537B086-0992-4C5F-A071-F6F8659556F1}" dt="2026-01-15T15:14:01.774" v="1067" actId="478"/>
          <ac:spMkLst>
            <pc:docMk/>
            <pc:sldMk cId="3500093631" sldId="900"/>
            <ac:spMk id="67" creationId="{245E066D-21D8-492C-ABD3-1B9EB2D92BC0}"/>
          </ac:spMkLst>
        </pc:spChg>
        <pc:spChg chg="add del mod">
          <ac:chgData name="Al Friend" userId="e5ed79da-d858-46d4-9eed-a7a24903f2de" providerId="ADAL" clId="{7537B086-0992-4C5F-A071-F6F8659556F1}" dt="2026-01-15T15:14:03.112" v="1069" actId="478"/>
          <ac:spMkLst>
            <pc:docMk/>
            <pc:sldMk cId="3500093631" sldId="900"/>
            <ac:spMk id="68" creationId="{DD036548-021F-432A-98E3-6D1BE6D1C49D}"/>
          </ac:spMkLst>
        </pc:spChg>
        <pc:spChg chg="add del mod">
          <ac:chgData name="Al Friend" userId="e5ed79da-d858-46d4-9eed-a7a24903f2de" providerId="ADAL" clId="{7537B086-0992-4C5F-A071-F6F8659556F1}" dt="2026-01-15T15:07:23.627" v="981" actId="478"/>
          <ac:spMkLst>
            <pc:docMk/>
            <pc:sldMk cId="3500093631" sldId="900"/>
            <ac:spMk id="69" creationId="{5AC2F459-7E22-4A61-A3B4-A361ABE8BCC3}"/>
          </ac:spMkLst>
        </pc:spChg>
        <pc:spChg chg="add del mod">
          <ac:chgData name="Al Friend" userId="e5ed79da-d858-46d4-9eed-a7a24903f2de" providerId="ADAL" clId="{7537B086-0992-4C5F-A071-F6F8659556F1}" dt="2026-01-15T15:12:24.957" v="1059" actId="478"/>
          <ac:spMkLst>
            <pc:docMk/>
            <pc:sldMk cId="3500093631" sldId="900"/>
            <ac:spMk id="70" creationId="{D5955BE3-2BBE-4594-97EA-C0A78640786A}"/>
          </ac:spMkLst>
        </pc:spChg>
        <pc:spChg chg="add del mod">
          <ac:chgData name="Al Friend" userId="e5ed79da-d858-46d4-9eed-a7a24903f2de" providerId="ADAL" clId="{7537B086-0992-4C5F-A071-F6F8659556F1}" dt="2026-01-15T15:14:01.076" v="1066" actId="478"/>
          <ac:spMkLst>
            <pc:docMk/>
            <pc:sldMk cId="3500093631" sldId="900"/>
            <ac:spMk id="73" creationId="{97CC3B57-7EB8-4C86-8B93-D9ADE2B706F7}"/>
          </ac:spMkLst>
        </pc:spChg>
        <pc:spChg chg="add del mod">
          <ac:chgData name="Al Friend" userId="e5ed79da-d858-46d4-9eed-a7a24903f2de" providerId="ADAL" clId="{7537B086-0992-4C5F-A071-F6F8659556F1}" dt="2026-01-15T15:07:55.963" v="987" actId="478"/>
          <ac:spMkLst>
            <pc:docMk/>
            <pc:sldMk cId="3500093631" sldId="900"/>
            <ac:spMk id="74" creationId="{D23D1C20-945F-4397-B62C-65916D5076F6}"/>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del mod">
          <ac:chgData name="Al Friend" userId="e5ed79da-d858-46d4-9eed-a7a24903f2de" providerId="ADAL" clId="{7537B086-0992-4C5F-A071-F6F8659556F1}" dt="2026-01-15T15:14:02.346" v="1068" actId="478"/>
          <ac:spMkLst>
            <pc:docMk/>
            <pc:sldMk cId="3500093631" sldId="900"/>
            <ac:spMk id="77" creationId="{3B06A7BA-2288-4FFE-AACA-6435006F8E24}"/>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del mod">
          <ac:chgData name="Al Friend" userId="e5ed79da-d858-46d4-9eed-a7a24903f2de" providerId="ADAL" clId="{7537B086-0992-4C5F-A071-F6F8659556F1}" dt="2026-01-15T15:06:22.660" v="969"/>
          <ac:graphicFrameMkLst>
            <pc:docMk/>
            <pc:sldMk cId="3500093631" sldId="900"/>
            <ac:graphicFrameMk id="47" creationId="{D21E047B-6D3C-4953-912D-3E4EB40075C6}"/>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del mod">
          <ac:chgData name="Al Friend" userId="e5ed79da-d858-46d4-9eed-a7a24903f2de" providerId="ADAL" clId="{7537B086-0992-4C5F-A071-F6F8659556F1}" dt="2026-01-15T15:06:51.677" v="975" actId="478"/>
          <ac:cxnSpMkLst>
            <pc:docMk/>
            <pc:sldMk cId="3500093631" sldId="900"/>
            <ac:cxnSpMk id="5" creationId="{72F20B23-42BD-4059-0D74-45475F61A21A}"/>
          </ac:cxnSpMkLst>
        </pc:cxnChg>
        <pc:cxnChg chg="del mod">
          <ac:chgData name="Al Friend" userId="e5ed79da-d858-46d4-9eed-a7a24903f2de" providerId="ADAL" clId="{7537B086-0992-4C5F-A071-F6F8659556F1}" dt="2026-01-15T15:06:50.302" v="974" actId="478"/>
          <ac:cxnSpMkLst>
            <pc:docMk/>
            <pc:sldMk cId="3500093631" sldId="900"/>
            <ac:cxnSpMk id="9" creationId="{89C05E4F-C462-0686-CC12-3E0009FCBBA6}"/>
          </ac:cxnSpMkLst>
        </pc:cxn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del">
          <ac:chgData name="Al Friend" userId="e5ed79da-d858-46d4-9eed-a7a24903f2de" providerId="ADAL" clId="{7537B086-0992-4C5F-A071-F6F8659556F1}" dt="2026-01-15T15:51:41.844" v="1278" actId="478"/>
          <ac:spMkLst>
            <pc:docMk/>
            <pc:sldMk cId="3492274924" sldId="901"/>
            <ac:spMk id="3" creationId="{A3030223-B6FA-1C0F-1B60-00D7CD4792DA}"/>
          </ac:spMkLst>
        </pc:spChg>
        <pc:spChg chg="del">
          <ac:chgData name="Al Friend" userId="e5ed79da-d858-46d4-9eed-a7a24903f2de" providerId="ADAL" clId="{7537B086-0992-4C5F-A071-F6F8659556F1}" dt="2026-01-15T15:51:51.175" v="1279" actId="478"/>
          <ac:spMkLst>
            <pc:docMk/>
            <pc:sldMk cId="3492274924" sldId="901"/>
            <ac:spMk id="10" creationId="{78B64078-CD33-E0CF-944C-B2B88EB38B02}"/>
          </ac:spMkLst>
        </pc:spChg>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spChg chg="del">
          <ac:chgData name="Al Friend" userId="e5ed79da-d858-46d4-9eed-a7a24903f2de" providerId="ADAL" clId="{7537B086-0992-4C5F-A071-F6F8659556F1}" dt="2026-01-15T15:51:41.844" v="1278" actId="478"/>
          <ac:spMkLst>
            <pc:docMk/>
            <pc:sldMk cId="3492274924" sldId="901"/>
            <ac:spMk id="27" creationId="{E57C248C-DECA-445B-3777-559FD76E0471}"/>
          </ac:spMkLst>
        </pc:spChg>
        <pc:spChg chg="del">
          <ac:chgData name="Al Friend" userId="e5ed79da-d858-46d4-9eed-a7a24903f2de" providerId="ADAL" clId="{7537B086-0992-4C5F-A071-F6F8659556F1}" dt="2026-01-15T15:51:41.844" v="1278" actId="478"/>
          <ac:spMkLst>
            <pc:docMk/>
            <pc:sldMk cId="3492274924" sldId="901"/>
            <ac:spMk id="31" creationId="{B4BBE812-EAF4-B48F-6791-443B03AA852A}"/>
          </ac:spMkLst>
        </pc:spChg>
        <pc:spChg chg="del">
          <ac:chgData name="Al Friend" userId="e5ed79da-d858-46d4-9eed-a7a24903f2de" providerId="ADAL" clId="{7537B086-0992-4C5F-A071-F6F8659556F1}" dt="2026-01-15T15:51:56.903" v="1283" actId="478"/>
          <ac:spMkLst>
            <pc:docMk/>
            <pc:sldMk cId="3492274924" sldId="901"/>
            <ac:spMk id="32" creationId="{12D80B6F-5F24-F5D0-D320-08DA8E3B3394}"/>
          </ac:spMkLst>
        </pc:spChg>
        <pc:spChg chg="del">
          <ac:chgData name="Al Friend" userId="e5ed79da-d858-46d4-9eed-a7a24903f2de" providerId="ADAL" clId="{7537B086-0992-4C5F-A071-F6F8659556F1}" dt="2026-01-15T15:51:41.844" v="1278" actId="478"/>
          <ac:spMkLst>
            <pc:docMk/>
            <pc:sldMk cId="3492274924" sldId="901"/>
            <ac:spMk id="35" creationId="{87DF93C4-BB49-2411-07A1-6DBE208A0AFD}"/>
          </ac:spMkLst>
        </pc:spChg>
        <pc:spChg chg="del">
          <ac:chgData name="Al Friend" userId="e5ed79da-d858-46d4-9eed-a7a24903f2de" providerId="ADAL" clId="{7537B086-0992-4C5F-A071-F6F8659556F1}" dt="2026-01-15T15:51:52.678" v="1280" actId="478"/>
          <ac:spMkLst>
            <pc:docMk/>
            <pc:sldMk cId="3492274924" sldId="901"/>
            <ac:spMk id="37" creationId="{4655A23E-6F0D-4644-8D1D-8ACA1DC5679D}"/>
          </ac:spMkLst>
        </pc:spChg>
        <pc:spChg chg="del">
          <ac:chgData name="Al Friend" userId="e5ed79da-d858-46d4-9eed-a7a24903f2de" providerId="ADAL" clId="{7537B086-0992-4C5F-A071-F6F8659556F1}" dt="2026-01-15T15:51:55.127" v="1282" actId="478"/>
          <ac:spMkLst>
            <pc:docMk/>
            <pc:sldMk cId="3492274924" sldId="901"/>
            <ac:spMk id="59" creationId="{1C4BE62B-40C5-DE8F-B8B5-D85D5F2A6A7A}"/>
          </ac:spMkLst>
        </pc:spChg>
        <pc:spChg chg="del">
          <ac:chgData name="Al Friend" userId="e5ed79da-d858-46d4-9eed-a7a24903f2de" providerId="ADAL" clId="{7537B086-0992-4C5F-A071-F6F8659556F1}" dt="2026-01-15T15:51:53.751" v="1281" actId="478"/>
          <ac:spMkLst>
            <pc:docMk/>
            <pc:sldMk cId="3492274924" sldId="901"/>
            <ac:spMk id="63" creationId="{1A04EDAE-5F98-49A8-AA3B-FEA2F8FF27D5}"/>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pc:chgData name="Al Friend" userId="e5ed79da-d858-46d4-9eed-a7a24903f2de" providerId="ADAL" clId="{7537B086-0992-4C5F-A071-F6F8659556F1}" dt="2026-01-23T12:50:04.521" v="1939"/>
        <pc:sldMkLst>
          <pc:docMk/>
          <pc:sldMk cId="3427929576" sldId="902"/>
        </pc:sldMkLst>
        <pc:spChg chg="del">
          <ac:chgData name="Al Friend" userId="e5ed79da-d858-46d4-9eed-a7a24903f2de" providerId="ADAL" clId="{7537B086-0992-4C5F-A071-F6F8659556F1}" dt="2026-01-22T15:59:20.664" v="1402" actId="478"/>
          <ac:spMkLst>
            <pc:docMk/>
            <pc:sldMk cId="3427929576" sldId="902"/>
            <ac:spMk id="3" creationId="{A3030223-B6FA-1C0F-1B60-00D7CD4792DA}"/>
          </ac:spMkLst>
        </pc:spChg>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del mod">
          <ac:chgData name="Al Friend" userId="e5ed79da-d858-46d4-9eed-a7a24903f2de" providerId="ADAL" clId="{7537B086-0992-4C5F-A071-F6F8659556F1}" dt="2026-01-22T15:54:47.646" v="1303" actId="478"/>
          <ac:spMkLst>
            <pc:docMk/>
            <pc:sldMk cId="3427929576" sldId="902"/>
            <ac:spMk id="7" creationId="{F42FD7F0-C7E3-F7C3-64B5-86175BE26E84}"/>
          </ac:spMkLst>
        </pc:spChg>
        <pc:spChg chg="del mod">
          <ac:chgData name="Al Friend" userId="e5ed79da-d858-46d4-9eed-a7a24903f2de" providerId="ADAL" clId="{7537B086-0992-4C5F-A071-F6F8659556F1}" dt="2026-01-22T15:54:47.646" v="1303" actId="478"/>
          <ac:spMkLst>
            <pc:docMk/>
            <pc:sldMk cId="3427929576" sldId="902"/>
            <ac:spMk id="8" creationId="{DE26CC7C-F218-9CA9-C097-A8F3A953F8BD}"/>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del mod">
          <ac:chgData name="Al Friend" userId="e5ed79da-d858-46d4-9eed-a7a24903f2de" providerId="ADAL" clId="{7537B086-0992-4C5F-A071-F6F8659556F1}" dt="2026-01-22T15:54:47.646" v="1303" actId="478"/>
          <ac:spMkLst>
            <pc:docMk/>
            <pc:sldMk cId="3427929576" sldId="902"/>
            <ac:spMk id="11" creationId="{25E94918-C645-BFD4-5304-B5A80FA2722B}"/>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del mod">
          <ac:chgData name="Al Friend" userId="e5ed79da-d858-46d4-9eed-a7a24903f2de" providerId="ADAL" clId="{7537B086-0992-4C5F-A071-F6F8659556F1}" dt="2026-01-22T15:54:47.646" v="1303" actId="478"/>
          <ac:spMkLst>
            <pc:docMk/>
            <pc:sldMk cId="3427929576" sldId="902"/>
            <ac:spMk id="20" creationId="{1853AA6B-7FD8-3E7E-8D9E-E7952D8BFB0D}"/>
          </ac:spMkLst>
        </pc:spChg>
        <pc:spChg chg="del mod">
          <ac:chgData name="Al Friend" userId="e5ed79da-d858-46d4-9eed-a7a24903f2de" providerId="ADAL" clId="{7537B086-0992-4C5F-A071-F6F8659556F1}" dt="2026-01-22T15:54:47.646" v="1303" actId="478"/>
          <ac:spMkLst>
            <pc:docMk/>
            <pc:sldMk cId="3427929576" sldId="902"/>
            <ac:spMk id="21" creationId="{0D3CC910-5E9E-5935-6ED7-338DCE177882}"/>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del mod">
          <ac:chgData name="Al Friend" userId="e5ed79da-d858-46d4-9eed-a7a24903f2de" providerId="ADAL" clId="{7537B086-0992-4C5F-A071-F6F8659556F1}" dt="2026-01-22T15:54:47.646" v="1303" actId="478"/>
          <ac:spMkLst>
            <pc:docMk/>
            <pc:sldMk cId="3427929576" sldId="902"/>
            <ac:spMk id="33" creationId="{55B3F266-3D66-01A5-0084-02B23DD79047}"/>
          </ac:spMkLst>
        </pc:spChg>
        <pc:spChg chg="del mod">
          <ac:chgData name="Al Friend" userId="e5ed79da-d858-46d4-9eed-a7a24903f2de" providerId="ADAL" clId="{7537B086-0992-4C5F-A071-F6F8659556F1}" dt="2026-01-22T15:54:47.646" v="1303" actId="478"/>
          <ac:spMkLst>
            <pc:docMk/>
            <pc:sldMk cId="3427929576" sldId="902"/>
            <ac:spMk id="34" creationId="{CA1DF3E2-1B1A-F633-3A4A-4F5C43855F4B}"/>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del mod">
          <ac:chgData name="Al Friend" userId="e5ed79da-d858-46d4-9eed-a7a24903f2de" providerId="ADAL" clId="{7537B086-0992-4C5F-A071-F6F8659556F1}" dt="2026-01-22T15:54:47.646" v="1303" actId="478"/>
          <ac:spMkLst>
            <pc:docMk/>
            <pc:sldMk cId="3427929576" sldId="902"/>
            <ac:spMk id="40" creationId="{868CB6FE-6953-CD77-7A9F-225AD4548CB6}"/>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del">
          <ac:chgData name="Al Friend" userId="e5ed79da-d858-46d4-9eed-a7a24903f2de" providerId="ADAL" clId="{7537B086-0992-4C5F-A071-F6F8659556F1}" dt="2026-01-22T15:52:20.657" v="1295" actId="478"/>
          <ac:spMkLst>
            <pc:docMk/>
            <pc:sldMk cId="3427929576" sldId="902"/>
            <ac:spMk id="58" creationId="{2966E2E3-1095-3AA5-54F4-22EC69E21F63}"/>
          </ac:spMkLst>
        </pc:spChg>
        <pc:spChg chg="del">
          <ac:chgData name="Al Friend" userId="e5ed79da-d858-46d4-9eed-a7a24903f2de" providerId="ADAL" clId="{7537B086-0992-4C5F-A071-F6F8659556F1}" dt="2026-01-22T15:52:20.657" v="1295" actId="478"/>
          <ac:spMkLst>
            <pc:docMk/>
            <pc:sldMk cId="3427929576" sldId="902"/>
            <ac:spMk id="59" creationId="{1C4BE62B-40C5-DE8F-B8B5-D85D5F2A6A7A}"/>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spChg chg="del">
          <ac:chgData name="Al Friend" userId="e5ed79da-d858-46d4-9eed-a7a24903f2de" providerId="ADAL" clId="{7537B086-0992-4C5F-A071-F6F8659556F1}" dt="2026-01-22T15:52:21.654" v="1296" actId="478"/>
          <ac:spMkLst>
            <pc:docMk/>
            <pc:sldMk cId="3427929576" sldId="902"/>
            <ac:spMk id="78" creationId="{505D6E70-C3F4-46DC-93B3-A56DCF57F48A}"/>
          </ac:spMkLst>
        </pc:spChg>
        <pc:spChg chg="del mod">
          <ac:chgData name="Al Friend" userId="e5ed79da-d858-46d4-9eed-a7a24903f2de" providerId="ADAL" clId="{7537B086-0992-4C5F-A071-F6F8659556F1}" dt="2026-01-22T16:05:58.868" v="1468" actId="478"/>
          <ac:spMkLst>
            <pc:docMk/>
            <pc:sldMk cId="3427929576" sldId="902"/>
            <ac:spMk id="84" creationId="{D731AF1B-DA28-4086-B857-F0B6326C3AFB}"/>
          </ac:spMkLst>
        </pc:spChg>
        <pc:grpChg chg="del">
          <ac:chgData name="Al Friend" userId="e5ed79da-d858-46d4-9eed-a7a24903f2de" providerId="ADAL" clId="{7537B086-0992-4C5F-A071-F6F8659556F1}" dt="2026-01-22T15:52:20.657" v="1295" actId="478"/>
          <ac:grpSpMkLst>
            <pc:docMk/>
            <pc:sldMk cId="3427929576" sldId="902"/>
            <ac:grpSpMk id="57" creationId="{B1521731-A15D-3FBE-F181-C47FACE64AD9}"/>
          </ac:grpSpMkLst>
        </pc:gr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del">
          <ac:chgData name="Al Friend" userId="e5ed79da-d858-46d4-9eed-a7a24903f2de" providerId="ADAL" clId="{7537B086-0992-4C5F-A071-F6F8659556F1}" dt="2026-01-22T15:52:20.657" v="1295" actId="478"/>
          <ac:graphicFrameMkLst>
            <pc:docMk/>
            <pc:sldMk cId="3427929576" sldId="902"/>
            <ac:graphicFrameMk id="12" creationId="{EF3A2748-AA90-BCC8-2993-A9CADABE91F9}"/>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3T12:51:19.963" v="1954" actId="478"/>
        <pc:sldMkLst>
          <pc:docMk/>
          <pc:sldMk cId="2447293254" sldId="905"/>
        </pc:sldMkLst>
        <pc:spChg chg="del">
          <ac:chgData name="Al Friend" userId="e5ed79da-d858-46d4-9eed-a7a24903f2de" providerId="ADAL" clId="{7537B086-0992-4C5F-A071-F6F8659556F1}" dt="2026-01-23T12:51:17.174" v="1950" actId="478"/>
          <ac:spMkLst>
            <pc:docMk/>
            <pc:sldMk cId="2447293254" sldId="905"/>
            <ac:spMk id="10" creationId="{78B64078-CD33-E0CF-944C-B2B88EB38B02}"/>
          </ac:spMkLst>
        </pc:spChg>
        <pc:spChg chg="del">
          <ac:chgData name="Al Friend" userId="e5ed79da-d858-46d4-9eed-a7a24903f2de" providerId="ADAL" clId="{7537B086-0992-4C5F-A071-F6F8659556F1}" dt="2026-01-23T12:51:19.301" v="1953" actId="478"/>
          <ac:spMkLst>
            <pc:docMk/>
            <pc:sldMk cId="2447293254" sldId="905"/>
            <ac:spMk id="27" creationId="{E57C248C-DECA-445B-3777-559FD76E0471}"/>
          </ac:spMkLst>
        </pc:spChg>
        <pc:spChg chg="del">
          <ac:chgData name="Al Friend" userId="e5ed79da-d858-46d4-9eed-a7a24903f2de" providerId="ADAL" clId="{7537B086-0992-4C5F-A071-F6F8659556F1}" dt="2026-01-23T12:51:19.963" v="1954" actId="478"/>
          <ac:spMkLst>
            <pc:docMk/>
            <pc:sldMk cId="2447293254" sldId="905"/>
            <ac:spMk id="31" creationId="{B4BBE812-EAF4-B48F-6791-443B03AA852A}"/>
          </ac:spMkLst>
        </pc:spChg>
        <pc:spChg chg="del">
          <ac:chgData name="Al Friend" userId="e5ed79da-d858-46d4-9eed-a7a24903f2de" providerId="ADAL" clId="{7537B086-0992-4C5F-A071-F6F8659556F1}" dt="2026-01-23T12:51:14.357" v="1948" actId="478"/>
          <ac:spMkLst>
            <pc:docMk/>
            <pc:sldMk cId="2447293254" sldId="905"/>
            <ac:spMk id="32" creationId="{12D80B6F-5F24-F5D0-D320-08DA8E3B3394}"/>
          </ac:spMkLst>
        </pc:spChg>
        <pc:spChg chg="del">
          <ac:chgData name="Al Friend" userId="e5ed79da-d858-46d4-9eed-a7a24903f2de" providerId="ADAL" clId="{7537B086-0992-4C5F-A071-F6F8659556F1}" dt="2026-01-23T12:51:17.854" v="1951" actId="478"/>
          <ac:spMkLst>
            <pc:docMk/>
            <pc:sldMk cId="2447293254" sldId="905"/>
            <ac:spMk id="33" creationId="{27507C8B-6A72-4468-91DA-42267C8E3EE3}"/>
          </ac:spMkLst>
        </pc:spChg>
        <pc:spChg chg="del">
          <ac:chgData name="Al Friend" userId="e5ed79da-d858-46d4-9eed-a7a24903f2de" providerId="ADAL" clId="{7537B086-0992-4C5F-A071-F6F8659556F1}" dt="2026-01-23T12:51:18.597" v="1952" actId="478"/>
          <ac:spMkLst>
            <pc:docMk/>
            <pc:sldMk cId="2447293254" sldId="905"/>
            <ac:spMk id="35" creationId="{87DF93C4-BB49-2411-07A1-6DBE208A0AFD}"/>
          </ac:spMkLst>
        </pc:spChg>
        <pc:spChg chg="del">
          <ac:chgData name="Al Friend" userId="e5ed79da-d858-46d4-9eed-a7a24903f2de" providerId="ADAL" clId="{7537B086-0992-4C5F-A071-F6F8659556F1}" dt="2026-01-23T12:51:15.790" v="1949" actId="478"/>
          <ac:spMkLst>
            <pc:docMk/>
            <pc:sldMk cId="2447293254" sldId="905"/>
            <ac:spMk id="37" creationId="{4655A23E-6F0D-4644-8D1D-8ACA1DC5679D}"/>
          </ac:spMkLst>
        </pc:spChg>
        <pc:spChg chg="del">
          <ac:chgData name="Al Friend" userId="e5ed79da-d858-46d4-9eed-a7a24903f2de" providerId="ADAL" clId="{7537B086-0992-4C5F-A071-F6F8659556F1}" dt="2026-01-23T12:51:11.793" v="1946" actId="478"/>
          <ac:spMkLst>
            <pc:docMk/>
            <pc:sldMk cId="2447293254" sldId="905"/>
            <ac:spMk id="53" creationId="{92C33A5A-F732-4833-95E5-AEA73B84F742}"/>
          </ac:spMkLst>
        </pc:spChg>
        <pc:spChg chg="del">
          <ac:chgData name="Al Friend" userId="e5ed79da-d858-46d4-9eed-a7a24903f2de" providerId="ADAL" clId="{7537B086-0992-4C5F-A071-F6F8659556F1}" dt="2026-01-23T12:51:13.165" v="1947" actId="478"/>
          <ac:spMkLst>
            <pc:docMk/>
            <pc:sldMk cId="2447293254" sldId="905"/>
            <ac:spMk id="63" creationId="{1A04EDAE-5F98-49A8-AA3B-FEA2F8FF27D5}"/>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26/01/2026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0.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6.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6.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628</TotalTime>
  <Words>12127</Words>
  <Application>Microsoft Office PowerPoint</Application>
  <PresentationFormat>Widescreen</PresentationFormat>
  <Paragraphs>4963</Paragraphs>
  <Slides>260</Slides>
  <Notes>206</Notes>
  <HiddenSlides>122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260</vt:i4>
      </vt:variant>
    </vt:vector>
  </HeadingPairs>
  <TitlesOfParts>
    <vt:vector size="26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481</cp:revision>
  <cp:lastPrinted>2021-06-18T08:15:49Z</cp:lastPrinted>
  <dcterms:created xsi:type="dcterms:W3CDTF">2020-11-23T14:36:09Z</dcterms:created>
  <dcterms:modified xsi:type="dcterms:W3CDTF">2026-01-26T13:59:34Z</dcterms:modified>
</cp:coreProperties>
</file>