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theme/themeOverride1.xml" ContentType="application/vnd.openxmlformats-officedocument.themeOverride+xml"/>
  <Override PartName="/ppt/notesSlides/notesSlide39.xml" ContentType="application/vnd.openxmlformats-officedocument.presentationml.notesSlide+xml"/>
  <Override PartName="/ppt/theme/themeOverride2.xml" ContentType="application/vnd.openxmlformats-officedocument.themeOverr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6"/>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438" r:id="rId38"/>
    <p:sldId id="590" r:id="rId39"/>
    <p:sldId id="772" r:id="rId40"/>
    <p:sldId id="832" r:id="rId41"/>
    <p:sldId id="553" r:id="rId42"/>
    <p:sldId id="591" r:id="rId43"/>
    <p:sldId id="555" r:id="rId44"/>
    <p:sldId id="592" r:id="rId45"/>
    <p:sldId id="559" r:id="rId46"/>
    <p:sldId id="593" r:id="rId47"/>
    <p:sldId id="554" r:id="rId48"/>
    <p:sldId id="594" r:id="rId49"/>
    <p:sldId id="664" r:id="rId50"/>
    <p:sldId id="539" r:id="rId51"/>
    <p:sldId id="665" r:id="rId52"/>
    <p:sldId id="773" r:id="rId53"/>
    <p:sldId id="833" r:id="rId54"/>
    <p:sldId id="543" r:id="rId55"/>
    <p:sldId id="663" r:id="rId56"/>
    <p:sldId id="472" r:id="rId57"/>
    <p:sldId id="711" r:id="rId58"/>
    <p:sldId id="473" r:id="rId59"/>
    <p:sldId id="712" r:id="rId60"/>
    <p:sldId id="834" r:id="rId61"/>
    <p:sldId id="835" r:id="rId62"/>
    <p:sldId id="851" r:id="rId63"/>
    <p:sldId id="852" r:id="rId64"/>
    <p:sldId id="471" r:id="rId65"/>
    <p:sldId id="713" r:id="rId66"/>
    <p:sldId id="441" r:id="rId67"/>
    <p:sldId id="669" r:id="rId68"/>
    <p:sldId id="730" r:id="rId69"/>
    <p:sldId id="731" r:id="rId70"/>
    <p:sldId id="544" r:id="rId71"/>
    <p:sldId id="445" r:id="rId72"/>
    <p:sldId id="732" r:id="rId73"/>
    <p:sldId id="853" r:id="rId74"/>
    <p:sldId id="444" r:id="rId75"/>
    <p:sldId id="447" r:id="rId76"/>
    <p:sldId id="460" r:id="rId77"/>
    <p:sldId id="446" r:id="rId78"/>
    <p:sldId id="671" r:id="rId79"/>
    <p:sldId id="521" r:id="rId80"/>
    <p:sldId id="735" r:id="rId81"/>
    <p:sldId id="776" r:id="rId82"/>
    <p:sldId id="855" r:id="rId83"/>
    <p:sldId id="854" r:id="rId84"/>
    <p:sldId id="857" r:id="rId85"/>
    <p:sldId id="450" r:id="rId86"/>
    <p:sldId id="449" r:id="rId87"/>
    <p:sldId id="675" r:id="rId88"/>
    <p:sldId id="862" r:id="rId89"/>
    <p:sldId id="863" r:id="rId90"/>
    <p:sldId id="864" r:id="rId91"/>
    <p:sldId id="865" r:id="rId92"/>
    <p:sldId id="468" r:id="rId93"/>
    <p:sldId id="673" r:id="rId94"/>
    <p:sldId id="570" r:id="rId95"/>
    <p:sldId id="674" r:id="rId96"/>
    <p:sldId id="451" r:id="rId97"/>
    <p:sldId id="452" r:id="rId98"/>
    <p:sldId id="676" r:id="rId99"/>
    <p:sldId id="736" r:id="rId100"/>
    <p:sldId id="737" r:id="rId101"/>
    <p:sldId id="574" r:id="rId102"/>
    <p:sldId id="677" r:id="rId103"/>
    <p:sldId id="454" r:id="rId104"/>
    <p:sldId id="453" r:id="rId105"/>
    <p:sldId id="678" r:id="rId106"/>
    <p:sldId id="738" r:id="rId107"/>
    <p:sldId id="739" r:id="rId108"/>
    <p:sldId id="778" r:id="rId109"/>
    <p:sldId id="781" r:id="rId110"/>
    <p:sldId id="545" r:id="rId111"/>
    <p:sldId id="577" r:id="rId112"/>
    <p:sldId id="715" r:id="rId113"/>
    <p:sldId id="743" r:id="rId114"/>
    <p:sldId id="586" r:id="rId115"/>
    <p:sldId id="714" r:id="rId116"/>
    <p:sldId id="588" r:id="rId117"/>
    <p:sldId id="752" r:id="rId118"/>
    <p:sldId id="748" r:id="rId119"/>
    <p:sldId id="750" r:id="rId120"/>
    <p:sldId id="749" r:id="rId121"/>
    <p:sldId id="751" r:id="rId122"/>
    <p:sldId id="587" r:id="rId123"/>
    <p:sldId id="702" r:id="rId124"/>
    <p:sldId id="754" r:id="rId125"/>
    <p:sldId id="670" r:id="rId126"/>
    <p:sldId id="717" r:id="rId127"/>
    <p:sldId id="728" r:id="rId128"/>
    <p:sldId id="719" r:id="rId129"/>
    <p:sldId id="780" r:id="rId130"/>
    <p:sldId id="718" r:id="rId131"/>
    <p:sldId id="703" r:id="rId132"/>
    <p:sldId id="581" r:id="rId133"/>
    <p:sldId id="753" r:id="rId134"/>
    <p:sldId id="582" r:id="rId135"/>
    <p:sldId id="705" r:id="rId136"/>
    <p:sldId id="755" r:id="rId137"/>
    <p:sldId id="756" r:id="rId138"/>
    <p:sldId id="724" r:id="rId139"/>
    <p:sldId id="726" r:id="rId140"/>
    <p:sldId id="723" r:id="rId141"/>
    <p:sldId id="706" r:id="rId142"/>
    <p:sldId id="584" r:id="rId143"/>
    <p:sldId id="707" r:id="rId144"/>
    <p:sldId id="725" r:id="rId145"/>
    <p:sldId id="727" r:id="rId146"/>
    <p:sldId id="461" r:id="rId147"/>
    <p:sldId id="729" r:id="rId148"/>
    <p:sldId id="819" r:id="rId149"/>
    <p:sldId id="256" r:id="rId150"/>
    <p:sldId id="524" r:id="rId151"/>
    <p:sldId id="820" r:id="rId152"/>
    <p:sldId id="821" r:id="rId153"/>
    <p:sldId id="822" r:id="rId154"/>
    <p:sldId id="823" r:id="rId155"/>
    <p:sldId id="824" r:id="rId156"/>
    <p:sldId id="826" r:id="rId157"/>
    <p:sldId id="523" r:id="rId158"/>
    <p:sldId id="827" r:id="rId159"/>
    <p:sldId id="690" r:id="rId160"/>
    <p:sldId id="480" r:id="rId161"/>
    <p:sldId id="777" r:id="rId162"/>
    <p:sldId id="680" r:id="rId163"/>
    <p:sldId id="684" r:id="rId164"/>
    <p:sldId id="682" r:id="rId165"/>
    <p:sldId id="681" r:id="rId166"/>
    <p:sldId id="874" r:id="rId167"/>
    <p:sldId id="482" r:id="rId168"/>
    <p:sldId id="873" r:id="rId169"/>
    <p:sldId id="842" r:id="rId170"/>
    <p:sldId id="843" r:id="rId171"/>
    <p:sldId id="846" r:id="rId172"/>
    <p:sldId id="850" r:id="rId173"/>
    <p:sldId id="847" r:id="rId174"/>
    <p:sldId id="849" r:id="rId175"/>
    <p:sldId id="828" r:id="rId176"/>
    <p:sldId id="829" r:id="rId177"/>
    <p:sldId id="533" r:id="rId178"/>
    <p:sldId id="763" r:id="rId179"/>
    <p:sldId id="761" r:id="rId180"/>
    <p:sldId id="759" r:id="rId181"/>
    <p:sldId id="760" r:id="rId182"/>
    <p:sldId id="757" r:id="rId183"/>
    <p:sldId id="758" r:id="rId184"/>
    <p:sldId id="501" r:id="rId185"/>
    <p:sldId id="508" r:id="rId186"/>
    <p:sldId id="495" r:id="rId187"/>
    <p:sldId id="509" r:id="rId188"/>
    <p:sldId id="493" r:id="rId189"/>
    <p:sldId id="528" r:id="rId190"/>
    <p:sldId id="529" r:id="rId191"/>
    <p:sldId id="530" r:id="rId192"/>
    <p:sldId id="499" r:id="rId193"/>
    <p:sldId id="506" r:id="rId194"/>
    <p:sldId id="500" r:id="rId195"/>
    <p:sldId id="507" r:id="rId196"/>
    <p:sldId id="496" r:id="rId197"/>
    <p:sldId id="467" r:id="rId198"/>
    <p:sldId id="875" r:id="rId199"/>
    <p:sldId id="838" r:id="rId200"/>
    <p:sldId id="876" r:id="rId201"/>
    <p:sldId id="534" r:id="rId202"/>
    <p:sldId id="503" r:id="rId203"/>
    <p:sldId id="512" r:id="rId204"/>
    <p:sldId id="836" r:id="rId205"/>
    <p:sldId id="837" r:id="rId206"/>
    <p:sldId id="519" r:id="rId207"/>
    <p:sldId id="877" r:id="rId208"/>
    <p:sldId id="532" r:id="rId209"/>
    <p:sldId id="878" r:id="rId210"/>
    <p:sldId id="502" r:id="rId211"/>
    <p:sldId id="879" r:id="rId212"/>
    <p:sldId id="513" r:id="rId213"/>
    <p:sldId id="535" r:id="rId214"/>
    <p:sldId id="514" r:id="rId215"/>
    <p:sldId id="880" r:id="rId216"/>
    <p:sldId id="515" r:id="rId217"/>
    <p:sldId id="881" r:id="rId218"/>
    <p:sldId id="516" r:id="rId219"/>
    <p:sldId id="883" r:id="rId220"/>
    <p:sldId id="517" r:id="rId221"/>
    <p:sldId id="882" r:id="rId222"/>
    <p:sldId id="537" r:id="rId223"/>
    <p:sldId id="884" r:id="rId224"/>
    <p:sldId id="885" r:id="rId225"/>
    <p:sldId id="856" r:id="rId226"/>
    <p:sldId id="866" r:id="rId227"/>
    <p:sldId id="860" r:id="rId228"/>
    <p:sldId id="867" r:id="rId229"/>
    <p:sldId id="858" r:id="rId230"/>
    <p:sldId id="868" r:id="rId231"/>
    <p:sldId id="869" r:id="rId232"/>
    <p:sldId id="871" r:id="rId233"/>
    <p:sldId id="870" r:id="rId234"/>
    <p:sldId id="872" r:id="rId235"/>
    <p:sldId id="691" r:id="rId236"/>
    <p:sldId id="692" r:id="rId237"/>
    <p:sldId id="693" r:id="rId238"/>
    <p:sldId id="694" r:id="rId239"/>
    <p:sldId id="695" r:id="rId240"/>
    <p:sldId id="696" r:id="rId241"/>
    <p:sldId id="697" r:id="rId242"/>
    <p:sldId id="698" r:id="rId243"/>
    <p:sldId id="699" r:id="rId244"/>
    <p:sldId id="700" r:id="rId245"/>
    <p:sldId id="701" r:id="rId246"/>
    <p:sldId id="740" r:id="rId247"/>
    <p:sldId id="741" r:id="rId248"/>
    <p:sldId id="769" r:id="rId249"/>
    <p:sldId id="742" r:id="rId250"/>
    <p:sldId id="774" r:id="rId251"/>
    <p:sldId id="764" r:id="rId252"/>
    <p:sldId id="766" r:id="rId253"/>
    <p:sldId id="765" r:id="rId254"/>
    <p:sldId id="768" r:id="rId25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Lst>
        </p14:section>
        <p14:section name="Display" id="{7F5F0C3E-99A6-45D0-9B99-14930DA3A596}">
          <p14:sldIdLst>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438"/>
            <p14:sldId id="590"/>
            <p14:sldId id="772"/>
            <p14:sldId id="832"/>
            <p14:sldId id="553"/>
            <p14:sldId id="591"/>
            <p14:sldId id="555"/>
            <p14:sldId id="592"/>
            <p14:sldId id="559"/>
            <p14:sldId id="593"/>
            <p14:sldId id="554"/>
            <p14:sldId id="594"/>
          </p14:sldIdLst>
        </p14:section>
        <p14:section name="Complex filtering" id="{9260256F-28F3-4E9E-9446-CE52F48BD61A}">
          <p14:sldIdLst>
            <p14:sldId id="664"/>
            <p14:sldId id="539"/>
            <p14:sldId id="665"/>
            <p14:sldId id="773"/>
            <p14:sldId id="833"/>
          </p14:sldIdLst>
        </p14:section>
        <p14:section name="Task 1 - Prison" id="{03337F12-57C8-453A-971A-F8161C78F81A}">
          <p14:sldIdLst>
            <p14:sldId id="543"/>
          </p14:sldIdLst>
        </p14:section>
        <p14:section name="Sorting" id="{A0843CDC-A3D8-42E2-A92F-876C3B7F5B35}">
          <p14:sldIdLst>
            <p14:sldId id="663"/>
            <p14:sldId id="472"/>
            <p14:sldId id="711"/>
            <p14:sldId id="473"/>
            <p14:sldId id="712"/>
            <p14:sldId id="834"/>
            <p14:sldId id="835"/>
            <p14:sldId id="851"/>
            <p14:sldId id="852"/>
            <p14:sldId id="471"/>
            <p14:sldId id="71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81622" autoAdjust="0"/>
  </p:normalViewPr>
  <p:slideViewPr>
    <p:cSldViewPr snapToGrid="0" showGuides="1">
      <p:cViewPr varScale="1">
        <p:scale>
          <a:sx n="54" d="100"/>
          <a:sy n="54" d="100"/>
        </p:scale>
        <p:origin x="1160" y="52"/>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presProps" Target="pres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viewProps" Target="viewProps.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theme" Target="theme/theme1.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tableStyles" Target="tableStyles.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microsoft.com/office/2016/11/relationships/changesInfo" Target="changesInfos/changesInfo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notesMaster" Target="notesMasters/notesMaster1.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commentAuthors" Target="commentAuthors.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9EB0769B-6403-4A8A-804B-F964790C5CE3}"/>
    <pc:docChg chg="undo addSld delSld modSld sldOrd delSection modSection">
      <pc:chgData name="Al Friend" userId="e5ed79da-d858-46d4-9eed-a7a24903f2de" providerId="ADAL" clId="{9EB0769B-6403-4A8A-804B-F964790C5CE3}" dt="2025-12-18T13:39:27.882" v="463"/>
      <pc:docMkLst>
        <pc:docMk/>
      </pc:docMkLst>
      <pc:sldChg chg="addSp modSp modAnim">
        <pc:chgData name="Al Friend" userId="e5ed79da-d858-46d4-9eed-a7a24903f2de" providerId="ADAL" clId="{9EB0769B-6403-4A8A-804B-F964790C5CE3}" dt="2025-12-09T08:56:52.134" v="19" actId="20577"/>
        <pc:sldMkLst>
          <pc:docMk/>
          <pc:sldMk cId="3543521991" sldId="514"/>
        </pc:sldMkLst>
        <pc:spChg chg="add mod">
          <ac:chgData name="Al Friend" userId="e5ed79da-d858-46d4-9eed-a7a24903f2de" providerId="ADAL" clId="{9EB0769B-6403-4A8A-804B-F964790C5CE3}" dt="2025-12-09T08:56:52.134" v="19" actId="20577"/>
          <ac:spMkLst>
            <pc:docMk/>
            <pc:sldMk cId="3543521991" sldId="514"/>
            <ac:spMk id="5" creationId="{2E080607-7F49-4880-84B0-EC36CA907A6A}"/>
          </ac:spMkLst>
        </pc:spChg>
      </pc:sldChg>
      <pc:sldChg chg="modSp">
        <pc:chgData name="Al Friend" userId="e5ed79da-d858-46d4-9eed-a7a24903f2de" providerId="ADAL" clId="{9EB0769B-6403-4A8A-804B-F964790C5CE3}" dt="2025-12-16T09:37:47.943" v="431" actId="20577"/>
        <pc:sldMkLst>
          <pc:docMk/>
          <pc:sldMk cId="4015496597" sldId="521"/>
        </pc:sldMkLst>
        <pc:spChg chg="mod">
          <ac:chgData name="Al Friend" userId="e5ed79da-d858-46d4-9eed-a7a24903f2de" providerId="ADAL" clId="{9EB0769B-6403-4A8A-804B-F964790C5CE3}" dt="2025-12-16T09:37:47.943" v="431" actId="20577"/>
          <ac:spMkLst>
            <pc:docMk/>
            <pc:sldMk cId="4015496597" sldId="521"/>
            <ac:spMk id="3" creationId="{E4EE7085-4C5B-409B-8843-A8A3D3CB6E90}"/>
          </ac:spMkLst>
        </pc:spChg>
      </pc:sldChg>
      <pc:sldChg chg="modSp modAnim">
        <pc:chgData name="Al Friend" userId="e5ed79da-d858-46d4-9eed-a7a24903f2de" providerId="ADAL" clId="{9EB0769B-6403-4A8A-804B-F964790C5CE3}" dt="2025-12-18T13:39:27.882" v="463"/>
        <pc:sldMkLst>
          <pc:docMk/>
          <pc:sldMk cId="3622404688" sldId="523"/>
        </pc:sldMkLst>
        <pc:spChg chg="mod">
          <ac:chgData name="Al Friend" userId="e5ed79da-d858-46d4-9eed-a7a24903f2de" providerId="ADAL" clId="{9EB0769B-6403-4A8A-804B-F964790C5CE3}" dt="2025-12-18T13:38:15.737" v="447" actId="20577"/>
          <ac:spMkLst>
            <pc:docMk/>
            <pc:sldMk cId="3622404688" sldId="523"/>
            <ac:spMk id="3" creationId="{257141CB-89B9-453C-950A-3B96F4293BEE}"/>
          </ac:spMkLst>
        </pc:spChg>
      </pc:sldChg>
      <pc:sldChg chg="modSp">
        <pc:chgData name="Al Friend" userId="e5ed79da-d858-46d4-9eed-a7a24903f2de" providerId="ADAL" clId="{9EB0769B-6403-4A8A-804B-F964790C5CE3}" dt="2025-12-11T13:16:55.434" v="100" actId="20577"/>
        <pc:sldMkLst>
          <pc:docMk/>
          <pc:sldMk cId="780501331" sldId="537"/>
        </pc:sldMkLst>
        <pc:spChg chg="mod">
          <ac:chgData name="Al Friend" userId="e5ed79da-d858-46d4-9eed-a7a24903f2de" providerId="ADAL" clId="{9EB0769B-6403-4A8A-804B-F964790C5CE3}" dt="2025-12-11T13:16:55.434" v="100" actId="20577"/>
          <ac:spMkLst>
            <pc:docMk/>
            <pc:sldMk cId="780501331" sldId="537"/>
            <ac:spMk id="3" creationId="{ABB964B2-0CC2-489B-8E1F-1BC040B76915}"/>
          </ac:spMkLst>
        </pc:spChg>
      </pc:sldChg>
      <pc:sldChg chg="modSp modAnim">
        <pc:chgData name="Al Friend" userId="e5ed79da-d858-46d4-9eed-a7a24903f2de" providerId="ADAL" clId="{9EB0769B-6403-4A8A-804B-F964790C5CE3}" dt="2025-12-16T09:38:07.377" v="432"/>
        <pc:sldMkLst>
          <pc:docMk/>
          <pc:sldMk cId="3963149759" sldId="735"/>
        </pc:sldMkLst>
        <pc:spChg chg="mod">
          <ac:chgData name="Al Friend" userId="e5ed79da-d858-46d4-9eed-a7a24903f2de" providerId="ADAL" clId="{9EB0769B-6403-4A8A-804B-F964790C5CE3}" dt="2025-12-16T09:38:07.377" v="432"/>
          <ac:spMkLst>
            <pc:docMk/>
            <pc:sldMk cId="3963149759" sldId="735"/>
            <ac:spMk id="3" creationId="{E4EE7085-4C5B-409B-8843-A8A3D3CB6E90}"/>
          </ac:spMkLst>
        </pc:spChg>
      </pc:sldChg>
      <pc:sldChg chg="modSp">
        <pc:chgData name="Al Friend" userId="e5ed79da-d858-46d4-9eed-a7a24903f2de" providerId="ADAL" clId="{9EB0769B-6403-4A8A-804B-F964790C5CE3}" dt="2025-12-18T13:38:43.833" v="448" actId="948"/>
        <pc:sldMkLst>
          <pc:docMk/>
          <pc:sldMk cId="2584223036" sldId="827"/>
        </pc:sldMkLst>
        <pc:spChg chg="mod">
          <ac:chgData name="Al Friend" userId="e5ed79da-d858-46d4-9eed-a7a24903f2de" providerId="ADAL" clId="{9EB0769B-6403-4A8A-804B-F964790C5CE3}" dt="2025-12-18T13:38:43.833" v="448" actId="948"/>
          <ac:spMkLst>
            <pc:docMk/>
            <pc:sldMk cId="2584223036" sldId="827"/>
            <ac:spMk id="3" creationId="{257141CB-89B9-453C-950A-3B96F4293BEE}"/>
          </ac:spMkLst>
        </pc:spChg>
      </pc:sldChg>
      <pc:sldChg chg="modSp">
        <pc:chgData name="Al Friend" userId="e5ed79da-d858-46d4-9eed-a7a24903f2de" providerId="ADAL" clId="{9EB0769B-6403-4A8A-804B-F964790C5CE3}" dt="2025-12-11T13:18:34.085" v="118" actId="255"/>
        <pc:sldMkLst>
          <pc:docMk/>
          <pc:sldMk cId="3750724401" sldId="866"/>
        </pc:sldMkLst>
        <pc:spChg chg="mod">
          <ac:chgData name="Al Friend" userId="e5ed79da-d858-46d4-9eed-a7a24903f2de" providerId="ADAL" clId="{9EB0769B-6403-4A8A-804B-F964790C5CE3}" dt="2025-12-11T13:18:34.085" v="118" actId="255"/>
          <ac:spMkLst>
            <pc:docMk/>
            <pc:sldMk cId="3750724401" sldId="866"/>
            <ac:spMk id="4" creationId="{ECF8A258-5D7E-4EE3-814B-67DD52E72862}"/>
          </ac:spMkLst>
        </pc:spChg>
      </pc:sldChg>
      <pc:sldChg chg="modSp modAnim">
        <pc:chgData name="Al Friend" userId="e5ed79da-d858-46d4-9eed-a7a24903f2de" providerId="ADAL" clId="{9EB0769B-6403-4A8A-804B-F964790C5CE3}" dt="2025-12-11T13:19:45.145" v="177" actId="207"/>
        <pc:sldMkLst>
          <pc:docMk/>
          <pc:sldMk cId="2610940249" sldId="869"/>
        </pc:sldMkLst>
        <pc:spChg chg="mod">
          <ac:chgData name="Al Friend" userId="e5ed79da-d858-46d4-9eed-a7a24903f2de" providerId="ADAL" clId="{9EB0769B-6403-4A8A-804B-F964790C5CE3}" dt="2025-12-11T13:19:45.145" v="177" actId="207"/>
          <ac:spMkLst>
            <pc:docMk/>
            <pc:sldMk cId="2610940249" sldId="869"/>
            <ac:spMk id="3" creationId="{06B8E349-DC6D-4A5B-8DA3-98695E00841D}"/>
          </ac:spMkLst>
        </pc:spChg>
      </pc:sldChg>
      <pc:sldChg chg="modSp">
        <pc:chgData name="Al Friend" userId="e5ed79da-d858-46d4-9eed-a7a24903f2de" providerId="ADAL" clId="{9EB0769B-6403-4A8A-804B-F964790C5CE3}" dt="2025-12-11T13:19:50.774" v="179" actId="207"/>
        <pc:sldMkLst>
          <pc:docMk/>
          <pc:sldMk cId="1175320702" sldId="870"/>
        </pc:sldMkLst>
        <pc:spChg chg="mod">
          <ac:chgData name="Al Friend" userId="e5ed79da-d858-46d4-9eed-a7a24903f2de" providerId="ADAL" clId="{9EB0769B-6403-4A8A-804B-F964790C5CE3}" dt="2025-12-11T13:19:50.774" v="179" actId="207"/>
          <ac:spMkLst>
            <pc:docMk/>
            <pc:sldMk cId="1175320702" sldId="870"/>
            <ac:spMk id="3" creationId="{06B8E349-DC6D-4A5B-8DA3-98695E00841D}"/>
          </ac:spMkLst>
        </pc:spChg>
      </pc:sldChg>
      <pc:sldChg chg="modSp">
        <pc:chgData name="Al Friend" userId="e5ed79da-d858-46d4-9eed-a7a24903f2de" providerId="ADAL" clId="{9EB0769B-6403-4A8A-804B-F964790C5CE3}" dt="2025-12-09T09:01:46.539" v="20" actId="6549"/>
        <pc:sldMkLst>
          <pc:docMk/>
          <pc:sldMk cId="3145385377" sldId="881"/>
        </pc:sldMkLst>
        <pc:graphicFrameChg chg="modGraphic">
          <ac:chgData name="Al Friend" userId="e5ed79da-d858-46d4-9eed-a7a24903f2de" providerId="ADAL" clId="{9EB0769B-6403-4A8A-804B-F964790C5CE3}" dt="2025-12-09T09:01:46.539" v="20" actId="6549"/>
          <ac:graphicFrameMkLst>
            <pc:docMk/>
            <pc:sldMk cId="3145385377" sldId="881"/>
            <ac:graphicFrameMk id="4" creationId="{00000000-0000-0000-0000-000000000000}"/>
          </ac:graphicFrameMkLst>
        </pc:graphicFrameChg>
      </pc:sldChg>
      <pc:sldChg chg="modSp">
        <pc:chgData name="Al Friend" userId="e5ed79da-d858-46d4-9eed-a7a24903f2de" providerId="ADAL" clId="{9EB0769B-6403-4A8A-804B-F964790C5CE3}" dt="2025-12-09T09:02:11.063" v="21" actId="6549"/>
        <pc:sldMkLst>
          <pc:docMk/>
          <pc:sldMk cId="423321490" sldId="882"/>
        </pc:sldMkLst>
        <pc:graphicFrameChg chg="modGraphic">
          <ac:chgData name="Al Friend" userId="e5ed79da-d858-46d4-9eed-a7a24903f2de" providerId="ADAL" clId="{9EB0769B-6403-4A8A-804B-F964790C5CE3}" dt="2025-12-09T09:02:11.063" v="21" actId="6549"/>
          <ac:graphicFrameMkLst>
            <pc:docMk/>
            <pc:sldMk cId="423321490" sldId="882"/>
            <ac:graphicFrameMk id="4" creationId="{00000000-0000-0000-0000-000000000000}"/>
          </ac:graphicFrameMkLst>
        </pc:graphicFrameChg>
      </pc:sldChg>
      <pc:sldChg chg="modSp add modTransition">
        <pc:chgData name="Al Friend" userId="e5ed79da-d858-46d4-9eed-a7a24903f2de" providerId="ADAL" clId="{9EB0769B-6403-4A8A-804B-F964790C5CE3}" dt="2025-12-09T09:03:14.013" v="24" actId="6549"/>
        <pc:sldMkLst>
          <pc:docMk/>
          <pc:sldMk cId="1355594162" sldId="883"/>
        </pc:sldMkLst>
        <pc:graphicFrameChg chg="modGraphic">
          <ac:chgData name="Al Friend" userId="e5ed79da-d858-46d4-9eed-a7a24903f2de" providerId="ADAL" clId="{9EB0769B-6403-4A8A-804B-F964790C5CE3}" dt="2025-12-09T09:03:14.013" v="24" actId="6549"/>
          <ac:graphicFrameMkLst>
            <pc:docMk/>
            <pc:sldMk cId="1355594162" sldId="883"/>
            <ac:graphicFrameMk id="4" creationId="{00000000-0000-0000-0000-000000000000}"/>
          </ac:graphicFrameMkLst>
        </pc:graphicFrameChg>
      </pc:sldChg>
      <pc:sldChg chg="modSp add ord modNotesTx">
        <pc:chgData name="Al Friend" userId="e5ed79da-d858-46d4-9eed-a7a24903f2de" providerId="ADAL" clId="{9EB0769B-6403-4A8A-804B-F964790C5CE3}" dt="2025-12-11T14:52:42.433" v="302" actId="20577"/>
        <pc:sldMkLst>
          <pc:docMk/>
          <pc:sldMk cId="887359266" sldId="884"/>
        </pc:sldMkLst>
        <pc:spChg chg="mod">
          <ac:chgData name="Al Friend" userId="e5ed79da-d858-46d4-9eed-a7a24903f2de" providerId="ADAL" clId="{9EB0769B-6403-4A8A-804B-F964790C5CE3}" dt="2025-12-11T13:17:59.174" v="114" actId="20577"/>
          <ac:spMkLst>
            <pc:docMk/>
            <pc:sldMk cId="887359266" sldId="884"/>
            <ac:spMk id="2" creationId="{354BA070-2C10-4880-9E17-C099725CF02B}"/>
          </ac:spMkLst>
        </pc:spChg>
        <pc:spChg chg="mod">
          <ac:chgData name="Al Friend" userId="e5ed79da-d858-46d4-9eed-a7a24903f2de" providerId="ADAL" clId="{9EB0769B-6403-4A8A-804B-F964790C5CE3}" dt="2025-12-10T11:48:58.618" v="92" actId="404"/>
          <ac:spMkLst>
            <pc:docMk/>
            <pc:sldMk cId="887359266" sldId="884"/>
            <ac:spMk id="3" creationId="{DBA10379-742D-4968-A43A-99F7383FD78F}"/>
          </ac:spMkLst>
        </pc:spChg>
      </pc:sldChg>
      <pc:sldChg chg="modSp add modNotesTx">
        <pc:chgData name="Al Friend" userId="e5ed79da-d858-46d4-9eed-a7a24903f2de" providerId="ADAL" clId="{9EB0769B-6403-4A8A-804B-F964790C5CE3}" dt="2025-12-11T15:07:40.136" v="415" actId="6549"/>
        <pc:sldMkLst>
          <pc:docMk/>
          <pc:sldMk cId="1093687535" sldId="885"/>
        </pc:sldMkLst>
        <pc:spChg chg="mod">
          <ac:chgData name="Al Friend" userId="e5ed79da-d858-46d4-9eed-a7a24903f2de" providerId="ADAL" clId="{9EB0769B-6403-4A8A-804B-F964790C5CE3}" dt="2025-12-11T14:40:38.940" v="195" actId="20577"/>
          <ac:spMkLst>
            <pc:docMk/>
            <pc:sldMk cId="1093687535" sldId="885"/>
            <ac:spMk id="2" creationId="{F333451D-0114-4DF6-AABC-755019BC213E}"/>
          </ac:spMkLst>
        </pc:spChg>
        <pc:spChg chg="mod">
          <ac:chgData name="Al Friend" userId="e5ed79da-d858-46d4-9eed-a7a24903f2de" providerId="ADAL" clId="{9EB0769B-6403-4A8A-804B-F964790C5CE3}" dt="2025-12-11T15:03:21.247" v="350" actId="20577"/>
          <ac:spMkLst>
            <pc:docMk/>
            <pc:sldMk cId="1093687535" sldId="885"/>
            <ac:spMk id="3" creationId="{BFCD6E65-E1E8-4D4D-8116-9135D4F98C8D}"/>
          </ac:spMkLst>
        </pc:spChg>
      </pc:sldChg>
    </pc:docChg>
  </pc:docChgLst>
  <pc:docChgLst>
    <pc:chgData name="Al Friend" userId="e5ed79da-d858-46d4-9eed-a7a24903f2de" providerId="ADAL" clId="{7537B086-0992-4C5F-A071-F6F8659556F1}"/>
    <pc:docChg chg="undo custSel addSld delSld modSld sldOrd modMainMaster modSection">
      <pc:chgData name="Al Friend" userId="e5ed79da-d858-46d4-9eed-a7a24903f2de" providerId="ADAL" clId="{7537B086-0992-4C5F-A071-F6F8659556F1}" dt="2026-01-09T11:13:39.379" v="366" actId="20577"/>
      <pc:docMkLst>
        <pc:docMk/>
      </pc:docMkLst>
      <pc:sldChg chg="modSp">
        <pc:chgData name="Al Friend" userId="e5ed79da-d858-46d4-9eed-a7a24903f2de" providerId="ADAL" clId="{7537B086-0992-4C5F-A071-F6F8659556F1}" dt="2026-01-08T09:15:52.870" v="80" actId="403"/>
        <pc:sldMkLst>
          <pc:docMk/>
          <pc:sldMk cId="1397375078" sldId="262"/>
        </pc:sldMkLst>
        <pc:spChg chg="mod">
          <ac:chgData name="Al Friend" userId="e5ed79da-d858-46d4-9eed-a7a24903f2de" providerId="ADAL" clId="{7537B086-0992-4C5F-A071-F6F8659556F1}" dt="2026-01-08T09:15:52.870" v="80" actId="403"/>
          <ac:spMkLst>
            <pc:docMk/>
            <pc:sldMk cId="1397375078" sldId="262"/>
            <ac:spMk id="3" creationId="{00000000-0000-0000-0000-000000000000}"/>
          </ac:spMkLst>
        </pc:spChg>
      </pc:sldChg>
      <pc:sldChg chg="modSp modAnim">
        <pc:chgData name="Al Friend" userId="e5ed79da-d858-46d4-9eed-a7a24903f2de" providerId="ADAL" clId="{7537B086-0992-4C5F-A071-F6F8659556F1}" dt="2026-01-08T08:59:13.966" v="5"/>
        <pc:sldMkLst>
          <pc:docMk/>
          <pc:sldMk cId="1842242945" sldId="430"/>
        </pc:sldMkLst>
        <pc:spChg chg="mod">
          <ac:chgData name="Al Friend" userId="e5ed79da-d858-46d4-9eed-a7a24903f2de" providerId="ADAL" clId="{7537B086-0992-4C5F-A071-F6F8659556F1}" dt="2026-01-08T08:59:13.966" v="5"/>
          <ac:spMkLst>
            <pc:docMk/>
            <pc:sldMk cId="1842242945" sldId="430"/>
            <ac:spMk id="3" creationId="{00000000-0000-0000-0000-000000000000}"/>
          </ac:spMkLst>
        </pc:spChg>
      </pc:sldChg>
      <pc:sldChg chg="modSp">
        <pc:chgData name="Al Friend" userId="e5ed79da-d858-46d4-9eed-a7a24903f2de" providerId="ADAL" clId="{7537B086-0992-4C5F-A071-F6F8659556F1}" dt="2026-01-09T11:12:38.584" v="360" actId="20577"/>
        <pc:sldMkLst>
          <pc:docMk/>
          <pc:sldMk cId="1701761292" sldId="435"/>
        </pc:sldMkLst>
        <pc:spChg chg="mod">
          <ac:chgData name="Al Friend" userId="e5ed79da-d858-46d4-9eed-a7a24903f2de" providerId="ADAL" clId="{7537B086-0992-4C5F-A071-F6F8659556F1}" dt="2026-01-09T11:12:36.200" v="358" actId="20577"/>
          <ac:spMkLst>
            <pc:docMk/>
            <pc:sldMk cId="1701761292" sldId="435"/>
            <ac:spMk id="3" creationId="{E4EE7085-4C5B-409B-8843-A8A3D3CB6E90}"/>
          </ac:spMkLst>
        </pc:spChg>
        <pc:spChg chg="mod">
          <ac:chgData name="Al Friend" userId="e5ed79da-d858-46d4-9eed-a7a24903f2de" providerId="ADAL" clId="{7537B086-0992-4C5F-A071-F6F8659556F1}" dt="2026-01-09T11:12:38.584" v="360" actId="20577"/>
          <ac:spMkLst>
            <pc:docMk/>
            <pc:sldMk cId="1701761292" sldId="435"/>
            <ac:spMk id="7" creationId="{5FE7746D-D127-4927-B238-DF71612EDD32}"/>
          </ac:spMkLst>
        </pc:spChg>
      </pc:sldChg>
      <pc:sldChg chg="modSp">
        <pc:chgData name="Al Friend" userId="e5ed79da-d858-46d4-9eed-a7a24903f2de" providerId="ADAL" clId="{7537B086-0992-4C5F-A071-F6F8659556F1}" dt="2026-01-09T11:13:33.491" v="364" actId="20577"/>
        <pc:sldMkLst>
          <pc:docMk/>
          <pc:sldMk cId="2774159214" sldId="437"/>
        </pc:sldMkLst>
        <pc:spChg chg="mod">
          <ac:chgData name="Al Friend" userId="e5ed79da-d858-46d4-9eed-a7a24903f2de" providerId="ADAL" clId="{7537B086-0992-4C5F-A071-F6F8659556F1}" dt="2026-01-09T11:13:33.491" v="364" actId="20577"/>
          <ac:spMkLst>
            <pc:docMk/>
            <pc:sldMk cId="2774159214" sldId="437"/>
            <ac:spMk id="3" creationId="{E4EE7085-4C5B-409B-8843-A8A3D3CB6E90}"/>
          </ac:spMkLst>
        </pc:spChg>
      </pc:sldChg>
      <pc:sldChg chg="modSp">
        <pc:chgData name="Al Friend" userId="e5ed79da-d858-46d4-9eed-a7a24903f2de" providerId="ADAL" clId="{7537B086-0992-4C5F-A071-F6F8659556F1}" dt="2026-01-09T11:12:42.041" v="362" actId="20577"/>
        <pc:sldMkLst>
          <pc:docMk/>
          <pc:sldMk cId="1739365771" sldId="455"/>
        </pc:sldMkLst>
        <pc:spChg chg="mod">
          <ac:chgData name="Al Friend" userId="e5ed79da-d858-46d4-9eed-a7a24903f2de" providerId="ADAL" clId="{7537B086-0992-4C5F-A071-F6F8659556F1}" dt="2026-01-09T11:12:42.041" v="362" actId="20577"/>
          <ac:spMkLst>
            <pc:docMk/>
            <pc:sldMk cId="1739365771" sldId="455"/>
            <ac:spMk id="3" creationId="{E4EE7085-4C5B-409B-8843-A8A3D3CB6E90}"/>
          </ac:spMkLst>
        </pc:spChg>
      </pc:sldChg>
      <pc:sldChg chg="modSp">
        <pc:chgData name="Al Friend" userId="e5ed79da-d858-46d4-9eed-a7a24903f2de" providerId="ADAL" clId="{7537B086-0992-4C5F-A071-F6F8659556F1}" dt="2026-01-08T10:07:15.003" v="117" actId="113"/>
        <pc:sldMkLst>
          <pc:docMk/>
          <pc:sldMk cId="1529298100" sldId="479"/>
        </pc:sldMkLst>
        <pc:spChg chg="mod">
          <ac:chgData name="Al Friend" userId="e5ed79da-d858-46d4-9eed-a7a24903f2de" providerId="ADAL" clId="{7537B086-0992-4C5F-A071-F6F8659556F1}" dt="2026-01-08T10:07:15.003" v="117" actId="113"/>
          <ac:spMkLst>
            <pc:docMk/>
            <pc:sldMk cId="1529298100" sldId="479"/>
            <ac:spMk id="9" creationId="{B935E981-B7C6-4BDF-ADC2-EFF2B075D3D8}"/>
          </ac:spMkLst>
        </pc:spChg>
        <pc:spChg chg="mod">
          <ac:chgData name="Al Friend" userId="e5ed79da-d858-46d4-9eed-a7a24903f2de" providerId="ADAL" clId="{7537B086-0992-4C5F-A071-F6F8659556F1}" dt="2026-01-08T09:04:28.708" v="76" actId="113"/>
          <ac:spMkLst>
            <pc:docMk/>
            <pc:sldMk cId="1529298100" sldId="479"/>
            <ac:spMk id="15" creationId="{B935E981-B7C6-4BDF-ADC2-EFF2B075D3D8}"/>
          </ac:spMkLst>
        </pc:spChg>
      </pc:sldChg>
      <pc:sldChg chg="modSp modAnim">
        <pc:chgData name="Al Friend" userId="e5ed79da-d858-46d4-9eed-a7a24903f2de" providerId="ADAL" clId="{7537B086-0992-4C5F-A071-F6F8659556F1}" dt="2026-01-08T10:06:50.205" v="116" actId="20577"/>
        <pc:sldMkLst>
          <pc:docMk/>
          <pc:sldMk cId="3877628735" sldId="481"/>
        </pc:sldMkLst>
        <pc:spChg chg="mod">
          <ac:chgData name="Al Friend" userId="e5ed79da-d858-46d4-9eed-a7a24903f2de" providerId="ADAL" clId="{7537B086-0992-4C5F-A071-F6F8659556F1}" dt="2026-01-08T10:06:50.205" v="116" actId="20577"/>
          <ac:spMkLst>
            <pc:docMk/>
            <pc:sldMk cId="3877628735" sldId="481"/>
            <ac:spMk id="3" creationId="{52A295CC-8959-7191-3AFD-BD54D14A7EC9}"/>
          </ac:spMkLst>
        </pc:spChg>
        <pc:spChg chg="mod">
          <ac:chgData name="Al Friend" userId="e5ed79da-d858-46d4-9eed-a7a24903f2de" providerId="ADAL" clId="{7537B086-0992-4C5F-A071-F6F8659556F1}" dt="2026-01-08T09:02:22.070" v="42" actId="20577"/>
          <ac:spMkLst>
            <pc:docMk/>
            <pc:sldMk cId="3877628735" sldId="481"/>
            <ac:spMk id="6" creationId="{924404A3-ED4C-4699-9CA9-EFEB23F51AA9}"/>
          </ac:spMkLst>
        </pc:spChg>
      </pc:sldChg>
      <pc:sldChg chg="del">
        <pc:chgData name="Al Friend" userId="e5ed79da-d858-46d4-9eed-a7a24903f2de" providerId="ADAL" clId="{7537B086-0992-4C5F-A071-F6F8659556F1}" dt="2026-01-08T08:59:53.464" v="10" actId="2696"/>
        <pc:sldMkLst>
          <pc:docMk/>
          <pc:sldMk cId="1490160107" sldId="491"/>
        </pc:sldMkLst>
      </pc:sldChg>
      <pc:sldChg chg="modSp">
        <pc:chgData name="Al Friend" userId="e5ed79da-d858-46d4-9eed-a7a24903f2de" providerId="ADAL" clId="{7537B086-0992-4C5F-A071-F6F8659556F1}" dt="2026-01-08T08:58:12.553" v="3" actId="27636"/>
        <pc:sldMkLst>
          <pc:docMk/>
          <pc:sldMk cId="1645342312" sldId="513"/>
        </pc:sldMkLst>
        <pc:spChg chg="mod">
          <ac:chgData name="Al Friend" userId="e5ed79da-d858-46d4-9eed-a7a24903f2de" providerId="ADAL" clId="{7537B086-0992-4C5F-A071-F6F8659556F1}" dt="2026-01-08T08:58:12.553" v="3" actId="27636"/>
          <ac:spMkLst>
            <pc:docMk/>
            <pc:sldMk cId="1645342312" sldId="513"/>
            <ac:spMk id="3" creationId="{00000000-0000-0000-0000-000000000000}"/>
          </ac:spMkLst>
        </pc:spChg>
      </pc:sldChg>
      <pc:sldChg chg="modSp">
        <pc:chgData name="Al Friend" userId="e5ed79da-d858-46d4-9eed-a7a24903f2de" providerId="ADAL" clId="{7537B086-0992-4C5F-A071-F6F8659556F1}" dt="2026-01-09T11:13:39.379" v="366" actId="20577"/>
        <pc:sldMkLst>
          <pc:docMk/>
          <pc:sldMk cId="1599820182" sldId="589"/>
        </pc:sldMkLst>
        <pc:spChg chg="mod">
          <ac:chgData name="Al Friend" userId="e5ed79da-d858-46d4-9eed-a7a24903f2de" providerId="ADAL" clId="{7537B086-0992-4C5F-A071-F6F8659556F1}" dt="2026-01-09T11:13:39.379" v="366" actId="20577"/>
          <ac:spMkLst>
            <pc:docMk/>
            <pc:sldMk cId="1599820182" sldId="589"/>
            <ac:spMk id="3" creationId="{E4EE7085-4C5B-409B-8843-A8A3D3CB6E90}"/>
          </ac:spMkLst>
        </pc:spChg>
      </pc:sldChg>
      <pc:sldChg chg="modSp">
        <pc:chgData name="Al Friend" userId="e5ed79da-d858-46d4-9eed-a7a24903f2de" providerId="ADAL" clId="{7537B086-0992-4C5F-A071-F6F8659556F1}" dt="2026-01-09T10:57:01.974" v="356" actId="1036"/>
        <pc:sldMkLst>
          <pc:docMk/>
          <pc:sldMk cId="3288459417" sldId="659"/>
        </pc:sldMkLst>
        <pc:grpChg chg="mod">
          <ac:chgData name="Al Friend" userId="e5ed79da-d858-46d4-9eed-a7a24903f2de" providerId="ADAL" clId="{7537B086-0992-4C5F-A071-F6F8659556F1}" dt="2026-01-09T10:57:01.974" v="356" actId="1036"/>
          <ac:grpSpMkLst>
            <pc:docMk/>
            <pc:sldMk cId="3288459417" sldId="659"/>
            <ac:grpSpMk id="6" creationId="{CDA2DFA6-83BE-D060-BDA8-CF34E45D5A03}"/>
          </ac:grpSpMkLst>
        </pc:grpChg>
      </pc:sldChg>
      <pc:sldChg chg="del">
        <pc:chgData name="Al Friend" userId="e5ed79da-d858-46d4-9eed-a7a24903f2de" providerId="ADAL" clId="{7537B086-0992-4C5F-A071-F6F8659556F1}" dt="2026-01-08T09:03:11.913" v="51" actId="2696"/>
        <pc:sldMkLst>
          <pc:docMk/>
          <pc:sldMk cId="365399832" sldId="685"/>
        </pc:sldMkLst>
      </pc:sldChg>
      <pc:sldChg chg="del">
        <pc:chgData name="Al Friend" userId="e5ed79da-d858-46d4-9eed-a7a24903f2de" providerId="ADAL" clId="{7537B086-0992-4C5F-A071-F6F8659556F1}" dt="2026-01-09T10:07:14.778" v="118" actId="2696"/>
        <pc:sldMkLst>
          <pc:docMk/>
          <pc:sldMk cId="3493534986" sldId="687"/>
        </pc:sldMkLst>
      </pc:sldChg>
      <pc:sldChg chg="modSp">
        <pc:chgData name="Al Friend" userId="e5ed79da-d858-46d4-9eed-a7a24903f2de" providerId="ADAL" clId="{7537B086-0992-4C5F-A071-F6F8659556F1}" dt="2026-01-08T08:58:12.334" v="1" actId="27636"/>
        <pc:sldMkLst>
          <pc:docMk/>
          <pc:sldMk cId="4089413313" sldId="688"/>
        </pc:sldMkLst>
        <pc:spChg chg="mod">
          <ac:chgData name="Al Friend" userId="e5ed79da-d858-46d4-9eed-a7a24903f2de" providerId="ADAL" clId="{7537B086-0992-4C5F-A071-F6F8659556F1}" dt="2026-01-08T08:58:12.334" v="1" actId="27636"/>
          <ac:spMkLst>
            <pc:docMk/>
            <pc:sldMk cId="4089413313" sldId="688"/>
            <ac:spMk id="3" creationId="{141DFD40-5B60-02A6-A1F0-71163A85F354}"/>
          </ac:spMkLst>
        </pc:spChg>
      </pc:sldChg>
      <pc:sldChg chg="modSp">
        <pc:chgData name="Al Friend" userId="e5ed79da-d858-46d4-9eed-a7a24903f2de" providerId="ADAL" clId="{7537B086-0992-4C5F-A071-F6F8659556F1}" dt="2026-01-08T08:58:12.395" v="2" actId="27636"/>
        <pc:sldMkLst>
          <pc:docMk/>
          <pc:sldMk cId="1265154754" sldId="689"/>
        </pc:sldMkLst>
        <pc:spChg chg="mod">
          <ac:chgData name="Al Friend" userId="e5ed79da-d858-46d4-9eed-a7a24903f2de" providerId="ADAL" clId="{7537B086-0992-4C5F-A071-F6F8659556F1}" dt="2026-01-08T08:58:12.395" v="2" actId="27636"/>
          <ac:spMkLst>
            <pc:docMk/>
            <pc:sldMk cId="1265154754" sldId="689"/>
            <ac:spMk id="3" creationId="{141DFD40-5B60-02A6-A1F0-71163A85F354}"/>
          </ac:spMkLst>
        </pc:spChg>
      </pc:sldChg>
      <pc:sldChg chg="delSp add modTransition modAnim">
        <pc:chgData name="Al Friend" userId="e5ed79da-d858-46d4-9eed-a7a24903f2de" providerId="ADAL" clId="{7537B086-0992-4C5F-A071-F6F8659556F1}" dt="2026-01-08T08:59:48.965" v="9" actId="478"/>
        <pc:sldMkLst>
          <pc:docMk/>
          <pc:sldMk cId="504513756" sldId="886"/>
        </pc:sldMkLst>
        <pc:spChg chg="del">
          <ac:chgData name="Al Friend" userId="e5ed79da-d858-46d4-9eed-a7a24903f2de" providerId="ADAL" clId="{7537B086-0992-4C5F-A071-F6F8659556F1}" dt="2026-01-08T08:59:48.965" v="9" actId="478"/>
          <ac:spMkLst>
            <pc:docMk/>
            <pc:sldMk cId="504513756" sldId="886"/>
            <ac:spMk id="10" creationId="{924404A3-ED4C-4699-9CA9-EFEB23F51AA9}"/>
          </ac:spMkLst>
        </pc:spChg>
      </pc:sldChg>
      <pc:sldChg chg="delSp add modTransition modAnim">
        <pc:chgData name="Al Friend" userId="e5ed79da-d858-46d4-9eed-a7a24903f2de" providerId="ADAL" clId="{7537B086-0992-4C5F-A071-F6F8659556F1}" dt="2026-01-08T09:03:03.953" v="50" actId="478"/>
        <pc:sldMkLst>
          <pc:docMk/>
          <pc:sldMk cId="274477786" sldId="887"/>
        </pc:sldMkLst>
        <pc:spChg chg="del">
          <ac:chgData name="Al Friend" userId="e5ed79da-d858-46d4-9eed-a7a24903f2de" providerId="ADAL" clId="{7537B086-0992-4C5F-A071-F6F8659556F1}" dt="2026-01-08T09:02:56.947" v="46" actId="478"/>
          <ac:spMkLst>
            <pc:docMk/>
            <pc:sldMk cId="274477786" sldId="887"/>
            <ac:spMk id="3" creationId="{52A295CC-8959-7191-3AFD-BD54D14A7EC9}"/>
          </ac:spMkLst>
        </pc:spChg>
        <pc:spChg chg="del">
          <ac:chgData name="Al Friend" userId="e5ed79da-d858-46d4-9eed-a7a24903f2de" providerId="ADAL" clId="{7537B086-0992-4C5F-A071-F6F8659556F1}" dt="2026-01-08T09:02:58.976" v="47" actId="478"/>
          <ac:spMkLst>
            <pc:docMk/>
            <pc:sldMk cId="274477786" sldId="887"/>
            <ac:spMk id="4" creationId="{5D773087-09BD-45AD-89A6-29025E9351DE}"/>
          </ac:spMkLst>
        </pc:spChg>
        <pc:spChg chg="del">
          <ac:chgData name="Al Friend" userId="e5ed79da-d858-46d4-9eed-a7a24903f2de" providerId="ADAL" clId="{7537B086-0992-4C5F-A071-F6F8659556F1}" dt="2026-01-08T09:03:03.953" v="50" actId="478"/>
          <ac:spMkLst>
            <pc:docMk/>
            <pc:sldMk cId="274477786" sldId="887"/>
            <ac:spMk id="6" creationId="{924404A3-ED4C-4699-9CA9-EFEB23F51AA9}"/>
          </ac:spMkLst>
        </pc:spChg>
        <pc:spChg chg="del">
          <ac:chgData name="Al Friend" userId="e5ed79da-d858-46d4-9eed-a7a24903f2de" providerId="ADAL" clId="{7537B086-0992-4C5F-A071-F6F8659556F1}" dt="2026-01-08T09:03:01.819" v="48" actId="478"/>
          <ac:spMkLst>
            <pc:docMk/>
            <pc:sldMk cId="274477786" sldId="887"/>
            <ac:spMk id="7" creationId="{EBD85118-3121-322A-A785-D7E5BC3C6DDB}"/>
          </ac:spMkLst>
        </pc:spChg>
        <pc:spChg chg="del">
          <ac:chgData name="Al Friend" userId="e5ed79da-d858-46d4-9eed-a7a24903f2de" providerId="ADAL" clId="{7537B086-0992-4C5F-A071-F6F8659556F1}" dt="2026-01-08T09:03:02.719" v="49" actId="478"/>
          <ac:spMkLst>
            <pc:docMk/>
            <pc:sldMk cId="274477786" sldId="887"/>
            <ac:spMk id="8" creationId="{B9255652-7499-91E1-0752-F0DD357DD42C}"/>
          </ac:spMkLst>
        </pc:spChg>
      </pc:sldChg>
      <pc:sldChg chg="modSp add ord">
        <pc:chgData name="Al Friend" userId="e5ed79da-d858-46d4-9eed-a7a24903f2de" providerId="ADAL" clId="{7537B086-0992-4C5F-A071-F6F8659556F1}" dt="2026-01-09T10:07:31.309" v="119"/>
        <pc:sldMkLst>
          <pc:docMk/>
          <pc:sldMk cId="28860088" sldId="888"/>
        </pc:sldMkLst>
        <pc:spChg chg="mod">
          <ac:chgData name="Al Friend" userId="e5ed79da-d858-46d4-9eed-a7a24903f2de" providerId="ADAL" clId="{7537B086-0992-4C5F-A071-F6F8659556F1}" dt="2026-01-08T09:34:45.577" v="102" actId="113"/>
          <ac:spMkLst>
            <pc:docMk/>
            <pc:sldMk cId="28860088" sldId="888"/>
            <ac:spMk id="5" creationId="{964D77D7-D52A-864E-2F76-F013C7C8D4FE}"/>
          </ac:spMkLst>
        </pc:spChg>
      </pc:sldChg>
      <pc:sldChg chg="delSp modSp add ord modTransition modAnim">
        <pc:chgData name="Al Friend" userId="e5ed79da-d858-46d4-9eed-a7a24903f2de" providerId="ADAL" clId="{7537B086-0992-4C5F-A071-F6F8659556F1}" dt="2026-01-09T10:07:31.309" v="119"/>
        <pc:sldMkLst>
          <pc:docMk/>
          <pc:sldMk cId="1610565375" sldId="889"/>
        </pc:sldMkLst>
        <pc:spChg chg="mod">
          <ac:chgData name="Al Friend" userId="e5ed79da-d858-46d4-9eed-a7a24903f2de" providerId="ADAL" clId="{7537B086-0992-4C5F-A071-F6F8659556F1}" dt="2026-01-08T09:34:29.477" v="100" actId="27636"/>
          <ac:spMkLst>
            <pc:docMk/>
            <pc:sldMk cId="1610565375" sldId="889"/>
            <ac:spMk id="3" creationId="{3006BFFB-0638-4D0F-887F-1B4CD48CA2DD}"/>
          </ac:spMkLst>
        </pc:spChg>
        <pc:spChg chg="del">
          <ac:chgData name="Al Friend" userId="e5ed79da-d858-46d4-9eed-a7a24903f2de" providerId="ADAL" clId="{7537B086-0992-4C5F-A071-F6F8659556F1}" dt="2026-01-08T09:34:07.467" v="87" actId="478"/>
          <ac:spMkLst>
            <pc:docMk/>
            <pc:sldMk cId="1610565375" sldId="889"/>
            <ac:spMk id="5" creationId="{964D77D7-D52A-864E-2F76-F013C7C8D4FE}"/>
          </ac:spMkLst>
        </pc:spChg>
      </pc:sldChg>
      <pc:sldChg chg="add del">
        <pc:chgData name="Al Friend" userId="e5ed79da-d858-46d4-9eed-a7a24903f2de" providerId="ADAL" clId="{7537B086-0992-4C5F-A071-F6F8659556F1}" dt="2026-01-09T10:10:34.857" v="158" actId="2696"/>
        <pc:sldMkLst>
          <pc:docMk/>
          <pc:sldMk cId="3730790739" sldId="890"/>
        </pc:sldMkLst>
      </pc:sldChg>
      <pc:sldChg chg="modSp add">
        <pc:chgData name="Al Friend" userId="e5ed79da-d858-46d4-9eed-a7a24903f2de" providerId="ADAL" clId="{7537B086-0992-4C5F-A071-F6F8659556F1}" dt="2026-01-09T10:10:00.162" v="155" actId="403"/>
        <pc:sldMkLst>
          <pc:docMk/>
          <pc:sldMk cId="2120745638" sldId="891"/>
        </pc:sldMkLst>
        <pc:spChg chg="mod">
          <ac:chgData name="Al Friend" userId="e5ed79da-d858-46d4-9eed-a7a24903f2de" providerId="ADAL" clId="{7537B086-0992-4C5F-A071-F6F8659556F1}" dt="2026-01-09T10:09:50.186" v="142" actId="20577"/>
          <ac:spMkLst>
            <pc:docMk/>
            <pc:sldMk cId="2120745638" sldId="891"/>
            <ac:spMk id="2" creationId="{DFDD032C-747B-43CF-884D-7ACD26C31B4A}"/>
          </ac:spMkLst>
        </pc:spChg>
        <pc:spChg chg="mod">
          <ac:chgData name="Al Friend" userId="e5ed79da-d858-46d4-9eed-a7a24903f2de" providerId="ADAL" clId="{7537B086-0992-4C5F-A071-F6F8659556F1}" dt="2026-01-09T10:10:00.162" v="155" actId="403"/>
          <ac:spMkLst>
            <pc:docMk/>
            <pc:sldMk cId="2120745638" sldId="891"/>
            <ac:spMk id="3" creationId="{F6399757-F604-4277-99DE-AE75EE3A83E3}"/>
          </ac:spMkLst>
        </pc:spChg>
      </pc:sldChg>
      <pc:sldChg chg="addSp modSp add modAnim">
        <pc:chgData name="Al Friend" userId="e5ed79da-d858-46d4-9eed-a7a24903f2de" providerId="ADAL" clId="{7537B086-0992-4C5F-A071-F6F8659556F1}" dt="2026-01-09T10:39:47.634" v="345" actId="13244"/>
        <pc:sldMkLst>
          <pc:docMk/>
          <pc:sldMk cId="4100891914" sldId="892"/>
        </pc:sldMkLst>
        <pc:spChg chg="mod">
          <ac:chgData name="Al Friend" userId="e5ed79da-d858-46d4-9eed-a7a24903f2de" providerId="ADAL" clId="{7537B086-0992-4C5F-A071-F6F8659556F1}" dt="2026-01-09T10:29:19.853" v="264" actId="20577"/>
          <ac:spMkLst>
            <pc:docMk/>
            <pc:sldMk cId="4100891914" sldId="892"/>
            <ac:spMk id="2" creationId="{D049432C-9C31-40D9-8C26-6E288E61F0CD}"/>
          </ac:spMkLst>
        </pc:spChg>
        <pc:picChg chg="add mod ord">
          <ac:chgData name="Al Friend" userId="e5ed79da-d858-46d4-9eed-a7a24903f2de" providerId="ADAL" clId="{7537B086-0992-4C5F-A071-F6F8659556F1}" dt="2026-01-09T10:22:52.542" v="230" actId="167"/>
          <ac:picMkLst>
            <pc:docMk/>
            <pc:sldMk cId="4100891914" sldId="892"/>
            <ac:picMk id="3" creationId="{6372C94C-F39C-4633-9690-936896E7997C}"/>
          </ac:picMkLst>
        </pc:picChg>
        <pc:picChg chg="add mod ord modCrop">
          <ac:chgData name="Al Friend" userId="e5ed79da-d858-46d4-9eed-a7a24903f2de" providerId="ADAL" clId="{7537B086-0992-4C5F-A071-F6F8659556F1}" dt="2026-01-09T10:39:47.634" v="345" actId="13244"/>
          <ac:picMkLst>
            <pc:docMk/>
            <pc:sldMk cId="4100891914" sldId="892"/>
            <ac:picMk id="4" creationId="{431D348A-1E20-4DD1-9964-01135A5AF008}"/>
          </ac:picMkLst>
        </pc:picChg>
        <pc:picChg chg="add mod ord modCrop">
          <ac:chgData name="Al Friend" userId="e5ed79da-d858-46d4-9eed-a7a24903f2de" providerId="ADAL" clId="{7537B086-0992-4C5F-A071-F6F8659556F1}" dt="2026-01-09T10:23:22.071" v="234" actId="167"/>
          <ac:picMkLst>
            <pc:docMk/>
            <pc:sldMk cId="4100891914" sldId="892"/>
            <ac:picMk id="5" creationId="{FD0C6429-8DF0-4AEF-A5E4-B8A8869104C9}"/>
          </ac:picMkLst>
        </pc:picChg>
        <pc:picChg chg="add mod ord modCrop">
          <ac:chgData name="Al Friend" userId="e5ed79da-d858-46d4-9eed-a7a24903f2de" providerId="ADAL" clId="{7537B086-0992-4C5F-A071-F6F8659556F1}" dt="2026-01-09T10:39:00.665" v="342" actId="167"/>
          <ac:picMkLst>
            <pc:docMk/>
            <pc:sldMk cId="4100891914" sldId="892"/>
            <ac:picMk id="6" creationId="{D1E8208F-9679-4FB9-BD07-D2EBB831BEFC}"/>
          </ac:picMkLst>
        </pc:picChg>
        <pc:picChg chg="add mod ord modCrop">
          <ac:chgData name="Al Friend" userId="e5ed79da-d858-46d4-9eed-a7a24903f2de" providerId="ADAL" clId="{7537B086-0992-4C5F-A071-F6F8659556F1}" dt="2026-01-09T10:39:24.648" v="344" actId="167"/>
          <ac:picMkLst>
            <pc:docMk/>
            <pc:sldMk cId="4100891914" sldId="892"/>
            <ac:picMk id="7" creationId="{69EEEA1B-CA96-47AA-938A-E625989FE2B8}"/>
          </ac:picMkLst>
        </pc:picChg>
      </pc:sldChg>
      <pc:sldChg chg="addSp modSp add modAnim">
        <pc:chgData name="Al Friend" userId="e5ed79da-d858-46d4-9eed-a7a24903f2de" providerId="ADAL" clId="{7537B086-0992-4C5F-A071-F6F8659556F1}" dt="2026-01-09T10:35:04.356" v="340"/>
        <pc:sldMkLst>
          <pc:docMk/>
          <pc:sldMk cId="1002852827" sldId="893"/>
        </pc:sldMkLst>
        <pc:spChg chg="mod">
          <ac:chgData name="Al Friend" userId="e5ed79da-d858-46d4-9eed-a7a24903f2de" providerId="ADAL" clId="{7537B086-0992-4C5F-A071-F6F8659556F1}" dt="2026-01-09T10:29:42.232" v="280" actId="20577"/>
          <ac:spMkLst>
            <pc:docMk/>
            <pc:sldMk cId="1002852827" sldId="893"/>
            <ac:spMk id="2" creationId="{E8277E8C-E4DA-48E1-A57F-56A67EA6539B}"/>
          </ac:spMkLst>
        </pc:spChg>
        <pc:spChg chg="add mod">
          <ac:chgData name="Al Friend" userId="e5ed79da-d858-46d4-9eed-a7a24903f2de" providerId="ADAL" clId="{7537B086-0992-4C5F-A071-F6F8659556F1}" dt="2026-01-09T10:34:27.537" v="333" actId="1076"/>
          <ac:spMkLst>
            <pc:docMk/>
            <pc:sldMk cId="1002852827" sldId="893"/>
            <ac:spMk id="4" creationId="{9540C108-C9FE-42D7-BD6F-E1997C341839}"/>
          </ac:spMkLst>
        </pc:spChg>
        <pc:picChg chg="add mod">
          <ac:chgData name="Al Friend" userId="e5ed79da-d858-46d4-9eed-a7a24903f2de" providerId="ADAL" clId="{7537B086-0992-4C5F-A071-F6F8659556F1}" dt="2026-01-09T10:32:50.957" v="284" actId="14100"/>
          <ac:picMkLst>
            <pc:docMk/>
            <pc:sldMk cId="1002852827" sldId="893"/>
            <ac:picMk id="3" creationId="{4999E231-EF80-4729-892E-1ED241F4B497}"/>
          </ac:picMkLst>
        </pc:picChg>
      </pc:sldChg>
      <pc:sldMasterChg chg="modSldLayout">
        <pc:chgData name="Al Friend" userId="e5ed79da-d858-46d4-9eed-a7a24903f2de" providerId="ADAL" clId="{7537B086-0992-4C5F-A071-F6F8659556F1}" dt="2026-01-09T10:10:17.631" v="157" actId="403"/>
        <pc:sldMasterMkLst>
          <pc:docMk/>
          <pc:sldMasterMk cId="3492412801" sldId="2147483648"/>
        </pc:sldMasterMkLst>
        <pc:sldLayoutChg chg="modSp">
          <pc:chgData name="Al Friend" userId="e5ed79da-d858-46d4-9eed-a7a24903f2de" providerId="ADAL" clId="{7537B086-0992-4C5F-A071-F6F8659556F1}" dt="2026-01-08T09:16:15.128" v="82" actId="403"/>
          <pc:sldLayoutMkLst>
            <pc:docMk/>
            <pc:sldMasterMk cId="3492412801" sldId="2147483648"/>
            <pc:sldLayoutMk cId="1983201955" sldId="2147483649"/>
          </pc:sldLayoutMkLst>
          <pc:spChg chg="mod">
            <ac:chgData name="Al Friend" userId="e5ed79da-d858-46d4-9eed-a7a24903f2de" providerId="ADAL" clId="{7537B086-0992-4C5F-A071-F6F8659556F1}" dt="2026-01-08T09:16:15.128" v="82" actId="403"/>
            <ac:spMkLst>
              <pc:docMk/>
              <pc:sldMasterMk cId="3492412801" sldId="2147483648"/>
              <pc:sldLayoutMk cId="1983201955" sldId="2147483649"/>
              <ac:spMk id="3" creationId="{DF3D860D-1211-4E26-A35E-A80BC376E9A1}"/>
            </ac:spMkLst>
          </pc:spChg>
        </pc:sldLayoutChg>
        <pc:sldLayoutChg chg="modSp">
          <pc:chgData name="Al Friend" userId="e5ed79da-d858-46d4-9eed-a7a24903f2de" providerId="ADAL" clId="{7537B086-0992-4C5F-A071-F6F8659556F1}" dt="2026-01-08T08:58:12.277" v="0" actId="403"/>
          <pc:sldLayoutMkLst>
            <pc:docMk/>
            <pc:sldMasterMk cId="3492412801" sldId="2147483648"/>
            <pc:sldLayoutMk cId="4028972730" sldId="2147483650"/>
          </pc:sldLayoutMkLst>
          <pc:spChg chg="mod">
            <ac:chgData name="Al Friend" userId="e5ed79da-d858-46d4-9eed-a7a24903f2de" providerId="ADAL" clId="{7537B086-0992-4C5F-A071-F6F8659556F1}" dt="2026-01-08T08:58:12.277" v="0" actId="403"/>
            <ac:spMkLst>
              <pc:docMk/>
              <pc:sldMasterMk cId="3492412801" sldId="2147483648"/>
              <pc:sldLayoutMk cId="4028972730" sldId="2147483650"/>
              <ac:spMk id="3" creationId="{4DBFEDAD-10D4-47B6-8F35-0155F7D63DF8}"/>
            </ac:spMkLst>
          </pc:spChg>
        </pc:sldLayoutChg>
        <pc:sldLayoutChg chg="modSp">
          <pc:chgData name="Al Friend" userId="e5ed79da-d858-46d4-9eed-a7a24903f2de" providerId="ADAL" clId="{7537B086-0992-4C5F-A071-F6F8659556F1}" dt="2026-01-09T10:10:17.631" v="157" actId="403"/>
          <pc:sldLayoutMkLst>
            <pc:docMk/>
            <pc:sldMasterMk cId="3492412801" sldId="2147483648"/>
            <pc:sldLayoutMk cId="3274567511" sldId="2147483651"/>
          </pc:sldLayoutMkLst>
          <pc:spChg chg="mod">
            <ac:chgData name="Al Friend" userId="e5ed79da-d858-46d4-9eed-a7a24903f2de" providerId="ADAL" clId="{7537B086-0992-4C5F-A071-F6F8659556F1}" dt="2026-01-09T10:10:17.631" v="157" actId="403"/>
            <ac:spMkLst>
              <pc:docMk/>
              <pc:sldMasterMk cId="3492412801" sldId="2147483648"/>
              <pc:sldLayoutMk cId="3274567511" sldId="2147483651"/>
              <ac:spMk id="3" creationId="{EC8DA602-023E-4AF2-8A02-5ED3BE4E1C63}"/>
            </ac:spMkLst>
          </pc:spChg>
        </pc:sldLayoutChg>
      </pc:sldMasterChg>
    </pc:docChg>
  </pc:docChgLst>
  <pc:docChgLst>
    <pc:chgData name="Al Friend" userId="e5ed79da-d858-46d4-9eed-a7a24903f2de" providerId="ADAL" clId="{8EE75906-5173-4B3D-81F1-C9888A5A8C46}"/>
    <pc:docChg chg="modSld sldOrd modSection">
      <pc:chgData name="Al Friend" userId="e5ed79da-d858-46d4-9eed-a7a24903f2de" providerId="ADAL" clId="{8EE75906-5173-4B3D-81F1-C9888A5A8C46}" dt="2026-01-04T11:16:34.028" v="7"/>
      <pc:docMkLst>
        <pc:docMk/>
      </pc:docMkLst>
      <pc:sldChg chg="ord">
        <pc:chgData name="Al Friend" userId="e5ed79da-d858-46d4-9eed-a7a24903f2de" providerId="ADAL" clId="{8EE75906-5173-4B3D-81F1-C9888A5A8C46}" dt="2026-01-04T11:16:34.028" v="7"/>
        <pc:sldMkLst>
          <pc:docMk/>
          <pc:sldMk cId="3436463184" sldId="260"/>
        </pc:sldMkLst>
      </pc:sldChg>
      <pc:sldChg chg="ord">
        <pc:chgData name="Al Friend" userId="e5ed79da-d858-46d4-9eed-a7a24903f2de" providerId="ADAL" clId="{8EE75906-5173-4B3D-81F1-C9888A5A8C46}" dt="2026-01-04T11:16:34.028" v="7"/>
        <pc:sldMkLst>
          <pc:docMk/>
          <pc:sldMk cId="3817082245" sldId="658"/>
        </pc:sldMkLst>
      </pc:sldChg>
      <pc:sldChg chg="ord">
        <pc:chgData name="Al Friend" userId="e5ed79da-d858-46d4-9eed-a7a24903f2de" providerId="ADAL" clId="{8EE75906-5173-4B3D-81F1-C9888A5A8C46}" dt="2026-01-04T11:16:34.028" v="7"/>
        <pc:sldMkLst>
          <pc:docMk/>
          <pc:sldMk cId="861823585" sldId="661"/>
        </pc:sldMkLst>
      </pc:sldChg>
      <pc:sldChg chg="modSp mod">
        <pc:chgData name="Al Friend" userId="e5ed79da-d858-46d4-9eed-a7a24903f2de" providerId="ADAL" clId="{8EE75906-5173-4B3D-81F1-C9888A5A8C46}" dt="2026-01-03T12:11:11.321" v="1" actId="20577"/>
        <pc:sldMkLst>
          <pc:docMk/>
          <pc:sldMk cId="1265154754" sldId="689"/>
        </pc:sldMkLst>
        <pc:spChg chg="mod">
          <ac:chgData name="Al Friend" userId="e5ed79da-d858-46d4-9eed-a7a24903f2de" providerId="ADAL" clId="{8EE75906-5173-4B3D-81F1-C9888A5A8C46}" dt="2026-01-03T12:11:11.321" v="1" actId="20577"/>
          <ac:spMkLst>
            <pc:docMk/>
            <pc:sldMk cId="1265154754" sldId="689"/>
            <ac:spMk id="3" creationId="{141DFD40-5B60-02A6-A1F0-71163A85F35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09/01/2026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51</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385190821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96C32-6372-03FB-6835-4E3221CF43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B6C4A-511D-4619-4A8E-3B2F70325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97AF1-FD1A-F127-249C-1C71F76A6B9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C42B98A1-8DEE-2AC3-B87E-4927C7A4E7E7}"/>
              </a:ext>
            </a:extLst>
          </p:cNvPr>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149859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D54F8-29A4-BD54-A5C1-CA42AE7C7A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47722-CA0F-0FF6-C52A-D97F6460DA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D1139-AF60-B6FA-A70F-40BC03E580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0BB77C25-B905-CF1A-1092-81D8F0241938}"/>
              </a:ext>
            </a:extLst>
          </p:cNvPr>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78754226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117</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119</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121</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149</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161</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162</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163</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207</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208</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211</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239</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240</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245</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246</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09/01/2026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09/01/2026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mod="1">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09/01/2026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09/01/2026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09/01/2026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09/01/2026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09/01/2026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09/01/2026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09/01/2026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09/01/2026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09/01/2026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09/01/2026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51.xml.rels><?xml version="1.0" encoding="UTF-8" standalone="yes"?>
<Relationships xmlns="http://schemas.openxmlformats.org/package/2006/relationships"><Relationship Id="rId3" Type="http://schemas.openxmlformats.org/officeDocument/2006/relationships/notesSlide" Target="../notesSlides/notesSlide40.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19.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5.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7.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4.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4.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5.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5.xml"/></Relationships>
</file>

<file path=ppt/slides/_rels/slide24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3.xml"/><Relationship Id="rId1" Type="http://schemas.openxmlformats.org/officeDocument/2006/relationships/slideLayout" Target="../slideLayouts/slideLayout5.xml"/></Relationships>
</file>

<file path=ppt/slides/_rels/slide24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4.xml"/><Relationship Id="rId1" Type="http://schemas.openxmlformats.org/officeDocument/2006/relationships/slideLayout" Target="../slideLayouts/slideLayout5.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6.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6.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6.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6.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grpSp>
        <p:nvGrpSpPr>
          <p:cNvPr id="7" name="Group 6">
            <a:extLst>
              <a:ext uri="{FF2B5EF4-FFF2-40B4-BE49-F238E27FC236}">
                <a16:creationId xmlns:a16="http://schemas.microsoft.com/office/drawing/2014/main" id="{C7B59F06-E9C9-56FF-C7CA-BC1A6DABE3C1}"/>
              </a:ext>
            </a:extLst>
          </p:cNvPr>
          <p:cNvGrpSpPr/>
          <p:nvPr/>
        </p:nvGrpSpPr>
        <p:grpSpPr>
          <a:xfrm>
            <a:off x="2349547" y="4572579"/>
            <a:ext cx="1670447" cy="703220"/>
            <a:chOff x="7051690" y="2149231"/>
            <a:chExt cx="6186193" cy="703220"/>
          </a:xfrm>
        </p:grpSpPr>
        <p:cxnSp>
          <p:nvCxnSpPr>
            <p:cNvPr id="8" name="Straight Connector 7">
              <a:extLst>
                <a:ext uri="{FF2B5EF4-FFF2-40B4-BE49-F238E27FC236}">
                  <a16:creationId xmlns:a16="http://schemas.microsoft.com/office/drawing/2014/main" id="{504F6D83-7C0F-AFE6-255C-BE3D2970C6C6}"/>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4CD9DF2-526D-D925-7470-E7FE044F3C4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0A4A61-4850-194C-06F8-BE48E3E6EB23}"/>
                </a:ext>
              </a:extLst>
            </p:cNvPr>
            <p:cNvSpPr txBox="1"/>
            <p:nvPr/>
          </p:nvSpPr>
          <p:spPr>
            <a:xfrm>
              <a:off x="7051690" y="2329231"/>
              <a:ext cx="6186193" cy="523220"/>
            </a:xfrm>
            <a:prstGeom prst="rect">
              <a:avLst/>
            </a:prstGeom>
            <a:noFill/>
            <a:ln>
              <a:noFill/>
            </a:ln>
          </p:spPr>
          <p:txBody>
            <a:bodyPr wrap="square" rtlCol="0">
              <a:spAutoFit/>
            </a:bodyPr>
            <a:lstStyle/>
            <a:p>
              <a:pPr algn="ctr"/>
              <a:r>
                <a:rPr lang="en-GB" sz="2800" b="1" dirty="0">
                  <a:solidFill>
                    <a:srgbClr val="7030A0"/>
                  </a:solidFill>
                </a:rPr>
                <a:t>AND / OR</a:t>
              </a:r>
            </a:p>
          </p:txBody>
        </p:sp>
      </p:gr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6" presetClass="entr" presetSubtype="37"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barn(outVertical)">
                                      <p:cBhvr>
                                        <p:cTn id="25" dur="1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2">
                                            <p:txEl>
                                              <p:pRg st="0" end="0"/>
                                            </p:txEl>
                                          </p:spTgt>
                                        </p:tgtEl>
                                        <p:attrNameLst>
                                          <p:attrName>style.visibility</p:attrName>
                                        </p:attrNameLst>
                                      </p:cBhvr>
                                      <p:to>
                                        <p:strVal val="visible"/>
                                      </p:to>
                                    </p:set>
                                    <p:animEffect transition="in" filter="wipe(left)">
                                      <p:cBhvr>
                                        <p:cTn id="30"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51.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512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891865962"/>
              </p:ext>
            </p:extLst>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53373086"/>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2815896556"/>
              </p:ext>
            </p:extLst>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925016" y="2338402"/>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62259" y="2911786"/>
            <a:ext cx="960176" cy="369332"/>
          </a:xfrm>
          <a:prstGeom prst="rect">
            <a:avLst/>
          </a:prstGeom>
          <a:noFill/>
        </p:spPr>
        <p:txBody>
          <a:bodyPr wrap="square" rtlCol="0">
            <a:spAutoFit/>
          </a:bodyPr>
          <a:lstStyle/>
          <a:p>
            <a:pPr algn="ctr"/>
            <a:r>
              <a:rPr lang="en-GB" b="1" dirty="0"/>
              <a:t>Output</a:t>
            </a:r>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5729994" y="2338402"/>
            <a:ext cx="908750" cy="369332"/>
          </a:xfrm>
          <a:prstGeom prst="rect">
            <a:avLst/>
          </a:prstGeom>
          <a:noFill/>
        </p:spPr>
        <p:txBody>
          <a:bodyPr wrap="square" rtlCol="0">
            <a:spAutoFit/>
          </a:bodyPr>
          <a:lstStyle/>
          <a:p>
            <a:pPr algn="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a:stCxn id="37" idx="2"/>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a:stCxn id="37" idx="2"/>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wipe(up)">
                                      <p:cBhvr>
                                        <p:cTn id="79" dur="500"/>
                                        <p:tgtEl>
                                          <p:spTgt spid="18"/>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up)">
                                      <p:cBhvr>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0"/>
                                        </p:tgtEl>
                                        <p:attrNameLst>
                                          <p:attrName>style.visibility</p:attrName>
                                        </p:attrNameLst>
                                      </p:cBhvr>
                                      <p:to>
                                        <p:strVal val="visible"/>
                                      </p:to>
                                    </p:set>
                                    <p:animEffect transition="in" filter="wipe(left)">
                                      <p:cBhvr>
                                        <p:cTn id="88" dur="500"/>
                                        <p:tgtEl>
                                          <p:spTgt spid="40"/>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wipe(left)">
                                      <p:cBhvr>
                                        <p:cTn id="93" dur="500"/>
                                        <p:tgtEl>
                                          <p:spTgt spid="3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wipe(left)">
                                      <p:cBhvr>
                                        <p:cTn id="98" dur="500"/>
                                        <p:tgtEl>
                                          <p:spTgt spid="38"/>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left)">
                                      <p:cBhvr>
                                        <p:cTn id="103" dur="15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wipe(left)">
                                      <p:cBhvr>
                                        <p:cTn id="108" dur="500"/>
                                        <p:tgtEl>
                                          <p:spTgt spid="34"/>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wipe(left)">
                                      <p:cBhvr>
                                        <p:cTn id="112" dur="500"/>
                                        <p:tgtEl>
                                          <p:spTgt spid="39"/>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wipe(left)">
                                      <p:cBhvr>
                                        <p:cTn id="116" dur="1500"/>
                                        <p:tgtEl>
                                          <p:spTgt spid="21"/>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xit" presetSubtype="8" fill="hold" grpId="1" nodeType="clickEffect">
                                  <p:stCondLst>
                                    <p:cond delay="0"/>
                                  </p:stCondLst>
                                  <p:childTnLst>
                                    <p:animEffect transition="out" filter="wipe(left)">
                                      <p:cBhvr>
                                        <p:cTn id="120" dur="500"/>
                                        <p:tgtEl>
                                          <p:spTgt spid="35"/>
                                        </p:tgtEl>
                                      </p:cBhvr>
                                    </p:animEffect>
                                    <p:set>
                                      <p:cBhvr>
                                        <p:cTn id="121" dur="1" fill="hold">
                                          <p:stCondLst>
                                            <p:cond delay="499"/>
                                          </p:stCondLst>
                                        </p:cTn>
                                        <p:tgtEl>
                                          <p:spTgt spid="35"/>
                                        </p:tgtEl>
                                        <p:attrNameLst>
                                          <p:attrName>style.visibility</p:attrName>
                                        </p:attrNameLst>
                                      </p:cBhvr>
                                      <p:to>
                                        <p:strVal val="hidden"/>
                                      </p:to>
                                    </p:set>
                                  </p:childTnLst>
                                </p:cTn>
                              </p:par>
                            </p:childTnLst>
                          </p:cTn>
                        </p:par>
                        <p:par>
                          <p:cTn id="122" fill="hold">
                            <p:stCondLst>
                              <p:cond delay="500"/>
                            </p:stCondLst>
                            <p:childTnLst>
                              <p:par>
                                <p:cTn id="123" presetID="22" presetClass="entr" presetSubtype="8" fill="hold" grpId="0" nodeType="after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wipe(left)">
                                      <p:cBhvr>
                                        <p:cTn id="125" dur="1000"/>
                                        <p:tgtEl>
                                          <p:spTgt spid="31"/>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25"/>
                                        </p:tgtEl>
                                        <p:attrNameLst>
                                          <p:attrName>style.visibility</p:attrName>
                                        </p:attrNameLst>
                                      </p:cBhvr>
                                      <p:to>
                                        <p:strVal val="visible"/>
                                      </p:to>
                                    </p:set>
                                    <p:animEffect transition="in" filter="wipe(left)">
                                      <p:cBhvr>
                                        <p:cTn id="130" dur="500"/>
                                        <p:tgtEl>
                                          <p:spTgt spid="25"/>
                                        </p:tgtEl>
                                      </p:cBhvr>
                                    </p:animEffect>
                                  </p:childTnLst>
                                </p:cTn>
                              </p:par>
                            </p:childTnLst>
                          </p:cTn>
                        </p:par>
                        <p:par>
                          <p:cTn id="131" fill="hold">
                            <p:stCondLst>
                              <p:cond delay="500"/>
                            </p:stCondLst>
                            <p:childTnLst>
                              <p:par>
                                <p:cTn id="132" presetID="22" presetClass="entr" presetSubtype="1" fill="hold"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wipe(up)">
                                      <p:cBhvr>
                                        <p:cTn id="134" dur="500"/>
                                        <p:tgtEl>
                                          <p:spTgt spid="5"/>
                                        </p:tgtEl>
                                      </p:cBhvr>
                                    </p:animEffect>
                                  </p:childTnLst>
                                </p:cTn>
                              </p:par>
                            </p:childTnLst>
                          </p:cTn>
                        </p:par>
                        <p:par>
                          <p:cTn id="135" fill="hold">
                            <p:stCondLst>
                              <p:cond delay="1000"/>
                            </p:stCondLst>
                            <p:childTnLst>
                              <p:par>
                                <p:cTn id="136" presetID="22" presetClass="entr" presetSubtype="1" fill="hold" grpId="0" nodeType="after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wipe(up)">
                                      <p:cBhvr>
                                        <p:cTn id="138" dur="1500"/>
                                        <p:tgtEl>
                                          <p:spTgt spid="29"/>
                                        </p:tgtEl>
                                      </p:cBhvr>
                                    </p:animEffect>
                                  </p:childTnLst>
                                </p:cTn>
                              </p:par>
                            </p:childTnLst>
                          </p:cTn>
                        </p:par>
                        <p:par>
                          <p:cTn id="139" fill="hold">
                            <p:stCondLst>
                              <p:cond delay="2500"/>
                            </p:stCondLst>
                            <p:childTnLst>
                              <p:par>
                                <p:cTn id="140" presetID="22" presetClass="entr" presetSubtype="1" fill="hold" nodeType="afterEffect">
                                  <p:stCondLst>
                                    <p:cond delay="0"/>
                                  </p:stCondLst>
                                  <p:childTnLst>
                                    <p:set>
                                      <p:cBhvr>
                                        <p:cTn id="141" dur="1" fill="hold">
                                          <p:stCondLst>
                                            <p:cond delay="0"/>
                                          </p:stCondLst>
                                        </p:cTn>
                                        <p:tgtEl>
                                          <p:spTgt spid="9"/>
                                        </p:tgtEl>
                                        <p:attrNameLst>
                                          <p:attrName>style.visibility</p:attrName>
                                        </p:attrNameLst>
                                      </p:cBhvr>
                                      <p:to>
                                        <p:strVal val="visible"/>
                                      </p:to>
                                    </p:set>
                                    <p:animEffect transition="in" filter="wipe(up)">
                                      <p:cBhvr>
                                        <p:cTn id="142" dur="500"/>
                                        <p:tgtEl>
                                          <p:spTgt spid="9"/>
                                        </p:tgtEl>
                                      </p:cBhvr>
                                    </p:animEffect>
                                  </p:childTnLst>
                                </p:cTn>
                              </p:par>
                            </p:childTnLst>
                          </p:cTn>
                        </p:par>
                        <p:par>
                          <p:cTn id="143" fill="hold">
                            <p:stCondLst>
                              <p:cond delay="3000"/>
                            </p:stCondLst>
                            <p:childTnLst>
                              <p:par>
                                <p:cTn id="144" presetID="22" presetClass="entr" presetSubtype="1" fill="hold" grpId="0" nodeType="after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wipe(up)">
                                      <p:cBhvr>
                                        <p:cTn id="146" dur="1500"/>
                                        <p:tgtEl>
                                          <p:spTgt spid="30"/>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xit" presetSubtype="8" fill="hold" grpId="1" nodeType="clickEffect">
                                  <p:stCondLst>
                                    <p:cond delay="0"/>
                                  </p:stCondLst>
                                  <p:childTnLst>
                                    <p:animEffect transition="out" filter="wipe(left)">
                                      <p:cBhvr>
                                        <p:cTn id="150" dur="500"/>
                                        <p:tgtEl>
                                          <p:spTgt spid="31"/>
                                        </p:tgtEl>
                                      </p:cBhvr>
                                    </p:animEffect>
                                    <p:set>
                                      <p:cBhvr>
                                        <p:cTn id="151" dur="1" fill="hold">
                                          <p:stCondLst>
                                            <p:cond delay="499"/>
                                          </p:stCondLst>
                                        </p:cTn>
                                        <p:tgtEl>
                                          <p:spTgt spid="31"/>
                                        </p:tgtEl>
                                        <p:attrNameLst>
                                          <p:attrName>style.visibility</p:attrName>
                                        </p:attrNameLst>
                                      </p:cBhvr>
                                      <p:to>
                                        <p:strVal val="hidden"/>
                                      </p:to>
                                    </p:set>
                                  </p:childTnLst>
                                </p:cTn>
                              </p:par>
                            </p:childTnLst>
                          </p:cTn>
                        </p:par>
                        <p:par>
                          <p:cTn id="152" fill="hold">
                            <p:stCondLst>
                              <p:cond delay="500"/>
                            </p:stCondLst>
                            <p:childTnLst>
                              <p:par>
                                <p:cTn id="153" presetID="22" presetClass="entr" presetSubtype="8" fill="hold" grpId="0" nodeType="afterEffect">
                                  <p:stCondLst>
                                    <p:cond delay="0"/>
                                  </p:stCondLst>
                                  <p:childTnLst>
                                    <p:set>
                                      <p:cBhvr>
                                        <p:cTn id="154" dur="1" fill="hold">
                                          <p:stCondLst>
                                            <p:cond delay="0"/>
                                          </p:stCondLst>
                                        </p:cTn>
                                        <p:tgtEl>
                                          <p:spTgt spid="32"/>
                                        </p:tgtEl>
                                        <p:attrNameLst>
                                          <p:attrName>style.visibility</p:attrName>
                                        </p:attrNameLst>
                                      </p:cBhvr>
                                      <p:to>
                                        <p:strVal val="visible"/>
                                      </p:to>
                                    </p:set>
                                    <p:animEffect transition="in" filter="wipe(left)">
                                      <p:cBhvr>
                                        <p:cTn id="155" dur="500"/>
                                        <p:tgtEl>
                                          <p:spTgt spid="32"/>
                                        </p:tgtEl>
                                      </p:cBhvr>
                                    </p:animEffect>
                                  </p:childTnLst>
                                </p:cTn>
                              </p:par>
                            </p:childTnLst>
                          </p:cTn>
                        </p:par>
                        <p:par>
                          <p:cTn id="156" fill="hold">
                            <p:stCondLst>
                              <p:cond delay="1000"/>
                            </p:stCondLst>
                            <p:childTnLst>
                              <p:par>
                                <p:cTn id="157" presetID="22" presetClass="entr" presetSubtype="8" fill="hold" grpId="0" nodeType="after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1000"/>
                                        <p:tgtEl>
                                          <p:spTgt spid="28"/>
                                        </p:tgtEl>
                                      </p:cBhvr>
                                    </p:animEffect>
                                  </p:childTnLst>
                                </p:cTn>
                              </p:par>
                            </p:childTnLst>
                          </p:cTn>
                        </p:par>
                        <p:par>
                          <p:cTn id="160" fill="hold">
                            <p:stCondLst>
                              <p:cond delay="2000"/>
                            </p:stCondLst>
                            <p:childTnLst>
                              <p:par>
                                <p:cTn id="161" presetID="22" presetClass="entr" presetSubtype="8" fill="hold" nodeType="afterEffect">
                                  <p:stCondLst>
                                    <p:cond delay="0"/>
                                  </p:stCondLst>
                                  <p:childTnLst>
                                    <p:set>
                                      <p:cBhvr>
                                        <p:cTn id="162" dur="1" fill="hold">
                                          <p:stCondLst>
                                            <p:cond delay="0"/>
                                          </p:stCondLst>
                                        </p:cTn>
                                        <p:tgtEl>
                                          <p:spTgt spid="24"/>
                                        </p:tgtEl>
                                        <p:attrNameLst>
                                          <p:attrName>style.visibility</p:attrName>
                                        </p:attrNameLst>
                                      </p:cBhvr>
                                      <p:to>
                                        <p:strVal val="visible"/>
                                      </p:to>
                                    </p:set>
                                    <p:animEffect transition="in" filter="wipe(left)">
                                      <p:cBhvr>
                                        <p:cTn id="16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20" grpId="0" animBg="1"/>
      <p:bldP spid="21" grpId="0" animBg="1"/>
      <p:bldP spid="33" grpId="0" animBg="1"/>
      <p:bldP spid="34" grpId="0" animBg="1"/>
      <p:bldP spid="35" grpId="0" animBg="1"/>
      <p:bldP spid="35" grpId="1" animBg="1"/>
      <p:bldP spid="37" grpId="0"/>
      <p:bldP spid="38" grpId="0" animBg="1"/>
      <p:bldP spid="39" grpId="0" animBg="1"/>
      <p:bldP spid="40" grpId="0" animBg="1"/>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65210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1A736-86E4-94F1-2CF6-CAF32AF8C5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AC55CF5-7AFE-46CE-764A-0B269B6DA01D}"/>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FD577DF9-25D7-29D1-F91C-054C4FC3ED4E}"/>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EC2F84CA-86A7-A6B4-5B59-08D33259A60B}"/>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FF2C2733-32F2-4B9A-D41A-0701BADB8583}"/>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DA1DDF73-56C1-D609-07E1-5BFD030F979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24757BD3-635B-77B2-92B5-D5695A026EF2}"/>
              </a:ext>
            </a:extLst>
          </p:cNvPr>
          <p:cNvSpPr txBox="1"/>
          <p:nvPr/>
        </p:nvSpPr>
        <p:spPr>
          <a:xfrm>
            <a:off x="400876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42371142-D5CB-18BA-9A08-A939A9C13FD3}"/>
              </a:ext>
            </a:extLst>
          </p:cNvPr>
          <p:cNvGraphicFramePr>
            <a:graphicFrameLocks noGrp="1"/>
          </p:cNvGraphicFramePr>
          <p:nvPr>
            <p:extLst>
              <p:ext uri="{D42A27DB-BD31-4B8C-83A1-F6EECF244321}">
                <p14:modId xmlns:p14="http://schemas.microsoft.com/office/powerpoint/2010/main" val="1540731763"/>
              </p:ext>
            </p:extLst>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FD9930D7-6E69-D4C8-952E-945A5329735E}"/>
              </a:ext>
            </a:extLst>
          </p:cNvPr>
          <p:cNvGraphicFramePr>
            <a:graphicFrameLocks noGrp="1"/>
          </p:cNvGraphicFramePr>
          <p:nvPr>
            <p:extLst>
              <p:ext uri="{D42A27DB-BD31-4B8C-83A1-F6EECF244321}">
                <p14:modId xmlns:p14="http://schemas.microsoft.com/office/powerpoint/2010/main" val="1842599912"/>
              </p:ext>
            </p:extLst>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EAB03567-ED36-C001-9767-D483E4E6302D}"/>
              </a:ext>
            </a:extLst>
          </p:cNvPr>
          <p:cNvSpPr txBox="1"/>
          <p:nvPr/>
        </p:nvSpPr>
        <p:spPr>
          <a:xfrm>
            <a:off x="5407953"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4D70018-CC04-1560-7393-056FD050749E}"/>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144B5766-38A1-B88F-1BA6-04A3A6714965}"/>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F4DB70D2-AEEB-43F1-01EE-D64208C4D6E7}"/>
              </a:ext>
            </a:extLst>
          </p:cNvPr>
          <p:cNvSpPr txBox="1"/>
          <p:nvPr/>
        </p:nvSpPr>
        <p:spPr>
          <a:xfrm>
            <a:off x="6792849"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6CB8C4B4-577A-3107-BEFA-75F2B198469B}"/>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DA20842F-B225-76EF-4651-2569E287C13E}"/>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B209CFE-6A40-EF5D-8D9C-CF8FEA04118E}"/>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F8AE29EB-A9FA-119C-D497-6E0DADE9974B}"/>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9B41AB4C-9048-CFE5-311F-A39A0BC208C3}"/>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910DC15E-C334-31AE-67EE-E8CF92585CA3}"/>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7736E4F1-1CBC-EAF4-83EB-70C89987FB7B}"/>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C9DB0232-EADE-144C-5760-B8C56FAEEC46}"/>
              </a:ext>
            </a:extLst>
          </p:cNvPr>
          <p:cNvSpPr txBox="1"/>
          <p:nvPr/>
        </p:nvSpPr>
        <p:spPr>
          <a:xfrm>
            <a:off x="5385858"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EA20AAF7-CCCA-0B54-F159-7FA48EA08E5F}"/>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E85188A-D7F8-B17D-F36E-8654D84AC71C}"/>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4FBD3AEA-D4D2-5F5E-273C-0E4A7A99BAE4}"/>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48C072E4-1C36-6AA1-4C30-6E60577ED3C9}"/>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98F54EFF-A7B2-9AD6-A424-0DA7818064DD}"/>
              </a:ext>
            </a:extLst>
          </p:cNvPr>
          <p:cNvGraphicFramePr>
            <a:graphicFrameLocks noGrp="1"/>
          </p:cNvGraphicFramePr>
          <p:nvPr>
            <p:extLst>
              <p:ext uri="{D42A27DB-BD31-4B8C-83A1-F6EECF244321}">
                <p14:modId xmlns:p14="http://schemas.microsoft.com/office/powerpoint/2010/main" val="3765293789"/>
              </p:ext>
            </p:extLst>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B5F9D505-DB1D-210B-AF60-C37B171A4DFD}"/>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CDF004E-FE20-E74B-0EA9-C5E09CFCC0CD}"/>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1FCA9D35-1889-F54C-7030-D7BD8F3422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65DA3093-F127-EB5F-CA4C-46EA55F630FE}"/>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16E9E832-054B-A0B6-7B11-B61D35C55ABF}"/>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27957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8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32"/>
                                        </p:tgtEl>
                                        <p:attrNameLst>
                                          <p:attrName>style.visibility</p:attrName>
                                        </p:attrNameLst>
                                      </p:cBhvr>
                                      <p:to>
                                        <p:strVal val="visible"/>
                                      </p:to>
                                    </p:set>
                                    <p:animEffect transition="in" filter="wipe(left)">
                                      <p:cBhvr>
                                        <p:cTn id="158" dur="500"/>
                                        <p:tgtEl>
                                          <p:spTgt spid="32"/>
                                        </p:tgtEl>
                                      </p:cBhvr>
                                    </p:animEffect>
                                  </p:childTnLst>
                                </p:cTn>
                              </p:par>
                            </p:childTnLst>
                          </p:cTn>
                        </p:par>
                        <p:par>
                          <p:cTn id="159" fill="hold">
                            <p:stCondLst>
                              <p:cond delay="500"/>
                            </p:stCondLst>
                            <p:childTnLst>
                              <p:par>
                                <p:cTn id="160" presetID="22" presetClass="entr" presetSubtype="8" fill="hold" grpId="0" nodeType="afterEffect">
                                  <p:stCondLst>
                                    <p:cond delay="0"/>
                                  </p:stCondLst>
                                  <p:childTnLst>
                                    <p:set>
                                      <p:cBhvr>
                                        <p:cTn id="161" dur="1" fill="hold">
                                          <p:stCondLst>
                                            <p:cond delay="0"/>
                                          </p:stCondLst>
                                        </p:cTn>
                                        <p:tgtEl>
                                          <p:spTgt spid="38"/>
                                        </p:tgtEl>
                                        <p:attrNameLst>
                                          <p:attrName>style.visibility</p:attrName>
                                        </p:attrNameLst>
                                      </p:cBhvr>
                                      <p:to>
                                        <p:strVal val="visible"/>
                                      </p:to>
                                    </p:set>
                                    <p:animEffect transition="in" filter="wipe(left)">
                                      <p:cBhvr>
                                        <p:cTn id="162" dur="1000"/>
                                        <p:tgtEl>
                                          <p:spTgt spid="38"/>
                                        </p:tgtEl>
                                      </p:cBhvr>
                                    </p:animEffect>
                                  </p:childTnLst>
                                </p:cTn>
                              </p:par>
                            </p:childTnLst>
                          </p:cTn>
                        </p:par>
                        <p:par>
                          <p:cTn id="163" fill="hold">
                            <p:stCondLst>
                              <p:cond delay="1500"/>
                            </p:stCondLst>
                            <p:childTnLst>
                              <p:par>
                                <p:cTn id="164" presetID="22" presetClass="entr" presetSubtype="1" fill="hold" nodeType="afterEffect">
                                  <p:stCondLst>
                                    <p:cond delay="0"/>
                                  </p:stCondLst>
                                  <p:childTnLst>
                                    <p:set>
                                      <p:cBhvr>
                                        <p:cTn id="165" dur="1" fill="hold">
                                          <p:stCondLst>
                                            <p:cond delay="0"/>
                                          </p:stCondLst>
                                        </p:cTn>
                                        <p:tgtEl>
                                          <p:spTgt spid="2"/>
                                        </p:tgtEl>
                                        <p:attrNameLst>
                                          <p:attrName>style.visibility</p:attrName>
                                        </p:attrNameLst>
                                      </p:cBhvr>
                                      <p:to>
                                        <p:strVal val="visible"/>
                                      </p:to>
                                    </p:set>
                                    <p:animEffect transition="in" filter="wipe(up)">
                                      <p:cBhvr>
                                        <p:cTn id="166" dur="2000"/>
                                        <p:tgtEl>
                                          <p:spTgt spid="2"/>
                                        </p:tgtEl>
                                      </p:cBhvr>
                                    </p:animEffect>
                                  </p:childTnLst>
                                </p:cTn>
                              </p:par>
                            </p:childTnLst>
                          </p:cTn>
                        </p:par>
                        <p:par>
                          <p:cTn id="167" fill="hold">
                            <p:stCondLst>
                              <p:cond delay="3500"/>
                            </p:stCondLst>
                            <p:childTnLst>
                              <p:par>
                                <p:cTn id="168" presetID="22" presetClass="exit" presetSubtype="8" fill="hold" grpId="1" nodeType="afterEffect">
                                  <p:stCondLst>
                                    <p:cond delay="0"/>
                                  </p:stCondLst>
                                  <p:childTnLst>
                                    <p:animEffect transition="out" filter="wipe(left)">
                                      <p:cBhvr>
                                        <p:cTn id="169" dur="500"/>
                                        <p:tgtEl>
                                          <p:spTgt spid="3"/>
                                        </p:tgtEl>
                                      </p:cBhvr>
                                    </p:animEffect>
                                    <p:set>
                                      <p:cBhvr>
                                        <p:cTn id="170" dur="1" fill="hold">
                                          <p:stCondLst>
                                            <p:cond delay="499"/>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F3C316-2CAB-B202-2066-77C79D7314C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9A1136-94BF-3DE8-6C99-DC7B3F6BA2AE}"/>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0D0B547-A909-D476-61A8-13C240E49DD3}"/>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D7ABF896-A329-1B09-284C-ED6FA26D45A7}"/>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2B3435E3-8887-D210-C3AC-C36C43BAA0AB}"/>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07833299-0241-5ADF-B516-FBA5F1A77588}"/>
              </a:ext>
            </a:extLst>
          </p:cNvPr>
          <p:cNvGraphicFramePr>
            <a:graphicFrameLocks noGrp="1"/>
          </p:cNvGraphicFramePr>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C8A0434C-7045-D5D8-4EA4-03AE2D8C8C35}"/>
              </a:ext>
            </a:extLst>
          </p:cNvPr>
          <p:cNvGraphicFramePr>
            <a:graphicFrameLocks noGrp="1"/>
          </p:cNvGraphicFramePr>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C0C4D4F9-8284-D3C8-89E3-93B23FD2E01D}"/>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45643890-7930-7652-AEE5-689171751675}"/>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A6EBF1C4-CF56-4EB9-4F82-68757A802E5A}"/>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7F13D9BF-65AF-F716-7B35-D69B934ADFC2}"/>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C70DEF4-0532-F32B-AC2F-7DE6CBDA91E6}"/>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74FBD681-4F94-5D15-B7E8-923B7D761367}"/>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2EB18E35-7C42-4227-2989-97C620501E7B}"/>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0495FBFC-D6B7-CBDF-E1AC-FDA9E24618A6}"/>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615EA112-F007-4B59-E249-ADCA966C048E}"/>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6576FEAE-0941-30A6-8380-A1345742F581}"/>
              </a:ext>
            </a:extLst>
          </p:cNvPr>
          <p:cNvGraphicFramePr>
            <a:graphicFrameLocks noGrp="1"/>
          </p:cNvGraphicFramePr>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1FE51DB1-B15D-45EC-3232-EDD484A35177}"/>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282BA34-E1F6-D069-0722-64BB33075C8F}"/>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A14D9EC9-EC51-3507-CA61-90079932D9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7F3FFB8-41A2-FBC3-A6F0-153035352566}"/>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E30CC009-012A-95CA-E49F-0B9F2B3B8841}"/>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Where 2 - Arrow">
            <a:extLst>
              <a:ext uri="{FF2B5EF4-FFF2-40B4-BE49-F238E27FC236}">
                <a16:creationId xmlns:a16="http://schemas.microsoft.com/office/drawing/2014/main" id="{4F1BF895-AC75-4E66-B956-A4C5AD4A5B19}"/>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2900905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987902060"/>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362495278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2625153877"/>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848868675"/>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762542" y="5893500"/>
            <a:ext cx="6524222" cy="523220"/>
          </a:xfrm>
          <a:prstGeom prst="rect">
            <a:avLst/>
          </a:prstGeom>
          <a:noFill/>
        </p:spPr>
        <p:txBody>
          <a:bodyPr wrap="none" rtlCol="0">
            <a:spAutoFit/>
          </a:bodyPr>
          <a:lstStyle/>
          <a:p>
            <a:pPr algn="ctr"/>
            <a:r>
              <a:rPr lang="en-GB" sz="2800" b="1" dirty="0">
                <a:solidFill>
                  <a:srgbClr val="7030A0"/>
                </a:solidFill>
              </a:rPr>
              <a:t>When </a:t>
            </a:r>
            <a:r>
              <a:rPr lang="en-GB" sz="2800" b="1" dirty="0">
                <a:latin typeface="Consolas" panose="020B0609020204030204" pitchFamily="49" charset="0"/>
              </a:rPr>
              <a:t>age</a:t>
            </a:r>
            <a:r>
              <a:rPr lang="en-GB" sz="2800" b="1" dirty="0">
                <a:solidFill>
                  <a:srgbClr val="7030A0"/>
                </a:solidFill>
              </a:rPr>
              <a:t> is the same, sorts by </a:t>
            </a:r>
            <a:r>
              <a:rPr lang="en-GB" sz="2800" b="1" dirty="0" err="1">
                <a:latin typeface="Consolas" panose="020B0609020204030204" pitchFamily="49" charset="0"/>
              </a:rPr>
              <a:t>lastName</a:t>
            </a:r>
            <a:endParaRPr lang="en-GB" sz="36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186</TotalTime>
  <Words>11804</Words>
  <Application>Microsoft Office PowerPoint</Application>
  <PresentationFormat>Widescreen</PresentationFormat>
  <Paragraphs>4819</Paragraphs>
  <Slides>254</Slides>
  <Notes>199</Notes>
  <HiddenSlides>116</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254</vt:i4>
      </vt:variant>
    </vt:vector>
  </HeadingPairs>
  <TitlesOfParts>
    <vt:vector size="262"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Filter Results: complex</vt:lpstr>
      <vt:lpstr>Filter Results: Complex</vt:lpstr>
      <vt:lpstr>Order of Operations (3)</vt:lpstr>
      <vt:lpstr>Order of Operations (3)</vt:lpstr>
      <vt:lpstr>Prison Task</vt:lpstr>
      <vt:lpstr>Learning Intentions</vt:lpstr>
      <vt:lpstr>Sort Results – Small to Big</vt:lpstr>
      <vt:lpstr>Sort Results – Small to Big</vt:lpstr>
      <vt:lpstr>Sort Results – Big to Small</vt:lpstr>
      <vt:lpstr>Sort Results – Big to Small</vt:lpstr>
      <vt:lpstr>Order of Operations (4)</vt:lpstr>
      <vt:lpstr>Order of Operations (4)</vt:lpstr>
      <vt:lpstr>Order of Operations (4)</vt:lpstr>
      <vt:lpstr>Order of Operations (4)</vt:lpstr>
      <vt:lpstr>Sort Results – Multiple fields</vt:lpstr>
      <vt:lpstr>Sort Results – Multiple fields</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468</cp:revision>
  <cp:lastPrinted>2021-06-18T08:15:49Z</cp:lastPrinted>
  <dcterms:created xsi:type="dcterms:W3CDTF">2020-11-23T14:36:09Z</dcterms:created>
  <dcterms:modified xsi:type="dcterms:W3CDTF">2026-01-09T11:35:20Z</dcterms:modified>
</cp:coreProperties>
</file>