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theme/themeOverride1.xml" ContentType="application/vnd.openxmlformats-officedocument.themeOverride+xml"/>
  <Override PartName="/ppt/notesSlides/notesSlide38.xml" ContentType="application/vnd.openxmlformats-officedocument.presentationml.notesSlide+xml"/>
  <Override PartName="/ppt/theme/themeOverride2.xml" ContentType="application/vnd.openxmlformats-officedocument.themeOverr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6"/>
  </p:notesMasterIdLst>
  <p:sldIdLst>
    <p:sldId id="262" r:id="rId2"/>
    <p:sldId id="424" r:id="rId3"/>
    <p:sldId id="430" r:id="rId4"/>
    <p:sldId id="470" r:id="rId5"/>
    <p:sldId id="465" r:id="rId6"/>
    <p:sldId id="491" r:id="rId7"/>
    <p:sldId id="481" r:id="rId8"/>
    <p:sldId id="685" r:id="rId9"/>
    <p:sldId id="479" r:id="rId10"/>
    <p:sldId id="686" r:id="rId11"/>
    <p:sldId id="658" r:id="rId12"/>
    <p:sldId id="260" r:id="rId13"/>
    <p:sldId id="661" r:id="rId14"/>
    <p:sldId id="595" r:id="rId15"/>
    <p:sldId id="659" r:id="rId16"/>
    <p:sldId id="660" r:id="rId17"/>
    <p:sldId id="688" r:id="rId18"/>
    <p:sldId id="689" r:id="rId19"/>
    <p:sldId id="434" r:id="rId20"/>
    <p:sldId id="687" r:id="rId21"/>
    <p:sldId id="436" r:id="rId22"/>
    <p:sldId id="435" r:id="rId23"/>
    <p:sldId id="455" r:id="rId24"/>
    <p:sldId id="437" r:id="rId25"/>
    <p:sldId id="589" r:id="rId26"/>
    <p:sldId id="830" r:id="rId27"/>
    <p:sldId id="831" r:id="rId28"/>
    <p:sldId id="662" r:id="rId29"/>
    <p:sldId id="448" r:id="rId30"/>
    <p:sldId id="536" r:id="rId31"/>
    <p:sldId id="287" r:id="rId32"/>
    <p:sldId id="710" r:id="rId33"/>
    <p:sldId id="438" r:id="rId34"/>
    <p:sldId id="590" r:id="rId35"/>
    <p:sldId id="772" r:id="rId36"/>
    <p:sldId id="832" r:id="rId37"/>
    <p:sldId id="553" r:id="rId38"/>
    <p:sldId id="591" r:id="rId39"/>
    <p:sldId id="555" r:id="rId40"/>
    <p:sldId id="592" r:id="rId41"/>
    <p:sldId id="559" r:id="rId42"/>
    <p:sldId id="593" r:id="rId43"/>
    <p:sldId id="554" r:id="rId44"/>
    <p:sldId id="594" r:id="rId45"/>
    <p:sldId id="664" r:id="rId46"/>
    <p:sldId id="539" r:id="rId47"/>
    <p:sldId id="665" r:id="rId48"/>
    <p:sldId id="773" r:id="rId49"/>
    <p:sldId id="833" r:id="rId50"/>
    <p:sldId id="543" r:id="rId51"/>
    <p:sldId id="663" r:id="rId52"/>
    <p:sldId id="472" r:id="rId53"/>
    <p:sldId id="711" r:id="rId54"/>
    <p:sldId id="473" r:id="rId55"/>
    <p:sldId id="712" r:id="rId56"/>
    <p:sldId id="834" r:id="rId57"/>
    <p:sldId id="835" r:id="rId58"/>
    <p:sldId id="851" r:id="rId59"/>
    <p:sldId id="852" r:id="rId60"/>
    <p:sldId id="471" r:id="rId61"/>
    <p:sldId id="713" r:id="rId62"/>
    <p:sldId id="441" r:id="rId63"/>
    <p:sldId id="669" r:id="rId64"/>
    <p:sldId id="730" r:id="rId65"/>
    <p:sldId id="731" r:id="rId66"/>
    <p:sldId id="544" r:id="rId67"/>
    <p:sldId id="445" r:id="rId68"/>
    <p:sldId id="732" r:id="rId69"/>
    <p:sldId id="853" r:id="rId70"/>
    <p:sldId id="444" r:id="rId71"/>
    <p:sldId id="447" r:id="rId72"/>
    <p:sldId id="460" r:id="rId73"/>
    <p:sldId id="446" r:id="rId74"/>
    <p:sldId id="671" r:id="rId75"/>
    <p:sldId id="521" r:id="rId76"/>
    <p:sldId id="735" r:id="rId77"/>
    <p:sldId id="776" r:id="rId78"/>
    <p:sldId id="855" r:id="rId79"/>
    <p:sldId id="854" r:id="rId80"/>
    <p:sldId id="857" r:id="rId81"/>
    <p:sldId id="450" r:id="rId82"/>
    <p:sldId id="449" r:id="rId83"/>
    <p:sldId id="675" r:id="rId84"/>
    <p:sldId id="862" r:id="rId85"/>
    <p:sldId id="863" r:id="rId86"/>
    <p:sldId id="864" r:id="rId87"/>
    <p:sldId id="865" r:id="rId88"/>
    <p:sldId id="468" r:id="rId89"/>
    <p:sldId id="673" r:id="rId90"/>
    <p:sldId id="570" r:id="rId91"/>
    <p:sldId id="674" r:id="rId92"/>
    <p:sldId id="451" r:id="rId93"/>
    <p:sldId id="452" r:id="rId94"/>
    <p:sldId id="676" r:id="rId95"/>
    <p:sldId id="736" r:id="rId96"/>
    <p:sldId id="737" r:id="rId97"/>
    <p:sldId id="574" r:id="rId98"/>
    <p:sldId id="677" r:id="rId99"/>
    <p:sldId id="454" r:id="rId100"/>
    <p:sldId id="453" r:id="rId101"/>
    <p:sldId id="678" r:id="rId102"/>
    <p:sldId id="738" r:id="rId103"/>
    <p:sldId id="739" r:id="rId104"/>
    <p:sldId id="778" r:id="rId105"/>
    <p:sldId id="781" r:id="rId106"/>
    <p:sldId id="545" r:id="rId107"/>
    <p:sldId id="577" r:id="rId108"/>
    <p:sldId id="715" r:id="rId109"/>
    <p:sldId id="743" r:id="rId110"/>
    <p:sldId id="586" r:id="rId111"/>
    <p:sldId id="714" r:id="rId112"/>
    <p:sldId id="588" r:id="rId113"/>
    <p:sldId id="752" r:id="rId114"/>
    <p:sldId id="748" r:id="rId115"/>
    <p:sldId id="750" r:id="rId116"/>
    <p:sldId id="749" r:id="rId117"/>
    <p:sldId id="751" r:id="rId118"/>
    <p:sldId id="587" r:id="rId119"/>
    <p:sldId id="702" r:id="rId120"/>
    <p:sldId id="754" r:id="rId121"/>
    <p:sldId id="670" r:id="rId122"/>
    <p:sldId id="717" r:id="rId123"/>
    <p:sldId id="728" r:id="rId124"/>
    <p:sldId id="719" r:id="rId125"/>
    <p:sldId id="780" r:id="rId126"/>
    <p:sldId id="718" r:id="rId127"/>
    <p:sldId id="703" r:id="rId128"/>
    <p:sldId id="581" r:id="rId129"/>
    <p:sldId id="753" r:id="rId130"/>
    <p:sldId id="582" r:id="rId131"/>
    <p:sldId id="705" r:id="rId132"/>
    <p:sldId id="755" r:id="rId133"/>
    <p:sldId id="756" r:id="rId134"/>
    <p:sldId id="724" r:id="rId135"/>
    <p:sldId id="726" r:id="rId136"/>
    <p:sldId id="723" r:id="rId137"/>
    <p:sldId id="706" r:id="rId138"/>
    <p:sldId id="584" r:id="rId139"/>
    <p:sldId id="707" r:id="rId140"/>
    <p:sldId id="725" r:id="rId141"/>
    <p:sldId id="727" r:id="rId142"/>
    <p:sldId id="461" r:id="rId143"/>
    <p:sldId id="729" r:id="rId144"/>
    <p:sldId id="819" r:id="rId145"/>
    <p:sldId id="256" r:id="rId146"/>
    <p:sldId id="524" r:id="rId147"/>
    <p:sldId id="820" r:id="rId148"/>
    <p:sldId id="821" r:id="rId149"/>
    <p:sldId id="822" r:id="rId150"/>
    <p:sldId id="823" r:id="rId151"/>
    <p:sldId id="824" r:id="rId152"/>
    <p:sldId id="826" r:id="rId153"/>
    <p:sldId id="523" r:id="rId154"/>
    <p:sldId id="827" r:id="rId155"/>
    <p:sldId id="690" r:id="rId156"/>
    <p:sldId id="480" r:id="rId157"/>
    <p:sldId id="777" r:id="rId158"/>
    <p:sldId id="680" r:id="rId159"/>
    <p:sldId id="684" r:id="rId160"/>
    <p:sldId id="682" r:id="rId161"/>
    <p:sldId id="681" r:id="rId162"/>
    <p:sldId id="874" r:id="rId163"/>
    <p:sldId id="482" r:id="rId164"/>
    <p:sldId id="873" r:id="rId165"/>
    <p:sldId id="842" r:id="rId166"/>
    <p:sldId id="843" r:id="rId167"/>
    <p:sldId id="846" r:id="rId168"/>
    <p:sldId id="850" r:id="rId169"/>
    <p:sldId id="847" r:id="rId170"/>
    <p:sldId id="849" r:id="rId171"/>
    <p:sldId id="828" r:id="rId172"/>
    <p:sldId id="829" r:id="rId173"/>
    <p:sldId id="533" r:id="rId174"/>
    <p:sldId id="763" r:id="rId175"/>
    <p:sldId id="761" r:id="rId176"/>
    <p:sldId id="759" r:id="rId177"/>
    <p:sldId id="760" r:id="rId178"/>
    <p:sldId id="757" r:id="rId179"/>
    <p:sldId id="758" r:id="rId180"/>
    <p:sldId id="501" r:id="rId181"/>
    <p:sldId id="508" r:id="rId182"/>
    <p:sldId id="495" r:id="rId183"/>
    <p:sldId id="509" r:id="rId184"/>
    <p:sldId id="493" r:id="rId185"/>
    <p:sldId id="528" r:id="rId186"/>
    <p:sldId id="529" r:id="rId187"/>
    <p:sldId id="530" r:id="rId188"/>
    <p:sldId id="499" r:id="rId189"/>
    <p:sldId id="506" r:id="rId190"/>
    <p:sldId id="500" r:id="rId191"/>
    <p:sldId id="507" r:id="rId192"/>
    <p:sldId id="496" r:id="rId193"/>
    <p:sldId id="467" r:id="rId194"/>
    <p:sldId id="840" r:id="rId195"/>
    <p:sldId id="838" r:id="rId196"/>
    <p:sldId id="839" r:id="rId197"/>
    <p:sldId id="534" r:id="rId198"/>
    <p:sldId id="503" r:id="rId199"/>
    <p:sldId id="512" r:id="rId200"/>
    <p:sldId id="836" r:id="rId201"/>
    <p:sldId id="837" r:id="rId202"/>
    <p:sldId id="519" r:id="rId203"/>
    <p:sldId id="532" r:id="rId204"/>
    <p:sldId id="502" r:id="rId205"/>
    <p:sldId id="513" r:id="rId206"/>
    <p:sldId id="518" r:id="rId207"/>
    <p:sldId id="535" r:id="rId208"/>
    <p:sldId id="514" r:id="rId209"/>
    <p:sldId id="515" r:id="rId210"/>
    <p:sldId id="520" r:id="rId211"/>
    <p:sldId id="516" r:id="rId212"/>
    <p:sldId id="517" r:id="rId213"/>
    <p:sldId id="538" r:id="rId214"/>
    <p:sldId id="537" r:id="rId215"/>
    <p:sldId id="856" r:id="rId216"/>
    <p:sldId id="866" r:id="rId217"/>
    <p:sldId id="860" r:id="rId218"/>
    <p:sldId id="867" r:id="rId219"/>
    <p:sldId id="858" r:id="rId220"/>
    <p:sldId id="868" r:id="rId221"/>
    <p:sldId id="869" r:id="rId222"/>
    <p:sldId id="871" r:id="rId223"/>
    <p:sldId id="870" r:id="rId224"/>
    <p:sldId id="872" r:id="rId225"/>
    <p:sldId id="691" r:id="rId226"/>
    <p:sldId id="692" r:id="rId227"/>
    <p:sldId id="693" r:id="rId228"/>
    <p:sldId id="694" r:id="rId229"/>
    <p:sldId id="695" r:id="rId230"/>
    <p:sldId id="696" r:id="rId231"/>
    <p:sldId id="697" r:id="rId232"/>
    <p:sldId id="698" r:id="rId233"/>
    <p:sldId id="699" r:id="rId234"/>
    <p:sldId id="700" r:id="rId235"/>
    <p:sldId id="701" r:id="rId236"/>
    <p:sldId id="740" r:id="rId237"/>
    <p:sldId id="741" r:id="rId238"/>
    <p:sldId id="769" r:id="rId239"/>
    <p:sldId id="742" r:id="rId240"/>
    <p:sldId id="774" r:id="rId241"/>
    <p:sldId id="764" r:id="rId242"/>
    <p:sldId id="766" r:id="rId243"/>
    <p:sldId id="765" r:id="rId244"/>
    <p:sldId id="768" r:id="rId245"/>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491"/>
            <p14:sldId id="481"/>
            <p14:sldId id="685"/>
            <p14:sldId id="479"/>
            <p14:sldId id="686"/>
          </p14:sldIdLst>
        </p14:section>
        <p14:section name="Display" id="{7F5F0C3E-99A6-45D0-9B99-14930DA3A596}">
          <p14:sldIdLst>
            <p14:sldId id="658"/>
            <p14:sldId id="260"/>
            <p14:sldId id="661"/>
          </p14:sldIdLst>
        </p14:section>
        <p14:section name="Internal commentary" id="{1C33CE3C-DDFD-4A04-A8B3-5B64861D3E79}">
          <p14:sldIdLst>
            <p14:sldId id="595"/>
            <p14:sldId id="659"/>
            <p14:sldId id="660"/>
            <p14:sldId id="688"/>
            <p14:sldId id="689"/>
          </p14:sldIdLst>
        </p14:section>
        <p14:section name="Selecting data" id="{2EDCD0F4-5722-4C0A-AACB-6CCC95B63552}">
          <p14:sldIdLst>
            <p14:sldId id="434"/>
            <p14:sldId id="687"/>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438"/>
            <p14:sldId id="590"/>
            <p14:sldId id="772"/>
            <p14:sldId id="832"/>
            <p14:sldId id="553"/>
            <p14:sldId id="591"/>
            <p14:sldId id="555"/>
            <p14:sldId id="592"/>
            <p14:sldId id="559"/>
            <p14:sldId id="593"/>
            <p14:sldId id="554"/>
            <p14:sldId id="594"/>
          </p14:sldIdLst>
        </p14:section>
        <p14:section name="Complex filtering" id="{9260256F-28F3-4E9E-9446-CE52F48BD61A}">
          <p14:sldIdLst>
            <p14:sldId id="664"/>
            <p14:sldId id="539"/>
            <p14:sldId id="665"/>
            <p14:sldId id="773"/>
            <p14:sldId id="833"/>
          </p14:sldIdLst>
        </p14:section>
        <p14:section name="Task 1 - Prison" id="{03337F12-57C8-453A-971A-F8161C78F81A}">
          <p14:sldIdLst>
            <p14:sldId id="543"/>
          </p14:sldIdLst>
        </p14:section>
        <p14:section name="Sorting" id="{A0843CDC-A3D8-42E2-A92F-876C3B7F5B35}">
          <p14:sldIdLst>
            <p14:sldId id="663"/>
            <p14:sldId id="472"/>
            <p14:sldId id="711"/>
            <p14:sldId id="473"/>
            <p14:sldId id="712"/>
            <p14:sldId id="834"/>
            <p14:sldId id="835"/>
            <p14:sldId id="851"/>
            <p14:sldId id="852"/>
            <p14:sldId id="471"/>
            <p14:sldId id="71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732"/>
            <p14:sldId id="853"/>
            <p14:sldId id="444"/>
            <p14:sldId id="447"/>
            <p14:sldId id="460"/>
            <p14:sldId id="446"/>
            <p14:sldId id="671"/>
            <p14:sldId id="521"/>
            <p14:sldId id="735"/>
          </p14:sldIdLst>
        </p14:section>
        <p14:section name="Order of Operations" id="{11B55FB4-B940-4A7E-92D4-97A5E14B2FF2}">
          <p14:sldIdLst>
            <p14:sldId id="776"/>
            <p14:sldId id="855"/>
            <p14:sldId id="854"/>
            <p14:sldId id="857"/>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40"/>
            <p14:sldId id="838"/>
            <p14:sldId id="839"/>
          </p14:sldIdLst>
        </p14:section>
        <p14:section name="Data dictionary" id="{9CA5A04E-ED73-4CF8-B424-44457E4EFEF6}">
          <p14:sldIdLst>
            <p14:sldId id="534"/>
            <p14:sldId id="503"/>
            <p14:sldId id="512"/>
            <p14:sldId id="836"/>
            <p14:sldId id="837"/>
            <p14:sldId id="519"/>
            <p14:sldId id="532"/>
            <p14:sldId id="502"/>
            <p14:sldId id="513"/>
            <p14:sldId id="518"/>
          </p14:sldIdLst>
        </p14:section>
        <p14:section name="Query design" id="{C6B6DB09-4C97-48C8-99C9-D1EA85B0A8EC}">
          <p14:sldIdLst>
            <p14:sldId id="535"/>
            <p14:sldId id="514"/>
            <p14:sldId id="515"/>
            <p14:sldId id="520"/>
            <p14:sldId id="516"/>
            <p14:sldId id="517"/>
          </p14:sldIdLst>
        </p14:section>
        <p14:section name="Testing" id="{7B65612F-A0B7-4E55-9E2E-74B74BB2989B}">
          <p14:sldIdLst>
            <p14:sldId id="538"/>
          </p14:sldIdLst>
        </p14:section>
        <p14:section name="Evaluation" id="{17170198-367D-4381-96A8-6FAB281DB504}">
          <p14:sldIdLst>
            <p14:sldId id="537"/>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71D5D"/>
    <a:srgbClr val="0086B3"/>
    <a:srgbClr val="FF00FF"/>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81622" autoAdjust="0"/>
  </p:normalViewPr>
  <p:slideViewPr>
    <p:cSldViewPr snapToGrid="0" showGuides="1">
      <p:cViewPr varScale="1">
        <p:scale>
          <a:sx n="54" d="100"/>
          <a:sy n="54" d="100"/>
        </p:scale>
        <p:origin x="1160" y="52"/>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247" Type="http://schemas.openxmlformats.org/officeDocument/2006/relationships/commentAuthors" Target="commentAuthor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presProps" Target="presProp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viewProps" Target="viewProps.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theme" Target="theme/theme1.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tableStyles" Target="tableStyles.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36" Type="http://schemas.openxmlformats.org/officeDocument/2006/relationships/slide" Target="slides/slide235.xml"/><Relationship Id="rId26" Type="http://schemas.openxmlformats.org/officeDocument/2006/relationships/slide" Target="slides/slide25.xml"/><Relationship Id="rId231" Type="http://schemas.openxmlformats.org/officeDocument/2006/relationships/slide" Target="slides/slide230.xml"/><Relationship Id="rId252" Type="http://schemas.microsoft.com/office/2016/11/relationships/changesInfo" Target="changesInfos/changesInfo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notesMaster" Target="notesMasters/notesMaster1.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450486E8-BDD3-4C45-A19D-BD3EF6B505AA}"/>
  </pc:docChgLst>
  <pc:docChgLst>
    <pc:chgData name="Al Friend" userId="e5ed79da-d858-46d4-9eed-a7a24903f2de" providerId="ADAL" clId="{10B3A172-1453-4942-9D64-C462B87BCA79}"/>
  </pc:docChgLst>
  <pc:docChgLst>
    <pc:chgData name="Al Friend" userId="e5ed79da-d858-46d4-9eed-a7a24903f2de" providerId="ADAL" clId="{238A5E4C-431E-41DC-9470-12587F36C961}"/>
  </pc:docChgLst>
  <pc:docChgLst>
    <pc:chgData name="Al Friend" userId="e5ed79da-d858-46d4-9eed-a7a24903f2de" providerId="ADAL" clId="{66FE348F-243B-45F1-817C-ACD11198848F}"/>
  </pc:docChgLst>
  <pc:docChgLst>
    <pc:chgData name="Al Friend" userId="e5ed79da-d858-46d4-9eed-a7a24903f2de" providerId="ADAL" clId="{DC736F26-FCCE-4022-AF24-D4DE4D68AC4B}"/>
    <pc:docChg chg="custSel addSld delSld modSld sldOrd modSection">
      <pc:chgData name="Al Friend" userId="e5ed79da-d858-46d4-9eed-a7a24903f2de" providerId="ADAL" clId="{DC736F26-FCCE-4022-AF24-D4DE4D68AC4B}" dt="2025-11-11T09:23:07.117" v="137" actId="404"/>
      <pc:docMkLst>
        <pc:docMk/>
      </pc:docMkLst>
      <pc:sldChg chg="ord">
        <pc:chgData name="Al Friend" userId="e5ed79da-d858-46d4-9eed-a7a24903f2de" providerId="ADAL" clId="{DC736F26-FCCE-4022-AF24-D4DE4D68AC4B}" dt="2025-11-11T08:53:06.181" v="87"/>
        <pc:sldMkLst>
          <pc:docMk/>
          <pc:sldMk cId="2580359445" sldId="256"/>
        </pc:sldMkLst>
      </pc:sldChg>
      <pc:sldChg chg="ord">
        <pc:chgData name="Al Friend" userId="e5ed79da-d858-46d4-9eed-a7a24903f2de" providerId="ADAL" clId="{DC736F26-FCCE-4022-AF24-D4DE4D68AC4B}" dt="2025-11-11T08:52:58.254" v="85"/>
        <pc:sldMkLst>
          <pc:docMk/>
          <pc:sldMk cId="1174814452" sldId="461"/>
        </pc:sldMkLst>
      </pc:sldChg>
      <pc:sldChg chg="ord">
        <pc:chgData name="Al Friend" userId="e5ed79da-d858-46d4-9eed-a7a24903f2de" providerId="ADAL" clId="{DC736F26-FCCE-4022-AF24-D4DE4D68AC4B}" dt="2025-11-11T08:53:10.061" v="89"/>
        <pc:sldMkLst>
          <pc:docMk/>
          <pc:sldMk cId="1600644384" sldId="480"/>
        </pc:sldMkLst>
      </pc:sldChg>
      <pc:sldChg chg="modSp ord">
        <pc:chgData name="Al Friend" userId="e5ed79da-d858-46d4-9eed-a7a24903f2de" providerId="ADAL" clId="{DC736F26-FCCE-4022-AF24-D4DE4D68AC4B}" dt="2025-11-11T08:53:30.529" v="95"/>
        <pc:sldMkLst>
          <pc:docMk/>
          <pc:sldMk cId="3883147362" sldId="482"/>
        </pc:sldMkLst>
        <pc:spChg chg="mod">
          <ac:chgData name="Al Friend" userId="e5ed79da-d858-46d4-9eed-a7a24903f2de" providerId="ADAL" clId="{DC736F26-FCCE-4022-AF24-D4DE4D68AC4B}" dt="2025-11-06T13:50:32.677" v="25" actId="207"/>
          <ac:spMkLst>
            <pc:docMk/>
            <pc:sldMk cId="3883147362" sldId="482"/>
            <ac:spMk id="10" creationId="{924404A3-ED4C-4699-9CA9-EFEB23F51AA9}"/>
          </ac:spMkLst>
        </pc:spChg>
        <pc:spChg chg="mod">
          <ac:chgData name="Al Friend" userId="e5ed79da-d858-46d4-9eed-a7a24903f2de" providerId="ADAL" clId="{DC736F26-FCCE-4022-AF24-D4DE4D68AC4B}" dt="2025-11-06T13:50:36.697" v="26" actId="207"/>
          <ac:spMkLst>
            <pc:docMk/>
            <pc:sldMk cId="3883147362" sldId="482"/>
            <ac:spMk id="11" creationId="{924404A3-ED4C-4699-9CA9-EFEB23F51AA9}"/>
          </ac:spMkLst>
        </pc:spChg>
        <pc:spChg chg="mod">
          <ac:chgData name="Al Friend" userId="e5ed79da-d858-46d4-9eed-a7a24903f2de" providerId="ADAL" clId="{DC736F26-FCCE-4022-AF24-D4DE4D68AC4B}" dt="2025-11-06T13:50:44.263" v="28" actId="113"/>
          <ac:spMkLst>
            <pc:docMk/>
            <pc:sldMk cId="3883147362" sldId="482"/>
            <ac:spMk id="15" creationId="{B935E981-B7C6-4BDF-ADC2-EFF2B075D3D8}"/>
          </ac:spMkLst>
        </pc:spChg>
      </pc:sldChg>
      <pc:sldChg chg="addSp modSp ord modAnim modNotesTx">
        <pc:chgData name="Al Friend" userId="e5ed79da-d858-46d4-9eed-a7a24903f2de" providerId="ADAL" clId="{DC736F26-FCCE-4022-AF24-D4DE4D68AC4B}" dt="2025-11-11T09:23:07.117" v="137" actId="404"/>
        <pc:sldMkLst>
          <pc:docMk/>
          <pc:sldMk cId="2467363616" sldId="493"/>
        </pc:sldMkLst>
        <pc:spChg chg="add mod">
          <ac:chgData name="Al Friend" userId="e5ed79da-d858-46d4-9eed-a7a24903f2de" providerId="ADAL" clId="{DC736F26-FCCE-4022-AF24-D4DE4D68AC4B}" dt="2025-11-11T09:23:07.117" v="137" actId="404"/>
          <ac:spMkLst>
            <pc:docMk/>
            <pc:sldMk cId="2467363616" sldId="493"/>
            <ac:spMk id="14" creationId="{CDF67095-1826-46BB-BF76-59AEAED3364C}"/>
          </ac:spMkLst>
        </pc:spChg>
      </pc:sldChg>
      <pc:sldChg chg="ord">
        <pc:chgData name="Al Friend" userId="e5ed79da-d858-46d4-9eed-a7a24903f2de" providerId="ADAL" clId="{DC736F26-FCCE-4022-AF24-D4DE4D68AC4B}" dt="2025-11-11T08:54:15.576" v="98"/>
        <pc:sldMkLst>
          <pc:docMk/>
          <pc:sldMk cId="1089194263" sldId="496"/>
        </pc:sldMkLst>
      </pc:sldChg>
      <pc:sldChg chg="ord">
        <pc:chgData name="Al Friend" userId="e5ed79da-d858-46d4-9eed-a7a24903f2de" providerId="ADAL" clId="{DC736F26-FCCE-4022-AF24-D4DE4D68AC4B}" dt="2025-11-11T08:54:15.576" v="98"/>
        <pc:sldMkLst>
          <pc:docMk/>
          <pc:sldMk cId="3552811018" sldId="499"/>
        </pc:sldMkLst>
      </pc:sldChg>
      <pc:sldChg chg="ord">
        <pc:chgData name="Al Friend" userId="e5ed79da-d858-46d4-9eed-a7a24903f2de" providerId="ADAL" clId="{DC736F26-FCCE-4022-AF24-D4DE4D68AC4B}" dt="2025-11-11T08:54:15.576" v="98"/>
        <pc:sldMkLst>
          <pc:docMk/>
          <pc:sldMk cId="3053095926" sldId="500"/>
        </pc:sldMkLst>
      </pc:sldChg>
      <pc:sldChg chg="ord">
        <pc:chgData name="Al Friend" userId="e5ed79da-d858-46d4-9eed-a7a24903f2de" providerId="ADAL" clId="{DC736F26-FCCE-4022-AF24-D4DE4D68AC4B}" dt="2025-11-11T08:54:15.576" v="98"/>
        <pc:sldMkLst>
          <pc:docMk/>
          <pc:sldMk cId="1311849371" sldId="506"/>
        </pc:sldMkLst>
      </pc:sldChg>
      <pc:sldChg chg="ord">
        <pc:chgData name="Al Friend" userId="e5ed79da-d858-46d4-9eed-a7a24903f2de" providerId="ADAL" clId="{DC736F26-FCCE-4022-AF24-D4DE4D68AC4B}" dt="2025-11-11T08:54:15.576" v="98"/>
        <pc:sldMkLst>
          <pc:docMk/>
          <pc:sldMk cId="1991034504" sldId="507"/>
        </pc:sldMkLst>
      </pc:sldChg>
      <pc:sldChg chg="ord">
        <pc:chgData name="Al Friend" userId="e5ed79da-d858-46d4-9eed-a7a24903f2de" providerId="ADAL" clId="{DC736F26-FCCE-4022-AF24-D4DE4D68AC4B}" dt="2025-11-11T08:53:06.181" v="87"/>
        <pc:sldMkLst>
          <pc:docMk/>
          <pc:sldMk cId="3622404688" sldId="523"/>
        </pc:sldMkLst>
      </pc:sldChg>
      <pc:sldChg chg="ord">
        <pc:chgData name="Al Friend" userId="e5ed79da-d858-46d4-9eed-a7a24903f2de" providerId="ADAL" clId="{DC736F26-FCCE-4022-AF24-D4DE4D68AC4B}" dt="2025-11-11T08:53:06.181" v="87"/>
        <pc:sldMkLst>
          <pc:docMk/>
          <pc:sldMk cId="2647622202" sldId="524"/>
        </pc:sldMkLst>
      </pc:sldChg>
      <pc:sldChg chg="ord">
        <pc:chgData name="Al Friend" userId="e5ed79da-d858-46d4-9eed-a7a24903f2de" providerId="ADAL" clId="{DC736F26-FCCE-4022-AF24-D4DE4D68AC4B}" dt="2025-11-11T08:54:15.576" v="98"/>
        <pc:sldMkLst>
          <pc:docMk/>
          <pc:sldMk cId="2929010465" sldId="528"/>
        </pc:sldMkLst>
      </pc:sldChg>
      <pc:sldChg chg="ord">
        <pc:chgData name="Al Friend" userId="e5ed79da-d858-46d4-9eed-a7a24903f2de" providerId="ADAL" clId="{DC736F26-FCCE-4022-AF24-D4DE4D68AC4B}" dt="2025-11-11T08:54:15.576" v="98"/>
        <pc:sldMkLst>
          <pc:docMk/>
          <pc:sldMk cId="749712412" sldId="529"/>
        </pc:sldMkLst>
      </pc:sldChg>
      <pc:sldChg chg="ord">
        <pc:chgData name="Al Friend" userId="e5ed79da-d858-46d4-9eed-a7a24903f2de" providerId="ADAL" clId="{DC736F26-FCCE-4022-AF24-D4DE4D68AC4B}" dt="2025-11-11T08:54:15.576" v="98"/>
        <pc:sldMkLst>
          <pc:docMk/>
          <pc:sldMk cId="3819555592" sldId="530"/>
        </pc:sldMkLst>
      </pc:sldChg>
      <pc:sldChg chg="ord">
        <pc:chgData name="Al Friend" userId="e5ed79da-d858-46d4-9eed-a7a24903f2de" providerId="ADAL" clId="{DC736F26-FCCE-4022-AF24-D4DE4D68AC4B}" dt="2025-11-11T08:53:23.286" v="93"/>
        <pc:sldMkLst>
          <pc:docMk/>
          <pc:sldMk cId="780501331" sldId="537"/>
        </pc:sldMkLst>
      </pc:sldChg>
      <pc:sldChg chg="ord">
        <pc:chgData name="Al Friend" userId="e5ed79da-d858-46d4-9eed-a7a24903f2de" providerId="ADAL" clId="{DC736F26-FCCE-4022-AF24-D4DE4D68AC4B}" dt="2025-11-11T08:53:10.061" v="89"/>
        <pc:sldMkLst>
          <pc:docMk/>
          <pc:sldMk cId="1164188483" sldId="680"/>
        </pc:sldMkLst>
      </pc:sldChg>
      <pc:sldChg chg="modSp ord">
        <pc:chgData name="Al Friend" userId="e5ed79da-d858-46d4-9eed-a7a24903f2de" providerId="ADAL" clId="{DC736F26-FCCE-4022-AF24-D4DE4D68AC4B}" dt="2025-11-11T08:53:10.061" v="89"/>
        <pc:sldMkLst>
          <pc:docMk/>
          <pc:sldMk cId="1251185072" sldId="681"/>
        </pc:sldMkLst>
        <pc:spChg chg="mod">
          <ac:chgData name="Al Friend" userId="e5ed79da-d858-46d4-9eed-a7a24903f2de" providerId="ADAL" clId="{DC736F26-FCCE-4022-AF24-D4DE4D68AC4B}" dt="2025-11-06T13:37:54.429" v="19" actId="20577"/>
          <ac:spMkLst>
            <pc:docMk/>
            <pc:sldMk cId="1251185072" sldId="681"/>
            <ac:spMk id="4" creationId="{B3977BA9-5052-AEBB-63AE-9572018FCAC5}"/>
          </ac:spMkLst>
        </pc:spChg>
      </pc:sldChg>
      <pc:sldChg chg="modSp ord">
        <pc:chgData name="Al Friend" userId="e5ed79da-d858-46d4-9eed-a7a24903f2de" providerId="ADAL" clId="{DC736F26-FCCE-4022-AF24-D4DE4D68AC4B}" dt="2025-11-11T08:53:10.061" v="89"/>
        <pc:sldMkLst>
          <pc:docMk/>
          <pc:sldMk cId="3347276238" sldId="682"/>
        </pc:sldMkLst>
        <pc:spChg chg="mod">
          <ac:chgData name="Al Friend" userId="e5ed79da-d858-46d4-9eed-a7a24903f2de" providerId="ADAL" clId="{DC736F26-FCCE-4022-AF24-D4DE4D68AC4B}" dt="2025-11-06T13:37:46.367" v="9" actId="20577"/>
          <ac:spMkLst>
            <pc:docMk/>
            <pc:sldMk cId="3347276238" sldId="682"/>
            <ac:spMk id="4" creationId="{B3977BA9-5052-AEBB-63AE-9572018FCAC5}"/>
          </ac:spMkLst>
        </pc:spChg>
      </pc:sldChg>
      <pc:sldChg chg="ord">
        <pc:chgData name="Al Friend" userId="e5ed79da-d858-46d4-9eed-a7a24903f2de" providerId="ADAL" clId="{DC736F26-FCCE-4022-AF24-D4DE4D68AC4B}" dt="2025-11-11T08:53:10.061" v="89"/>
        <pc:sldMkLst>
          <pc:docMk/>
          <pc:sldMk cId="1188421745" sldId="684"/>
        </pc:sldMkLst>
      </pc:sldChg>
      <pc:sldChg chg="ord">
        <pc:chgData name="Al Friend" userId="e5ed79da-d858-46d4-9eed-a7a24903f2de" providerId="ADAL" clId="{DC736F26-FCCE-4022-AF24-D4DE4D68AC4B}" dt="2025-11-11T08:53:10.061" v="89"/>
        <pc:sldMkLst>
          <pc:docMk/>
          <pc:sldMk cId="1141868467" sldId="690"/>
        </pc:sldMkLst>
      </pc:sldChg>
      <pc:sldChg chg="ord">
        <pc:chgData name="Al Friend" userId="e5ed79da-d858-46d4-9eed-a7a24903f2de" providerId="ADAL" clId="{DC736F26-FCCE-4022-AF24-D4DE4D68AC4B}" dt="2025-11-11T08:52:58.254" v="85"/>
        <pc:sldMkLst>
          <pc:docMk/>
          <pc:sldMk cId="3244162286" sldId="729"/>
        </pc:sldMkLst>
      </pc:sldChg>
      <pc:sldChg chg="ord">
        <pc:chgData name="Al Friend" userId="e5ed79da-d858-46d4-9eed-a7a24903f2de" providerId="ADAL" clId="{DC736F26-FCCE-4022-AF24-D4DE4D68AC4B}" dt="2025-11-11T08:53:10.061" v="89"/>
        <pc:sldMkLst>
          <pc:docMk/>
          <pc:sldMk cId="583759258" sldId="777"/>
        </pc:sldMkLst>
      </pc:sldChg>
      <pc:sldChg chg="ord">
        <pc:chgData name="Al Friend" userId="e5ed79da-d858-46d4-9eed-a7a24903f2de" providerId="ADAL" clId="{DC736F26-FCCE-4022-AF24-D4DE4D68AC4B}" dt="2025-11-11T08:52:58.254" v="85"/>
        <pc:sldMkLst>
          <pc:docMk/>
          <pc:sldMk cId="3108509098" sldId="819"/>
        </pc:sldMkLst>
      </pc:sldChg>
      <pc:sldChg chg="ord">
        <pc:chgData name="Al Friend" userId="e5ed79da-d858-46d4-9eed-a7a24903f2de" providerId="ADAL" clId="{DC736F26-FCCE-4022-AF24-D4DE4D68AC4B}" dt="2025-11-11T08:53:06.181" v="87"/>
        <pc:sldMkLst>
          <pc:docMk/>
          <pc:sldMk cId="2179619999" sldId="820"/>
        </pc:sldMkLst>
      </pc:sldChg>
      <pc:sldChg chg="ord">
        <pc:chgData name="Al Friend" userId="e5ed79da-d858-46d4-9eed-a7a24903f2de" providerId="ADAL" clId="{DC736F26-FCCE-4022-AF24-D4DE4D68AC4B}" dt="2025-11-11T08:53:06.181" v="87"/>
        <pc:sldMkLst>
          <pc:docMk/>
          <pc:sldMk cId="1923468790" sldId="821"/>
        </pc:sldMkLst>
      </pc:sldChg>
      <pc:sldChg chg="ord">
        <pc:chgData name="Al Friend" userId="e5ed79da-d858-46d4-9eed-a7a24903f2de" providerId="ADAL" clId="{DC736F26-FCCE-4022-AF24-D4DE4D68AC4B}" dt="2025-11-11T08:53:06.181" v="87"/>
        <pc:sldMkLst>
          <pc:docMk/>
          <pc:sldMk cId="864826872" sldId="822"/>
        </pc:sldMkLst>
      </pc:sldChg>
      <pc:sldChg chg="ord">
        <pc:chgData name="Al Friend" userId="e5ed79da-d858-46d4-9eed-a7a24903f2de" providerId="ADAL" clId="{DC736F26-FCCE-4022-AF24-D4DE4D68AC4B}" dt="2025-11-11T08:53:06.181" v="87"/>
        <pc:sldMkLst>
          <pc:docMk/>
          <pc:sldMk cId="2465990110" sldId="823"/>
        </pc:sldMkLst>
      </pc:sldChg>
      <pc:sldChg chg="ord">
        <pc:chgData name="Al Friend" userId="e5ed79da-d858-46d4-9eed-a7a24903f2de" providerId="ADAL" clId="{DC736F26-FCCE-4022-AF24-D4DE4D68AC4B}" dt="2025-11-11T08:53:06.181" v="87"/>
        <pc:sldMkLst>
          <pc:docMk/>
          <pc:sldMk cId="3704889719" sldId="824"/>
        </pc:sldMkLst>
      </pc:sldChg>
      <pc:sldChg chg="ord">
        <pc:chgData name="Al Friend" userId="e5ed79da-d858-46d4-9eed-a7a24903f2de" providerId="ADAL" clId="{DC736F26-FCCE-4022-AF24-D4DE4D68AC4B}" dt="2025-11-11T08:53:06.181" v="87"/>
        <pc:sldMkLst>
          <pc:docMk/>
          <pc:sldMk cId="4193087359" sldId="826"/>
        </pc:sldMkLst>
      </pc:sldChg>
      <pc:sldChg chg="ord">
        <pc:chgData name="Al Friend" userId="e5ed79da-d858-46d4-9eed-a7a24903f2de" providerId="ADAL" clId="{DC736F26-FCCE-4022-AF24-D4DE4D68AC4B}" dt="2025-11-11T08:53:06.181" v="87"/>
        <pc:sldMkLst>
          <pc:docMk/>
          <pc:sldMk cId="2584223036" sldId="827"/>
        </pc:sldMkLst>
      </pc:sldChg>
      <pc:sldChg chg="ord">
        <pc:chgData name="Al Friend" userId="e5ed79da-d858-46d4-9eed-a7a24903f2de" providerId="ADAL" clId="{DC736F26-FCCE-4022-AF24-D4DE4D68AC4B}" dt="2025-11-11T08:53:30.529" v="95"/>
        <pc:sldMkLst>
          <pc:docMk/>
          <pc:sldMk cId="3950987584" sldId="828"/>
        </pc:sldMkLst>
      </pc:sldChg>
      <pc:sldChg chg="ord">
        <pc:chgData name="Al Friend" userId="e5ed79da-d858-46d4-9eed-a7a24903f2de" providerId="ADAL" clId="{DC736F26-FCCE-4022-AF24-D4DE4D68AC4B}" dt="2025-11-11T08:53:30.529" v="95"/>
        <pc:sldMkLst>
          <pc:docMk/>
          <pc:sldMk cId="3605423829" sldId="829"/>
        </pc:sldMkLst>
      </pc:sldChg>
      <pc:sldChg chg="addSp delSp modSp ord delAnim modAnim">
        <pc:chgData name="Al Friend" userId="e5ed79da-d858-46d4-9eed-a7a24903f2de" providerId="ADAL" clId="{DC736F26-FCCE-4022-AF24-D4DE4D68AC4B}" dt="2025-11-11T09:03:58.882" v="107" actId="478"/>
        <pc:sldMkLst>
          <pc:docMk/>
          <pc:sldMk cId="1324513705" sldId="842"/>
        </pc:sldMkLst>
        <pc:spChg chg="mod">
          <ac:chgData name="Al Friend" userId="e5ed79da-d858-46d4-9eed-a7a24903f2de" providerId="ADAL" clId="{DC736F26-FCCE-4022-AF24-D4DE4D68AC4B}" dt="2025-11-11T09:01:42.680" v="102" actId="20577"/>
          <ac:spMkLst>
            <pc:docMk/>
            <pc:sldMk cId="1324513705" sldId="842"/>
            <ac:spMk id="8" creationId="{924404A3-ED4C-4699-9CA9-EFEB23F51AA9}"/>
          </ac:spMkLst>
        </pc:spChg>
        <pc:spChg chg="mod">
          <ac:chgData name="Al Friend" userId="e5ed79da-d858-46d4-9eed-a7a24903f2de" providerId="ADAL" clId="{DC736F26-FCCE-4022-AF24-D4DE4D68AC4B}" dt="2025-11-06T13:52:05.809" v="32" actId="207"/>
          <ac:spMkLst>
            <pc:docMk/>
            <pc:sldMk cId="1324513705" sldId="842"/>
            <ac:spMk id="9" creationId="{924404A3-ED4C-4699-9CA9-EFEB23F51AA9}"/>
          </ac:spMkLst>
        </pc:spChg>
        <pc:spChg chg="mod">
          <ac:chgData name="Al Friend" userId="e5ed79da-d858-46d4-9eed-a7a24903f2de" providerId="ADAL" clId="{DC736F26-FCCE-4022-AF24-D4DE4D68AC4B}" dt="2025-11-11T09:02:28.166" v="106" actId="20577"/>
          <ac:spMkLst>
            <pc:docMk/>
            <pc:sldMk cId="1324513705" sldId="842"/>
            <ac:spMk id="12" creationId="{924404A3-ED4C-4699-9CA9-EFEB23F51AA9}"/>
          </ac:spMkLst>
        </pc:spChg>
        <pc:spChg chg="mod">
          <ac:chgData name="Al Friend" userId="e5ed79da-d858-46d4-9eed-a7a24903f2de" providerId="ADAL" clId="{DC736F26-FCCE-4022-AF24-D4DE4D68AC4B}" dt="2025-11-06T13:54:04.407" v="51" actId="207"/>
          <ac:spMkLst>
            <pc:docMk/>
            <pc:sldMk cId="1324513705" sldId="842"/>
            <ac:spMk id="15" creationId="{B935E981-B7C6-4BDF-ADC2-EFF2B075D3D8}"/>
          </ac:spMkLst>
        </pc:spChg>
        <pc:spChg chg="mod">
          <ac:chgData name="Al Friend" userId="e5ed79da-d858-46d4-9eed-a7a24903f2de" providerId="ADAL" clId="{DC736F26-FCCE-4022-AF24-D4DE4D68AC4B}" dt="2025-11-06T13:52:12.494" v="33" actId="207"/>
          <ac:spMkLst>
            <pc:docMk/>
            <pc:sldMk cId="1324513705" sldId="842"/>
            <ac:spMk id="16" creationId="{B935E981-B7C6-4BDF-ADC2-EFF2B075D3D8}"/>
          </ac:spMkLst>
        </pc:spChg>
        <pc:spChg chg="del mod">
          <ac:chgData name="Al Friend" userId="e5ed79da-d858-46d4-9eed-a7a24903f2de" providerId="ADAL" clId="{DC736F26-FCCE-4022-AF24-D4DE4D68AC4B}" dt="2025-11-11T09:03:58.882" v="107" actId="478"/>
          <ac:spMkLst>
            <pc:docMk/>
            <pc:sldMk cId="1324513705" sldId="842"/>
            <ac:spMk id="23" creationId="{1A324138-540E-483C-9E05-34704F040F08}"/>
          </ac:spMkLst>
        </pc:spChg>
        <pc:grpChg chg="del">
          <ac:chgData name="Al Friend" userId="e5ed79da-d858-46d4-9eed-a7a24903f2de" providerId="ADAL" clId="{DC736F26-FCCE-4022-AF24-D4DE4D68AC4B}" dt="2025-11-06T13:52:25.117" v="34" actId="478"/>
          <ac:grpSpMkLst>
            <pc:docMk/>
            <pc:sldMk cId="1324513705" sldId="842"/>
            <ac:grpSpMk id="10" creationId="{83A3EFF6-2664-48FA-895D-D645BEEAC2EC}"/>
          </ac:grpSpMkLst>
        </pc:grpChg>
        <pc:grpChg chg="add mod">
          <ac:chgData name="Al Friend" userId="e5ed79da-d858-46d4-9eed-a7a24903f2de" providerId="ADAL" clId="{DC736F26-FCCE-4022-AF24-D4DE4D68AC4B}" dt="2025-11-06T13:53:36.298" v="44" actId="164"/>
          <ac:grpSpMkLst>
            <pc:docMk/>
            <pc:sldMk cId="1324513705" sldId="842"/>
            <ac:grpSpMk id="25" creationId="{2469EE32-BAEE-4D4E-B3EB-D137826C322F}"/>
          </ac:grpSpMkLst>
        </pc:grpChg>
        <pc:cxnChg chg="add mod">
          <ac:chgData name="Al Friend" userId="e5ed79da-d858-46d4-9eed-a7a24903f2de" providerId="ADAL" clId="{DC736F26-FCCE-4022-AF24-D4DE4D68AC4B}" dt="2025-11-06T13:53:36.298" v="44" actId="164"/>
          <ac:cxnSpMkLst>
            <pc:docMk/>
            <pc:sldMk cId="1324513705" sldId="842"/>
            <ac:cxnSpMk id="6" creationId="{13817D7A-F685-4CEE-9E6A-3D24AEFFF513}"/>
          </ac:cxnSpMkLst>
        </pc:cxnChg>
        <pc:cxnChg chg="add mod">
          <ac:chgData name="Al Friend" userId="e5ed79da-d858-46d4-9eed-a7a24903f2de" providerId="ADAL" clId="{DC736F26-FCCE-4022-AF24-D4DE4D68AC4B}" dt="2025-11-06T13:53:36.298" v="44" actId="164"/>
          <ac:cxnSpMkLst>
            <pc:docMk/>
            <pc:sldMk cId="1324513705" sldId="842"/>
            <ac:cxnSpMk id="22" creationId="{D38E8BC8-453C-4DC2-B7E4-66F0F3130226}"/>
          </ac:cxnSpMkLst>
        </pc:cxnChg>
      </pc:sldChg>
      <pc:sldChg chg="modSp ord">
        <pc:chgData name="Al Friend" userId="e5ed79da-d858-46d4-9eed-a7a24903f2de" providerId="ADAL" clId="{DC736F26-FCCE-4022-AF24-D4DE4D68AC4B}" dt="2025-11-11T08:53:30.529" v="95"/>
        <pc:sldMkLst>
          <pc:docMk/>
          <pc:sldMk cId="920552221" sldId="843"/>
        </pc:sldMkLst>
        <pc:spChg chg="mod">
          <ac:chgData name="Al Friend" userId="e5ed79da-d858-46d4-9eed-a7a24903f2de" providerId="ADAL" clId="{DC736F26-FCCE-4022-AF24-D4DE4D68AC4B}" dt="2025-11-06T13:58:44.435" v="53" actId="113"/>
          <ac:spMkLst>
            <pc:docMk/>
            <pc:sldMk cId="920552221" sldId="843"/>
            <ac:spMk id="15" creationId="{B935E981-B7C6-4BDF-ADC2-EFF2B075D3D8}"/>
          </ac:spMkLst>
        </pc:spChg>
      </pc:sldChg>
      <pc:sldChg chg="modSp ord">
        <pc:chgData name="Al Friend" userId="e5ed79da-d858-46d4-9eed-a7a24903f2de" providerId="ADAL" clId="{DC736F26-FCCE-4022-AF24-D4DE4D68AC4B}" dt="2025-11-11T08:53:30.529" v="95"/>
        <pc:sldMkLst>
          <pc:docMk/>
          <pc:sldMk cId="405858881" sldId="846"/>
        </pc:sldMkLst>
        <pc:spChg chg="mod">
          <ac:chgData name="Al Friend" userId="e5ed79da-d858-46d4-9eed-a7a24903f2de" providerId="ADAL" clId="{DC736F26-FCCE-4022-AF24-D4DE4D68AC4B}" dt="2025-11-06T13:59:46.200" v="55" actId="207"/>
          <ac:spMkLst>
            <pc:docMk/>
            <pc:sldMk cId="405858881" sldId="846"/>
            <ac:spMk id="9" creationId="{791239AE-DD75-4BA2-AA6E-D46E4F8FEC24}"/>
          </ac:spMkLst>
        </pc:spChg>
        <pc:spChg chg="mod">
          <ac:chgData name="Al Friend" userId="e5ed79da-d858-46d4-9eed-a7a24903f2de" providerId="ADAL" clId="{DC736F26-FCCE-4022-AF24-D4DE4D68AC4B}" dt="2025-11-06T13:59:50.848" v="56" actId="207"/>
          <ac:spMkLst>
            <pc:docMk/>
            <pc:sldMk cId="405858881" sldId="846"/>
            <ac:spMk id="10" creationId="{BA373AA1-9380-4166-B750-3AB3C461F597}"/>
          </ac:spMkLst>
        </pc:spChg>
        <pc:spChg chg="mod">
          <ac:chgData name="Al Friend" userId="e5ed79da-d858-46d4-9eed-a7a24903f2de" providerId="ADAL" clId="{DC736F26-FCCE-4022-AF24-D4DE4D68AC4B}" dt="2025-11-06T13:59:42.729" v="54" actId="207"/>
          <ac:spMkLst>
            <pc:docMk/>
            <pc:sldMk cId="405858881" sldId="846"/>
            <ac:spMk id="13" creationId="{2B3EEA4B-6930-4670-9CBA-1BC9C1295CD1}"/>
          </ac:spMkLst>
        </pc:spChg>
        <pc:spChg chg="mod">
          <ac:chgData name="Al Friend" userId="e5ed79da-d858-46d4-9eed-a7a24903f2de" providerId="ADAL" clId="{DC736F26-FCCE-4022-AF24-D4DE4D68AC4B}" dt="2025-11-06T14:00:08.241" v="58" actId="113"/>
          <ac:spMkLst>
            <pc:docMk/>
            <pc:sldMk cId="405858881" sldId="846"/>
            <ac:spMk id="15" creationId="{B935E981-B7C6-4BDF-ADC2-EFF2B075D3D8}"/>
          </ac:spMkLst>
        </pc:spChg>
      </pc:sldChg>
      <pc:sldChg chg="modSp ord">
        <pc:chgData name="Al Friend" userId="e5ed79da-d858-46d4-9eed-a7a24903f2de" providerId="ADAL" clId="{DC736F26-FCCE-4022-AF24-D4DE4D68AC4B}" dt="2025-11-11T08:53:30.529" v="95"/>
        <pc:sldMkLst>
          <pc:docMk/>
          <pc:sldMk cId="2256960547" sldId="847"/>
        </pc:sldMkLst>
        <pc:spChg chg="mod">
          <ac:chgData name="Al Friend" userId="e5ed79da-d858-46d4-9eed-a7a24903f2de" providerId="ADAL" clId="{DC736F26-FCCE-4022-AF24-D4DE4D68AC4B}" dt="2025-11-06T14:00:22.920" v="60" actId="207"/>
          <ac:spMkLst>
            <pc:docMk/>
            <pc:sldMk cId="2256960547" sldId="847"/>
            <ac:spMk id="7" creationId="{94AE0579-BDDF-4D9B-8504-7B41B1685E54}"/>
          </ac:spMkLst>
        </pc:spChg>
        <pc:spChg chg="mod">
          <ac:chgData name="Al Friend" userId="e5ed79da-d858-46d4-9eed-a7a24903f2de" providerId="ADAL" clId="{DC736F26-FCCE-4022-AF24-D4DE4D68AC4B}" dt="2025-11-06T14:00:18.679" v="59" actId="207"/>
          <ac:spMkLst>
            <pc:docMk/>
            <pc:sldMk cId="2256960547" sldId="847"/>
            <ac:spMk id="8" creationId="{48F612F8-9F2A-4EFA-AA15-CBD88BDAD4AA}"/>
          </ac:spMkLst>
        </pc:spChg>
        <pc:spChg chg="mod">
          <ac:chgData name="Al Friend" userId="e5ed79da-d858-46d4-9eed-a7a24903f2de" providerId="ADAL" clId="{DC736F26-FCCE-4022-AF24-D4DE4D68AC4B}" dt="2025-11-06T14:00:26.023" v="61" actId="207"/>
          <ac:spMkLst>
            <pc:docMk/>
            <pc:sldMk cId="2256960547" sldId="847"/>
            <ac:spMk id="10" creationId="{C20A1731-D8A1-4116-BD03-89A2BCB40AF8}"/>
          </ac:spMkLst>
        </pc:spChg>
        <pc:spChg chg="mod">
          <ac:chgData name="Al Friend" userId="e5ed79da-d858-46d4-9eed-a7a24903f2de" providerId="ADAL" clId="{DC736F26-FCCE-4022-AF24-D4DE4D68AC4B}" dt="2025-11-06T14:00:30.866" v="63" actId="113"/>
          <ac:spMkLst>
            <pc:docMk/>
            <pc:sldMk cId="2256960547" sldId="847"/>
            <ac:spMk id="15" creationId="{B935E981-B7C6-4BDF-ADC2-EFF2B075D3D8}"/>
          </ac:spMkLst>
        </pc:spChg>
      </pc:sldChg>
      <pc:sldChg chg="ord">
        <pc:chgData name="Al Friend" userId="e5ed79da-d858-46d4-9eed-a7a24903f2de" providerId="ADAL" clId="{DC736F26-FCCE-4022-AF24-D4DE4D68AC4B}" dt="2025-11-11T08:53:30.529" v="95"/>
        <pc:sldMkLst>
          <pc:docMk/>
          <pc:sldMk cId="3840316138" sldId="849"/>
        </pc:sldMkLst>
      </pc:sldChg>
      <pc:sldChg chg="ord">
        <pc:chgData name="Al Friend" userId="e5ed79da-d858-46d4-9eed-a7a24903f2de" providerId="ADAL" clId="{DC736F26-FCCE-4022-AF24-D4DE4D68AC4B}" dt="2025-11-11T08:53:30.529" v="95"/>
        <pc:sldMkLst>
          <pc:docMk/>
          <pc:sldMk cId="2441115929" sldId="850"/>
        </pc:sldMkLst>
      </pc:sldChg>
      <pc:sldChg chg="ord">
        <pc:chgData name="Al Friend" userId="e5ed79da-d858-46d4-9eed-a7a24903f2de" providerId="ADAL" clId="{DC736F26-FCCE-4022-AF24-D4DE4D68AC4B}" dt="2025-11-11T08:53:23.286" v="93"/>
        <pc:sldMkLst>
          <pc:docMk/>
          <pc:sldMk cId="469210997" sldId="856"/>
        </pc:sldMkLst>
      </pc:sldChg>
      <pc:sldChg chg="ord">
        <pc:chgData name="Al Friend" userId="e5ed79da-d858-46d4-9eed-a7a24903f2de" providerId="ADAL" clId="{DC736F26-FCCE-4022-AF24-D4DE4D68AC4B}" dt="2025-11-11T08:53:23.286" v="93"/>
        <pc:sldMkLst>
          <pc:docMk/>
          <pc:sldMk cId="2176379997" sldId="858"/>
        </pc:sldMkLst>
      </pc:sldChg>
      <pc:sldChg chg="ord">
        <pc:chgData name="Al Friend" userId="e5ed79da-d858-46d4-9eed-a7a24903f2de" providerId="ADAL" clId="{DC736F26-FCCE-4022-AF24-D4DE4D68AC4B}" dt="2025-11-11T08:53:23.286" v="93"/>
        <pc:sldMkLst>
          <pc:docMk/>
          <pc:sldMk cId="3173207448" sldId="860"/>
        </pc:sldMkLst>
      </pc:sldChg>
      <pc:sldChg chg="ord">
        <pc:chgData name="Al Friend" userId="e5ed79da-d858-46d4-9eed-a7a24903f2de" providerId="ADAL" clId="{DC736F26-FCCE-4022-AF24-D4DE4D68AC4B}" dt="2025-11-11T08:53:23.286" v="93"/>
        <pc:sldMkLst>
          <pc:docMk/>
          <pc:sldMk cId="3750724401" sldId="866"/>
        </pc:sldMkLst>
      </pc:sldChg>
      <pc:sldChg chg="ord">
        <pc:chgData name="Al Friend" userId="e5ed79da-d858-46d4-9eed-a7a24903f2de" providerId="ADAL" clId="{DC736F26-FCCE-4022-AF24-D4DE4D68AC4B}" dt="2025-11-11T08:53:23.286" v="93"/>
        <pc:sldMkLst>
          <pc:docMk/>
          <pc:sldMk cId="2016678098" sldId="867"/>
        </pc:sldMkLst>
      </pc:sldChg>
      <pc:sldChg chg="ord">
        <pc:chgData name="Al Friend" userId="e5ed79da-d858-46d4-9eed-a7a24903f2de" providerId="ADAL" clId="{DC736F26-FCCE-4022-AF24-D4DE4D68AC4B}" dt="2025-11-11T08:53:23.286" v="93"/>
        <pc:sldMkLst>
          <pc:docMk/>
          <pc:sldMk cId="484106035" sldId="868"/>
        </pc:sldMkLst>
      </pc:sldChg>
      <pc:sldChg chg="ord">
        <pc:chgData name="Al Friend" userId="e5ed79da-d858-46d4-9eed-a7a24903f2de" providerId="ADAL" clId="{DC736F26-FCCE-4022-AF24-D4DE4D68AC4B}" dt="2025-11-11T08:53:23.286" v="93"/>
        <pc:sldMkLst>
          <pc:docMk/>
          <pc:sldMk cId="2610940249" sldId="869"/>
        </pc:sldMkLst>
      </pc:sldChg>
      <pc:sldChg chg="ord">
        <pc:chgData name="Al Friend" userId="e5ed79da-d858-46d4-9eed-a7a24903f2de" providerId="ADAL" clId="{DC736F26-FCCE-4022-AF24-D4DE4D68AC4B}" dt="2025-11-11T08:53:23.286" v="93"/>
        <pc:sldMkLst>
          <pc:docMk/>
          <pc:sldMk cId="1175320702" sldId="870"/>
        </pc:sldMkLst>
      </pc:sldChg>
      <pc:sldChg chg="ord">
        <pc:chgData name="Al Friend" userId="e5ed79da-d858-46d4-9eed-a7a24903f2de" providerId="ADAL" clId="{DC736F26-FCCE-4022-AF24-D4DE4D68AC4B}" dt="2025-11-11T08:53:23.286" v="93"/>
        <pc:sldMkLst>
          <pc:docMk/>
          <pc:sldMk cId="4067987028" sldId="871"/>
        </pc:sldMkLst>
      </pc:sldChg>
      <pc:sldChg chg="ord">
        <pc:chgData name="Al Friend" userId="e5ed79da-d858-46d4-9eed-a7a24903f2de" providerId="ADAL" clId="{DC736F26-FCCE-4022-AF24-D4DE4D68AC4B}" dt="2025-11-11T08:53:23.286" v="93"/>
        <pc:sldMkLst>
          <pc:docMk/>
          <pc:sldMk cId="4233072005" sldId="872"/>
        </pc:sldMkLst>
      </pc:sldChg>
      <pc:sldChg chg="delSp add ord modTransition delAnim">
        <pc:chgData name="Al Friend" userId="e5ed79da-d858-46d4-9eed-a7a24903f2de" providerId="ADAL" clId="{DC736F26-FCCE-4022-AF24-D4DE4D68AC4B}" dt="2025-11-11T08:53:30.529" v="95"/>
        <pc:sldMkLst>
          <pc:docMk/>
          <pc:sldMk cId="3703383339" sldId="873"/>
        </pc:sldMkLst>
        <pc:spChg chg="del">
          <ac:chgData name="Al Friend" userId="e5ed79da-d858-46d4-9eed-a7a24903f2de" providerId="ADAL" clId="{DC736F26-FCCE-4022-AF24-D4DE4D68AC4B}" dt="2025-11-06T13:49:43.142" v="23" actId="478"/>
          <ac:spMkLst>
            <pc:docMk/>
            <pc:sldMk cId="3703383339" sldId="873"/>
            <ac:spMk id="10" creationId="{924404A3-ED4C-4699-9CA9-EFEB23F51AA9}"/>
          </ac:spMkLst>
        </pc:spChg>
        <pc:spChg chg="del">
          <ac:chgData name="Al Friend" userId="e5ed79da-d858-46d4-9eed-a7a24903f2de" providerId="ADAL" clId="{DC736F26-FCCE-4022-AF24-D4DE4D68AC4B}" dt="2025-11-06T13:49:44.603" v="24" actId="478"/>
          <ac:spMkLst>
            <pc:docMk/>
            <pc:sldMk cId="3703383339" sldId="873"/>
            <ac:spMk id="11" creationId="{924404A3-ED4C-4699-9CA9-EFEB23F51AA9}"/>
          </ac:spMkLst>
        </pc:spChg>
        <pc:spChg chg="del">
          <ac:chgData name="Al Friend" userId="e5ed79da-d858-46d4-9eed-a7a24903f2de" providerId="ADAL" clId="{DC736F26-FCCE-4022-AF24-D4DE4D68AC4B}" dt="2025-11-06T13:51:17.259" v="29" actId="478"/>
          <ac:spMkLst>
            <pc:docMk/>
            <pc:sldMk cId="3703383339" sldId="873"/>
            <ac:spMk id="15" creationId="{B935E981-B7C6-4BDF-ADC2-EFF2B075D3D8}"/>
          </ac:spMkLst>
        </pc:spChg>
      </pc:sldChg>
      <pc:sldChg chg="modSp add ord">
        <pc:chgData name="Al Friend" userId="e5ed79da-d858-46d4-9eed-a7a24903f2de" providerId="ADAL" clId="{DC736F26-FCCE-4022-AF24-D4DE4D68AC4B}" dt="2025-11-11T08:53:30.529" v="95"/>
        <pc:sldMkLst>
          <pc:docMk/>
          <pc:sldMk cId="3936560546" sldId="874"/>
        </pc:sldMkLst>
        <pc:spChg chg="mod">
          <ac:chgData name="Al Friend" userId="e5ed79da-d858-46d4-9eed-a7a24903f2de" providerId="ADAL" clId="{DC736F26-FCCE-4022-AF24-D4DE4D68AC4B}" dt="2025-11-10T13:47:41.106" v="80" actId="403"/>
          <ac:spMkLst>
            <pc:docMk/>
            <pc:sldMk cId="3936560546" sldId="874"/>
            <ac:spMk id="3" creationId="{00000000-0000-0000-0000-000000000000}"/>
          </ac:spMkLst>
        </pc:spChg>
      </pc:sldChg>
    </pc:docChg>
  </pc:docChgLst>
  <pc:docChgLst>
    <pc:chgData name="Al Friend" userId="e5ed79da-d858-46d4-9eed-a7a24903f2de" providerId="ADAL" clId="{8A6D96E4-B440-4F05-83CF-2D1CF1EF5251}"/>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11/11/2025</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42707428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5796706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Structured English </a:t>
            </a:r>
            <a:r>
              <a:rPr lang="en-GB" dirty="0" err="1"/>
              <a:t>QUEry</a:t>
            </a:r>
            <a:r>
              <a:rPr lang="en-GB" dirty="0"/>
              <a:t> Language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34</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385190821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96C32-6372-03FB-6835-4E3221CF43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B6C4A-511D-4619-4A8E-3B2F703255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697AF1-FD1A-F127-249C-1C71F76A6B9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C42B98A1-8DEE-2AC3-B87E-4927C7A4E7E7}"/>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38149859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D54F8-29A4-BD54-A5C1-CA42AE7C7A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47722-CA0F-0FF6-C52A-D97F6460DA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2D1139-AF60-B6FA-A70F-40BC03E580B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0BB77C25-B905-CF1A-1092-81D8F0241938}"/>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78754226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130452727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153002462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47299838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106</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110</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113</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116</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117</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119</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122</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145</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159</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163</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164</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165</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166</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169</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174</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176</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187</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Use this for Data Dictionary (1) &amp; Data Dictionary (2)</a:t>
            </a:r>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204</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983591565"/>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208</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209</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2949238574"/>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211</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228</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229</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230</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232</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236</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239</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240</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241</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242</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244</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11/11/2025</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lvl1pPr>
              <a:lnSpc>
                <a:spcPct val="120000"/>
              </a:lnSpc>
              <a:spcBef>
                <a:spcPts val="0"/>
              </a:spcBef>
              <a:defRPr/>
            </a:lvl1pPr>
            <a:lvl2pPr>
              <a:lnSpc>
                <a:spcPct val="120000"/>
              </a:lnSpc>
              <a:spcBef>
                <a:spcPts val="0"/>
              </a:spcBef>
              <a:defRPr/>
            </a:lvl2pPr>
            <a:lvl3pPr>
              <a:lnSpc>
                <a:spcPct val="120000"/>
              </a:lnSpc>
              <a:spcBef>
                <a:spcPts val="0"/>
              </a:spcBef>
              <a:defRPr/>
            </a:lvl3pPr>
            <a:lvl4pPr>
              <a:lnSpc>
                <a:spcPct val="120000"/>
              </a:lnSpc>
              <a:spcBef>
                <a:spcPts val="0"/>
              </a:spcBef>
              <a:defRPr/>
            </a:lvl4pPr>
            <a:lvl5pPr>
              <a:lnSpc>
                <a:spcPct val="120000"/>
              </a:lnSpc>
              <a:spcBef>
                <a:spcPts val="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11/11/2025</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11/11/2025</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11/11/2025</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11/11/2025</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11/11/2025</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11/11/2025</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11/11/2025</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11/11/2025</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11/11/2025</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11/11/2025</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11/11/2025</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4.xml"/><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4.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4.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3.xml"/><Relationship Id="rId1" Type="http://schemas.openxmlformats.org/officeDocument/2006/relationships/slideLayout" Target="../slideLayouts/slideLayout5.xml"/></Relationships>
</file>

<file path=ppt/slides/_rels/slide23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4.xml"/><Relationship Id="rId1" Type="http://schemas.openxmlformats.org/officeDocument/2006/relationships/slideLayout" Target="../slideLayouts/slideLayout5.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6.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6.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6.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6.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lstStyle/>
          <a:p>
            <a:r>
              <a:rPr lang="en-GB"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Computerised</a:t>
            </a:r>
          </a:p>
          <a:p>
            <a:r>
              <a:rPr lang="en-GB" dirty="0"/>
              <a:t>Able to search for information</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1670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08475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196709"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62854"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1490160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525642"/>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619324" cy="584775"/>
          </a:xfrm>
          <a:prstGeom prst="rect">
            <a:avLst/>
          </a:prstGeom>
          <a:noFill/>
        </p:spPr>
        <p:txBody>
          <a:bodyPr wrap="none" rtlCol="0">
            <a:spAutoFit/>
          </a:bodyPr>
          <a:lstStyle/>
          <a:p>
            <a:r>
              <a:rPr lang="en-GB" sz="3200" dirty="0"/>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outVertical)">
                                      <p:cBhvr>
                                        <p:cTn id="12" dur="1500"/>
                                        <p:tgtEl>
                                          <p:spTgt spid="4"/>
                                        </p:tgtEl>
                                      </p:cBhvr>
                                    </p:animEffect>
                                  </p:childTnLst>
                                </p:cTn>
                              </p:par>
                            </p:childTnLst>
                          </p:cTn>
                        </p:par>
                        <p:par>
                          <p:cTn id="13" fill="hold">
                            <p:stCondLst>
                              <p:cond delay="15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500"/>
                                        <p:tgtEl>
                                          <p:spTgt spid="7"/>
                                        </p:tgtEl>
                                      </p:cBhvr>
                                    </p:animEffect>
                                  </p:childTnLst>
                                </p:cTn>
                              </p:par>
                            </p:childTnLst>
                          </p:cTn>
                        </p:par>
                        <p:par>
                          <p:cTn id="22" fill="hold">
                            <p:stCondLst>
                              <p:cond delay="500"/>
                            </p:stCondLst>
                            <p:childTnLst>
                              <p:par>
                                <p:cTn id="23" presetID="10" presetClass="entr" presetSubtype="0" fill="hold" grpId="0"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1383"/>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3653998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914824" cy="584775"/>
          </a:xfrm>
          <a:prstGeom prst="rect">
            <a:avLst/>
          </a:prstGeom>
          <a:noFill/>
        </p:spPr>
        <p:txBody>
          <a:bodyPr wrap="none" rtlCol="0">
            <a:spAutoFit/>
          </a:bodyPr>
          <a:lstStyle/>
          <a:p>
            <a:r>
              <a:rPr lang="en-GB" sz="3200" dirty="0"/>
              <a:t>Each table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00218" cy="584775"/>
          </a:xfrm>
          <a:prstGeom prst="rect">
            <a:avLst/>
          </a:prstGeom>
          <a:noFill/>
        </p:spPr>
        <p:txBody>
          <a:bodyPr wrap="none" rtlCol="0">
            <a:spAutoFit/>
          </a:bodyPr>
          <a:lstStyle/>
          <a:p>
            <a:r>
              <a:rPr lang="en-GB" sz="3200"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038534"/>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This is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493534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grpSp>
        <p:nvGrpSpPr>
          <p:cNvPr id="7" name="Group 6">
            <a:extLst>
              <a:ext uri="{FF2B5EF4-FFF2-40B4-BE49-F238E27FC236}">
                <a16:creationId xmlns:a16="http://schemas.microsoft.com/office/drawing/2014/main" id="{C7B59F06-E9C9-56FF-C7CA-BC1A6DABE3C1}"/>
              </a:ext>
            </a:extLst>
          </p:cNvPr>
          <p:cNvGrpSpPr/>
          <p:nvPr/>
        </p:nvGrpSpPr>
        <p:grpSpPr>
          <a:xfrm>
            <a:off x="2349547" y="4572579"/>
            <a:ext cx="1670447" cy="703220"/>
            <a:chOff x="7051690" y="2149231"/>
            <a:chExt cx="6186193" cy="703220"/>
          </a:xfrm>
        </p:grpSpPr>
        <p:cxnSp>
          <p:nvCxnSpPr>
            <p:cNvPr id="8" name="Straight Connector 7">
              <a:extLst>
                <a:ext uri="{FF2B5EF4-FFF2-40B4-BE49-F238E27FC236}">
                  <a16:creationId xmlns:a16="http://schemas.microsoft.com/office/drawing/2014/main" id="{504F6D83-7C0F-AFE6-255C-BE3D2970C6C6}"/>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4CD9DF2-526D-D925-7470-E7FE044F3C4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40A4A61-4850-194C-06F8-BE48E3E6EB23}"/>
                </a:ext>
              </a:extLst>
            </p:cNvPr>
            <p:cNvSpPr txBox="1"/>
            <p:nvPr/>
          </p:nvSpPr>
          <p:spPr>
            <a:xfrm>
              <a:off x="7051690" y="2329231"/>
              <a:ext cx="6186193" cy="523220"/>
            </a:xfrm>
            <a:prstGeom prst="rect">
              <a:avLst/>
            </a:prstGeom>
            <a:noFill/>
            <a:ln>
              <a:noFill/>
            </a:ln>
          </p:spPr>
          <p:txBody>
            <a:bodyPr wrap="square" rtlCol="0">
              <a:spAutoFit/>
            </a:bodyPr>
            <a:lstStyle/>
            <a:p>
              <a:pPr algn="ctr"/>
              <a:r>
                <a:rPr lang="en-GB" sz="2800" b="1" dirty="0">
                  <a:solidFill>
                    <a:srgbClr val="7030A0"/>
                  </a:solidFill>
                </a:rPr>
                <a:t>AND / OR</a:t>
              </a:r>
            </a:p>
          </p:txBody>
        </p:sp>
      </p:gr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6" presetClass="entr" presetSubtype="37"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barn(outVertical)">
                                      <p:cBhvr>
                                        <p:cTn id="25" dur="10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2">
                                            <p:txEl>
                                              <p:pRg st="0" end="0"/>
                                            </p:txEl>
                                          </p:spTgt>
                                        </p:tgtEl>
                                        <p:attrNameLst>
                                          <p:attrName>style.visibility</p:attrName>
                                        </p:attrNameLst>
                                      </p:cBhvr>
                                      <p:to>
                                        <p:strVal val="visible"/>
                                      </p:to>
                                    </p:set>
                                    <p:animEffect transition="in" filter="wipe(left)">
                                      <p:cBhvr>
                                        <p:cTn id="30"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47.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512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891865962"/>
              </p:ext>
            </p:extLst>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53373086"/>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2815896556"/>
              </p:ext>
            </p:extLst>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925016" y="2338402"/>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62259" y="2911786"/>
            <a:ext cx="960176" cy="369332"/>
          </a:xfrm>
          <a:prstGeom prst="rect">
            <a:avLst/>
          </a:prstGeom>
          <a:noFill/>
        </p:spPr>
        <p:txBody>
          <a:bodyPr wrap="square" rtlCol="0">
            <a:spAutoFit/>
          </a:bodyPr>
          <a:lstStyle/>
          <a:p>
            <a:pPr algn="ctr"/>
            <a:r>
              <a:rPr lang="en-GB" b="1" dirty="0"/>
              <a:t>Output</a:t>
            </a:r>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5729994" y="2338402"/>
            <a:ext cx="908750" cy="369332"/>
          </a:xfrm>
          <a:prstGeom prst="rect">
            <a:avLst/>
          </a:prstGeom>
          <a:noFill/>
        </p:spPr>
        <p:txBody>
          <a:bodyPr wrap="square" rtlCol="0">
            <a:spAutoFit/>
          </a:bodyPr>
          <a:lstStyle/>
          <a:p>
            <a:pPr algn="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a:stCxn id="37" idx="2"/>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a:stCxn id="37" idx="2"/>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wipe(left)">
                                      <p:cBhvr>
                                        <p:cTn id="50" dur="1000"/>
                                        <p:tgtEl>
                                          <p:spTgt spid="27"/>
                                        </p:tgtEl>
                                      </p:cBhvr>
                                    </p:animEffect>
                                  </p:childTnLst>
                                </p:cTn>
                              </p:par>
                            </p:childTnLst>
                          </p:cTn>
                        </p:par>
                        <p:par>
                          <p:cTn id="51" fill="hold">
                            <p:stCondLst>
                              <p:cond delay="1000"/>
                            </p:stCondLst>
                            <p:childTnLst>
                              <p:par>
                                <p:cTn id="52" presetID="22" presetClass="entr" presetSubtype="8" fill="hold" grpId="0" nodeType="after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wipe(left)">
                                      <p:cBhvr>
                                        <p:cTn id="54" dur="500"/>
                                        <p:tgtEl>
                                          <p:spTgt spid="10"/>
                                        </p:tgtEl>
                                      </p:cBhvr>
                                    </p:animEffect>
                                  </p:childTnLst>
                                </p:cTn>
                              </p:par>
                            </p:childTnLst>
                          </p:cTn>
                        </p:par>
                        <p:par>
                          <p:cTn id="55" fill="hold">
                            <p:stCondLst>
                              <p:cond delay="1500"/>
                            </p:stCondLst>
                            <p:childTnLst>
                              <p:par>
                                <p:cTn id="56" presetID="22" presetClass="entr" presetSubtype="8" fill="hold" grpId="0" nodeType="after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wipe(left)">
                                      <p:cBhvr>
                                        <p:cTn id="58" dur="1000"/>
                                        <p:tgtEl>
                                          <p:spTgt spid="26"/>
                                        </p:tgtEl>
                                      </p:cBhvr>
                                    </p:animEffect>
                                  </p:childTnLst>
                                </p:cTn>
                              </p:par>
                            </p:childTnLst>
                          </p:cTn>
                        </p:par>
                        <p:par>
                          <p:cTn id="59" fill="hold">
                            <p:stCondLst>
                              <p:cond delay="2500"/>
                            </p:stCondLst>
                            <p:childTnLst>
                              <p:par>
                                <p:cTn id="60" presetID="22" presetClass="entr" presetSubtype="8" fill="hold" nodeType="after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wipe(left)">
                                      <p:cBhvr>
                                        <p:cTn id="62" dur="2000"/>
                                        <p:tgtEl>
                                          <p:spTgt spid="23"/>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xit" presetSubtype="8" fill="hold" grpId="1" nodeType="clickEffect">
                                  <p:stCondLst>
                                    <p:cond delay="0"/>
                                  </p:stCondLst>
                                  <p:childTnLst>
                                    <p:animEffect transition="out" filter="wipe(left)">
                                      <p:cBhvr>
                                        <p:cTn id="66" dur="500"/>
                                        <p:tgtEl>
                                          <p:spTgt spid="27"/>
                                        </p:tgtEl>
                                      </p:cBhvr>
                                    </p:animEffect>
                                    <p:set>
                                      <p:cBhvr>
                                        <p:cTn id="67" dur="1" fill="hold">
                                          <p:stCondLst>
                                            <p:cond delay="499"/>
                                          </p:stCondLst>
                                        </p:cTn>
                                        <p:tgtEl>
                                          <p:spTgt spid="27"/>
                                        </p:tgtEl>
                                        <p:attrNameLst>
                                          <p:attrName>style.visibility</p:attrName>
                                        </p:attrNameLst>
                                      </p:cBhvr>
                                      <p:to>
                                        <p:strVal val="hidden"/>
                                      </p:to>
                                    </p:set>
                                  </p:childTnLst>
                                </p:cTn>
                              </p:par>
                            </p:childTnLst>
                          </p:cTn>
                        </p:par>
                        <p:par>
                          <p:cTn id="68" fill="hold">
                            <p:stCondLst>
                              <p:cond delay="500"/>
                            </p:stCondLst>
                            <p:childTnLst>
                              <p:par>
                                <p:cTn id="69" presetID="22" presetClass="entr" presetSubtype="8"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wipe(left)">
                                      <p:cBhvr>
                                        <p:cTn id="71" dur="1000"/>
                                        <p:tgtEl>
                                          <p:spTgt spid="35"/>
                                        </p:tgtEl>
                                      </p:cBhvr>
                                    </p:animEffect>
                                  </p:childTnLst>
                                </p:cTn>
                              </p:par>
                            </p:childTnLst>
                          </p:cTn>
                        </p:par>
                        <p:par>
                          <p:cTn id="72" fill="hold">
                            <p:stCondLst>
                              <p:cond delay="1500"/>
                            </p:stCondLst>
                            <p:childTnLst>
                              <p:par>
                                <p:cTn id="73" presetID="22" presetClass="entr" presetSubtype="8" fill="hold" grpId="0" nodeType="afterEffect">
                                  <p:stCondLst>
                                    <p:cond delay="0"/>
                                  </p:stCondLst>
                                  <p:childTnLst>
                                    <p:set>
                                      <p:cBhvr>
                                        <p:cTn id="74" dur="1" fill="hold">
                                          <p:stCondLst>
                                            <p:cond delay="0"/>
                                          </p:stCondLst>
                                        </p:cTn>
                                        <p:tgtEl>
                                          <p:spTgt spid="37"/>
                                        </p:tgtEl>
                                        <p:attrNameLst>
                                          <p:attrName>style.visibility</p:attrName>
                                        </p:attrNameLst>
                                      </p:cBhvr>
                                      <p:to>
                                        <p:strVal val="visible"/>
                                      </p:to>
                                    </p:set>
                                    <p:animEffect transition="in" filter="wipe(left)">
                                      <p:cBhvr>
                                        <p:cTn id="75" dur="500"/>
                                        <p:tgtEl>
                                          <p:spTgt spid="37"/>
                                        </p:tgtEl>
                                      </p:cBhvr>
                                    </p:animEffect>
                                  </p:childTnLst>
                                </p:cTn>
                              </p:par>
                            </p:childTnLst>
                          </p:cTn>
                        </p:par>
                        <p:par>
                          <p:cTn id="76" fill="hold">
                            <p:stCondLst>
                              <p:cond delay="2000"/>
                            </p:stCondLst>
                            <p:childTnLst>
                              <p:par>
                                <p:cTn id="77" presetID="22" presetClass="entr" presetSubtype="1" fill="hold" nodeType="after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wipe(up)">
                                      <p:cBhvr>
                                        <p:cTn id="79" dur="500"/>
                                        <p:tgtEl>
                                          <p:spTgt spid="18"/>
                                        </p:tgtEl>
                                      </p:cBhvr>
                                    </p:animEffect>
                                  </p:childTnLst>
                                </p:cTn>
                              </p:par>
                            </p:childTnLst>
                          </p:cTn>
                        </p:par>
                        <p:par>
                          <p:cTn id="80" fill="hold">
                            <p:stCondLst>
                              <p:cond delay="2500"/>
                            </p:stCondLst>
                            <p:childTnLst>
                              <p:par>
                                <p:cTn id="81" presetID="22" presetClass="entr" presetSubtype="1"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wipe(up)">
                                      <p:cBhvr>
                                        <p:cTn id="83" dur="500"/>
                                        <p:tgtEl>
                                          <p:spTgt spid="42"/>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grpId="0" nodeType="clickEffect">
                                  <p:stCondLst>
                                    <p:cond delay="0"/>
                                  </p:stCondLst>
                                  <p:childTnLst>
                                    <p:set>
                                      <p:cBhvr>
                                        <p:cTn id="87" dur="1" fill="hold">
                                          <p:stCondLst>
                                            <p:cond delay="0"/>
                                          </p:stCondLst>
                                        </p:cTn>
                                        <p:tgtEl>
                                          <p:spTgt spid="40"/>
                                        </p:tgtEl>
                                        <p:attrNameLst>
                                          <p:attrName>style.visibility</p:attrName>
                                        </p:attrNameLst>
                                      </p:cBhvr>
                                      <p:to>
                                        <p:strVal val="visible"/>
                                      </p:to>
                                    </p:set>
                                    <p:animEffect transition="in" filter="wipe(left)">
                                      <p:cBhvr>
                                        <p:cTn id="88" dur="500"/>
                                        <p:tgtEl>
                                          <p:spTgt spid="40"/>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33"/>
                                        </p:tgtEl>
                                        <p:attrNameLst>
                                          <p:attrName>style.visibility</p:attrName>
                                        </p:attrNameLst>
                                      </p:cBhvr>
                                      <p:to>
                                        <p:strVal val="visible"/>
                                      </p:to>
                                    </p:set>
                                    <p:animEffect transition="in" filter="wipe(left)">
                                      <p:cBhvr>
                                        <p:cTn id="93" dur="500"/>
                                        <p:tgtEl>
                                          <p:spTgt spid="33"/>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8" fill="hold" grpId="0" nodeType="clickEffect">
                                  <p:stCondLst>
                                    <p:cond delay="0"/>
                                  </p:stCondLst>
                                  <p:childTnLst>
                                    <p:set>
                                      <p:cBhvr>
                                        <p:cTn id="97" dur="1" fill="hold">
                                          <p:stCondLst>
                                            <p:cond delay="0"/>
                                          </p:stCondLst>
                                        </p:cTn>
                                        <p:tgtEl>
                                          <p:spTgt spid="38"/>
                                        </p:tgtEl>
                                        <p:attrNameLst>
                                          <p:attrName>style.visibility</p:attrName>
                                        </p:attrNameLst>
                                      </p:cBhvr>
                                      <p:to>
                                        <p:strVal val="visible"/>
                                      </p:to>
                                    </p:set>
                                    <p:animEffect transition="in" filter="wipe(left)">
                                      <p:cBhvr>
                                        <p:cTn id="98" dur="500"/>
                                        <p:tgtEl>
                                          <p:spTgt spid="38"/>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0"/>
                                        </p:tgtEl>
                                        <p:attrNameLst>
                                          <p:attrName>style.visibility</p:attrName>
                                        </p:attrNameLst>
                                      </p:cBhvr>
                                      <p:to>
                                        <p:strVal val="visible"/>
                                      </p:to>
                                    </p:set>
                                    <p:animEffect transition="in" filter="wipe(left)">
                                      <p:cBhvr>
                                        <p:cTn id="103" dur="1500"/>
                                        <p:tgtEl>
                                          <p:spTgt spid="20"/>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8" fill="hold" grpId="0" nodeType="clickEffect">
                                  <p:stCondLst>
                                    <p:cond delay="0"/>
                                  </p:stCondLst>
                                  <p:childTnLst>
                                    <p:set>
                                      <p:cBhvr>
                                        <p:cTn id="107" dur="1" fill="hold">
                                          <p:stCondLst>
                                            <p:cond delay="0"/>
                                          </p:stCondLst>
                                        </p:cTn>
                                        <p:tgtEl>
                                          <p:spTgt spid="34"/>
                                        </p:tgtEl>
                                        <p:attrNameLst>
                                          <p:attrName>style.visibility</p:attrName>
                                        </p:attrNameLst>
                                      </p:cBhvr>
                                      <p:to>
                                        <p:strVal val="visible"/>
                                      </p:to>
                                    </p:set>
                                    <p:animEffect transition="in" filter="wipe(left)">
                                      <p:cBhvr>
                                        <p:cTn id="108" dur="500"/>
                                        <p:tgtEl>
                                          <p:spTgt spid="34"/>
                                        </p:tgtEl>
                                      </p:cBhvr>
                                    </p:animEffect>
                                  </p:childTnLst>
                                </p:cTn>
                              </p:par>
                            </p:childTnLst>
                          </p:cTn>
                        </p:par>
                        <p:par>
                          <p:cTn id="109" fill="hold">
                            <p:stCondLst>
                              <p:cond delay="500"/>
                            </p:stCondLst>
                            <p:childTnLst>
                              <p:par>
                                <p:cTn id="110" presetID="22" presetClass="entr" presetSubtype="8" fill="hold" grpId="0" nodeType="afterEffect">
                                  <p:stCondLst>
                                    <p:cond delay="0"/>
                                  </p:stCondLst>
                                  <p:childTnLst>
                                    <p:set>
                                      <p:cBhvr>
                                        <p:cTn id="111" dur="1" fill="hold">
                                          <p:stCondLst>
                                            <p:cond delay="0"/>
                                          </p:stCondLst>
                                        </p:cTn>
                                        <p:tgtEl>
                                          <p:spTgt spid="39"/>
                                        </p:tgtEl>
                                        <p:attrNameLst>
                                          <p:attrName>style.visibility</p:attrName>
                                        </p:attrNameLst>
                                      </p:cBhvr>
                                      <p:to>
                                        <p:strVal val="visible"/>
                                      </p:to>
                                    </p:set>
                                    <p:animEffect transition="in" filter="wipe(left)">
                                      <p:cBhvr>
                                        <p:cTn id="112" dur="500"/>
                                        <p:tgtEl>
                                          <p:spTgt spid="39"/>
                                        </p:tgtEl>
                                      </p:cBhvr>
                                    </p:animEffect>
                                  </p:childTnLst>
                                </p:cTn>
                              </p:par>
                            </p:childTnLst>
                          </p:cTn>
                        </p:par>
                        <p:par>
                          <p:cTn id="113" fill="hold">
                            <p:stCondLst>
                              <p:cond delay="1000"/>
                            </p:stCondLst>
                            <p:childTnLst>
                              <p:par>
                                <p:cTn id="114" presetID="22" presetClass="entr" presetSubtype="8" fill="hold" grpId="0" nodeType="afterEffect">
                                  <p:stCondLst>
                                    <p:cond delay="0"/>
                                  </p:stCondLst>
                                  <p:childTnLst>
                                    <p:set>
                                      <p:cBhvr>
                                        <p:cTn id="115" dur="1" fill="hold">
                                          <p:stCondLst>
                                            <p:cond delay="0"/>
                                          </p:stCondLst>
                                        </p:cTn>
                                        <p:tgtEl>
                                          <p:spTgt spid="21"/>
                                        </p:tgtEl>
                                        <p:attrNameLst>
                                          <p:attrName>style.visibility</p:attrName>
                                        </p:attrNameLst>
                                      </p:cBhvr>
                                      <p:to>
                                        <p:strVal val="visible"/>
                                      </p:to>
                                    </p:set>
                                    <p:animEffect transition="in" filter="wipe(left)">
                                      <p:cBhvr>
                                        <p:cTn id="116" dur="1500"/>
                                        <p:tgtEl>
                                          <p:spTgt spid="21"/>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xit" presetSubtype="8" fill="hold" grpId="1" nodeType="clickEffect">
                                  <p:stCondLst>
                                    <p:cond delay="0"/>
                                  </p:stCondLst>
                                  <p:childTnLst>
                                    <p:animEffect transition="out" filter="wipe(left)">
                                      <p:cBhvr>
                                        <p:cTn id="120" dur="500"/>
                                        <p:tgtEl>
                                          <p:spTgt spid="35"/>
                                        </p:tgtEl>
                                      </p:cBhvr>
                                    </p:animEffect>
                                    <p:set>
                                      <p:cBhvr>
                                        <p:cTn id="121" dur="1" fill="hold">
                                          <p:stCondLst>
                                            <p:cond delay="499"/>
                                          </p:stCondLst>
                                        </p:cTn>
                                        <p:tgtEl>
                                          <p:spTgt spid="35"/>
                                        </p:tgtEl>
                                        <p:attrNameLst>
                                          <p:attrName>style.visibility</p:attrName>
                                        </p:attrNameLst>
                                      </p:cBhvr>
                                      <p:to>
                                        <p:strVal val="hidden"/>
                                      </p:to>
                                    </p:set>
                                  </p:childTnLst>
                                </p:cTn>
                              </p:par>
                            </p:childTnLst>
                          </p:cTn>
                        </p:par>
                        <p:par>
                          <p:cTn id="122" fill="hold">
                            <p:stCondLst>
                              <p:cond delay="500"/>
                            </p:stCondLst>
                            <p:childTnLst>
                              <p:par>
                                <p:cTn id="123" presetID="22" presetClass="entr" presetSubtype="8" fill="hold" grpId="0" nodeType="afterEffect">
                                  <p:stCondLst>
                                    <p:cond delay="0"/>
                                  </p:stCondLst>
                                  <p:childTnLst>
                                    <p:set>
                                      <p:cBhvr>
                                        <p:cTn id="124" dur="1" fill="hold">
                                          <p:stCondLst>
                                            <p:cond delay="0"/>
                                          </p:stCondLst>
                                        </p:cTn>
                                        <p:tgtEl>
                                          <p:spTgt spid="31"/>
                                        </p:tgtEl>
                                        <p:attrNameLst>
                                          <p:attrName>style.visibility</p:attrName>
                                        </p:attrNameLst>
                                      </p:cBhvr>
                                      <p:to>
                                        <p:strVal val="visible"/>
                                      </p:to>
                                    </p:set>
                                    <p:animEffect transition="in" filter="wipe(left)">
                                      <p:cBhvr>
                                        <p:cTn id="125" dur="1000"/>
                                        <p:tgtEl>
                                          <p:spTgt spid="31"/>
                                        </p:tgtEl>
                                      </p:cBhvr>
                                    </p:animEffect>
                                  </p:childTnLst>
                                </p:cTn>
                              </p:par>
                            </p:childTnLst>
                          </p:cTn>
                        </p:par>
                      </p:childTnLst>
                    </p:cTn>
                  </p:par>
                  <p:par>
                    <p:cTn id="126" fill="hold">
                      <p:stCondLst>
                        <p:cond delay="indefinite"/>
                      </p:stCondLst>
                      <p:childTnLst>
                        <p:par>
                          <p:cTn id="127" fill="hold">
                            <p:stCondLst>
                              <p:cond delay="0"/>
                            </p:stCondLst>
                            <p:childTnLst>
                              <p:par>
                                <p:cTn id="128" presetID="22" presetClass="entr" presetSubtype="8" fill="hold" grpId="0" nodeType="clickEffect">
                                  <p:stCondLst>
                                    <p:cond delay="0"/>
                                  </p:stCondLst>
                                  <p:childTnLst>
                                    <p:set>
                                      <p:cBhvr>
                                        <p:cTn id="129" dur="1" fill="hold">
                                          <p:stCondLst>
                                            <p:cond delay="0"/>
                                          </p:stCondLst>
                                        </p:cTn>
                                        <p:tgtEl>
                                          <p:spTgt spid="25"/>
                                        </p:tgtEl>
                                        <p:attrNameLst>
                                          <p:attrName>style.visibility</p:attrName>
                                        </p:attrNameLst>
                                      </p:cBhvr>
                                      <p:to>
                                        <p:strVal val="visible"/>
                                      </p:to>
                                    </p:set>
                                    <p:animEffect transition="in" filter="wipe(left)">
                                      <p:cBhvr>
                                        <p:cTn id="130" dur="500"/>
                                        <p:tgtEl>
                                          <p:spTgt spid="25"/>
                                        </p:tgtEl>
                                      </p:cBhvr>
                                    </p:animEffect>
                                  </p:childTnLst>
                                </p:cTn>
                              </p:par>
                            </p:childTnLst>
                          </p:cTn>
                        </p:par>
                        <p:par>
                          <p:cTn id="131" fill="hold">
                            <p:stCondLst>
                              <p:cond delay="500"/>
                            </p:stCondLst>
                            <p:childTnLst>
                              <p:par>
                                <p:cTn id="132" presetID="22" presetClass="entr" presetSubtype="1" fill="hold" nodeType="afterEffect">
                                  <p:stCondLst>
                                    <p:cond delay="0"/>
                                  </p:stCondLst>
                                  <p:childTnLst>
                                    <p:set>
                                      <p:cBhvr>
                                        <p:cTn id="133" dur="1" fill="hold">
                                          <p:stCondLst>
                                            <p:cond delay="0"/>
                                          </p:stCondLst>
                                        </p:cTn>
                                        <p:tgtEl>
                                          <p:spTgt spid="5"/>
                                        </p:tgtEl>
                                        <p:attrNameLst>
                                          <p:attrName>style.visibility</p:attrName>
                                        </p:attrNameLst>
                                      </p:cBhvr>
                                      <p:to>
                                        <p:strVal val="visible"/>
                                      </p:to>
                                    </p:set>
                                    <p:animEffect transition="in" filter="wipe(up)">
                                      <p:cBhvr>
                                        <p:cTn id="134" dur="500"/>
                                        <p:tgtEl>
                                          <p:spTgt spid="5"/>
                                        </p:tgtEl>
                                      </p:cBhvr>
                                    </p:animEffect>
                                  </p:childTnLst>
                                </p:cTn>
                              </p:par>
                            </p:childTnLst>
                          </p:cTn>
                        </p:par>
                        <p:par>
                          <p:cTn id="135" fill="hold">
                            <p:stCondLst>
                              <p:cond delay="1000"/>
                            </p:stCondLst>
                            <p:childTnLst>
                              <p:par>
                                <p:cTn id="136" presetID="22" presetClass="entr" presetSubtype="1" fill="hold" grpId="0" nodeType="afterEffect">
                                  <p:stCondLst>
                                    <p:cond delay="0"/>
                                  </p:stCondLst>
                                  <p:childTnLst>
                                    <p:set>
                                      <p:cBhvr>
                                        <p:cTn id="137" dur="1" fill="hold">
                                          <p:stCondLst>
                                            <p:cond delay="0"/>
                                          </p:stCondLst>
                                        </p:cTn>
                                        <p:tgtEl>
                                          <p:spTgt spid="29"/>
                                        </p:tgtEl>
                                        <p:attrNameLst>
                                          <p:attrName>style.visibility</p:attrName>
                                        </p:attrNameLst>
                                      </p:cBhvr>
                                      <p:to>
                                        <p:strVal val="visible"/>
                                      </p:to>
                                    </p:set>
                                    <p:animEffect transition="in" filter="wipe(up)">
                                      <p:cBhvr>
                                        <p:cTn id="138" dur="1500"/>
                                        <p:tgtEl>
                                          <p:spTgt spid="29"/>
                                        </p:tgtEl>
                                      </p:cBhvr>
                                    </p:animEffect>
                                  </p:childTnLst>
                                </p:cTn>
                              </p:par>
                            </p:childTnLst>
                          </p:cTn>
                        </p:par>
                        <p:par>
                          <p:cTn id="139" fill="hold">
                            <p:stCondLst>
                              <p:cond delay="2500"/>
                            </p:stCondLst>
                            <p:childTnLst>
                              <p:par>
                                <p:cTn id="140" presetID="22" presetClass="entr" presetSubtype="1" fill="hold" nodeType="afterEffect">
                                  <p:stCondLst>
                                    <p:cond delay="0"/>
                                  </p:stCondLst>
                                  <p:childTnLst>
                                    <p:set>
                                      <p:cBhvr>
                                        <p:cTn id="141" dur="1" fill="hold">
                                          <p:stCondLst>
                                            <p:cond delay="0"/>
                                          </p:stCondLst>
                                        </p:cTn>
                                        <p:tgtEl>
                                          <p:spTgt spid="9"/>
                                        </p:tgtEl>
                                        <p:attrNameLst>
                                          <p:attrName>style.visibility</p:attrName>
                                        </p:attrNameLst>
                                      </p:cBhvr>
                                      <p:to>
                                        <p:strVal val="visible"/>
                                      </p:to>
                                    </p:set>
                                    <p:animEffect transition="in" filter="wipe(up)">
                                      <p:cBhvr>
                                        <p:cTn id="142" dur="500"/>
                                        <p:tgtEl>
                                          <p:spTgt spid="9"/>
                                        </p:tgtEl>
                                      </p:cBhvr>
                                    </p:animEffect>
                                  </p:childTnLst>
                                </p:cTn>
                              </p:par>
                            </p:childTnLst>
                          </p:cTn>
                        </p:par>
                        <p:par>
                          <p:cTn id="143" fill="hold">
                            <p:stCondLst>
                              <p:cond delay="3000"/>
                            </p:stCondLst>
                            <p:childTnLst>
                              <p:par>
                                <p:cTn id="144" presetID="22" presetClass="entr" presetSubtype="1" fill="hold" grpId="0" nodeType="afterEffect">
                                  <p:stCondLst>
                                    <p:cond delay="0"/>
                                  </p:stCondLst>
                                  <p:childTnLst>
                                    <p:set>
                                      <p:cBhvr>
                                        <p:cTn id="145" dur="1" fill="hold">
                                          <p:stCondLst>
                                            <p:cond delay="0"/>
                                          </p:stCondLst>
                                        </p:cTn>
                                        <p:tgtEl>
                                          <p:spTgt spid="30"/>
                                        </p:tgtEl>
                                        <p:attrNameLst>
                                          <p:attrName>style.visibility</p:attrName>
                                        </p:attrNameLst>
                                      </p:cBhvr>
                                      <p:to>
                                        <p:strVal val="visible"/>
                                      </p:to>
                                    </p:set>
                                    <p:animEffect transition="in" filter="wipe(up)">
                                      <p:cBhvr>
                                        <p:cTn id="146" dur="1500"/>
                                        <p:tgtEl>
                                          <p:spTgt spid="30"/>
                                        </p:tgtEl>
                                      </p:cBhvr>
                                    </p:animEffect>
                                  </p:childTnLst>
                                </p:cTn>
                              </p:par>
                            </p:childTnLst>
                          </p:cTn>
                        </p:par>
                      </p:childTnLst>
                    </p:cTn>
                  </p:par>
                  <p:par>
                    <p:cTn id="147" fill="hold">
                      <p:stCondLst>
                        <p:cond delay="indefinite"/>
                      </p:stCondLst>
                      <p:childTnLst>
                        <p:par>
                          <p:cTn id="148" fill="hold">
                            <p:stCondLst>
                              <p:cond delay="0"/>
                            </p:stCondLst>
                            <p:childTnLst>
                              <p:par>
                                <p:cTn id="149" presetID="22" presetClass="exit" presetSubtype="8" fill="hold" grpId="1" nodeType="clickEffect">
                                  <p:stCondLst>
                                    <p:cond delay="0"/>
                                  </p:stCondLst>
                                  <p:childTnLst>
                                    <p:animEffect transition="out" filter="wipe(left)">
                                      <p:cBhvr>
                                        <p:cTn id="150" dur="500"/>
                                        <p:tgtEl>
                                          <p:spTgt spid="31"/>
                                        </p:tgtEl>
                                      </p:cBhvr>
                                    </p:animEffect>
                                    <p:set>
                                      <p:cBhvr>
                                        <p:cTn id="151" dur="1" fill="hold">
                                          <p:stCondLst>
                                            <p:cond delay="499"/>
                                          </p:stCondLst>
                                        </p:cTn>
                                        <p:tgtEl>
                                          <p:spTgt spid="31"/>
                                        </p:tgtEl>
                                        <p:attrNameLst>
                                          <p:attrName>style.visibility</p:attrName>
                                        </p:attrNameLst>
                                      </p:cBhvr>
                                      <p:to>
                                        <p:strVal val="hidden"/>
                                      </p:to>
                                    </p:set>
                                  </p:childTnLst>
                                </p:cTn>
                              </p:par>
                            </p:childTnLst>
                          </p:cTn>
                        </p:par>
                        <p:par>
                          <p:cTn id="152" fill="hold">
                            <p:stCondLst>
                              <p:cond delay="500"/>
                            </p:stCondLst>
                            <p:childTnLst>
                              <p:par>
                                <p:cTn id="153" presetID="22" presetClass="entr" presetSubtype="8" fill="hold" grpId="0" nodeType="afterEffect">
                                  <p:stCondLst>
                                    <p:cond delay="0"/>
                                  </p:stCondLst>
                                  <p:childTnLst>
                                    <p:set>
                                      <p:cBhvr>
                                        <p:cTn id="154" dur="1" fill="hold">
                                          <p:stCondLst>
                                            <p:cond delay="0"/>
                                          </p:stCondLst>
                                        </p:cTn>
                                        <p:tgtEl>
                                          <p:spTgt spid="32"/>
                                        </p:tgtEl>
                                        <p:attrNameLst>
                                          <p:attrName>style.visibility</p:attrName>
                                        </p:attrNameLst>
                                      </p:cBhvr>
                                      <p:to>
                                        <p:strVal val="visible"/>
                                      </p:to>
                                    </p:set>
                                    <p:animEffect transition="in" filter="wipe(left)">
                                      <p:cBhvr>
                                        <p:cTn id="155" dur="500"/>
                                        <p:tgtEl>
                                          <p:spTgt spid="32"/>
                                        </p:tgtEl>
                                      </p:cBhvr>
                                    </p:animEffect>
                                  </p:childTnLst>
                                </p:cTn>
                              </p:par>
                            </p:childTnLst>
                          </p:cTn>
                        </p:par>
                        <p:par>
                          <p:cTn id="156" fill="hold">
                            <p:stCondLst>
                              <p:cond delay="1000"/>
                            </p:stCondLst>
                            <p:childTnLst>
                              <p:par>
                                <p:cTn id="157" presetID="22" presetClass="entr" presetSubtype="8" fill="hold" grpId="0" nodeType="afterEffect">
                                  <p:stCondLst>
                                    <p:cond delay="0"/>
                                  </p:stCondLst>
                                  <p:childTnLst>
                                    <p:set>
                                      <p:cBhvr>
                                        <p:cTn id="158" dur="1" fill="hold">
                                          <p:stCondLst>
                                            <p:cond delay="0"/>
                                          </p:stCondLst>
                                        </p:cTn>
                                        <p:tgtEl>
                                          <p:spTgt spid="28"/>
                                        </p:tgtEl>
                                        <p:attrNameLst>
                                          <p:attrName>style.visibility</p:attrName>
                                        </p:attrNameLst>
                                      </p:cBhvr>
                                      <p:to>
                                        <p:strVal val="visible"/>
                                      </p:to>
                                    </p:set>
                                    <p:animEffect transition="in" filter="wipe(left)">
                                      <p:cBhvr>
                                        <p:cTn id="159" dur="1000"/>
                                        <p:tgtEl>
                                          <p:spTgt spid="28"/>
                                        </p:tgtEl>
                                      </p:cBhvr>
                                    </p:animEffect>
                                  </p:childTnLst>
                                </p:cTn>
                              </p:par>
                            </p:childTnLst>
                          </p:cTn>
                        </p:par>
                        <p:par>
                          <p:cTn id="160" fill="hold">
                            <p:stCondLst>
                              <p:cond delay="2000"/>
                            </p:stCondLst>
                            <p:childTnLst>
                              <p:par>
                                <p:cTn id="161" presetID="22" presetClass="entr" presetSubtype="8" fill="hold" nodeType="afterEffect">
                                  <p:stCondLst>
                                    <p:cond delay="0"/>
                                  </p:stCondLst>
                                  <p:childTnLst>
                                    <p:set>
                                      <p:cBhvr>
                                        <p:cTn id="162" dur="1" fill="hold">
                                          <p:stCondLst>
                                            <p:cond delay="0"/>
                                          </p:stCondLst>
                                        </p:cTn>
                                        <p:tgtEl>
                                          <p:spTgt spid="24"/>
                                        </p:tgtEl>
                                        <p:attrNameLst>
                                          <p:attrName>style.visibility</p:attrName>
                                        </p:attrNameLst>
                                      </p:cBhvr>
                                      <p:to>
                                        <p:strVal val="visible"/>
                                      </p:to>
                                    </p:set>
                                    <p:animEffect transition="in" filter="wipe(left)">
                                      <p:cBhvr>
                                        <p:cTn id="163"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20" grpId="0" animBg="1"/>
      <p:bldP spid="21" grpId="0" animBg="1"/>
      <p:bldP spid="33" grpId="0" animBg="1"/>
      <p:bldP spid="34" grpId="0" animBg="1"/>
      <p:bldP spid="35" grpId="0" animBg="1"/>
      <p:bldP spid="35" grpId="1" animBg="1"/>
      <p:bldP spid="37" grpId="0"/>
      <p:bldP spid="38" grpId="0" animBg="1"/>
      <p:bldP spid="39" grpId="0" animBg="1"/>
      <p:bldP spid="40" grpId="0"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65210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DD1A736-86E4-94F1-2CF6-CAF32AF8C52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AC55CF5-7AFE-46CE-764A-0B269B6DA01D}"/>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FD577DF9-25D7-29D1-F91C-054C4FC3ED4E}"/>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EC2F84CA-86A7-A6B4-5B59-08D33259A60B}"/>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FF2C2733-32F2-4B9A-D41A-0701BADB8583}"/>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DA1DDF73-56C1-D609-07E1-5BFD030F979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24757BD3-635B-77B2-92B5-D5695A026EF2}"/>
              </a:ext>
            </a:extLst>
          </p:cNvPr>
          <p:cNvSpPr txBox="1"/>
          <p:nvPr/>
        </p:nvSpPr>
        <p:spPr>
          <a:xfrm>
            <a:off x="400876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42371142-D5CB-18BA-9A08-A939A9C13FD3}"/>
              </a:ext>
            </a:extLst>
          </p:cNvPr>
          <p:cNvGraphicFramePr>
            <a:graphicFrameLocks noGrp="1"/>
          </p:cNvGraphicFramePr>
          <p:nvPr>
            <p:extLst>
              <p:ext uri="{D42A27DB-BD31-4B8C-83A1-F6EECF244321}">
                <p14:modId xmlns:p14="http://schemas.microsoft.com/office/powerpoint/2010/main" val="1540731763"/>
              </p:ext>
            </p:extLst>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FD9930D7-6E69-D4C8-952E-945A5329735E}"/>
              </a:ext>
            </a:extLst>
          </p:cNvPr>
          <p:cNvGraphicFramePr>
            <a:graphicFrameLocks noGrp="1"/>
          </p:cNvGraphicFramePr>
          <p:nvPr>
            <p:extLst>
              <p:ext uri="{D42A27DB-BD31-4B8C-83A1-F6EECF244321}">
                <p14:modId xmlns:p14="http://schemas.microsoft.com/office/powerpoint/2010/main" val="1842599912"/>
              </p:ext>
            </p:extLst>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EAB03567-ED36-C001-9767-D483E4E6302D}"/>
              </a:ext>
            </a:extLst>
          </p:cNvPr>
          <p:cNvSpPr txBox="1"/>
          <p:nvPr/>
        </p:nvSpPr>
        <p:spPr>
          <a:xfrm>
            <a:off x="5407953"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4D70018-CC04-1560-7393-056FD050749E}"/>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144B5766-38A1-B88F-1BA6-04A3A6714965}"/>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F4DB70D2-AEEB-43F1-01EE-D64208C4D6E7}"/>
              </a:ext>
            </a:extLst>
          </p:cNvPr>
          <p:cNvSpPr txBox="1"/>
          <p:nvPr/>
        </p:nvSpPr>
        <p:spPr>
          <a:xfrm>
            <a:off x="6792849"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6CB8C4B4-577A-3107-BEFA-75F2B198469B}"/>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DA20842F-B225-76EF-4651-2569E287C13E}"/>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B209CFE-6A40-EF5D-8D9C-CF8FEA04118E}"/>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F8AE29EB-A9FA-119C-D497-6E0DADE9974B}"/>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9B41AB4C-9048-CFE5-311F-A39A0BC208C3}"/>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910DC15E-C334-31AE-67EE-E8CF92585CA3}"/>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7736E4F1-1CBC-EAF4-83EB-70C89987FB7B}"/>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C9DB0232-EADE-144C-5760-B8C56FAEEC46}"/>
              </a:ext>
            </a:extLst>
          </p:cNvPr>
          <p:cNvSpPr txBox="1"/>
          <p:nvPr/>
        </p:nvSpPr>
        <p:spPr>
          <a:xfrm>
            <a:off x="5385858"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EA20AAF7-CCCA-0B54-F159-7FA48EA08E5F}"/>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E85188A-D7F8-B17D-F36E-8654D84AC71C}"/>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4FBD3AEA-D4D2-5F5E-273C-0E4A7A99BAE4}"/>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48C072E4-1C36-6AA1-4C30-6E60577ED3C9}"/>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98F54EFF-A7B2-9AD6-A424-0DA7818064DD}"/>
              </a:ext>
            </a:extLst>
          </p:cNvPr>
          <p:cNvGraphicFramePr>
            <a:graphicFrameLocks noGrp="1"/>
          </p:cNvGraphicFramePr>
          <p:nvPr>
            <p:extLst>
              <p:ext uri="{D42A27DB-BD31-4B8C-83A1-F6EECF244321}">
                <p14:modId xmlns:p14="http://schemas.microsoft.com/office/powerpoint/2010/main" val="3765293789"/>
              </p:ext>
            </p:extLst>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B5F9D505-DB1D-210B-AF60-C37B171A4DFD}"/>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CDF004E-FE20-E74B-0EA9-C5E09CFCC0CD}"/>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1FCA9D35-1889-F54C-7030-D7BD8F3422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65DA3093-F127-EB5F-CA4C-46EA55F630FE}"/>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16E9E832-054B-A0B6-7B11-B61D35C55ABF}"/>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527957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8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32"/>
                                        </p:tgtEl>
                                        <p:attrNameLst>
                                          <p:attrName>style.visibility</p:attrName>
                                        </p:attrNameLst>
                                      </p:cBhvr>
                                      <p:to>
                                        <p:strVal val="visible"/>
                                      </p:to>
                                    </p:set>
                                    <p:animEffect transition="in" filter="wipe(left)">
                                      <p:cBhvr>
                                        <p:cTn id="158" dur="500"/>
                                        <p:tgtEl>
                                          <p:spTgt spid="32"/>
                                        </p:tgtEl>
                                      </p:cBhvr>
                                    </p:animEffect>
                                  </p:childTnLst>
                                </p:cTn>
                              </p:par>
                            </p:childTnLst>
                          </p:cTn>
                        </p:par>
                        <p:par>
                          <p:cTn id="159" fill="hold">
                            <p:stCondLst>
                              <p:cond delay="500"/>
                            </p:stCondLst>
                            <p:childTnLst>
                              <p:par>
                                <p:cTn id="160" presetID="22" presetClass="entr" presetSubtype="8" fill="hold" grpId="0" nodeType="afterEffect">
                                  <p:stCondLst>
                                    <p:cond delay="0"/>
                                  </p:stCondLst>
                                  <p:childTnLst>
                                    <p:set>
                                      <p:cBhvr>
                                        <p:cTn id="161" dur="1" fill="hold">
                                          <p:stCondLst>
                                            <p:cond delay="0"/>
                                          </p:stCondLst>
                                        </p:cTn>
                                        <p:tgtEl>
                                          <p:spTgt spid="38"/>
                                        </p:tgtEl>
                                        <p:attrNameLst>
                                          <p:attrName>style.visibility</p:attrName>
                                        </p:attrNameLst>
                                      </p:cBhvr>
                                      <p:to>
                                        <p:strVal val="visible"/>
                                      </p:to>
                                    </p:set>
                                    <p:animEffect transition="in" filter="wipe(left)">
                                      <p:cBhvr>
                                        <p:cTn id="162" dur="1000"/>
                                        <p:tgtEl>
                                          <p:spTgt spid="38"/>
                                        </p:tgtEl>
                                      </p:cBhvr>
                                    </p:animEffect>
                                  </p:childTnLst>
                                </p:cTn>
                              </p:par>
                            </p:childTnLst>
                          </p:cTn>
                        </p:par>
                        <p:par>
                          <p:cTn id="163" fill="hold">
                            <p:stCondLst>
                              <p:cond delay="1500"/>
                            </p:stCondLst>
                            <p:childTnLst>
                              <p:par>
                                <p:cTn id="164" presetID="22" presetClass="entr" presetSubtype="1" fill="hold" nodeType="afterEffect">
                                  <p:stCondLst>
                                    <p:cond delay="0"/>
                                  </p:stCondLst>
                                  <p:childTnLst>
                                    <p:set>
                                      <p:cBhvr>
                                        <p:cTn id="165" dur="1" fill="hold">
                                          <p:stCondLst>
                                            <p:cond delay="0"/>
                                          </p:stCondLst>
                                        </p:cTn>
                                        <p:tgtEl>
                                          <p:spTgt spid="2"/>
                                        </p:tgtEl>
                                        <p:attrNameLst>
                                          <p:attrName>style.visibility</p:attrName>
                                        </p:attrNameLst>
                                      </p:cBhvr>
                                      <p:to>
                                        <p:strVal val="visible"/>
                                      </p:to>
                                    </p:set>
                                    <p:animEffect transition="in" filter="wipe(up)">
                                      <p:cBhvr>
                                        <p:cTn id="166" dur="2000"/>
                                        <p:tgtEl>
                                          <p:spTgt spid="2"/>
                                        </p:tgtEl>
                                      </p:cBhvr>
                                    </p:animEffect>
                                  </p:childTnLst>
                                </p:cTn>
                              </p:par>
                            </p:childTnLst>
                          </p:cTn>
                        </p:par>
                        <p:par>
                          <p:cTn id="167" fill="hold">
                            <p:stCondLst>
                              <p:cond delay="3500"/>
                            </p:stCondLst>
                            <p:childTnLst>
                              <p:par>
                                <p:cTn id="168" presetID="22" presetClass="exit" presetSubtype="8" fill="hold" grpId="1" nodeType="afterEffect">
                                  <p:stCondLst>
                                    <p:cond delay="0"/>
                                  </p:stCondLst>
                                  <p:childTnLst>
                                    <p:animEffect transition="out" filter="wipe(left)">
                                      <p:cBhvr>
                                        <p:cTn id="169" dur="500"/>
                                        <p:tgtEl>
                                          <p:spTgt spid="3"/>
                                        </p:tgtEl>
                                      </p:cBhvr>
                                    </p:animEffect>
                                    <p:set>
                                      <p:cBhvr>
                                        <p:cTn id="170" dur="1" fill="hold">
                                          <p:stCondLst>
                                            <p:cond delay="499"/>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BF3C316-2CAB-B202-2066-77C79D7314C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F9A1136-94BF-3DE8-6C99-DC7B3F6BA2AE}"/>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0D0B547-A909-D476-61A8-13C240E49DD3}"/>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D7ABF896-A329-1B09-284C-ED6FA26D45A7}"/>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2B3435E3-8887-D210-C3AC-C36C43BAA0AB}"/>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07833299-0241-5ADF-B516-FBA5F1A77588}"/>
              </a:ext>
            </a:extLst>
          </p:cNvPr>
          <p:cNvGraphicFramePr>
            <a:graphicFrameLocks noGrp="1"/>
          </p:cNvGraphicFramePr>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C8A0434C-7045-D5D8-4EA4-03AE2D8C8C35}"/>
              </a:ext>
            </a:extLst>
          </p:cNvPr>
          <p:cNvGraphicFramePr>
            <a:graphicFrameLocks noGrp="1"/>
          </p:cNvGraphicFramePr>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C0C4D4F9-8284-D3C8-89E3-93B23FD2E01D}"/>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45643890-7930-7652-AEE5-689171751675}"/>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A6EBF1C4-CF56-4EB9-4F82-68757A802E5A}"/>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7F13D9BF-65AF-F716-7B35-D69B934ADFC2}"/>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C70DEF4-0532-F32B-AC2F-7DE6CBDA91E6}"/>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74FBD681-4F94-5D15-B7E8-923B7D761367}"/>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2EB18E35-7C42-4227-2989-97C620501E7B}"/>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0495FBFC-D6B7-CBDF-E1AC-FDA9E24618A6}"/>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615EA112-F007-4B59-E249-ADCA966C048E}"/>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6576FEAE-0941-30A6-8380-A1345742F581}"/>
              </a:ext>
            </a:extLst>
          </p:cNvPr>
          <p:cNvGraphicFramePr>
            <a:graphicFrameLocks noGrp="1"/>
          </p:cNvGraphicFramePr>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1FE51DB1-B15D-45EC-3232-EDD484A35177}"/>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282BA34-E1F6-D069-0722-64BB33075C8F}"/>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A14D9EC9-EC51-3507-CA61-90079932D9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7F3FFB8-41A2-FBC3-A6F0-153035352566}"/>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E30CC009-012A-95CA-E49F-0B9F2B3B8841}"/>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Where 2 - Arrow">
            <a:extLst>
              <a:ext uri="{FF2B5EF4-FFF2-40B4-BE49-F238E27FC236}">
                <a16:creationId xmlns:a16="http://schemas.microsoft.com/office/drawing/2014/main" id="{4F1BF895-AC75-4E66-B956-A4C5AD4A5B19}"/>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2900905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987902060"/>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362495278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2625153877"/>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848868675"/>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762542" y="5893500"/>
            <a:ext cx="6524222" cy="523220"/>
          </a:xfrm>
          <a:prstGeom prst="rect">
            <a:avLst/>
          </a:prstGeom>
          <a:noFill/>
        </p:spPr>
        <p:txBody>
          <a:bodyPr wrap="none" rtlCol="0">
            <a:spAutoFit/>
          </a:bodyPr>
          <a:lstStyle/>
          <a:p>
            <a:pPr algn="ctr"/>
            <a:r>
              <a:rPr lang="en-GB" sz="2800" b="1" dirty="0">
                <a:solidFill>
                  <a:srgbClr val="7030A0"/>
                </a:solidFill>
              </a:rPr>
              <a:t>When </a:t>
            </a:r>
            <a:r>
              <a:rPr lang="en-GB" sz="2800" b="1" dirty="0">
                <a:latin typeface="Consolas" panose="020B0609020204030204" pitchFamily="49" charset="0"/>
              </a:rPr>
              <a:t>age</a:t>
            </a:r>
            <a:r>
              <a:rPr lang="en-GB" sz="2800" b="1" dirty="0">
                <a:solidFill>
                  <a:srgbClr val="7030A0"/>
                </a:solidFill>
              </a:rPr>
              <a:t> is the same, sorts by </a:t>
            </a:r>
            <a:r>
              <a:rPr lang="en-GB" sz="2800" b="1" dirty="0" err="1">
                <a:latin typeface="Consolas" panose="020B0609020204030204" pitchFamily="49" charset="0"/>
              </a:rPr>
              <a:t>lastName</a:t>
            </a:r>
            <a:endParaRPr lang="en-GB" sz="36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663E3461-DC5D-48CF-AE13-69B629EAA16E}"/>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5F704C70-63DD-5CD2-81E0-68A28F00CDBA}"/>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DB0883C9-01FE-4D89-B150-38DC55AEFC10}"/>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26A1FAA3-CC81-49D6-AB17-4E0AC8A72287}"/>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94AB25B3-E0EA-4F25-AC9F-5298AC30E16D}"/>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AD0ABB3-EDA3-4162-973D-0BAD756A6638}"/>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7EE2AB4-EF10-4E5F-9FE6-E0465F160441}"/>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476690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taxiReg</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taxiReg</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1944305052"/>
              </p:ext>
            </p:extLst>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21740900"/>
              </p:ext>
            </p:extLst>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28893683"/>
              </p:ext>
            </p:extLst>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9" y="1789757"/>
            <a:ext cx="2480449" cy="1138773"/>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a:p>
            <a:pPr algn="ctr"/>
            <a:r>
              <a:rPr lang="en-GB" sz="3600" b="1" dirty="0">
                <a:solidFill>
                  <a:srgbClr val="FF0000"/>
                </a:solidFill>
              </a:rPr>
              <a:t>Nonsense</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51">
                                            <p:txEl>
                                              <p:pRg st="0" end="0"/>
                                            </p:txEl>
                                          </p:spTgt>
                                        </p:tgtEl>
                                        <p:attrNameLst>
                                          <p:attrName>style.visibility</p:attrName>
                                        </p:attrNameLst>
                                      </p:cBhvr>
                                      <p:to>
                                        <p:strVal val="visible"/>
                                      </p:to>
                                    </p:set>
                                    <p:animEffect transition="in" filter="wipe(left)">
                                      <p:cBhvr>
                                        <p:cTn id="65" dur="500"/>
                                        <p:tgtEl>
                                          <p:spTgt spid="51">
                                            <p:txEl>
                                              <p:pRg st="0" end="0"/>
                                            </p:txEl>
                                          </p:spTgt>
                                        </p:tgtEl>
                                      </p:cBhvr>
                                    </p:animEffect>
                                  </p:childTnLst>
                                </p:cTn>
                              </p:par>
                            </p:childTnLst>
                          </p:cTn>
                        </p:par>
                        <p:par>
                          <p:cTn id="66" fill="hold">
                            <p:stCondLst>
                              <p:cond delay="500"/>
                            </p:stCondLst>
                            <p:childTnLst>
                              <p:par>
                                <p:cTn id="67" presetID="22" presetClass="entr" presetSubtype="8" fill="hold" grpId="0" nodeType="afterEffect" nodePh="1">
                                  <p:stCondLst>
                                    <p:cond delay="0"/>
                                  </p:stCondLst>
                                  <p:endCondLst>
                                    <p:cond evt="begin" delay="0">
                                      <p:tn val="67"/>
                                    </p:cond>
                                  </p:endCondLst>
                                  <p:childTnLst>
                                    <p:set>
                                      <p:cBhvr>
                                        <p:cTn id="68" dur="1" fill="hold">
                                          <p:stCondLst>
                                            <p:cond delay="0"/>
                                          </p:stCondLst>
                                        </p:cTn>
                                        <p:tgtEl>
                                          <p:spTgt spid="54">
                                            <p:txEl>
                                              <p:pRg st="0" end="0"/>
                                            </p:txEl>
                                          </p:spTgt>
                                        </p:tgtEl>
                                        <p:attrNameLst>
                                          <p:attrName>style.visibility</p:attrName>
                                        </p:attrNameLst>
                                      </p:cBhvr>
                                      <p:to>
                                        <p:strVal val="visible"/>
                                      </p:to>
                                    </p:set>
                                    <p:animEffect transition="in" filter="wipe(left)">
                                      <p:cBhvr>
                                        <p:cTn id="69" dur="500"/>
                                        <p:tgtEl>
                                          <p:spTgt spid="54">
                                            <p:txEl>
                                              <p:pRg st="0" end="0"/>
                                            </p:txEl>
                                          </p:spTgt>
                                        </p:tgtEl>
                                      </p:cBhvr>
                                    </p:animEffect>
                                  </p:childTnLst>
                                </p:cTn>
                              </p:par>
                            </p:childTnLst>
                          </p:cTn>
                        </p:par>
                        <p:par>
                          <p:cTn id="70" fill="hold">
                            <p:stCondLst>
                              <p:cond delay="1000"/>
                            </p:stCondLst>
                            <p:childTnLst>
                              <p:par>
                                <p:cTn id="71" presetID="22" presetClass="entr" presetSubtype="8" fill="hold" grpId="0" nodeType="afterEffect">
                                  <p:stCondLst>
                                    <p:cond delay="0"/>
                                  </p:stCondLst>
                                  <p:childTnLst>
                                    <p:set>
                                      <p:cBhvr>
                                        <p:cTn id="72" dur="1" fill="hold">
                                          <p:stCondLst>
                                            <p:cond delay="0"/>
                                          </p:stCondLst>
                                        </p:cTn>
                                        <p:tgtEl>
                                          <p:spTgt spid="52">
                                            <p:txEl>
                                              <p:pRg st="0" end="0"/>
                                            </p:txEl>
                                          </p:spTgt>
                                        </p:tgtEl>
                                        <p:attrNameLst>
                                          <p:attrName>style.visibility</p:attrName>
                                        </p:attrNameLst>
                                      </p:cBhvr>
                                      <p:to>
                                        <p:strVal val="visible"/>
                                      </p:to>
                                    </p:set>
                                    <p:animEffect transition="in" filter="wipe(left)">
                                      <p:cBhvr>
                                        <p:cTn id="73" dur="500"/>
                                        <p:tgtEl>
                                          <p:spTgt spid="52">
                                            <p:txEl>
                                              <p:pRg st="0" end="0"/>
                                            </p:txEl>
                                          </p:spTgt>
                                        </p:tgtEl>
                                      </p:cBhvr>
                                    </p:animEffect>
                                  </p:childTnLst>
                                </p:cTn>
                              </p:par>
                            </p:childTnLst>
                          </p:cTn>
                        </p:par>
                        <p:par>
                          <p:cTn id="74" fill="hold">
                            <p:stCondLst>
                              <p:cond delay="1500"/>
                            </p:stCondLst>
                            <p:childTnLst>
                              <p:par>
                                <p:cTn id="75" presetID="22" presetClass="entr" presetSubtype="8" fill="hold" grpId="0" nodeType="afterEffect">
                                  <p:stCondLst>
                                    <p:cond delay="0"/>
                                  </p:stCondLst>
                                  <p:childTnLst>
                                    <p:set>
                                      <p:cBhvr>
                                        <p:cTn id="76" dur="1" fill="hold">
                                          <p:stCondLst>
                                            <p:cond delay="0"/>
                                          </p:stCondLst>
                                        </p:cTn>
                                        <p:tgtEl>
                                          <p:spTgt spid="53">
                                            <p:txEl>
                                              <p:pRg st="0" end="0"/>
                                            </p:txEl>
                                          </p:spTgt>
                                        </p:tgtEl>
                                        <p:attrNameLst>
                                          <p:attrName>style.visibility</p:attrName>
                                        </p:attrNameLst>
                                      </p:cBhvr>
                                      <p:to>
                                        <p:strVal val="visible"/>
                                      </p:to>
                                    </p:set>
                                    <p:animEffect transition="in" filter="wipe(left)">
                                      <p:cBhvr>
                                        <p:cTn id="77" dur="500"/>
                                        <p:tgtEl>
                                          <p:spTgt spid="53">
                                            <p:txEl>
                                              <p:pRg st="0" end="0"/>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xit" presetSubtype="8" fill="hold" grpId="1" nodeType="clickEffect">
                                  <p:stCondLst>
                                    <p:cond delay="0"/>
                                  </p:stCondLst>
                                  <p:childTnLst>
                                    <p:animEffect transition="out" filter="wipe(left)">
                                      <p:cBhvr>
                                        <p:cTn id="81" dur="500"/>
                                        <p:tgtEl>
                                          <p:spTgt spid="35"/>
                                        </p:tgtEl>
                                      </p:cBhvr>
                                    </p:animEffect>
                                    <p:set>
                                      <p:cBhvr>
                                        <p:cTn id="82" dur="1" fill="hold">
                                          <p:stCondLst>
                                            <p:cond delay="499"/>
                                          </p:stCondLst>
                                        </p:cTn>
                                        <p:tgtEl>
                                          <p:spTgt spid="35"/>
                                        </p:tgtEl>
                                        <p:attrNameLst>
                                          <p:attrName>style.visibility</p:attrName>
                                        </p:attrNameLst>
                                      </p:cBhvr>
                                      <p:to>
                                        <p:strVal val="hidden"/>
                                      </p:to>
                                    </p:set>
                                  </p:childTnLst>
                                </p:cTn>
                              </p:par>
                            </p:childTnLst>
                          </p:cTn>
                        </p:par>
                        <p:par>
                          <p:cTn id="83" fill="hold">
                            <p:stCondLst>
                              <p:cond delay="500"/>
                            </p:stCondLst>
                            <p:childTnLst>
                              <p:par>
                                <p:cTn id="84" presetID="22" presetClass="entr" presetSubtype="8" fill="hold" grpId="0" nodeType="after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wipe(left)">
                                      <p:cBhvr>
                                        <p:cTn id="86" dur="1000"/>
                                        <p:tgtEl>
                                          <p:spTgt spid="31"/>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wipe(left)">
                                      <p:cBhvr>
                                        <p:cTn id="91" dur="500"/>
                                        <p:tgtEl>
                                          <p:spTgt spid="25"/>
                                        </p:tgtEl>
                                      </p:cBhvr>
                                    </p:animEffect>
                                  </p:childTnLst>
                                </p:cTn>
                              </p:par>
                            </p:childTnLst>
                          </p:cTn>
                        </p:par>
                        <p:par>
                          <p:cTn id="92" fill="hold">
                            <p:stCondLst>
                              <p:cond delay="500"/>
                            </p:stCondLst>
                            <p:childTnLst>
                              <p:par>
                                <p:cTn id="93" presetID="22" presetClass="entr" presetSubtype="1" fill="hold" nodeType="afterEffect">
                                  <p:stCondLst>
                                    <p:cond delay="0"/>
                                  </p:stCondLst>
                                  <p:childTnLst>
                                    <p:set>
                                      <p:cBhvr>
                                        <p:cTn id="94" dur="1" fill="hold">
                                          <p:stCondLst>
                                            <p:cond delay="0"/>
                                          </p:stCondLst>
                                        </p:cTn>
                                        <p:tgtEl>
                                          <p:spTgt spid="5"/>
                                        </p:tgtEl>
                                        <p:attrNameLst>
                                          <p:attrName>style.visibility</p:attrName>
                                        </p:attrNameLst>
                                      </p:cBhvr>
                                      <p:to>
                                        <p:strVal val="visible"/>
                                      </p:to>
                                    </p:set>
                                    <p:animEffect transition="in" filter="wipe(up)">
                                      <p:cBhvr>
                                        <p:cTn id="95" dur="500"/>
                                        <p:tgtEl>
                                          <p:spTgt spid="5"/>
                                        </p:tgtEl>
                                      </p:cBhvr>
                                    </p:animEffect>
                                  </p:childTnLst>
                                </p:cTn>
                              </p:par>
                            </p:childTnLst>
                          </p:cTn>
                        </p:par>
                        <p:par>
                          <p:cTn id="96" fill="hold">
                            <p:stCondLst>
                              <p:cond delay="1000"/>
                            </p:stCondLst>
                            <p:childTnLst>
                              <p:par>
                                <p:cTn id="97" presetID="22" presetClass="entr" presetSubtype="1" fill="hold" grpId="0" nodeType="after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wipe(up)">
                                      <p:cBhvr>
                                        <p:cTn id="99" dur="1500"/>
                                        <p:tgtEl>
                                          <p:spTgt spid="29"/>
                                        </p:tgtEl>
                                      </p:cBhvr>
                                    </p:animEffect>
                                  </p:childTnLst>
                                </p:cTn>
                              </p:par>
                            </p:childTnLst>
                          </p:cTn>
                        </p:par>
                        <p:par>
                          <p:cTn id="100" fill="hold">
                            <p:stCondLst>
                              <p:cond delay="2500"/>
                            </p:stCondLst>
                            <p:childTnLst>
                              <p:par>
                                <p:cTn id="101" presetID="22" presetClass="entr" presetSubtype="1" fill="hold" nodeType="afterEffect">
                                  <p:stCondLst>
                                    <p:cond delay="0"/>
                                  </p:stCondLst>
                                  <p:childTnLst>
                                    <p:set>
                                      <p:cBhvr>
                                        <p:cTn id="102" dur="1" fill="hold">
                                          <p:stCondLst>
                                            <p:cond delay="0"/>
                                          </p:stCondLst>
                                        </p:cTn>
                                        <p:tgtEl>
                                          <p:spTgt spid="9"/>
                                        </p:tgtEl>
                                        <p:attrNameLst>
                                          <p:attrName>style.visibility</p:attrName>
                                        </p:attrNameLst>
                                      </p:cBhvr>
                                      <p:to>
                                        <p:strVal val="visible"/>
                                      </p:to>
                                    </p:set>
                                    <p:animEffect transition="in" filter="wipe(up)">
                                      <p:cBhvr>
                                        <p:cTn id="103" dur="500"/>
                                        <p:tgtEl>
                                          <p:spTgt spid="9"/>
                                        </p:tgtEl>
                                      </p:cBhvr>
                                    </p:animEffect>
                                  </p:childTnLst>
                                </p:cTn>
                              </p:par>
                            </p:childTnLst>
                          </p:cTn>
                        </p:par>
                        <p:par>
                          <p:cTn id="104" fill="hold">
                            <p:stCondLst>
                              <p:cond delay="3000"/>
                            </p:stCondLst>
                            <p:childTnLst>
                              <p:par>
                                <p:cTn id="105" presetID="22" presetClass="entr" presetSubtype="1" fill="hold" grpId="0" nodeType="after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wipe(up)">
                                      <p:cBhvr>
                                        <p:cTn id="107" dur="1500"/>
                                        <p:tgtEl>
                                          <p:spTgt spid="30"/>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xit" presetSubtype="8" fill="hold" grpId="1" nodeType="clickEffect">
                                  <p:stCondLst>
                                    <p:cond delay="0"/>
                                  </p:stCondLst>
                                  <p:childTnLst>
                                    <p:animEffect transition="out" filter="wipe(left)">
                                      <p:cBhvr>
                                        <p:cTn id="111" dur="500"/>
                                        <p:tgtEl>
                                          <p:spTgt spid="31"/>
                                        </p:tgtEl>
                                      </p:cBhvr>
                                    </p:animEffect>
                                    <p:set>
                                      <p:cBhvr>
                                        <p:cTn id="112" dur="1" fill="hold">
                                          <p:stCondLst>
                                            <p:cond delay="499"/>
                                          </p:stCondLst>
                                        </p:cTn>
                                        <p:tgtEl>
                                          <p:spTgt spid="31"/>
                                        </p:tgtEl>
                                        <p:attrNameLst>
                                          <p:attrName>style.visibility</p:attrName>
                                        </p:attrNameLst>
                                      </p:cBhvr>
                                      <p:to>
                                        <p:strVal val="hidden"/>
                                      </p:to>
                                    </p:set>
                                  </p:childTnLst>
                                </p:cTn>
                              </p:par>
                            </p:childTnLst>
                          </p:cTn>
                        </p:par>
                        <p:par>
                          <p:cTn id="113" fill="hold">
                            <p:stCondLst>
                              <p:cond delay="500"/>
                            </p:stCondLst>
                            <p:childTnLst>
                              <p:par>
                                <p:cTn id="114" presetID="22" presetClass="entr" presetSubtype="8" fill="hold" grpId="0" nodeType="afterEffect">
                                  <p:stCondLst>
                                    <p:cond delay="0"/>
                                  </p:stCondLst>
                                  <p:childTnLst>
                                    <p:set>
                                      <p:cBhvr>
                                        <p:cTn id="115" dur="1" fill="hold">
                                          <p:stCondLst>
                                            <p:cond delay="0"/>
                                          </p:stCondLst>
                                        </p:cTn>
                                        <p:tgtEl>
                                          <p:spTgt spid="32"/>
                                        </p:tgtEl>
                                        <p:attrNameLst>
                                          <p:attrName>style.visibility</p:attrName>
                                        </p:attrNameLst>
                                      </p:cBhvr>
                                      <p:to>
                                        <p:strVal val="visible"/>
                                      </p:to>
                                    </p:set>
                                    <p:animEffect transition="in" filter="wipe(left)">
                                      <p:cBhvr>
                                        <p:cTn id="116" dur="500"/>
                                        <p:tgtEl>
                                          <p:spTgt spid="32"/>
                                        </p:tgtEl>
                                      </p:cBhvr>
                                    </p:animEffect>
                                  </p:childTnLst>
                                </p:cTn>
                              </p:par>
                            </p:childTnLst>
                          </p:cTn>
                        </p:par>
                        <p:par>
                          <p:cTn id="117" fill="hold">
                            <p:stCondLst>
                              <p:cond delay="1000"/>
                            </p:stCondLst>
                            <p:childTnLst>
                              <p:par>
                                <p:cTn id="118" presetID="22" presetClass="entr" presetSubtype="8" fill="hold" grpId="0" nodeType="after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wipe(left)">
                                      <p:cBhvr>
                                        <p:cTn id="120" dur="1000"/>
                                        <p:tgtEl>
                                          <p:spTgt spid="28"/>
                                        </p:tgtEl>
                                      </p:cBhvr>
                                    </p:animEffect>
                                  </p:childTnLst>
                                </p:cTn>
                              </p:par>
                            </p:childTnLst>
                          </p:cTn>
                        </p:par>
                        <p:par>
                          <p:cTn id="121" fill="hold">
                            <p:stCondLst>
                              <p:cond delay="2000"/>
                            </p:stCondLst>
                            <p:childTnLst>
                              <p:par>
                                <p:cTn id="122" presetID="22" presetClass="entr" presetSubtype="8" fill="hold" nodeType="afterEffect">
                                  <p:stCondLst>
                                    <p:cond delay="0"/>
                                  </p:stCondLst>
                                  <p:childTnLst>
                                    <p:set>
                                      <p:cBhvr>
                                        <p:cTn id="123" dur="1" fill="hold">
                                          <p:stCondLst>
                                            <p:cond delay="0"/>
                                          </p:stCondLst>
                                        </p:cTn>
                                        <p:tgtEl>
                                          <p:spTgt spid="43"/>
                                        </p:tgtEl>
                                        <p:attrNameLst>
                                          <p:attrName>style.visibility</p:attrName>
                                        </p:attrNameLst>
                                      </p:cBhvr>
                                      <p:to>
                                        <p:strVal val="visible"/>
                                      </p:to>
                                    </p:set>
                                    <p:animEffect transition="in" filter="wipe(left)">
                                      <p:cBhvr>
                                        <p:cTn id="124" dur="2000"/>
                                        <p:tgtEl>
                                          <p:spTgt spid="43"/>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fade">
                                      <p:cBhvr>
                                        <p:cTn id="129" dur="2000"/>
                                        <p:tgtEl>
                                          <p:spTgt spid="26"/>
                                        </p:tgtEl>
                                      </p:cBhvr>
                                    </p:animEffect>
                                  </p:childTnLst>
                                </p:cTn>
                              </p:par>
                              <p:par>
                                <p:cTn id="130" presetID="45" presetClass="entr" presetSubtype="0" fill="hold" grpId="0" nodeType="withEffect">
                                  <p:stCondLst>
                                    <p:cond delay="0"/>
                                  </p:stCondLst>
                                  <p:childTnLst>
                                    <p:set>
                                      <p:cBhvr>
                                        <p:cTn id="131" dur="1" fill="hold">
                                          <p:stCondLst>
                                            <p:cond delay="0"/>
                                          </p:stCondLst>
                                        </p:cTn>
                                        <p:tgtEl>
                                          <p:spTgt spid="7"/>
                                        </p:tgtEl>
                                        <p:attrNameLst>
                                          <p:attrName>style.visibility</p:attrName>
                                        </p:attrNameLst>
                                      </p:cBhvr>
                                      <p:to>
                                        <p:strVal val="visible"/>
                                      </p:to>
                                    </p:set>
                                    <p:animEffect transition="in" filter="fade">
                                      <p:cBhvr>
                                        <p:cTn id="132" dur="2000"/>
                                        <p:tgtEl>
                                          <p:spTgt spid="7"/>
                                        </p:tgtEl>
                                      </p:cBhvr>
                                    </p:animEffect>
                                    <p:anim calcmode="lin" valueType="num">
                                      <p:cBhvr>
                                        <p:cTn id="133" dur="2000" fill="hold"/>
                                        <p:tgtEl>
                                          <p:spTgt spid="7"/>
                                        </p:tgtEl>
                                        <p:attrNameLst>
                                          <p:attrName>ppt_w</p:attrName>
                                        </p:attrNameLst>
                                      </p:cBhvr>
                                      <p:tavLst>
                                        <p:tav tm="0" fmla="#ppt_w*sin(2.5*pi*$)">
                                          <p:val>
                                            <p:fltVal val="0"/>
                                          </p:val>
                                        </p:tav>
                                        <p:tav tm="100000">
                                          <p:val>
                                            <p:fltVal val="1"/>
                                          </p:val>
                                        </p:tav>
                                      </p:tavLst>
                                    </p:anim>
                                    <p:anim calcmode="lin" valueType="num">
                                      <p:cBhvr>
                                        <p:cTn id="134" dur="2000" fill="hold"/>
                                        <p:tgtEl>
                                          <p:spTgt spid="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Lst>
  </p:timing>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63473565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5131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379453"/>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5131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700732818"/>
              </p:ext>
            </p:extLst>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071055"/>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left)">
                                      <p:cBhvr>
                                        <p:cTn id="106" dur="500"/>
                                        <p:tgtEl>
                                          <p:spTgt spid="33"/>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4"/>
                                        </p:tgtEl>
                                        <p:attrNameLst>
                                          <p:attrName>style.visibility</p:attrName>
                                        </p:attrNameLst>
                                      </p:cBhvr>
                                      <p:to>
                                        <p:strVal val="visible"/>
                                      </p:to>
                                    </p:set>
                                    <p:animEffect transition="in" filter="wipe(left)">
                                      <p:cBhvr>
                                        <p:cTn id="110" dur="500"/>
                                        <p:tgtEl>
                                          <p:spTgt spid="34"/>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27"/>
                                        </p:tgtEl>
                                        <p:attrNameLst>
                                          <p:attrName>style.visibility</p:attrName>
                                        </p:attrNameLst>
                                      </p:cBhvr>
                                      <p:to>
                                        <p:strVal val="visible"/>
                                      </p:to>
                                    </p:set>
                                    <p:animEffect transition="in" filter="wipe(left)">
                                      <p:cBhvr>
                                        <p:cTn id="114" dur="1500"/>
                                        <p:tgtEl>
                                          <p:spTgt spid="27"/>
                                        </p:tgtEl>
                                      </p:cBhvr>
                                    </p:animEffect>
                                  </p:childTnLst>
                                </p:cTn>
                              </p:par>
                            </p:childTnLst>
                          </p:cTn>
                        </p:par>
                      </p:childTnLst>
                    </p:cTn>
                  </p:par>
                  <p:par>
                    <p:cTn id="115" fill="hold">
                      <p:stCondLst>
                        <p:cond delay="indefinite"/>
                      </p:stCondLst>
                      <p:childTnLst>
                        <p:par>
                          <p:cTn id="116" fill="hold">
                            <p:stCondLst>
                              <p:cond delay="0"/>
                            </p:stCondLst>
                            <p:childTnLst>
                              <p:par>
                                <p:cTn id="117" presetID="22" presetClass="entr" presetSubtype="8" fill="hold" grpId="0" nodeType="click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wipe(left)">
                                      <p:cBhvr>
                                        <p:cTn id="119" dur="500"/>
                                        <p:tgtEl>
                                          <p:spTgt spid="38"/>
                                        </p:tgtEl>
                                      </p:cBhvr>
                                    </p:animEffect>
                                  </p:childTnLst>
                                </p:cTn>
                              </p:par>
                            </p:childTnLst>
                          </p:cTn>
                        </p:par>
                        <p:par>
                          <p:cTn id="120" fill="hold">
                            <p:stCondLst>
                              <p:cond delay="500"/>
                            </p:stCondLst>
                            <p:childTnLst>
                              <p:par>
                                <p:cTn id="121" presetID="22" presetClass="entr" presetSubtype="8" fill="hold" grpId="0" nodeType="after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wipe(left)">
                                      <p:cBhvr>
                                        <p:cTn id="123" dur="500"/>
                                        <p:tgtEl>
                                          <p:spTgt spid="37"/>
                                        </p:tgtEl>
                                      </p:cBhvr>
                                    </p:animEffect>
                                  </p:childTnLst>
                                </p:cTn>
                              </p:par>
                            </p:childTnLst>
                          </p:cTn>
                        </p:par>
                        <p:par>
                          <p:cTn id="124" fill="hold">
                            <p:stCondLst>
                              <p:cond delay="1000"/>
                            </p:stCondLst>
                            <p:childTnLst>
                              <p:par>
                                <p:cTn id="125" presetID="22" presetClass="entr" presetSubtype="8" fill="hold" grpId="0" nodeType="afterEffect">
                                  <p:stCondLst>
                                    <p:cond delay="0"/>
                                  </p:stCondLst>
                                  <p:childTnLst>
                                    <p:set>
                                      <p:cBhvr>
                                        <p:cTn id="126" dur="1" fill="hold">
                                          <p:stCondLst>
                                            <p:cond delay="0"/>
                                          </p:stCondLst>
                                        </p:cTn>
                                        <p:tgtEl>
                                          <p:spTgt spid="36"/>
                                        </p:tgtEl>
                                        <p:attrNameLst>
                                          <p:attrName>style.visibility</p:attrName>
                                        </p:attrNameLst>
                                      </p:cBhvr>
                                      <p:to>
                                        <p:strVal val="visible"/>
                                      </p:to>
                                    </p:set>
                                    <p:animEffect transition="in" filter="wipe(left)">
                                      <p:cBhvr>
                                        <p:cTn id="127" dur="1500"/>
                                        <p:tgtEl>
                                          <p:spTgt spid="36"/>
                                        </p:tgtEl>
                                      </p:cBhvr>
                                    </p:animEffect>
                                  </p:childTnLst>
                                </p:cTn>
                              </p:par>
                            </p:childTnLst>
                          </p:cTn>
                        </p:par>
                        <p:par>
                          <p:cTn id="128" fill="hold">
                            <p:stCondLst>
                              <p:cond delay="2500"/>
                            </p:stCondLst>
                            <p:childTnLst>
                              <p:par>
                                <p:cTn id="129" presetID="22" presetClass="entr" presetSubtype="8" fill="hold" grpId="0" nodeType="afterEffect">
                                  <p:stCondLst>
                                    <p:cond delay="0"/>
                                  </p:stCondLst>
                                  <p:childTnLst>
                                    <p:set>
                                      <p:cBhvr>
                                        <p:cTn id="130" dur="1" fill="hold">
                                          <p:stCondLst>
                                            <p:cond delay="0"/>
                                          </p:stCondLst>
                                        </p:cTn>
                                        <p:tgtEl>
                                          <p:spTgt spid="41"/>
                                        </p:tgtEl>
                                        <p:attrNameLst>
                                          <p:attrName>style.visibility</p:attrName>
                                        </p:attrNameLst>
                                      </p:cBhvr>
                                      <p:to>
                                        <p:strVal val="visible"/>
                                      </p:to>
                                    </p:set>
                                    <p:animEffect transition="in" filter="wipe(left)">
                                      <p:cBhvr>
                                        <p:cTn id="131" dur="500"/>
                                        <p:tgtEl>
                                          <p:spTgt spid="41"/>
                                        </p:tgtEl>
                                      </p:cBhvr>
                                    </p:animEffect>
                                  </p:childTnLst>
                                </p:cTn>
                              </p:par>
                            </p:childTnLst>
                          </p:cTn>
                        </p:par>
                        <p:par>
                          <p:cTn id="132" fill="hold">
                            <p:stCondLst>
                              <p:cond delay="3000"/>
                            </p:stCondLst>
                            <p:childTnLst>
                              <p:par>
                                <p:cTn id="133" presetID="22" presetClass="entr" presetSubtype="8" fill="hold" grpId="0" nodeType="afterEffect">
                                  <p:stCondLst>
                                    <p:cond delay="0"/>
                                  </p:stCondLst>
                                  <p:childTnLst>
                                    <p:set>
                                      <p:cBhvr>
                                        <p:cTn id="134" dur="1" fill="hold">
                                          <p:stCondLst>
                                            <p:cond delay="0"/>
                                          </p:stCondLst>
                                        </p:cTn>
                                        <p:tgtEl>
                                          <p:spTgt spid="40"/>
                                        </p:tgtEl>
                                        <p:attrNameLst>
                                          <p:attrName>style.visibility</p:attrName>
                                        </p:attrNameLst>
                                      </p:cBhvr>
                                      <p:to>
                                        <p:strVal val="visible"/>
                                      </p:to>
                                    </p:set>
                                    <p:animEffect transition="in" filter="wipe(left)">
                                      <p:cBhvr>
                                        <p:cTn id="135" dur="500"/>
                                        <p:tgtEl>
                                          <p:spTgt spid="40"/>
                                        </p:tgtEl>
                                      </p:cBhvr>
                                    </p:animEffect>
                                  </p:childTnLst>
                                </p:cTn>
                              </p:par>
                            </p:childTnLst>
                          </p:cTn>
                        </p:par>
                        <p:par>
                          <p:cTn id="136" fill="hold">
                            <p:stCondLst>
                              <p:cond delay="3500"/>
                            </p:stCondLst>
                            <p:childTnLst>
                              <p:par>
                                <p:cTn id="137" presetID="22" presetClass="entr" presetSubtype="8" fill="hold" grpId="0" nodeType="after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wipe(left)">
                                      <p:cBhvr>
                                        <p:cTn id="139" dur="1500"/>
                                        <p:tgtEl>
                                          <p:spTgt spid="39"/>
                                        </p:tgtEl>
                                      </p:cBhvr>
                                    </p:animEffect>
                                  </p:childTnLst>
                                </p:cTn>
                              </p:par>
                            </p:childTnLst>
                          </p:cTn>
                        </p:par>
                        <p:par>
                          <p:cTn id="140" fill="hold">
                            <p:stCondLst>
                              <p:cond delay="5000"/>
                            </p:stCondLst>
                            <p:childTnLst>
                              <p:par>
                                <p:cTn id="141" presetID="22" presetClass="entr" presetSubtype="8" fill="hold" grpId="0" nodeType="after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wipe(left)">
                                      <p:cBhvr>
                                        <p:cTn id="143" dur="500"/>
                                        <p:tgtEl>
                                          <p:spTgt spid="46"/>
                                        </p:tgtEl>
                                      </p:cBhvr>
                                    </p:animEffect>
                                  </p:childTnLst>
                                </p:cTn>
                              </p:par>
                            </p:childTnLst>
                          </p:cTn>
                        </p:par>
                        <p:par>
                          <p:cTn id="144" fill="hold">
                            <p:stCondLst>
                              <p:cond delay="5500"/>
                            </p:stCondLst>
                            <p:childTnLst>
                              <p:par>
                                <p:cTn id="145" presetID="22" presetClass="entr" presetSubtype="8"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wipe(left)">
                                      <p:cBhvr>
                                        <p:cTn id="147" dur="500"/>
                                        <p:tgtEl>
                                          <p:spTgt spid="45"/>
                                        </p:tgtEl>
                                      </p:cBhvr>
                                    </p:animEffect>
                                  </p:childTnLst>
                                </p:cTn>
                              </p:par>
                            </p:childTnLst>
                          </p:cTn>
                        </p:par>
                        <p:par>
                          <p:cTn id="148" fill="hold">
                            <p:stCondLst>
                              <p:cond delay="6000"/>
                            </p:stCondLst>
                            <p:childTnLst>
                              <p:par>
                                <p:cTn id="149" presetID="22" presetClass="entr" presetSubtype="8" fill="hold" grpId="0" nodeType="afterEffect">
                                  <p:stCondLst>
                                    <p:cond delay="0"/>
                                  </p:stCondLst>
                                  <p:childTnLst>
                                    <p:set>
                                      <p:cBhvr>
                                        <p:cTn id="150" dur="1" fill="hold">
                                          <p:stCondLst>
                                            <p:cond delay="0"/>
                                          </p:stCondLst>
                                        </p:cTn>
                                        <p:tgtEl>
                                          <p:spTgt spid="42"/>
                                        </p:tgtEl>
                                        <p:attrNameLst>
                                          <p:attrName>style.visibility</p:attrName>
                                        </p:attrNameLst>
                                      </p:cBhvr>
                                      <p:to>
                                        <p:strVal val="visible"/>
                                      </p:to>
                                    </p:set>
                                    <p:animEffect transition="in" filter="wipe(left)">
                                      <p:cBhvr>
                                        <p:cTn id="151" dur="1500"/>
                                        <p:tgtEl>
                                          <p:spTgt spid="42"/>
                                        </p:tgtEl>
                                      </p:cBhvr>
                                    </p:animEffect>
                                  </p:childTnLst>
                                </p:cTn>
                              </p:par>
                            </p:childTnLst>
                          </p:cTn>
                        </p:par>
                      </p:childTnLst>
                    </p:cTn>
                  </p:par>
                  <p:par>
                    <p:cTn id="152" fill="hold">
                      <p:stCondLst>
                        <p:cond delay="indefinite"/>
                      </p:stCondLst>
                      <p:childTnLst>
                        <p:par>
                          <p:cTn id="153" fill="hold">
                            <p:stCondLst>
                              <p:cond delay="0"/>
                            </p:stCondLst>
                            <p:childTnLst>
                              <p:par>
                                <p:cTn id="154" presetID="22" presetClass="exit" presetSubtype="8" fill="hold" grpId="1" nodeType="clickEffect">
                                  <p:stCondLst>
                                    <p:cond delay="0"/>
                                  </p:stCondLst>
                                  <p:childTnLst>
                                    <p:animEffect transition="out" filter="wipe(left)">
                                      <p:cBhvr>
                                        <p:cTn id="155" dur="500"/>
                                        <p:tgtEl>
                                          <p:spTgt spid="31"/>
                                        </p:tgtEl>
                                      </p:cBhvr>
                                    </p:animEffect>
                                    <p:set>
                                      <p:cBhvr>
                                        <p:cTn id="156" dur="1" fill="hold">
                                          <p:stCondLst>
                                            <p:cond delay="499"/>
                                          </p:stCondLst>
                                        </p:cTn>
                                        <p:tgtEl>
                                          <p:spTgt spid="31"/>
                                        </p:tgtEl>
                                        <p:attrNameLst>
                                          <p:attrName>style.visibility</p:attrName>
                                        </p:attrNameLst>
                                      </p:cBhvr>
                                      <p:to>
                                        <p:strVal val="hidden"/>
                                      </p:to>
                                    </p:set>
                                  </p:childTnLst>
                                </p:cTn>
                              </p:par>
                            </p:childTnLst>
                          </p:cTn>
                        </p:par>
                        <p:par>
                          <p:cTn id="157" fill="hold">
                            <p:stCondLst>
                              <p:cond delay="500"/>
                            </p:stCondLst>
                            <p:childTnLst>
                              <p:par>
                                <p:cTn id="158" presetID="22" presetClass="entr" presetSubtype="8" fill="hold" grpId="0" nodeType="afterEffect">
                                  <p:stCondLst>
                                    <p:cond delay="0"/>
                                  </p:stCondLst>
                                  <p:childTnLst>
                                    <p:set>
                                      <p:cBhvr>
                                        <p:cTn id="159" dur="1" fill="hold">
                                          <p:stCondLst>
                                            <p:cond delay="0"/>
                                          </p:stCondLst>
                                        </p:cTn>
                                        <p:tgtEl>
                                          <p:spTgt spid="26"/>
                                        </p:tgtEl>
                                        <p:attrNameLst>
                                          <p:attrName>style.visibility</p:attrName>
                                        </p:attrNameLst>
                                      </p:cBhvr>
                                      <p:to>
                                        <p:strVal val="visible"/>
                                      </p:to>
                                    </p:set>
                                    <p:animEffect transition="in" filter="wipe(left)">
                                      <p:cBhvr>
                                        <p:cTn id="160" dur="1000"/>
                                        <p:tgtEl>
                                          <p:spTgt spid="26"/>
                                        </p:tgtEl>
                                      </p:cBhvr>
                                    </p:animEffect>
                                  </p:childTnLst>
                                </p:cTn>
                              </p:par>
                            </p:childTnLst>
                          </p:cTn>
                        </p:par>
                      </p:childTnLst>
                    </p:cTn>
                  </p:par>
                  <p:par>
                    <p:cTn id="161" fill="hold">
                      <p:stCondLst>
                        <p:cond delay="indefinite"/>
                      </p:stCondLst>
                      <p:childTnLst>
                        <p:par>
                          <p:cTn id="162" fill="hold">
                            <p:stCondLst>
                              <p:cond delay="0"/>
                            </p:stCondLst>
                            <p:childTnLst>
                              <p:par>
                                <p:cTn id="163" presetID="22" presetClass="entr" presetSubtype="8" fill="hold" grpId="0" nodeType="clickEffect">
                                  <p:stCondLst>
                                    <p:cond delay="0"/>
                                  </p:stCondLst>
                                  <p:childTnLst>
                                    <p:set>
                                      <p:cBhvr>
                                        <p:cTn id="164" dur="1" fill="hold">
                                          <p:stCondLst>
                                            <p:cond delay="0"/>
                                          </p:stCondLst>
                                        </p:cTn>
                                        <p:tgtEl>
                                          <p:spTgt spid="25"/>
                                        </p:tgtEl>
                                        <p:attrNameLst>
                                          <p:attrName>style.visibility</p:attrName>
                                        </p:attrNameLst>
                                      </p:cBhvr>
                                      <p:to>
                                        <p:strVal val="visible"/>
                                      </p:to>
                                    </p:set>
                                    <p:animEffect transition="in" filter="wipe(left)">
                                      <p:cBhvr>
                                        <p:cTn id="165" dur="500"/>
                                        <p:tgtEl>
                                          <p:spTgt spid="25"/>
                                        </p:tgtEl>
                                      </p:cBhvr>
                                    </p:animEffect>
                                  </p:childTnLst>
                                </p:cTn>
                              </p:par>
                            </p:childTnLst>
                          </p:cTn>
                        </p:par>
                        <p:par>
                          <p:cTn id="166" fill="hold">
                            <p:stCondLst>
                              <p:cond delay="500"/>
                            </p:stCondLst>
                            <p:childTnLst>
                              <p:par>
                                <p:cTn id="167" presetID="22" presetClass="entr" presetSubtype="1" fill="hold" nodeType="afterEffect">
                                  <p:stCondLst>
                                    <p:cond delay="0"/>
                                  </p:stCondLst>
                                  <p:childTnLst>
                                    <p:set>
                                      <p:cBhvr>
                                        <p:cTn id="168" dur="1" fill="hold">
                                          <p:stCondLst>
                                            <p:cond delay="0"/>
                                          </p:stCondLst>
                                        </p:cTn>
                                        <p:tgtEl>
                                          <p:spTgt spid="5"/>
                                        </p:tgtEl>
                                        <p:attrNameLst>
                                          <p:attrName>style.visibility</p:attrName>
                                        </p:attrNameLst>
                                      </p:cBhvr>
                                      <p:to>
                                        <p:strVal val="visible"/>
                                      </p:to>
                                    </p:set>
                                    <p:animEffect transition="in" filter="wipe(up)">
                                      <p:cBhvr>
                                        <p:cTn id="169" dur="500"/>
                                        <p:tgtEl>
                                          <p:spTgt spid="5"/>
                                        </p:tgtEl>
                                      </p:cBhvr>
                                    </p:animEffect>
                                  </p:childTnLst>
                                </p:cTn>
                              </p:par>
                            </p:childTnLst>
                          </p:cTn>
                        </p:par>
                        <p:par>
                          <p:cTn id="170" fill="hold">
                            <p:stCondLst>
                              <p:cond delay="1000"/>
                            </p:stCondLst>
                            <p:childTnLst>
                              <p:par>
                                <p:cTn id="171" presetID="22" presetClass="entr" presetSubtype="1" fill="hold" grpId="0" nodeType="afterEffect">
                                  <p:stCondLst>
                                    <p:cond delay="0"/>
                                  </p:stCondLst>
                                  <p:childTnLst>
                                    <p:set>
                                      <p:cBhvr>
                                        <p:cTn id="172" dur="1" fill="hold">
                                          <p:stCondLst>
                                            <p:cond delay="0"/>
                                          </p:stCondLst>
                                        </p:cTn>
                                        <p:tgtEl>
                                          <p:spTgt spid="29"/>
                                        </p:tgtEl>
                                        <p:attrNameLst>
                                          <p:attrName>style.visibility</p:attrName>
                                        </p:attrNameLst>
                                      </p:cBhvr>
                                      <p:to>
                                        <p:strVal val="visible"/>
                                      </p:to>
                                    </p:set>
                                    <p:animEffect transition="in" filter="wipe(up)">
                                      <p:cBhvr>
                                        <p:cTn id="173" dur="1500"/>
                                        <p:tgtEl>
                                          <p:spTgt spid="29"/>
                                        </p:tgtEl>
                                      </p:cBhvr>
                                    </p:animEffect>
                                  </p:childTnLst>
                                </p:cTn>
                              </p:par>
                            </p:childTnLst>
                          </p:cTn>
                        </p:par>
                        <p:par>
                          <p:cTn id="174" fill="hold">
                            <p:stCondLst>
                              <p:cond delay="2500"/>
                            </p:stCondLst>
                            <p:childTnLst>
                              <p:par>
                                <p:cTn id="175" presetID="22" presetClass="entr" presetSubtype="1" fill="hold" nodeType="afterEffect">
                                  <p:stCondLst>
                                    <p:cond delay="0"/>
                                  </p:stCondLst>
                                  <p:childTnLst>
                                    <p:set>
                                      <p:cBhvr>
                                        <p:cTn id="176" dur="1" fill="hold">
                                          <p:stCondLst>
                                            <p:cond delay="0"/>
                                          </p:stCondLst>
                                        </p:cTn>
                                        <p:tgtEl>
                                          <p:spTgt spid="9"/>
                                        </p:tgtEl>
                                        <p:attrNameLst>
                                          <p:attrName>style.visibility</p:attrName>
                                        </p:attrNameLst>
                                      </p:cBhvr>
                                      <p:to>
                                        <p:strVal val="visible"/>
                                      </p:to>
                                    </p:set>
                                    <p:animEffect transition="in" filter="wipe(up)">
                                      <p:cBhvr>
                                        <p:cTn id="177" dur="500"/>
                                        <p:tgtEl>
                                          <p:spTgt spid="9"/>
                                        </p:tgtEl>
                                      </p:cBhvr>
                                    </p:animEffect>
                                  </p:childTnLst>
                                </p:cTn>
                              </p:par>
                            </p:childTnLst>
                          </p:cTn>
                        </p:par>
                        <p:par>
                          <p:cTn id="178" fill="hold">
                            <p:stCondLst>
                              <p:cond delay="3000"/>
                            </p:stCondLst>
                            <p:childTnLst>
                              <p:par>
                                <p:cTn id="179" presetID="22" presetClass="entr" presetSubtype="1" fill="hold" grpId="0" nodeType="afterEffect">
                                  <p:stCondLst>
                                    <p:cond delay="0"/>
                                  </p:stCondLst>
                                  <p:childTnLst>
                                    <p:set>
                                      <p:cBhvr>
                                        <p:cTn id="180" dur="1" fill="hold">
                                          <p:stCondLst>
                                            <p:cond delay="0"/>
                                          </p:stCondLst>
                                        </p:cTn>
                                        <p:tgtEl>
                                          <p:spTgt spid="30"/>
                                        </p:tgtEl>
                                        <p:attrNameLst>
                                          <p:attrName>style.visibility</p:attrName>
                                        </p:attrNameLst>
                                      </p:cBhvr>
                                      <p:to>
                                        <p:strVal val="visible"/>
                                      </p:to>
                                    </p:set>
                                    <p:animEffect transition="in" filter="wipe(up)">
                                      <p:cBhvr>
                                        <p:cTn id="181" dur="1500"/>
                                        <p:tgtEl>
                                          <p:spTgt spid="30"/>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xit" presetSubtype="8" fill="hold" grpId="1" nodeType="clickEffect">
                                  <p:stCondLst>
                                    <p:cond delay="0"/>
                                  </p:stCondLst>
                                  <p:childTnLst>
                                    <p:animEffect transition="out" filter="wipe(left)">
                                      <p:cBhvr>
                                        <p:cTn id="185" dur="500"/>
                                        <p:tgtEl>
                                          <p:spTgt spid="26"/>
                                        </p:tgtEl>
                                      </p:cBhvr>
                                    </p:animEffect>
                                    <p:set>
                                      <p:cBhvr>
                                        <p:cTn id="186" dur="1" fill="hold">
                                          <p:stCondLst>
                                            <p:cond delay="499"/>
                                          </p:stCondLst>
                                        </p:cTn>
                                        <p:tgtEl>
                                          <p:spTgt spid="26"/>
                                        </p:tgtEl>
                                        <p:attrNameLst>
                                          <p:attrName>style.visibility</p:attrName>
                                        </p:attrNameLst>
                                      </p:cBhvr>
                                      <p:to>
                                        <p:strVal val="hidden"/>
                                      </p:to>
                                    </p:set>
                                  </p:childTnLst>
                                </p:cTn>
                              </p:par>
                            </p:childTnLst>
                          </p:cTn>
                        </p:par>
                        <p:par>
                          <p:cTn id="187" fill="hold">
                            <p:stCondLst>
                              <p:cond delay="500"/>
                            </p:stCondLst>
                            <p:childTnLst>
                              <p:par>
                                <p:cTn id="188" presetID="22" presetClass="entr" presetSubtype="8" fill="hold" grpId="0" nodeType="afterEffect">
                                  <p:stCondLst>
                                    <p:cond delay="0"/>
                                  </p:stCondLst>
                                  <p:childTnLst>
                                    <p:set>
                                      <p:cBhvr>
                                        <p:cTn id="189" dur="1" fill="hold">
                                          <p:stCondLst>
                                            <p:cond delay="0"/>
                                          </p:stCondLst>
                                        </p:cTn>
                                        <p:tgtEl>
                                          <p:spTgt spid="32"/>
                                        </p:tgtEl>
                                        <p:attrNameLst>
                                          <p:attrName>style.visibility</p:attrName>
                                        </p:attrNameLst>
                                      </p:cBhvr>
                                      <p:to>
                                        <p:strVal val="visible"/>
                                      </p:to>
                                    </p:set>
                                    <p:animEffect transition="in" filter="wipe(left)">
                                      <p:cBhvr>
                                        <p:cTn id="190" dur="500"/>
                                        <p:tgtEl>
                                          <p:spTgt spid="32"/>
                                        </p:tgtEl>
                                      </p:cBhvr>
                                    </p:animEffect>
                                  </p:childTnLst>
                                </p:cTn>
                              </p:par>
                            </p:childTnLst>
                          </p:cTn>
                        </p:par>
                        <p:par>
                          <p:cTn id="191" fill="hold">
                            <p:stCondLst>
                              <p:cond delay="1000"/>
                            </p:stCondLst>
                            <p:childTnLst>
                              <p:par>
                                <p:cTn id="192" presetID="22" presetClass="entr" presetSubtype="8" fill="hold" grpId="0" nodeType="afterEffect">
                                  <p:stCondLst>
                                    <p:cond delay="0"/>
                                  </p:stCondLst>
                                  <p:childTnLst>
                                    <p:set>
                                      <p:cBhvr>
                                        <p:cTn id="193" dur="1" fill="hold">
                                          <p:stCondLst>
                                            <p:cond delay="0"/>
                                          </p:stCondLst>
                                        </p:cTn>
                                        <p:tgtEl>
                                          <p:spTgt spid="28"/>
                                        </p:tgtEl>
                                        <p:attrNameLst>
                                          <p:attrName>style.visibility</p:attrName>
                                        </p:attrNameLst>
                                      </p:cBhvr>
                                      <p:to>
                                        <p:strVal val="visible"/>
                                      </p:to>
                                    </p:set>
                                    <p:animEffect transition="in" filter="wipe(left)">
                                      <p:cBhvr>
                                        <p:cTn id="194" dur="1000"/>
                                        <p:tgtEl>
                                          <p:spTgt spid="28"/>
                                        </p:tgtEl>
                                      </p:cBhvr>
                                    </p:animEffect>
                                  </p:childTnLst>
                                </p:cTn>
                              </p:par>
                            </p:childTnLst>
                          </p:cTn>
                        </p:par>
                        <p:par>
                          <p:cTn id="195" fill="hold">
                            <p:stCondLst>
                              <p:cond delay="2000"/>
                            </p:stCondLst>
                            <p:childTnLst>
                              <p:par>
                                <p:cTn id="196" presetID="22" presetClass="entr" presetSubtype="8" fill="hold" nodeType="afterEffect">
                                  <p:stCondLst>
                                    <p:cond delay="0"/>
                                  </p:stCondLst>
                                  <p:childTnLst>
                                    <p:set>
                                      <p:cBhvr>
                                        <p:cTn id="197" dur="1" fill="hold">
                                          <p:stCondLst>
                                            <p:cond delay="0"/>
                                          </p:stCondLst>
                                        </p:cTn>
                                        <p:tgtEl>
                                          <p:spTgt spid="43"/>
                                        </p:tgtEl>
                                        <p:attrNameLst>
                                          <p:attrName>style.visibility</p:attrName>
                                        </p:attrNameLst>
                                      </p:cBhvr>
                                      <p:to>
                                        <p:strVal val="visible"/>
                                      </p:to>
                                    </p:set>
                                    <p:animEffect transition="in" filter="wipe(left)">
                                      <p:cBhvr>
                                        <p:cTn id="19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27" grpId="0" animBg="1"/>
      <p:bldP spid="34" grpId="0" animBg="1"/>
      <p:bldP spid="33" grpId="0"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9" name="From - Brace">
            <a:extLst>
              <a:ext uri="{FF2B5EF4-FFF2-40B4-BE49-F238E27FC236}">
                <a16:creationId xmlns:a16="http://schemas.microsoft.com/office/drawing/2014/main" id="{5373CEB6-70E9-42AA-BD65-4517F949FB2E}"/>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05326364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buFont typeface="+mj-lt"/>
              <a:buAutoNum type="arabicPeriod"/>
            </a:pPr>
            <a:r>
              <a:rPr lang="en-GB" sz="3200" dirty="0"/>
              <a:t>lawfulness, fairness and transparency</a:t>
            </a:r>
          </a:p>
          <a:p>
            <a:pPr marL="514350" indent="-514350">
              <a:buFont typeface="+mj-lt"/>
              <a:buAutoNum type="arabicPeriod"/>
            </a:pPr>
            <a:r>
              <a:rPr lang="en-GB" sz="3200" dirty="0"/>
              <a:t>purpose limitation</a:t>
            </a:r>
          </a:p>
          <a:p>
            <a:pPr marL="514350" indent="-514350">
              <a:buFont typeface="+mj-lt"/>
              <a:buAutoNum type="arabicPeriod"/>
            </a:pPr>
            <a:r>
              <a:rPr lang="en-GB" sz="3200" dirty="0"/>
              <a:t>data minimisation</a:t>
            </a:r>
          </a:p>
          <a:p>
            <a:pPr marL="514350" indent="-514350">
              <a:buFont typeface="+mj-lt"/>
              <a:buAutoNum type="arabicPeriod"/>
            </a:pPr>
            <a:r>
              <a:rPr lang="en-GB" sz="3200" dirty="0"/>
              <a:t>accuracy</a:t>
            </a:r>
          </a:p>
          <a:p>
            <a:pPr marL="514350" indent="-514350">
              <a:buFont typeface="+mj-lt"/>
              <a:buAutoNum type="arabicPeriod"/>
            </a:pPr>
            <a:r>
              <a:rPr lang="en-GB" sz="3200" dirty="0"/>
              <a:t>storage limitation</a:t>
            </a:r>
          </a:p>
          <a:p>
            <a:pPr marL="514350" indent="-514350">
              <a:buFont typeface="+mj-lt"/>
              <a:buAutoNum type="arabicPeriod"/>
            </a:pPr>
            <a:r>
              <a:rPr lang="en-GB" sz="3200" dirty="0"/>
              <a:t>integrity and confidentiality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4" name="Content Placeholder 3"/>
          <p:cNvSpPr>
            <a:spLocks noGrp="1"/>
          </p:cNvSpPr>
          <p:nvPr>
            <p:ph sz="half" idx="1"/>
          </p:nvPr>
        </p:nvSpPr>
        <p:spPr>
          <a:xfrm>
            <a:off x="838199" y="1825625"/>
            <a:ext cx="4179849" cy="435133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half" idx="2"/>
          </p:nvPr>
        </p:nvSpPr>
        <p:spPr>
          <a:xfrm>
            <a:off x="5307980" y="1825625"/>
            <a:ext cx="6045820" cy="4351338"/>
          </a:xfrm>
        </p:spPr>
        <p:txBody>
          <a:bodyPr>
            <a:normAutofit/>
          </a:bodyPr>
          <a:lstStyle/>
          <a:p>
            <a:pPr marL="0" indent="0">
              <a:buNone/>
              <a:tabLst>
                <a:tab pos="4320000" algn="l"/>
              </a:tabLst>
            </a:pPr>
            <a:r>
              <a:rPr lang="en-GB" sz="4300" dirty="0"/>
              <a:t>Must </a:t>
            </a:r>
            <a:r>
              <a:rPr lang="en-GB" sz="4000" dirty="0"/>
              <a:t>not be left blank</a:t>
            </a:r>
          </a:p>
          <a:p>
            <a:pPr marL="0" indent="0">
              <a:buNone/>
              <a:tabLst>
                <a:tab pos="4320000" algn="l"/>
              </a:tabLst>
            </a:pPr>
            <a:r>
              <a:rPr lang="en-GB" sz="4000" dirty="0"/>
              <a:t>List of acceptable values</a:t>
            </a:r>
          </a:p>
          <a:p>
            <a:pPr marL="0" indent="0">
              <a:buNone/>
              <a:tabLst>
                <a:tab pos="4320000" algn="l"/>
              </a:tabLst>
            </a:pPr>
            <a:r>
              <a:rPr lang="en-GB" sz="4000" dirty="0"/>
              <a:t>Minimum or exact value</a:t>
            </a:r>
          </a:p>
          <a:p>
            <a:pPr marL="0" indent="0">
              <a:buNone/>
              <a:tabLst>
                <a:tab pos="4320000" algn="l"/>
              </a:tabLst>
            </a:pPr>
            <a:r>
              <a:rPr lang="en-GB" sz="4000" dirty="0"/>
              <a:t>Minimum and/or maximum</a:t>
            </a:r>
          </a:p>
          <a:p>
            <a:endParaRPr lang="en-GB" dirty="0"/>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wipe(left)">
                                      <p:cBhvr>
                                        <p:cTn id="12" dur="1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500"/>
                                        <p:tgtEl>
                                          <p:spTgt spid="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3" end="3"/>
                                            </p:txEl>
                                          </p:spTgt>
                                        </p:tgtEl>
                                        <p:attrNameLst>
                                          <p:attrName>style.visibility</p:attrName>
                                        </p:attrNameLst>
                                      </p:cBhvr>
                                      <p:to>
                                        <p:strVal val="visible"/>
                                      </p:to>
                                    </p:set>
                                    <p:animEffect transition="in" filter="wipe(left)">
                                      <p:cBhvr>
                                        <p:cTn id="22" dur="1500"/>
                                        <p:tgtEl>
                                          <p:spTgt spid="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2000"/>
                                        <p:tgtEl>
                                          <p:spTgt spid="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
                                            <p:txEl>
                                              <p:pRg st="1" end="1"/>
                                            </p:txEl>
                                          </p:spTgt>
                                        </p:tgtEl>
                                        <p:attrNameLst>
                                          <p:attrName>style.visibility</p:attrName>
                                        </p:attrNameLst>
                                      </p:cBhvr>
                                      <p:to>
                                        <p:strVal val="visible"/>
                                      </p:to>
                                    </p:set>
                                    <p:animEffect transition="in" filter="wipe(left)">
                                      <p:cBhvr>
                                        <p:cTn id="32" dur="2000"/>
                                        <p:tgtEl>
                                          <p:spTgt spid="2">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2" end="2"/>
                                            </p:txEl>
                                          </p:spTgt>
                                        </p:tgtEl>
                                        <p:attrNameLst>
                                          <p:attrName>style.visibility</p:attrName>
                                        </p:attrNameLst>
                                      </p:cBhvr>
                                      <p:to>
                                        <p:strVal val="visible"/>
                                      </p:to>
                                    </p:set>
                                    <p:animEffect transition="in" filter="wipe(left)">
                                      <p:cBhvr>
                                        <p:cTn id="37" dur="2000"/>
                                        <p:tgtEl>
                                          <p:spTgt spid="2">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3" end="3"/>
                                            </p:txEl>
                                          </p:spTgt>
                                        </p:tgtEl>
                                        <p:attrNameLst>
                                          <p:attrName>style.visibility</p:attrName>
                                        </p:attrNameLst>
                                      </p:cBhvr>
                                      <p:to>
                                        <p:strVal val="visible"/>
                                      </p:to>
                                    </p:set>
                                    <p:animEffect transition="in" filter="wipe(left)">
                                      <p:cBhvr>
                                        <p:cTn id="4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4" name="Content Placeholder 3"/>
          <p:cNvSpPr>
            <a:spLocks noGrp="1"/>
          </p:cNvSpPr>
          <p:nvPr>
            <p:ph sz="half" idx="1"/>
          </p:nvPr>
        </p:nvSpPr>
        <p:spPr>
          <a:xfrm>
            <a:off x="838199" y="1825625"/>
            <a:ext cx="4179849" cy="435133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half" idx="2"/>
          </p:nvPr>
        </p:nvSpPr>
        <p:spPr>
          <a:xfrm>
            <a:off x="5018048" y="1825625"/>
            <a:ext cx="6335752" cy="4351338"/>
          </a:xfrm>
        </p:spPr>
        <p:txBody>
          <a:bodyPr>
            <a:normAutofit/>
          </a:bodyPr>
          <a:lstStyle/>
          <a:p>
            <a:pPr>
              <a:tabLst>
                <a:tab pos="4320000" algn="l"/>
              </a:tabLst>
            </a:pPr>
            <a:r>
              <a:rPr lang="en-GB" sz="4300" dirty="0"/>
              <a:t> </a:t>
            </a:r>
            <a:endParaRPr lang="en-GB" sz="4000" dirty="0"/>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endParaRPr lang="en-GB" dirty="0"/>
          </a:p>
        </p:txBody>
      </p:sp>
    </p:spTree>
    <p:extLst>
      <p:ext uri="{BB962C8B-B14F-4D97-AF65-F5344CB8AC3E}">
        <p14:creationId xmlns:p14="http://schemas.microsoft.com/office/powerpoint/2010/main" val="3208443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wipe(left)">
                                      <p:cBhvr>
                                        <p:cTn id="12" dur="1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500"/>
                                        <p:tgtEl>
                                          <p:spTgt spid="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3" end="3"/>
                                            </p:txEl>
                                          </p:spTgt>
                                        </p:tgtEl>
                                        <p:attrNameLst>
                                          <p:attrName>style.visibility</p:attrName>
                                        </p:attrNameLst>
                                      </p:cBhvr>
                                      <p:to>
                                        <p:strVal val="visible"/>
                                      </p:to>
                                    </p:set>
                                    <p:animEffect transition="in" filter="wipe(left)">
                                      <p:cBhvr>
                                        <p:cTn id="22" dur="1500"/>
                                        <p:tgtEl>
                                          <p:spTgt spid="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2000"/>
                                        <p:tgtEl>
                                          <p:spTgt spid="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
                                            <p:txEl>
                                              <p:pRg st="1" end="1"/>
                                            </p:txEl>
                                          </p:spTgt>
                                        </p:tgtEl>
                                        <p:attrNameLst>
                                          <p:attrName>style.visibility</p:attrName>
                                        </p:attrNameLst>
                                      </p:cBhvr>
                                      <p:to>
                                        <p:strVal val="visible"/>
                                      </p:to>
                                    </p:set>
                                    <p:animEffect transition="in" filter="wipe(left)">
                                      <p:cBhvr>
                                        <p:cTn id="32" dur="2000"/>
                                        <p:tgtEl>
                                          <p:spTgt spid="2">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2" end="2"/>
                                            </p:txEl>
                                          </p:spTgt>
                                        </p:tgtEl>
                                        <p:attrNameLst>
                                          <p:attrName>style.visibility</p:attrName>
                                        </p:attrNameLst>
                                      </p:cBhvr>
                                      <p:to>
                                        <p:strVal val="visible"/>
                                      </p:to>
                                    </p:set>
                                    <p:animEffect transition="in" filter="wipe(left)">
                                      <p:cBhvr>
                                        <p:cTn id="37" dur="2000"/>
                                        <p:tgtEl>
                                          <p:spTgt spid="2">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3" end="3"/>
                                            </p:txEl>
                                          </p:spTgt>
                                        </p:tgtEl>
                                        <p:attrNameLst>
                                          <p:attrName>style.visibility</p:attrName>
                                        </p:attrNameLst>
                                      </p:cBhvr>
                                      <p:to>
                                        <p:strVal val="visible"/>
                                      </p:to>
                                    </p:set>
                                    <p:animEffect transition="in" filter="wipe(left)">
                                      <p:cBhvr>
                                        <p:cTn id="4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4" name="Content Placeholder 3"/>
          <p:cNvSpPr>
            <a:spLocks noGrp="1"/>
          </p:cNvSpPr>
          <p:nvPr>
            <p:ph sz="half" idx="1"/>
          </p:nvPr>
        </p:nvSpPr>
        <p:spPr>
          <a:xfrm>
            <a:off x="838199" y="1825625"/>
            <a:ext cx="4179849" cy="435133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half" idx="2"/>
          </p:nvPr>
        </p:nvSpPr>
        <p:spPr>
          <a:xfrm>
            <a:off x="5330282" y="1825625"/>
            <a:ext cx="6023517" cy="4351338"/>
          </a:xfrm>
        </p:spPr>
        <p:txBody>
          <a:bodyPr>
            <a:normAutofit/>
          </a:bodyPr>
          <a:lstStyle/>
          <a:p>
            <a:pPr marL="0" indent="0">
              <a:buNone/>
              <a:tabLst>
                <a:tab pos="4320000" algn="l"/>
              </a:tabLst>
            </a:pPr>
            <a:r>
              <a:rPr lang="en-GB" sz="4300" i="1" dirty="0"/>
              <a:t>Required</a:t>
            </a:r>
            <a:r>
              <a:rPr lang="en-GB" sz="4300" dirty="0"/>
              <a:t> </a:t>
            </a:r>
            <a:r>
              <a:rPr lang="en-GB" sz="4300" dirty="0">
                <a:solidFill>
                  <a:srgbClr val="FF0000"/>
                </a:solidFill>
              </a:rPr>
              <a:t>Yes</a:t>
            </a:r>
            <a:endParaRPr lang="en-GB" sz="4000" dirty="0">
              <a:solidFill>
                <a:srgbClr val="FF0000"/>
              </a:solidFill>
            </a:endParaRPr>
          </a:p>
          <a:p>
            <a:pPr marL="0" indent="0">
              <a:buNone/>
              <a:tabLst>
                <a:tab pos="4320000" algn="l"/>
              </a:tabLst>
            </a:pPr>
            <a:r>
              <a:rPr lang="en-GB" sz="4000" dirty="0"/>
              <a:t>Restricted choice: Big, Small</a:t>
            </a:r>
          </a:p>
          <a:p>
            <a:pPr marL="0" indent="0">
              <a:buNone/>
              <a:tabLst>
                <a:tab pos="4320000" algn="l"/>
              </a:tabLst>
            </a:pPr>
            <a:r>
              <a:rPr lang="en-GB" sz="4000" dirty="0"/>
              <a:t>Length &gt;= 4</a:t>
            </a:r>
          </a:p>
          <a:p>
            <a:pPr marL="0" indent="0">
              <a:buNone/>
              <a:tabLst>
                <a:tab pos="4320000" algn="l"/>
              </a:tabLst>
            </a:pPr>
            <a:r>
              <a:rPr lang="en-GB" sz="4000" dirty="0"/>
              <a:t>Range &gt;= 0 and &lt;= 100</a:t>
            </a:r>
          </a:p>
          <a:p>
            <a:endParaRPr lang="en-GB" dirty="0"/>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500"/>
                                        <p:tgtEl>
                                          <p:spTgt spid="4">
                                            <p:txEl>
                                              <p:pRg st="0" end="0"/>
                                            </p:txEl>
                                          </p:spTgt>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animEffect transition="in" filter="wipe(left)">
                                      <p:cBhvr>
                                        <p:cTn id="11" dur="1500"/>
                                        <p:tgtEl>
                                          <p:spTgt spid="4">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wipe(left)">
                                      <p:cBhvr>
                                        <p:cTn id="15" dur="1500"/>
                                        <p:tgtEl>
                                          <p:spTgt spid="4">
                                            <p:txEl>
                                              <p:pRg st="2" end="2"/>
                                            </p:txEl>
                                          </p:spTgt>
                                        </p:tgtEl>
                                      </p:cBhvr>
                                    </p:animEffect>
                                  </p:childTnLst>
                                </p:cTn>
                              </p:par>
                            </p:childTnLst>
                          </p:cTn>
                        </p:par>
                        <p:par>
                          <p:cTn id="16" fill="hold">
                            <p:stCondLst>
                              <p:cond delay="4500"/>
                            </p:stCondLst>
                            <p:childTnLst>
                              <p:par>
                                <p:cTn id="17" presetID="22" presetClass="entr" presetSubtype="8" fill="hold" grpId="0" nodeType="after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animEffect transition="in" filter="wipe(left)">
                                      <p:cBhvr>
                                        <p:cTn id="19" dur="1500"/>
                                        <p:tgtEl>
                                          <p:spTgt spid="4">
                                            <p:txEl>
                                              <p:pRg st="3" end="3"/>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2">
                                            <p:txEl>
                                              <p:pRg st="0" end="0"/>
                                            </p:txEl>
                                          </p:spTgt>
                                        </p:tgtEl>
                                        <p:attrNameLst>
                                          <p:attrName>style.visibility</p:attrName>
                                        </p:attrNameLst>
                                      </p:cBhvr>
                                      <p:to>
                                        <p:strVal val="visible"/>
                                      </p:to>
                                    </p:set>
                                    <p:animEffect transition="in" filter="wipe(left)">
                                      <p:cBhvr>
                                        <p:cTn id="24" dur="2000"/>
                                        <p:tgtEl>
                                          <p:spTgt spid="2">
                                            <p:txEl>
                                              <p:pRg st="0" end="0"/>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nodeType="clickEffect">
                                  <p:stCondLst>
                                    <p:cond delay="0"/>
                                  </p:stCondLst>
                                  <p:childTnLst>
                                    <p:set>
                                      <p:cBhvr>
                                        <p:cTn id="28" dur="1" fill="hold">
                                          <p:stCondLst>
                                            <p:cond delay="0"/>
                                          </p:stCondLst>
                                        </p:cTn>
                                        <p:tgtEl>
                                          <p:spTgt spid="2">
                                            <p:txEl>
                                              <p:pRg st="1" end="1"/>
                                            </p:txEl>
                                          </p:spTgt>
                                        </p:tgtEl>
                                        <p:attrNameLst>
                                          <p:attrName>style.visibility</p:attrName>
                                        </p:attrNameLst>
                                      </p:cBhvr>
                                      <p:to>
                                        <p:strVal val="visible"/>
                                      </p:to>
                                    </p:set>
                                    <p:animEffect transition="in" filter="wipe(left)">
                                      <p:cBhvr>
                                        <p:cTn id="29" dur="2000"/>
                                        <p:tgtEl>
                                          <p:spTgt spid="2">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2" end="2"/>
                                            </p:txEl>
                                          </p:spTgt>
                                        </p:tgtEl>
                                        <p:attrNameLst>
                                          <p:attrName>style.visibility</p:attrName>
                                        </p:attrNameLst>
                                      </p:cBhvr>
                                      <p:to>
                                        <p:strVal val="visible"/>
                                      </p:to>
                                    </p:set>
                                    <p:animEffect transition="in" filter="wipe(left)">
                                      <p:cBhvr>
                                        <p:cTn id="34" dur="2000"/>
                                        <p:tgtEl>
                                          <p:spTgt spid="2">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3" end="3"/>
                                            </p:txEl>
                                          </p:spTgt>
                                        </p:tgtEl>
                                        <p:attrNameLst>
                                          <p:attrName>style.visibility</p:attrName>
                                        </p:attrNameLst>
                                      </p:cBhvr>
                                      <p:to>
                                        <p:strVal val="visible"/>
                                      </p:to>
                                    </p:set>
                                    <p:animEffect transition="in" filter="wipe(left)">
                                      <p:cBhvr>
                                        <p:cTn id="39"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4" name="Content Placeholder 3"/>
          <p:cNvSpPr>
            <a:spLocks noGrp="1"/>
          </p:cNvSpPr>
          <p:nvPr>
            <p:ph sz="half" idx="1"/>
          </p:nvPr>
        </p:nvSpPr>
        <p:spPr>
          <a:xfrm>
            <a:off x="838199" y="1825625"/>
            <a:ext cx="4179849" cy="435133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Content Placeholder 5">
            <a:extLst>
              <a:ext uri="{FF2B5EF4-FFF2-40B4-BE49-F238E27FC236}">
                <a16:creationId xmlns:a16="http://schemas.microsoft.com/office/drawing/2014/main" id="{0E4C3F63-B28C-4F12-B047-7FD235E1C8E9}"/>
              </a:ext>
            </a:extLst>
          </p:cNvPr>
          <p:cNvSpPr>
            <a:spLocks noGrp="1"/>
          </p:cNvSpPr>
          <p:nvPr>
            <p:ph sz="half" idx="2"/>
          </p:nvPr>
        </p:nvSpPr>
        <p:spPr>
          <a:xfrm>
            <a:off x="5129561" y="1825625"/>
            <a:ext cx="6224239" cy="4351338"/>
          </a:xfrm>
        </p:spPr>
        <p:txBody>
          <a:bodyPr>
            <a:normAutofit/>
          </a:bodyPr>
          <a:lstStyle/>
          <a:p>
            <a:r>
              <a:rPr lang="en-GB" sz="4000" dirty="0"/>
              <a:t> 	</a:t>
            </a:r>
          </a:p>
          <a:p>
            <a:r>
              <a:rPr lang="en-GB" sz="4000" dirty="0"/>
              <a:t> </a:t>
            </a:r>
          </a:p>
          <a:p>
            <a:r>
              <a:rPr lang="en-GB" sz="4000" dirty="0"/>
              <a:t> </a:t>
            </a:r>
          </a:p>
          <a:p>
            <a:r>
              <a:rPr lang="en-GB" sz="4000" dirty="0"/>
              <a:t> </a:t>
            </a:r>
          </a:p>
        </p:txBody>
      </p:sp>
    </p:spTree>
    <p:extLst>
      <p:ext uri="{BB962C8B-B14F-4D97-AF65-F5344CB8AC3E}">
        <p14:creationId xmlns:p14="http://schemas.microsoft.com/office/powerpoint/2010/main" val="1435235245"/>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Only text attributes are given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0" end="0"/>
                                            </p:txEl>
                                          </p:spTgt>
                                        </p:tgtEl>
                                        <p:attrNameLst>
                                          <p:attrName>style.visibility</p:attrName>
                                        </p:attrNameLst>
                                      </p:cBhvr>
                                      <p:to>
                                        <p:strVal val="visible"/>
                                      </p:to>
                                    </p:set>
                                    <p:animEffect transition="in" filter="wipe(left)">
                                      <p:cBhvr>
                                        <p:cTn id="17" dur="1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066695024"/>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167249" y="5285056"/>
            <a:ext cx="3022687" cy="523220"/>
          </a:xfrm>
          <a:prstGeom prst="rect">
            <a:avLst/>
          </a:prstGeom>
          <a:noFill/>
        </p:spPr>
        <p:txBody>
          <a:bodyPr wrap="none" rtlCol="0">
            <a:spAutoFit/>
          </a:bodyPr>
          <a:lstStyle/>
          <a:p>
            <a:r>
              <a:rPr lang="en-GB" sz="2800" b="1" dirty="0">
                <a:solidFill>
                  <a:srgbClr val="7030A0"/>
                </a:solidFill>
              </a:rPr>
              <a:t>FK must exist as PK</a:t>
            </a:r>
            <a:endParaRPr lang="en-GB" sz="3200" b="1" dirty="0">
              <a:solidFill>
                <a:srgbClr val="7030A0"/>
              </a:solidFill>
            </a:endParaRP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7175500" y="4711700"/>
            <a:ext cx="1785620" cy="1373134"/>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1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lnSpcReduction="1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Referential Integrity</a:t>
            </a:r>
          </a:p>
        </p:txBody>
      </p:sp>
      <p:sp>
        <p:nvSpPr>
          <p:cNvPr id="3" name="Content Placeholder 2"/>
          <p:cNvSpPr>
            <a:spLocks noGrp="1"/>
          </p:cNvSpPr>
          <p:nvPr>
            <p:ph idx="1"/>
          </p:nvPr>
        </p:nvSpPr>
        <p:spPr/>
        <p:txBody>
          <a:bodyPr/>
          <a:lstStyle/>
          <a:p>
            <a:endParaRPr lang="en-GB"/>
          </a:p>
        </p:txBody>
      </p:sp>
    </p:spTree>
    <p:extLst>
      <p:ext uri="{BB962C8B-B14F-4D97-AF65-F5344CB8AC3E}">
        <p14:creationId xmlns:p14="http://schemas.microsoft.com/office/powerpoint/2010/main" val="1307019491"/>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543521991"/>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474439757"/>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 / UPDATE /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573864169"/>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615573067"/>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47B793-F74E-4D0E-8C93-EB3AB77756F2}"/>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6F519DC4-5D38-4394-B939-D133A2B4D012}"/>
              </a:ext>
            </a:extLst>
          </p:cNvPr>
          <p:cNvSpPr>
            <a:spLocks noGrp="1"/>
          </p:cNvSpPr>
          <p:nvPr>
            <p:ph idx="1"/>
          </p:nvPr>
        </p:nvSpPr>
        <p:spPr/>
        <p:txBody>
          <a:bodyPr>
            <a:normAutofit/>
          </a:bodyPr>
          <a:lstStyle/>
          <a:p>
            <a:r>
              <a:rPr lang="en-GB" sz="3200" dirty="0"/>
              <a:t>Describe and exemplify testing: </a:t>
            </a:r>
          </a:p>
          <a:p>
            <a:pPr lvl="1"/>
            <a:r>
              <a:rPr lang="en-GB" sz="3200" dirty="0"/>
              <a:t>SQL operations work correctly at this level </a:t>
            </a:r>
          </a:p>
          <a:p>
            <a:pPr marL="0" indent="0">
              <a:buNone/>
            </a:pPr>
            <a:endParaRPr lang="en-GB" sz="3200" dirty="0"/>
          </a:p>
        </p:txBody>
      </p:sp>
    </p:spTree>
    <p:extLst>
      <p:ext uri="{BB962C8B-B14F-4D97-AF65-F5344CB8AC3E}">
        <p14:creationId xmlns:p14="http://schemas.microsoft.com/office/powerpoint/2010/main" val="3598109470"/>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Evaluate solution in terms of: </a:t>
            </a:r>
          </a:p>
          <a:p>
            <a:pPr lvl="1"/>
            <a:r>
              <a:rPr lang="en-GB" sz="2800" dirty="0"/>
              <a:t>fitness for purpose </a:t>
            </a:r>
          </a:p>
          <a:p>
            <a:pPr lvl="1"/>
            <a:r>
              <a:rPr lang="en-GB" sz="2800" dirty="0"/>
              <a:t>accuracy of output </a:t>
            </a:r>
          </a:p>
        </p:txBody>
      </p:sp>
    </p:spTree>
    <p:extLst>
      <p:ext uri="{BB962C8B-B14F-4D97-AF65-F5344CB8AC3E}">
        <p14:creationId xmlns:p14="http://schemas.microsoft.com/office/powerpoint/2010/main" val="780501331"/>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r>
              <a:rPr lang="en-GB" sz="3600" dirty="0"/>
              <a:t> </a:t>
            </a:r>
          </a:p>
          <a:p>
            <a:r>
              <a:rPr lang="en-GB" sz="3600" dirty="0"/>
              <a:t> </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wrong (if wrong)</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wrong (if wrong)</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6992</TotalTime>
  <Words>11523</Words>
  <Application>Microsoft Office PowerPoint</Application>
  <PresentationFormat>Widescreen</PresentationFormat>
  <Paragraphs>4676</Paragraphs>
  <Slides>244</Slides>
  <Notes>189</Notes>
  <HiddenSlides>109</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244</vt:i4>
      </vt:variant>
    </vt:vector>
  </HeadingPairs>
  <TitlesOfParts>
    <vt:vector size="252"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Learning Intentions</vt:lpstr>
      <vt:lpstr>Display information</vt:lpstr>
      <vt:lpstr>Display information</vt:lpstr>
      <vt:lpstr>Learning Intentions</vt:lpstr>
      <vt:lpstr>Internal Commentary -  Single Line</vt:lpstr>
      <vt:lpstr>Internal Commentary – Single Line</vt:lpstr>
      <vt:lpstr>Internal Commentary – Multiple Lines</vt:lpstr>
      <vt:lpstr>Internal Commentary – Multiple Lines</vt:lpstr>
      <vt:lpstr>Learning Intentions</vt:lpstr>
      <vt:lpstr>SQL</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Filter Results: complex</vt:lpstr>
      <vt:lpstr>Filter Results: Complex</vt:lpstr>
      <vt:lpstr>Order of Operations (3)</vt:lpstr>
      <vt:lpstr>Order of Operations (3)</vt:lpstr>
      <vt:lpstr>Prison Task</vt:lpstr>
      <vt:lpstr>Learning Intentions</vt:lpstr>
      <vt:lpstr>Sort Results – Small to Big</vt:lpstr>
      <vt:lpstr>Sort Results – Small to Big</vt:lpstr>
      <vt:lpstr>Sort Results – Big to Small</vt:lpstr>
      <vt:lpstr>Sort Results – Big to Small</vt:lpstr>
      <vt:lpstr>Order of Operations (4)</vt:lpstr>
      <vt:lpstr>Order of Operations (4)</vt:lpstr>
      <vt:lpstr>Order of Operations (4)</vt:lpstr>
      <vt:lpstr>Order of Operations (4)</vt:lpstr>
      <vt:lpstr>Sort Results – Multiple fields</vt:lpstr>
      <vt:lpstr>Sort Results – Multiple fields</vt:lpstr>
      <vt:lpstr>Doing It All!</vt:lpstr>
      <vt:lpstr>Doing It All!</vt:lpstr>
      <vt:lpstr>Santa's List</vt:lpstr>
      <vt:lpstr>Santa's List - SQL</vt:lpstr>
      <vt:lpstr>Video Games Task</vt:lpstr>
      <vt:lpstr>Learning Intentions</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PowerPoint Presentation</vt:lpstr>
      <vt:lpstr>Data Dictionary (1)</vt:lpstr>
      <vt:lpstr>Data Dictionary</vt:lpstr>
      <vt:lpstr>Text Attribute</vt:lpstr>
      <vt:lpstr>Text Attribute</vt:lpstr>
      <vt:lpstr>Data Dictionary (2)</vt:lpstr>
      <vt:lpstr>Referential integrity</vt:lpstr>
      <vt:lpstr>Data Dictionary (3)</vt:lpstr>
      <vt:lpstr>Analysis &amp; Design</vt:lpstr>
      <vt:lpstr>Referential Integrity</vt:lpstr>
      <vt:lpstr>PowerPoint Presentation</vt:lpstr>
      <vt:lpstr>Query Design (SELECT)</vt:lpstr>
      <vt:lpstr>Query Design (INSERT)</vt:lpstr>
      <vt:lpstr>Query Design (INSERT / UPDATE / DELETE)</vt:lpstr>
      <vt:lpstr>Query Design (UPDATE)</vt:lpstr>
      <vt:lpstr>Query Design (DELETE)</vt:lpstr>
      <vt:lpstr>Learning Intentions</vt:lpstr>
      <vt:lpstr>Learning Intentions</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450</cp:revision>
  <cp:lastPrinted>2021-06-18T08:15:49Z</cp:lastPrinted>
  <dcterms:created xsi:type="dcterms:W3CDTF">2020-11-23T14:36:09Z</dcterms:created>
  <dcterms:modified xsi:type="dcterms:W3CDTF">2025-11-11T09:25:35Z</dcterms:modified>
</cp:coreProperties>
</file>