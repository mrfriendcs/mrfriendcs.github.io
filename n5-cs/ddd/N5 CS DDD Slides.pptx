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2"/>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881" r:id="rId214"/>
    <p:sldId id="516" r:id="rId215"/>
    <p:sldId id="883" r:id="rId216"/>
    <p:sldId id="517" r:id="rId217"/>
    <p:sldId id="882" r:id="rId218"/>
    <p:sldId id="537" r:id="rId219"/>
    <p:sldId id="884" r:id="rId220"/>
    <p:sldId id="885" r:id="rId221"/>
    <p:sldId id="856" r:id="rId222"/>
    <p:sldId id="866" r:id="rId223"/>
    <p:sldId id="860" r:id="rId224"/>
    <p:sldId id="867" r:id="rId225"/>
    <p:sldId id="858" r:id="rId226"/>
    <p:sldId id="868" r:id="rId227"/>
    <p:sldId id="869" r:id="rId228"/>
    <p:sldId id="871" r:id="rId229"/>
    <p:sldId id="870" r:id="rId230"/>
    <p:sldId id="872" r:id="rId231"/>
    <p:sldId id="691" r:id="rId232"/>
    <p:sldId id="692" r:id="rId233"/>
    <p:sldId id="693" r:id="rId234"/>
    <p:sldId id="694" r:id="rId235"/>
    <p:sldId id="695" r:id="rId236"/>
    <p:sldId id="696" r:id="rId237"/>
    <p:sldId id="697" r:id="rId238"/>
    <p:sldId id="698" r:id="rId239"/>
    <p:sldId id="699" r:id="rId240"/>
    <p:sldId id="700" r:id="rId241"/>
    <p:sldId id="701" r:id="rId242"/>
    <p:sldId id="740" r:id="rId243"/>
    <p:sldId id="741" r:id="rId244"/>
    <p:sldId id="769" r:id="rId245"/>
    <p:sldId id="742" r:id="rId246"/>
    <p:sldId id="774" r:id="rId247"/>
    <p:sldId id="764" r:id="rId248"/>
    <p:sldId id="766" r:id="rId249"/>
    <p:sldId id="765" r:id="rId250"/>
    <p:sldId id="768" r:id="rId25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microsoft.com/office/2016/11/relationships/changesInfo" Target="changesInfos/changesInfo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commentAuthors" Target="commentAuthor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presProps" Target="pres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viewProps" Target="viewProp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theme" Target="theme/theme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1T15:07:40.136" v="415" actId="6549"/>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del">
        <pc:chgData name="Al Friend" userId="e5ed79da-d858-46d4-9eed-a7a24903f2de" providerId="ADAL" clId="{9EB0769B-6403-4A8A-804B-F964790C5CE3}" dt="2025-12-11T13:17:13.259" v="102" actId="2696"/>
        <pc:sldMkLst>
          <pc:docMk/>
          <pc:sldMk cId="3598109470" sldId="538"/>
        </pc:sldMkLst>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undo redo custSel addSld delSld modSld sldOrd modSection">
      <pc:chgData name="Al Friend" userId="e5ed79da-d858-46d4-9eed-a7a24903f2de" providerId="ADAL" clId="{DC736F26-FCCE-4022-AF24-D4DE4D68AC4B}" dt="2025-11-13T13:46:47.190" v="648" actId="20577"/>
      <pc:docMkLst>
        <pc:docMk/>
      </pc:docMkLst>
      <pc:sldChg chg="ord">
        <pc:chgData name="Al Friend" userId="e5ed79da-d858-46d4-9eed-a7a24903f2de" providerId="ADAL" clId="{DC736F26-FCCE-4022-AF24-D4DE4D68AC4B}" dt="2025-11-11T08:53:06.181" v="87"/>
        <pc:sldMkLst>
          <pc:docMk/>
          <pc:sldMk cId="2580359445" sldId="256"/>
        </pc:sldMkLst>
      </pc:sldChg>
      <pc:sldChg chg="ord">
        <pc:chgData name="Al Friend" userId="e5ed79da-d858-46d4-9eed-a7a24903f2de" providerId="ADAL" clId="{DC736F26-FCCE-4022-AF24-D4DE4D68AC4B}" dt="2025-11-11T08:52:58.254" v="85"/>
        <pc:sldMkLst>
          <pc:docMk/>
          <pc:sldMk cId="1174814452" sldId="461"/>
        </pc:sldMkLst>
      </pc:sldChg>
      <pc:sldChg chg="addSp delSp modSp modAnim">
        <pc:chgData name="Al Friend" userId="e5ed79da-d858-46d4-9eed-a7a24903f2de" providerId="ADAL" clId="{DC736F26-FCCE-4022-AF24-D4DE4D68AC4B}" dt="2025-11-12T12:07:03.469" v="253" actId="14100"/>
        <pc:sldMkLst>
          <pc:docMk/>
          <pc:sldMk cId="3210650822" sldId="467"/>
        </pc:sldMkLst>
        <pc:spChg chg="mod">
          <ac:chgData name="Al Friend" userId="e5ed79da-d858-46d4-9eed-a7a24903f2de" providerId="ADAL" clId="{DC736F26-FCCE-4022-AF24-D4DE4D68AC4B}" dt="2025-11-12T12:06:57.779" v="245" actId="14100"/>
          <ac:spMkLst>
            <pc:docMk/>
            <pc:sldMk cId="3210650822" sldId="467"/>
            <ac:spMk id="2" creationId="{3598B75A-0FB3-4171-AD3B-F1E4DF79AE5E}"/>
          </ac:spMkLst>
        </pc:spChg>
        <pc:spChg chg="mod">
          <ac:chgData name="Al Friend" userId="e5ed79da-d858-46d4-9eed-a7a24903f2de" providerId="ADAL" clId="{DC736F26-FCCE-4022-AF24-D4DE4D68AC4B}" dt="2025-11-12T12:06:40.975" v="244" actId="14100"/>
          <ac:spMkLst>
            <pc:docMk/>
            <pc:sldMk cId="3210650822" sldId="467"/>
            <ac:spMk id="4" creationId="{00000000-0000-0000-0000-000000000000}"/>
          </ac:spMkLst>
        </pc:spChg>
        <pc:spChg chg="add del mod">
          <ac:chgData name="Al Friend" userId="e5ed79da-d858-46d4-9eed-a7a24903f2de" providerId="ADAL" clId="{DC736F26-FCCE-4022-AF24-D4DE4D68AC4B}" dt="2025-11-12T12:06:40.975" v="244" actId="14100"/>
          <ac:spMkLst>
            <pc:docMk/>
            <pc:sldMk cId="3210650822" sldId="467"/>
            <ac:spMk id="5" creationId="{CFA8032E-517D-44A5-9B67-FE3C84FAB189}"/>
          </ac:spMkLst>
        </pc:spChg>
        <pc:spChg chg="add del mod">
          <ac:chgData name="Al Friend" userId="e5ed79da-d858-46d4-9eed-a7a24903f2de" providerId="ADAL" clId="{DC736F26-FCCE-4022-AF24-D4DE4D68AC4B}" dt="2025-11-12T12:07:03.469" v="253" actId="14100"/>
          <ac:spMkLst>
            <pc:docMk/>
            <pc:sldMk cId="3210650822" sldId="467"/>
            <ac:spMk id="6" creationId="{898CA89C-886D-4BAF-8C20-0DDB87972937}"/>
          </ac:spMkLst>
        </pc:spChg>
      </pc:sldChg>
      <pc:sldChg chg="ord">
        <pc:chgData name="Al Friend" userId="e5ed79da-d858-46d4-9eed-a7a24903f2de" providerId="ADAL" clId="{DC736F26-FCCE-4022-AF24-D4DE4D68AC4B}" dt="2025-11-11T08:53:10.061" v="89"/>
        <pc:sldMkLst>
          <pc:docMk/>
          <pc:sldMk cId="1600644384" sldId="480"/>
        </pc:sldMkLst>
      </pc:sldChg>
      <pc:sldChg chg="modSp ord">
        <pc:chgData name="Al Friend" userId="e5ed79da-d858-46d4-9eed-a7a24903f2de" providerId="ADAL" clId="{DC736F26-FCCE-4022-AF24-D4DE4D68AC4B}" dt="2025-11-11T08:53:30.529" v="95"/>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addSp modSp ord modAnim modNotesTx">
        <pc:chgData name="Al Friend" userId="e5ed79da-d858-46d4-9eed-a7a24903f2de" providerId="ADAL" clId="{DC736F26-FCCE-4022-AF24-D4DE4D68AC4B}" dt="2025-11-11T09:23:07.117" v="137" actId="404"/>
        <pc:sldMkLst>
          <pc:docMk/>
          <pc:sldMk cId="2467363616" sldId="493"/>
        </pc:sldMkLst>
        <pc:spChg chg="add mod">
          <ac:chgData name="Al Friend" userId="e5ed79da-d858-46d4-9eed-a7a24903f2de" providerId="ADAL" clId="{DC736F26-FCCE-4022-AF24-D4DE4D68AC4B}" dt="2025-11-11T09:23:07.117" v="137" actId="404"/>
          <ac:spMkLst>
            <pc:docMk/>
            <pc:sldMk cId="2467363616" sldId="493"/>
            <ac:spMk id="14" creationId="{CDF67095-1826-46BB-BF76-59AEAED3364C}"/>
          </ac:spMkLst>
        </pc:spChg>
      </pc:sldChg>
      <pc:sldChg chg="ord">
        <pc:chgData name="Al Friend" userId="e5ed79da-d858-46d4-9eed-a7a24903f2de" providerId="ADAL" clId="{DC736F26-FCCE-4022-AF24-D4DE4D68AC4B}" dt="2025-11-11T08:54:15.576" v="98"/>
        <pc:sldMkLst>
          <pc:docMk/>
          <pc:sldMk cId="1089194263" sldId="496"/>
        </pc:sldMkLst>
      </pc:sldChg>
      <pc:sldChg chg="ord">
        <pc:chgData name="Al Friend" userId="e5ed79da-d858-46d4-9eed-a7a24903f2de" providerId="ADAL" clId="{DC736F26-FCCE-4022-AF24-D4DE4D68AC4B}" dt="2025-11-11T08:54:15.576" v="98"/>
        <pc:sldMkLst>
          <pc:docMk/>
          <pc:sldMk cId="3552811018" sldId="499"/>
        </pc:sldMkLst>
      </pc:sldChg>
      <pc:sldChg chg="ord">
        <pc:chgData name="Al Friend" userId="e5ed79da-d858-46d4-9eed-a7a24903f2de" providerId="ADAL" clId="{DC736F26-FCCE-4022-AF24-D4DE4D68AC4B}" dt="2025-11-11T08:54:15.576" v="98"/>
        <pc:sldMkLst>
          <pc:docMk/>
          <pc:sldMk cId="3053095926" sldId="500"/>
        </pc:sldMkLst>
      </pc:sldChg>
      <pc:sldChg chg="modSp modAnim">
        <pc:chgData name="Al Friend" userId="e5ed79da-d858-46d4-9eed-a7a24903f2de" providerId="ADAL" clId="{DC736F26-FCCE-4022-AF24-D4DE4D68AC4B}" dt="2025-11-12T12:24:50.211" v="435"/>
        <pc:sldMkLst>
          <pc:docMk/>
          <pc:sldMk cId="1973041097" sldId="502"/>
        </pc:sldMkLst>
        <pc:spChg chg="mod">
          <ac:chgData name="Al Friend" userId="e5ed79da-d858-46d4-9eed-a7a24903f2de" providerId="ADAL" clId="{DC736F26-FCCE-4022-AF24-D4DE4D68AC4B}" dt="2025-11-12T12:14:15.529" v="371" actId="207"/>
          <ac:spMkLst>
            <pc:docMk/>
            <pc:sldMk cId="1973041097" sldId="502"/>
            <ac:spMk id="4" creationId="{A1BFC853-8304-4B36-ABE6-4EFE5EDE6F3D}"/>
          </ac:spMkLst>
        </pc:spChg>
      </pc:sldChg>
      <pc:sldChg chg="modSp modAnim">
        <pc:chgData name="Al Friend" userId="e5ed79da-d858-46d4-9eed-a7a24903f2de" providerId="ADAL" clId="{DC736F26-FCCE-4022-AF24-D4DE4D68AC4B}" dt="2025-11-12T13:39:12.017" v="445"/>
        <pc:sldMkLst>
          <pc:docMk/>
          <pc:sldMk cId="393934492" sldId="503"/>
        </pc:sldMkLst>
        <pc:spChg chg="mod">
          <ac:chgData name="Al Friend" userId="e5ed79da-d858-46d4-9eed-a7a24903f2de" providerId="ADAL" clId="{DC736F26-FCCE-4022-AF24-D4DE4D68AC4B}" dt="2025-11-12T12:13:18.902" v="366" actId="1076"/>
          <ac:spMkLst>
            <pc:docMk/>
            <pc:sldMk cId="393934492" sldId="503"/>
            <ac:spMk id="7" creationId="{A1BFC853-8304-4B36-ABE6-4EFE5EDE6F3D}"/>
          </ac:spMkLst>
        </pc:spChg>
      </pc:sldChg>
      <pc:sldChg chg="ord">
        <pc:chgData name="Al Friend" userId="e5ed79da-d858-46d4-9eed-a7a24903f2de" providerId="ADAL" clId="{DC736F26-FCCE-4022-AF24-D4DE4D68AC4B}" dt="2025-11-11T08:54:15.576" v="98"/>
        <pc:sldMkLst>
          <pc:docMk/>
          <pc:sldMk cId="1311849371" sldId="506"/>
        </pc:sldMkLst>
      </pc:sldChg>
      <pc:sldChg chg="ord">
        <pc:chgData name="Al Friend" userId="e5ed79da-d858-46d4-9eed-a7a24903f2de" providerId="ADAL" clId="{DC736F26-FCCE-4022-AF24-D4DE4D68AC4B}" dt="2025-11-11T08:54:15.576" v="98"/>
        <pc:sldMkLst>
          <pc:docMk/>
          <pc:sldMk cId="1991034504" sldId="507"/>
        </pc:sldMkLst>
      </pc:sldChg>
      <pc:sldChg chg="modSp modNotesTx">
        <pc:chgData name="Al Friend" userId="e5ed79da-d858-46d4-9eed-a7a24903f2de" providerId="ADAL" clId="{DC736F26-FCCE-4022-AF24-D4DE4D68AC4B}" dt="2025-11-12T13:09:50.448" v="442" actId="20577"/>
        <pc:sldMkLst>
          <pc:docMk/>
          <pc:sldMk cId="3834322360" sldId="512"/>
        </pc:sldMkLst>
        <pc:spChg chg="mod">
          <ac:chgData name="Al Friend" userId="e5ed79da-d858-46d4-9eed-a7a24903f2de" providerId="ADAL" clId="{DC736F26-FCCE-4022-AF24-D4DE4D68AC4B}" dt="2025-11-12T13:09:50.448" v="442" actId="20577"/>
          <ac:spMkLst>
            <pc:docMk/>
            <pc:sldMk cId="3834322360" sldId="512"/>
            <ac:spMk id="2" creationId="{2758866C-D163-466F-886D-CDF1E69610EA}"/>
          </ac:spMkLst>
        </pc:spChg>
      </pc:sldChg>
      <pc:sldChg chg="modNotesTx">
        <pc:chgData name="Al Friend" userId="e5ed79da-d858-46d4-9eed-a7a24903f2de" providerId="ADAL" clId="{DC736F26-FCCE-4022-AF24-D4DE4D68AC4B}" dt="2025-11-13T13:41:36.760" v="633" actId="6549"/>
        <pc:sldMkLst>
          <pc:docMk/>
          <pc:sldMk cId="3543521991" sldId="514"/>
        </pc:sldMkLst>
      </pc:sldChg>
      <pc:sldChg chg="modSp modNotesTx">
        <pc:chgData name="Al Friend" userId="e5ed79da-d858-46d4-9eed-a7a24903f2de" providerId="ADAL" clId="{DC736F26-FCCE-4022-AF24-D4DE4D68AC4B}" dt="2025-11-13T13:46:31.589" v="645" actId="20577"/>
        <pc:sldMkLst>
          <pc:docMk/>
          <pc:sldMk cId="764657735" sldId="515"/>
        </pc:sldMkLst>
        <pc:graphicFrameChg chg="modGraphic">
          <ac:chgData name="Al Friend" userId="e5ed79da-d858-46d4-9eed-a7a24903f2de" providerId="ADAL" clId="{DC736F26-FCCE-4022-AF24-D4DE4D68AC4B}" dt="2025-11-13T13:46:31.589" v="645" actId="20577"/>
          <ac:graphicFrameMkLst>
            <pc:docMk/>
            <pc:sldMk cId="764657735" sldId="515"/>
            <ac:graphicFrameMk id="4" creationId="{00000000-0000-0000-0000-000000000000}"/>
          </ac:graphicFrameMkLst>
        </pc:graphicFrameChg>
      </pc:sldChg>
      <pc:sldChg chg="modNotesTx">
        <pc:chgData name="Al Friend" userId="e5ed79da-d858-46d4-9eed-a7a24903f2de" providerId="ADAL" clId="{DC736F26-FCCE-4022-AF24-D4DE4D68AC4B}" dt="2025-11-13T13:41:46.199" v="635" actId="6549"/>
        <pc:sldMkLst>
          <pc:docMk/>
          <pc:sldMk cId="520357845" sldId="516"/>
        </pc:sldMkLst>
      </pc:sldChg>
      <pc:sldChg chg="modNotesTx">
        <pc:chgData name="Al Friend" userId="e5ed79da-d858-46d4-9eed-a7a24903f2de" providerId="ADAL" clId="{DC736F26-FCCE-4022-AF24-D4DE4D68AC4B}" dt="2025-11-13T13:41:48.472" v="636" actId="6549"/>
        <pc:sldMkLst>
          <pc:docMk/>
          <pc:sldMk cId="2968985016" sldId="517"/>
        </pc:sldMkLst>
      </pc:sldChg>
      <pc:sldChg chg="addSp delSp modSp modAnim">
        <pc:chgData name="Al Friend" userId="e5ed79da-d858-46d4-9eed-a7a24903f2de" providerId="ADAL" clId="{DC736F26-FCCE-4022-AF24-D4DE4D68AC4B}" dt="2025-11-12T13:55:44.423" v="611" actId="552"/>
        <pc:sldMkLst>
          <pc:docMk/>
          <pc:sldMk cId="788379079" sldId="519"/>
        </pc:sldMkLst>
        <pc:spChg chg="add mod">
          <ac:chgData name="Al Friend" userId="e5ed79da-d858-46d4-9eed-a7a24903f2de" providerId="ADAL" clId="{DC736F26-FCCE-4022-AF24-D4DE4D68AC4B}" dt="2025-11-12T12:12:38.554" v="346" actId="14100"/>
          <ac:spMkLst>
            <pc:docMk/>
            <pc:sldMk cId="788379079" sldId="519"/>
            <ac:spMk id="4" creationId="{67454E7D-77FB-4F27-AA28-4E981ACA17F5}"/>
          </ac:spMkLst>
        </pc:spChg>
        <pc:spChg chg="add mod">
          <ac:chgData name="Al Friend" userId="e5ed79da-d858-46d4-9eed-a7a24903f2de" providerId="ADAL" clId="{DC736F26-FCCE-4022-AF24-D4DE4D68AC4B}" dt="2025-11-12T12:12:36.053" v="345" actId="14100"/>
          <ac:spMkLst>
            <pc:docMk/>
            <pc:sldMk cId="788379079" sldId="519"/>
            <ac:spMk id="6" creationId="{7DDF2941-3C4C-467F-A8C7-FF53B5B65FCA}"/>
          </ac:spMkLst>
        </pc:spChg>
        <pc:spChg chg="add mod">
          <ac:chgData name="Al Friend" userId="e5ed79da-d858-46d4-9eed-a7a24903f2de" providerId="ADAL" clId="{DC736F26-FCCE-4022-AF24-D4DE4D68AC4B}" dt="2025-11-12T13:55:44.423" v="611" actId="552"/>
          <ac:spMkLst>
            <pc:docMk/>
            <pc:sldMk cId="788379079" sldId="519"/>
            <ac:spMk id="7" creationId="{3878A425-45B3-4D45-B4C1-649D86383360}"/>
          </ac:spMkLst>
        </pc:spChg>
        <pc:spChg chg="add mod">
          <ac:chgData name="Al Friend" userId="e5ed79da-d858-46d4-9eed-a7a24903f2de" providerId="ADAL" clId="{DC736F26-FCCE-4022-AF24-D4DE4D68AC4B}" dt="2025-11-12T13:55:44.423" v="611" actId="552"/>
          <ac:spMkLst>
            <pc:docMk/>
            <pc:sldMk cId="788379079" sldId="519"/>
            <ac:spMk id="8" creationId="{0DF75699-ED9B-4937-B53F-0B793F6F2C6B}"/>
          </ac:spMkLst>
        </pc:spChg>
        <pc:spChg chg="add del mod">
          <ac:chgData name="Al Friend" userId="e5ed79da-d858-46d4-9eed-a7a24903f2de" providerId="ADAL" clId="{DC736F26-FCCE-4022-AF24-D4DE4D68AC4B}" dt="2025-11-12T13:53:20.585" v="539"/>
          <ac:spMkLst>
            <pc:docMk/>
            <pc:sldMk cId="788379079" sldId="519"/>
            <ac:spMk id="9" creationId="{206789C3-EC39-4132-8D01-2092B0EA2FBC}"/>
          </ac:spMkLst>
        </pc:spChg>
        <pc:spChg chg="add mod">
          <ac:chgData name="Al Friend" userId="e5ed79da-d858-46d4-9eed-a7a24903f2de" providerId="ADAL" clId="{DC736F26-FCCE-4022-AF24-D4DE4D68AC4B}" dt="2025-11-12T13:55:44.423" v="611" actId="552"/>
          <ac:spMkLst>
            <pc:docMk/>
            <pc:sldMk cId="788379079" sldId="519"/>
            <ac:spMk id="10" creationId="{6B3DC080-D394-466D-BD34-006820B854D4}"/>
          </ac:spMkLst>
        </pc:spChg>
        <pc:graphicFrameChg chg="mod modGraphic">
          <ac:chgData name="Al Friend" userId="e5ed79da-d858-46d4-9eed-a7a24903f2de" providerId="ADAL" clId="{DC736F26-FCCE-4022-AF24-D4DE4D68AC4B}" dt="2025-11-12T13:53:43.530" v="565" actId="14100"/>
          <ac:graphicFrameMkLst>
            <pc:docMk/>
            <pc:sldMk cId="788379079" sldId="519"/>
            <ac:graphicFrameMk id="5" creationId="{38A8414E-6490-4AD8-90BD-DF0216F61C69}"/>
          </ac:graphicFrameMkLst>
        </pc:graphicFrameChg>
      </pc:sldChg>
      <pc:sldChg chg="ord">
        <pc:chgData name="Al Friend" userId="e5ed79da-d858-46d4-9eed-a7a24903f2de" providerId="ADAL" clId="{DC736F26-FCCE-4022-AF24-D4DE4D68AC4B}" dt="2025-11-11T08:53:06.181" v="87"/>
        <pc:sldMkLst>
          <pc:docMk/>
          <pc:sldMk cId="3622404688" sldId="523"/>
        </pc:sldMkLst>
      </pc:sldChg>
      <pc:sldChg chg="ord">
        <pc:chgData name="Al Friend" userId="e5ed79da-d858-46d4-9eed-a7a24903f2de" providerId="ADAL" clId="{DC736F26-FCCE-4022-AF24-D4DE4D68AC4B}" dt="2025-11-11T08:53:06.181" v="87"/>
        <pc:sldMkLst>
          <pc:docMk/>
          <pc:sldMk cId="2647622202" sldId="524"/>
        </pc:sldMkLst>
      </pc:sldChg>
      <pc:sldChg chg="ord">
        <pc:chgData name="Al Friend" userId="e5ed79da-d858-46d4-9eed-a7a24903f2de" providerId="ADAL" clId="{DC736F26-FCCE-4022-AF24-D4DE4D68AC4B}" dt="2025-11-11T08:54:15.576" v="98"/>
        <pc:sldMkLst>
          <pc:docMk/>
          <pc:sldMk cId="2929010465" sldId="528"/>
        </pc:sldMkLst>
      </pc:sldChg>
      <pc:sldChg chg="ord">
        <pc:chgData name="Al Friend" userId="e5ed79da-d858-46d4-9eed-a7a24903f2de" providerId="ADAL" clId="{DC736F26-FCCE-4022-AF24-D4DE4D68AC4B}" dt="2025-11-11T08:54:15.576" v="98"/>
        <pc:sldMkLst>
          <pc:docMk/>
          <pc:sldMk cId="749712412" sldId="529"/>
        </pc:sldMkLst>
      </pc:sldChg>
      <pc:sldChg chg="ord">
        <pc:chgData name="Al Friend" userId="e5ed79da-d858-46d4-9eed-a7a24903f2de" providerId="ADAL" clId="{DC736F26-FCCE-4022-AF24-D4DE4D68AC4B}" dt="2025-11-11T08:54:15.576" v="98"/>
        <pc:sldMkLst>
          <pc:docMk/>
          <pc:sldMk cId="3819555592" sldId="530"/>
        </pc:sldMkLst>
      </pc:sldChg>
      <pc:sldChg chg="addSp modSp modAnim">
        <pc:chgData name="Al Friend" userId="e5ed79da-d858-46d4-9eed-a7a24903f2de" providerId="ADAL" clId="{DC736F26-FCCE-4022-AF24-D4DE4D68AC4B}" dt="2025-11-13T13:33:44.812" v="630" actId="20577"/>
        <pc:sldMkLst>
          <pc:docMk/>
          <pc:sldMk cId="1086661506" sldId="532"/>
        </pc:sldMkLst>
        <pc:spChg chg="mod">
          <ac:chgData name="Al Friend" userId="e5ed79da-d858-46d4-9eed-a7a24903f2de" providerId="ADAL" clId="{DC736F26-FCCE-4022-AF24-D4DE4D68AC4B}" dt="2025-11-13T13:33:44.812" v="630" actId="20577"/>
          <ac:spMkLst>
            <pc:docMk/>
            <pc:sldMk cId="1086661506" sldId="532"/>
            <ac:spMk id="3" creationId="{90265A99-404E-4BBB-940A-BBE407BE1CF0}"/>
          </ac:spMkLst>
        </pc:spChg>
        <pc:spChg chg="add">
          <ac:chgData name="Al Friend" userId="e5ed79da-d858-46d4-9eed-a7a24903f2de" providerId="ADAL" clId="{DC736F26-FCCE-4022-AF24-D4DE4D68AC4B}" dt="2025-11-12T13:59:16.964" v="616"/>
          <ac:spMkLst>
            <pc:docMk/>
            <pc:sldMk cId="1086661506" sldId="532"/>
            <ac:spMk id="11" creationId="{1AE06D28-11F6-4B00-9143-0A331BA0EA0C}"/>
          </ac:spMkLst>
        </pc:spChg>
        <pc:spChg chg="add">
          <ac:chgData name="Al Friend" userId="e5ed79da-d858-46d4-9eed-a7a24903f2de" providerId="ADAL" clId="{DC736F26-FCCE-4022-AF24-D4DE4D68AC4B}" dt="2025-11-12T13:59:16.964" v="616"/>
          <ac:spMkLst>
            <pc:docMk/>
            <pc:sldMk cId="1086661506" sldId="532"/>
            <ac:spMk id="13" creationId="{BF5ACEA5-5A64-494C-866E-0DBDECA33BE1}"/>
          </ac:spMkLst>
        </pc:spChg>
        <pc:cxnChg chg="mod">
          <ac:chgData name="Al Friend" userId="e5ed79da-d858-46d4-9eed-a7a24903f2de" providerId="ADAL" clId="{DC736F26-FCCE-4022-AF24-D4DE4D68AC4B}" dt="2025-11-12T12:14:47.902" v="374" actId="14100"/>
          <ac:cxnSpMkLst>
            <pc:docMk/>
            <pc:sldMk cId="1086661506" sldId="532"/>
            <ac:cxnSpMk id="7" creationId="{8B19F821-1630-4A82-9343-B45712962E89}"/>
          </ac:cxnSpMkLst>
        </pc:cxnChg>
      </pc:sldChg>
      <pc:sldChg chg="modSp">
        <pc:chgData name="Al Friend" userId="e5ed79da-d858-46d4-9eed-a7a24903f2de" providerId="ADAL" clId="{DC736F26-FCCE-4022-AF24-D4DE4D68AC4B}" dt="2025-11-12T13:38:25.140" v="443"/>
        <pc:sldMkLst>
          <pc:docMk/>
          <pc:sldMk cId="1044966576" sldId="534"/>
        </pc:sldMkLst>
        <pc:spChg chg="mod">
          <ac:chgData name="Al Friend" userId="e5ed79da-d858-46d4-9eed-a7a24903f2de" providerId="ADAL" clId="{DC736F26-FCCE-4022-AF24-D4DE4D68AC4B}" dt="2025-11-12T13:38:25.140" v="443"/>
          <ac:spMkLst>
            <pc:docMk/>
            <pc:sldMk cId="1044966576" sldId="534"/>
            <ac:spMk id="2" creationId="{67322074-36FD-4C75-8FA3-8990548CB177}"/>
          </ac:spMkLst>
        </pc:spChg>
      </pc:sldChg>
      <pc:sldChg chg="ord">
        <pc:chgData name="Al Friend" userId="e5ed79da-d858-46d4-9eed-a7a24903f2de" providerId="ADAL" clId="{DC736F26-FCCE-4022-AF24-D4DE4D68AC4B}" dt="2025-11-11T08:53:23.286" v="93"/>
        <pc:sldMkLst>
          <pc:docMk/>
          <pc:sldMk cId="780501331" sldId="537"/>
        </pc:sldMkLst>
      </pc:sldChg>
      <pc:sldChg chg="ord">
        <pc:chgData name="Al Friend" userId="e5ed79da-d858-46d4-9eed-a7a24903f2de" providerId="ADAL" clId="{DC736F26-FCCE-4022-AF24-D4DE4D68AC4B}" dt="2025-11-11T08:53:10.061" v="89"/>
        <pc:sldMkLst>
          <pc:docMk/>
          <pc:sldMk cId="1164188483" sldId="680"/>
        </pc:sldMkLst>
      </pc:sldChg>
      <pc:sldChg chg="modSp ord">
        <pc:chgData name="Al Friend" userId="e5ed79da-d858-46d4-9eed-a7a24903f2de" providerId="ADAL" clId="{DC736F26-FCCE-4022-AF24-D4DE4D68AC4B}" dt="2025-11-11T08:53:10.061" v="89"/>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ord">
        <pc:chgData name="Al Friend" userId="e5ed79da-d858-46d4-9eed-a7a24903f2de" providerId="ADAL" clId="{DC736F26-FCCE-4022-AF24-D4DE4D68AC4B}" dt="2025-11-11T08:53:10.061" v="89"/>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ord">
        <pc:chgData name="Al Friend" userId="e5ed79da-d858-46d4-9eed-a7a24903f2de" providerId="ADAL" clId="{DC736F26-FCCE-4022-AF24-D4DE4D68AC4B}" dt="2025-11-11T08:53:10.061" v="89"/>
        <pc:sldMkLst>
          <pc:docMk/>
          <pc:sldMk cId="1188421745" sldId="684"/>
        </pc:sldMkLst>
      </pc:sldChg>
      <pc:sldChg chg="ord">
        <pc:chgData name="Al Friend" userId="e5ed79da-d858-46d4-9eed-a7a24903f2de" providerId="ADAL" clId="{DC736F26-FCCE-4022-AF24-D4DE4D68AC4B}" dt="2025-11-11T08:53:10.061" v="89"/>
        <pc:sldMkLst>
          <pc:docMk/>
          <pc:sldMk cId="1141868467" sldId="690"/>
        </pc:sldMkLst>
      </pc:sldChg>
      <pc:sldChg chg="ord">
        <pc:chgData name="Al Friend" userId="e5ed79da-d858-46d4-9eed-a7a24903f2de" providerId="ADAL" clId="{DC736F26-FCCE-4022-AF24-D4DE4D68AC4B}" dt="2025-11-11T08:52:58.254" v="85"/>
        <pc:sldMkLst>
          <pc:docMk/>
          <pc:sldMk cId="3244162286" sldId="729"/>
        </pc:sldMkLst>
      </pc:sldChg>
      <pc:sldChg chg="ord">
        <pc:chgData name="Al Friend" userId="e5ed79da-d858-46d4-9eed-a7a24903f2de" providerId="ADAL" clId="{DC736F26-FCCE-4022-AF24-D4DE4D68AC4B}" dt="2025-11-11T08:53:10.061" v="89"/>
        <pc:sldMkLst>
          <pc:docMk/>
          <pc:sldMk cId="583759258" sldId="777"/>
        </pc:sldMkLst>
      </pc:sldChg>
      <pc:sldChg chg="ord">
        <pc:chgData name="Al Friend" userId="e5ed79da-d858-46d4-9eed-a7a24903f2de" providerId="ADAL" clId="{DC736F26-FCCE-4022-AF24-D4DE4D68AC4B}" dt="2025-11-11T08:52:58.254" v="85"/>
        <pc:sldMkLst>
          <pc:docMk/>
          <pc:sldMk cId="3108509098" sldId="819"/>
        </pc:sldMkLst>
      </pc:sldChg>
      <pc:sldChg chg="ord">
        <pc:chgData name="Al Friend" userId="e5ed79da-d858-46d4-9eed-a7a24903f2de" providerId="ADAL" clId="{DC736F26-FCCE-4022-AF24-D4DE4D68AC4B}" dt="2025-11-11T08:53:06.181" v="87"/>
        <pc:sldMkLst>
          <pc:docMk/>
          <pc:sldMk cId="2179619999" sldId="820"/>
        </pc:sldMkLst>
      </pc:sldChg>
      <pc:sldChg chg="ord">
        <pc:chgData name="Al Friend" userId="e5ed79da-d858-46d4-9eed-a7a24903f2de" providerId="ADAL" clId="{DC736F26-FCCE-4022-AF24-D4DE4D68AC4B}" dt="2025-11-11T08:53:06.181" v="87"/>
        <pc:sldMkLst>
          <pc:docMk/>
          <pc:sldMk cId="1923468790" sldId="821"/>
        </pc:sldMkLst>
      </pc:sldChg>
      <pc:sldChg chg="ord">
        <pc:chgData name="Al Friend" userId="e5ed79da-d858-46d4-9eed-a7a24903f2de" providerId="ADAL" clId="{DC736F26-FCCE-4022-AF24-D4DE4D68AC4B}" dt="2025-11-11T08:53:06.181" v="87"/>
        <pc:sldMkLst>
          <pc:docMk/>
          <pc:sldMk cId="864826872" sldId="822"/>
        </pc:sldMkLst>
      </pc:sldChg>
      <pc:sldChg chg="ord">
        <pc:chgData name="Al Friend" userId="e5ed79da-d858-46d4-9eed-a7a24903f2de" providerId="ADAL" clId="{DC736F26-FCCE-4022-AF24-D4DE4D68AC4B}" dt="2025-11-11T08:53:06.181" v="87"/>
        <pc:sldMkLst>
          <pc:docMk/>
          <pc:sldMk cId="2465990110" sldId="823"/>
        </pc:sldMkLst>
      </pc:sldChg>
      <pc:sldChg chg="ord">
        <pc:chgData name="Al Friend" userId="e5ed79da-d858-46d4-9eed-a7a24903f2de" providerId="ADAL" clId="{DC736F26-FCCE-4022-AF24-D4DE4D68AC4B}" dt="2025-11-11T08:53:06.181" v="87"/>
        <pc:sldMkLst>
          <pc:docMk/>
          <pc:sldMk cId="3704889719" sldId="824"/>
        </pc:sldMkLst>
      </pc:sldChg>
      <pc:sldChg chg="ord">
        <pc:chgData name="Al Friend" userId="e5ed79da-d858-46d4-9eed-a7a24903f2de" providerId="ADAL" clId="{DC736F26-FCCE-4022-AF24-D4DE4D68AC4B}" dt="2025-11-11T08:53:06.181" v="87"/>
        <pc:sldMkLst>
          <pc:docMk/>
          <pc:sldMk cId="4193087359" sldId="826"/>
        </pc:sldMkLst>
      </pc:sldChg>
      <pc:sldChg chg="ord">
        <pc:chgData name="Al Friend" userId="e5ed79da-d858-46d4-9eed-a7a24903f2de" providerId="ADAL" clId="{DC736F26-FCCE-4022-AF24-D4DE4D68AC4B}" dt="2025-11-11T08:53:06.181" v="87"/>
        <pc:sldMkLst>
          <pc:docMk/>
          <pc:sldMk cId="2584223036" sldId="827"/>
        </pc:sldMkLst>
      </pc:sldChg>
      <pc:sldChg chg="ord">
        <pc:chgData name="Al Friend" userId="e5ed79da-d858-46d4-9eed-a7a24903f2de" providerId="ADAL" clId="{DC736F26-FCCE-4022-AF24-D4DE4D68AC4B}" dt="2025-11-11T08:53:30.529" v="95"/>
        <pc:sldMkLst>
          <pc:docMk/>
          <pc:sldMk cId="3950987584" sldId="828"/>
        </pc:sldMkLst>
      </pc:sldChg>
      <pc:sldChg chg="ord">
        <pc:chgData name="Al Friend" userId="e5ed79da-d858-46d4-9eed-a7a24903f2de" providerId="ADAL" clId="{DC736F26-FCCE-4022-AF24-D4DE4D68AC4B}" dt="2025-11-11T08:53:30.529" v="95"/>
        <pc:sldMkLst>
          <pc:docMk/>
          <pc:sldMk cId="3605423829" sldId="829"/>
        </pc:sldMkLst>
      </pc:sldChg>
      <pc:sldChg chg="addSp modSp modAnim">
        <pc:chgData name="Al Friend" userId="e5ed79da-d858-46d4-9eed-a7a24903f2de" providerId="ADAL" clId="{DC736F26-FCCE-4022-AF24-D4DE4D68AC4B}" dt="2025-11-12T12:09:38.661" v="294" actId="114"/>
        <pc:sldMkLst>
          <pc:docMk/>
          <pc:sldMk cId="726231609" sldId="838"/>
        </pc:sldMkLst>
        <pc:spChg chg="mod">
          <ac:chgData name="Al Friend" userId="e5ed79da-d858-46d4-9eed-a7a24903f2de" providerId="ADAL" clId="{DC736F26-FCCE-4022-AF24-D4DE4D68AC4B}" dt="2025-11-12T12:09:38.661" v="294" actId="114"/>
          <ac:spMkLst>
            <pc:docMk/>
            <pc:sldMk cId="726231609" sldId="838"/>
            <ac:spMk id="2" creationId="{3598B75A-0FB3-4171-AD3B-F1E4DF79AE5E}"/>
          </ac:spMkLst>
        </pc:spChg>
        <pc:spChg chg="mod">
          <ac:chgData name="Al Friend" userId="e5ed79da-d858-46d4-9eed-a7a24903f2de" providerId="ADAL" clId="{DC736F26-FCCE-4022-AF24-D4DE4D68AC4B}" dt="2025-11-12T12:07:46.398" v="273" actId="27636"/>
          <ac:spMkLst>
            <pc:docMk/>
            <pc:sldMk cId="726231609" sldId="838"/>
            <ac:spMk id="4" creationId="{00000000-0000-0000-0000-000000000000}"/>
          </ac:spMkLst>
        </pc:spChg>
        <pc:spChg chg="add mod">
          <ac:chgData name="Al Friend" userId="e5ed79da-d858-46d4-9eed-a7a24903f2de" providerId="ADAL" clId="{DC736F26-FCCE-4022-AF24-D4DE4D68AC4B}" dt="2025-11-12T12:07:38.658" v="271" actId="14100"/>
          <ac:spMkLst>
            <pc:docMk/>
            <pc:sldMk cId="726231609" sldId="838"/>
            <ac:spMk id="5" creationId="{B8EE203A-47B4-42D6-BEB5-D25DAE18148F}"/>
          </ac:spMkLst>
        </pc:spChg>
        <pc:spChg chg="add mod">
          <ac:chgData name="Al Friend" userId="e5ed79da-d858-46d4-9eed-a7a24903f2de" providerId="ADAL" clId="{DC736F26-FCCE-4022-AF24-D4DE4D68AC4B}" dt="2025-11-12T12:07:54.998" v="275" actId="1076"/>
          <ac:spMkLst>
            <pc:docMk/>
            <pc:sldMk cId="726231609" sldId="838"/>
            <ac:spMk id="6" creationId="{EC38012C-8AF8-4C9F-8E17-E8EC8BF598DB}"/>
          </ac:spMkLst>
        </pc:spChg>
      </pc:sldChg>
      <pc:sldChg chg="addSp delSp modSp ord delAnim modAnim">
        <pc:chgData name="Al Friend" userId="e5ed79da-d858-46d4-9eed-a7a24903f2de" providerId="ADAL" clId="{DC736F26-FCCE-4022-AF24-D4DE4D68AC4B}" dt="2025-11-11T09:03:58.882" v="107" actId="478"/>
        <pc:sldMkLst>
          <pc:docMk/>
          <pc:sldMk cId="1324513705" sldId="842"/>
        </pc:sldMkLst>
        <pc:spChg chg="mod">
          <ac:chgData name="Al Friend" userId="e5ed79da-d858-46d4-9eed-a7a24903f2de" providerId="ADAL" clId="{DC736F26-FCCE-4022-AF24-D4DE4D68AC4B}" dt="2025-11-11T09:01:42.680" v="102" actId="2057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11T09:02:28.166" v="106" actId="2057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del mod">
          <ac:chgData name="Al Friend" userId="e5ed79da-d858-46d4-9eed-a7a24903f2de" providerId="ADAL" clId="{DC736F26-FCCE-4022-AF24-D4DE4D68AC4B}" dt="2025-11-11T09:03:58.882" v="107" actId="478"/>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ord">
        <pc:chgData name="Al Friend" userId="e5ed79da-d858-46d4-9eed-a7a24903f2de" providerId="ADAL" clId="{DC736F26-FCCE-4022-AF24-D4DE4D68AC4B}" dt="2025-11-11T08:53:30.529" v="95"/>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modSp ord">
        <pc:chgData name="Al Friend" userId="e5ed79da-d858-46d4-9eed-a7a24903f2de" providerId="ADAL" clId="{DC736F26-FCCE-4022-AF24-D4DE4D68AC4B}" dt="2025-11-11T08:53:30.529" v="95"/>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ord">
        <pc:chgData name="Al Friend" userId="e5ed79da-d858-46d4-9eed-a7a24903f2de" providerId="ADAL" clId="{DC736F26-FCCE-4022-AF24-D4DE4D68AC4B}" dt="2025-11-11T08:53:30.529" v="95"/>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ord">
        <pc:chgData name="Al Friend" userId="e5ed79da-d858-46d4-9eed-a7a24903f2de" providerId="ADAL" clId="{DC736F26-FCCE-4022-AF24-D4DE4D68AC4B}" dt="2025-11-11T08:53:30.529" v="95"/>
        <pc:sldMkLst>
          <pc:docMk/>
          <pc:sldMk cId="3840316138" sldId="849"/>
        </pc:sldMkLst>
      </pc:sldChg>
      <pc:sldChg chg="ord">
        <pc:chgData name="Al Friend" userId="e5ed79da-d858-46d4-9eed-a7a24903f2de" providerId="ADAL" clId="{DC736F26-FCCE-4022-AF24-D4DE4D68AC4B}" dt="2025-11-11T08:53:30.529" v="95"/>
        <pc:sldMkLst>
          <pc:docMk/>
          <pc:sldMk cId="2441115929" sldId="850"/>
        </pc:sldMkLst>
      </pc:sldChg>
      <pc:sldChg chg="ord">
        <pc:chgData name="Al Friend" userId="e5ed79da-d858-46d4-9eed-a7a24903f2de" providerId="ADAL" clId="{DC736F26-FCCE-4022-AF24-D4DE4D68AC4B}" dt="2025-11-11T08:53:23.286" v="93"/>
        <pc:sldMkLst>
          <pc:docMk/>
          <pc:sldMk cId="469210997" sldId="856"/>
        </pc:sldMkLst>
      </pc:sldChg>
      <pc:sldChg chg="ord">
        <pc:chgData name="Al Friend" userId="e5ed79da-d858-46d4-9eed-a7a24903f2de" providerId="ADAL" clId="{DC736F26-FCCE-4022-AF24-D4DE4D68AC4B}" dt="2025-11-11T08:53:23.286" v="93"/>
        <pc:sldMkLst>
          <pc:docMk/>
          <pc:sldMk cId="2176379997" sldId="858"/>
        </pc:sldMkLst>
      </pc:sldChg>
      <pc:sldChg chg="ord">
        <pc:chgData name="Al Friend" userId="e5ed79da-d858-46d4-9eed-a7a24903f2de" providerId="ADAL" clId="{DC736F26-FCCE-4022-AF24-D4DE4D68AC4B}" dt="2025-11-11T08:53:23.286" v="93"/>
        <pc:sldMkLst>
          <pc:docMk/>
          <pc:sldMk cId="3173207448" sldId="860"/>
        </pc:sldMkLst>
      </pc:sldChg>
      <pc:sldChg chg="ord">
        <pc:chgData name="Al Friend" userId="e5ed79da-d858-46d4-9eed-a7a24903f2de" providerId="ADAL" clId="{DC736F26-FCCE-4022-AF24-D4DE4D68AC4B}" dt="2025-11-11T08:53:23.286" v="93"/>
        <pc:sldMkLst>
          <pc:docMk/>
          <pc:sldMk cId="3750724401" sldId="866"/>
        </pc:sldMkLst>
      </pc:sldChg>
      <pc:sldChg chg="ord">
        <pc:chgData name="Al Friend" userId="e5ed79da-d858-46d4-9eed-a7a24903f2de" providerId="ADAL" clId="{DC736F26-FCCE-4022-AF24-D4DE4D68AC4B}" dt="2025-11-11T08:53:23.286" v="93"/>
        <pc:sldMkLst>
          <pc:docMk/>
          <pc:sldMk cId="2016678098" sldId="867"/>
        </pc:sldMkLst>
      </pc:sldChg>
      <pc:sldChg chg="ord">
        <pc:chgData name="Al Friend" userId="e5ed79da-d858-46d4-9eed-a7a24903f2de" providerId="ADAL" clId="{DC736F26-FCCE-4022-AF24-D4DE4D68AC4B}" dt="2025-11-11T08:53:23.286" v="93"/>
        <pc:sldMkLst>
          <pc:docMk/>
          <pc:sldMk cId="484106035" sldId="868"/>
        </pc:sldMkLst>
      </pc:sldChg>
      <pc:sldChg chg="ord">
        <pc:chgData name="Al Friend" userId="e5ed79da-d858-46d4-9eed-a7a24903f2de" providerId="ADAL" clId="{DC736F26-FCCE-4022-AF24-D4DE4D68AC4B}" dt="2025-11-11T08:53:23.286" v="93"/>
        <pc:sldMkLst>
          <pc:docMk/>
          <pc:sldMk cId="2610940249" sldId="869"/>
        </pc:sldMkLst>
      </pc:sldChg>
      <pc:sldChg chg="ord">
        <pc:chgData name="Al Friend" userId="e5ed79da-d858-46d4-9eed-a7a24903f2de" providerId="ADAL" clId="{DC736F26-FCCE-4022-AF24-D4DE4D68AC4B}" dt="2025-11-11T08:53:23.286" v="93"/>
        <pc:sldMkLst>
          <pc:docMk/>
          <pc:sldMk cId="1175320702" sldId="870"/>
        </pc:sldMkLst>
      </pc:sldChg>
      <pc:sldChg chg="ord">
        <pc:chgData name="Al Friend" userId="e5ed79da-d858-46d4-9eed-a7a24903f2de" providerId="ADAL" clId="{DC736F26-FCCE-4022-AF24-D4DE4D68AC4B}" dt="2025-11-11T08:53:23.286" v="93"/>
        <pc:sldMkLst>
          <pc:docMk/>
          <pc:sldMk cId="4067987028" sldId="871"/>
        </pc:sldMkLst>
      </pc:sldChg>
      <pc:sldChg chg="ord">
        <pc:chgData name="Al Friend" userId="e5ed79da-d858-46d4-9eed-a7a24903f2de" providerId="ADAL" clId="{DC736F26-FCCE-4022-AF24-D4DE4D68AC4B}" dt="2025-11-11T08:53:23.286" v="93"/>
        <pc:sldMkLst>
          <pc:docMk/>
          <pc:sldMk cId="4233072005" sldId="872"/>
        </pc:sldMkLst>
      </pc:sldChg>
      <pc:sldChg chg="delSp add ord modTransition delAnim">
        <pc:chgData name="Al Friend" userId="e5ed79da-d858-46d4-9eed-a7a24903f2de" providerId="ADAL" clId="{DC736F26-FCCE-4022-AF24-D4DE4D68AC4B}" dt="2025-11-11T08:53:30.529" v="95"/>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sldChg chg="modSp add ord">
        <pc:chgData name="Al Friend" userId="e5ed79da-d858-46d4-9eed-a7a24903f2de" providerId="ADAL" clId="{DC736F26-FCCE-4022-AF24-D4DE4D68AC4B}" dt="2025-11-11T08:53:30.529" v="95"/>
        <pc:sldMkLst>
          <pc:docMk/>
          <pc:sldMk cId="3936560546" sldId="874"/>
        </pc:sldMkLst>
        <pc:spChg chg="mod">
          <ac:chgData name="Al Friend" userId="e5ed79da-d858-46d4-9eed-a7a24903f2de" providerId="ADAL" clId="{DC736F26-FCCE-4022-AF24-D4DE4D68AC4B}" dt="2025-11-10T13:47:41.106" v="80" actId="403"/>
          <ac:spMkLst>
            <pc:docMk/>
            <pc:sldMk cId="3936560546" sldId="874"/>
            <ac:spMk id="3" creationId="{00000000-0000-0000-0000-000000000000}"/>
          </ac:spMkLst>
        </pc:spChg>
      </pc:sldChg>
      <pc:sldChg chg="modSp add modTransition modAnim">
        <pc:chgData name="Al Friend" userId="e5ed79da-d858-46d4-9eed-a7a24903f2de" providerId="ADAL" clId="{DC736F26-FCCE-4022-AF24-D4DE4D68AC4B}" dt="2025-11-12T12:07:27.482" v="270" actId="14100"/>
        <pc:sldMkLst>
          <pc:docMk/>
          <pc:sldMk cId="1589275623" sldId="875"/>
        </pc:sldMkLst>
        <pc:spChg chg="mod">
          <ac:chgData name="Al Friend" userId="e5ed79da-d858-46d4-9eed-a7a24903f2de" providerId="ADAL" clId="{DC736F26-FCCE-4022-AF24-D4DE4D68AC4B}" dt="2025-11-12T12:07:27.482" v="270" actId="14100"/>
          <ac:spMkLst>
            <pc:docMk/>
            <pc:sldMk cId="1589275623" sldId="875"/>
            <ac:spMk id="2" creationId="{3598B75A-0FB3-4171-AD3B-F1E4DF79AE5E}"/>
          </ac:spMkLst>
        </pc:spChg>
        <pc:spChg chg="mod">
          <ac:chgData name="Al Friend" userId="e5ed79da-d858-46d4-9eed-a7a24903f2de" providerId="ADAL" clId="{DC736F26-FCCE-4022-AF24-D4DE4D68AC4B}" dt="2025-11-12T12:07:18.016" v="254" actId="14100"/>
          <ac:spMkLst>
            <pc:docMk/>
            <pc:sldMk cId="1589275623" sldId="875"/>
            <ac:spMk id="4" creationId="{00000000-0000-0000-0000-000000000000}"/>
          </ac:spMkLst>
        </pc:spChg>
        <pc:spChg chg="mod">
          <ac:chgData name="Al Friend" userId="e5ed79da-d858-46d4-9eed-a7a24903f2de" providerId="ADAL" clId="{DC736F26-FCCE-4022-AF24-D4DE4D68AC4B}" dt="2025-11-12T12:07:18.016" v="254" actId="14100"/>
          <ac:spMkLst>
            <pc:docMk/>
            <pc:sldMk cId="1589275623" sldId="875"/>
            <ac:spMk id="5" creationId="{CFA8032E-517D-44A5-9B67-FE3C84FAB189}"/>
          </ac:spMkLst>
        </pc:spChg>
        <pc:spChg chg="mod">
          <ac:chgData name="Al Friend" userId="e5ed79da-d858-46d4-9eed-a7a24903f2de" providerId="ADAL" clId="{DC736F26-FCCE-4022-AF24-D4DE4D68AC4B}" dt="2025-11-12T12:07:22.678" v="262" actId="14100"/>
          <ac:spMkLst>
            <pc:docMk/>
            <pc:sldMk cId="1589275623" sldId="875"/>
            <ac:spMk id="6" creationId="{898CA89C-886D-4BAF-8C20-0DDB87972937}"/>
          </ac:spMkLst>
        </pc:spChg>
      </pc:sldChg>
      <pc:sldChg chg="modSp add modTransition modAnim">
        <pc:chgData name="Al Friend" userId="e5ed79da-d858-46d4-9eed-a7a24903f2de" providerId="ADAL" clId="{DC736F26-FCCE-4022-AF24-D4DE4D68AC4B}" dt="2025-11-12T12:10:35.417" v="304" actId="20577"/>
        <pc:sldMkLst>
          <pc:docMk/>
          <pc:sldMk cId="3212653991" sldId="876"/>
        </pc:sldMkLst>
        <pc:spChg chg="mod">
          <ac:chgData name="Al Friend" userId="e5ed79da-d858-46d4-9eed-a7a24903f2de" providerId="ADAL" clId="{DC736F26-FCCE-4022-AF24-D4DE4D68AC4B}" dt="2025-11-12T12:10:35.417" v="304" actId="20577"/>
          <ac:spMkLst>
            <pc:docMk/>
            <pc:sldMk cId="3212653991" sldId="876"/>
            <ac:spMk id="2" creationId="{3598B75A-0FB3-4171-AD3B-F1E4DF79AE5E}"/>
          </ac:spMkLst>
        </pc:spChg>
        <pc:spChg chg="mod">
          <ac:chgData name="Al Friend" userId="e5ed79da-d858-46d4-9eed-a7a24903f2de" providerId="ADAL" clId="{DC736F26-FCCE-4022-AF24-D4DE4D68AC4B}" dt="2025-11-12T12:10:18.282" v="298" actId="6549"/>
          <ac:spMkLst>
            <pc:docMk/>
            <pc:sldMk cId="3212653991" sldId="876"/>
            <ac:spMk id="6" creationId="{EC38012C-8AF8-4C9F-8E17-E8EC8BF598DB}"/>
          </ac:spMkLst>
        </pc:spChg>
      </pc:sldChg>
      <pc:sldChg chg="delSp modSp add modTransition delAnim modAnim">
        <pc:chgData name="Al Friend" userId="e5ed79da-d858-46d4-9eed-a7a24903f2de" providerId="ADAL" clId="{DC736F26-FCCE-4022-AF24-D4DE4D68AC4B}" dt="2025-11-12T12:21:40.843" v="398"/>
        <pc:sldMkLst>
          <pc:docMk/>
          <pc:sldMk cId="1339607947" sldId="877"/>
        </pc:sldMkLst>
        <pc:spChg chg="del">
          <ac:chgData name="Al Friend" userId="e5ed79da-d858-46d4-9eed-a7a24903f2de" providerId="ADAL" clId="{DC736F26-FCCE-4022-AF24-D4DE4D68AC4B}" dt="2025-11-12T12:20:12.799" v="379" actId="478"/>
          <ac:spMkLst>
            <pc:docMk/>
            <pc:sldMk cId="1339607947" sldId="877"/>
            <ac:spMk id="4" creationId="{67454E7D-77FB-4F27-AA28-4E981ACA17F5}"/>
          </ac:spMkLst>
        </pc:spChg>
        <pc:spChg chg="del">
          <ac:chgData name="Al Friend" userId="e5ed79da-d858-46d4-9eed-a7a24903f2de" providerId="ADAL" clId="{DC736F26-FCCE-4022-AF24-D4DE4D68AC4B}" dt="2025-11-12T12:20:13.917" v="380" actId="478"/>
          <ac:spMkLst>
            <pc:docMk/>
            <pc:sldMk cId="1339607947" sldId="877"/>
            <ac:spMk id="6" creationId="{7DDF2941-3C4C-467F-A8C7-FF53B5B65FCA}"/>
          </ac:spMkLst>
        </pc:spChg>
        <pc:graphicFrameChg chg="modGraphic">
          <ac:chgData name="Al Friend" userId="e5ed79da-d858-46d4-9eed-a7a24903f2de" providerId="ADAL" clId="{DC736F26-FCCE-4022-AF24-D4DE4D68AC4B}" dt="2025-11-12T12:20:16.691" v="382" actId="6549"/>
          <ac:graphicFrameMkLst>
            <pc:docMk/>
            <pc:sldMk cId="1339607947" sldId="877"/>
            <ac:graphicFrameMk id="5" creationId="{38A8414E-6490-4AD8-90BD-DF0216F61C69}"/>
          </ac:graphicFrameMkLst>
        </pc:graphicFrameChg>
      </pc:sldChg>
      <pc:sldChg chg="addSp delSp modSp add modTransition modAnim">
        <pc:chgData name="Al Friend" userId="e5ed79da-d858-46d4-9eed-a7a24903f2de" providerId="ADAL" clId="{DC736F26-FCCE-4022-AF24-D4DE4D68AC4B}" dt="2025-11-12T13:59:09.893" v="615"/>
        <pc:sldMkLst>
          <pc:docMk/>
          <pc:sldMk cId="2488951236" sldId="878"/>
        </pc:sldMkLst>
        <pc:spChg chg="del">
          <ac:chgData name="Al Friend" userId="e5ed79da-d858-46d4-9eed-a7a24903f2de" providerId="ADAL" clId="{DC736F26-FCCE-4022-AF24-D4DE4D68AC4B}" dt="2025-11-12T12:20:49.862" v="389" actId="478"/>
          <ac:spMkLst>
            <pc:docMk/>
            <pc:sldMk cId="2488951236" sldId="878"/>
            <ac:spMk id="3" creationId="{90265A99-404E-4BBB-940A-BBE407BE1CF0}"/>
          </ac:spMkLst>
        </pc:spChg>
        <pc:spChg chg="del">
          <ac:chgData name="Al Friend" userId="e5ed79da-d858-46d4-9eed-a7a24903f2de" providerId="ADAL" clId="{DC736F26-FCCE-4022-AF24-D4DE4D68AC4B}" dt="2025-11-12T12:20:46.354" v="386" actId="478"/>
          <ac:spMkLst>
            <pc:docMk/>
            <pc:sldMk cId="2488951236" sldId="878"/>
            <ac:spMk id="9" creationId="{924404A3-ED4C-4699-9CA9-EFEB23F51AA9}"/>
          </ac:spMkLst>
        </pc:spChg>
        <pc:spChg chg="add mod">
          <ac:chgData name="Al Friend" userId="e5ed79da-d858-46d4-9eed-a7a24903f2de" providerId="ADAL" clId="{DC736F26-FCCE-4022-AF24-D4DE4D68AC4B}" dt="2025-11-12T13:58:50.707" v="613" actId="1076"/>
          <ac:spMkLst>
            <pc:docMk/>
            <pc:sldMk cId="2488951236" sldId="878"/>
            <ac:spMk id="10" creationId="{5F14D380-616D-45A7-84B7-EE7C07DD7F42}"/>
          </ac:spMkLst>
        </pc:spChg>
        <pc:spChg chg="add mod">
          <ac:chgData name="Al Friend" userId="e5ed79da-d858-46d4-9eed-a7a24903f2de" providerId="ADAL" clId="{DC736F26-FCCE-4022-AF24-D4DE4D68AC4B}" dt="2025-11-12T13:59:01.538" v="614" actId="1076"/>
          <ac:spMkLst>
            <pc:docMk/>
            <pc:sldMk cId="2488951236" sldId="878"/>
            <ac:spMk id="11" creationId="{783B55CB-C0B3-440A-9A05-B9D9F1EA62FB}"/>
          </ac:spMkLst>
        </pc:spChg>
        <pc:spChg chg="del">
          <ac:chgData name="Al Friend" userId="e5ed79da-d858-46d4-9eed-a7a24903f2de" providerId="ADAL" clId="{DC736F26-FCCE-4022-AF24-D4DE4D68AC4B}" dt="2025-11-12T12:20:48.076" v="387" actId="478"/>
          <ac:spMkLst>
            <pc:docMk/>
            <pc:sldMk cId="2488951236" sldId="878"/>
            <ac:spMk id="12" creationId="{924404A3-ED4C-4699-9CA9-EFEB23F51AA9}"/>
          </ac:spMkLst>
        </pc:spChg>
        <pc:cxnChg chg="del">
          <ac:chgData name="Al Friend" userId="e5ed79da-d858-46d4-9eed-a7a24903f2de" providerId="ADAL" clId="{DC736F26-FCCE-4022-AF24-D4DE4D68AC4B}" dt="2025-11-12T12:20:49.014" v="388" actId="478"/>
          <ac:cxnSpMkLst>
            <pc:docMk/>
            <pc:sldMk cId="2488951236" sldId="878"/>
            <ac:cxnSpMk id="7" creationId="{8B19F821-1630-4A82-9343-B45712962E89}"/>
          </ac:cxnSpMkLst>
        </pc:cxnChg>
      </pc:sldChg>
      <pc:sldChg chg="delSp modSp add modTransition delAnim modAnim">
        <pc:chgData name="Al Friend" userId="e5ed79da-d858-46d4-9eed-a7a24903f2de" providerId="ADAL" clId="{DC736F26-FCCE-4022-AF24-D4DE4D68AC4B}" dt="2025-11-12T12:22:08.195" v="406"/>
        <pc:sldMkLst>
          <pc:docMk/>
          <pc:sldMk cId="171366189" sldId="879"/>
        </pc:sldMkLst>
        <pc:spChg chg="del">
          <ac:chgData name="Al Friend" userId="e5ed79da-d858-46d4-9eed-a7a24903f2de" providerId="ADAL" clId="{DC736F26-FCCE-4022-AF24-D4DE4D68AC4B}" dt="2025-11-12T12:21:54.072" v="401" actId="478"/>
          <ac:spMkLst>
            <pc:docMk/>
            <pc:sldMk cId="171366189" sldId="879"/>
            <ac:spMk id="4" creationId="{A1BFC853-8304-4B36-ABE6-4EFE5EDE6F3D}"/>
          </ac:spMkLst>
        </pc:spChg>
        <pc:spChg chg="del mod">
          <ac:chgData name="Al Friend" userId="e5ed79da-d858-46d4-9eed-a7a24903f2de" providerId="ADAL" clId="{DC736F26-FCCE-4022-AF24-D4DE4D68AC4B}" dt="2025-11-12T12:22:06.522" v="405" actId="478"/>
          <ac:spMkLst>
            <pc:docMk/>
            <pc:sldMk cId="171366189" sldId="879"/>
            <ac:spMk id="6" creationId="{831F97E7-1E0F-4C0A-B09F-844929766824}"/>
          </ac:spMkLst>
        </pc:spChg>
        <pc:graphicFrameChg chg="modGraphic">
          <ac:chgData name="Al Friend" userId="e5ed79da-d858-46d4-9eed-a7a24903f2de" providerId="ADAL" clId="{DC736F26-FCCE-4022-AF24-D4DE4D68AC4B}" dt="2025-11-12T12:22:00.771" v="403" actId="20577"/>
          <ac:graphicFrameMkLst>
            <pc:docMk/>
            <pc:sldMk cId="171366189" sldId="879"/>
            <ac:graphicFrameMk id="5" creationId="{38A8414E-6490-4AD8-90BD-DF0216F61C69}"/>
          </ac:graphicFrameMkLst>
        </pc:graphicFrameChg>
      </pc:sldChg>
      <pc:sldChg chg="add modTransition modNotesTx">
        <pc:chgData name="Al Friend" userId="e5ed79da-d858-46d4-9eed-a7a24903f2de" providerId="ADAL" clId="{DC736F26-FCCE-4022-AF24-D4DE4D68AC4B}" dt="2025-11-13T13:41:30.182" v="631" actId="6549"/>
        <pc:sldMkLst>
          <pc:docMk/>
          <pc:sldMk cId="1077107779" sldId="880"/>
        </pc:sldMkLst>
      </pc:sldChg>
      <pc:sldChg chg="modSp add modTransition">
        <pc:chgData name="Al Friend" userId="e5ed79da-d858-46d4-9eed-a7a24903f2de" providerId="ADAL" clId="{DC736F26-FCCE-4022-AF24-D4DE4D68AC4B}" dt="2025-11-13T13:42:59.624" v="644" actId="20577"/>
        <pc:sldMkLst>
          <pc:docMk/>
          <pc:sldMk cId="3145385377" sldId="881"/>
        </pc:sldMkLst>
        <pc:graphicFrameChg chg="modGraphic">
          <ac:chgData name="Al Friend" userId="e5ed79da-d858-46d4-9eed-a7a24903f2de" providerId="ADAL" clId="{DC736F26-FCCE-4022-AF24-D4DE4D68AC4B}" dt="2025-11-13T13:42:59.624" v="644" actId="20577"/>
          <ac:graphicFrameMkLst>
            <pc:docMk/>
            <pc:sldMk cId="3145385377" sldId="881"/>
            <ac:graphicFrameMk id="4" creationId="{00000000-0000-0000-0000-000000000000}"/>
          </ac:graphicFrameMkLst>
        </pc:graphicFrameChg>
      </pc:sldChg>
      <pc:sldChg chg="modSp add modTransition">
        <pc:chgData name="Al Friend" userId="e5ed79da-d858-46d4-9eed-a7a24903f2de" providerId="ADAL" clId="{DC736F26-FCCE-4022-AF24-D4DE4D68AC4B}" dt="2025-11-13T13:46:47.190" v="648" actId="20577"/>
        <pc:sldMkLst>
          <pc:docMk/>
          <pc:sldMk cId="423321490" sldId="882"/>
        </pc:sldMkLst>
        <pc:graphicFrameChg chg="modGraphic">
          <ac:chgData name="Al Friend" userId="e5ed79da-d858-46d4-9eed-a7a24903f2de" providerId="ADAL" clId="{DC736F26-FCCE-4022-AF24-D4DE4D68AC4B}" dt="2025-11-13T13:46:47.190" v="648" actId="20577"/>
          <ac:graphicFrameMkLst>
            <pc:docMk/>
            <pc:sldMk cId="423321490" sldId="882"/>
            <ac:graphicFrameMk id="4" creationId="{00000000-0000-0000-0000-000000000000}"/>
          </ac:graphicFrameMkLst>
        </pc:graphicFrameChg>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11/12/2025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11/12/2025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11/12/2025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7316</TotalTime>
  <Words>11739</Words>
  <Application>Microsoft Office PowerPoint</Application>
  <PresentationFormat>Widescreen</PresentationFormat>
  <Paragraphs>4803</Paragraphs>
  <Slides>250</Slides>
  <Notes>198</Notes>
  <HiddenSlides>115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250</vt:i4>
      </vt:variant>
    </vt:vector>
  </HeadingPairs>
  <TitlesOfParts>
    <vt:vector size="25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460</cp:revision>
  <cp:lastPrinted>2021-06-18T08:15:49Z</cp:lastPrinted>
  <dcterms:created xsi:type="dcterms:W3CDTF">2020-11-23T14:36:09Z</dcterms:created>
  <dcterms:modified xsi:type="dcterms:W3CDTF">2025-12-11T16:09:18Z</dcterms:modified>
</cp:coreProperties>
</file>