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2" r:id="rId2"/>
    <p:sldId id="687" r:id="rId3"/>
    <p:sldId id="424" r:id="rId4"/>
    <p:sldId id="686" r:id="rId5"/>
    <p:sldId id="787" r:id="rId6"/>
    <p:sldId id="430" r:id="rId7"/>
    <p:sldId id="433" r:id="rId8"/>
    <p:sldId id="479" r:id="rId9"/>
    <p:sldId id="481" r:id="rId10"/>
    <p:sldId id="879" r:id="rId11"/>
    <p:sldId id="880" r:id="rId12"/>
    <p:sldId id="881" r:id="rId13"/>
    <p:sldId id="882" r:id="rId14"/>
    <p:sldId id="883" r:id="rId15"/>
    <p:sldId id="885" r:id="rId16"/>
    <p:sldId id="886" r:id="rId17"/>
    <p:sldId id="884" r:id="rId18"/>
    <p:sldId id="887" r:id="rId19"/>
    <p:sldId id="791" r:id="rId20"/>
    <p:sldId id="792" r:id="rId21"/>
    <p:sldId id="877" r:id="rId22"/>
    <p:sldId id="878" r:id="rId23"/>
    <p:sldId id="777" r:id="rId24"/>
    <p:sldId id="778" r:id="rId25"/>
    <p:sldId id="779" r:id="rId26"/>
    <p:sldId id="780" r:id="rId27"/>
    <p:sldId id="783" r:id="rId28"/>
    <p:sldId id="781" r:id="rId29"/>
    <p:sldId id="784" r:id="rId30"/>
    <p:sldId id="782" r:id="rId31"/>
    <p:sldId id="785" r:id="rId32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CD916D4-C61B-4DE1-BA53-06CFF0F5F6D1}">
          <p14:sldIdLst>
            <p14:sldId id="262"/>
            <p14:sldId id="687"/>
            <p14:sldId id="424"/>
            <p14:sldId id="686"/>
            <p14:sldId id="787"/>
            <p14:sldId id="430"/>
            <p14:sldId id="433"/>
          </p14:sldIdLst>
        </p14:section>
        <p14:section name="Logical operators" id="{1D8E4C94-2161-400E-BE16-C2650E70DF4D}">
          <p14:sldIdLst>
            <p14:sldId id="479"/>
            <p14:sldId id="481"/>
            <p14:sldId id="879"/>
            <p14:sldId id="880"/>
            <p14:sldId id="881"/>
            <p14:sldId id="882"/>
            <p14:sldId id="883"/>
            <p14:sldId id="885"/>
            <p14:sldId id="886"/>
            <p14:sldId id="884"/>
            <p14:sldId id="887"/>
          </p14:sldIdLst>
        </p14:section>
        <p14:section name="Order of Operations" id="{61C6AB9F-6AFB-4C9B-A654-DCFA6901CB4C}">
          <p14:sldIdLst>
            <p14:sldId id="791"/>
            <p14:sldId id="792"/>
            <p14:sldId id="877"/>
            <p14:sldId id="878"/>
            <p14:sldId id="777"/>
            <p14:sldId id="778"/>
          </p14:sldIdLst>
        </p14:section>
        <p14:section name="EO Diagrams" id="{5D78AB47-F661-4F56-A1FC-3BE889E7F19F}">
          <p14:sldIdLst>
            <p14:sldId id="779"/>
            <p14:sldId id="780"/>
            <p14:sldId id="783"/>
            <p14:sldId id="781"/>
            <p14:sldId id="784"/>
            <p14:sldId id="782"/>
            <p14:sldId id="7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FF127-8A54-421A-94FA-3C777D24FDF0}" v="264" dt="2026-10-29T22:20:16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1" autoAdjust="0"/>
    <p:restoredTop sz="84865" autoAdjust="0"/>
  </p:normalViewPr>
  <p:slideViewPr>
    <p:cSldViewPr snapToGrid="0" showGuides="1">
      <p:cViewPr varScale="1">
        <p:scale>
          <a:sx n="78" d="100"/>
          <a:sy n="78" d="100"/>
        </p:scale>
        <p:origin x="54" y="129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 Friend" userId="e5ed79da-d858-46d4-9eed-a7a24903f2de" providerId="ADAL" clId="{2ADC6F7B-3894-471F-AE18-EAEBF32FD1EF}"/>
    <pc:docChg chg="custSel addSld delSld modSld sldOrd modSection">
      <pc:chgData name="Al Friend" userId="e5ed79da-d858-46d4-9eed-a7a24903f2de" providerId="ADAL" clId="{2ADC6F7B-3894-471F-AE18-EAEBF32FD1EF}" dt="2026-10-29T16:11:58.937" v="353" actId="478"/>
      <pc:docMkLst>
        <pc:docMk/>
      </pc:docMkLst>
      <pc:sldChg chg="modSp">
        <pc:chgData name="Al Friend" userId="e5ed79da-d858-46d4-9eed-a7a24903f2de" providerId="ADAL" clId="{2ADC6F7B-3894-471F-AE18-EAEBF32FD1EF}" dt="2026-10-29T14:54:04.919" v="10" actId="20577"/>
        <pc:sldMkLst>
          <pc:docMk/>
          <pc:sldMk cId="1397375078" sldId="262"/>
        </pc:sldMkLst>
        <pc:spChg chg="mod">
          <ac:chgData name="Al Friend" userId="e5ed79da-d858-46d4-9eed-a7a24903f2de" providerId="ADAL" clId="{2ADC6F7B-3894-471F-AE18-EAEBF32FD1EF}" dt="2026-10-29T14:54:04.919" v="10" actId="20577"/>
          <ac:spMkLst>
            <pc:docMk/>
            <pc:sldMk cId="1397375078" sldId="262"/>
            <ac:spMk id="2" creationId="{00000000-0000-0000-0000-000000000000}"/>
          </ac:spMkLst>
        </pc:spChg>
      </pc:sldChg>
      <pc:sldChg chg="modSp">
        <pc:chgData name="Al Friend" userId="e5ed79da-d858-46d4-9eed-a7a24903f2de" providerId="ADAL" clId="{2ADC6F7B-3894-471F-AE18-EAEBF32FD1EF}" dt="2026-10-29T15:39:46.920" v="79" actId="20577"/>
        <pc:sldMkLst>
          <pc:docMk/>
          <pc:sldMk cId="1005400821" sldId="479"/>
        </pc:sldMkLst>
        <pc:spChg chg="mod">
          <ac:chgData name="Al Friend" userId="e5ed79da-d858-46d4-9eed-a7a24903f2de" providerId="ADAL" clId="{2ADC6F7B-3894-471F-AE18-EAEBF32FD1EF}" dt="2026-10-29T15:39:46.920" v="79" actId="20577"/>
          <ac:spMkLst>
            <pc:docMk/>
            <pc:sldMk cId="1005400821" sldId="479"/>
            <ac:spMk id="3" creationId="{00000000-0000-0000-0000-000000000000}"/>
          </ac:spMkLst>
        </pc:spChg>
      </pc:sldChg>
      <pc:sldChg chg="del">
        <pc:chgData name="Al Friend" userId="e5ed79da-d858-46d4-9eed-a7a24903f2de" providerId="ADAL" clId="{2ADC6F7B-3894-471F-AE18-EAEBF32FD1EF}" dt="2026-10-29T15:46:39.268" v="168" actId="2696"/>
        <pc:sldMkLst>
          <pc:docMk/>
          <pc:sldMk cId="1470971289" sldId="480"/>
        </pc:sldMkLst>
      </pc:sldChg>
      <pc:sldChg chg="addSp modSp modAnim">
        <pc:chgData name="Al Friend" userId="e5ed79da-d858-46d4-9eed-a7a24903f2de" providerId="ADAL" clId="{2ADC6F7B-3894-471F-AE18-EAEBF32FD1EF}" dt="2026-10-29T15:46:16.662" v="167" actId="20577"/>
        <pc:sldMkLst>
          <pc:docMk/>
          <pc:sldMk cId="4234199121" sldId="481"/>
        </pc:sldMkLst>
        <pc:spChg chg="mod">
          <ac:chgData name="Al Friend" userId="e5ed79da-d858-46d4-9eed-a7a24903f2de" providerId="ADAL" clId="{2ADC6F7B-3894-471F-AE18-EAEBF32FD1EF}" dt="2026-10-29T14:57:02.168" v="27" actId="6549"/>
          <ac:spMkLst>
            <pc:docMk/>
            <pc:sldMk cId="4234199121" sldId="481"/>
            <ac:spMk id="2" creationId="{2CE87805-17F2-4B70-B505-57FB17E1FEE3}"/>
          </ac:spMkLst>
        </pc:spChg>
        <pc:spChg chg="mod">
          <ac:chgData name="Al Friend" userId="e5ed79da-d858-46d4-9eed-a7a24903f2de" providerId="ADAL" clId="{2ADC6F7B-3894-471F-AE18-EAEBF32FD1EF}" dt="2026-10-29T15:45:47.162" v="162" actId="20577"/>
          <ac:spMkLst>
            <pc:docMk/>
            <pc:sldMk cId="4234199121" sldId="481"/>
            <ac:spMk id="3" creationId="{E4EE7085-4C5B-409B-8843-A8A3D3CB6E90}"/>
          </ac:spMkLst>
        </pc:spChg>
        <pc:spChg chg="add mod">
          <ac:chgData name="Al Friend" userId="e5ed79da-d858-46d4-9eed-a7a24903f2de" providerId="ADAL" clId="{2ADC6F7B-3894-471F-AE18-EAEBF32FD1EF}" dt="2026-10-29T15:43:17.811" v="150" actId="14100"/>
          <ac:spMkLst>
            <pc:docMk/>
            <pc:sldMk cId="4234199121" sldId="481"/>
            <ac:spMk id="4" creationId="{45E98325-9D6C-47AA-A18C-422D12867A0D}"/>
          </ac:spMkLst>
        </pc:spChg>
        <pc:spChg chg="add mod">
          <ac:chgData name="Al Friend" userId="e5ed79da-d858-46d4-9eed-a7a24903f2de" providerId="ADAL" clId="{2ADC6F7B-3894-471F-AE18-EAEBF32FD1EF}" dt="2026-10-29T15:41:38.740" v="129" actId="14100"/>
          <ac:spMkLst>
            <pc:docMk/>
            <pc:sldMk cId="4234199121" sldId="481"/>
            <ac:spMk id="5" creationId="{4EADDAE6-40E7-4551-836F-3042A08F5D8E}"/>
          </ac:spMkLst>
        </pc:spChg>
      </pc:sldChg>
      <pc:sldChg chg="del">
        <pc:chgData name="Al Friend" userId="e5ed79da-d858-46d4-9eed-a7a24903f2de" providerId="ADAL" clId="{2ADC6F7B-3894-471F-AE18-EAEBF32FD1EF}" dt="2026-10-29T15:46:39.357" v="170" actId="2696"/>
        <pc:sldMkLst>
          <pc:docMk/>
          <pc:sldMk cId="1332464609" sldId="482"/>
        </pc:sldMkLst>
      </pc:sldChg>
      <pc:sldChg chg="del">
        <pc:chgData name="Al Friend" userId="e5ed79da-d858-46d4-9eed-a7a24903f2de" providerId="ADAL" clId="{2ADC6F7B-3894-471F-AE18-EAEBF32FD1EF}" dt="2026-10-29T15:46:39.429" v="172" actId="2696"/>
        <pc:sldMkLst>
          <pc:docMk/>
          <pc:sldMk cId="932557511" sldId="483"/>
        </pc:sldMkLst>
      </pc:sldChg>
      <pc:sldChg chg="del">
        <pc:chgData name="Al Friend" userId="e5ed79da-d858-46d4-9eed-a7a24903f2de" providerId="ADAL" clId="{2ADC6F7B-3894-471F-AE18-EAEBF32FD1EF}" dt="2026-10-29T15:46:39.589" v="174" actId="2696"/>
        <pc:sldMkLst>
          <pc:docMk/>
          <pc:sldMk cId="1332464609" sldId="484"/>
        </pc:sldMkLst>
      </pc:sldChg>
      <pc:sldChg chg="del">
        <pc:chgData name="Al Friend" userId="e5ed79da-d858-46d4-9eed-a7a24903f2de" providerId="ADAL" clId="{2ADC6F7B-3894-471F-AE18-EAEBF32FD1EF}" dt="2026-10-29T15:46:39.300" v="169" actId="2696"/>
        <pc:sldMkLst>
          <pc:docMk/>
          <pc:sldMk cId="1154128154" sldId="595"/>
        </pc:sldMkLst>
      </pc:sldChg>
      <pc:sldChg chg="del">
        <pc:chgData name="Al Friend" userId="e5ed79da-d858-46d4-9eed-a7a24903f2de" providerId="ADAL" clId="{2ADC6F7B-3894-471F-AE18-EAEBF32FD1EF}" dt="2026-10-29T15:46:39.380" v="171" actId="2696"/>
        <pc:sldMkLst>
          <pc:docMk/>
          <pc:sldMk cId="2069661195" sldId="596"/>
        </pc:sldMkLst>
      </pc:sldChg>
      <pc:sldChg chg="del">
        <pc:chgData name="Al Friend" userId="e5ed79da-d858-46d4-9eed-a7a24903f2de" providerId="ADAL" clId="{2ADC6F7B-3894-471F-AE18-EAEBF32FD1EF}" dt="2026-10-29T15:46:39.516" v="173" actId="2696"/>
        <pc:sldMkLst>
          <pc:docMk/>
          <pc:sldMk cId="4012337863" sldId="597"/>
        </pc:sldMkLst>
      </pc:sldChg>
      <pc:sldChg chg="del">
        <pc:chgData name="Al Friend" userId="e5ed79da-d858-46d4-9eed-a7a24903f2de" providerId="ADAL" clId="{2ADC6F7B-3894-471F-AE18-EAEBF32FD1EF}" dt="2026-10-29T15:46:39.641" v="175" actId="2696"/>
        <pc:sldMkLst>
          <pc:docMk/>
          <pc:sldMk cId="3263263647" sldId="758"/>
        </pc:sldMkLst>
      </pc:sldChg>
      <pc:sldChg chg="modSp add modTransition modAnim">
        <pc:chgData name="Al Friend" userId="e5ed79da-d858-46d4-9eed-a7a24903f2de" providerId="ADAL" clId="{2ADC6F7B-3894-471F-AE18-EAEBF32FD1EF}" dt="2026-10-29T15:50:17.513" v="244"/>
        <pc:sldMkLst>
          <pc:docMk/>
          <pc:sldMk cId="1922550944" sldId="879"/>
        </pc:sldMkLst>
        <pc:spChg chg="mod">
          <ac:chgData name="Al Friend" userId="e5ed79da-d858-46d4-9eed-a7a24903f2de" providerId="ADAL" clId="{2ADC6F7B-3894-471F-AE18-EAEBF32FD1EF}" dt="2026-10-29T15:42:08.758" v="134"/>
          <ac:spMkLst>
            <pc:docMk/>
            <pc:sldMk cId="1922550944" sldId="879"/>
            <ac:spMk id="3" creationId="{E4EE7085-4C5B-409B-8843-A8A3D3CB6E90}"/>
          </ac:spMkLst>
        </pc:spChg>
      </pc:sldChg>
      <pc:sldChg chg="delSp modSp add ord delAnim">
        <pc:chgData name="Al Friend" userId="e5ed79da-d858-46d4-9eed-a7a24903f2de" providerId="ADAL" clId="{2ADC6F7B-3894-471F-AE18-EAEBF32FD1EF}" dt="2026-10-29T15:49:50.264" v="239" actId="1037"/>
        <pc:sldMkLst>
          <pc:docMk/>
          <pc:sldMk cId="2491125085" sldId="880"/>
        </pc:sldMkLst>
        <pc:spChg chg="mod">
          <ac:chgData name="Al Friend" userId="e5ed79da-d858-46d4-9eed-a7a24903f2de" providerId="ADAL" clId="{2ADC6F7B-3894-471F-AE18-EAEBF32FD1EF}" dt="2026-10-29T15:46:56.837" v="182" actId="20577"/>
          <ac:spMkLst>
            <pc:docMk/>
            <pc:sldMk cId="2491125085" sldId="880"/>
            <ac:spMk id="2" creationId="{2CE87805-17F2-4B70-B505-57FB17E1FEE3}"/>
          </ac:spMkLst>
        </pc:spChg>
        <pc:spChg chg="mod">
          <ac:chgData name="Al Friend" userId="e5ed79da-d858-46d4-9eed-a7a24903f2de" providerId="ADAL" clId="{2ADC6F7B-3894-471F-AE18-EAEBF32FD1EF}" dt="2026-10-29T15:49:42.077" v="233"/>
          <ac:spMkLst>
            <pc:docMk/>
            <pc:sldMk cId="2491125085" sldId="880"/>
            <ac:spMk id="3" creationId="{E4EE7085-4C5B-409B-8843-A8A3D3CB6E90}"/>
          </ac:spMkLst>
        </pc:spChg>
        <pc:spChg chg="mod">
          <ac:chgData name="Al Friend" userId="e5ed79da-d858-46d4-9eed-a7a24903f2de" providerId="ADAL" clId="{2ADC6F7B-3894-471F-AE18-EAEBF32FD1EF}" dt="2026-10-29T15:49:50.264" v="239" actId="1037"/>
          <ac:spMkLst>
            <pc:docMk/>
            <pc:sldMk cId="2491125085" sldId="880"/>
            <ac:spMk id="4" creationId="{45E98325-9D6C-47AA-A18C-422D12867A0D}"/>
          </ac:spMkLst>
        </pc:spChg>
        <pc:spChg chg="del">
          <ac:chgData name="Al Friend" userId="e5ed79da-d858-46d4-9eed-a7a24903f2de" providerId="ADAL" clId="{2ADC6F7B-3894-471F-AE18-EAEBF32FD1EF}" dt="2026-10-29T15:49:46.615" v="234" actId="478"/>
          <ac:spMkLst>
            <pc:docMk/>
            <pc:sldMk cId="2491125085" sldId="880"/>
            <ac:spMk id="5" creationId="{4EADDAE6-40E7-4551-836F-3042A08F5D8E}"/>
          </ac:spMkLst>
        </pc:spChg>
      </pc:sldChg>
      <pc:sldChg chg="delSp add modTransition delAnim modAnim">
        <pc:chgData name="Al Friend" userId="e5ed79da-d858-46d4-9eed-a7a24903f2de" providerId="ADAL" clId="{2ADC6F7B-3894-471F-AE18-EAEBF32FD1EF}" dt="2026-10-29T15:50:12.240" v="243"/>
        <pc:sldMkLst>
          <pc:docMk/>
          <pc:sldMk cId="2654210516" sldId="881"/>
        </pc:sldMkLst>
        <pc:spChg chg="del">
          <ac:chgData name="Al Friend" userId="e5ed79da-d858-46d4-9eed-a7a24903f2de" providerId="ADAL" clId="{2ADC6F7B-3894-471F-AE18-EAEBF32FD1EF}" dt="2026-10-29T15:50:09.775" v="242" actId="478"/>
          <ac:spMkLst>
            <pc:docMk/>
            <pc:sldMk cId="2654210516" sldId="881"/>
            <ac:spMk id="4" creationId="{45E98325-9D6C-47AA-A18C-422D12867A0D}"/>
          </ac:spMkLst>
        </pc:spChg>
      </pc:sldChg>
      <pc:sldChg chg="modSp add ord">
        <pc:chgData name="Al Friend" userId="e5ed79da-d858-46d4-9eed-a7a24903f2de" providerId="ADAL" clId="{2ADC6F7B-3894-471F-AE18-EAEBF32FD1EF}" dt="2026-10-29T16:10:33.208" v="349" actId="1037"/>
        <pc:sldMkLst>
          <pc:docMk/>
          <pc:sldMk cId="560991344" sldId="882"/>
        </pc:sldMkLst>
        <pc:spChg chg="mod">
          <ac:chgData name="Al Friend" userId="e5ed79da-d858-46d4-9eed-a7a24903f2de" providerId="ADAL" clId="{2ADC6F7B-3894-471F-AE18-EAEBF32FD1EF}" dt="2026-10-29T16:04:34.247" v="253" actId="20577"/>
          <ac:spMkLst>
            <pc:docMk/>
            <pc:sldMk cId="560991344" sldId="882"/>
            <ac:spMk id="2" creationId="{2CE87805-17F2-4B70-B505-57FB17E1FEE3}"/>
          </ac:spMkLst>
        </pc:spChg>
        <pc:spChg chg="mod">
          <ac:chgData name="Al Friend" userId="e5ed79da-d858-46d4-9eed-a7a24903f2de" providerId="ADAL" clId="{2ADC6F7B-3894-471F-AE18-EAEBF32FD1EF}" dt="2026-10-29T16:10:25.801" v="342"/>
          <ac:spMkLst>
            <pc:docMk/>
            <pc:sldMk cId="560991344" sldId="882"/>
            <ac:spMk id="3" creationId="{E4EE7085-4C5B-409B-8843-A8A3D3CB6E90}"/>
          </ac:spMkLst>
        </pc:spChg>
        <pc:spChg chg="mod">
          <ac:chgData name="Al Friend" userId="e5ed79da-d858-46d4-9eed-a7a24903f2de" providerId="ADAL" clId="{2ADC6F7B-3894-471F-AE18-EAEBF32FD1EF}" dt="2026-10-29T16:10:33.208" v="349" actId="1037"/>
          <ac:spMkLst>
            <pc:docMk/>
            <pc:sldMk cId="560991344" sldId="882"/>
            <ac:spMk id="4" creationId="{45E98325-9D6C-47AA-A18C-422D12867A0D}"/>
          </ac:spMkLst>
        </pc:spChg>
      </pc:sldChg>
      <pc:sldChg chg="delSp add modTransition modAnim">
        <pc:chgData name="Al Friend" userId="e5ed79da-d858-46d4-9eed-a7a24903f2de" providerId="ADAL" clId="{2ADC6F7B-3894-471F-AE18-EAEBF32FD1EF}" dt="2026-10-29T16:11:58.937" v="353" actId="478"/>
        <pc:sldMkLst>
          <pc:docMk/>
          <pc:sldMk cId="3902843884" sldId="883"/>
        </pc:sldMkLst>
        <pc:spChg chg="del">
          <ac:chgData name="Al Friend" userId="e5ed79da-d858-46d4-9eed-a7a24903f2de" providerId="ADAL" clId="{2ADC6F7B-3894-471F-AE18-EAEBF32FD1EF}" dt="2026-10-29T16:11:58.937" v="353" actId="478"/>
          <ac:spMkLst>
            <pc:docMk/>
            <pc:sldMk cId="3902843884" sldId="883"/>
            <ac:spMk id="4" creationId="{45E98325-9D6C-47AA-A18C-422D12867A0D}"/>
          </ac:spMkLst>
        </pc:spChg>
      </pc:sldChg>
    </pc:docChg>
  </pc:docChgLst>
  <pc:docChgLst>
    <pc:chgData name="Al Friend" userId="e5ed79da-d858-46d4-9eed-a7a24903f2de" providerId="ADAL" clId="{6CF5D3DD-A8C4-4611-8099-4AEB2E976A2E}"/>
    <pc:docChg chg="undo custSel addSld delSld modSld sldOrd addSection delSection modSection">
      <pc:chgData name="Al Friend" userId="e5ed79da-d858-46d4-9eed-a7a24903f2de" providerId="ADAL" clId="{6CF5D3DD-A8C4-4611-8099-4AEB2E976A2E}" dt="2026-10-29T22:25:40.844" v="625" actId="18676"/>
      <pc:docMkLst>
        <pc:docMk/>
      </pc:docMkLst>
      <pc:sldChg chg="del">
        <pc:chgData name="Al Friend" userId="e5ed79da-d858-46d4-9eed-a7a24903f2de" providerId="ADAL" clId="{6CF5D3DD-A8C4-4611-8099-4AEB2E976A2E}" dt="2026-10-29T22:24:24.086" v="617" actId="18676"/>
        <pc:sldMkLst>
          <pc:docMk/>
          <pc:sldMk cId="1233900212" sldId="434"/>
        </pc:sldMkLst>
      </pc:sldChg>
      <pc:sldChg chg="del">
        <pc:chgData name="Al Friend" userId="e5ed79da-d858-46d4-9eed-a7a24903f2de" providerId="ADAL" clId="{6CF5D3DD-A8C4-4611-8099-4AEB2E976A2E}" dt="2026-10-29T22:24:24.086" v="617" actId="18676"/>
        <pc:sldMkLst>
          <pc:docMk/>
          <pc:sldMk cId="2723771124" sldId="441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1795813768" sldId="447"/>
        </pc:sldMkLst>
      </pc:sldChg>
      <pc:sldChg chg="del">
        <pc:chgData name="Al Friend" userId="e5ed79da-d858-46d4-9eed-a7a24903f2de" providerId="ADAL" clId="{6CF5D3DD-A8C4-4611-8099-4AEB2E976A2E}" dt="2026-10-29T22:24:35.822" v="618" actId="18676"/>
        <pc:sldMkLst>
          <pc:docMk/>
          <pc:sldMk cId="1378454003" sldId="448"/>
        </pc:sldMkLst>
      </pc:sldChg>
      <pc:sldChg chg="del">
        <pc:chgData name="Al Friend" userId="e5ed79da-d858-46d4-9eed-a7a24903f2de" providerId="ADAL" clId="{6CF5D3DD-A8C4-4611-8099-4AEB2E976A2E}" dt="2026-10-29T22:24:24.086" v="617" actId="18676"/>
        <pc:sldMkLst>
          <pc:docMk/>
          <pc:sldMk cId="2052178966" sldId="467"/>
        </pc:sldMkLst>
      </pc:sldChg>
      <pc:sldChg chg="del">
        <pc:chgData name="Al Friend" userId="e5ed79da-d858-46d4-9eed-a7a24903f2de" providerId="ADAL" clId="{6CF5D3DD-A8C4-4611-8099-4AEB2E976A2E}" dt="2026-10-29T22:24:24.086" v="617" actId="18676"/>
        <pc:sldMkLst>
          <pc:docMk/>
          <pc:sldMk cId="66618361" sldId="468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391405217" sldId="469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783260934" sldId="470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40042554" sldId="471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1314343701" sldId="472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2840772432" sldId="473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782162594" sldId="474"/>
        </pc:sldMkLst>
      </pc:sldChg>
      <pc:sldChg chg="del">
        <pc:chgData name="Al Friend" userId="e5ed79da-d858-46d4-9eed-a7a24903f2de" providerId="ADAL" clId="{6CF5D3DD-A8C4-4611-8099-4AEB2E976A2E}" dt="2026-10-29T22:24:42.504" v="619" actId="18676"/>
        <pc:sldMkLst>
          <pc:docMk/>
          <pc:sldMk cId="2338730230" sldId="475"/>
        </pc:sldMkLst>
      </pc:sldChg>
      <pc:sldChg chg="del">
        <pc:chgData name="Al Friend" userId="e5ed79da-d858-46d4-9eed-a7a24903f2de" providerId="ADAL" clId="{6CF5D3DD-A8C4-4611-8099-4AEB2E976A2E}" dt="2026-10-29T22:24:42.504" v="619" actId="18676"/>
        <pc:sldMkLst>
          <pc:docMk/>
          <pc:sldMk cId="3097720531" sldId="476"/>
        </pc:sldMkLst>
      </pc:sldChg>
      <pc:sldChg chg="del">
        <pc:chgData name="Al Friend" userId="e5ed79da-d858-46d4-9eed-a7a24903f2de" providerId="ADAL" clId="{6CF5D3DD-A8C4-4611-8099-4AEB2E976A2E}" dt="2026-10-29T22:24:42.504" v="619" actId="18676"/>
        <pc:sldMkLst>
          <pc:docMk/>
          <pc:sldMk cId="1118836114" sldId="477"/>
        </pc:sldMkLst>
      </pc:sldChg>
      <pc:sldChg chg="del">
        <pc:chgData name="Al Friend" userId="e5ed79da-d858-46d4-9eed-a7a24903f2de" providerId="ADAL" clId="{6CF5D3DD-A8C4-4611-8099-4AEB2E976A2E}" dt="2026-10-29T22:24:42.504" v="619" actId="18676"/>
        <pc:sldMkLst>
          <pc:docMk/>
          <pc:sldMk cId="1902124579" sldId="478"/>
        </pc:sldMkLst>
      </pc:sldChg>
      <pc:sldChg chg="modSp mod modNotesTx">
        <pc:chgData name="Al Friend" userId="e5ed79da-d858-46d4-9eed-a7a24903f2de" providerId="ADAL" clId="{6CF5D3DD-A8C4-4611-8099-4AEB2E976A2E}" dt="2026-10-29T22:23:58.595" v="614" actId="114"/>
        <pc:sldMkLst>
          <pc:docMk/>
          <pc:sldMk cId="1005400821" sldId="479"/>
        </pc:sldMkLst>
        <pc:spChg chg="mod">
          <ac:chgData name="Al Friend" userId="e5ed79da-d858-46d4-9eed-a7a24903f2de" providerId="ADAL" clId="{6CF5D3DD-A8C4-4611-8099-4AEB2E976A2E}" dt="2026-10-29T22:23:58.595" v="614" actId="114"/>
          <ac:spMkLst>
            <pc:docMk/>
            <pc:sldMk cId="1005400821" sldId="479"/>
            <ac:spMk id="3" creationId="{00000000-0000-0000-0000-000000000000}"/>
          </ac:spMkLst>
        </pc:spChg>
      </pc:sldChg>
      <pc:sldChg chg="addSp modSp modAnim modNotesTx">
        <pc:chgData name="Al Friend" userId="e5ed79da-d858-46d4-9eed-a7a24903f2de" providerId="ADAL" clId="{6CF5D3DD-A8C4-4611-8099-4AEB2E976A2E}" dt="2026-10-29T21:12:49.449" v="274" actId="108"/>
        <pc:sldMkLst>
          <pc:docMk/>
          <pc:sldMk cId="4234199121" sldId="481"/>
        </pc:sldMkLst>
        <pc:spChg chg="mod">
          <ac:chgData name="Al Friend" userId="e5ed79da-d858-46d4-9eed-a7a24903f2de" providerId="ADAL" clId="{6CF5D3DD-A8C4-4611-8099-4AEB2E976A2E}" dt="2026-10-29T21:12:49.449" v="274" actId="108"/>
          <ac:spMkLst>
            <pc:docMk/>
            <pc:sldMk cId="4234199121" sldId="481"/>
            <ac:spMk id="3" creationId="{E4EE7085-4C5B-409B-8843-A8A3D3CB6E90}"/>
          </ac:spMkLst>
        </pc:spChg>
        <pc:spChg chg="add mod">
          <ac:chgData name="Al Friend" userId="e5ed79da-d858-46d4-9eed-a7a24903f2de" providerId="ADAL" clId="{6CF5D3DD-A8C4-4611-8099-4AEB2E976A2E}" dt="2026-10-29T18:10:25.852" v="138" actId="20577"/>
          <ac:spMkLst>
            <pc:docMk/>
            <pc:sldMk cId="4234199121" sldId="481"/>
            <ac:spMk id="6" creationId="{6151E86C-1BBD-128D-44FA-E17A8D9751FC}"/>
          </ac:spMkLst>
        </pc:spChg>
      </pc:sldChg>
      <pc:sldChg chg="del">
        <pc:chgData name="Al Friend" userId="e5ed79da-d858-46d4-9eed-a7a24903f2de" providerId="ADAL" clId="{6CF5D3DD-A8C4-4611-8099-4AEB2E976A2E}" dt="2026-10-29T22:24:56.187" v="621" actId="18676"/>
        <pc:sldMkLst>
          <pc:docMk/>
          <pc:sldMk cId="1845368630" sldId="485"/>
        </pc:sldMkLst>
      </pc:sldChg>
      <pc:sldChg chg="del">
        <pc:chgData name="Al Friend" userId="e5ed79da-d858-46d4-9eed-a7a24903f2de" providerId="ADAL" clId="{6CF5D3DD-A8C4-4611-8099-4AEB2E976A2E}" dt="2026-10-29T22:24:56.187" v="621" actId="18676"/>
        <pc:sldMkLst>
          <pc:docMk/>
          <pc:sldMk cId="82727171" sldId="486"/>
        </pc:sldMkLst>
      </pc:sldChg>
      <pc:sldChg chg="del">
        <pc:chgData name="Al Friend" userId="e5ed79da-d858-46d4-9eed-a7a24903f2de" providerId="ADAL" clId="{6CF5D3DD-A8C4-4611-8099-4AEB2E976A2E}" dt="2026-10-29T22:24:56.187" v="621" actId="18676"/>
        <pc:sldMkLst>
          <pc:docMk/>
          <pc:sldMk cId="1361527633" sldId="487"/>
        </pc:sldMkLst>
      </pc:sldChg>
      <pc:sldChg chg="del">
        <pc:chgData name="Al Friend" userId="e5ed79da-d858-46d4-9eed-a7a24903f2de" providerId="ADAL" clId="{6CF5D3DD-A8C4-4611-8099-4AEB2E976A2E}" dt="2026-10-29T22:24:56.187" v="621" actId="18676"/>
        <pc:sldMkLst>
          <pc:docMk/>
          <pc:sldMk cId="2258517631" sldId="488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697983056" sldId="489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2270313325" sldId="490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3448936418" sldId="491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3470282460" sldId="493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1101378523" sldId="494"/>
        </pc:sldMkLst>
      </pc:sldChg>
      <pc:sldChg chg="del">
        <pc:chgData name="Al Friend" userId="e5ed79da-d858-46d4-9eed-a7a24903f2de" providerId="ADAL" clId="{6CF5D3DD-A8C4-4611-8099-4AEB2E976A2E}" dt="2026-10-29T22:24:35.822" v="618" actId="18676"/>
        <pc:sldMkLst>
          <pc:docMk/>
          <pc:sldMk cId="2101183669" sldId="495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4224193016" sldId="496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370581991" sldId="497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870331737" sldId="499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4106518413" sldId="504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1968761958" sldId="506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2089487072" sldId="507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2911420034" sldId="508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1313493540" sldId="509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3479897373" sldId="513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780501331" sldId="537"/>
        </pc:sldMkLst>
      </pc:sldChg>
      <pc:sldChg chg="modSp del">
        <pc:chgData name="Al Friend" userId="e5ed79da-d858-46d4-9eed-a7a24903f2de" providerId="ADAL" clId="{6CF5D3DD-A8C4-4611-8099-4AEB2E976A2E}" dt="2026-10-29T22:24:35.822" v="618" actId="18676"/>
        <pc:sldMkLst>
          <pc:docMk/>
          <pc:sldMk cId="4107584093" sldId="589"/>
        </pc:sldMkLst>
        <pc:spChg chg="mod">
          <ac:chgData name="Al Friend" userId="e5ed79da-d858-46d4-9eed-a7a24903f2de" providerId="ADAL" clId="{6CF5D3DD-A8C4-4611-8099-4AEB2E976A2E}" dt="2026-10-29T21:18:20.625" v="286"/>
          <ac:spMkLst>
            <pc:docMk/>
            <pc:sldMk cId="4107584093" sldId="589"/>
            <ac:spMk id="3" creationId="{E4EE7085-4C5B-409B-8843-A8A3D3CB6E90}"/>
          </ac:spMkLst>
        </pc:spChg>
      </pc:sldChg>
      <pc:sldChg chg="del">
        <pc:chgData name="Al Friend" userId="e5ed79da-d858-46d4-9eed-a7a24903f2de" providerId="ADAL" clId="{6CF5D3DD-A8C4-4611-8099-4AEB2E976A2E}" dt="2026-10-29T22:24:42.504" v="619" actId="18676"/>
        <pc:sldMkLst>
          <pc:docMk/>
          <pc:sldMk cId="4250534393" sldId="590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3987821192" sldId="592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1825196932" sldId="593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3709169059" sldId="594"/>
        </pc:sldMkLst>
      </pc:sldChg>
      <pc:sldChg chg="del">
        <pc:chgData name="Al Friend" userId="e5ed79da-d858-46d4-9eed-a7a24903f2de" providerId="ADAL" clId="{6CF5D3DD-A8C4-4611-8099-4AEB2E976A2E}" dt="2026-10-29T22:24:24.086" v="617" actId="18676"/>
        <pc:sldMkLst>
          <pc:docMk/>
          <pc:sldMk cId="142722427" sldId="598"/>
        </pc:sldMkLst>
      </pc:sldChg>
      <pc:sldChg chg="del">
        <pc:chgData name="Al Friend" userId="e5ed79da-d858-46d4-9eed-a7a24903f2de" providerId="ADAL" clId="{6CF5D3DD-A8C4-4611-8099-4AEB2E976A2E}" dt="2026-10-29T22:24:24.086" v="617" actId="18676"/>
        <pc:sldMkLst>
          <pc:docMk/>
          <pc:sldMk cId="1162007761" sldId="599"/>
        </pc:sldMkLst>
      </pc:sldChg>
      <pc:sldChg chg="del">
        <pc:chgData name="Al Friend" userId="e5ed79da-d858-46d4-9eed-a7a24903f2de" providerId="ADAL" clId="{6CF5D3DD-A8C4-4611-8099-4AEB2E976A2E}" dt="2026-10-29T22:25:25.053" v="623" actId="18676"/>
        <pc:sldMkLst>
          <pc:docMk/>
          <pc:sldMk cId="1164188483" sldId="680"/>
        </pc:sldMkLst>
      </pc:sldChg>
      <pc:sldChg chg="del">
        <pc:chgData name="Al Friend" userId="e5ed79da-d858-46d4-9eed-a7a24903f2de" providerId="ADAL" clId="{6CF5D3DD-A8C4-4611-8099-4AEB2E976A2E}" dt="2026-10-29T22:25:25.053" v="623" actId="18676"/>
        <pc:sldMkLst>
          <pc:docMk/>
          <pc:sldMk cId="1251185072" sldId="681"/>
        </pc:sldMkLst>
      </pc:sldChg>
      <pc:sldChg chg="del">
        <pc:chgData name="Al Friend" userId="e5ed79da-d858-46d4-9eed-a7a24903f2de" providerId="ADAL" clId="{6CF5D3DD-A8C4-4611-8099-4AEB2E976A2E}" dt="2026-10-29T22:25:25.053" v="623" actId="18676"/>
        <pc:sldMkLst>
          <pc:docMk/>
          <pc:sldMk cId="3347276238" sldId="682"/>
        </pc:sldMkLst>
      </pc:sldChg>
      <pc:sldChg chg="del">
        <pc:chgData name="Al Friend" userId="e5ed79da-d858-46d4-9eed-a7a24903f2de" providerId="ADAL" clId="{6CF5D3DD-A8C4-4611-8099-4AEB2E976A2E}" dt="2026-10-29T22:25:25.053" v="623" actId="18676"/>
        <pc:sldMkLst>
          <pc:docMk/>
          <pc:sldMk cId="665431772" sldId="684"/>
        </pc:sldMkLst>
      </pc:sldChg>
      <pc:sldChg chg="del">
        <pc:chgData name="Al Friend" userId="e5ed79da-d858-46d4-9eed-a7a24903f2de" providerId="ADAL" clId="{6CF5D3DD-A8C4-4611-8099-4AEB2E976A2E}" dt="2026-10-29T22:25:25.053" v="623" actId="18676"/>
        <pc:sldMkLst>
          <pc:docMk/>
          <pc:sldMk cId="1277526738" sldId="685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2887556788" sldId="688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2892980821" sldId="690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2224960931" sldId="691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317975627" sldId="693"/>
        </pc:sldMkLst>
      </pc:sldChg>
      <pc:sldChg chg="del">
        <pc:chgData name="Al Friend" userId="e5ed79da-d858-46d4-9eed-a7a24903f2de" providerId="ADAL" clId="{6CF5D3DD-A8C4-4611-8099-4AEB2E976A2E}" dt="2026-10-29T22:24:56.187" v="621" actId="18676"/>
        <pc:sldMkLst>
          <pc:docMk/>
          <pc:sldMk cId="1696073146" sldId="701"/>
        </pc:sldMkLst>
      </pc:sldChg>
      <pc:sldChg chg="del">
        <pc:chgData name="Al Friend" userId="e5ed79da-d858-46d4-9eed-a7a24903f2de" providerId="ADAL" clId="{6CF5D3DD-A8C4-4611-8099-4AEB2E976A2E}" dt="2026-10-29T22:24:56.187" v="621" actId="18676"/>
        <pc:sldMkLst>
          <pc:docMk/>
          <pc:sldMk cId="4165258570" sldId="740"/>
        </pc:sldMkLst>
      </pc:sldChg>
      <pc:sldChg chg="del">
        <pc:chgData name="Al Friend" userId="e5ed79da-d858-46d4-9eed-a7a24903f2de" providerId="ADAL" clId="{6CF5D3DD-A8C4-4611-8099-4AEB2E976A2E}" dt="2026-10-29T22:25:36.655" v="624" actId="18676"/>
        <pc:sldMkLst>
          <pc:docMk/>
          <pc:sldMk cId="2021259202" sldId="757"/>
        </pc:sldMkLst>
      </pc:sldChg>
      <pc:sldChg chg="del">
        <pc:chgData name="Al Friend" userId="e5ed79da-d858-46d4-9eed-a7a24903f2de" providerId="ADAL" clId="{6CF5D3DD-A8C4-4611-8099-4AEB2E976A2E}" dt="2026-10-29T22:24:42.504" v="619" actId="18676"/>
        <pc:sldMkLst>
          <pc:docMk/>
          <pc:sldMk cId="1304874565" sldId="759"/>
        </pc:sldMkLst>
      </pc:sldChg>
      <pc:sldChg chg="del">
        <pc:chgData name="Al Friend" userId="e5ed79da-d858-46d4-9eed-a7a24903f2de" providerId="ADAL" clId="{6CF5D3DD-A8C4-4611-8099-4AEB2E976A2E}" dt="2026-10-29T22:24:56.187" v="621" actId="18676"/>
        <pc:sldMkLst>
          <pc:docMk/>
          <pc:sldMk cId="2396091098" sldId="760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798895982" sldId="761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3621025628" sldId="762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1369262091" sldId="763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3255630831" sldId="764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839833664" sldId="765"/>
        </pc:sldMkLst>
      </pc:sldChg>
      <pc:sldChg chg="modSp del">
        <pc:chgData name="Al Friend" userId="e5ed79da-d858-46d4-9eed-a7a24903f2de" providerId="ADAL" clId="{6CF5D3DD-A8C4-4611-8099-4AEB2E976A2E}" dt="2026-10-29T22:24:35.822" v="618" actId="18676"/>
        <pc:sldMkLst>
          <pc:docMk/>
          <pc:sldMk cId="731722010" sldId="771"/>
        </pc:sldMkLst>
        <pc:spChg chg="mod">
          <ac:chgData name="Al Friend" userId="e5ed79da-d858-46d4-9eed-a7a24903f2de" providerId="ADAL" clId="{6CF5D3DD-A8C4-4611-8099-4AEB2E976A2E}" dt="2026-10-29T21:18:58.758" v="287"/>
          <ac:spMkLst>
            <pc:docMk/>
            <pc:sldMk cId="731722010" sldId="771"/>
            <ac:spMk id="3" creationId="{E4EE7085-4C5B-409B-8843-A8A3D3CB6E90}"/>
          </ac:spMkLst>
        </pc:spChg>
      </pc:sldChg>
      <pc:sldChg chg="del">
        <pc:chgData name="Al Friend" userId="e5ed79da-d858-46d4-9eed-a7a24903f2de" providerId="ADAL" clId="{6CF5D3DD-A8C4-4611-8099-4AEB2E976A2E}" dt="2026-10-29T22:24:35.822" v="618" actId="18676"/>
        <pc:sldMkLst>
          <pc:docMk/>
          <pc:sldMk cId="2224595681" sldId="772"/>
        </pc:sldMkLst>
      </pc:sldChg>
      <pc:sldChg chg="del">
        <pc:chgData name="Al Friend" userId="e5ed79da-d858-46d4-9eed-a7a24903f2de" providerId="ADAL" clId="{6CF5D3DD-A8C4-4611-8099-4AEB2E976A2E}" dt="2026-10-29T22:24:35.822" v="618" actId="18676"/>
        <pc:sldMkLst>
          <pc:docMk/>
          <pc:sldMk cId="234386027" sldId="773"/>
        </pc:sldMkLst>
      </pc:sldChg>
      <pc:sldChg chg="del">
        <pc:chgData name="Al Friend" userId="e5ed79da-d858-46d4-9eed-a7a24903f2de" providerId="ADAL" clId="{6CF5D3DD-A8C4-4611-8099-4AEB2E976A2E}" dt="2026-10-29T22:24:35.822" v="618" actId="18676"/>
        <pc:sldMkLst>
          <pc:docMk/>
          <pc:sldMk cId="2734450975" sldId="775"/>
        </pc:sldMkLst>
      </pc:sldChg>
      <pc:sldChg chg="del">
        <pc:chgData name="Al Friend" userId="e5ed79da-d858-46d4-9eed-a7a24903f2de" providerId="ADAL" clId="{6CF5D3DD-A8C4-4611-8099-4AEB2E976A2E}" dt="2026-10-29T22:24:56.187" v="621" actId="18676"/>
        <pc:sldMkLst>
          <pc:docMk/>
          <pc:sldMk cId="2197686200" sldId="776"/>
        </pc:sldMkLst>
      </pc:sldChg>
      <pc:sldChg chg="del">
        <pc:chgData name="Al Friend" userId="e5ed79da-d858-46d4-9eed-a7a24903f2de" providerId="ADAL" clId="{6CF5D3DD-A8C4-4611-8099-4AEB2E976A2E}" dt="2026-10-29T22:25:25.053" v="623" actId="18676"/>
        <pc:sldMkLst>
          <pc:docMk/>
          <pc:sldMk cId="583759258" sldId="786"/>
        </pc:sldMkLst>
      </pc:sldChg>
      <pc:sldChg chg="del">
        <pc:chgData name="Al Friend" userId="e5ed79da-d858-46d4-9eed-a7a24903f2de" providerId="ADAL" clId="{6CF5D3DD-A8C4-4611-8099-4AEB2E976A2E}" dt="2026-10-29T22:24:35.822" v="618" actId="18676"/>
        <pc:sldMkLst>
          <pc:docMk/>
          <pc:sldMk cId="389849039" sldId="788"/>
        </pc:sldMkLst>
      </pc:sldChg>
      <pc:sldChg chg="del">
        <pc:chgData name="Al Friend" userId="e5ed79da-d858-46d4-9eed-a7a24903f2de" providerId="ADAL" clId="{6CF5D3DD-A8C4-4611-8099-4AEB2E976A2E}" dt="2026-10-29T22:24:35.822" v="618" actId="18676"/>
        <pc:sldMkLst>
          <pc:docMk/>
          <pc:sldMk cId="293292054" sldId="789"/>
        </pc:sldMkLst>
      </pc:sldChg>
      <pc:sldChg chg="del">
        <pc:chgData name="Al Friend" userId="e5ed79da-d858-46d4-9eed-a7a24903f2de" providerId="ADAL" clId="{6CF5D3DD-A8C4-4611-8099-4AEB2E976A2E}" dt="2026-10-29T22:24:35.822" v="618" actId="18676"/>
        <pc:sldMkLst>
          <pc:docMk/>
          <pc:sldMk cId="1729334769" sldId="790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469210997" sldId="856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2176379997" sldId="858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3173207448" sldId="860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3750724401" sldId="866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2016678098" sldId="867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484106035" sldId="868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2610940249" sldId="869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1175320702" sldId="870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4067987028" sldId="871"/>
        </pc:sldMkLst>
      </pc:sldChg>
      <pc:sldChg chg="del">
        <pc:chgData name="Al Friend" userId="e5ed79da-d858-46d4-9eed-a7a24903f2de" providerId="ADAL" clId="{6CF5D3DD-A8C4-4611-8099-4AEB2E976A2E}" dt="2026-10-29T22:25:40.844" v="625" actId="18676"/>
        <pc:sldMkLst>
          <pc:docMk/>
          <pc:sldMk cId="4233072005" sldId="872"/>
        </pc:sldMkLst>
      </pc:sldChg>
      <pc:sldChg chg="del">
        <pc:chgData name="Al Friend" userId="e5ed79da-d858-46d4-9eed-a7a24903f2de" providerId="ADAL" clId="{6CF5D3DD-A8C4-4611-8099-4AEB2E976A2E}" dt="2026-10-29T22:25:07.085" v="622" actId="18676"/>
        <pc:sldMkLst>
          <pc:docMk/>
          <pc:sldMk cId="665213086" sldId="873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2034885504" sldId="874"/>
        </pc:sldMkLst>
      </pc:sldChg>
      <pc:sldChg chg="del">
        <pc:chgData name="Al Friend" userId="e5ed79da-d858-46d4-9eed-a7a24903f2de" providerId="ADAL" clId="{6CF5D3DD-A8C4-4611-8099-4AEB2E976A2E}" dt="2026-10-29T22:24:47.439" v="620" actId="18676"/>
        <pc:sldMkLst>
          <pc:docMk/>
          <pc:sldMk cId="4185411418" sldId="875"/>
        </pc:sldMkLst>
      </pc:sldChg>
      <pc:sldChg chg="modSp mod modNotesTx">
        <pc:chgData name="Al Friend" userId="e5ed79da-d858-46d4-9eed-a7a24903f2de" providerId="ADAL" clId="{6CF5D3DD-A8C4-4611-8099-4AEB2E976A2E}" dt="2026-10-29T18:08:43.813" v="72" actId="108"/>
        <pc:sldMkLst>
          <pc:docMk/>
          <pc:sldMk cId="1922550944" sldId="879"/>
        </pc:sldMkLst>
        <pc:spChg chg="mod">
          <ac:chgData name="Al Friend" userId="e5ed79da-d858-46d4-9eed-a7a24903f2de" providerId="ADAL" clId="{6CF5D3DD-A8C4-4611-8099-4AEB2E976A2E}" dt="2026-10-29T18:08:43.813" v="72" actId="108"/>
          <ac:spMkLst>
            <pc:docMk/>
            <pc:sldMk cId="1922550944" sldId="879"/>
            <ac:spMk id="3" creationId="{E4EE7085-4C5B-409B-8843-A8A3D3CB6E90}"/>
          </ac:spMkLst>
        </pc:spChg>
      </pc:sldChg>
      <pc:sldChg chg="addSp modSp modAnim modNotesTx">
        <pc:chgData name="Al Friend" userId="e5ed79da-d858-46d4-9eed-a7a24903f2de" providerId="ADAL" clId="{6CF5D3DD-A8C4-4611-8099-4AEB2E976A2E}" dt="2026-10-29T18:09:54.181" v="106" actId="108"/>
        <pc:sldMkLst>
          <pc:docMk/>
          <pc:sldMk cId="2491125085" sldId="880"/>
        </pc:sldMkLst>
        <pc:spChg chg="mod">
          <ac:chgData name="Al Friend" userId="e5ed79da-d858-46d4-9eed-a7a24903f2de" providerId="ADAL" clId="{6CF5D3DD-A8C4-4611-8099-4AEB2E976A2E}" dt="2026-10-29T18:07:10.661" v="65" actId="108"/>
          <ac:spMkLst>
            <pc:docMk/>
            <pc:sldMk cId="2491125085" sldId="880"/>
            <ac:spMk id="3" creationId="{E4EE7085-4C5B-409B-8843-A8A3D3CB6E90}"/>
          </ac:spMkLst>
        </pc:spChg>
        <pc:spChg chg="add mod">
          <ac:chgData name="Al Friend" userId="e5ed79da-d858-46d4-9eed-a7a24903f2de" providerId="ADAL" clId="{6CF5D3DD-A8C4-4611-8099-4AEB2E976A2E}" dt="2026-10-29T18:09:54.181" v="106" actId="108"/>
          <ac:spMkLst>
            <pc:docMk/>
            <pc:sldMk cId="2491125085" sldId="880"/>
            <ac:spMk id="5" creationId="{5E6F2BF3-8E12-9125-D3CF-209E18418477}"/>
          </ac:spMkLst>
        </pc:spChg>
      </pc:sldChg>
      <pc:sldChg chg="modSp mod modNotesTx">
        <pc:chgData name="Al Friend" userId="e5ed79da-d858-46d4-9eed-a7a24903f2de" providerId="ADAL" clId="{6CF5D3DD-A8C4-4611-8099-4AEB2E976A2E}" dt="2026-10-29T18:07:19.277" v="67" actId="108"/>
        <pc:sldMkLst>
          <pc:docMk/>
          <pc:sldMk cId="2654210516" sldId="881"/>
        </pc:sldMkLst>
        <pc:spChg chg="mod">
          <ac:chgData name="Al Friend" userId="e5ed79da-d858-46d4-9eed-a7a24903f2de" providerId="ADAL" clId="{6CF5D3DD-A8C4-4611-8099-4AEB2E976A2E}" dt="2026-10-29T18:07:19.277" v="67" actId="108"/>
          <ac:spMkLst>
            <pc:docMk/>
            <pc:sldMk cId="2654210516" sldId="881"/>
            <ac:spMk id="3" creationId="{E4EE7085-4C5B-409B-8843-A8A3D3CB6E90}"/>
          </ac:spMkLst>
        </pc:spChg>
      </pc:sldChg>
      <pc:sldChg chg="addSp modSp mod modAnim modNotesTx">
        <pc:chgData name="Al Friend" userId="e5ed79da-d858-46d4-9eed-a7a24903f2de" providerId="ADAL" clId="{6CF5D3DD-A8C4-4611-8099-4AEB2E976A2E}" dt="2026-10-29T21:23:21.231" v="414" actId="20577"/>
        <pc:sldMkLst>
          <pc:docMk/>
          <pc:sldMk cId="560991344" sldId="882"/>
        </pc:sldMkLst>
        <pc:spChg chg="mod">
          <ac:chgData name="Al Friend" userId="e5ed79da-d858-46d4-9eed-a7a24903f2de" providerId="ADAL" clId="{6CF5D3DD-A8C4-4611-8099-4AEB2E976A2E}" dt="2026-10-29T21:23:21.231" v="414" actId="20577"/>
          <ac:spMkLst>
            <pc:docMk/>
            <pc:sldMk cId="560991344" sldId="882"/>
            <ac:spMk id="2" creationId="{2CE87805-17F2-4B70-B505-57FB17E1FEE3}"/>
          </ac:spMkLst>
        </pc:spChg>
        <pc:spChg chg="mod">
          <ac:chgData name="Al Friend" userId="e5ed79da-d858-46d4-9eed-a7a24903f2de" providerId="ADAL" clId="{6CF5D3DD-A8C4-4611-8099-4AEB2E976A2E}" dt="2026-10-29T18:06:30.221" v="63" actId="108"/>
          <ac:spMkLst>
            <pc:docMk/>
            <pc:sldMk cId="560991344" sldId="882"/>
            <ac:spMk id="3" creationId="{E4EE7085-4C5B-409B-8843-A8A3D3CB6E90}"/>
          </ac:spMkLst>
        </pc:spChg>
        <pc:spChg chg="add mod">
          <ac:chgData name="Al Friend" userId="e5ed79da-d858-46d4-9eed-a7a24903f2de" providerId="ADAL" clId="{6CF5D3DD-A8C4-4611-8099-4AEB2E976A2E}" dt="2026-10-29T18:03:54.541" v="59" actId="2711"/>
          <ac:spMkLst>
            <pc:docMk/>
            <pc:sldMk cId="560991344" sldId="882"/>
            <ac:spMk id="5" creationId="{1B1F286F-D5A7-1305-8C52-E24CF2156963}"/>
          </ac:spMkLst>
        </pc:spChg>
      </pc:sldChg>
      <pc:sldChg chg="modSp mod modNotesTx">
        <pc:chgData name="Al Friend" userId="e5ed79da-d858-46d4-9eed-a7a24903f2de" providerId="ADAL" clId="{6CF5D3DD-A8C4-4611-8099-4AEB2E976A2E}" dt="2026-10-29T21:23:26.763" v="418" actId="20577"/>
        <pc:sldMkLst>
          <pc:docMk/>
          <pc:sldMk cId="3902843884" sldId="883"/>
        </pc:sldMkLst>
        <pc:spChg chg="mod">
          <ac:chgData name="Al Friend" userId="e5ed79da-d858-46d4-9eed-a7a24903f2de" providerId="ADAL" clId="{6CF5D3DD-A8C4-4611-8099-4AEB2E976A2E}" dt="2026-10-29T21:23:26.763" v="418" actId="20577"/>
          <ac:spMkLst>
            <pc:docMk/>
            <pc:sldMk cId="3902843884" sldId="883"/>
            <ac:spMk id="2" creationId="{2CE87805-17F2-4B70-B505-57FB17E1FEE3}"/>
          </ac:spMkLst>
        </pc:spChg>
        <pc:spChg chg="mod">
          <ac:chgData name="Al Friend" userId="e5ed79da-d858-46d4-9eed-a7a24903f2de" providerId="ADAL" clId="{6CF5D3DD-A8C4-4611-8099-4AEB2E976A2E}" dt="2026-10-29T18:05:57.103" v="61" actId="108"/>
          <ac:spMkLst>
            <pc:docMk/>
            <pc:sldMk cId="3902843884" sldId="883"/>
            <ac:spMk id="3" creationId="{E4EE7085-4C5B-409B-8843-A8A3D3CB6E90}"/>
          </ac:spMkLst>
        </pc:spChg>
      </pc:sldChg>
      <pc:sldChg chg="addSp modSp add mod ord modAnim">
        <pc:chgData name="Al Friend" userId="e5ed79da-d858-46d4-9eed-a7a24903f2de" providerId="ADAL" clId="{6CF5D3DD-A8C4-4611-8099-4AEB2E976A2E}" dt="2026-10-29T21:34:31.635" v="495" actId="20577"/>
        <pc:sldMkLst>
          <pc:docMk/>
          <pc:sldMk cId="639428416" sldId="884"/>
        </pc:sldMkLst>
        <pc:spChg chg="mod">
          <ac:chgData name="Al Friend" userId="e5ed79da-d858-46d4-9eed-a7a24903f2de" providerId="ADAL" clId="{6CF5D3DD-A8C4-4611-8099-4AEB2E976A2E}" dt="2026-10-29T19:30:43.206" v="146" actId="20577"/>
          <ac:spMkLst>
            <pc:docMk/>
            <pc:sldMk cId="639428416" sldId="884"/>
            <ac:spMk id="2" creationId="{69F18388-05FD-7671-5B29-7868D68174C5}"/>
          </ac:spMkLst>
        </pc:spChg>
        <pc:spChg chg="mod">
          <ac:chgData name="Al Friend" userId="e5ed79da-d858-46d4-9eed-a7a24903f2de" providerId="ADAL" clId="{6CF5D3DD-A8C4-4611-8099-4AEB2E976A2E}" dt="2026-10-29T21:12:31.305" v="273" actId="108"/>
          <ac:spMkLst>
            <pc:docMk/>
            <pc:sldMk cId="639428416" sldId="884"/>
            <ac:spMk id="3" creationId="{C42190C6-DA1A-789F-1FD1-58831D8B02B4}"/>
          </ac:spMkLst>
        </pc:spChg>
        <pc:spChg chg="mod">
          <ac:chgData name="Al Friend" userId="e5ed79da-d858-46d4-9eed-a7a24903f2de" providerId="ADAL" clId="{6CF5D3DD-A8C4-4611-8099-4AEB2E976A2E}" dt="2026-10-29T21:09:47.393" v="261" actId="14100"/>
          <ac:spMkLst>
            <pc:docMk/>
            <pc:sldMk cId="639428416" sldId="884"/>
            <ac:spMk id="4" creationId="{52F51330-108C-DCDC-3C57-B26DD9D523CB}"/>
          </ac:spMkLst>
        </pc:spChg>
        <pc:spChg chg="mod">
          <ac:chgData name="Al Friend" userId="e5ed79da-d858-46d4-9eed-a7a24903f2de" providerId="ADAL" clId="{6CF5D3DD-A8C4-4611-8099-4AEB2E976A2E}" dt="2026-10-29T21:34:06.180" v="486" actId="20577"/>
          <ac:spMkLst>
            <pc:docMk/>
            <pc:sldMk cId="639428416" sldId="884"/>
            <ac:spMk id="5" creationId="{BBC52034-627D-E623-714E-642585213ACA}"/>
          </ac:spMkLst>
        </pc:spChg>
        <pc:spChg chg="add mod">
          <ac:chgData name="Al Friend" userId="e5ed79da-d858-46d4-9eed-a7a24903f2de" providerId="ADAL" clId="{6CF5D3DD-A8C4-4611-8099-4AEB2E976A2E}" dt="2026-10-29T21:34:31.635" v="495" actId="20577"/>
          <ac:spMkLst>
            <pc:docMk/>
            <pc:sldMk cId="639428416" sldId="884"/>
            <ac:spMk id="6" creationId="{18AC8274-306B-30C9-7A26-3D2901ABDA4B}"/>
          </ac:spMkLst>
        </pc:spChg>
        <pc:spChg chg="add mod">
          <ac:chgData name="Al Friend" userId="e5ed79da-d858-46d4-9eed-a7a24903f2de" providerId="ADAL" clId="{6CF5D3DD-A8C4-4611-8099-4AEB2E976A2E}" dt="2026-10-29T21:13:13.194" v="276" actId="1076"/>
          <ac:spMkLst>
            <pc:docMk/>
            <pc:sldMk cId="639428416" sldId="884"/>
            <ac:spMk id="7" creationId="{F056D421-043B-23E3-FD22-EB5FC21CA740}"/>
          </ac:spMkLst>
        </pc:spChg>
      </pc:sldChg>
      <pc:sldChg chg="modSp add mod ord modAnim">
        <pc:chgData name="Al Friend" userId="e5ed79da-d858-46d4-9eed-a7a24903f2de" providerId="ADAL" clId="{6CF5D3DD-A8C4-4611-8099-4AEB2E976A2E}" dt="2026-10-29T22:20:16.352" v="604" actId="5793"/>
        <pc:sldMkLst>
          <pc:docMk/>
          <pc:sldMk cId="1637134386" sldId="885"/>
        </pc:sldMkLst>
        <pc:spChg chg="mod">
          <ac:chgData name="Al Friend" userId="e5ed79da-d858-46d4-9eed-a7a24903f2de" providerId="ADAL" clId="{6CF5D3DD-A8C4-4611-8099-4AEB2E976A2E}" dt="2026-10-29T21:23:31.509" v="422" actId="20577"/>
          <ac:spMkLst>
            <pc:docMk/>
            <pc:sldMk cId="1637134386" sldId="885"/>
            <ac:spMk id="2" creationId="{FB382300-500C-68F1-724C-3CDF8E703655}"/>
          </ac:spMkLst>
        </pc:spChg>
        <pc:spChg chg="mod">
          <ac:chgData name="Al Friend" userId="e5ed79da-d858-46d4-9eed-a7a24903f2de" providerId="ADAL" clId="{6CF5D3DD-A8C4-4611-8099-4AEB2E976A2E}" dt="2026-10-29T22:19:44.539" v="583" actId="20577"/>
          <ac:spMkLst>
            <pc:docMk/>
            <pc:sldMk cId="1637134386" sldId="885"/>
            <ac:spMk id="3" creationId="{BA3FCD73-07E1-26E4-7A84-08DE0F0499B3}"/>
          </ac:spMkLst>
        </pc:spChg>
        <pc:spChg chg="mod">
          <ac:chgData name="Al Friend" userId="e5ed79da-d858-46d4-9eed-a7a24903f2de" providerId="ADAL" clId="{6CF5D3DD-A8C4-4611-8099-4AEB2E976A2E}" dt="2026-10-29T22:06:06.188" v="545" actId="1037"/>
          <ac:spMkLst>
            <pc:docMk/>
            <pc:sldMk cId="1637134386" sldId="885"/>
            <ac:spMk id="4" creationId="{17295F9A-E7B4-260C-0CD0-62B76571828D}"/>
          </ac:spMkLst>
        </pc:spChg>
        <pc:spChg chg="mod">
          <ac:chgData name="Al Friend" userId="e5ed79da-d858-46d4-9eed-a7a24903f2de" providerId="ADAL" clId="{6CF5D3DD-A8C4-4611-8099-4AEB2E976A2E}" dt="2026-10-29T22:20:16.352" v="604" actId="5793"/>
          <ac:spMkLst>
            <pc:docMk/>
            <pc:sldMk cId="1637134386" sldId="885"/>
            <ac:spMk id="5" creationId="{95CE9C00-3566-D527-9CB6-F571FB0D19CB}"/>
          </ac:spMkLst>
        </pc:spChg>
      </pc:sldChg>
      <pc:sldChg chg="delSp modSp add mod delAnim modAnim modShow">
        <pc:chgData name="Al Friend" userId="e5ed79da-d858-46d4-9eed-a7a24903f2de" providerId="ADAL" clId="{6CF5D3DD-A8C4-4611-8099-4AEB2E976A2E}" dt="2026-10-29T22:23:15.492" v="613" actId="20577"/>
        <pc:sldMkLst>
          <pc:docMk/>
          <pc:sldMk cId="3462206983" sldId="886"/>
        </pc:sldMkLst>
        <pc:spChg chg="mod">
          <ac:chgData name="Al Friend" userId="e5ed79da-d858-46d4-9eed-a7a24903f2de" providerId="ADAL" clId="{6CF5D3DD-A8C4-4611-8099-4AEB2E976A2E}" dt="2026-10-29T22:23:15.492" v="613" actId="20577"/>
          <ac:spMkLst>
            <pc:docMk/>
            <pc:sldMk cId="3462206983" sldId="886"/>
            <ac:spMk id="3" creationId="{FBD4E0E5-4C9D-1D99-BDC8-6D9886827663}"/>
          </ac:spMkLst>
        </pc:spChg>
        <pc:spChg chg="del">
          <ac:chgData name="Al Friend" userId="e5ed79da-d858-46d4-9eed-a7a24903f2de" providerId="ADAL" clId="{6CF5D3DD-A8C4-4611-8099-4AEB2E976A2E}" dt="2026-10-29T21:23:45.809" v="426" actId="478"/>
          <ac:spMkLst>
            <pc:docMk/>
            <pc:sldMk cId="3462206983" sldId="886"/>
            <ac:spMk id="4" creationId="{BF89B40A-3D26-8BA9-987C-2A90B9DAC29C}"/>
          </ac:spMkLst>
        </pc:spChg>
        <pc:spChg chg="del">
          <ac:chgData name="Al Friend" userId="e5ed79da-d858-46d4-9eed-a7a24903f2de" providerId="ADAL" clId="{6CF5D3DD-A8C4-4611-8099-4AEB2E976A2E}" dt="2026-10-29T21:23:42.938" v="425" actId="478"/>
          <ac:spMkLst>
            <pc:docMk/>
            <pc:sldMk cId="3462206983" sldId="886"/>
            <ac:spMk id="5" creationId="{DBAC0508-C09F-9D8E-0F6D-0C06F77EC91B}"/>
          </ac:spMkLst>
        </pc:spChg>
      </pc:sldChg>
      <pc:sldChg chg="delSp add mod delAnim modAnim modShow">
        <pc:chgData name="Al Friend" userId="e5ed79da-d858-46d4-9eed-a7a24903f2de" providerId="ADAL" clId="{6CF5D3DD-A8C4-4611-8099-4AEB2E976A2E}" dt="2026-10-29T21:29:07.055" v="432"/>
        <pc:sldMkLst>
          <pc:docMk/>
          <pc:sldMk cId="1006983419" sldId="887"/>
        </pc:sldMkLst>
        <pc:spChg chg="del">
          <ac:chgData name="Al Friend" userId="e5ed79da-d858-46d4-9eed-a7a24903f2de" providerId="ADAL" clId="{6CF5D3DD-A8C4-4611-8099-4AEB2E976A2E}" dt="2026-10-29T21:29:03.585" v="431" actId="478"/>
          <ac:spMkLst>
            <pc:docMk/>
            <pc:sldMk cId="1006983419" sldId="887"/>
            <ac:spMk id="4" creationId="{7FE013DA-3958-A471-1C7C-DB0899C106FC}"/>
          </ac:spMkLst>
        </pc:spChg>
        <pc:spChg chg="del">
          <ac:chgData name="Al Friend" userId="e5ed79da-d858-46d4-9eed-a7a24903f2de" providerId="ADAL" clId="{6CF5D3DD-A8C4-4611-8099-4AEB2E976A2E}" dt="2026-10-29T21:28:56.607" v="430" actId="478"/>
          <ac:spMkLst>
            <pc:docMk/>
            <pc:sldMk cId="1006983419" sldId="887"/>
            <ac:spMk id="5" creationId="{EBB261D7-98F6-3517-3628-3BC398E22F9C}"/>
          </ac:spMkLst>
        </pc:spChg>
        <pc:spChg chg="del">
          <ac:chgData name="Al Friend" userId="e5ed79da-d858-46d4-9eed-a7a24903f2de" providerId="ADAL" clId="{6CF5D3DD-A8C4-4611-8099-4AEB2E976A2E}" dt="2026-10-29T21:29:03.585" v="431" actId="478"/>
          <ac:spMkLst>
            <pc:docMk/>
            <pc:sldMk cId="1006983419" sldId="887"/>
            <ac:spMk id="6" creationId="{71B4D95F-0E7A-3D92-33D1-010C84FF4CF1}"/>
          </ac:spMkLst>
        </pc:spChg>
        <pc:spChg chg="del">
          <ac:chgData name="Al Friend" userId="e5ed79da-d858-46d4-9eed-a7a24903f2de" providerId="ADAL" clId="{6CF5D3DD-A8C4-4611-8099-4AEB2E976A2E}" dt="2026-10-29T21:29:03.585" v="431" actId="478"/>
          <ac:spMkLst>
            <pc:docMk/>
            <pc:sldMk cId="1006983419" sldId="887"/>
            <ac:spMk id="7" creationId="{0552CA30-6DE6-5118-1FE1-8BE03E97059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/>
      <dgm:spPr/>
      <dgm:t>
        <a:bodyPr/>
        <a:lstStyle/>
        <a:p>
          <a:r>
            <a:rPr lang="en-US" dirty="0"/>
            <a:t>SDD</a:t>
          </a:r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(54%)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/>
      <dgm:spPr/>
      <dgm:t>
        <a:bodyPr/>
        <a:lstStyle/>
        <a:p>
          <a:r>
            <a:rPr lang="en-US" dirty="0"/>
            <a:t>DDD</a:t>
          </a:r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(33%)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A3955F4-B1A6-4812-98ED-2D6D02D94E35}">
      <dgm:prSet phldrT="[Text]"/>
      <dgm:spPr/>
      <dgm:t>
        <a:bodyPr/>
        <a:lstStyle/>
        <a:p>
          <a:r>
            <a:rPr lang="en-US" b="1"/>
            <a:t>Assignment</a:t>
          </a:r>
        </a:p>
      </dgm:t>
    </dgm:pt>
    <dgm:pt modelId="{1EF809BA-BB9B-41F6-9A35-2C78CE3A0913}" type="parTrans" cxnId="{7E5A0596-4D16-4207-B5F3-C2FD778C5412}">
      <dgm:prSet/>
      <dgm:spPr/>
      <dgm:t>
        <a:bodyPr/>
        <a:lstStyle/>
        <a:p>
          <a:endParaRPr lang="en-US"/>
        </a:p>
      </dgm:t>
    </dgm:pt>
    <dgm:pt modelId="{10EB35A1-EA5F-40EF-95CA-BDAB4D957484}" type="sibTrans" cxnId="{7E5A0596-4D16-4207-B5F3-C2FD778C5412}">
      <dgm:prSet/>
      <dgm:spPr/>
      <dgm:t>
        <a:bodyPr/>
        <a:lstStyle/>
        <a:p>
          <a:endParaRPr lang="en-US"/>
        </a:p>
      </dgm:t>
    </dgm:pt>
    <dgm:pt modelId="{4C515B8D-87D1-4362-95C3-18B42B452625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/>
        </a:p>
      </dgm:t>
    </dgm:pt>
    <dgm:pt modelId="{3413E62F-FACB-412C-9FEF-2E9D080F65F5}" type="parTrans" cxnId="{4AB28759-DCAB-43B1-B5BE-36D4FCDBAA0B}">
      <dgm:prSet/>
      <dgm:spPr/>
      <dgm:t>
        <a:bodyPr/>
        <a:lstStyle/>
        <a:p>
          <a:endParaRPr lang="en-US"/>
        </a:p>
      </dgm:t>
    </dgm:pt>
    <dgm:pt modelId="{387E11D6-6F89-470A-86BE-C608C2106AF6}" type="sibTrans" cxnId="{4AB28759-DCAB-43B1-B5BE-36D4FCDBAA0B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(13%)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780589F0-2154-4E4C-8595-8806E5EF917A}">
      <dgm:prSet phldrT="[Text]"/>
      <dgm:spPr/>
      <dgm:t>
        <a:bodyPr/>
        <a:lstStyle/>
        <a:p>
          <a:r>
            <a:rPr lang="en-US" dirty="0"/>
            <a:t>C/Sys</a:t>
          </a:r>
        </a:p>
      </dgm:t>
    </dgm:pt>
    <dgm:pt modelId="{F00962FA-5389-4E36-9ABB-07A219FF91D3}" type="parTrans" cxnId="{AAFC0F9A-ADA1-4827-BB1A-86C8E3CBC8EB}">
      <dgm:prSet/>
      <dgm:spPr/>
      <dgm:t>
        <a:bodyPr/>
        <a:lstStyle/>
        <a:p>
          <a:endParaRPr lang="en-US"/>
        </a:p>
      </dgm:t>
    </dgm:pt>
    <dgm:pt modelId="{DED9E408-00AC-4B08-A19D-D94226C9548F}" type="sibTrans" cxnId="{AAFC0F9A-ADA1-4827-BB1A-86C8E3CBC8EB}">
      <dgm:prSet/>
      <dgm:spPr/>
      <dgm:t>
        <a:bodyPr/>
        <a:lstStyle/>
        <a:p>
          <a:endParaRPr lang="en-US"/>
        </a:p>
      </dgm:t>
    </dgm:pt>
    <dgm:pt modelId="{75E710BF-3292-4B3F-A454-B7E6BF72E2C7}">
      <dgm:prSet phldrT="[Text]"/>
      <dgm:spPr/>
      <dgm:t>
        <a:bodyPr/>
        <a:lstStyle/>
        <a:p>
          <a:r>
            <a:rPr lang="en-US" b="1"/>
            <a:t>Exam</a:t>
          </a:r>
        </a:p>
      </dgm:t>
    </dgm:pt>
    <dgm:pt modelId="{E03E4501-7796-49DD-B7C4-88D3AB91E6DB}" type="parTrans" cxnId="{F320287E-B3C2-4880-9516-FFD6695AE0E7}">
      <dgm:prSet/>
      <dgm:spPr/>
      <dgm:t>
        <a:bodyPr/>
        <a:lstStyle/>
        <a:p>
          <a:endParaRPr lang="en-US"/>
        </a:p>
      </dgm:t>
    </dgm:pt>
    <dgm:pt modelId="{7BCEDD18-C1A5-4D74-BD02-31A9F5C8DF2C}" type="sibTrans" cxnId="{F320287E-B3C2-4880-9516-FFD6695AE0E7}">
      <dgm:prSet/>
      <dgm:spPr/>
      <dgm:t>
        <a:bodyPr/>
        <a:lstStyle/>
        <a:p>
          <a:endParaRPr lang="en-US"/>
        </a:p>
      </dgm:t>
    </dgm:pt>
    <dgm:pt modelId="{9EC5D7E7-13E1-4749-A134-4C83AB922A61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/>
        </a:p>
      </dgm:t>
    </dgm:pt>
    <dgm:pt modelId="{5C3B17FD-DFBE-4B56-9F97-5E041A0D5E90}" type="parTrans" cxnId="{4944EAFC-B2B0-4E7D-94E9-B17B5C2D380E}">
      <dgm:prSet/>
      <dgm:spPr/>
      <dgm:t>
        <a:bodyPr/>
        <a:lstStyle/>
        <a:p>
          <a:endParaRPr lang="en-US"/>
        </a:p>
      </dgm:t>
    </dgm:pt>
    <dgm:pt modelId="{B7023446-8BB7-45ED-9CB6-4F5FC1A1AF95}" type="sibTrans" cxnId="{4944EAFC-B2B0-4E7D-94E9-B17B5C2D380E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5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5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3E2A20E0-2799-4B60-847C-0291A143F060}" type="pres">
      <dgm:prSet presAssocID="{4C515B8D-87D1-4362-95C3-18B42B452625}" presName="composite" presStyleCnt="0"/>
      <dgm:spPr/>
    </dgm:pt>
    <dgm:pt modelId="{17253025-0BE3-46B4-B2C8-BFD879D75B26}" type="pres">
      <dgm:prSet presAssocID="{4C515B8D-87D1-4362-95C3-18B42B452625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B2D4CD90-7709-4B59-AC85-D09667CFC12B}" type="pres">
      <dgm:prSet presAssocID="{4C515B8D-87D1-4362-95C3-18B42B452625}" presName="descendantText" presStyleLbl="alignAcc1" presStyleIdx="2" presStyleCnt="5">
        <dgm:presLayoutVars>
          <dgm:bulletEnabled val="1"/>
        </dgm:presLayoutVars>
      </dgm:prSet>
      <dgm:spPr/>
    </dgm:pt>
    <dgm:pt modelId="{FCA35A52-5E56-41CA-AAAA-74E510180904}" type="pres">
      <dgm:prSet presAssocID="{387E11D6-6F89-470A-86BE-C608C2106AF6}" presName="sp" presStyleCnt="0"/>
      <dgm:spPr/>
    </dgm:pt>
    <dgm:pt modelId="{BC0413A5-5CFC-41A1-A4D1-32D9D3A580EB}" type="pres">
      <dgm:prSet presAssocID="{780589F0-2154-4E4C-8595-8806E5EF917A}" presName="composite" presStyleCnt="0"/>
      <dgm:spPr/>
    </dgm:pt>
    <dgm:pt modelId="{056CCBB6-5CE0-4348-89C6-99FB2D3AB62B}" type="pres">
      <dgm:prSet presAssocID="{780589F0-2154-4E4C-8595-8806E5EF917A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90709722-0E94-45E4-BEDD-48CB660682DD}" type="pres">
      <dgm:prSet presAssocID="{780589F0-2154-4E4C-8595-8806E5EF917A}" presName="descendantText" presStyleLbl="alignAcc1" presStyleIdx="3" presStyleCnt="5">
        <dgm:presLayoutVars>
          <dgm:bulletEnabled val="1"/>
        </dgm:presLayoutVars>
      </dgm:prSet>
      <dgm:spPr/>
    </dgm:pt>
    <dgm:pt modelId="{13B0A0BF-E273-47AE-B262-3C6C9C4E8968}" type="pres">
      <dgm:prSet presAssocID="{DED9E408-00AC-4B08-A19D-D94226C9548F}" presName="sp" presStyleCnt="0"/>
      <dgm:spPr/>
    </dgm:pt>
    <dgm:pt modelId="{5FCAE6DF-E40E-46F3-84CF-149E85A19097}" type="pres">
      <dgm:prSet presAssocID="{9EC5D7E7-13E1-4749-A134-4C83AB922A61}" presName="composite" presStyleCnt="0"/>
      <dgm:spPr/>
    </dgm:pt>
    <dgm:pt modelId="{EB2E52AE-8FCF-47D0-B499-CFCFAF1883A9}" type="pres">
      <dgm:prSet presAssocID="{9EC5D7E7-13E1-4749-A134-4C83AB922A61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C92F1771-01AA-4FF3-B7EC-0229DB7A592C}" type="pres">
      <dgm:prSet presAssocID="{9EC5D7E7-13E1-4749-A134-4C83AB922A61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51AC560A-15D5-4873-A728-46FA9B3877F9}" type="presOf" srcId="{780589F0-2154-4E4C-8595-8806E5EF917A}" destId="{056CCBB6-5CE0-4348-89C6-99FB2D3AB62B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D49F1534-E21B-49CA-902B-89FB72311FD2}" type="presOf" srcId="{4C515B8D-87D1-4362-95C3-18B42B452625}" destId="{17253025-0BE3-46B4-B2C8-BFD879D75B26}" srcOrd="0" destOrd="0" presId="urn:microsoft.com/office/officeart/2005/8/layout/chevron2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780589F0-2154-4E4C-8595-8806E5EF917A}" destId="{E2BA0B41-F146-425E-9754-1E81B83EDF8B}" srcOrd="0" destOrd="0" parTransId="{09E005FD-F987-4EBD-9D26-CE4C06669AB5}" sibTransId="{017B98FE-F345-4459-B767-E6B696310854}"/>
    <dgm:cxn modelId="{2B7AD66F-7BCF-434E-A3B5-2F39AADE0BF7}" type="presOf" srcId="{E2BA0B41-F146-425E-9754-1E81B83EDF8B}" destId="{90709722-0E94-45E4-BEDD-48CB660682DD}" srcOrd="0" destOrd="0" presId="urn:microsoft.com/office/officeart/2005/8/layout/chevron2"/>
    <dgm:cxn modelId="{5C508956-AB66-4052-8A09-9D7A16ABB973}" type="presOf" srcId="{4A3955F4-B1A6-4812-98ED-2D6D02D94E35}" destId="{B2D4CD90-7709-4B59-AC85-D09667CFC12B}" srcOrd="0" destOrd="0" presId="urn:microsoft.com/office/officeart/2005/8/layout/chevron2"/>
    <dgm:cxn modelId="{4AB28759-DCAB-43B1-B5BE-36D4FCDBAA0B}" srcId="{AADFB80D-C2E8-416C-B522-D5F6D93F18D7}" destId="{4C515B8D-87D1-4362-95C3-18B42B452625}" srcOrd="2" destOrd="0" parTransId="{3413E62F-FACB-412C-9FEF-2E9D080F65F5}" sibTransId="{387E11D6-6F89-470A-86BE-C608C2106AF6}"/>
    <dgm:cxn modelId="{F320287E-B3C2-4880-9516-FFD6695AE0E7}" srcId="{9EC5D7E7-13E1-4749-A134-4C83AB922A61}" destId="{75E710BF-3292-4B3F-A454-B7E6BF72E2C7}" srcOrd="0" destOrd="0" parTransId="{E03E4501-7796-49DD-B7C4-88D3AB91E6DB}" sibTransId="{7BCEDD18-C1A5-4D74-BD02-31A9F5C8DF2C}"/>
    <dgm:cxn modelId="{D36EDC8C-BDD1-4F1F-9AB5-8EDEF33F628F}" type="presOf" srcId="{75E710BF-3292-4B3F-A454-B7E6BF72E2C7}" destId="{C92F1771-01AA-4FF3-B7EC-0229DB7A592C}" srcOrd="0" destOrd="0" presId="urn:microsoft.com/office/officeart/2005/8/layout/chevron2"/>
    <dgm:cxn modelId="{7E5A0596-4D16-4207-B5F3-C2FD778C5412}" srcId="{4C515B8D-87D1-4362-95C3-18B42B452625}" destId="{4A3955F4-B1A6-4812-98ED-2D6D02D94E35}" srcOrd="0" destOrd="0" parTransId="{1EF809BA-BB9B-41F6-9A35-2C78CE3A0913}" sibTransId="{10EB35A1-EA5F-40EF-95CA-BDAB4D957484}"/>
    <dgm:cxn modelId="{AAFC0F9A-ADA1-4827-BB1A-86C8E3CBC8EB}" srcId="{AADFB80D-C2E8-416C-B522-D5F6D93F18D7}" destId="{780589F0-2154-4E4C-8595-8806E5EF917A}" srcOrd="3" destOrd="0" parTransId="{F00962FA-5389-4E36-9ABB-07A219FF91D3}" sibTransId="{DED9E408-00AC-4B08-A19D-D94226C9548F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95BAE2D2-7669-469D-9AF0-D651B51FCE91}" type="presOf" srcId="{9EC5D7E7-13E1-4749-A134-4C83AB922A61}" destId="{EB2E52AE-8FCF-47D0-B499-CFCFAF1883A9}" srcOrd="0" destOrd="0" presId="urn:microsoft.com/office/officeart/2005/8/layout/chevron2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4944EAFC-B2B0-4E7D-94E9-B17B5C2D380E}" srcId="{AADFB80D-C2E8-416C-B522-D5F6D93F18D7}" destId="{9EC5D7E7-13E1-4749-A134-4C83AB922A61}" srcOrd="4" destOrd="0" parTransId="{5C3B17FD-DFBE-4B56-9F97-5E041A0D5E90}" sibTransId="{B7023446-8BB7-45ED-9CB6-4F5FC1A1AF95}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4B8D09CE-12DA-4A98-A079-57B4B36ABD66}" type="presParOf" srcId="{7EBBDEE6-A55E-47FA-9020-5BC46200AFFC}" destId="{3E2A20E0-2799-4B60-847C-0291A143F060}" srcOrd="4" destOrd="0" presId="urn:microsoft.com/office/officeart/2005/8/layout/chevron2"/>
    <dgm:cxn modelId="{DD09799F-3B55-4A21-B1D8-51D0255A8FC0}" type="presParOf" srcId="{3E2A20E0-2799-4B60-847C-0291A143F060}" destId="{17253025-0BE3-46B4-B2C8-BFD879D75B26}" srcOrd="0" destOrd="0" presId="urn:microsoft.com/office/officeart/2005/8/layout/chevron2"/>
    <dgm:cxn modelId="{B28B55D1-C1C4-4929-B387-2753095F16BC}" type="presParOf" srcId="{3E2A20E0-2799-4B60-847C-0291A143F060}" destId="{B2D4CD90-7709-4B59-AC85-D09667CFC12B}" srcOrd="1" destOrd="0" presId="urn:microsoft.com/office/officeart/2005/8/layout/chevron2"/>
    <dgm:cxn modelId="{14614803-1AE9-4484-B475-713BAB65206C}" type="presParOf" srcId="{7EBBDEE6-A55E-47FA-9020-5BC46200AFFC}" destId="{FCA35A52-5E56-41CA-AAAA-74E510180904}" srcOrd="5" destOrd="0" presId="urn:microsoft.com/office/officeart/2005/8/layout/chevron2"/>
    <dgm:cxn modelId="{5FCECAA4-B55F-4524-B52B-5579AFC35055}" type="presParOf" srcId="{7EBBDEE6-A55E-47FA-9020-5BC46200AFFC}" destId="{BC0413A5-5CFC-41A1-A4D1-32D9D3A580EB}" srcOrd="6" destOrd="0" presId="urn:microsoft.com/office/officeart/2005/8/layout/chevron2"/>
    <dgm:cxn modelId="{A5C36485-CCE1-4523-911E-6345AFDCF231}" type="presParOf" srcId="{BC0413A5-5CFC-41A1-A4D1-32D9D3A580EB}" destId="{056CCBB6-5CE0-4348-89C6-99FB2D3AB62B}" srcOrd="0" destOrd="0" presId="urn:microsoft.com/office/officeart/2005/8/layout/chevron2"/>
    <dgm:cxn modelId="{49CDF3A4-EBDD-472A-8CEE-35499F216772}" type="presParOf" srcId="{BC0413A5-5CFC-41A1-A4D1-32D9D3A580EB}" destId="{90709722-0E94-45E4-BEDD-48CB660682DD}" srcOrd="1" destOrd="0" presId="urn:microsoft.com/office/officeart/2005/8/layout/chevron2"/>
    <dgm:cxn modelId="{5DA3A105-B2B5-4570-ACCF-A2B4BFFDA4E8}" type="presParOf" srcId="{7EBBDEE6-A55E-47FA-9020-5BC46200AFFC}" destId="{13B0A0BF-E273-47AE-B262-3C6C9C4E8968}" srcOrd="7" destOrd="0" presId="urn:microsoft.com/office/officeart/2005/8/layout/chevron2"/>
    <dgm:cxn modelId="{9C5603DB-FB5F-489A-A5FC-119F4545BE24}" type="presParOf" srcId="{7EBBDEE6-A55E-47FA-9020-5BC46200AFFC}" destId="{5FCAE6DF-E40E-46F3-84CF-149E85A19097}" srcOrd="8" destOrd="0" presId="urn:microsoft.com/office/officeart/2005/8/layout/chevron2"/>
    <dgm:cxn modelId="{F75C00D0-5E0F-413E-AC94-1D55800F95C3}" type="presParOf" srcId="{5FCAE6DF-E40E-46F3-84CF-149E85A19097}" destId="{EB2E52AE-8FCF-47D0-B499-CFCFAF1883A9}" srcOrd="0" destOrd="0" presId="urn:microsoft.com/office/officeart/2005/8/layout/chevron2"/>
    <dgm:cxn modelId="{3052A6C1-D8FE-443D-9D61-8901A566CBC1}" type="presParOf" srcId="{5FCAE6DF-E40E-46F3-84CF-149E85A19097}" destId="{C92F1771-01AA-4FF3-B7EC-0229DB7A592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/>
      <dgm:spPr/>
      <dgm:t>
        <a:bodyPr/>
        <a:lstStyle/>
        <a:p>
          <a:r>
            <a:rPr lang="en-US" dirty="0"/>
            <a:t>SDD</a:t>
          </a:r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(40%)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/>
      <dgm:spPr/>
      <dgm:t>
        <a:bodyPr/>
        <a:lstStyle/>
        <a:p>
          <a:r>
            <a:rPr lang="en-US" dirty="0"/>
            <a:t>DDD</a:t>
          </a:r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(25%)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C2AC2DB-DA7B-4EE8-A271-F42910EF38FA}">
      <dgm:prSet phldrT="[Text]"/>
      <dgm:spPr/>
      <dgm:t>
        <a:bodyPr/>
        <a:lstStyle/>
        <a:p>
          <a:r>
            <a:rPr lang="en-US" dirty="0"/>
            <a:t>WDD</a:t>
          </a:r>
        </a:p>
      </dgm:t>
    </dgm:pt>
    <dgm:pt modelId="{4DCD8EEA-C4AA-404D-A26F-F433BB0189EA}" type="parTrans" cxnId="{F4016BC7-2E72-4F45-A906-6E7F3BDA4E2F}">
      <dgm:prSet/>
      <dgm:spPr/>
      <dgm:t>
        <a:bodyPr/>
        <a:lstStyle/>
        <a:p>
          <a:endParaRPr lang="en-US"/>
        </a:p>
      </dgm:t>
    </dgm:pt>
    <dgm:pt modelId="{E3247148-B6B0-4C23-B610-041B2044E035}" type="sibTrans" cxnId="{F4016BC7-2E72-4F45-A906-6E7F3BDA4E2F}">
      <dgm:prSet/>
      <dgm:spPr/>
      <dgm:t>
        <a:bodyPr/>
        <a:lstStyle/>
        <a:p>
          <a:endParaRPr lang="en-US"/>
        </a:p>
      </dgm:t>
    </dgm:pt>
    <dgm:pt modelId="{6F17941D-CCAD-4AF8-9198-4E8B5F9AEDC2}">
      <dgm:prSet phldrT="[Text]"/>
      <dgm:spPr/>
      <dgm:t>
        <a:bodyPr/>
        <a:lstStyle/>
        <a:p>
          <a:r>
            <a:rPr lang="en-US" dirty="0"/>
            <a:t>Web Design and Development (25%)</a:t>
          </a:r>
        </a:p>
      </dgm:t>
    </dgm:pt>
    <dgm:pt modelId="{6A62EC5C-257B-4078-AC75-009164CBD245}" type="parTrans" cxnId="{9A2AE9EC-1703-4071-9D5B-2F76EC9F4AA5}">
      <dgm:prSet/>
      <dgm:spPr/>
      <dgm:t>
        <a:bodyPr/>
        <a:lstStyle/>
        <a:p>
          <a:endParaRPr lang="en-US"/>
        </a:p>
      </dgm:t>
    </dgm:pt>
    <dgm:pt modelId="{6908D1C2-C5D8-437D-AE20-3870EC3D4B13}" type="sibTrans" cxnId="{9A2AE9EC-1703-4071-9D5B-2F76EC9F4AA5}">
      <dgm:prSet/>
      <dgm:spPr/>
      <dgm:t>
        <a:bodyPr/>
        <a:lstStyle/>
        <a:p>
          <a:endParaRPr lang="en-US"/>
        </a:p>
      </dgm:t>
    </dgm:pt>
    <dgm:pt modelId="{4A3955F4-B1A6-4812-98ED-2D6D02D94E35}">
      <dgm:prSet phldrT="[Text]"/>
      <dgm:spPr/>
      <dgm:t>
        <a:bodyPr/>
        <a:lstStyle/>
        <a:p>
          <a:r>
            <a:rPr lang="en-US" b="1" dirty="0"/>
            <a:t>Assignment</a:t>
          </a:r>
        </a:p>
      </dgm:t>
    </dgm:pt>
    <dgm:pt modelId="{1EF809BA-BB9B-41F6-9A35-2C78CE3A0913}" type="parTrans" cxnId="{7E5A0596-4D16-4207-B5F3-C2FD778C5412}">
      <dgm:prSet/>
      <dgm:spPr/>
      <dgm:t>
        <a:bodyPr/>
        <a:lstStyle/>
        <a:p>
          <a:endParaRPr lang="en-US"/>
        </a:p>
      </dgm:t>
    </dgm:pt>
    <dgm:pt modelId="{10EB35A1-EA5F-40EF-95CA-BDAB4D957484}" type="sibTrans" cxnId="{7E5A0596-4D16-4207-B5F3-C2FD778C5412}">
      <dgm:prSet/>
      <dgm:spPr/>
      <dgm:t>
        <a:bodyPr/>
        <a:lstStyle/>
        <a:p>
          <a:endParaRPr lang="en-US"/>
        </a:p>
      </dgm:t>
    </dgm:pt>
    <dgm:pt modelId="{4C515B8D-87D1-4362-95C3-18B42B452625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 dirty="0"/>
        </a:p>
      </dgm:t>
    </dgm:pt>
    <dgm:pt modelId="{3413E62F-FACB-412C-9FEF-2E9D080F65F5}" type="parTrans" cxnId="{4AB28759-DCAB-43B1-B5BE-36D4FCDBAA0B}">
      <dgm:prSet/>
      <dgm:spPr/>
      <dgm:t>
        <a:bodyPr/>
        <a:lstStyle/>
        <a:p>
          <a:endParaRPr lang="en-US"/>
        </a:p>
      </dgm:t>
    </dgm:pt>
    <dgm:pt modelId="{387E11D6-6F89-470A-86BE-C608C2106AF6}" type="sibTrans" cxnId="{4AB28759-DCAB-43B1-B5BE-36D4FCDBAA0B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(10%)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780589F0-2154-4E4C-8595-8806E5EF917A}">
      <dgm:prSet phldrT="[Text]"/>
      <dgm:spPr/>
      <dgm:t>
        <a:bodyPr/>
        <a:lstStyle/>
        <a:p>
          <a:r>
            <a:rPr lang="en-US" dirty="0"/>
            <a:t>C/Sys</a:t>
          </a:r>
        </a:p>
      </dgm:t>
    </dgm:pt>
    <dgm:pt modelId="{F00962FA-5389-4E36-9ABB-07A219FF91D3}" type="parTrans" cxnId="{AAFC0F9A-ADA1-4827-BB1A-86C8E3CBC8EB}">
      <dgm:prSet/>
      <dgm:spPr/>
      <dgm:t>
        <a:bodyPr/>
        <a:lstStyle/>
        <a:p>
          <a:endParaRPr lang="en-US"/>
        </a:p>
      </dgm:t>
    </dgm:pt>
    <dgm:pt modelId="{DED9E408-00AC-4B08-A19D-D94226C9548F}" type="sibTrans" cxnId="{AAFC0F9A-ADA1-4827-BB1A-86C8E3CBC8EB}">
      <dgm:prSet/>
      <dgm:spPr/>
      <dgm:t>
        <a:bodyPr/>
        <a:lstStyle/>
        <a:p>
          <a:endParaRPr lang="en-US"/>
        </a:p>
      </dgm:t>
    </dgm:pt>
    <dgm:pt modelId="{75E710BF-3292-4B3F-A454-B7E6BF72E2C7}">
      <dgm:prSet phldrT="[Text]"/>
      <dgm:spPr/>
      <dgm:t>
        <a:bodyPr/>
        <a:lstStyle/>
        <a:p>
          <a:r>
            <a:rPr lang="en-US" b="1" dirty="0"/>
            <a:t>Exam</a:t>
          </a:r>
        </a:p>
      </dgm:t>
    </dgm:pt>
    <dgm:pt modelId="{E03E4501-7796-49DD-B7C4-88D3AB91E6DB}" type="parTrans" cxnId="{F320287E-B3C2-4880-9516-FFD6695AE0E7}">
      <dgm:prSet/>
      <dgm:spPr/>
      <dgm:t>
        <a:bodyPr/>
        <a:lstStyle/>
        <a:p>
          <a:endParaRPr lang="en-US"/>
        </a:p>
      </dgm:t>
    </dgm:pt>
    <dgm:pt modelId="{7BCEDD18-C1A5-4D74-BD02-31A9F5C8DF2C}" type="sibTrans" cxnId="{F320287E-B3C2-4880-9516-FFD6695AE0E7}">
      <dgm:prSet/>
      <dgm:spPr/>
      <dgm:t>
        <a:bodyPr/>
        <a:lstStyle/>
        <a:p>
          <a:endParaRPr lang="en-US"/>
        </a:p>
      </dgm:t>
    </dgm:pt>
    <dgm:pt modelId="{9EC5D7E7-13E1-4749-A134-4C83AB922A61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 dirty="0"/>
        </a:p>
      </dgm:t>
    </dgm:pt>
    <dgm:pt modelId="{5C3B17FD-DFBE-4B56-9F97-5E041A0D5E90}" type="parTrans" cxnId="{4944EAFC-B2B0-4E7D-94E9-B17B5C2D380E}">
      <dgm:prSet/>
      <dgm:spPr/>
      <dgm:t>
        <a:bodyPr/>
        <a:lstStyle/>
        <a:p>
          <a:endParaRPr lang="en-US"/>
        </a:p>
      </dgm:t>
    </dgm:pt>
    <dgm:pt modelId="{B7023446-8BB7-45ED-9CB6-4F5FC1A1AF95}" type="sibTrans" cxnId="{4944EAFC-B2B0-4E7D-94E9-B17B5C2D380E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6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6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D4F01D1E-88B7-466D-B76A-F726FF7DE3F8}" type="pres">
      <dgm:prSet presAssocID="{4C2AC2DB-DA7B-4EE8-A271-F42910EF38FA}" presName="composite" presStyleCnt="0"/>
      <dgm:spPr/>
    </dgm:pt>
    <dgm:pt modelId="{3451A250-69C4-4911-A975-CCB8D5F6053B}" type="pres">
      <dgm:prSet presAssocID="{4C2AC2DB-DA7B-4EE8-A271-F42910EF38FA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56AFEC8A-7D45-4965-A718-64DE087BA59E}" type="pres">
      <dgm:prSet presAssocID="{4C2AC2DB-DA7B-4EE8-A271-F42910EF38FA}" presName="descendantText" presStyleLbl="alignAcc1" presStyleIdx="2" presStyleCnt="6">
        <dgm:presLayoutVars>
          <dgm:bulletEnabled val="1"/>
        </dgm:presLayoutVars>
      </dgm:prSet>
      <dgm:spPr/>
    </dgm:pt>
    <dgm:pt modelId="{E061B53C-41F2-4FB1-8AB8-871078ECF09F}" type="pres">
      <dgm:prSet presAssocID="{E3247148-B6B0-4C23-B610-041B2044E035}" presName="sp" presStyleCnt="0"/>
      <dgm:spPr/>
    </dgm:pt>
    <dgm:pt modelId="{3E2A20E0-2799-4B60-847C-0291A143F060}" type="pres">
      <dgm:prSet presAssocID="{4C515B8D-87D1-4362-95C3-18B42B452625}" presName="composite" presStyleCnt="0"/>
      <dgm:spPr/>
    </dgm:pt>
    <dgm:pt modelId="{17253025-0BE3-46B4-B2C8-BFD879D75B26}" type="pres">
      <dgm:prSet presAssocID="{4C515B8D-87D1-4362-95C3-18B42B452625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B2D4CD90-7709-4B59-AC85-D09667CFC12B}" type="pres">
      <dgm:prSet presAssocID="{4C515B8D-87D1-4362-95C3-18B42B452625}" presName="descendantText" presStyleLbl="alignAcc1" presStyleIdx="3" presStyleCnt="6">
        <dgm:presLayoutVars>
          <dgm:bulletEnabled val="1"/>
        </dgm:presLayoutVars>
      </dgm:prSet>
      <dgm:spPr/>
    </dgm:pt>
    <dgm:pt modelId="{FCA35A52-5E56-41CA-AAAA-74E510180904}" type="pres">
      <dgm:prSet presAssocID="{387E11D6-6F89-470A-86BE-C608C2106AF6}" presName="sp" presStyleCnt="0"/>
      <dgm:spPr/>
    </dgm:pt>
    <dgm:pt modelId="{BC0413A5-5CFC-41A1-A4D1-32D9D3A580EB}" type="pres">
      <dgm:prSet presAssocID="{780589F0-2154-4E4C-8595-8806E5EF917A}" presName="composite" presStyleCnt="0"/>
      <dgm:spPr/>
    </dgm:pt>
    <dgm:pt modelId="{056CCBB6-5CE0-4348-89C6-99FB2D3AB62B}" type="pres">
      <dgm:prSet presAssocID="{780589F0-2154-4E4C-8595-8806E5EF917A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90709722-0E94-45E4-BEDD-48CB660682DD}" type="pres">
      <dgm:prSet presAssocID="{780589F0-2154-4E4C-8595-8806E5EF917A}" presName="descendantText" presStyleLbl="alignAcc1" presStyleIdx="4" presStyleCnt="6">
        <dgm:presLayoutVars>
          <dgm:bulletEnabled val="1"/>
        </dgm:presLayoutVars>
      </dgm:prSet>
      <dgm:spPr/>
    </dgm:pt>
    <dgm:pt modelId="{13B0A0BF-E273-47AE-B262-3C6C9C4E8968}" type="pres">
      <dgm:prSet presAssocID="{DED9E408-00AC-4B08-A19D-D94226C9548F}" presName="sp" presStyleCnt="0"/>
      <dgm:spPr/>
    </dgm:pt>
    <dgm:pt modelId="{5FCAE6DF-E40E-46F3-84CF-149E85A19097}" type="pres">
      <dgm:prSet presAssocID="{9EC5D7E7-13E1-4749-A134-4C83AB922A61}" presName="composite" presStyleCnt="0"/>
      <dgm:spPr/>
    </dgm:pt>
    <dgm:pt modelId="{EB2E52AE-8FCF-47D0-B499-CFCFAF1883A9}" type="pres">
      <dgm:prSet presAssocID="{9EC5D7E7-13E1-4749-A134-4C83AB922A61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C92F1771-01AA-4FF3-B7EC-0229DB7A592C}" type="pres">
      <dgm:prSet presAssocID="{9EC5D7E7-13E1-4749-A134-4C83AB922A61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51AC560A-15D5-4873-A728-46FA9B3877F9}" type="presOf" srcId="{780589F0-2154-4E4C-8595-8806E5EF917A}" destId="{056CCBB6-5CE0-4348-89C6-99FB2D3AB62B}" srcOrd="0" destOrd="0" presId="urn:microsoft.com/office/officeart/2005/8/layout/chevron2"/>
    <dgm:cxn modelId="{75D9DC0C-11C7-49DD-8A71-811F74721BA7}" type="presOf" srcId="{4C2AC2DB-DA7B-4EE8-A271-F42910EF38FA}" destId="{3451A250-69C4-4911-A975-CCB8D5F6053B}" srcOrd="0" destOrd="0" presId="urn:microsoft.com/office/officeart/2005/8/layout/chevron2"/>
    <dgm:cxn modelId="{0113120F-3FE7-4154-8079-D7AA5B4E9BD0}" type="presOf" srcId="{6F17941D-CCAD-4AF8-9198-4E8B5F9AEDC2}" destId="{56AFEC8A-7D45-4965-A718-64DE087BA59E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D49F1534-E21B-49CA-902B-89FB72311FD2}" type="presOf" srcId="{4C515B8D-87D1-4362-95C3-18B42B452625}" destId="{17253025-0BE3-46B4-B2C8-BFD879D75B26}" srcOrd="0" destOrd="0" presId="urn:microsoft.com/office/officeart/2005/8/layout/chevron2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780589F0-2154-4E4C-8595-8806E5EF917A}" destId="{E2BA0B41-F146-425E-9754-1E81B83EDF8B}" srcOrd="0" destOrd="0" parTransId="{09E005FD-F987-4EBD-9D26-CE4C06669AB5}" sibTransId="{017B98FE-F345-4459-B767-E6B696310854}"/>
    <dgm:cxn modelId="{2B7AD66F-7BCF-434E-A3B5-2F39AADE0BF7}" type="presOf" srcId="{E2BA0B41-F146-425E-9754-1E81B83EDF8B}" destId="{90709722-0E94-45E4-BEDD-48CB660682DD}" srcOrd="0" destOrd="0" presId="urn:microsoft.com/office/officeart/2005/8/layout/chevron2"/>
    <dgm:cxn modelId="{5C508956-AB66-4052-8A09-9D7A16ABB973}" type="presOf" srcId="{4A3955F4-B1A6-4812-98ED-2D6D02D94E35}" destId="{B2D4CD90-7709-4B59-AC85-D09667CFC12B}" srcOrd="0" destOrd="0" presId="urn:microsoft.com/office/officeart/2005/8/layout/chevron2"/>
    <dgm:cxn modelId="{4AB28759-DCAB-43B1-B5BE-36D4FCDBAA0B}" srcId="{AADFB80D-C2E8-416C-B522-D5F6D93F18D7}" destId="{4C515B8D-87D1-4362-95C3-18B42B452625}" srcOrd="3" destOrd="0" parTransId="{3413E62F-FACB-412C-9FEF-2E9D080F65F5}" sibTransId="{387E11D6-6F89-470A-86BE-C608C2106AF6}"/>
    <dgm:cxn modelId="{F320287E-B3C2-4880-9516-FFD6695AE0E7}" srcId="{9EC5D7E7-13E1-4749-A134-4C83AB922A61}" destId="{75E710BF-3292-4B3F-A454-B7E6BF72E2C7}" srcOrd="0" destOrd="0" parTransId="{E03E4501-7796-49DD-B7C4-88D3AB91E6DB}" sibTransId="{7BCEDD18-C1A5-4D74-BD02-31A9F5C8DF2C}"/>
    <dgm:cxn modelId="{D36EDC8C-BDD1-4F1F-9AB5-8EDEF33F628F}" type="presOf" srcId="{75E710BF-3292-4B3F-A454-B7E6BF72E2C7}" destId="{C92F1771-01AA-4FF3-B7EC-0229DB7A592C}" srcOrd="0" destOrd="0" presId="urn:microsoft.com/office/officeart/2005/8/layout/chevron2"/>
    <dgm:cxn modelId="{7E5A0596-4D16-4207-B5F3-C2FD778C5412}" srcId="{4C515B8D-87D1-4362-95C3-18B42B452625}" destId="{4A3955F4-B1A6-4812-98ED-2D6D02D94E35}" srcOrd="0" destOrd="0" parTransId="{1EF809BA-BB9B-41F6-9A35-2C78CE3A0913}" sibTransId="{10EB35A1-EA5F-40EF-95CA-BDAB4D957484}"/>
    <dgm:cxn modelId="{AAFC0F9A-ADA1-4827-BB1A-86C8E3CBC8EB}" srcId="{AADFB80D-C2E8-416C-B522-D5F6D93F18D7}" destId="{780589F0-2154-4E4C-8595-8806E5EF917A}" srcOrd="4" destOrd="0" parTransId="{F00962FA-5389-4E36-9ABB-07A219FF91D3}" sibTransId="{DED9E408-00AC-4B08-A19D-D94226C9548F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F4016BC7-2E72-4F45-A906-6E7F3BDA4E2F}" srcId="{AADFB80D-C2E8-416C-B522-D5F6D93F18D7}" destId="{4C2AC2DB-DA7B-4EE8-A271-F42910EF38FA}" srcOrd="2" destOrd="0" parTransId="{4DCD8EEA-C4AA-404D-A26F-F433BB0189EA}" sibTransId="{E3247148-B6B0-4C23-B610-041B2044E035}"/>
    <dgm:cxn modelId="{95BAE2D2-7669-469D-9AF0-D651B51FCE91}" type="presOf" srcId="{9EC5D7E7-13E1-4749-A134-4C83AB922A61}" destId="{EB2E52AE-8FCF-47D0-B499-CFCFAF1883A9}" srcOrd="0" destOrd="0" presId="urn:microsoft.com/office/officeart/2005/8/layout/chevron2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9A2AE9EC-1703-4071-9D5B-2F76EC9F4AA5}" srcId="{4C2AC2DB-DA7B-4EE8-A271-F42910EF38FA}" destId="{6F17941D-CCAD-4AF8-9198-4E8B5F9AEDC2}" srcOrd="0" destOrd="0" parTransId="{6A62EC5C-257B-4078-AC75-009164CBD245}" sibTransId="{6908D1C2-C5D8-437D-AE20-3870EC3D4B13}"/>
    <dgm:cxn modelId="{4944EAFC-B2B0-4E7D-94E9-B17B5C2D380E}" srcId="{AADFB80D-C2E8-416C-B522-D5F6D93F18D7}" destId="{9EC5D7E7-13E1-4749-A134-4C83AB922A61}" srcOrd="5" destOrd="0" parTransId="{5C3B17FD-DFBE-4B56-9F97-5E041A0D5E90}" sibTransId="{B7023446-8BB7-45ED-9CB6-4F5FC1A1AF95}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EAF4121D-00B1-46BD-B1F6-93EB6FBED3D3}" type="presParOf" srcId="{7EBBDEE6-A55E-47FA-9020-5BC46200AFFC}" destId="{D4F01D1E-88B7-466D-B76A-F726FF7DE3F8}" srcOrd="4" destOrd="0" presId="urn:microsoft.com/office/officeart/2005/8/layout/chevron2"/>
    <dgm:cxn modelId="{460F7729-81B3-46BB-891B-6E4175CCD089}" type="presParOf" srcId="{D4F01D1E-88B7-466D-B76A-F726FF7DE3F8}" destId="{3451A250-69C4-4911-A975-CCB8D5F6053B}" srcOrd="0" destOrd="0" presId="urn:microsoft.com/office/officeart/2005/8/layout/chevron2"/>
    <dgm:cxn modelId="{A48AB365-FFFF-4401-96B5-C1A6F80EE146}" type="presParOf" srcId="{D4F01D1E-88B7-466D-B76A-F726FF7DE3F8}" destId="{56AFEC8A-7D45-4965-A718-64DE087BA59E}" srcOrd="1" destOrd="0" presId="urn:microsoft.com/office/officeart/2005/8/layout/chevron2"/>
    <dgm:cxn modelId="{A114524B-CDF1-4D77-9C13-30CC18B34AFA}" type="presParOf" srcId="{7EBBDEE6-A55E-47FA-9020-5BC46200AFFC}" destId="{E061B53C-41F2-4FB1-8AB8-871078ECF09F}" srcOrd="5" destOrd="0" presId="urn:microsoft.com/office/officeart/2005/8/layout/chevron2"/>
    <dgm:cxn modelId="{4B8D09CE-12DA-4A98-A079-57B4B36ABD66}" type="presParOf" srcId="{7EBBDEE6-A55E-47FA-9020-5BC46200AFFC}" destId="{3E2A20E0-2799-4B60-847C-0291A143F060}" srcOrd="6" destOrd="0" presId="urn:microsoft.com/office/officeart/2005/8/layout/chevron2"/>
    <dgm:cxn modelId="{DD09799F-3B55-4A21-B1D8-51D0255A8FC0}" type="presParOf" srcId="{3E2A20E0-2799-4B60-847C-0291A143F060}" destId="{17253025-0BE3-46B4-B2C8-BFD879D75B26}" srcOrd="0" destOrd="0" presId="urn:microsoft.com/office/officeart/2005/8/layout/chevron2"/>
    <dgm:cxn modelId="{B28B55D1-C1C4-4929-B387-2753095F16BC}" type="presParOf" srcId="{3E2A20E0-2799-4B60-847C-0291A143F060}" destId="{B2D4CD90-7709-4B59-AC85-D09667CFC12B}" srcOrd="1" destOrd="0" presId="urn:microsoft.com/office/officeart/2005/8/layout/chevron2"/>
    <dgm:cxn modelId="{14614803-1AE9-4484-B475-713BAB65206C}" type="presParOf" srcId="{7EBBDEE6-A55E-47FA-9020-5BC46200AFFC}" destId="{FCA35A52-5E56-41CA-AAAA-74E510180904}" srcOrd="7" destOrd="0" presId="urn:microsoft.com/office/officeart/2005/8/layout/chevron2"/>
    <dgm:cxn modelId="{5FCECAA4-B55F-4524-B52B-5579AFC35055}" type="presParOf" srcId="{7EBBDEE6-A55E-47FA-9020-5BC46200AFFC}" destId="{BC0413A5-5CFC-41A1-A4D1-32D9D3A580EB}" srcOrd="8" destOrd="0" presId="urn:microsoft.com/office/officeart/2005/8/layout/chevron2"/>
    <dgm:cxn modelId="{A5C36485-CCE1-4523-911E-6345AFDCF231}" type="presParOf" srcId="{BC0413A5-5CFC-41A1-A4D1-32D9D3A580EB}" destId="{056CCBB6-5CE0-4348-89C6-99FB2D3AB62B}" srcOrd="0" destOrd="0" presId="urn:microsoft.com/office/officeart/2005/8/layout/chevron2"/>
    <dgm:cxn modelId="{49CDF3A4-EBDD-472A-8CEE-35499F216772}" type="presParOf" srcId="{BC0413A5-5CFC-41A1-A4D1-32D9D3A580EB}" destId="{90709722-0E94-45E4-BEDD-48CB660682DD}" srcOrd="1" destOrd="0" presId="urn:microsoft.com/office/officeart/2005/8/layout/chevron2"/>
    <dgm:cxn modelId="{5DA3A105-B2B5-4570-ACCF-A2B4BFFDA4E8}" type="presParOf" srcId="{7EBBDEE6-A55E-47FA-9020-5BC46200AFFC}" destId="{13B0A0BF-E273-47AE-B262-3C6C9C4E8968}" srcOrd="9" destOrd="0" presId="urn:microsoft.com/office/officeart/2005/8/layout/chevron2"/>
    <dgm:cxn modelId="{9C5603DB-FB5F-489A-A5FC-119F4545BE24}" type="presParOf" srcId="{7EBBDEE6-A55E-47FA-9020-5BC46200AFFC}" destId="{5FCAE6DF-E40E-46F3-84CF-149E85A19097}" srcOrd="10" destOrd="0" presId="urn:microsoft.com/office/officeart/2005/8/layout/chevron2"/>
    <dgm:cxn modelId="{F75C00D0-5E0F-413E-AC94-1D55800F95C3}" type="presParOf" srcId="{5FCAE6DF-E40E-46F3-84CF-149E85A19097}" destId="{EB2E52AE-8FCF-47D0-B499-CFCFAF1883A9}" srcOrd="0" destOrd="0" presId="urn:microsoft.com/office/officeart/2005/8/layout/chevron2"/>
    <dgm:cxn modelId="{3052A6C1-D8FE-443D-9D61-8901A566CBC1}" type="presParOf" srcId="{5FCAE6DF-E40E-46F3-84CF-149E85A19097}" destId="{C92F1771-01AA-4FF3-B7EC-0229DB7A592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44690" y="146350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SDD</a:t>
          </a:r>
        </a:p>
      </dsp:txBody>
      <dsp:txXfrm rot="-5400000">
        <a:off x="1" y="339270"/>
        <a:ext cx="675222" cy="289381"/>
      </dsp:txXfrm>
    </dsp:sp>
    <dsp:sp modelId="{19C32B8D-512E-49A1-A0E6-109384C61E4D}">
      <dsp:nvSpPr>
        <dsp:cNvPr id="0" name=""/>
        <dsp:cNvSpPr/>
      </dsp:nvSpPr>
      <dsp:spPr>
        <a:xfrm rot="5400000">
          <a:off x="4077955" y="-3401073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Software Design and Development (54%)</a:t>
          </a:r>
        </a:p>
      </dsp:txBody>
      <dsp:txXfrm rot="-5400000">
        <a:off x="675223" y="32266"/>
        <a:ext cx="7401850" cy="565778"/>
      </dsp:txXfrm>
    </dsp:sp>
    <dsp:sp modelId="{AAD30B60-88C6-4919-B6DD-9F480459E84E}">
      <dsp:nvSpPr>
        <dsp:cNvPr id="0" name=""/>
        <dsp:cNvSpPr/>
      </dsp:nvSpPr>
      <dsp:spPr>
        <a:xfrm rot="5400000">
          <a:off x="-144690" y="992203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DDD</a:t>
          </a:r>
        </a:p>
      </dsp:txBody>
      <dsp:txXfrm rot="-5400000">
        <a:off x="1" y="1185123"/>
        <a:ext cx="675222" cy="289381"/>
      </dsp:txXfrm>
    </dsp:sp>
    <dsp:sp modelId="{0DFDFC6D-8604-4378-B6A3-6A6720006C95}">
      <dsp:nvSpPr>
        <dsp:cNvPr id="0" name=""/>
        <dsp:cNvSpPr/>
      </dsp:nvSpPr>
      <dsp:spPr>
        <a:xfrm rot="5400000">
          <a:off x="4077955" y="-2555219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Database Design and Development (33%)</a:t>
          </a:r>
        </a:p>
      </dsp:txBody>
      <dsp:txXfrm rot="-5400000">
        <a:off x="675223" y="878120"/>
        <a:ext cx="7401850" cy="565778"/>
      </dsp:txXfrm>
    </dsp:sp>
    <dsp:sp modelId="{17253025-0BE3-46B4-B2C8-BFD879D75B26}">
      <dsp:nvSpPr>
        <dsp:cNvPr id="0" name=""/>
        <dsp:cNvSpPr/>
      </dsp:nvSpPr>
      <dsp:spPr>
        <a:xfrm rot="5400000">
          <a:off x="-144690" y="1838057"/>
          <a:ext cx="964603" cy="67522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1" y="2030977"/>
        <a:ext cx="675222" cy="289381"/>
      </dsp:txXfrm>
    </dsp:sp>
    <dsp:sp modelId="{B2D4CD90-7709-4B59-AC85-D09667CFC12B}">
      <dsp:nvSpPr>
        <dsp:cNvPr id="0" name=""/>
        <dsp:cNvSpPr/>
      </dsp:nvSpPr>
      <dsp:spPr>
        <a:xfrm rot="5400000">
          <a:off x="4077955" y="-1709365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/>
            <a:t>Assignment</a:t>
          </a:r>
        </a:p>
      </dsp:txBody>
      <dsp:txXfrm rot="-5400000">
        <a:off x="675223" y="1723974"/>
        <a:ext cx="7401850" cy="565778"/>
      </dsp:txXfrm>
    </dsp:sp>
    <dsp:sp modelId="{056CCBB6-5CE0-4348-89C6-99FB2D3AB62B}">
      <dsp:nvSpPr>
        <dsp:cNvPr id="0" name=""/>
        <dsp:cNvSpPr/>
      </dsp:nvSpPr>
      <dsp:spPr>
        <a:xfrm rot="5400000">
          <a:off x="-144690" y="2683911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C/Sys</a:t>
          </a:r>
        </a:p>
      </dsp:txBody>
      <dsp:txXfrm rot="-5400000">
        <a:off x="1" y="2876831"/>
        <a:ext cx="675222" cy="289381"/>
      </dsp:txXfrm>
    </dsp:sp>
    <dsp:sp modelId="{90709722-0E94-45E4-BEDD-48CB660682DD}">
      <dsp:nvSpPr>
        <dsp:cNvPr id="0" name=""/>
        <dsp:cNvSpPr/>
      </dsp:nvSpPr>
      <dsp:spPr>
        <a:xfrm rot="5400000">
          <a:off x="4077955" y="-863511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Computer Systems (13%)</a:t>
          </a:r>
        </a:p>
      </dsp:txBody>
      <dsp:txXfrm rot="-5400000">
        <a:off x="675223" y="2569828"/>
        <a:ext cx="7401850" cy="565778"/>
      </dsp:txXfrm>
    </dsp:sp>
    <dsp:sp modelId="{EB2E52AE-8FCF-47D0-B499-CFCFAF1883A9}">
      <dsp:nvSpPr>
        <dsp:cNvPr id="0" name=""/>
        <dsp:cNvSpPr/>
      </dsp:nvSpPr>
      <dsp:spPr>
        <a:xfrm rot="5400000">
          <a:off x="-144690" y="3529765"/>
          <a:ext cx="964603" cy="67522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1" y="3722685"/>
        <a:ext cx="675222" cy="289381"/>
      </dsp:txXfrm>
    </dsp:sp>
    <dsp:sp modelId="{C92F1771-01AA-4FF3-B7EC-0229DB7A592C}">
      <dsp:nvSpPr>
        <dsp:cNvPr id="0" name=""/>
        <dsp:cNvSpPr/>
      </dsp:nvSpPr>
      <dsp:spPr>
        <a:xfrm rot="5400000">
          <a:off x="4077955" y="-17657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/>
            <a:t>Exam</a:t>
          </a:r>
        </a:p>
      </dsp:txBody>
      <dsp:txXfrm rot="-5400000">
        <a:off x="675223" y="3415682"/>
        <a:ext cx="7401850" cy="5657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21106" y="123128"/>
          <a:ext cx="807377" cy="5651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SDD</a:t>
          </a:r>
        </a:p>
      </dsp:txBody>
      <dsp:txXfrm rot="-5400000">
        <a:off x="1" y="284603"/>
        <a:ext cx="565164" cy="242213"/>
      </dsp:txXfrm>
    </dsp:sp>
    <dsp:sp modelId="{19C32B8D-512E-49A1-A0E6-109384C61E4D}">
      <dsp:nvSpPr>
        <dsp:cNvPr id="0" name=""/>
        <dsp:cNvSpPr/>
      </dsp:nvSpPr>
      <dsp:spPr>
        <a:xfrm rot="5400000">
          <a:off x="4074024" y="-3506838"/>
          <a:ext cx="524795" cy="75425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Software Design and Development (40%)</a:t>
          </a:r>
        </a:p>
      </dsp:txBody>
      <dsp:txXfrm rot="-5400000">
        <a:off x="565164" y="27640"/>
        <a:ext cx="7516897" cy="473559"/>
      </dsp:txXfrm>
    </dsp:sp>
    <dsp:sp modelId="{AAD30B60-88C6-4919-B6DD-9F480459E84E}">
      <dsp:nvSpPr>
        <dsp:cNvPr id="0" name=""/>
        <dsp:cNvSpPr/>
      </dsp:nvSpPr>
      <dsp:spPr>
        <a:xfrm rot="5400000">
          <a:off x="-121106" y="831111"/>
          <a:ext cx="807377" cy="5651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DDD</a:t>
          </a:r>
        </a:p>
      </dsp:txBody>
      <dsp:txXfrm rot="-5400000">
        <a:off x="1" y="992586"/>
        <a:ext cx="565164" cy="242213"/>
      </dsp:txXfrm>
    </dsp:sp>
    <dsp:sp modelId="{0DFDFC6D-8604-4378-B6A3-6A6720006C95}">
      <dsp:nvSpPr>
        <dsp:cNvPr id="0" name=""/>
        <dsp:cNvSpPr/>
      </dsp:nvSpPr>
      <dsp:spPr>
        <a:xfrm rot="5400000">
          <a:off x="4074024" y="-2798855"/>
          <a:ext cx="524795" cy="75425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Database Design and Development (25%)</a:t>
          </a:r>
        </a:p>
      </dsp:txBody>
      <dsp:txXfrm rot="-5400000">
        <a:off x="565164" y="735623"/>
        <a:ext cx="7516897" cy="473559"/>
      </dsp:txXfrm>
    </dsp:sp>
    <dsp:sp modelId="{3451A250-69C4-4911-A975-CCB8D5F6053B}">
      <dsp:nvSpPr>
        <dsp:cNvPr id="0" name=""/>
        <dsp:cNvSpPr/>
      </dsp:nvSpPr>
      <dsp:spPr>
        <a:xfrm rot="5400000">
          <a:off x="-121106" y="1539095"/>
          <a:ext cx="807377" cy="5651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WDD</a:t>
          </a:r>
        </a:p>
      </dsp:txBody>
      <dsp:txXfrm rot="-5400000">
        <a:off x="1" y="1700570"/>
        <a:ext cx="565164" cy="242213"/>
      </dsp:txXfrm>
    </dsp:sp>
    <dsp:sp modelId="{56AFEC8A-7D45-4965-A718-64DE087BA59E}">
      <dsp:nvSpPr>
        <dsp:cNvPr id="0" name=""/>
        <dsp:cNvSpPr/>
      </dsp:nvSpPr>
      <dsp:spPr>
        <a:xfrm rot="5400000">
          <a:off x="4074024" y="-2090871"/>
          <a:ext cx="524795" cy="75425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Web Design and Development (25%)</a:t>
          </a:r>
        </a:p>
      </dsp:txBody>
      <dsp:txXfrm rot="-5400000">
        <a:off x="565164" y="1443607"/>
        <a:ext cx="7516897" cy="473559"/>
      </dsp:txXfrm>
    </dsp:sp>
    <dsp:sp modelId="{17253025-0BE3-46B4-B2C8-BFD879D75B26}">
      <dsp:nvSpPr>
        <dsp:cNvPr id="0" name=""/>
        <dsp:cNvSpPr/>
      </dsp:nvSpPr>
      <dsp:spPr>
        <a:xfrm rot="5400000">
          <a:off x="-121106" y="2247078"/>
          <a:ext cx="807377" cy="565164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 rot="-5400000">
        <a:off x="1" y="2408553"/>
        <a:ext cx="565164" cy="242213"/>
      </dsp:txXfrm>
    </dsp:sp>
    <dsp:sp modelId="{B2D4CD90-7709-4B59-AC85-D09667CFC12B}">
      <dsp:nvSpPr>
        <dsp:cNvPr id="0" name=""/>
        <dsp:cNvSpPr/>
      </dsp:nvSpPr>
      <dsp:spPr>
        <a:xfrm rot="5400000">
          <a:off x="4074024" y="-1382888"/>
          <a:ext cx="524795" cy="75425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1" kern="1200" dirty="0"/>
            <a:t>Assignment</a:t>
          </a:r>
        </a:p>
      </dsp:txBody>
      <dsp:txXfrm rot="-5400000">
        <a:off x="565164" y="2151590"/>
        <a:ext cx="7516897" cy="473559"/>
      </dsp:txXfrm>
    </dsp:sp>
    <dsp:sp modelId="{056CCBB6-5CE0-4348-89C6-99FB2D3AB62B}">
      <dsp:nvSpPr>
        <dsp:cNvPr id="0" name=""/>
        <dsp:cNvSpPr/>
      </dsp:nvSpPr>
      <dsp:spPr>
        <a:xfrm rot="5400000">
          <a:off x="-121106" y="2955062"/>
          <a:ext cx="807377" cy="5651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C/Sys</a:t>
          </a:r>
        </a:p>
      </dsp:txBody>
      <dsp:txXfrm rot="-5400000">
        <a:off x="1" y="3116537"/>
        <a:ext cx="565164" cy="242213"/>
      </dsp:txXfrm>
    </dsp:sp>
    <dsp:sp modelId="{90709722-0E94-45E4-BEDD-48CB660682DD}">
      <dsp:nvSpPr>
        <dsp:cNvPr id="0" name=""/>
        <dsp:cNvSpPr/>
      </dsp:nvSpPr>
      <dsp:spPr>
        <a:xfrm rot="5400000">
          <a:off x="4074024" y="-674904"/>
          <a:ext cx="524795" cy="75425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Computer Systems (10%)</a:t>
          </a:r>
        </a:p>
      </dsp:txBody>
      <dsp:txXfrm rot="-5400000">
        <a:off x="565164" y="2859574"/>
        <a:ext cx="7516897" cy="473559"/>
      </dsp:txXfrm>
    </dsp:sp>
    <dsp:sp modelId="{EB2E52AE-8FCF-47D0-B499-CFCFAF1883A9}">
      <dsp:nvSpPr>
        <dsp:cNvPr id="0" name=""/>
        <dsp:cNvSpPr/>
      </dsp:nvSpPr>
      <dsp:spPr>
        <a:xfrm rot="5400000">
          <a:off x="-121106" y="3663045"/>
          <a:ext cx="807377" cy="565164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 rot="-5400000">
        <a:off x="1" y="3824520"/>
        <a:ext cx="565164" cy="242213"/>
      </dsp:txXfrm>
    </dsp:sp>
    <dsp:sp modelId="{C92F1771-01AA-4FF3-B7EC-0229DB7A592C}">
      <dsp:nvSpPr>
        <dsp:cNvPr id="0" name=""/>
        <dsp:cNvSpPr/>
      </dsp:nvSpPr>
      <dsp:spPr>
        <a:xfrm rot="5400000">
          <a:off x="4074024" y="33078"/>
          <a:ext cx="524795" cy="75425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1" kern="1200" dirty="0"/>
            <a:t>Exam</a:t>
          </a:r>
        </a:p>
      </dsp:txBody>
      <dsp:txXfrm rot="-5400000">
        <a:off x="565164" y="3567556"/>
        <a:ext cx="7516897" cy="473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E35528A-819C-4AD3-BDC3-2CDCE7BEAF53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B71FE5B5-A979-4370-A255-218EAB36A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0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Attribute names: camelCase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937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55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183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DDD: 0-5, 0-5</a:t>
            </a:r>
            <a:r>
              <a:rPr lang="en-GB"/>
              <a:t>, 7-9, </a:t>
            </a:r>
            <a:r>
              <a:rPr lang="en-GB" dirty="0"/>
              <a:t>0-5, 0-5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62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Used</a:t>
            </a:r>
            <a:r>
              <a:rPr lang="en-GB" sz="1200" baseline="0" dirty="0"/>
              <a:t> on websites – Amazon</a:t>
            </a:r>
          </a:p>
          <a:p>
            <a:r>
              <a:rPr lang="en-GB" sz="1200" baseline="0" dirty="0"/>
              <a:t>Used by government – HMRC, DVLA</a:t>
            </a:r>
          </a:p>
          <a:p>
            <a:r>
              <a:rPr lang="en-GB" sz="1200" baseline="0" dirty="0"/>
              <a:t>Used by school – SEEMIS</a:t>
            </a:r>
            <a:endParaRPr lang="en-GB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897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SEQUEL: Structured English </a:t>
            </a:r>
            <a:r>
              <a:rPr lang="en-GB" dirty="0" err="1"/>
              <a:t>QUEry</a:t>
            </a:r>
            <a:r>
              <a:rPr lang="en-GB" dirty="0"/>
              <a:t>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797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https://mrfriendcs.github.io/h-cs/ddd/AH-DDD-Practise/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270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8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641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287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27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862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620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9FE3-9899-8527-38FA-E26A25CB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163AD-D58B-149C-5B0B-DBAE1B46F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A7CB3-E951-F2B5-32C8-404A340E1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D4E1D-B016-3FC4-B5DF-AA8365766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017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3FEC8-DC26-7E2F-B091-875474DA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C41E6-16BF-C733-5D39-2B81C94AA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1849D-1EDA-483E-92A1-BE80067C7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5BCFE-6B49-D8EF-B7AA-3E90F15EA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087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647C-E422-58DF-D3DE-CA1DAB95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04E52-24AC-543C-0DD9-40A330C25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1E0D7-03FA-7A5F-C4CD-96FA02424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ED991-A1B2-30F3-A2C3-7183EECE0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7437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AE34-514C-5BD1-7130-08E813825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C34D2-5BC8-A477-BE27-BB0BDF239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6277B-644B-BCDC-8DFC-9FAB351BC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3B0DC-91A8-8A70-A641-AE27D01D9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796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happens in the computer's memory, only the output is displayed.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8428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034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SQA</a:t>
            </a:r>
            <a:r>
              <a:rPr lang="en-GB" dirty="0"/>
              <a:t>: used </a:t>
            </a:r>
            <a:r>
              <a:rPr lang="en-GB"/>
              <a:t>to improve </a:t>
            </a:r>
            <a:r>
              <a:rPr lang="en-GB" dirty="0"/>
              <a:t>readability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120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9756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unique – if it needs to be, group by PK as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45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BDD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0564-5510-4968-B83C-E0988A9D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D860D-1211-4E26-A35E-A80BC376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5969-3F05-4100-9F8A-DB9A82EB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9FB1B-2516-429F-B867-4823287B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1741A-33DE-4C5E-8C9F-B4AD75D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201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5E7B-67B3-496A-822C-C32976D9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EDAD-10D4-47B6-8F35-0155F7D63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0D4F-7E43-4DFE-B626-E846C85B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DBDD-527D-4909-8BEF-723EEB35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5016-CD99-4792-B5CE-4FC2732A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972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A82-2BA5-4E38-B83A-773E8009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DA602-023E-4AF2-8A02-5ED3BE4E1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7AF83-9AAB-4395-A1CD-8B1810E8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4F5F-ED11-4FF4-8082-EF13CCF8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B83B-7338-4290-BCDC-071F1F55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56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38D4-5905-4C6E-BCBB-B9407311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C15E6-8B9A-4199-90FC-6E9303270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19C19-84FB-4E02-8D3E-A145EF70F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729DE-CB61-4172-B1A0-5F570A69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18137-140C-4C10-9A2D-A8BEA88D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88274-F0A0-4D87-9901-05DB5CB1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0B87-D3F8-4BAA-8DE3-3836317B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ADC46-22A7-453D-BB94-D1CA48C5A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35B5B-116B-4974-BF81-F7294090D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89685-D393-44B4-B943-5A951A472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29B97-30F9-4234-A140-11E2C1505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D1C8F-089B-4A81-946C-8404750F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E9EF7-FF78-45D1-965B-99664AD0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1DFC4-4931-4DBE-A0A7-A1E0A15D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6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7CCB-CA9F-4F77-978B-946CBCC2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2E69A-AA02-4CC0-9FE5-3C50B8F4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0F08-87A5-4B96-B446-1337E28A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3645-39BF-4DC7-A6DC-E10EB4E4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46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6AF93-0450-4C93-8AED-561C8D0B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36096-32F7-4552-856B-0F42E86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2CEA9-085F-4023-8477-F0F082AE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01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9064-4077-4B58-8BD0-E8642C90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7D8E-F32F-4041-9FDE-C12CBB527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CF05-D7DF-470D-8951-656268BBB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F19F6-CB71-4073-820E-814F7316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668D-5D63-440F-B937-227682F0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DC044-699A-457B-A741-69E8543C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3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CDCB-7EE6-4D7B-9EC9-99982982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A68D7-4A60-4176-AEF9-C7224992D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ADDFE-E588-428C-9ACE-BF6D4DC2B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AD98-EFA3-40FD-B220-0CEFA3B0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492CB-8784-44CD-8BE4-F038F0DA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B88F3-B6B9-4DE8-80B4-B31DCC6F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70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7571-E3AA-47DA-8A99-A8577E9E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6407A-F3C5-4467-999F-12834F3D5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1D0D-C52B-4D14-AEAB-FF648467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58F66-3EB8-48B5-B410-20C1141D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5733-F1B0-47F6-B3EA-C32A5911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81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78E59-2798-47E7-97DF-12EB43D4D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3F44B-7DC4-4852-9AAB-98C84D691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EF75-C039-4933-808F-7735F402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11B2-1EEF-4630-AB8B-1FC4D8E1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3AA0-545D-40FB-A090-776833BF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9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34EA5-96D5-44F8-8B2E-EB636C3A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96C3A-1C2D-4B6E-9BA6-958361A91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E72CA-E085-451A-A6D7-D31116C42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B66F6-7471-47DA-8EED-C7BCCA53B015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CA142-8F89-49C4-92C2-0106F5541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D0BA0-3B07-4BE4-ACEC-E0EC8756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41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Advanced Higher</a:t>
            </a:r>
            <a:br>
              <a:rPr lang="en-GB" dirty="0"/>
            </a:br>
            <a:r>
              <a:rPr lang="en-GB" dirty="0"/>
              <a:t>Computing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737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Plan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042160" y="1825625"/>
          <a:ext cx="81076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" name="Straight Arrow Connector 3"/>
          <p:cNvCxnSpPr/>
          <p:nvPr/>
        </p:nvCxnSpPr>
        <p:spPr>
          <a:xfrm>
            <a:off x="762000" y="2978224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10393680" y="2978224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62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303413"/>
              </p:ext>
            </p:extLst>
          </p:nvPr>
        </p:nvGraphicFramePr>
        <p:xfrm>
          <a:off x="2042160" y="1825625"/>
          <a:ext cx="81076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" name="Straight Arrow Connector 3"/>
          <p:cNvCxnSpPr/>
          <p:nvPr/>
        </p:nvCxnSpPr>
        <p:spPr>
          <a:xfrm>
            <a:off x="762000" y="2811780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10393680" y="2811780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25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51A250-69C4-4911-A975-CCB8D5F605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3451A250-69C4-4911-A975-CCB8D5F605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AFEC8A-7D45-4965-A718-64DE087BA5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56AFEC8A-7D45-4965-A718-64DE087BA5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0886-4568-405D-A477-82C7E4CA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ECB73-0608-4B44-882B-9BBB8EADD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Assignment – 33%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37FB6-A567-497F-93B1-2DEE87ED18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indent="0">
              <a:tabLst>
                <a:tab pos="3771900" algn="ctr"/>
              </a:tabLst>
            </a:pPr>
            <a:r>
              <a:rPr lang="en-GB" dirty="0"/>
              <a:t>Software	67%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Databases	33%</a:t>
            </a:r>
          </a:p>
          <a:p>
            <a:pPr indent="0">
              <a:tabLst>
                <a:tab pos="3771900" algn="ctr"/>
              </a:tabLst>
            </a:pPr>
            <a:endParaRPr lang="en-GB" dirty="0"/>
          </a:p>
          <a:p>
            <a:pPr indent="0">
              <a:buNone/>
              <a:tabLst>
                <a:tab pos="3771900" algn="ctr"/>
              </a:tabLst>
            </a:pPr>
            <a:endParaRPr lang="en-GB" dirty="0"/>
          </a:p>
          <a:p>
            <a:pPr indent="0">
              <a:tabLst>
                <a:tab pos="3771900" algn="ctr"/>
              </a:tabLst>
            </a:pPr>
            <a:r>
              <a:rPr lang="en-GB" b="1" dirty="0"/>
              <a:t>Marks	40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492CD-F51E-4517-A552-72BB03A9D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Question Paper – 67%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A51F6-ECFD-4D1F-BF54-C5C44552D6D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indent="0">
              <a:tabLst>
                <a:tab pos="3771900" algn="ctr"/>
              </a:tabLst>
            </a:pPr>
            <a:r>
              <a:rPr lang="en-GB" dirty="0"/>
              <a:t>Software 	54%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Databases 	33%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Computer Systems	13%</a:t>
            </a:r>
          </a:p>
          <a:p>
            <a:pPr marL="0" indent="0">
              <a:buNone/>
              <a:tabLst>
                <a:tab pos="3771900" algn="ctr"/>
              </a:tabLst>
            </a:pPr>
            <a:endParaRPr lang="en-GB" dirty="0"/>
          </a:p>
          <a:p>
            <a:pPr indent="0">
              <a:tabLst>
                <a:tab pos="3771900" algn="ctr"/>
              </a:tabLst>
            </a:pPr>
            <a:r>
              <a:rPr lang="en-GB" b="1" dirty="0"/>
              <a:t>Marks	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3485" y="5897275"/>
            <a:ext cx="3888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Final grade out of 120</a:t>
            </a:r>
          </a:p>
        </p:txBody>
      </p:sp>
    </p:spTree>
    <p:extLst>
      <p:ext uri="{BB962C8B-B14F-4D97-AF65-F5344CB8AC3E}">
        <p14:creationId xmlns:p14="http://schemas.microsoft.com/office/powerpoint/2010/main" val="325290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47A0-88C7-29D0-1307-5BCED145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40F9-12DF-5CC1-6444-96F6A8C9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83AB-2C48-8ADE-7508-2790A834F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Assignment – 40 Marks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21F32-B7C8-2B86-861F-529D12CF9E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indent="0">
              <a:tabLst>
                <a:tab pos="3771900" algn="ctr"/>
              </a:tabLst>
            </a:pPr>
            <a:r>
              <a:rPr lang="en-GB" dirty="0"/>
              <a:t>Analysis	3 – 6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Design	2 – 7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Implementation	22 – 24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Testing	3 – 6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Evaluation	3 – 6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Computer Systems	0</a:t>
            </a:r>
            <a:endParaRPr lang="en-GB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D7EDA-AF5A-4C0C-1B99-BFA4129AB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Question Paper – 80 Marks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44D69-802E-5AE9-8D1D-6F50E7C5F50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indent="0">
              <a:tabLst>
                <a:tab pos="3771900" algn="ctr"/>
              </a:tabLst>
            </a:pPr>
            <a:r>
              <a:rPr lang="en-GB" dirty="0"/>
              <a:t>Analysis	0 – 5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Design	20 – 40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Implementation	16 – 34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Testing	5 – 10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Evaluation	3 – 6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Computer Systems	0 – 5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6D600-6369-CA43-BB03-20F2D3E7B2F0}"/>
              </a:ext>
            </a:extLst>
          </p:cNvPr>
          <p:cNvSpPr txBox="1"/>
          <p:nvPr/>
        </p:nvSpPr>
        <p:spPr>
          <a:xfrm>
            <a:off x="3682010" y="6200487"/>
            <a:ext cx="3888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Final grade out of 120</a:t>
            </a:r>
          </a:p>
        </p:txBody>
      </p:sp>
    </p:spTree>
    <p:extLst>
      <p:ext uri="{BB962C8B-B14F-4D97-AF65-F5344CB8AC3E}">
        <p14:creationId xmlns:p14="http://schemas.microsoft.com/office/powerpoint/2010/main" val="367820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database is used to store information</a:t>
            </a:r>
          </a:p>
          <a:p>
            <a:r>
              <a:rPr lang="en-GB" dirty="0"/>
              <a:t>Computerised</a:t>
            </a:r>
          </a:p>
          <a:p>
            <a:r>
              <a:rPr lang="en-GB" dirty="0"/>
              <a:t>Able to search for information</a:t>
            </a:r>
          </a:p>
        </p:txBody>
      </p:sp>
    </p:spTree>
    <p:extLst>
      <p:ext uri="{BB962C8B-B14F-4D97-AF65-F5344CB8AC3E}">
        <p14:creationId xmlns:p14="http://schemas.microsoft.com/office/powerpoint/2010/main" val="184224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A573-B600-4ED7-90E6-0A084DDB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6BFFB-0638-4D0F-887F-1B4CD48CA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9600" b="1" dirty="0">
                <a:solidFill>
                  <a:srgbClr val="7030A0"/>
                </a:solidFill>
              </a:rPr>
              <a:t>S</a:t>
            </a:r>
            <a:r>
              <a:rPr lang="en-GB" sz="9600" dirty="0"/>
              <a:t>tructured</a:t>
            </a:r>
          </a:p>
          <a:p>
            <a:r>
              <a:rPr lang="en-GB" sz="9600" b="1" dirty="0">
                <a:solidFill>
                  <a:srgbClr val="7030A0"/>
                </a:solidFill>
              </a:rPr>
              <a:t>Q</a:t>
            </a:r>
            <a:r>
              <a:rPr lang="en-GB" sz="9600" dirty="0"/>
              <a:t>uery</a:t>
            </a:r>
          </a:p>
          <a:p>
            <a:r>
              <a:rPr lang="en-GB" sz="9600" b="1" dirty="0">
                <a:solidFill>
                  <a:srgbClr val="7030A0"/>
                </a:solidFill>
              </a:rPr>
              <a:t>L</a:t>
            </a:r>
            <a:r>
              <a:rPr lang="en-GB" sz="9600" dirty="0"/>
              <a:t>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51838" y="2828835"/>
            <a:ext cx="2701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The language of databases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D77D7-D52A-864E-2F76-F013C7C8D4FE}"/>
              </a:ext>
            </a:extLst>
          </p:cNvPr>
          <p:cNvSpPr txBox="1"/>
          <p:nvPr/>
        </p:nvSpPr>
        <p:spPr>
          <a:xfrm>
            <a:off x="8972966" y="4581192"/>
            <a:ext cx="2059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"SEQUEL"</a:t>
            </a:r>
          </a:p>
        </p:txBody>
      </p:sp>
    </p:spTree>
    <p:extLst>
      <p:ext uri="{BB962C8B-B14F-4D97-AF65-F5344CB8AC3E}">
        <p14:creationId xmlns:p14="http://schemas.microsoft.com/office/powerpoint/2010/main" val="382639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Describe, exemplify, and implement the following SQL logical operators:</a:t>
            </a:r>
          </a:p>
          <a:p>
            <a:pPr lvl="1"/>
            <a:r>
              <a:rPr lang="en-GB" sz="2800" dirty="0"/>
              <a:t>IN</a:t>
            </a:r>
          </a:p>
          <a:p>
            <a:pPr lvl="1"/>
            <a:r>
              <a:rPr lang="en-GB" sz="2800" dirty="0"/>
              <a:t>NOT</a:t>
            </a:r>
          </a:p>
          <a:p>
            <a:pPr lvl="1"/>
            <a:r>
              <a:rPr lang="en-GB" sz="2800" dirty="0"/>
              <a:t>BETWEEN</a:t>
            </a:r>
          </a:p>
          <a:p>
            <a:pPr lvl="1"/>
            <a:r>
              <a:rPr lang="en-GB" sz="2800" dirty="0"/>
              <a:t>ANY</a:t>
            </a:r>
          </a:p>
          <a:p>
            <a:pPr lvl="1"/>
            <a:r>
              <a:rPr lang="en-GB" sz="2800" i="1" dirty="0"/>
              <a:t>EXISTS</a:t>
            </a:r>
          </a:p>
        </p:txBody>
      </p:sp>
    </p:spTree>
    <p:extLst>
      <p:ext uri="{BB962C8B-B14F-4D97-AF65-F5344CB8AC3E}">
        <p14:creationId xmlns:p14="http://schemas.microsoft.com/office/powerpoint/2010/main" val="100540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"Brown"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"Smith"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45E98325-9D6C-47AA-A18C-422D12867A0D}"/>
              </a:ext>
            </a:extLst>
          </p:cNvPr>
          <p:cNvSpPr/>
          <p:nvPr/>
        </p:nvSpPr>
        <p:spPr>
          <a:xfrm>
            <a:off x="7473622" y="2473960"/>
            <a:ext cx="1639898" cy="547606"/>
          </a:xfrm>
          <a:prstGeom prst="callout2">
            <a:avLst>
              <a:gd name="adj1" fmla="val 48750"/>
              <a:gd name="adj2" fmla="val -189"/>
              <a:gd name="adj3" fmla="val 49339"/>
              <a:gd name="adj4" fmla="val -67486"/>
              <a:gd name="adj5" fmla="val 136931"/>
              <a:gd name="adj6" fmla="val -789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Keyword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4EADDAE6-40E7-4551-836F-3042A08F5D8E}"/>
              </a:ext>
            </a:extLst>
          </p:cNvPr>
          <p:cNvSpPr/>
          <p:nvPr/>
        </p:nvSpPr>
        <p:spPr>
          <a:xfrm>
            <a:off x="9427573" y="3837824"/>
            <a:ext cx="2140857" cy="450543"/>
          </a:xfrm>
          <a:prstGeom prst="callout2">
            <a:avLst>
              <a:gd name="adj1" fmla="val 48750"/>
              <a:gd name="adj2" fmla="val -189"/>
              <a:gd name="adj3" fmla="val 48926"/>
              <a:gd name="adj4" fmla="val -20411"/>
              <a:gd name="adj5" fmla="val -48043"/>
              <a:gd name="adj6" fmla="val -3670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List of 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1E86C-1BBD-128D-44FA-E17A8D9751FC}"/>
              </a:ext>
            </a:extLst>
          </p:cNvPr>
          <p:cNvSpPr txBox="1"/>
          <p:nvPr/>
        </p:nvSpPr>
        <p:spPr>
          <a:xfrm>
            <a:off x="3098435" y="5396458"/>
            <a:ext cx="5995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Compares each value in the list</a:t>
            </a:r>
          </a:p>
        </p:txBody>
      </p:sp>
    </p:spTree>
    <p:extLst>
      <p:ext uri="{BB962C8B-B14F-4D97-AF65-F5344CB8AC3E}">
        <p14:creationId xmlns:p14="http://schemas.microsoft.com/office/powerpoint/2010/main" val="423419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"Brown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",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"Smith"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550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NOT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LIKE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"Mac%"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45E98325-9D6C-47AA-A18C-422D12867A0D}"/>
              </a:ext>
            </a:extLst>
          </p:cNvPr>
          <p:cNvSpPr/>
          <p:nvPr/>
        </p:nvSpPr>
        <p:spPr>
          <a:xfrm>
            <a:off x="7702222" y="2473960"/>
            <a:ext cx="1639898" cy="547606"/>
          </a:xfrm>
          <a:prstGeom prst="callout2">
            <a:avLst>
              <a:gd name="adj1" fmla="val 48750"/>
              <a:gd name="adj2" fmla="val -189"/>
              <a:gd name="adj3" fmla="val 49339"/>
              <a:gd name="adj4" fmla="val -67486"/>
              <a:gd name="adj5" fmla="val 136931"/>
              <a:gd name="adj6" fmla="val -789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Keyword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F2BF3-8E12-9125-D3CF-209E18418477}"/>
              </a:ext>
            </a:extLst>
          </p:cNvPr>
          <p:cNvSpPr txBox="1"/>
          <p:nvPr/>
        </p:nvSpPr>
        <p:spPr>
          <a:xfrm>
            <a:off x="2993599" y="5396458"/>
            <a:ext cx="6204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NOT</a:t>
            </a:r>
            <a:r>
              <a:rPr lang="en-GB" sz="3600" dirty="0">
                <a:solidFill>
                  <a:srgbClr val="7030A0"/>
                </a:solidFill>
              </a:rPr>
              <a:t> reverses the Boolean result</a:t>
            </a:r>
          </a:p>
        </p:txBody>
      </p:sp>
    </p:spTree>
    <p:extLst>
      <p:ext uri="{BB962C8B-B14F-4D97-AF65-F5344CB8AC3E}">
        <p14:creationId xmlns:p14="http://schemas.microsoft.com/office/powerpoint/2010/main" val="249112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NOT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LIKE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"Mac%"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210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BETWEEN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BETWEEN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"D"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"G"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45E98325-9D6C-47AA-A18C-422D12867A0D}"/>
              </a:ext>
            </a:extLst>
          </p:cNvPr>
          <p:cNvSpPr/>
          <p:nvPr/>
        </p:nvSpPr>
        <p:spPr>
          <a:xfrm>
            <a:off x="8970952" y="2473960"/>
            <a:ext cx="1639898" cy="547606"/>
          </a:xfrm>
          <a:prstGeom prst="callout2">
            <a:avLst>
              <a:gd name="adj1" fmla="val 48750"/>
              <a:gd name="adj2" fmla="val -189"/>
              <a:gd name="adj3" fmla="val 49339"/>
              <a:gd name="adj4" fmla="val -67486"/>
              <a:gd name="adj5" fmla="val 136931"/>
              <a:gd name="adj6" fmla="val -789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Keyword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F286F-D5A7-1305-8C52-E24CF2156963}"/>
              </a:ext>
            </a:extLst>
          </p:cNvPr>
          <p:cNvSpPr txBox="1"/>
          <p:nvPr/>
        </p:nvSpPr>
        <p:spPr>
          <a:xfrm>
            <a:off x="3050307" y="5396458"/>
            <a:ext cx="6091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Values starting with D, E, F, or G</a:t>
            </a:r>
          </a:p>
        </p:txBody>
      </p:sp>
    </p:spTree>
    <p:extLst>
      <p:ext uri="{BB962C8B-B14F-4D97-AF65-F5344CB8AC3E}">
        <p14:creationId xmlns:p14="http://schemas.microsoft.com/office/powerpoint/2010/main" val="56099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BETWEEN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BETWEEN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"D"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"G"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843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FE20-A0D0-DE34-D9C1-FEF3A7DD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2300-500C-68F1-724C-3CDF8E70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BETWEEN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FCD73-07E1-26E4-7A84-08DE0F049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age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age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NOT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BETWEEN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86B3"/>
                </a:solidFill>
                <a:latin typeface="Consolas" panose="020B0609020204030204" pitchFamily="49" charset="0"/>
              </a:rPr>
              <a:t>15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age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17295F9A-E7B4-260C-0CD0-62B76571828D}"/>
              </a:ext>
            </a:extLst>
          </p:cNvPr>
          <p:cNvSpPr/>
          <p:nvPr/>
        </p:nvSpPr>
        <p:spPr>
          <a:xfrm>
            <a:off x="8492271" y="2473960"/>
            <a:ext cx="1639898" cy="547606"/>
          </a:xfrm>
          <a:prstGeom prst="callout2">
            <a:avLst>
              <a:gd name="adj1" fmla="val 48750"/>
              <a:gd name="adj2" fmla="val -189"/>
              <a:gd name="adj3" fmla="val 49339"/>
              <a:gd name="adj4" fmla="val -67486"/>
              <a:gd name="adj5" fmla="val 136931"/>
              <a:gd name="adj6" fmla="val -789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Keyword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E9C00-3566-D527-9CB6-F571FB0D19CB}"/>
              </a:ext>
            </a:extLst>
          </p:cNvPr>
          <p:cNvSpPr txBox="1"/>
          <p:nvPr/>
        </p:nvSpPr>
        <p:spPr>
          <a:xfrm>
            <a:off x="3073439" y="5396458"/>
            <a:ext cx="604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Values: …, 0, 1, 2, 16, 17, 18, … </a:t>
            </a:r>
          </a:p>
        </p:txBody>
      </p:sp>
    </p:spTree>
    <p:extLst>
      <p:ext uri="{BB962C8B-B14F-4D97-AF65-F5344CB8AC3E}">
        <p14:creationId xmlns:p14="http://schemas.microsoft.com/office/powerpoint/2010/main" val="163713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D6A3F2-291E-E7D3-4794-3BACD4014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98ED-3CFA-157C-55D5-25AA86FA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BETWEEN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4E0E5-4C9D-1D99-BDC8-6D9886827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age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age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NOT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BETWEEN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86B3"/>
                </a:solidFill>
                <a:latin typeface="Consolas" panose="020B0609020204030204" pitchFamily="49" charset="0"/>
              </a:rPr>
              <a:t>15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age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20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4E7C-D844-7919-D0AD-251F9432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8388-05FD-7671-5B29-7868D681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90C6-DA1A-789F-1FD1-58831D8B0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ANY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"Cam"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"Deb"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52F51330-108C-DCDC-3C57-B26DD9D523CB}"/>
              </a:ext>
            </a:extLst>
          </p:cNvPr>
          <p:cNvSpPr/>
          <p:nvPr/>
        </p:nvSpPr>
        <p:spPr>
          <a:xfrm>
            <a:off x="8499196" y="2473960"/>
            <a:ext cx="1639898" cy="547606"/>
          </a:xfrm>
          <a:prstGeom prst="callout2">
            <a:avLst>
              <a:gd name="adj1" fmla="val 48750"/>
              <a:gd name="adj2" fmla="val -189"/>
              <a:gd name="adj3" fmla="val 49339"/>
              <a:gd name="adj4" fmla="val -32325"/>
              <a:gd name="adj5" fmla="val 136931"/>
              <a:gd name="adj6" fmla="val -789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Keyword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52034-627D-E623-714E-642585213ACA}"/>
              </a:ext>
            </a:extLst>
          </p:cNvPr>
          <p:cNvSpPr txBox="1"/>
          <p:nvPr/>
        </p:nvSpPr>
        <p:spPr>
          <a:xfrm>
            <a:off x="1336449" y="5396458"/>
            <a:ext cx="9519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True, if one value in the list matches the condition</a:t>
            </a:r>
          </a:p>
        </p:txBody>
      </p:sp>
      <p:sp>
        <p:nvSpPr>
          <p:cNvPr id="6" name="Callout: Bent Line with No Border 3">
            <a:extLst>
              <a:ext uri="{FF2B5EF4-FFF2-40B4-BE49-F238E27FC236}">
                <a16:creationId xmlns:a16="http://schemas.microsoft.com/office/drawing/2014/main" id="{18AC8274-306B-30C9-7A26-3D2901ABDA4B}"/>
              </a:ext>
            </a:extLst>
          </p:cNvPr>
          <p:cNvSpPr/>
          <p:nvPr/>
        </p:nvSpPr>
        <p:spPr>
          <a:xfrm>
            <a:off x="9041817" y="2065220"/>
            <a:ext cx="1965928" cy="547606"/>
          </a:xfrm>
          <a:prstGeom prst="callout2">
            <a:avLst>
              <a:gd name="adj1" fmla="val 48750"/>
              <a:gd name="adj2" fmla="val -189"/>
              <a:gd name="adj3" fmla="val 49338"/>
              <a:gd name="adj4" fmla="val -39056"/>
              <a:gd name="adj5" fmla="val 227335"/>
              <a:gd name="adj6" fmla="val -1435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Condition</a:t>
            </a:r>
          </a:p>
        </p:txBody>
      </p:sp>
      <p:sp>
        <p:nvSpPr>
          <p:cNvPr id="7" name="Callout: Bent Line with No Border 4">
            <a:extLst>
              <a:ext uri="{FF2B5EF4-FFF2-40B4-BE49-F238E27FC236}">
                <a16:creationId xmlns:a16="http://schemas.microsoft.com/office/drawing/2014/main" id="{F056D421-043B-23E3-FD22-EB5FC21CA740}"/>
              </a:ext>
            </a:extLst>
          </p:cNvPr>
          <p:cNvSpPr/>
          <p:nvPr/>
        </p:nvSpPr>
        <p:spPr>
          <a:xfrm>
            <a:off x="9870213" y="3923450"/>
            <a:ext cx="2140857" cy="450543"/>
          </a:xfrm>
          <a:prstGeom prst="callout2">
            <a:avLst>
              <a:gd name="adj1" fmla="val 48750"/>
              <a:gd name="adj2" fmla="val -189"/>
              <a:gd name="adj3" fmla="val 48926"/>
              <a:gd name="adj4" fmla="val -20411"/>
              <a:gd name="adj5" fmla="val -48043"/>
              <a:gd name="adj6" fmla="val -3670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List of values</a:t>
            </a:r>
          </a:p>
        </p:txBody>
      </p:sp>
    </p:spTree>
    <p:extLst>
      <p:ext uri="{BB962C8B-B14F-4D97-AF65-F5344CB8AC3E}">
        <p14:creationId xmlns:p14="http://schemas.microsoft.com/office/powerpoint/2010/main" val="63942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build="p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82C950-CEB7-C8B6-3041-FD9353A5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DB84-03F8-3A3B-E140-D5F44D07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C6A99-86B0-1137-BD54-684FAF0F9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ANY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"Cam"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"Deb"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ASC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983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C76DEA-F650-51AB-7EE7-9B306480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Order of Operations</a:t>
            </a:r>
          </a:p>
        </p:txBody>
      </p:sp>
      <p:sp>
        <p:nvSpPr>
          <p:cNvPr id="6" name="SQL">
            <a:extLst>
              <a:ext uri="{FF2B5EF4-FFF2-40B4-BE49-F238E27FC236}">
                <a16:creationId xmlns:a16="http://schemas.microsoft.com/office/drawing/2014/main" id="{C460184D-D803-F499-E82E-972FB39F9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370838"/>
            <a:ext cx="342914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type, COUNT(*)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20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Pet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20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age &lt;= 6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2000" dirty="0">
                <a:solidFill>
                  <a:srgbClr val="A71D5D"/>
                </a:solidFill>
                <a:latin typeface="Consolas" panose="020B0609020204030204" pitchFamily="49" charset="0"/>
              </a:rPr>
              <a:t>GROUP BY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Pet">
            <a:extLst>
              <a:ext uri="{FF2B5EF4-FFF2-40B4-BE49-F238E27FC236}">
                <a16:creationId xmlns:a16="http://schemas.microsoft.com/office/drawing/2014/main" id="{37697A85-FE4A-5F49-87D3-DF60452AD532}"/>
              </a:ext>
            </a:extLst>
          </p:cNvPr>
          <p:cNvSpPr txBox="1"/>
          <p:nvPr/>
        </p:nvSpPr>
        <p:spPr>
          <a:xfrm>
            <a:off x="1147564" y="309152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Table: Pet</a:t>
            </a:r>
          </a:p>
        </p:txBody>
      </p:sp>
      <p:sp>
        <p:nvSpPr>
          <p:cNvPr id="19" name="Order">
            <a:extLst>
              <a:ext uri="{FF2B5EF4-FFF2-40B4-BE49-F238E27FC236}">
                <a16:creationId xmlns:a16="http://schemas.microsoft.com/office/drawing/2014/main" id="{39027E70-266E-C921-B96A-180149336170}"/>
              </a:ext>
            </a:extLst>
          </p:cNvPr>
          <p:cNvSpPr txBox="1"/>
          <p:nvPr/>
        </p:nvSpPr>
        <p:spPr>
          <a:xfrm>
            <a:off x="8761790" y="490161"/>
            <a:ext cx="25904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Order</a:t>
            </a:r>
            <a:r>
              <a:rPr lang="en-GB" sz="2800" dirty="0">
                <a:solidFill>
                  <a:srgbClr val="7030A0"/>
                </a:solidFill>
              </a:rPr>
              <a:t>:</a:t>
            </a:r>
          </a:p>
          <a:p>
            <a:pPr lvl="1"/>
            <a:r>
              <a:rPr lang="en-GB" sz="2800" dirty="0">
                <a:solidFill>
                  <a:srgbClr val="7030A0"/>
                </a:solidFill>
              </a:rPr>
              <a:t>1.  FROM</a:t>
            </a:r>
          </a:p>
          <a:p>
            <a:pPr lvl="1"/>
            <a:r>
              <a:rPr lang="en-GB" sz="2800" dirty="0">
                <a:solidFill>
                  <a:srgbClr val="7030A0"/>
                </a:solidFill>
              </a:rPr>
              <a:t>2.  WHERE</a:t>
            </a:r>
          </a:p>
          <a:p>
            <a:pPr lvl="1"/>
            <a:r>
              <a:rPr lang="en-GB" sz="2800" dirty="0">
                <a:solidFill>
                  <a:srgbClr val="7030A0"/>
                </a:solidFill>
              </a:rPr>
              <a:t>3.  GROUP BY</a:t>
            </a:r>
          </a:p>
          <a:p>
            <a:pPr lvl="1"/>
            <a:r>
              <a:rPr lang="en-GB" sz="2800" dirty="0">
                <a:solidFill>
                  <a:srgbClr val="7030A0"/>
                </a:solidFill>
              </a:rPr>
              <a:t>4.  SELECT</a:t>
            </a:r>
          </a:p>
        </p:txBody>
      </p:sp>
      <p:sp>
        <p:nvSpPr>
          <p:cNvPr id="27" name="From - Arrow">
            <a:extLst>
              <a:ext uri="{FF2B5EF4-FFF2-40B4-BE49-F238E27FC236}">
                <a16:creationId xmlns:a16="http://schemas.microsoft.com/office/drawing/2014/main" id="{269837FC-7069-F1D9-E16A-87AF1D4A80CD}"/>
              </a:ext>
            </a:extLst>
          </p:cNvPr>
          <p:cNvSpPr/>
          <p:nvPr/>
        </p:nvSpPr>
        <p:spPr>
          <a:xfrm>
            <a:off x="154554" y="1747731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om">
            <a:extLst>
              <a:ext uri="{FF2B5EF4-FFF2-40B4-BE49-F238E27FC236}">
                <a16:creationId xmlns:a16="http://schemas.microsoft.com/office/drawing/2014/main" id="{BC0A24A5-7704-6A36-CD80-4ED2C2F64BD2}"/>
              </a:ext>
            </a:extLst>
          </p:cNvPr>
          <p:cNvSpPr txBox="1"/>
          <p:nvPr/>
        </p:nvSpPr>
        <p:spPr>
          <a:xfrm>
            <a:off x="3164897" y="2911786"/>
            <a:ext cx="8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FROM</a:t>
            </a:r>
          </a:p>
        </p:txBody>
      </p:sp>
      <p:graphicFrame>
        <p:nvGraphicFramePr>
          <p:cNvPr id="22" name="Pet - Table">
            <a:extLst>
              <a:ext uri="{FF2B5EF4-FFF2-40B4-BE49-F238E27FC236}">
                <a16:creationId xmlns:a16="http://schemas.microsoft.com/office/drawing/2014/main" id="{E1C47C29-B1FD-7991-E626-2F12DC1AF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565817"/>
              </p:ext>
            </p:extLst>
          </p:nvPr>
        </p:nvGraphicFramePr>
        <p:xfrm>
          <a:off x="1233287" y="3412595"/>
          <a:ext cx="2042287" cy="2914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483">
                  <a:extLst>
                    <a:ext uri="{9D8B030D-6E8A-4147-A177-3AD203B41FA5}">
                      <a16:colId xmlns:a16="http://schemas.microsoft.com/office/drawing/2014/main" val="28542432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258369125"/>
                    </a:ext>
                  </a:extLst>
                </a:gridCol>
                <a:gridCol w="442404">
                  <a:extLst>
                    <a:ext uri="{9D8B030D-6E8A-4147-A177-3AD203B41FA5}">
                      <a16:colId xmlns:a16="http://schemas.microsoft.com/office/drawing/2014/main" val="488355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55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Pepper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4782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Cindy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9849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Snowy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617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Minnie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Mouse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9566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Mickey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Mouse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090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Kitty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09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Bonzo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257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Roger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Rabbit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6664047"/>
                  </a:ext>
                </a:extLst>
              </a:tr>
            </a:tbl>
          </a:graphicData>
        </a:graphic>
      </p:graphicFrame>
      <p:graphicFrame>
        <p:nvGraphicFramePr>
          <p:cNvPr id="23" name="Temp - Table">
            <a:extLst>
              <a:ext uri="{FF2B5EF4-FFF2-40B4-BE49-F238E27FC236}">
                <a16:creationId xmlns:a16="http://schemas.microsoft.com/office/drawing/2014/main" id="{57FE39BF-DC05-E516-87E6-26364C7BB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37814"/>
              </p:ext>
            </p:extLst>
          </p:nvPr>
        </p:nvGraphicFramePr>
        <p:xfrm>
          <a:off x="3837781" y="3412595"/>
          <a:ext cx="2042287" cy="2914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483">
                  <a:extLst>
                    <a:ext uri="{9D8B030D-6E8A-4147-A177-3AD203B41FA5}">
                      <a16:colId xmlns:a16="http://schemas.microsoft.com/office/drawing/2014/main" val="28542432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258369125"/>
                    </a:ext>
                  </a:extLst>
                </a:gridCol>
                <a:gridCol w="442404">
                  <a:extLst>
                    <a:ext uri="{9D8B030D-6E8A-4147-A177-3AD203B41FA5}">
                      <a16:colId xmlns:a16="http://schemas.microsoft.com/office/drawing/2014/main" val="488355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55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Pepper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4782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Cindy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9849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Snowy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617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Minnie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Mouse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9566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Mickey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Mouse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090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Kitty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09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Bonzo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257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Roger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Rabbit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6664047"/>
                  </a:ext>
                </a:extLst>
              </a:tr>
            </a:tbl>
          </a:graphicData>
        </a:graphic>
      </p:graphicFrame>
      <p:graphicFrame>
        <p:nvGraphicFramePr>
          <p:cNvPr id="24" name="Output - Table">
            <a:extLst>
              <a:ext uri="{FF2B5EF4-FFF2-40B4-BE49-F238E27FC236}">
                <a16:creationId xmlns:a16="http://schemas.microsoft.com/office/drawing/2014/main" id="{31F6E6FA-42D3-E5C9-36B8-B7C6109BD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649392"/>
              </p:ext>
            </p:extLst>
          </p:nvPr>
        </p:nvGraphicFramePr>
        <p:xfrm>
          <a:off x="9046154" y="3412595"/>
          <a:ext cx="1898015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854243258"/>
                    </a:ext>
                  </a:extLst>
                </a:gridCol>
                <a:gridCol w="1110615">
                  <a:extLst>
                    <a:ext uri="{9D8B030D-6E8A-4147-A177-3AD203B41FA5}">
                      <a16:colId xmlns:a16="http://schemas.microsoft.com/office/drawing/2014/main" val="3258369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COUNT(*)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55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09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Mouse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5241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Rabbit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339003"/>
                  </a:ext>
                </a:extLst>
              </a:tr>
            </a:tbl>
          </a:graphicData>
        </a:graphic>
      </p:graphicFrame>
      <p:sp>
        <p:nvSpPr>
          <p:cNvPr id="25" name="Select">
            <a:extLst>
              <a:ext uri="{FF2B5EF4-FFF2-40B4-BE49-F238E27FC236}">
                <a16:creationId xmlns:a16="http://schemas.microsoft.com/office/drawing/2014/main" id="{35683CAD-1E2A-EA31-E6BB-C707B14B8F0A}"/>
              </a:ext>
            </a:extLst>
          </p:cNvPr>
          <p:cNvSpPr txBox="1"/>
          <p:nvPr/>
        </p:nvSpPr>
        <p:spPr>
          <a:xfrm>
            <a:off x="7197032" y="2450683"/>
            <a:ext cx="8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SELECT</a:t>
            </a:r>
          </a:p>
        </p:txBody>
      </p:sp>
      <p:sp>
        <p:nvSpPr>
          <p:cNvPr id="26" name="Temp - Arrow">
            <a:extLst>
              <a:ext uri="{FF2B5EF4-FFF2-40B4-BE49-F238E27FC236}">
                <a16:creationId xmlns:a16="http://schemas.microsoft.com/office/drawing/2014/main" id="{0812AA0D-71D1-9B9D-4AED-E09E855A4185}"/>
              </a:ext>
            </a:extLst>
          </p:cNvPr>
          <p:cNvSpPr/>
          <p:nvPr/>
        </p:nvSpPr>
        <p:spPr>
          <a:xfrm>
            <a:off x="3318543" y="4748123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utput - Arrow">
            <a:extLst>
              <a:ext uri="{FF2B5EF4-FFF2-40B4-BE49-F238E27FC236}">
                <a16:creationId xmlns:a16="http://schemas.microsoft.com/office/drawing/2014/main" id="{27833E17-04CE-E6AD-804B-EB51B8F41239}"/>
              </a:ext>
            </a:extLst>
          </p:cNvPr>
          <p:cNvSpPr/>
          <p:nvPr/>
        </p:nvSpPr>
        <p:spPr>
          <a:xfrm>
            <a:off x="8539574" y="3933356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Select - Arrow">
            <a:extLst>
              <a:ext uri="{FF2B5EF4-FFF2-40B4-BE49-F238E27FC236}">
                <a16:creationId xmlns:a16="http://schemas.microsoft.com/office/drawing/2014/main" id="{44EEC309-5164-E750-8A98-948F7250CF9F}"/>
              </a:ext>
            </a:extLst>
          </p:cNvPr>
          <p:cNvSpPr/>
          <p:nvPr/>
        </p:nvSpPr>
        <p:spPr>
          <a:xfrm>
            <a:off x="154555" y="1438238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utput">
            <a:extLst>
              <a:ext uri="{FF2B5EF4-FFF2-40B4-BE49-F238E27FC236}">
                <a16:creationId xmlns:a16="http://schemas.microsoft.com/office/drawing/2014/main" id="{56038AF1-3FFC-CE48-15B4-04B9F7CE57D9}"/>
              </a:ext>
            </a:extLst>
          </p:cNvPr>
          <p:cNvSpPr txBox="1"/>
          <p:nvPr/>
        </p:nvSpPr>
        <p:spPr>
          <a:xfrm>
            <a:off x="8316466" y="2906861"/>
            <a:ext cx="96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Output</a:t>
            </a:r>
          </a:p>
        </p:txBody>
      </p:sp>
      <p:sp>
        <p:nvSpPr>
          <p:cNvPr id="35" name="Group By - Arrow">
            <a:extLst>
              <a:ext uri="{FF2B5EF4-FFF2-40B4-BE49-F238E27FC236}">
                <a16:creationId xmlns:a16="http://schemas.microsoft.com/office/drawing/2014/main" id="{570E26B8-2533-45CC-B630-78104B4BF6E3}"/>
              </a:ext>
            </a:extLst>
          </p:cNvPr>
          <p:cNvSpPr/>
          <p:nvPr/>
        </p:nvSpPr>
        <p:spPr>
          <a:xfrm>
            <a:off x="154554" y="2355599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elect - Arrow">
            <a:extLst>
              <a:ext uri="{FF2B5EF4-FFF2-40B4-BE49-F238E27FC236}">
                <a16:creationId xmlns:a16="http://schemas.microsoft.com/office/drawing/2014/main" id="{74743580-1BBD-44D1-9B4B-3FCD69A573CA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7622512" y="2820015"/>
            <a:ext cx="0" cy="531997"/>
          </a:xfrm>
          <a:prstGeom prst="straightConnector1">
            <a:avLst/>
          </a:prstGeom>
          <a:ln w="28575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Group - Table">
            <a:extLst>
              <a:ext uri="{FF2B5EF4-FFF2-40B4-BE49-F238E27FC236}">
                <a16:creationId xmlns:a16="http://schemas.microsoft.com/office/drawing/2014/main" id="{4F27B0EB-B143-43F2-BFD3-AEE124AF9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724361"/>
              </p:ext>
            </p:extLst>
          </p:nvPr>
        </p:nvGraphicFramePr>
        <p:xfrm>
          <a:off x="6432198" y="3415751"/>
          <a:ext cx="2042287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483">
                  <a:extLst>
                    <a:ext uri="{9D8B030D-6E8A-4147-A177-3AD203B41FA5}">
                      <a16:colId xmlns:a16="http://schemas.microsoft.com/office/drawing/2014/main" val="28542432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258369125"/>
                    </a:ext>
                  </a:extLst>
                </a:gridCol>
                <a:gridCol w="442404">
                  <a:extLst>
                    <a:ext uri="{9D8B030D-6E8A-4147-A177-3AD203B41FA5}">
                      <a16:colId xmlns:a16="http://schemas.microsoft.com/office/drawing/2014/main" val="488355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55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Cindy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9566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 err="1">
                          <a:solidFill>
                            <a:schemeClr val="tx1"/>
                          </a:solidFill>
                          <a:effectLst/>
                        </a:rPr>
                        <a:t>Bonzo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090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Minnie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Mouse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09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Mickey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Mouse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257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Roger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Rabbit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6664047"/>
                  </a:ext>
                </a:extLst>
              </a:tr>
            </a:tbl>
          </a:graphicData>
        </a:graphic>
      </p:graphicFrame>
      <p:sp>
        <p:nvSpPr>
          <p:cNvPr id="41" name="Group - Arrow">
            <a:extLst>
              <a:ext uri="{FF2B5EF4-FFF2-40B4-BE49-F238E27FC236}">
                <a16:creationId xmlns:a16="http://schemas.microsoft.com/office/drawing/2014/main" id="{FFFD03AB-D625-498E-9D39-B561473F8A17}"/>
              </a:ext>
            </a:extLst>
          </p:cNvPr>
          <p:cNvSpPr/>
          <p:nvPr/>
        </p:nvSpPr>
        <p:spPr>
          <a:xfrm>
            <a:off x="5918077" y="4748123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Group - Dog">
            <a:extLst>
              <a:ext uri="{FF2B5EF4-FFF2-40B4-BE49-F238E27FC236}">
                <a16:creationId xmlns:a16="http://schemas.microsoft.com/office/drawing/2014/main" id="{BFC38AA1-E80C-489B-A065-69A3BEC2FC35}"/>
              </a:ext>
            </a:extLst>
          </p:cNvPr>
          <p:cNvSpPr/>
          <p:nvPr/>
        </p:nvSpPr>
        <p:spPr>
          <a:xfrm>
            <a:off x="6390814" y="3736726"/>
            <a:ext cx="2124000" cy="64800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Group - Mouse">
            <a:extLst>
              <a:ext uri="{FF2B5EF4-FFF2-40B4-BE49-F238E27FC236}">
                <a16:creationId xmlns:a16="http://schemas.microsoft.com/office/drawing/2014/main" id="{BABA6689-7DBF-4BCE-87BB-7559475F170C}"/>
              </a:ext>
            </a:extLst>
          </p:cNvPr>
          <p:cNvSpPr/>
          <p:nvPr/>
        </p:nvSpPr>
        <p:spPr>
          <a:xfrm>
            <a:off x="6390817" y="4409827"/>
            <a:ext cx="2124000" cy="612000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Group - Rabbit">
            <a:extLst>
              <a:ext uri="{FF2B5EF4-FFF2-40B4-BE49-F238E27FC236}">
                <a16:creationId xmlns:a16="http://schemas.microsoft.com/office/drawing/2014/main" id="{C3B965A4-596D-48CF-B623-7B982A3EAD7A}"/>
              </a:ext>
            </a:extLst>
          </p:cNvPr>
          <p:cNvSpPr/>
          <p:nvPr/>
        </p:nvSpPr>
        <p:spPr>
          <a:xfrm>
            <a:off x="6390818" y="5053291"/>
            <a:ext cx="2124000" cy="32400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ype - Column">
            <a:extLst>
              <a:ext uri="{FF2B5EF4-FFF2-40B4-BE49-F238E27FC236}">
                <a16:creationId xmlns:a16="http://schemas.microsoft.com/office/drawing/2014/main" id="{9CFD6623-90F9-8CA0-585A-959ADF79ADE1}"/>
              </a:ext>
            </a:extLst>
          </p:cNvPr>
          <p:cNvSpPr/>
          <p:nvPr/>
        </p:nvSpPr>
        <p:spPr>
          <a:xfrm>
            <a:off x="7226512" y="3352012"/>
            <a:ext cx="792000" cy="2088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Group By">
            <a:extLst>
              <a:ext uri="{FF2B5EF4-FFF2-40B4-BE49-F238E27FC236}">
                <a16:creationId xmlns:a16="http://schemas.microsoft.com/office/drawing/2014/main" id="{32D80D9D-A915-458D-9FB9-52D0A8801C46}"/>
              </a:ext>
            </a:extLst>
          </p:cNvPr>
          <p:cNvSpPr txBox="1"/>
          <p:nvPr/>
        </p:nvSpPr>
        <p:spPr>
          <a:xfrm>
            <a:off x="5545699" y="2912446"/>
            <a:ext cx="1201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GROUP BY</a:t>
            </a:r>
          </a:p>
          <a:p>
            <a:pPr algn="ctr"/>
            <a:r>
              <a:rPr lang="en-GB" sz="1400" b="1" dirty="0">
                <a:solidFill>
                  <a:srgbClr val="7030A0"/>
                </a:solidFill>
              </a:rPr>
              <a:t>(sorted)</a:t>
            </a:r>
          </a:p>
        </p:txBody>
      </p:sp>
      <p:sp>
        <p:nvSpPr>
          <p:cNvPr id="53" name="Where - Arrow">
            <a:extLst>
              <a:ext uri="{FF2B5EF4-FFF2-40B4-BE49-F238E27FC236}">
                <a16:creationId xmlns:a16="http://schemas.microsoft.com/office/drawing/2014/main" id="{9063E975-6FF7-4CE9-A82F-833F290AEBDD}"/>
              </a:ext>
            </a:extLst>
          </p:cNvPr>
          <p:cNvSpPr/>
          <p:nvPr/>
        </p:nvSpPr>
        <p:spPr>
          <a:xfrm>
            <a:off x="152948" y="2044506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Minnie - Row">
            <a:extLst>
              <a:ext uri="{FF2B5EF4-FFF2-40B4-BE49-F238E27FC236}">
                <a16:creationId xmlns:a16="http://schemas.microsoft.com/office/drawing/2014/main" id="{22183285-BE31-4A6B-9D42-D99695E6A45F}"/>
              </a:ext>
            </a:extLst>
          </p:cNvPr>
          <p:cNvSpPr/>
          <p:nvPr/>
        </p:nvSpPr>
        <p:spPr>
          <a:xfrm>
            <a:off x="3794077" y="5034420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Minnie - Purple">
            <a:extLst>
              <a:ext uri="{FF2B5EF4-FFF2-40B4-BE49-F238E27FC236}">
                <a16:creationId xmlns:a16="http://schemas.microsoft.com/office/drawing/2014/main" id="{2DCC5A50-1613-401C-8B96-ACAB5F94810D}"/>
              </a:ext>
            </a:extLst>
          </p:cNvPr>
          <p:cNvSpPr/>
          <p:nvPr/>
        </p:nvSpPr>
        <p:spPr>
          <a:xfrm>
            <a:off x="5440271" y="5030327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Cindy - Row">
            <a:extLst>
              <a:ext uri="{FF2B5EF4-FFF2-40B4-BE49-F238E27FC236}">
                <a16:creationId xmlns:a16="http://schemas.microsoft.com/office/drawing/2014/main" id="{5298AA5D-FC31-4352-980F-7D95697682B5}"/>
              </a:ext>
            </a:extLst>
          </p:cNvPr>
          <p:cNvSpPr/>
          <p:nvPr/>
        </p:nvSpPr>
        <p:spPr>
          <a:xfrm>
            <a:off x="3791880" y="4062404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Cindy - Purple">
            <a:extLst>
              <a:ext uri="{FF2B5EF4-FFF2-40B4-BE49-F238E27FC236}">
                <a16:creationId xmlns:a16="http://schemas.microsoft.com/office/drawing/2014/main" id="{C876FE33-042F-49D1-82EA-405FE3A9841A}"/>
              </a:ext>
            </a:extLst>
          </p:cNvPr>
          <p:cNvSpPr/>
          <p:nvPr/>
        </p:nvSpPr>
        <p:spPr>
          <a:xfrm>
            <a:off x="5438074" y="4058311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oger - Row">
            <a:extLst>
              <a:ext uri="{FF2B5EF4-FFF2-40B4-BE49-F238E27FC236}">
                <a16:creationId xmlns:a16="http://schemas.microsoft.com/office/drawing/2014/main" id="{AF4F5B4A-5119-461B-A730-C2CFC05AD5F2}"/>
              </a:ext>
            </a:extLst>
          </p:cNvPr>
          <p:cNvSpPr/>
          <p:nvPr/>
        </p:nvSpPr>
        <p:spPr>
          <a:xfrm>
            <a:off x="3795055" y="6010699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oger - Purple">
            <a:extLst>
              <a:ext uri="{FF2B5EF4-FFF2-40B4-BE49-F238E27FC236}">
                <a16:creationId xmlns:a16="http://schemas.microsoft.com/office/drawing/2014/main" id="{27C6C047-109C-467B-AB6F-03A4260007C7}"/>
              </a:ext>
            </a:extLst>
          </p:cNvPr>
          <p:cNvSpPr/>
          <p:nvPr/>
        </p:nvSpPr>
        <p:spPr>
          <a:xfrm>
            <a:off x="5441249" y="6006606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Mickey - Row">
            <a:extLst>
              <a:ext uri="{FF2B5EF4-FFF2-40B4-BE49-F238E27FC236}">
                <a16:creationId xmlns:a16="http://schemas.microsoft.com/office/drawing/2014/main" id="{598695F8-35C9-451B-9533-C0CC8FD292AA}"/>
              </a:ext>
            </a:extLst>
          </p:cNvPr>
          <p:cNvSpPr/>
          <p:nvPr/>
        </p:nvSpPr>
        <p:spPr>
          <a:xfrm>
            <a:off x="3792733" y="4695576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Mickey - Purple">
            <a:extLst>
              <a:ext uri="{FF2B5EF4-FFF2-40B4-BE49-F238E27FC236}">
                <a16:creationId xmlns:a16="http://schemas.microsoft.com/office/drawing/2014/main" id="{E3CEE837-8FB8-457D-AFCE-B6E66C733969}"/>
              </a:ext>
            </a:extLst>
          </p:cNvPr>
          <p:cNvSpPr/>
          <p:nvPr/>
        </p:nvSpPr>
        <p:spPr>
          <a:xfrm>
            <a:off x="5438927" y="4694658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Bonzo - Row">
            <a:extLst>
              <a:ext uri="{FF2B5EF4-FFF2-40B4-BE49-F238E27FC236}">
                <a16:creationId xmlns:a16="http://schemas.microsoft.com/office/drawing/2014/main" id="{4EB6B2D9-23CF-433D-B07E-A73EABDFD6CD}"/>
              </a:ext>
            </a:extLst>
          </p:cNvPr>
          <p:cNvSpPr/>
          <p:nvPr/>
        </p:nvSpPr>
        <p:spPr>
          <a:xfrm>
            <a:off x="3783110" y="5689552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Bonzo - Purple">
            <a:extLst>
              <a:ext uri="{FF2B5EF4-FFF2-40B4-BE49-F238E27FC236}">
                <a16:creationId xmlns:a16="http://schemas.microsoft.com/office/drawing/2014/main" id="{81AAEF91-8D6C-41AE-9495-8BB163EF2292}"/>
              </a:ext>
            </a:extLst>
          </p:cNvPr>
          <p:cNvSpPr/>
          <p:nvPr/>
        </p:nvSpPr>
        <p:spPr>
          <a:xfrm>
            <a:off x="5429304" y="5685459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86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1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30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7" grpId="0"/>
      <p:bldP spid="19" grpId="0" uiExpand="1" build="p"/>
      <p:bldP spid="27" grpId="0" animBg="1"/>
      <p:bldP spid="27" grpId="1" animBg="1"/>
      <p:bldP spid="10" grpId="0"/>
      <p:bldP spid="25" grpId="0"/>
      <p:bldP spid="26" grpId="0" animBg="1"/>
      <p:bldP spid="28" grpId="0" animBg="1"/>
      <p:bldP spid="31" grpId="0" animBg="1"/>
      <p:bldP spid="31" grpId="1" animBg="1"/>
      <p:bldP spid="32" grpId="0"/>
      <p:bldP spid="35" grpId="0" animBg="1"/>
      <p:bldP spid="35" grpId="1" animBg="1"/>
      <p:bldP spid="41" grpId="0" animBg="1"/>
      <p:bldP spid="46" grpId="0" animBg="1"/>
      <p:bldP spid="47" grpId="0" animBg="1"/>
      <p:bldP spid="48" grpId="0" animBg="1"/>
      <p:bldP spid="29" grpId="0" animBg="1"/>
      <p:bldP spid="49" grpId="0" uiExpand="1" build="p"/>
      <p:bldP spid="53" grpId="0" animBg="1"/>
      <p:bldP spid="53" grpId="1" animBg="1"/>
      <p:bldP spid="54" grpId="0" animBg="1"/>
      <p:bldP spid="56" grpId="0" animBg="1"/>
      <p:bldP spid="57" grpId="0" animBg="1"/>
      <p:bldP spid="59" grpId="0" animBg="1"/>
      <p:bldP spid="62" grpId="0" animBg="1"/>
      <p:bldP spid="64" grpId="0" animBg="1"/>
      <p:bldP spid="65" grpId="0" animBg="1"/>
      <p:bldP spid="67" grpId="0" animBg="1"/>
      <p:bldP spid="72" grpId="0" animBg="1"/>
      <p:bldP spid="7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C76DEA-F650-51AB-7EE7-9B306480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Order of Operations</a:t>
            </a:r>
          </a:p>
        </p:txBody>
      </p:sp>
      <p:sp>
        <p:nvSpPr>
          <p:cNvPr id="6" name="SQL">
            <a:extLst>
              <a:ext uri="{FF2B5EF4-FFF2-40B4-BE49-F238E27FC236}">
                <a16:creationId xmlns:a16="http://schemas.microsoft.com/office/drawing/2014/main" id="{C460184D-D803-F499-E82E-972FB39F9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1370838"/>
            <a:ext cx="342914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type, COUNT(*)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20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Pet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20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age &lt;= 6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2000" dirty="0">
                <a:solidFill>
                  <a:srgbClr val="A71D5D"/>
                </a:solidFill>
                <a:latin typeface="Consolas" panose="020B0609020204030204" pitchFamily="49" charset="0"/>
              </a:rPr>
              <a:t>GROUP BY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Pet">
            <a:extLst>
              <a:ext uri="{FF2B5EF4-FFF2-40B4-BE49-F238E27FC236}">
                <a16:creationId xmlns:a16="http://schemas.microsoft.com/office/drawing/2014/main" id="{37697A85-FE4A-5F49-87D3-DF60452AD532}"/>
              </a:ext>
            </a:extLst>
          </p:cNvPr>
          <p:cNvSpPr txBox="1"/>
          <p:nvPr/>
        </p:nvSpPr>
        <p:spPr>
          <a:xfrm>
            <a:off x="1147564" y="309152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Table: Pet</a:t>
            </a:r>
          </a:p>
        </p:txBody>
      </p:sp>
      <p:sp>
        <p:nvSpPr>
          <p:cNvPr id="19" name="Order">
            <a:extLst>
              <a:ext uri="{FF2B5EF4-FFF2-40B4-BE49-F238E27FC236}">
                <a16:creationId xmlns:a16="http://schemas.microsoft.com/office/drawing/2014/main" id="{39027E70-266E-C921-B96A-180149336170}"/>
              </a:ext>
            </a:extLst>
          </p:cNvPr>
          <p:cNvSpPr txBox="1"/>
          <p:nvPr/>
        </p:nvSpPr>
        <p:spPr>
          <a:xfrm>
            <a:off x="8761790" y="490161"/>
            <a:ext cx="25904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Order</a:t>
            </a:r>
            <a:r>
              <a:rPr lang="en-GB" sz="2800" dirty="0">
                <a:solidFill>
                  <a:srgbClr val="7030A0"/>
                </a:solidFill>
              </a:rPr>
              <a:t>:</a:t>
            </a:r>
          </a:p>
          <a:p>
            <a:pPr lvl="1"/>
            <a:r>
              <a:rPr lang="en-GB" sz="2800" dirty="0">
                <a:solidFill>
                  <a:srgbClr val="7030A0"/>
                </a:solidFill>
              </a:rPr>
              <a:t>1.   </a:t>
            </a:r>
          </a:p>
          <a:p>
            <a:pPr lvl="1"/>
            <a:r>
              <a:rPr lang="en-GB" sz="2800" dirty="0">
                <a:solidFill>
                  <a:srgbClr val="7030A0"/>
                </a:solidFill>
              </a:rPr>
              <a:t>2.   </a:t>
            </a:r>
          </a:p>
          <a:p>
            <a:pPr lvl="1"/>
            <a:r>
              <a:rPr lang="en-GB" sz="2800" dirty="0">
                <a:solidFill>
                  <a:srgbClr val="7030A0"/>
                </a:solidFill>
              </a:rPr>
              <a:t>3.   </a:t>
            </a:r>
          </a:p>
          <a:p>
            <a:pPr lvl="1"/>
            <a:r>
              <a:rPr lang="en-GB" sz="2800" dirty="0">
                <a:solidFill>
                  <a:srgbClr val="7030A0"/>
                </a:solidFill>
              </a:rPr>
              <a:t>4.   </a:t>
            </a:r>
          </a:p>
        </p:txBody>
      </p:sp>
      <p:graphicFrame>
        <p:nvGraphicFramePr>
          <p:cNvPr id="22" name="Pet - Table">
            <a:extLst>
              <a:ext uri="{FF2B5EF4-FFF2-40B4-BE49-F238E27FC236}">
                <a16:creationId xmlns:a16="http://schemas.microsoft.com/office/drawing/2014/main" id="{E1C47C29-B1FD-7991-E626-2F12DC1AF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87417"/>
              </p:ext>
            </p:extLst>
          </p:nvPr>
        </p:nvGraphicFramePr>
        <p:xfrm>
          <a:off x="1233287" y="3412595"/>
          <a:ext cx="2042287" cy="2914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483">
                  <a:extLst>
                    <a:ext uri="{9D8B030D-6E8A-4147-A177-3AD203B41FA5}">
                      <a16:colId xmlns:a16="http://schemas.microsoft.com/office/drawing/2014/main" val="28542432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258369125"/>
                    </a:ext>
                  </a:extLst>
                </a:gridCol>
                <a:gridCol w="442404">
                  <a:extLst>
                    <a:ext uri="{9D8B030D-6E8A-4147-A177-3AD203B41FA5}">
                      <a16:colId xmlns:a16="http://schemas.microsoft.com/office/drawing/2014/main" val="488355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55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Pepper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4782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Cindy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9849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Snowy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617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Minnie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Mouse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9566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Mickey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Mouse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090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Kitty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09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Bonzo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257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Roger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Rabbit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6664047"/>
                  </a:ext>
                </a:extLst>
              </a:tr>
            </a:tbl>
          </a:graphicData>
        </a:graphic>
      </p:graphicFrame>
      <p:graphicFrame>
        <p:nvGraphicFramePr>
          <p:cNvPr id="23" name="Temp - Table">
            <a:extLst>
              <a:ext uri="{FF2B5EF4-FFF2-40B4-BE49-F238E27FC236}">
                <a16:creationId xmlns:a16="http://schemas.microsoft.com/office/drawing/2014/main" id="{57FE39BF-DC05-E516-87E6-26364C7BB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980300"/>
              </p:ext>
            </p:extLst>
          </p:nvPr>
        </p:nvGraphicFramePr>
        <p:xfrm>
          <a:off x="3837781" y="3412595"/>
          <a:ext cx="2042287" cy="2914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483">
                  <a:extLst>
                    <a:ext uri="{9D8B030D-6E8A-4147-A177-3AD203B41FA5}">
                      <a16:colId xmlns:a16="http://schemas.microsoft.com/office/drawing/2014/main" val="28542432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258369125"/>
                    </a:ext>
                  </a:extLst>
                </a:gridCol>
                <a:gridCol w="442404">
                  <a:extLst>
                    <a:ext uri="{9D8B030D-6E8A-4147-A177-3AD203B41FA5}">
                      <a16:colId xmlns:a16="http://schemas.microsoft.com/office/drawing/2014/main" val="488355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55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Pepper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4782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Cindy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9849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Snowy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617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Minnie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Mouse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9566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Mickey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Mouse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090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Kitty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Cat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09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Bonzo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257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Roger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</a:rPr>
                        <a:t>Rabbit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6664047"/>
                  </a:ext>
                </a:extLst>
              </a:tr>
            </a:tbl>
          </a:graphicData>
        </a:graphic>
      </p:graphicFrame>
      <p:graphicFrame>
        <p:nvGraphicFramePr>
          <p:cNvPr id="24" name="Output - Table">
            <a:extLst>
              <a:ext uri="{FF2B5EF4-FFF2-40B4-BE49-F238E27FC236}">
                <a16:creationId xmlns:a16="http://schemas.microsoft.com/office/drawing/2014/main" id="{31F6E6FA-42D3-E5C9-36B8-B7C6109BDE21}"/>
              </a:ext>
            </a:extLst>
          </p:cNvPr>
          <p:cNvGraphicFramePr>
            <a:graphicFrameLocks noGrp="1"/>
          </p:cNvGraphicFramePr>
          <p:nvPr/>
        </p:nvGraphicFramePr>
        <p:xfrm>
          <a:off x="9046154" y="3412595"/>
          <a:ext cx="1898015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854243258"/>
                    </a:ext>
                  </a:extLst>
                </a:gridCol>
                <a:gridCol w="1110615">
                  <a:extLst>
                    <a:ext uri="{9D8B030D-6E8A-4147-A177-3AD203B41FA5}">
                      <a16:colId xmlns:a16="http://schemas.microsoft.com/office/drawing/2014/main" val="3258369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COUNT(*)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55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09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Mouse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5241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Rabbit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339003"/>
                  </a:ext>
                </a:extLst>
              </a:tr>
            </a:tbl>
          </a:graphicData>
        </a:graphic>
      </p:graphicFrame>
      <p:sp>
        <p:nvSpPr>
          <p:cNvPr id="26" name="Temp - Arrow">
            <a:extLst>
              <a:ext uri="{FF2B5EF4-FFF2-40B4-BE49-F238E27FC236}">
                <a16:creationId xmlns:a16="http://schemas.microsoft.com/office/drawing/2014/main" id="{0812AA0D-71D1-9B9D-4AED-E09E855A4185}"/>
              </a:ext>
            </a:extLst>
          </p:cNvPr>
          <p:cNvSpPr/>
          <p:nvPr/>
        </p:nvSpPr>
        <p:spPr>
          <a:xfrm>
            <a:off x="3318543" y="4748123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utput - Arrow">
            <a:extLst>
              <a:ext uri="{FF2B5EF4-FFF2-40B4-BE49-F238E27FC236}">
                <a16:creationId xmlns:a16="http://schemas.microsoft.com/office/drawing/2014/main" id="{27833E17-04CE-E6AD-804B-EB51B8F41239}"/>
              </a:ext>
            </a:extLst>
          </p:cNvPr>
          <p:cNvSpPr/>
          <p:nvPr/>
        </p:nvSpPr>
        <p:spPr>
          <a:xfrm>
            <a:off x="8539574" y="3933356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elect - Arrow">
            <a:extLst>
              <a:ext uri="{FF2B5EF4-FFF2-40B4-BE49-F238E27FC236}">
                <a16:creationId xmlns:a16="http://schemas.microsoft.com/office/drawing/2014/main" id="{74743580-1BBD-44D1-9B4B-3FCD69A573CA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7622512" y="2820015"/>
            <a:ext cx="0" cy="531997"/>
          </a:xfrm>
          <a:prstGeom prst="straightConnector1">
            <a:avLst/>
          </a:prstGeom>
          <a:ln w="28575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Group - Table">
            <a:extLst>
              <a:ext uri="{FF2B5EF4-FFF2-40B4-BE49-F238E27FC236}">
                <a16:creationId xmlns:a16="http://schemas.microsoft.com/office/drawing/2014/main" id="{4F27B0EB-B143-43F2-BFD3-AEE124AF9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056317"/>
              </p:ext>
            </p:extLst>
          </p:nvPr>
        </p:nvGraphicFramePr>
        <p:xfrm>
          <a:off x="6432198" y="3415751"/>
          <a:ext cx="2042287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483">
                  <a:extLst>
                    <a:ext uri="{9D8B030D-6E8A-4147-A177-3AD203B41FA5}">
                      <a16:colId xmlns:a16="http://schemas.microsoft.com/office/drawing/2014/main" val="285424325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258369125"/>
                    </a:ext>
                  </a:extLst>
                </a:gridCol>
                <a:gridCol w="442404">
                  <a:extLst>
                    <a:ext uri="{9D8B030D-6E8A-4147-A177-3AD203B41FA5}">
                      <a16:colId xmlns:a16="http://schemas.microsoft.com/office/drawing/2014/main" val="488355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555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Cindy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9566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 err="1">
                          <a:solidFill>
                            <a:schemeClr val="tx1"/>
                          </a:solidFill>
                          <a:effectLst/>
                        </a:rPr>
                        <a:t>Bonzo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0090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Minnie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Mouse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09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Mickey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Mouse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257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Roger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Rabbit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6664047"/>
                  </a:ext>
                </a:extLst>
              </a:tr>
            </a:tbl>
          </a:graphicData>
        </a:graphic>
      </p:graphicFrame>
      <p:sp>
        <p:nvSpPr>
          <p:cNvPr id="41" name="Group - Arrow">
            <a:extLst>
              <a:ext uri="{FF2B5EF4-FFF2-40B4-BE49-F238E27FC236}">
                <a16:creationId xmlns:a16="http://schemas.microsoft.com/office/drawing/2014/main" id="{FFFD03AB-D625-498E-9D39-B561473F8A17}"/>
              </a:ext>
            </a:extLst>
          </p:cNvPr>
          <p:cNvSpPr/>
          <p:nvPr/>
        </p:nvSpPr>
        <p:spPr>
          <a:xfrm>
            <a:off x="5918077" y="4748123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Group - Dog">
            <a:extLst>
              <a:ext uri="{FF2B5EF4-FFF2-40B4-BE49-F238E27FC236}">
                <a16:creationId xmlns:a16="http://schemas.microsoft.com/office/drawing/2014/main" id="{BFC38AA1-E80C-489B-A065-69A3BEC2FC35}"/>
              </a:ext>
            </a:extLst>
          </p:cNvPr>
          <p:cNvSpPr/>
          <p:nvPr/>
        </p:nvSpPr>
        <p:spPr>
          <a:xfrm>
            <a:off x="6390814" y="3736726"/>
            <a:ext cx="2124000" cy="64800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Group - Mouse">
            <a:extLst>
              <a:ext uri="{FF2B5EF4-FFF2-40B4-BE49-F238E27FC236}">
                <a16:creationId xmlns:a16="http://schemas.microsoft.com/office/drawing/2014/main" id="{BABA6689-7DBF-4BCE-87BB-7559475F170C}"/>
              </a:ext>
            </a:extLst>
          </p:cNvPr>
          <p:cNvSpPr/>
          <p:nvPr/>
        </p:nvSpPr>
        <p:spPr>
          <a:xfrm>
            <a:off x="6390817" y="4409827"/>
            <a:ext cx="2124000" cy="612000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Group - Rabbit">
            <a:extLst>
              <a:ext uri="{FF2B5EF4-FFF2-40B4-BE49-F238E27FC236}">
                <a16:creationId xmlns:a16="http://schemas.microsoft.com/office/drawing/2014/main" id="{C3B965A4-596D-48CF-B623-7B982A3EAD7A}"/>
              </a:ext>
            </a:extLst>
          </p:cNvPr>
          <p:cNvSpPr/>
          <p:nvPr/>
        </p:nvSpPr>
        <p:spPr>
          <a:xfrm>
            <a:off x="6390818" y="5053291"/>
            <a:ext cx="2124000" cy="32400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ype - Column">
            <a:extLst>
              <a:ext uri="{FF2B5EF4-FFF2-40B4-BE49-F238E27FC236}">
                <a16:creationId xmlns:a16="http://schemas.microsoft.com/office/drawing/2014/main" id="{9CFD6623-90F9-8CA0-585A-959ADF79ADE1}"/>
              </a:ext>
            </a:extLst>
          </p:cNvPr>
          <p:cNvSpPr/>
          <p:nvPr/>
        </p:nvSpPr>
        <p:spPr>
          <a:xfrm>
            <a:off x="7226512" y="3352012"/>
            <a:ext cx="792000" cy="20886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Minnie - Row">
            <a:extLst>
              <a:ext uri="{FF2B5EF4-FFF2-40B4-BE49-F238E27FC236}">
                <a16:creationId xmlns:a16="http://schemas.microsoft.com/office/drawing/2014/main" id="{22183285-BE31-4A6B-9D42-D99695E6A45F}"/>
              </a:ext>
            </a:extLst>
          </p:cNvPr>
          <p:cNvSpPr/>
          <p:nvPr/>
        </p:nvSpPr>
        <p:spPr>
          <a:xfrm>
            <a:off x="3794077" y="5034420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Minnie - Purple">
            <a:extLst>
              <a:ext uri="{FF2B5EF4-FFF2-40B4-BE49-F238E27FC236}">
                <a16:creationId xmlns:a16="http://schemas.microsoft.com/office/drawing/2014/main" id="{2DCC5A50-1613-401C-8B96-ACAB5F94810D}"/>
              </a:ext>
            </a:extLst>
          </p:cNvPr>
          <p:cNvSpPr/>
          <p:nvPr/>
        </p:nvSpPr>
        <p:spPr>
          <a:xfrm>
            <a:off x="5440271" y="5030327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Cindy - Row">
            <a:extLst>
              <a:ext uri="{FF2B5EF4-FFF2-40B4-BE49-F238E27FC236}">
                <a16:creationId xmlns:a16="http://schemas.microsoft.com/office/drawing/2014/main" id="{5298AA5D-FC31-4352-980F-7D95697682B5}"/>
              </a:ext>
            </a:extLst>
          </p:cNvPr>
          <p:cNvSpPr/>
          <p:nvPr/>
        </p:nvSpPr>
        <p:spPr>
          <a:xfrm>
            <a:off x="3791880" y="4062404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Cindy - Purple">
            <a:extLst>
              <a:ext uri="{FF2B5EF4-FFF2-40B4-BE49-F238E27FC236}">
                <a16:creationId xmlns:a16="http://schemas.microsoft.com/office/drawing/2014/main" id="{C876FE33-042F-49D1-82EA-405FE3A9841A}"/>
              </a:ext>
            </a:extLst>
          </p:cNvPr>
          <p:cNvSpPr/>
          <p:nvPr/>
        </p:nvSpPr>
        <p:spPr>
          <a:xfrm>
            <a:off x="5438074" y="4058311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oger - Row">
            <a:extLst>
              <a:ext uri="{FF2B5EF4-FFF2-40B4-BE49-F238E27FC236}">
                <a16:creationId xmlns:a16="http://schemas.microsoft.com/office/drawing/2014/main" id="{AF4F5B4A-5119-461B-A730-C2CFC05AD5F2}"/>
              </a:ext>
            </a:extLst>
          </p:cNvPr>
          <p:cNvSpPr/>
          <p:nvPr/>
        </p:nvSpPr>
        <p:spPr>
          <a:xfrm>
            <a:off x="3795055" y="6010699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oger - Purple">
            <a:extLst>
              <a:ext uri="{FF2B5EF4-FFF2-40B4-BE49-F238E27FC236}">
                <a16:creationId xmlns:a16="http://schemas.microsoft.com/office/drawing/2014/main" id="{27C6C047-109C-467B-AB6F-03A4260007C7}"/>
              </a:ext>
            </a:extLst>
          </p:cNvPr>
          <p:cNvSpPr/>
          <p:nvPr/>
        </p:nvSpPr>
        <p:spPr>
          <a:xfrm>
            <a:off x="5441249" y="6006606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Mickey - Row">
            <a:extLst>
              <a:ext uri="{FF2B5EF4-FFF2-40B4-BE49-F238E27FC236}">
                <a16:creationId xmlns:a16="http://schemas.microsoft.com/office/drawing/2014/main" id="{598695F8-35C9-451B-9533-C0CC8FD292AA}"/>
              </a:ext>
            </a:extLst>
          </p:cNvPr>
          <p:cNvSpPr/>
          <p:nvPr/>
        </p:nvSpPr>
        <p:spPr>
          <a:xfrm>
            <a:off x="3792733" y="4695576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Mickey - Purple">
            <a:extLst>
              <a:ext uri="{FF2B5EF4-FFF2-40B4-BE49-F238E27FC236}">
                <a16:creationId xmlns:a16="http://schemas.microsoft.com/office/drawing/2014/main" id="{E3CEE837-8FB8-457D-AFCE-B6E66C733969}"/>
              </a:ext>
            </a:extLst>
          </p:cNvPr>
          <p:cNvSpPr/>
          <p:nvPr/>
        </p:nvSpPr>
        <p:spPr>
          <a:xfrm>
            <a:off x="5438927" y="4691483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Bonzo - Row">
            <a:extLst>
              <a:ext uri="{FF2B5EF4-FFF2-40B4-BE49-F238E27FC236}">
                <a16:creationId xmlns:a16="http://schemas.microsoft.com/office/drawing/2014/main" id="{4EB6B2D9-23CF-433D-B07E-A73EABDFD6CD}"/>
              </a:ext>
            </a:extLst>
          </p:cNvPr>
          <p:cNvSpPr/>
          <p:nvPr/>
        </p:nvSpPr>
        <p:spPr>
          <a:xfrm>
            <a:off x="3783110" y="5689552"/>
            <a:ext cx="2124000" cy="31279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Bonzo - Purple">
            <a:extLst>
              <a:ext uri="{FF2B5EF4-FFF2-40B4-BE49-F238E27FC236}">
                <a16:creationId xmlns:a16="http://schemas.microsoft.com/office/drawing/2014/main" id="{81AAEF91-8D6C-41AE-9495-8BB163EF2292}"/>
              </a:ext>
            </a:extLst>
          </p:cNvPr>
          <p:cNvSpPr/>
          <p:nvPr/>
        </p:nvSpPr>
        <p:spPr>
          <a:xfrm>
            <a:off x="5429304" y="5685459"/>
            <a:ext cx="432901" cy="312791"/>
          </a:xfrm>
          <a:prstGeom prst="rect">
            <a:avLst/>
          </a:prstGeom>
          <a:solidFill>
            <a:srgbClr val="FF00FF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851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an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251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AS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Surname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"Smith"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GROUP BY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Surname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DESC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36D3F-B98F-4A74-A179-B13D59F6CE76}"/>
              </a:ext>
            </a:extLst>
          </p:cNvPr>
          <p:cNvSpPr txBox="1"/>
          <p:nvPr/>
        </p:nvSpPr>
        <p:spPr>
          <a:xfrm>
            <a:off x="8966200" y="1964266"/>
            <a:ext cx="1503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Use here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4388A-F5B3-4B2D-9012-782E05560C30}"/>
              </a:ext>
            </a:extLst>
          </p:cNvPr>
          <p:cNvSpPr txBox="1"/>
          <p:nvPr/>
        </p:nvSpPr>
        <p:spPr>
          <a:xfrm>
            <a:off x="8966200" y="3132666"/>
            <a:ext cx="2553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Do not use here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EAE9F-3E25-453E-AC0E-71F0ECF82B6E}"/>
              </a:ext>
            </a:extLst>
          </p:cNvPr>
          <p:cNvSpPr txBox="1"/>
          <p:nvPr/>
        </p:nvSpPr>
        <p:spPr>
          <a:xfrm>
            <a:off x="8966200" y="3748361"/>
            <a:ext cx="2553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Do not use here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2C0D3-09E1-4FBE-ABF9-D41B303F499C}"/>
              </a:ext>
            </a:extLst>
          </p:cNvPr>
          <p:cNvSpPr txBox="1"/>
          <p:nvPr/>
        </p:nvSpPr>
        <p:spPr>
          <a:xfrm>
            <a:off x="8966200" y="4381925"/>
            <a:ext cx="1503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Use here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22723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8" grpId="0"/>
      <p:bldP spid="9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an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251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SELECT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AS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Surname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Pupil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WHERE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"Smith"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GROUP BY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Surname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ORDER BY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Surname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DESC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064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9C3A-A6F0-6A47-0FA8-325C285B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BY – 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1BDBD7-AA23-4AC9-94B1-A7B6B7AC1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072039"/>
              </p:ext>
            </p:extLst>
          </p:nvPr>
        </p:nvGraphicFramePr>
        <p:xfrm>
          <a:off x="838200" y="2875212"/>
          <a:ext cx="4898518" cy="38138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39331">
                  <a:extLst>
                    <a:ext uri="{9D8B030D-6E8A-4147-A177-3AD203B41FA5}">
                      <a16:colId xmlns:a16="http://schemas.microsoft.com/office/drawing/2014/main" val="866038445"/>
                    </a:ext>
                  </a:extLst>
                </a:gridCol>
                <a:gridCol w="1075436">
                  <a:extLst>
                    <a:ext uri="{9D8B030D-6E8A-4147-A177-3AD203B41FA5}">
                      <a16:colId xmlns:a16="http://schemas.microsoft.com/office/drawing/2014/main" val="273694992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964339028"/>
                    </a:ext>
                  </a:extLst>
                </a:gridCol>
                <a:gridCol w="782638">
                  <a:extLst>
                    <a:ext uri="{9D8B030D-6E8A-4147-A177-3AD203B41FA5}">
                      <a16:colId xmlns:a16="http://schemas.microsoft.com/office/drawing/2014/main" val="2763166923"/>
                    </a:ext>
                  </a:extLst>
                </a:gridCol>
                <a:gridCol w="904113">
                  <a:extLst>
                    <a:ext uri="{9D8B030D-6E8A-4147-A177-3AD203B41FA5}">
                      <a16:colId xmlns:a16="http://schemas.microsoft.com/office/drawing/2014/main" val="1958612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laptop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make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value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working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3439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Spectre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1700.0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3073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Latitude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800.0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141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35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Inspiron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061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Pro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31399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MacBook Air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1300.0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238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Envy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1200.0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744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199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Pro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670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Inspiron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2629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Latitude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6729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67619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E5870479-DC4B-89DD-6014-9CC89A52E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97781"/>
            <a:ext cx="309732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make, COUNT(*)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2 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Laptop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GROUP BY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make;</a:t>
            </a:r>
            <a:endParaRPr lang="en-US" altLang="en-US" dirty="0">
              <a:latin typeface="Consolas" panose="020B06090202040302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CD0D12-F55D-2CC8-C1DB-E06546BBA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448175"/>
              </p:ext>
            </p:extLst>
          </p:nvPr>
        </p:nvGraphicFramePr>
        <p:xfrm>
          <a:off x="6455282" y="2875212"/>
          <a:ext cx="4898518" cy="38138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39331">
                  <a:extLst>
                    <a:ext uri="{9D8B030D-6E8A-4147-A177-3AD203B41FA5}">
                      <a16:colId xmlns:a16="http://schemas.microsoft.com/office/drawing/2014/main" val="866038445"/>
                    </a:ext>
                  </a:extLst>
                </a:gridCol>
                <a:gridCol w="1075436">
                  <a:extLst>
                    <a:ext uri="{9D8B030D-6E8A-4147-A177-3AD203B41FA5}">
                      <a16:colId xmlns:a16="http://schemas.microsoft.com/office/drawing/2014/main" val="273694992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964339028"/>
                    </a:ext>
                  </a:extLst>
                </a:gridCol>
                <a:gridCol w="782638">
                  <a:extLst>
                    <a:ext uri="{9D8B030D-6E8A-4147-A177-3AD203B41FA5}">
                      <a16:colId xmlns:a16="http://schemas.microsoft.com/office/drawing/2014/main" val="2763166923"/>
                    </a:ext>
                  </a:extLst>
                </a:gridCol>
                <a:gridCol w="904113">
                  <a:extLst>
                    <a:ext uri="{9D8B030D-6E8A-4147-A177-3AD203B41FA5}">
                      <a16:colId xmlns:a16="http://schemas.microsoft.com/office/drawing/2014/main" val="1958612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laptop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make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value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working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3439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MacBook Air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1300.0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238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Latitude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800.0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4647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Inspiron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6779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Inspiron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59839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Latitude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85799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Spectre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1700.0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721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Envy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1200.0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7840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283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Pro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8997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4876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Pro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666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81960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000952-B354-22AB-5E3C-40BD9EFC1768}"/>
              </a:ext>
            </a:extLst>
          </p:cNvPr>
          <p:cNvSpPr txBox="1"/>
          <p:nvPr/>
        </p:nvSpPr>
        <p:spPr>
          <a:xfrm>
            <a:off x="781122" y="253698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Table: Laptop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49693-EDF0-BFD8-9E36-1EE54837DB7F}"/>
              </a:ext>
            </a:extLst>
          </p:cNvPr>
          <p:cNvSpPr/>
          <p:nvPr/>
        </p:nvSpPr>
        <p:spPr>
          <a:xfrm>
            <a:off x="6384162" y="3154680"/>
            <a:ext cx="5040000" cy="2988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5EF893-4D00-17E8-E2F6-14708A1FB533}"/>
              </a:ext>
            </a:extLst>
          </p:cNvPr>
          <p:cNvSpPr/>
          <p:nvPr/>
        </p:nvSpPr>
        <p:spPr>
          <a:xfrm>
            <a:off x="6384162" y="3474788"/>
            <a:ext cx="5040000" cy="112864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1D59B1-C794-964C-1718-12EA778DEE39}"/>
              </a:ext>
            </a:extLst>
          </p:cNvPr>
          <p:cNvSpPr/>
          <p:nvPr/>
        </p:nvSpPr>
        <p:spPr>
          <a:xfrm>
            <a:off x="6384162" y="4623750"/>
            <a:ext cx="5040000" cy="57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3F86E8-E916-562E-D4E1-A2CABAEFE58B}"/>
              </a:ext>
            </a:extLst>
          </p:cNvPr>
          <p:cNvSpPr/>
          <p:nvPr/>
        </p:nvSpPr>
        <p:spPr>
          <a:xfrm>
            <a:off x="6384162" y="5222240"/>
            <a:ext cx="5040000" cy="147600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Arrow 9">
            <a:extLst>
              <a:ext uri="{FF2B5EF4-FFF2-40B4-BE49-F238E27FC236}">
                <a16:creationId xmlns:a16="http://schemas.microsoft.com/office/drawing/2014/main" id="{64FF9BBB-E6BC-7BCD-BC80-7611848F5C74}"/>
              </a:ext>
            </a:extLst>
          </p:cNvPr>
          <p:cNvSpPr/>
          <p:nvPr/>
        </p:nvSpPr>
        <p:spPr>
          <a:xfrm>
            <a:off x="5863716" y="4650097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CDEF5F-2C8F-7C27-5298-FE52DB4AAD40}"/>
              </a:ext>
            </a:extLst>
          </p:cNvPr>
          <p:cNvSpPr/>
          <p:nvPr/>
        </p:nvSpPr>
        <p:spPr>
          <a:xfrm>
            <a:off x="7098454" y="2796153"/>
            <a:ext cx="1100666" cy="3971925"/>
          </a:xfrm>
          <a:prstGeom prst="rect">
            <a:avLst/>
          </a:prstGeom>
          <a:noFill/>
          <a:ln w="28575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C0439F8-64CE-A07F-D4D9-C1A345299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508825"/>
              </p:ext>
            </p:extLst>
          </p:nvPr>
        </p:nvGraphicFramePr>
        <p:xfrm>
          <a:off x="9103360" y="650454"/>
          <a:ext cx="2250440" cy="161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436">
                  <a:extLst>
                    <a:ext uri="{9D8B030D-6E8A-4147-A177-3AD203B41FA5}">
                      <a16:colId xmlns:a16="http://schemas.microsoft.com/office/drawing/2014/main" val="1685519844"/>
                    </a:ext>
                  </a:extLst>
                </a:gridCol>
                <a:gridCol w="1175004">
                  <a:extLst>
                    <a:ext uri="{9D8B030D-6E8A-4147-A177-3AD203B41FA5}">
                      <a16:colId xmlns:a16="http://schemas.microsoft.com/office/drawing/2014/main" val="4003051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make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COUNT(*)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5830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Apple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31619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1403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571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8011961"/>
                  </a:ext>
                </a:extLst>
              </a:tr>
            </a:tbl>
          </a:graphicData>
        </a:graphic>
      </p:graphicFrame>
      <p:sp>
        <p:nvSpPr>
          <p:cNvPr id="16" name="Right Arrow 9">
            <a:extLst>
              <a:ext uri="{FF2B5EF4-FFF2-40B4-BE49-F238E27FC236}">
                <a16:creationId xmlns:a16="http://schemas.microsoft.com/office/drawing/2014/main" id="{1BECEBE5-599B-7661-BE97-C0ED003726F3}"/>
              </a:ext>
            </a:extLst>
          </p:cNvPr>
          <p:cNvSpPr/>
          <p:nvPr/>
        </p:nvSpPr>
        <p:spPr>
          <a:xfrm rot="16200000">
            <a:off x="10066658" y="2416948"/>
            <a:ext cx="464567" cy="26403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59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9C3A-A6F0-6A47-0FA8-325C285B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BY – 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1BDBD7-AA23-4AC9-94B1-A7B6B7AC14B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75212"/>
          <a:ext cx="4898518" cy="38138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39331">
                  <a:extLst>
                    <a:ext uri="{9D8B030D-6E8A-4147-A177-3AD203B41FA5}">
                      <a16:colId xmlns:a16="http://schemas.microsoft.com/office/drawing/2014/main" val="866038445"/>
                    </a:ext>
                  </a:extLst>
                </a:gridCol>
                <a:gridCol w="1075436">
                  <a:extLst>
                    <a:ext uri="{9D8B030D-6E8A-4147-A177-3AD203B41FA5}">
                      <a16:colId xmlns:a16="http://schemas.microsoft.com/office/drawing/2014/main" val="273694992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964339028"/>
                    </a:ext>
                  </a:extLst>
                </a:gridCol>
                <a:gridCol w="782638">
                  <a:extLst>
                    <a:ext uri="{9D8B030D-6E8A-4147-A177-3AD203B41FA5}">
                      <a16:colId xmlns:a16="http://schemas.microsoft.com/office/drawing/2014/main" val="2763166923"/>
                    </a:ext>
                  </a:extLst>
                </a:gridCol>
                <a:gridCol w="904113">
                  <a:extLst>
                    <a:ext uri="{9D8B030D-6E8A-4147-A177-3AD203B41FA5}">
                      <a16:colId xmlns:a16="http://schemas.microsoft.com/office/drawing/2014/main" val="1958612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laptop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make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value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working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3439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Spectre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1700.0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63073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Latitude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800.0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141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35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Inspiron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061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Pro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31399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MacBook Air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1300.0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238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Envy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1200.0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744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199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Pro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670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Inspiron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2629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Latitude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6729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67619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E5870479-DC4B-89DD-6014-9CC89A52E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97781"/>
            <a:ext cx="309732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make, COUNT(*)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2 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Laptop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GROUP BY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make;</a:t>
            </a:r>
            <a:endParaRPr lang="en-US" altLang="en-US" dirty="0">
              <a:latin typeface="Consolas" panose="020B06090202040302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CD0D12-F55D-2CC8-C1DB-E06546BBAC38}"/>
              </a:ext>
            </a:extLst>
          </p:cNvPr>
          <p:cNvGraphicFramePr>
            <a:graphicFrameLocks noGrp="1"/>
          </p:cNvGraphicFramePr>
          <p:nvPr/>
        </p:nvGraphicFramePr>
        <p:xfrm>
          <a:off x="6455282" y="2875212"/>
          <a:ext cx="4898518" cy="38138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39331">
                  <a:extLst>
                    <a:ext uri="{9D8B030D-6E8A-4147-A177-3AD203B41FA5}">
                      <a16:colId xmlns:a16="http://schemas.microsoft.com/office/drawing/2014/main" val="866038445"/>
                    </a:ext>
                  </a:extLst>
                </a:gridCol>
                <a:gridCol w="1075436">
                  <a:extLst>
                    <a:ext uri="{9D8B030D-6E8A-4147-A177-3AD203B41FA5}">
                      <a16:colId xmlns:a16="http://schemas.microsoft.com/office/drawing/2014/main" val="273694992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964339028"/>
                    </a:ext>
                  </a:extLst>
                </a:gridCol>
                <a:gridCol w="782638">
                  <a:extLst>
                    <a:ext uri="{9D8B030D-6E8A-4147-A177-3AD203B41FA5}">
                      <a16:colId xmlns:a16="http://schemas.microsoft.com/office/drawing/2014/main" val="2763166923"/>
                    </a:ext>
                  </a:extLst>
                </a:gridCol>
                <a:gridCol w="904113">
                  <a:extLst>
                    <a:ext uri="{9D8B030D-6E8A-4147-A177-3AD203B41FA5}">
                      <a16:colId xmlns:a16="http://schemas.microsoft.com/office/drawing/2014/main" val="1958612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laptop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make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value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working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3439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MacBook Air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1300.0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238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Latitude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800.0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4647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Inspiron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6779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Inspiron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59839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Latitude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85799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Spectre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1700.0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721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Envy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1200.0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7840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283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Pro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8997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1850.0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4876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Pro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666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1350.0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81960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000952-B354-22AB-5E3C-40BD9EFC1768}"/>
              </a:ext>
            </a:extLst>
          </p:cNvPr>
          <p:cNvSpPr txBox="1"/>
          <p:nvPr/>
        </p:nvSpPr>
        <p:spPr>
          <a:xfrm>
            <a:off x="781122" y="253698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Table: Laptop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A824408-8548-D9FA-9D6C-AF268D087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749798"/>
              </p:ext>
            </p:extLst>
          </p:nvPr>
        </p:nvGraphicFramePr>
        <p:xfrm>
          <a:off x="9103360" y="650454"/>
          <a:ext cx="2250440" cy="161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436">
                  <a:extLst>
                    <a:ext uri="{9D8B030D-6E8A-4147-A177-3AD203B41FA5}">
                      <a16:colId xmlns:a16="http://schemas.microsoft.com/office/drawing/2014/main" val="1685519844"/>
                    </a:ext>
                  </a:extLst>
                </a:gridCol>
                <a:gridCol w="1175004">
                  <a:extLst>
                    <a:ext uri="{9D8B030D-6E8A-4147-A177-3AD203B41FA5}">
                      <a16:colId xmlns:a16="http://schemas.microsoft.com/office/drawing/2014/main" val="4003051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make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b="0" i="0" dirty="0">
                          <a:solidFill>
                            <a:srgbClr val="F0F0F0"/>
                          </a:solidFill>
                          <a:effectLst/>
                          <a:latin typeface="+mn-lt"/>
                        </a:rPr>
                        <a:t>COUNT(*)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5830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Apple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31619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Dell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1403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HP</a:t>
                      </a:r>
                      <a:endParaRPr lang="en-GB" sz="20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571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Microsoft</a:t>
                      </a:r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r"/>
                      <a:endParaRPr lang="en-GB" sz="20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8011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083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 and exemplify an entity-occurrence diagram</a:t>
            </a:r>
          </a:p>
        </p:txBody>
      </p:sp>
    </p:spTree>
    <p:extLst>
      <p:ext uri="{BB962C8B-B14F-4D97-AF65-F5344CB8AC3E}">
        <p14:creationId xmlns:p14="http://schemas.microsoft.com/office/powerpoint/2010/main" val="2808149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48AE-DF0B-4A3E-8111-6A6971FA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Entity-Occurrence Diagram (1)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64723-E5A1-4357-8595-04A23EBF0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174320"/>
              </p:ext>
            </p:extLst>
          </p:nvPr>
        </p:nvGraphicFramePr>
        <p:xfrm>
          <a:off x="843708" y="1996073"/>
          <a:ext cx="339515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155">
                  <a:extLst>
                    <a:ext uri="{9D8B030D-6E8A-4147-A177-3AD203B41FA5}">
                      <a16:colId xmlns:a16="http://schemas.microsoft.com/office/drawing/2014/main" val="1459550812"/>
                    </a:ext>
                  </a:extLst>
                </a:gridCol>
                <a:gridCol w="2155000">
                  <a:extLst>
                    <a:ext uri="{9D8B030D-6E8A-4147-A177-3AD203B41FA5}">
                      <a16:colId xmlns:a16="http://schemas.microsoft.com/office/drawing/2014/main" val="172894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Headteacher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10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47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7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509373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35AF0A5-621C-4CF8-B38F-99F06F6343E8}"/>
              </a:ext>
            </a:extLst>
          </p:cNvPr>
          <p:cNvGrpSpPr/>
          <p:nvPr/>
        </p:nvGrpSpPr>
        <p:grpSpPr>
          <a:xfrm>
            <a:off x="5075103" y="2255050"/>
            <a:ext cx="2041793" cy="3497774"/>
            <a:chOff x="5075103" y="2255050"/>
            <a:chExt cx="2041793" cy="349777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5577C27-51B9-4F55-BFA2-DF0566949856}"/>
                </a:ext>
              </a:extLst>
            </p:cNvPr>
            <p:cNvSpPr/>
            <p:nvPr/>
          </p:nvSpPr>
          <p:spPr>
            <a:xfrm>
              <a:off x="5075103" y="2778270"/>
              <a:ext cx="2041793" cy="297455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IC23</a:t>
              </a:r>
            </a:p>
            <a:p>
              <a:pPr algn="ctr"/>
              <a:endParaRPr lang="en-GB" sz="28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IC42</a:t>
              </a:r>
            </a:p>
            <a:p>
              <a:pPr algn="ctr"/>
              <a:endParaRPr lang="en-GB" sz="28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IC57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D9B717-8D10-4C1A-B8C3-2DDC0A4F4D6A}"/>
                </a:ext>
              </a:extLst>
            </p:cNvPr>
            <p:cNvSpPr txBox="1"/>
            <p:nvPr/>
          </p:nvSpPr>
          <p:spPr>
            <a:xfrm>
              <a:off x="5520360" y="2255050"/>
              <a:ext cx="11512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School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A5D8E01-FB30-4902-B8E8-AB6B49C05DB7}"/>
              </a:ext>
            </a:extLst>
          </p:cNvPr>
          <p:cNvGrpSpPr/>
          <p:nvPr/>
        </p:nvGrpSpPr>
        <p:grpSpPr>
          <a:xfrm>
            <a:off x="9053301" y="2255050"/>
            <a:ext cx="2057936" cy="3497774"/>
            <a:chOff x="9053301" y="2255050"/>
            <a:chExt cx="2057936" cy="34977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5F57839-3C91-41D4-891E-F2668C4F76FF}"/>
                </a:ext>
              </a:extLst>
            </p:cNvPr>
            <p:cNvSpPr/>
            <p:nvPr/>
          </p:nvSpPr>
          <p:spPr>
            <a:xfrm>
              <a:off x="9061373" y="2778270"/>
              <a:ext cx="2041793" cy="297455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84</a:t>
              </a:r>
            </a:p>
            <a:p>
              <a:pPr algn="ctr"/>
              <a:endParaRPr lang="en-GB" sz="28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92</a:t>
              </a:r>
            </a:p>
            <a:p>
              <a:pPr algn="ctr"/>
              <a:endParaRPr lang="en-GB" sz="28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128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3D1295-BA4E-48A5-8E06-0FB956BB2492}"/>
                </a:ext>
              </a:extLst>
            </p:cNvPr>
            <p:cNvSpPr txBox="1"/>
            <p:nvPr/>
          </p:nvSpPr>
          <p:spPr>
            <a:xfrm>
              <a:off x="9053301" y="2255050"/>
              <a:ext cx="20579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Headteacher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3154E4-4F98-4828-A8A6-8BD91857C554}"/>
              </a:ext>
            </a:extLst>
          </p:cNvPr>
          <p:cNvCxnSpPr>
            <a:cxnSpLocks/>
          </p:cNvCxnSpPr>
          <p:nvPr/>
        </p:nvCxnSpPr>
        <p:spPr>
          <a:xfrm flipV="1">
            <a:off x="6521986" y="4265548"/>
            <a:ext cx="3216925" cy="103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80AF5C-3BA9-445A-AC26-215FBE5072CA}"/>
              </a:ext>
            </a:extLst>
          </p:cNvPr>
          <p:cNvCxnSpPr>
            <a:cxnSpLocks/>
          </p:cNvCxnSpPr>
          <p:nvPr/>
        </p:nvCxnSpPr>
        <p:spPr>
          <a:xfrm flipV="1">
            <a:off x="6521986" y="3429000"/>
            <a:ext cx="3224997" cy="169384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2AD59F-AFA4-4935-B9F8-466BF3CFCB3A}"/>
              </a:ext>
            </a:extLst>
          </p:cNvPr>
          <p:cNvCxnSpPr>
            <a:cxnSpLocks/>
          </p:cNvCxnSpPr>
          <p:nvPr/>
        </p:nvCxnSpPr>
        <p:spPr>
          <a:xfrm>
            <a:off x="6476636" y="3429000"/>
            <a:ext cx="3262275" cy="169384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Arrow 9">
            <a:extLst>
              <a:ext uri="{FF2B5EF4-FFF2-40B4-BE49-F238E27FC236}">
                <a16:creationId xmlns:a16="http://schemas.microsoft.com/office/drawing/2014/main" id="{47742A20-A1DC-47EB-BD35-ED01AD283E70}"/>
              </a:ext>
            </a:extLst>
          </p:cNvPr>
          <p:cNvSpPr/>
          <p:nvPr/>
        </p:nvSpPr>
        <p:spPr>
          <a:xfrm>
            <a:off x="329289" y="2646250"/>
            <a:ext cx="464567" cy="264039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ight Arrow 9">
            <a:extLst>
              <a:ext uri="{FF2B5EF4-FFF2-40B4-BE49-F238E27FC236}">
                <a16:creationId xmlns:a16="http://schemas.microsoft.com/office/drawing/2014/main" id="{55D30500-414A-47A8-8E14-97CF8CB1F911}"/>
              </a:ext>
            </a:extLst>
          </p:cNvPr>
          <p:cNvSpPr/>
          <p:nvPr/>
        </p:nvSpPr>
        <p:spPr>
          <a:xfrm>
            <a:off x="329288" y="3164961"/>
            <a:ext cx="464567" cy="26403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ight Arrow 9">
            <a:extLst>
              <a:ext uri="{FF2B5EF4-FFF2-40B4-BE49-F238E27FC236}">
                <a16:creationId xmlns:a16="http://schemas.microsoft.com/office/drawing/2014/main" id="{7A4D3C7A-91B4-4F1F-A3EC-BF622A7CC6F1}"/>
              </a:ext>
            </a:extLst>
          </p:cNvPr>
          <p:cNvSpPr/>
          <p:nvPr/>
        </p:nvSpPr>
        <p:spPr>
          <a:xfrm>
            <a:off x="329288" y="3683673"/>
            <a:ext cx="464567" cy="264039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24410C-76DB-4FE6-921C-6D07FD62D6A1}"/>
              </a:ext>
            </a:extLst>
          </p:cNvPr>
          <p:cNvSpPr txBox="1"/>
          <p:nvPr/>
        </p:nvSpPr>
        <p:spPr>
          <a:xfrm>
            <a:off x="6491153" y="5959392"/>
            <a:ext cx="3278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Cardinality is </a:t>
            </a:r>
            <a:r>
              <a:rPr lang="en-GB" sz="3600" b="1" dirty="0">
                <a:solidFill>
                  <a:srgbClr val="7030A0"/>
                </a:solidFill>
              </a:rPr>
              <a:t>1:1</a:t>
            </a:r>
          </a:p>
        </p:txBody>
      </p:sp>
    </p:spTree>
    <p:extLst>
      <p:ext uri="{BB962C8B-B14F-4D97-AF65-F5344CB8AC3E}">
        <p14:creationId xmlns:p14="http://schemas.microsoft.com/office/powerpoint/2010/main" val="168157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48AE-DF0B-4A3E-8111-6A6971FA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Entity-Occurrence Diagram (1)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64723-E5A1-4357-8595-04A23EBF0BB0}"/>
              </a:ext>
            </a:extLst>
          </p:cNvPr>
          <p:cNvGraphicFramePr>
            <a:graphicFrameLocks noGrp="1"/>
          </p:cNvGraphicFramePr>
          <p:nvPr/>
        </p:nvGraphicFramePr>
        <p:xfrm>
          <a:off x="843708" y="1996073"/>
          <a:ext cx="339515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155">
                  <a:extLst>
                    <a:ext uri="{9D8B030D-6E8A-4147-A177-3AD203B41FA5}">
                      <a16:colId xmlns:a16="http://schemas.microsoft.com/office/drawing/2014/main" val="1459550812"/>
                    </a:ext>
                  </a:extLst>
                </a:gridCol>
                <a:gridCol w="2155000">
                  <a:extLst>
                    <a:ext uri="{9D8B030D-6E8A-4147-A177-3AD203B41FA5}">
                      <a16:colId xmlns:a16="http://schemas.microsoft.com/office/drawing/2014/main" val="172894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Headteacher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10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47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7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509373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75577C27-51B9-4F55-BFA2-DF0566949856}"/>
              </a:ext>
            </a:extLst>
          </p:cNvPr>
          <p:cNvSpPr/>
          <p:nvPr/>
        </p:nvSpPr>
        <p:spPr>
          <a:xfrm>
            <a:off x="5075103" y="2778270"/>
            <a:ext cx="2041793" cy="29745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F57839-3C91-41D4-891E-F2668C4F76FF}"/>
              </a:ext>
            </a:extLst>
          </p:cNvPr>
          <p:cNvSpPr/>
          <p:nvPr/>
        </p:nvSpPr>
        <p:spPr>
          <a:xfrm>
            <a:off x="9061373" y="2778270"/>
            <a:ext cx="2041793" cy="29745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94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48AE-DF0B-4A3E-8111-6A6971FA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Entity-Occurrence Diagram (2)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64723-E5A1-4357-8595-04A23EBF0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7312"/>
              </p:ext>
            </p:extLst>
          </p:nvPr>
        </p:nvGraphicFramePr>
        <p:xfrm>
          <a:off x="843708" y="1996073"/>
          <a:ext cx="2651188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155">
                  <a:extLst>
                    <a:ext uri="{9D8B030D-6E8A-4147-A177-3AD203B41FA5}">
                      <a16:colId xmlns:a16="http://schemas.microsoft.com/office/drawing/2014/main" val="1459550812"/>
                    </a:ext>
                  </a:extLst>
                </a:gridCol>
                <a:gridCol w="1411033">
                  <a:extLst>
                    <a:ext uri="{9D8B030D-6E8A-4147-A177-3AD203B41FA5}">
                      <a16:colId xmlns:a16="http://schemas.microsoft.com/office/drawing/2014/main" val="172894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10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47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7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50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99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10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295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5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0336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35AF0A5-621C-4CF8-B38F-99F06F6343E8}"/>
              </a:ext>
            </a:extLst>
          </p:cNvPr>
          <p:cNvGrpSpPr/>
          <p:nvPr/>
        </p:nvGrpSpPr>
        <p:grpSpPr>
          <a:xfrm>
            <a:off x="5075103" y="1690688"/>
            <a:ext cx="2041793" cy="3497774"/>
            <a:chOff x="5075103" y="2255050"/>
            <a:chExt cx="2041793" cy="349777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5577C27-51B9-4F55-BFA2-DF0566949856}"/>
                </a:ext>
              </a:extLst>
            </p:cNvPr>
            <p:cNvSpPr/>
            <p:nvPr/>
          </p:nvSpPr>
          <p:spPr>
            <a:xfrm>
              <a:off x="5075103" y="2778270"/>
              <a:ext cx="2041793" cy="297455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IC23</a:t>
              </a:r>
            </a:p>
            <a:p>
              <a:pPr algn="ctr"/>
              <a:endParaRPr lang="en-GB" sz="28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IC42</a:t>
              </a:r>
            </a:p>
            <a:p>
              <a:pPr algn="ctr"/>
              <a:endParaRPr lang="en-GB" sz="28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IC57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D9B717-8D10-4C1A-B8C3-2DDC0A4F4D6A}"/>
                </a:ext>
              </a:extLst>
            </p:cNvPr>
            <p:cNvSpPr txBox="1"/>
            <p:nvPr/>
          </p:nvSpPr>
          <p:spPr>
            <a:xfrm>
              <a:off x="5520360" y="2255050"/>
              <a:ext cx="11512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School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A5D8E01-FB30-4902-B8E8-AB6B49C05DB7}"/>
              </a:ext>
            </a:extLst>
          </p:cNvPr>
          <p:cNvGrpSpPr/>
          <p:nvPr/>
        </p:nvGrpSpPr>
        <p:grpSpPr>
          <a:xfrm>
            <a:off x="9061373" y="864905"/>
            <a:ext cx="2286919" cy="4887919"/>
            <a:chOff x="9061373" y="864905"/>
            <a:chExt cx="2041793" cy="488791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5F57839-3C91-41D4-891E-F2668C4F76FF}"/>
                </a:ext>
              </a:extLst>
            </p:cNvPr>
            <p:cNvSpPr/>
            <p:nvPr/>
          </p:nvSpPr>
          <p:spPr>
            <a:xfrm>
              <a:off x="9061373" y="1388125"/>
              <a:ext cx="2041793" cy="436469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77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93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111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123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135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184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295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3D1295-BA4E-48A5-8E06-0FB956BB2492}"/>
                </a:ext>
              </a:extLst>
            </p:cNvPr>
            <p:cNvSpPr txBox="1"/>
            <p:nvPr/>
          </p:nvSpPr>
          <p:spPr>
            <a:xfrm>
              <a:off x="9421606" y="864905"/>
              <a:ext cx="13213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Teacher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3154E4-4F98-4828-A8A6-8BD91857C554}"/>
              </a:ext>
            </a:extLst>
          </p:cNvPr>
          <p:cNvCxnSpPr>
            <a:cxnSpLocks/>
          </p:cNvCxnSpPr>
          <p:nvPr/>
        </p:nvCxnSpPr>
        <p:spPr>
          <a:xfrm>
            <a:off x="6521986" y="3701185"/>
            <a:ext cx="3379939" cy="5334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80AF5C-3BA9-445A-AC26-215FBE5072CA}"/>
              </a:ext>
            </a:extLst>
          </p:cNvPr>
          <p:cNvCxnSpPr>
            <a:cxnSpLocks/>
          </p:cNvCxnSpPr>
          <p:nvPr/>
        </p:nvCxnSpPr>
        <p:spPr>
          <a:xfrm flipV="1">
            <a:off x="6535117" y="1614780"/>
            <a:ext cx="3468199" cy="295389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2AD59F-AFA4-4935-B9F8-466BF3CFCB3A}"/>
              </a:ext>
            </a:extLst>
          </p:cNvPr>
          <p:cNvCxnSpPr>
            <a:cxnSpLocks/>
          </p:cNvCxnSpPr>
          <p:nvPr/>
        </p:nvCxnSpPr>
        <p:spPr>
          <a:xfrm>
            <a:off x="6457634" y="2854263"/>
            <a:ext cx="3405297" cy="1089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Arrow 9">
            <a:extLst>
              <a:ext uri="{FF2B5EF4-FFF2-40B4-BE49-F238E27FC236}">
                <a16:creationId xmlns:a16="http://schemas.microsoft.com/office/drawing/2014/main" id="{47742A20-A1DC-47EB-BD35-ED01AD283E70}"/>
              </a:ext>
            </a:extLst>
          </p:cNvPr>
          <p:cNvSpPr/>
          <p:nvPr/>
        </p:nvSpPr>
        <p:spPr>
          <a:xfrm>
            <a:off x="329289" y="2646250"/>
            <a:ext cx="464567" cy="264039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ight Arrow 9">
            <a:extLst>
              <a:ext uri="{FF2B5EF4-FFF2-40B4-BE49-F238E27FC236}">
                <a16:creationId xmlns:a16="http://schemas.microsoft.com/office/drawing/2014/main" id="{55D30500-414A-47A8-8E14-97CF8CB1F911}"/>
              </a:ext>
            </a:extLst>
          </p:cNvPr>
          <p:cNvSpPr/>
          <p:nvPr/>
        </p:nvSpPr>
        <p:spPr>
          <a:xfrm>
            <a:off x="329288" y="3164961"/>
            <a:ext cx="464567" cy="26403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ight Arrow 9">
            <a:extLst>
              <a:ext uri="{FF2B5EF4-FFF2-40B4-BE49-F238E27FC236}">
                <a16:creationId xmlns:a16="http://schemas.microsoft.com/office/drawing/2014/main" id="{7A4D3C7A-91B4-4F1F-A3EC-BF622A7CC6F1}"/>
              </a:ext>
            </a:extLst>
          </p:cNvPr>
          <p:cNvSpPr/>
          <p:nvPr/>
        </p:nvSpPr>
        <p:spPr>
          <a:xfrm>
            <a:off x="329288" y="3683673"/>
            <a:ext cx="464567" cy="264039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24410C-76DB-4FE6-921C-6D07FD62D6A1}"/>
              </a:ext>
            </a:extLst>
          </p:cNvPr>
          <p:cNvSpPr txBox="1"/>
          <p:nvPr/>
        </p:nvSpPr>
        <p:spPr>
          <a:xfrm>
            <a:off x="6056794" y="5952878"/>
            <a:ext cx="4101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Cardinality is </a:t>
            </a:r>
            <a:r>
              <a:rPr lang="en-GB" sz="3600" b="1" dirty="0">
                <a:solidFill>
                  <a:srgbClr val="7030A0"/>
                </a:solidFill>
              </a:rPr>
              <a:t>1:Many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9330AC-F496-4803-964A-BF643BA71738}"/>
              </a:ext>
            </a:extLst>
          </p:cNvPr>
          <p:cNvCxnSpPr>
            <a:cxnSpLocks/>
          </p:cNvCxnSpPr>
          <p:nvPr/>
        </p:nvCxnSpPr>
        <p:spPr>
          <a:xfrm>
            <a:off x="6470027" y="2854263"/>
            <a:ext cx="3431898" cy="200134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5EBCCA-8A9A-4DF2-BF9E-51236B7C1065}"/>
              </a:ext>
            </a:extLst>
          </p:cNvPr>
          <p:cNvCxnSpPr>
            <a:cxnSpLocks/>
          </p:cNvCxnSpPr>
          <p:nvPr/>
        </p:nvCxnSpPr>
        <p:spPr>
          <a:xfrm>
            <a:off x="6535117" y="4568678"/>
            <a:ext cx="3366808" cy="90119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06EA09-106C-47AB-BF8C-11DDC8B5A669}"/>
              </a:ext>
            </a:extLst>
          </p:cNvPr>
          <p:cNvCxnSpPr>
            <a:cxnSpLocks/>
          </p:cNvCxnSpPr>
          <p:nvPr/>
        </p:nvCxnSpPr>
        <p:spPr>
          <a:xfrm flipV="1">
            <a:off x="6535117" y="3594032"/>
            <a:ext cx="3366808" cy="97464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FAEB1D-6A1C-4E46-A725-1911EDF7C7C0}"/>
              </a:ext>
            </a:extLst>
          </p:cNvPr>
          <p:cNvCxnSpPr>
            <a:cxnSpLocks/>
          </p:cNvCxnSpPr>
          <p:nvPr/>
        </p:nvCxnSpPr>
        <p:spPr>
          <a:xfrm flipV="1">
            <a:off x="6470027" y="2298225"/>
            <a:ext cx="3485686" cy="55603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43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48AE-DF0B-4A3E-8111-6A6971FA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Entity-Occurrence Diagram (2)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64723-E5A1-4357-8595-04A23EBF0BB0}"/>
              </a:ext>
            </a:extLst>
          </p:cNvPr>
          <p:cNvGraphicFramePr>
            <a:graphicFrameLocks noGrp="1"/>
          </p:cNvGraphicFramePr>
          <p:nvPr/>
        </p:nvGraphicFramePr>
        <p:xfrm>
          <a:off x="843708" y="1996073"/>
          <a:ext cx="2651188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155">
                  <a:extLst>
                    <a:ext uri="{9D8B030D-6E8A-4147-A177-3AD203B41FA5}">
                      <a16:colId xmlns:a16="http://schemas.microsoft.com/office/drawing/2014/main" val="1459550812"/>
                    </a:ext>
                  </a:extLst>
                </a:gridCol>
                <a:gridCol w="1411033">
                  <a:extLst>
                    <a:ext uri="{9D8B030D-6E8A-4147-A177-3AD203B41FA5}">
                      <a16:colId xmlns:a16="http://schemas.microsoft.com/office/drawing/2014/main" val="172894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10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47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7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50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99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10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295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5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IC23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03365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75577C27-51B9-4F55-BFA2-DF0566949856}"/>
              </a:ext>
            </a:extLst>
          </p:cNvPr>
          <p:cNvSpPr/>
          <p:nvPr/>
        </p:nvSpPr>
        <p:spPr>
          <a:xfrm>
            <a:off x="5075103" y="2213908"/>
            <a:ext cx="2041793" cy="29745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F57839-3C91-41D4-891E-F2668C4F76FF}"/>
              </a:ext>
            </a:extLst>
          </p:cNvPr>
          <p:cNvSpPr/>
          <p:nvPr/>
        </p:nvSpPr>
        <p:spPr>
          <a:xfrm>
            <a:off x="9061373" y="1388125"/>
            <a:ext cx="2286919" cy="436469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77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93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111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123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135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184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295</a:t>
            </a:r>
          </a:p>
        </p:txBody>
      </p:sp>
    </p:spTree>
    <p:extLst>
      <p:ext uri="{BB962C8B-B14F-4D97-AF65-F5344CB8AC3E}">
        <p14:creationId xmlns:p14="http://schemas.microsoft.com/office/powerpoint/2010/main" val="2084903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48AE-DF0B-4A3E-8111-6A6971FA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Entity-Occurrence Diagram (3)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64723-E5A1-4357-8595-04A23EBF0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318097"/>
              </p:ext>
            </p:extLst>
          </p:nvPr>
        </p:nvGraphicFramePr>
        <p:xfrm>
          <a:off x="843708" y="1996073"/>
          <a:ext cx="300412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353">
                  <a:extLst>
                    <a:ext uri="{9D8B030D-6E8A-4147-A177-3AD203B41FA5}">
                      <a16:colId xmlns:a16="http://schemas.microsoft.com/office/drawing/2014/main" val="1459550812"/>
                    </a:ext>
                  </a:extLst>
                </a:gridCol>
                <a:gridCol w="1576769">
                  <a:extLst>
                    <a:ext uri="{9D8B030D-6E8A-4147-A177-3AD203B41FA5}">
                      <a16:colId xmlns:a16="http://schemas.microsoft.com/office/drawing/2014/main" val="172894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Subject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10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COMPH1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47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14079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MATH2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7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ENGH1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50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MATH2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571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ENGH1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99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ENGH1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10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COMPH1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5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MATH2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0336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35AF0A5-621C-4CF8-B38F-99F06F6343E8}"/>
              </a:ext>
            </a:extLst>
          </p:cNvPr>
          <p:cNvGrpSpPr/>
          <p:nvPr/>
        </p:nvGrpSpPr>
        <p:grpSpPr>
          <a:xfrm>
            <a:off x="4924541" y="1690688"/>
            <a:ext cx="2192356" cy="3497774"/>
            <a:chOff x="5075103" y="2255050"/>
            <a:chExt cx="2041793" cy="349777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5577C27-51B9-4F55-BFA2-DF0566949856}"/>
                </a:ext>
              </a:extLst>
            </p:cNvPr>
            <p:cNvSpPr/>
            <p:nvPr/>
          </p:nvSpPr>
          <p:spPr>
            <a:xfrm>
              <a:off x="5075103" y="2778270"/>
              <a:ext cx="2041793" cy="297455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COMPH1</a:t>
              </a:r>
            </a:p>
            <a:p>
              <a:pPr algn="ctr"/>
              <a:endParaRPr lang="en-GB" sz="28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ENGH1</a:t>
              </a:r>
            </a:p>
            <a:p>
              <a:pPr algn="ctr"/>
              <a:endParaRPr lang="en-GB" sz="28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MATH2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D9B717-8D10-4C1A-B8C3-2DDC0A4F4D6A}"/>
                </a:ext>
              </a:extLst>
            </p:cNvPr>
            <p:cNvSpPr txBox="1"/>
            <p:nvPr/>
          </p:nvSpPr>
          <p:spPr>
            <a:xfrm>
              <a:off x="5463454" y="2255050"/>
              <a:ext cx="12650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Subject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A5D8E01-FB30-4902-B8E8-AB6B49C05DB7}"/>
              </a:ext>
            </a:extLst>
          </p:cNvPr>
          <p:cNvGrpSpPr/>
          <p:nvPr/>
        </p:nvGrpSpPr>
        <p:grpSpPr>
          <a:xfrm>
            <a:off x="9061373" y="1318122"/>
            <a:ext cx="2286919" cy="4091533"/>
            <a:chOff x="9061373" y="1661291"/>
            <a:chExt cx="2041793" cy="409153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5F57839-3C91-41D4-891E-F2668C4F76FF}"/>
                </a:ext>
              </a:extLst>
            </p:cNvPr>
            <p:cNvSpPr/>
            <p:nvPr/>
          </p:nvSpPr>
          <p:spPr>
            <a:xfrm>
              <a:off x="9061373" y="2184512"/>
              <a:ext cx="2041793" cy="356831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14078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14079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14080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14081</a:t>
              </a:r>
            </a:p>
            <a:p>
              <a:pPr algn="ctr"/>
              <a:endParaRPr lang="en-GB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2800" dirty="0">
                  <a:solidFill>
                    <a:schemeClr val="tx1"/>
                  </a:solidFill>
                </a:rPr>
                <a:t>14082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3D1295-BA4E-48A5-8E06-0FB956BB2492}"/>
                </a:ext>
              </a:extLst>
            </p:cNvPr>
            <p:cNvSpPr txBox="1"/>
            <p:nvPr/>
          </p:nvSpPr>
          <p:spPr>
            <a:xfrm>
              <a:off x="9487526" y="1661291"/>
              <a:ext cx="11894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Student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3154E4-4F98-4828-A8A6-8BD91857C554}"/>
              </a:ext>
            </a:extLst>
          </p:cNvPr>
          <p:cNvCxnSpPr>
            <a:cxnSpLocks/>
          </p:cNvCxnSpPr>
          <p:nvPr/>
        </p:nvCxnSpPr>
        <p:spPr>
          <a:xfrm flipH="1">
            <a:off x="6699162" y="2363446"/>
            <a:ext cx="2995646" cy="50125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80AF5C-3BA9-445A-AC26-215FBE5072CA}"/>
              </a:ext>
            </a:extLst>
          </p:cNvPr>
          <p:cNvCxnSpPr>
            <a:cxnSpLocks/>
          </p:cNvCxnSpPr>
          <p:nvPr/>
        </p:nvCxnSpPr>
        <p:spPr>
          <a:xfrm>
            <a:off x="6622777" y="3700537"/>
            <a:ext cx="3049738" cy="58890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2AD59F-AFA4-4935-B9F8-466BF3CFCB3A}"/>
              </a:ext>
            </a:extLst>
          </p:cNvPr>
          <p:cNvCxnSpPr>
            <a:cxnSpLocks/>
          </p:cNvCxnSpPr>
          <p:nvPr/>
        </p:nvCxnSpPr>
        <p:spPr>
          <a:xfrm flipH="1">
            <a:off x="6600482" y="3663666"/>
            <a:ext cx="3083327" cy="368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Arrow 9">
            <a:extLst>
              <a:ext uri="{FF2B5EF4-FFF2-40B4-BE49-F238E27FC236}">
                <a16:creationId xmlns:a16="http://schemas.microsoft.com/office/drawing/2014/main" id="{47742A20-A1DC-47EB-BD35-ED01AD283E70}"/>
              </a:ext>
            </a:extLst>
          </p:cNvPr>
          <p:cNvSpPr/>
          <p:nvPr/>
        </p:nvSpPr>
        <p:spPr>
          <a:xfrm>
            <a:off x="329289" y="2646250"/>
            <a:ext cx="464567" cy="264039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ight Arrow 9">
            <a:extLst>
              <a:ext uri="{FF2B5EF4-FFF2-40B4-BE49-F238E27FC236}">
                <a16:creationId xmlns:a16="http://schemas.microsoft.com/office/drawing/2014/main" id="{55D30500-414A-47A8-8E14-97CF8CB1F911}"/>
              </a:ext>
            </a:extLst>
          </p:cNvPr>
          <p:cNvSpPr/>
          <p:nvPr/>
        </p:nvSpPr>
        <p:spPr>
          <a:xfrm>
            <a:off x="329288" y="3164961"/>
            <a:ext cx="464567" cy="26403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ight Arrow 9">
            <a:extLst>
              <a:ext uri="{FF2B5EF4-FFF2-40B4-BE49-F238E27FC236}">
                <a16:creationId xmlns:a16="http://schemas.microsoft.com/office/drawing/2014/main" id="{7A4D3C7A-91B4-4F1F-A3EC-BF622A7CC6F1}"/>
              </a:ext>
            </a:extLst>
          </p:cNvPr>
          <p:cNvSpPr/>
          <p:nvPr/>
        </p:nvSpPr>
        <p:spPr>
          <a:xfrm>
            <a:off x="329288" y="3683673"/>
            <a:ext cx="464567" cy="264039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24410C-76DB-4FE6-921C-6D07FD62D6A1}"/>
              </a:ext>
            </a:extLst>
          </p:cNvPr>
          <p:cNvSpPr txBox="1"/>
          <p:nvPr/>
        </p:nvSpPr>
        <p:spPr>
          <a:xfrm>
            <a:off x="5749293" y="5963699"/>
            <a:ext cx="4989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Cardinality is </a:t>
            </a:r>
            <a:r>
              <a:rPr lang="en-GB" sz="3600" b="1" dirty="0" err="1">
                <a:solidFill>
                  <a:srgbClr val="7030A0"/>
                </a:solidFill>
              </a:rPr>
              <a:t>Many:Many</a:t>
            </a:r>
            <a:endParaRPr lang="en-GB" sz="3600" b="1" dirty="0">
              <a:solidFill>
                <a:srgbClr val="7030A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9330AC-F496-4803-964A-BF643BA71738}"/>
              </a:ext>
            </a:extLst>
          </p:cNvPr>
          <p:cNvCxnSpPr>
            <a:cxnSpLocks/>
          </p:cNvCxnSpPr>
          <p:nvPr/>
        </p:nvCxnSpPr>
        <p:spPr>
          <a:xfrm flipV="1">
            <a:off x="6622777" y="2352595"/>
            <a:ext cx="3083031" cy="219735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5EBCCA-8A9A-4DF2-BF9E-51236B7C1065}"/>
              </a:ext>
            </a:extLst>
          </p:cNvPr>
          <p:cNvCxnSpPr>
            <a:cxnSpLocks/>
          </p:cNvCxnSpPr>
          <p:nvPr/>
        </p:nvCxnSpPr>
        <p:spPr>
          <a:xfrm flipH="1" flipV="1">
            <a:off x="6600483" y="3700537"/>
            <a:ext cx="3094325" cy="121827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06EA09-106C-47AB-BF8C-11DDC8B5A669}"/>
              </a:ext>
            </a:extLst>
          </p:cNvPr>
          <p:cNvCxnSpPr>
            <a:cxnSpLocks/>
          </p:cNvCxnSpPr>
          <p:nvPr/>
        </p:nvCxnSpPr>
        <p:spPr>
          <a:xfrm flipH="1">
            <a:off x="6611483" y="3015358"/>
            <a:ext cx="3083325" cy="1534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FAEB1D-6A1C-4E46-A725-1911EDF7C7C0}"/>
              </a:ext>
            </a:extLst>
          </p:cNvPr>
          <p:cNvCxnSpPr>
            <a:cxnSpLocks/>
          </p:cNvCxnSpPr>
          <p:nvPr/>
        </p:nvCxnSpPr>
        <p:spPr>
          <a:xfrm flipH="1" flipV="1">
            <a:off x="6699162" y="2864704"/>
            <a:ext cx="2995646" cy="205410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18AF839-650F-481D-86D4-AB07C526DC23}"/>
              </a:ext>
            </a:extLst>
          </p:cNvPr>
          <p:cNvCxnSpPr>
            <a:cxnSpLocks/>
          </p:cNvCxnSpPr>
          <p:nvPr/>
        </p:nvCxnSpPr>
        <p:spPr>
          <a:xfrm flipH="1">
            <a:off x="6611482" y="4289447"/>
            <a:ext cx="3083326" cy="26049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9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0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500"/>
                            </p:stCondLst>
                            <p:childTnLst>
                              <p:par>
                                <p:cTn id="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5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5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1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48AE-DF0B-4A3E-8111-6A6971FA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Entity-Occurrence Diagram (3)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64723-E5A1-4357-8595-04A23EBF0BB0}"/>
              </a:ext>
            </a:extLst>
          </p:cNvPr>
          <p:cNvGraphicFramePr>
            <a:graphicFrameLocks noGrp="1"/>
          </p:cNvGraphicFramePr>
          <p:nvPr/>
        </p:nvGraphicFramePr>
        <p:xfrm>
          <a:off x="843708" y="1996073"/>
          <a:ext cx="300412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353">
                  <a:extLst>
                    <a:ext uri="{9D8B030D-6E8A-4147-A177-3AD203B41FA5}">
                      <a16:colId xmlns:a16="http://schemas.microsoft.com/office/drawing/2014/main" val="1459550812"/>
                    </a:ext>
                  </a:extLst>
                </a:gridCol>
                <a:gridCol w="1576769">
                  <a:extLst>
                    <a:ext uri="{9D8B030D-6E8A-4147-A177-3AD203B41FA5}">
                      <a16:colId xmlns:a16="http://schemas.microsoft.com/office/drawing/2014/main" val="172894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Subject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10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COMPH1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47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14079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MATH2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72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ENGH1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50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MATH2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571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ENGH1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99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ENGH1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101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COMPH1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5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14081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MATH2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03365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75577C27-51B9-4F55-BFA2-DF0566949856}"/>
              </a:ext>
            </a:extLst>
          </p:cNvPr>
          <p:cNvSpPr/>
          <p:nvPr/>
        </p:nvSpPr>
        <p:spPr>
          <a:xfrm>
            <a:off x="4924541" y="2213908"/>
            <a:ext cx="2192356" cy="29745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COMPH1</a:t>
            </a:r>
          </a:p>
          <a:p>
            <a:pPr algn="ctr"/>
            <a:endParaRPr lang="en-GB" sz="28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ENGH1</a:t>
            </a:r>
          </a:p>
          <a:p>
            <a:pPr algn="ctr"/>
            <a:endParaRPr lang="en-GB" sz="28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MATH2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F57839-3C91-41D4-891E-F2668C4F76FF}"/>
              </a:ext>
            </a:extLst>
          </p:cNvPr>
          <p:cNvSpPr/>
          <p:nvPr/>
        </p:nvSpPr>
        <p:spPr>
          <a:xfrm>
            <a:off x="9061373" y="1841343"/>
            <a:ext cx="2286919" cy="356831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14078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14079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14080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14081</a:t>
            </a:r>
          </a:p>
          <a:p>
            <a:pPr algn="ctr"/>
            <a:endParaRPr lang="en-GB" sz="1400" dirty="0">
              <a:solidFill>
                <a:schemeClr val="tx1"/>
              </a:solidFill>
            </a:endParaRPr>
          </a:p>
          <a:p>
            <a:pPr algn="ctr"/>
            <a:r>
              <a:rPr lang="en-GB" sz="2800" dirty="0">
                <a:solidFill>
                  <a:schemeClr val="tx1"/>
                </a:solidFill>
              </a:rPr>
              <a:t>14082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3154E4-4F98-4828-A8A6-8BD91857C554}"/>
              </a:ext>
            </a:extLst>
          </p:cNvPr>
          <p:cNvCxnSpPr>
            <a:cxnSpLocks/>
          </p:cNvCxnSpPr>
          <p:nvPr/>
        </p:nvCxnSpPr>
        <p:spPr>
          <a:xfrm flipH="1">
            <a:off x="6699162" y="2363446"/>
            <a:ext cx="2995646" cy="50125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80AF5C-3BA9-445A-AC26-215FBE5072CA}"/>
              </a:ext>
            </a:extLst>
          </p:cNvPr>
          <p:cNvCxnSpPr>
            <a:cxnSpLocks/>
          </p:cNvCxnSpPr>
          <p:nvPr/>
        </p:nvCxnSpPr>
        <p:spPr>
          <a:xfrm>
            <a:off x="6622777" y="3700537"/>
            <a:ext cx="3049738" cy="58890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2AD59F-AFA4-4935-B9F8-466BF3CFCB3A}"/>
              </a:ext>
            </a:extLst>
          </p:cNvPr>
          <p:cNvCxnSpPr>
            <a:cxnSpLocks/>
          </p:cNvCxnSpPr>
          <p:nvPr/>
        </p:nvCxnSpPr>
        <p:spPr>
          <a:xfrm flipH="1">
            <a:off x="6600482" y="3663666"/>
            <a:ext cx="3083327" cy="368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9330AC-F496-4803-964A-BF643BA71738}"/>
              </a:ext>
            </a:extLst>
          </p:cNvPr>
          <p:cNvCxnSpPr>
            <a:cxnSpLocks/>
          </p:cNvCxnSpPr>
          <p:nvPr/>
        </p:nvCxnSpPr>
        <p:spPr>
          <a:xfrm flipV="1">
            <a:off x="6622777" y="2352595"/>
            <a:ext cx="3083031" cy="219735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5EBCCA-8A9A-4DF2-BF9E-51236B7C1065}"/>
              </a:ext>
            </a:extLst>
          </p:cNvPr>
          <p:cNvCxnSpPr>
            <a:cxnSpLocks/>
          </p:cNvCxnSpPr>
          <p:nvPr/>
        </p:nvCxnSpPr>
        <p:spPr>
          <a:xfrm flipH="1" flipV="1">
            <a:off x="6600483" y="3700537"/>
            <a:ext cx="3094325" cy="121827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06EA09-106C-47AB-BF8C-11DDC8B5A669}"/>
              </a:ext>
            </a:extLst>
          </p:cNvPr>
          <p:cNvCxnSpPr>
            <a:cxnSpLocks/>
          </p:cNvCxnSpPr>
          <p:nvPr/>
        </p:nvCxnSpPr>
        <p:spPr>
          <a:xfrm flipH="1">
            <a:off x="6611483" y="3015358"/>
            <a:ext cx="3083325" cy="15345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FAEB1D-6A1C-4E46-A725-1911EDF7C7C0}"/>
              </a:ext>
            </a:extLst>
          </p:cNvPr>
          <p:cNvCxnSpPr>
            <a:cxnSpLocks/>
          </p:cNvCxnSpPr>
          <p:nvPr/>
        </p:nvCxnSpPr>
        <p:spPr>
          <a:xfrm flipH="1" flipV="1">
            <a:off x="6699162" y="2864704"/>
            <a:ext cx="2995646" cy="205410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18AF839-650F-481D-86D4-AB07C526DC23}"/>
              </a:ext>
            </a:extLst>
          </p:cNvPr>
          <p:cNvCxnSpPr>
            <a:cxnSpLocks/>
          </p:cNvCxnSpPr>
          <p:nvPr/>
        </p:nvCxnSpPr>
        <p:spPr>
          <a:xfrm flipH="1">
            <a:off x="6611482" y="4289447"/>
            <a:ext cx="3083326" cy="26049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1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Microsoft Office PowerPoint</Application>
  <PresentationFormat>Widescreen</PresentationFormat>
  <Paragraphs>822</Paragraphs>
  <Slides>31</Slides>
  <Notes>22</Notes>
  <HiddenSlides>13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Office Theme</vt:lpstr>
      <vt:lpstr>Advanced Higher Computing Science</vt:lpstr>
      <vt:lpstr>Plan</vt:lpstr>
      <vt:lpstr>Plan</vt:lpstr>
      <vt:lpstr>Assessment</vt:lpstr>
      <vt:lpstr>Assessment</vt:lpstr>
      <vt:lpstr>What is a database?</vt:lpstr>
      <vt:lpstr>SQL</vt:lpstr>
      <vt:lpstr>Learning Intentions</vt:lpstr>
      <vt:lpstr>IN </vt:lpstr>
      <vt:lpstr>IN </vt:lpstr>
      <vt:lpstr>NOT </vt:lpstr>
      <vt:lpstr>NOT </vt:lpstr>
      <vt:lpstr>BETWEEN (1) </vt:lpstr>
      <vt:lpstr>BETWEEN (1) </vt:lpstr>
      <vt:lpstr>BETWEEN (2) </vt:lpstr>
      <vt:lpstr>BETWEEN (2) </vt:lpstr>
      <vt:lpstr>ANY </vt:lpstr>
      <vt:lpstr>ANY </vt:lpstr>
      <vt:lpstr>Order of Operations</vt:lpstr>
      <vt:lpstr>Order of Operations</vt:lpstr>
      <vt:lpstr>Using an Alias</vt:lpstr>
      <vt:lpstr>Using an Alias</vt:lpstr>
      <vt:lpstr>GROUP BY – Example</vt:lpstr>
      <vt:lpstr>GROUP BY – Example</vt:lpstr>
      <vt:lpstr>Learning Intentions</vt:lpstr>
      <vt:lpstr>Entity-Occurrence Diagram (1)</vt:lpstr>
      <vt:lpstr>Entity-Occurrence Diagram (1)</vt:lpstr>
      <vt:lpstr>Entity-Occurrence Diagram (2)</vt:lpstr>
      <vt:lpstr>Entity-Occurrence Diagram (2)</vt:lpstr>
      <vt:lpstr>Entity-Occurrence Diagram (3)</vt:lpstr>
      <vt:lpstr>Entity-Occurrence Diagram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 Friend</dc:creator>
  <cp:lastModifiedBy>Al Friend</cp:lastModifiedBy>
  <cp:revision>299</cp:revision>
  <cp:lastPrinted>2021-06-18T08:15:49Z</cp:lastPrinted>
  <dcterms:created xsi:type="dcterms:W3CDTF">2020-11-23T14:36:09Z</dcterms:created>
  <dcterms:modified xsi:type="dcterms:W3CDTF">2026-10-29T22:25:45Z</dcterms:modified>
</cp:coreProperties>
</file>