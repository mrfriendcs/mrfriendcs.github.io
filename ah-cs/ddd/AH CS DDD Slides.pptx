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3"/>
  </p:notesMasterIdLst>
  <p:sldIdLst>
    <p:sldId id="262" r:id="rId2"/>
    <p:sldId id="687" r:id="rId3"/>
    <p:sldId id="424" r:id="rId4"/>
    <p:sldId id="686" r:id="rId5"/>
    <p:sldId id="787" r:id="rId6"/>
    <p:sldId id="430" r:id="rId7"/>
    <p:sldId id="433" r:id="rId8"/>
    <p:sldId id="479" r:id="rId9"/>
    <p:sldId id="481" r:id="rId10"/>
    <p:sldId id="879" r:id="rId11"/>
    <p:sldId id="880" r:id="rId12"/>
    <p:sldId id="881" r:id="rId13"/>
    <p:sldId id="882" r:id="rId14"/>
    <p:sldId id="883" r:id="rId15"/>
    <p:sldId id="434" r:id="rId16"/>
    <p:sldId id="441" r:id="rId17"/>
    <p:sldId id="467" r:id="rId18"/>
    <p:sldId id="598" r:id="rId19"/>
    <p:sldId id="468" r:id="rId20"/>
    <p:sldId id="599" r:id="rId21"/>
    <p:sldId id="448" r:id="rId22"/>
    <p:sldId id="788" r:id="rId23"/>
    <p:sldId id="789" r:id="rId24"/>
    <p:sldId id="790" r:id="rId25"/>
    <p:sldId id="495" r:id="rId26"/>
    <p:sldId id="775" r:id="rId27"/>
    <p:sldId id="589" r:id="rId28"/>
    <p:sldId id="772" r:id="rId29"/>
    <p:sldId id="771" r:id="rId30"/>
    <p:sldId id="773" r:id="rId31"/>
    <p:sldId id="475" r:id="rId32"/>
    <p:sldId id="476" r:id="rId33"/>
    <p:sldId id="477" r:id="rId34"/>
    <p:sldId id="759" r:id="rId35"/>
    <p:sldId id="478" r:id="rId36"/>
    <p:sldId id="590" r:id="rId37"/>
    <p:sldId id="469" r:id="rId38"/>
    <p:sldId id="470" r:id="rId39"/>
    <p:sldId id="471" r:id="rId40"/>
    <p:sldId id="761" r:id="rId41"/>
    <p:sldId id="874" r:id="rId42"/>
    <p:sldId id="875" r:id="rId43"/>
    <p:sldId id="472" r:id="rId44"/>
    <p:sldId id="762" r:id="rId45"/>
    <p:sldId id="474" r:id="rId46"/>
    <p:sldId id="763" r:id="rId47"/>
    <p:sldId id="473" r:id="rId48"/>
    <p:sldId id="764" r:id="rId49"/>
    <p:sldId id="496" r:id="rId50"/>
    <p:sldId id="765" r:id="rId51"/>
    <p:sldId id="485" r:id="rId52"/>
    <p:sldId id="486" r:id="rId53"/>
    <p:sldId id="487" r:id="rId54"/>
    <p:sldId id="760" r:id="rId55"/>
    <p:sldId id="488" r:id="rId56"/>
    <p:sldId id="776" r:id="rId57"/>
    <p:sldId id="701" r:id="rId58"/>
    <p:sldId id="740" r:id="rId59"/>
    <p:sldId id="791" r:id="rId60"/>
    <p:sldId id="792" r:id="rId61"/>
    <p:sldId id="877" r:id="rId62"/>
    <p:sldId id="878" r:id="rId63"/>
    <p:sldId id="777" r:id="rId64"/>
    <p:sldId id="778" r:id="rId65"/>
    <p:sldId id="489" r:id="rId66"/>
    <p:sldId id="497" r:id="rId67"/>
    <p:sldId id="873" r:id="rId68"/>
    <p:sldId id="490" r:id="rId69"/>
    <p:sldId id="513" r:id="rId70"/>
    <p:sldId id="592" r:id="rId71"/>
    <p:sldId id="493" r:id="rId72"/>
    <p:sldId id="593" r:id="rId73"/>
    <p:sldId id="491" r:id="rId74"/>
    <p:sldId id="594" r:id="rId75"/>
    <p:sldId id="685" r:id="rId76"/>
    <p:sldId id="786" r:id="rId77"/>
    <p:sldId id="680" r:id="rId78"/>
    <p:sldId id="681" r:id="rId79"/>
    <p:sldId id="682" r:id="rId80"/>
    <p:sldId id="684" r:id="rId81"/>
    <p:sldId id="779" r:id="rId82"/>
    <p:sldId id="780" r:id="rId83"/>
    <p:sldId id="783" r:id="rId84"/>
    <p:sldId id="781" r:id="rId85"/>
    <p:sldId id="784" r:id="rId86"/>
    <p:sldId id="782" r:id="rId87"/>
    <p:sldId id="785" r:id="rId88"/>
    <p:sldId id="494" r:id="rId89"/>
    <p:sldId id="499" r:id="rId90"/>
    <p:sldId id="508" r:id="rId91"/>
    <p:sldId id="507" r:id="rId92"/>
    <p:sldId id="509" r:id="rId93"/>
    <p:sldId id="757" r:id="rId94"/>
    <p:sldId id="693" r:id="rId95"/>
    <p:sldId id="506" r:id="rId96"/>
    <p:sldId id="688" r:id="rId97"/>
    <p:sldId id="447" r:id="rId98"/>
    <p:sldId id="691" r:id="rId99"/>
    <p:sldId id="504" r:id="rId100"/>
    <p:sldId id="690" r:id="rId101"/>
    <p:sldId id="537" r:id="rId102"/>
    <p:sldId id="856" r:id="rId103"/>
    <p:sldId id="866" r:id="rId104"/>
    <p:sldId id="860" r:id="rId105"/>
    <p:sldId id="867" r:id="rId106"/>
    <p:sldId id="858" r:id="rId107"/>
    <p:sldId id="868" r:id="rId108"/>
    <p:sldId id="869" r:id="rId109"/>
    <p:sldId id="871" r:id="rId110"/>
    <p:sldId id="870" r:id="rId111"/>
    <p:sldId id="872" r:id="rId112"/>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Logical operators" id="{1D8E4C94-2161-400E-BE16-C2650E70DF4D}">
          <p14:sldIdLst>
            <p14:sldId id="479"/>
            <p14:sldId id="481"/>
            <p14:sldId id="879"/>
            <p14:sldId id="880"/>
            <p14:sldId id="881"/>
            <p14:sldId id="882"/>
            <p14:sldId id="883"/>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874"/>
            <p14:sldId id="875"/>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Lst>
        </p14:section>
        <p14:section name="Order of Operations" id="{61C6AB9F-6AFB-4C9B-A654-DCFA6901CB4C}">
          <p14:sldIdLst>
            <p14:sldId id="791"/>
            <p14:sldId id="792"/>
            <p14:sldId id="877"/>
            <p14:sldId id="878"/>
            <p14:sldId id="777"/>
            <p14:sldId id="778"/>
          </p14:sldIdLst>
        </p14:section>
        <p14:section name="Double 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1" autoAdjust="0"/>
    <p:restoredTop sz="84865" autoAdjust="0"/>
  </p:normalViewPr>
  <p:slideViewPr>
    <p:cSldViewPr snapToGrid="0" showGuides="1">
      <p:cViewPr varScale="1">
        <p:scale>
          <a:sx n="56" d="100"/>
          <a:sy n="56" d="100"/>
        </p:scale>
        <p:origin x="516"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ableStyles" Target="tableStyle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notesMaster" Target="notesMasters/notesMaster1.xml"/><Relationship Id="rId118" Type="http://schemas.microsoft.com/office/2016/11/relationships/changesInfo" Target="changesInfos/changesInfo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DED00A58-1123-48BC-B589-3C2D7C35F4D8}"/>
  </pc:docChgLst>
  <pc:docChgLst>
    <pc:chgData name="Al Friend" userId="e5ed79da-d858-46d4-9eed-a7a24903f2de" providerId="ADAL" clId="{A321C44D-CDC8-457A-B83A-AE1FCE227571}"/>
  </pc:docChgLst>
  <pc:docChgLst>
    <pc:chgData name="Al Friend" userId="e5ed79da-d858-46d4-9eed-a7a24903f2de" providerId="ADAL" clId="{86267C0B-2CD9-41BA-80EA-F8864E498CAF}"/>
  </pc:docChgLst>
  <pc:docChgLst>
    <pc:chgData name="Al Friend" userId="e5ed79da-d858-46d4-9eed-a7a24903f2de" providerId="ADAL" clId="{7629EF56-E4C2-4744-AEF1-479C866A7F49}"/>
  </pc:docChgLst>
  <pc:docChgLst>
    <pc:chgData name="Al Friend" userId="e5ed79da-d858-46d4-9eed-a7a24903f2de" providerId="ADAL" clId="{262E20AF-7CF5-40DA-B920-234D8BAB6C8F}"/>
  </pc:docChgLst>
  <pc:docChgLst>
    <pc:chgData name="Al Friend" userId="e5ed79da-d858-46d4-9eed-a7a24903f2de" providerId="ADAL" clId="{2ADC6F7B-3894-471F-AE18-EAEBF32FD1EF}"/>
    <pc:docChg chg="custSel addSld delSld modSld sldOrd modSection">
      <pc:chgData name="Al Friend" userId="e5ed79da-d858-46d4-9eed-a7a24903f2de" providerId="ADAL" clId="{2ADC6F7B-3894-471F-AE18-EAEBF32FD1EF}" dt="2026-10-29T16:11:58.937" v="353" actId="478"/>
      <pc:docMkLst>
        <pc:docMk/>
      </pc:docMkLst>
      <pc:sldChg chg="modSp">
        <pc:chgData name="Al Friend" userId="e5ed79da-d858-46d4-9eed-a7a24903f2de" providerId="ADAL" clId="{2ADC6F7B-3894-471F-AE18-EAEBF32FD1EF}" dt="2026-10-29T14:54:04.919" v="10" actId="20577"/>
        <pc:sldMkLst>
          <pc:docMk/>
          <pc:sldMk cId="1397375078" sldId="262"/>
        </pc:sldMkLst>
        <pc:spChg chg="mod">
          <ac:chgData name="Al Friend" userId="e5ed79da-d858-46d4-9eed-a7a24903f2de" providerId="ADAL" clId="{2ADC6F7B-3894-471F-AE18-EAEBF32FD1EF}" dt="2026-10-29T14:54:04.919" v="10" actId="20577"/>
          <ac:spMkLst>
            <pc:docMk/>
            <pc:sldMk cId="1397375078" sldId="262"/>
            <ac:spMk id="2" creationId="{00000000-0000-0000-0000-000000000000}"/>
          </ac:spMkLst>
        </pc:spChg>
      </pc:sldChg>
      <pc:sldChg chg="modSp">
        <pc:chgData name="Al Friend" userId="e5ed79da-d858-46d4-9eed-a7a24903f2de" providerId="ADAL" clId="{2ADC6F7B-3894-471F-AE18-EAEBF32FD1EF}" dt="2026-10-29T15:39:46.920" v="79" actId="20577"/>
        <pc:sldMkLst>
          <pc:docMk/>
          <pc:sldMk cId="1005400821" sldId="479"/>
        </pc:sldMkLst>
        <pc:spChg chg="mod">
          <ac:chgData name="Al Friend" userId="e5ed79da-d858-46d4-9eed-a7a24903f2de" providerId="ADAL" clId="{2ADC6F7B-3894-471F-AE18-EAEBF32FD1EF}" dt="2026-10-29T15:39:46.920" v="79" actId="20577"/>
          <ac:spMkLst>
            <pc:docMk/>
            <pc:sldMk cId="1005400821" sldId="479"/>
            <ac:spMk id="3" creationId="{00000000-0000-0000-0000-000000000000}"/>
          </ac:spMkLst>
        </pc:spChg>
      </pc:sldChg>
      <pc:sldChg chg="del">
        <pc:chgData name="Al Friend" userId="e5ed79da-d858-46d4-9eed-a7a24903f2de" providerId="ADAL" clId="{2ADC6F7B-3894-471F-AE18-EAEBF32FD1EF}" dt="2026-10-29T15:46:39.268" v="168" actId="2696"/>
        <pc:sldMkLst>
          <pc:docMk/>
          <pc:sldMk cId="1470971289" sldId="480"/>
        </pc:sldMkLst>
      </pc:sldChg>
      <pc:sldChg chg="addSp modSp modAnim">
        <pc:chgData name="Al Friend" userId="e5ed79da-d858-46d4-9eed-a7a24903f2de" providerId="ADAL" clId="{2ADC6F7B-3894-471F-AE18-EAEBF32FD1EF}" dt="2026-10-29T15:46:16.662" v="167" actId="20577"/>
        <pc:sldMkLst>
          <pc:docMk/>
          <pc:sldMk cId="4234199121" sldId="481"/>
        </pc:sldMkLst>
        <pc:spChg chg="mod">
          <ac:chgData name="Al Friend" userId="e5ed79da-d858-46d4-9eed-a7a24903f2de" providerId="ADAL" clId="{2ADC6F7B-3894-471F-AE18-EAEBF32FD1EF}" dt="2026-10-29T14:57:02.168" v="27" actId="6549"/>
          <ac:spMkLst>
            <pc:docMk/>
            <pc:sldMk cId="4234199121" sldId="481"/>
            <ac:spMk id="2" creationId="{2CE87805-17F2-4B70-B505-57FB17E1FEE3}"/>
          </ac:spMkLst>
        </pc:spChg>
        <pc:spChg chg="mod">
          <ac:chgData name="Al Friend" userId="e5ed79da-d858-46d4-9eed-a7a24903f2de" providerId="ADAL" clId="{2ADC6F7B-3894-471F-AE18-EAEBF32FD1EF}" dt="2026-10-29T15:45:47.162" v="162" actId="20577"/>
          <ac:spMkLst>
            <pc:docMk/>
            <pc:sldMk cId="4234199121" sldId="481"/>
            <ac:spMk id="3" creationId="{E4EE7085-4C5B-409B-8843-A8A3D3CB6E90}"/>
          </ac:spMkLst>
        </pc:spChg>
        <pc:spChg chg="add mod">
          <ac:chgData name="Al Friend" userId="e5ed79da-d858-46d4-9eed-a7a24903f2de" providerId="ADAL" clId="{2ADC6F7B-3894-471F-AE18-EAEBF32FD1EF}" dt="2026-10-29T15:43:17.811" v="150" actId="14100"/>
          <ac:spMkLst>
            <pc:docMk/>
            <pc:sldMk cId="4234199121" sldId="481"/>
            <ac:spMk id="4" creationId="{45E98325-9D6C-47AA-A18C-422D12867A0D}"/>
          </ac:spMkLst>
        </pc:spChg>
        <pc:spChg chg="add mod">
          <ac:chgData name="Al Friend" userId="e5ed79da-d858-46d4-9eed-a7a24903f2de" providerId="ADAL" clId="{2ADC6F7B-3894-471F-AE18-EAEBF32FD1EF}" dt="2026-10-29T15:41:38.740" v="129" actId="14100"/>
          <ac:spMkLst>
            <pc:docMk/>
            <pc:sldMk cId="4234199121" sldId="481"/>
            <ac:spMk id="5" creationId="{4EADDAE6-40E7-4551-836F-3042A08F5D8E}"/>
          </ac:spMkLst>
        </pc:spChg>
      </pc:sldChg>
      <pc:sldChg chg="del">
        <pc:chgData name="Al Friend" userId="e5ed79da-d858-46d4-9eed-a7a24903f2de" providerId="ADAL" clId="{2ADC6F7B-3894-471F-AE18-EAEBF32FD1EF}" dt="2026-10-29T15:46:39.357" v="170" actId="2696"/>
        <pc:sldMkLst>
          <pc:docMk/>
          <pc:sldMk cId="1332464609" sldId="482"/>
        </pc:sldMkLst>
      </pc:sldChg>
      <pc:sldChg chg="del">
        <pc:chgData name="Al Friend" userId="e5ed79da-d858-46d4-9eed-a7a24903f2de" providerId="ADAL" clId="{2ADC6F7B-3894-471F-AE18-EAEBF32FD1EF}" dt="2026-10-29T15:46:39.429" v="172" actId="2696"/>
        <pc:sldMkLst>
          <pc:docMk/>
          <pc:sldMk cId="932557511" sldId="483"/>
        </pc:sldMkLst>
      </pc:sldChg>
      <pc:sldChg chg="del">
        <pc:chgData name="Al Friend" userId="e5ed79da-d858-46d4-9eed-a7a24903f2de" providerId="ADAL" clId="{2ADC6F7B-3894-471F-AE18-EAEBF32FD1EF}" dt="2026-10-29T15:46:39.589" v="174" actId="2696"/>
        <pc:sldMkLst>
          <pc:docMk/>
          <pc:sldMk cId="1332464609" sldId="484"/>
        </pc:sldMkLst>
      </pc:sldChg>
      <pc:sldChg chg="del">
        <pc:chgData name="Al Friend" userId="e5ed79da-d858-46d4-9eed-a7a24903f2de" providerId="ADAL" clId="{2ADC6F7B-3894-471F-AE18-EAEBF32FD1EF}" dt="2026-10-29T15:46:39.300" v="169" actId="2696"/>
        <pc:sldMkLst>
          <pc:docMk/>
          <pc:sldMk cId="1154128154" sldId="595"/>
        </pc:sldMkLst>
      </pc:sldChg>
      <pc:sldChg chg="del">
        <pc:chgData name="Al Friend" userId="e5ed79da-d858-46d4-9eed-a7a24903f2de" providerId="ADAL" clId="{2ADC6F7B-3894-471F-AE18-EAEBF32FD1EF}" dt="2026-10-29T15:46:39.380" v="171" actId="2696"/>
        <pc:sldMkLst>
          <pc:docMk/>
          <pc:sldMk cId="2069661195" sldId="596"/>
        </pc:sldMkLst>
      </pc:sldChg>
      <pc:sldChg chg="del">
        <pc:chgData name="Al Friend" userId="e5ed79da-d858-46d4-9eed-a7a24903f2de" providerId="ADAL" clId="{2ADC6F7B-3894-471F-AE18-EAEBF32FD1EF}" dt="2026-10-29T15:46:39.516" v="173" actId="2696"/>
        <pc:sldMkLst>
          <pc:docMk/>
          <pc:sldMk cId="4012337863" sldId="597"/>
        </pc:sldMkLst>
      </pc:sldChg>
      <pc:sldChg chg="del">
        <pc:chgData name="Al Friend" userId="e5ed79da-d858-46d4-9eed-a7a24903f2de" providerId="ADAL" clId="{2ADC6F7B-3894-471F-AE18-EAEBF32FD1EF}" dt="2026-10-29T15:46:39.641" v="175" actId="2696"/>
        <pc:sldMkLst>
          <pc:docMk/>
          <pc:sldMk cId="3263263647" sldId="758"/>
        </pc:sldMkLst>
      </pc:sldChg>
      <pc:sldChg chg="modSp add modTransition modAnim">
        <pc:chgData name="Al Friend" userId="e5ed79da-d858-46d4-9eed-a7a24903f2de" providerId="ADAL" clId="{2ADC6F7B-3894-471F-AE18-EAEBF32FD1EF}" dt="2026-10-29T15:50:17.513" v="244"/>
        <pc:sldMkLst>
          <pc:docMk/>
          <pc:sldMk cId="1922550944" sldId="879"/>
        </pc:sldMkLst>
        <pc:spChg chg="mod">
          <ac:chgData name="Al Friend" userId="e5ed79da-d858-46d4-9eed-a7a24903f2de" providerId="ADAL" clId="{2ADC6F7B-3894-471F-AE18-EAEBF32FD1EF}" dt="2026-10-29T15:42:08.758" v="134"/>
          <ac:spMkLst>
            <pc:docMk/>
            <pc:sldMk cId="1922550944" sldId="879"/>
            <ac:spMk id="3" creationId="{E4EE7085-4C5B-409B-8843-A8A3D3CB6E90}"/>
          </ac:spMkLst>
        </pc:spChg>
      </pc:sldChg>
      <pc:sldChg chg="delSp modSp add ord delAnim">
        <pc:chgData name="Al Friend" userId="e5ed79da-d858-46d4-9eed-a7a24903f2de" providerId="ADAL" clId="{2ADC6F7B-3894-471F-AE18-EAEBF32FD1EF}" dt="2026-10-29T15:49:50.264" v="239" actId="1037"/>
        <pc:sldMkLst>
          <pc:docMk/>
          <pc:sldMk cId="2491125085" sldId="880"/>
        </pc:sldMkLst>
        <pc:spChg chg="mod">
          <ac:chgData name="Al Friend" userId="e5ed79da-d858-46d4-9eed-a7a24903f2de" providerId="ADAL" clId="{2ADC6F7B-3894-471F-AE18-EAEBF32FD1EF}" dt="2026-10-29T15:46:56.837" v="182" actId="20577"/>
          <ac:spMkLst>
            <pc:docMk/>
            <pc:sldMk cId="2491125085" sldId="880"/>
            <ac:spMk id="2" creationId="{2CE87805-17F2-4B70-B505-57FB17E1FEE3}"/>
          </ac:spMkLst>
        </pc:spChg>
        <pc:spChg chg="mod">
          <ac:chgData name="Al Friend" userId="e5ed79da-d858-46d4-9eed-a7a24903f2de" providerId="ADAL" clId="{2ADC6F7B-3894-471F-AE18-EAEBF32FD1EF}" dt="2026-10-29T15:49:42.077" v="233"/>
          <ac:spMkLst>
            <pc:docMk/>
            <pc:sldMk cId="2491125085" sldId="880"/>
            <ac:spMk id="3" creationId="{E4EE7085-4C5B-409B-8843-A8A3D3CB6E90}"/>
          </ac:spMkLst>
        </pc:spChg>
        <pc:spChg chg="mod">
          <ac:chgData name="Al Friend" userId="e5ed79da-d858-46d4-9eed-a7a24903f2de" providerId="ADAL" clId="{2ADC6F7B-3894-471F-AE18-EAEBF32FD1EF}" dt="2026-10-29T15:49:50.264" v="239" actId="1037"/>
          <ac:spMkLst>
            <pc:docMk/>
            <pc:sldMk cId="2491125085" sldId="880"/>
            <ac:spMk id="4" creationId="{45E98325-9D6C-47AA-A18C-422D12867A0D}"/>
          </ac:spMkLst>
        </pc:spChg>
        <pc:spChg chg="del">
          <ac:chgData name="Al Friend" userId="e5ed79da-d858-46d4-9eed-a7a24903f2de" providerId="ADAL" clId="{2ADC6F7B-3894-471F-AE18-EAEBF32FD1EF}" dt="2026-10-29T15:49:46.615" v="234" actId="478"/>
          <ac:spMkLst>
            <pc:docMk/>
            <pc:sldMk cId="2491125085" sldId="880"/>
            <ac:spMk id="5" creationId="{4EADDAE6-40E7-4551-836F-3042A08F5D8E}"/>
          </ac:spMkLst>
        </pc:spChg>
      </pc:sldChg>
      <pc:sldChg chg="delSp add modTransition delAnim modAnim">
        <pc:chgData name="Al Friend" userId="e5ed79da-d858-46d4-9eed-a7a24903f2de" providerId="ADAL" clId="{2ADC6F7B-3894-471F-AE18-EAEBF32FD1EF}" dt="2026-10-29T15:50:12.240" v="243"/>
        <pc:sldMkLst>
          <pc:docMk/>
          <pc:sldMk cId="2654210516" sldId="881"/>
        </pc:sldMkLst>
        <pc:spChg chg="del">
          <ac:chgData name="Al Friend" userId="e5ed79da-d858-46d4-9eed-a7a24903f2de" providerId="ADAL" clId="{2ADC6F7B-3894-471F-AE18-EAEBF32FD1EF}" dt="2026-10-29T15:50:09.775" v="242" actId="478"/>
          <ac:spMkLst>
            <pc:docMk/>
            <pc:sldMk cId="2654210516" sldId="881"/>
            <ac:spMk id="4" creationId="{45E98325-9D6C-47AA-A18C-422D12867A0D}"/>
          </ac:spMkLst>
        </pc:spChg>
      </pc:sldChg>
      <pc:sldChg chg="modSp add ord">
        <pc:chgData name="Al Friend" userId="e5ed79da-d858-46d4-9eed-a7a24903f2de" providerId="ADAL" clId="{2ADC6F7B-3894-471F-AE18-EAEBF32FD1EF}" dt="2026-10-29T16:10:33.208" v="349" actId="1037"/>
        <pc:sldMkLst>
          <pc:docMk/>
          <pc:sldMk cId="560991344" sldId="882"/>
        </pc:sldMkLst>
        <pc:spChg chg="mod">
          <ac:chgData name="Al Friend" userId="e5ed79da-d858-46d4-9eed-a7a24903f2de" providerId="ADAL" clId="{2ADC6F7B-3894-471F-AE18-EAEBF32FD1EF}" dt="2026-10-29T16:04:34.247" v="253" actId="20577"/>
          <ac:spMkLst>
            <pc:docMk/>
            <pc:sldMk cId="560991344" sldId="882"/>
            <ac:spMk id="2" creationId="{2CE87805-17F2-4B70-B505-57FB17E1FEE3}"/>
          </ac:spMkLst>
        </pc:spChg>
        <pc:spChg chg="mod">
          <ac:chgData name="Al Friend" userId="e5ed79da-d858-46d4-9eed-a7a24903f2de" providerId="ADAL" clId="{2ADC6F7B-3894-471F-AE18-EAEBF32FD1EF}" dt="2026-10-29T16:10:25.801" v="342"/>
          <ac:spMkLst>
            <pc:docMk/>
            <pc:sldMk cId="560991344" sldId="882"/>
            <ac:spMk id="3" creationId="{E4EE7085-4C5B-409B-8843-A8A3D3CB6E90}"/>
          </ac:spMkLst>
        </pc:spChg>
        <pc:spChg chg="mod">
          <ac:chgData name="Al Friend" userId="e5ed79da-d858-46d4-9eed-a7a24903f2de" providerId="ADAL" clId="{2ADC6F7B-3894-471F-AE18-EAEBF32FD1EF}" dt="2026-10-29T16:10:33.208" v="349" actId="1037"/>
          <ac:spMkLst>
            <pc:docMk/>
            <pc:sldMk cId="560991344" sldId="882"/>
            <ac:spMk id="4" creationId="{45E98325-9D6C-47AA-A18C-422D12867A0D}"/>
          </ac:spMkLst>
        </pc:spChg>
      </pc:sldChg>
      <pc:sldChg chg="delSp add modTransition modAnim">
        <pc:chgData name="Al Friend" userId="e5ed79da-d858-46d4-9eed-a7a24903f2de" providerId="ADAL" clId="{2ADC6F7B-3894-471F-AE18-EAEBF32FD1EF}" dt="2026-10-29T16:11:58.937" v="353" actId="478"/>
        <pc:sldMkLst>
          <pc:docMk/>
          <pc:sldMk cId="3902843884" sldId="883"/>
        </pc:sldMkLst>
        <pc:spChg chg="del">
          <ac:chgData name="Al Friend" userId="e5ed79da-d858-46d4-9eed-a7a24903f2de" providerId="ADAL" clId="{2ADC6F7B-3894-471F-AE18-EAEBF32FD1EF}" dt="2026-10-29T16:11:58.937" v="353" actId="478"/>
          <ac:spMkLst>
            <pc:docMk/>
            <pc:sldMk cId="3902843884" sldId="883"/>
            <ac:spMk id="4" creationId="{45E98325-9D6C-47AA-A18C-422D12867A0D}"/>
          </ac:spMkLst>
        </pc:spChg>
      </pc:sldChg>
    </pc:docChg>
  </pc:docChgLst>
  <pc:docChgLst>
    <pc:chgData name="Al Friend" userId="e5ed79da-d858-46d4-9eed-a7a24903f2de" providerId="ADAL" clId="{84C4C289-AD5C-4B25-AD63-E6DEBE2994A4}"/>
  </pc:docChgLst>
  <pc:docChgLst>
    <pc:chgData name="Al Friend" userId="e5ed79da-d858-46d4-9eed-a7a24903f2de" providerId="ADAL" clId="{7EBC21C9-36A6-45B2-B043-A3E9805CDF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29/10/2026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5826413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214287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2620279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9058621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3376209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2751085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36911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SQA</a:t>
            </a:r>
            <a:r>
              <a:rPr lang="en-GB" dirty="0"/>
              <a:t>: used </a:t>
            </a:r>
            <a:r>
              <a:rPr lang="en-GB"/>
              <a:t>to improve </a:t>
            </a:r>
            <a:r>
              <a:rPr lang="en-GB" dirty="0"/>
              <a:t>readability</a:t>
            </a:r>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196812055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204497561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  An intersection entity links but an associative entity has meaning.</a:t>
            </a:r>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29/10/2026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29/10/2026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a:t>
            </a:r>
            <a:br>
              <a:rPr lang="en-GB" dirty="0"/>
            </a:br>
            <a:r>
              <a:rPr lang="en-GB" dirty="0"/>
              <a:t>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the following SQL logical operators:</a:t>
            </a:r>
          </a:p>
          <a:p>
            <a:pPr lvl="1"/>
            <a:r>
              <a:rPr lang="en-GB" sz="2800" dirty="0"/>
              <a:t>IN</a:t>
            </a:r>
          </a:p>
          <a:p>
            <a:pPr lvl="1"/>
            <a:r>
              <a:rPr lang="en-GB" sz="2800" dirty="0"/>
              <a:t>NOT</a:t>
            </a:r>
          </a:p>
          <a:p>
            <a:pPr lvl="1"/>
            <a:r>
              <a:rPr lang="en-GB" sz="2800" dirty="0"/>
              <a:t>BETWEEN</a:t>
            </a:r>
          </a:p>
          <a:p>
            <a:pPr lvl="1"/>
            <a:r>
              <a:rPr lang="en-GB" sz="2800" dirty="0"/>
              <a:t>ANY</a:t>
            </a:r>
          </a:p>
          <a:p>
            <a:pPr lvl="1"/>
            <a:r>
              <a:rPr lang="en-GB" sz="2800" dirty="0"/>
              <a:t>EXISTS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IN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r>
              <a:rPr lang="en-US" altLang="en-US" sz="3600" dirty="0">
                <a:solidFill>
                  <a:srgbClr val="000000"/>
                </a:solidFill>
                <a:latin typeface="Consolas" panose="020B0609020204030204" pitchFamily="49" charset="0"/>
              </a:rPr>
              <a:t> IN (</a:t>
            </a:r>
            <a:r>
              <a:rPr lang="en-US" altLang="en-US" sz="3600" dirty="0">
                <a:solidFill>
                  <a:srgbClr val="183691"/>
                </a:solidFill>
                <a:latin typeface="Consolas" panose="020B0609020204030204" pitchFamily="49" charset="0"/>
              </a:rPr>
              <a:t>"Brown"</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 "Smith"</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ORDER BY</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ASC</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5E98325-9D6C-47AA-A18C-422D12867A0D}"/>
              </a:ext>
            </a:extLst>
          </p:cNvPr>
          <p:cNvSpPr/>
          <p:nvPr/>
        </p:nvSpPr>
        <p:spPr>
          <a:xfrm>
            <a:off x="7473622" y="2473960"/>
            <a:ext cx="1639898" cy="547606"/>
          </a:xfrm>
          <a:prstGeom prst="callout2">
            <a:avLst>
              <a:gd name="adj1" fmla="val 48750"/>
              <a:gd name="adj2" fmla="val -189"/>
              <a:gd name="adj3" fmla="val 49339"/>
              <a:gd name="adj4" fmla="val -67486"/>
              <a:gd name="adj5" fmla="val 136931"/>
              <a:gd name="adj6" fmla="val -7891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4EADDAE6-40E7-4551-836F-3042A08F5D8E}"/>
              </a:ext>
            </a:extLst>
          </p:cNvPr>
          <p:cNvSpPr/>
          <p:nvPr/>
        </p:nvSpPr>
        <p:spPr>
          <a:xfrm>
            <a:off x="9427573" y="3837824"/>
            <a:ext cx="2140857" cy="450543"/>
          </a:xfrm>
          <a:prstGeom prst="callout2">
            <a:avLst>
              <a:gd name="adj1" fmla="val 48750"/>
              <a:gd name="adj2" fmla="val -189"/>
              <a:gd name="adj3" fmla="val 48926"/>
              <a:gd name="adj4" fmla="val -20411"/>
              <a:gd name="adj5" fmla="val -48043"/>
              <a:gd name="adj6" fmla="val -3670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List of values</a:t>
            </a: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IN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r>
              <a:rPr lang="en-US" altLang="en-US" sz="3600" dirty="0">
                <a:solidFill>
                  <a:srgbClr val="000000"/>
                </a:solidFill>
                <a:latin typeface="Consolas" panose="020B0609020204030204" pitchFamily="49" charset="0"/>
              </a:rPr>
              <a:t> IN (</a:t>
            </a:r>
            <a:r>
              <a:rPr lang="en-US" altLang="en-US" sz="3600" dirty="0">
                <a:solidFill>
                  <a:srgbClr val="183691"/>
                </a:solidFill>
                <a:latin typeface="Consolas" panose="020B0609020204030204" pitchFamily="49" charset="0"/>
              </a:rPr>
              <a:t>"Brown", "Smith")</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ORDER BY</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ASC</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922550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NOT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r>
              <a:rPr lang="en-US" altLang="en-US" sz="3600" dirty="0">
                <a:solidFill>
                  <a:srgbClr val="000000"/>
                </a:solidFill>
                <a:latin typeface="Consolas" panose="020B0609020204030204" pitchFamily="49" charset="0"/>
              </a:rPr>
              <a:t> NOT LIKE </a:t>
            </a:r>
            <a:r>
              <a:rPr lang="en-US" altLang="en-US" sz="3600" dirty="0">
                <a:solidFill>
                  <a:srgbClr val="183691"/>
                </a:solidFill>
                <a:latin typeface="Consolas" panose="020B0609020204030204" pitchFamily="49" charset="0"/>
              </a:rPr>
              <a:t>"Mac%"</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ORDER BY</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ASC</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5E98325-9D6C-47AA-A18C-422D12867A0D}"/>
              </a:ext>
            </a:extLst>
          </p:cNvPr>
          <p:cNvSpPr/>
          <p:nvPr/>
        </p:nvSpPr>
        <p:spPr>
          <a:xfrm>
            <a:off x="7702222" y="2473960"/>
            <a:ext cx="1639898" cy="547606"/>
          </a:xfrm>
          <a:prstGeom prst="callout2">
            <a:avLst>
              <a:gd name="adj1" fmla="val 48750"/>
              <a:gd name="adj2" fmla="val -189"/>
              <a:gd name="adj3" fmla="val 49339"/>
              <a:gd name="adj4" fmla="val -67486"/>
              <a:gd name="adj5" fmla="val 136931"/>
              <a:gd name="adj6" fmla="val -7891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491125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NOT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r>
              <a:rPr lang="en-US" altLang="en-US" sz="3600" dirty="0">
                <a:solidFill>
                  <a:srgbClr val="000000"/>
                </a:solidFill>
                <a:latin typeface="Consolas" panose="020B0609020204030204" pitchFamily="49" charset="0"/>
              </a:rPr>
              <a:t> NOT LIKE </a:t>
            </a:r>
            <a:r>
              <a:rPr lang="en-US" altLang="en-US" sz="3600" dirty="0">
                <a:solidFill>
                  <a:srgbClr val="183691"/>
                </a:solidFill>
                <a:latin typeface="Consolas" panose="020B0609020204030204" pitchFamily="49" charset="0"/>
              </a:rPr>
              <a:t>"Mac%"</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ORDER BY</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ASC</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6542105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BETWEEN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BETWEEN </a:t>
            </a:r>
            <a:r>
              <a:rPr lang="en-US" altLang="en-US" sz="3600" dirty="0">
                <a:solidFill>
                  <a:srgbClr val="183691"/>
                </a:solidFill>
                <a:latin typeface="Consolas" panose="020B0609020204030204" pitchFamily="49" charset="0"/>
              </a:rPr>
              <a:t>"D" </a:t>
            </a:r>
            <a:r>
              <a:rPr lang="en-US" altLang="en-US" sz="3600" dirty="0">
                <a:solidFill>
                  <a:srgbClr val="000000"/>
                </a:solidFill>
                <a:latin typeface="Consolas" panose="020B0609020204030204" pitchFamily="49" charset="0"/>
              </a:rPr>
              <a:t>AND</a:t>
            </a:r>
            <a:r>
              <a:rPr lang="en-US" altLang="en-US" sz="3600" dirty="0">
                <a:solidFill>
                  <a:srgbClr val="183691"/>
                </a:solidFill>
                <a:latin typeface="Consolas" panose="020B0609020204030204" pitchFamily="49" charset="0"/>
              </a:rPr>
              <a:t> "G"</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ORDER BY</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ASC</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5E98325-9D6C-47AA-A18C-422D12867A0D}"/>
              </a:ext>
            </a:extLst>
          </p:cNvPr>
          <p:cNvSpPr/>
          <p:nvPr/>
        </p:nvSpPr>
        <p:spPr>
          <a:xfrm>
            <a:off x="8970952" y="2473960"/>
            <a:ext cx="1639898" cy="547606"/>
          </a:xfrm>
          <a:prstGeom prst="callout2">
            <a:avLst>
              <a:gd name="adj1" fmla="val 48750"/>
              <a:gd name="adj2" fmla="val -189"/>
              <a:gd name="adj3" fmla="val 49339"/>
              <a:gd name="adj4" fmla="val -67486"/>
              <a:gd name="adj5" fmla="val 136931"/>
              <a:gd name="adj6" fmla="val -7891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560991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BETWEEN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lastName</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BETWEEN </a:t>
            </a:r>
            <a:r>
              <a:rPr lang="en-US" altLang="en-US" sz="3600" dirty="0">
                <a:solidFill>
                  <a:srgbClr val="183691"/>
                </a:solidFill>
                <a:latin typeface="Consolas" panose="020B0609020204030204" pitchFamily="49" charset="0"/>
              </a:rPr>
              <a:t>"D" </a:t>
            </a:r>
            <a:r>
              <a:rPr lang="en-US" altLang="en-US" sz="3600" dirty="0">
                <a:solidFill>
                  <a:srgbClr val="000000"/>
                </a:solidFill>
                <a:latin typeface="Consolas" panose="020B0609020204030204" pitchFamily="49" charset="0"/>
              </a:rPr>
              <a:t>AND</a:t>
            </a:r>
            <a:r>
              <a:rPr lang="en-US" altLang="en-US" sz="3600" dirty="0">
                <a:solidFill>
                  <a:srgbClr val="183691"/>
                </a:solidFill>
                <a:latin typeface="Consolas" panose="020B0609020204030204" pitchFamily="49" charset="0"/>
              </a:rPr>
              <a:t> "G"</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ts val="60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ORDER BY</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firstName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ASC</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02843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solidFill>
                  <a:srgbClr val="FF0000"/>
                </a:solidFill>
              </a:rPr>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2014208" y="5530632"/>
            <a:ext cx="8163584" cy="646331"/>
          </a:xfrm>
          <a:prstGeom prst="rect">
            <a:avLst/>
          </a:prstGeom>
          <a:noFill/>
        </p:spPr>
        <p:txBody>
          <a:bodyPr wrap="square">
            <a:spAutoFit/>
          </a:bodyPr>
          <a:lstStyle/>
          <a:p>
            <a:pPr algn="ctr"/>
            <a:r>
              <a:rPr lang="en-GB" sz="3600" b="1" dirty="0">
                <a:solidFill>
                  <a:srgbClr val="7030A0"/>
                </a:solidFill>
                <a:latin typeface="Arial" panose="020B0604020202020204" pitchFamily="34" charset="0"/>
              </a:rPr>
              <a:t>The results are not always the same!</a:t>
            </a:r>
            <a:endParaRPr lang="en-GB" sz="3600" b="1" i="0" u="none" strike="noStrike" baseline="0" dirty="0">
              <a:solidFill>
                <a:srgbClr val="7030A0"/>
              </a:solidFill>
              <a:latin typeface="Arial" panose="020B0604020202020204" pitchFamily="34" charset="0"/>
            </a:endParaRP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6429991" y="1243943"/>
            <a:ext cx="419609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rows in query</a:t>
            </a:r>
          </a:p>
        </p:txBody>
      </p:sp>
      <p:sp>
        <p:nvSpPr>
          <p:cNvPr id="7" name="Callout: Bent Line with No Border 6">
            <a:extLst>
              <a:ext uri="{FF2B5EF4-FFF2-40B4-BE49-F238E27FC236}">
                <a16:creationId xmlns:a16="http://schemas.microsoft.com/office/drawing/2014/main" id="{7663F016-3439-4629-B967-C2E3B66F9971}"/>
              </a:ext>
            </a:extLst>
          </p:cNvPr>
          <p:cNvSpPr/>
          <p:nvPr/>
        </p:nvSpPr>
        <p:spPr>
          <a:xfrm>
            <a:off x="7599661" y="3042820"/>
            <a:ext cx="353696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non-null fields</a:t>
            </a:r>
          </a:p>
        </p:txBody>
      </p:sp>
    </p:spTree>
    <p:extLst>
      <p:ext uri="{BB962C8B-B14F-4D97-AF65-F5344CB8AC3E}">
        <p14:creationId xmlns:p14="http://schemas.microsoft.com/office/powerpoint/2010/main" val="203488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10"/>
                                        <p:tgtEl>
                                          <p:spTgt spid="3">
                                            <p:txEl>
                                              <p:pRg st="2" end="2"/>
                                            </p:txEl>
                                          </p:spTgt>
                                        </p:tgtEl>
                                      </p:cBhvr>
                                    </p:animEffect>
                                  </p:childTnLst>
                                </p:cTn>
                              </p:par>
                            </p:childTnLst>
                          </p:cTn>
                        </p:par>
                        <p:par>
                          <p:cTn id="22" fill="hold">
                            <p:stCondLst>
                              <p:cond delay="10"/>
                            </p:stCondLst>
                            <p:childTnLst>
                              <p:par>
                                <p:cTn id="23" presetID="22" presetClass="entr" presetSubtype="8"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2000"/>
                                        <p:tgtEl>
                                          <p:spTgt spid="3">
                                            <p:txEl>
                                              <p:pRg st="3" end="3"/>
                                            </p:txEl>
                                          </p:spTgt>
                                        </p:tgtEl>
                                      </p:cBhvr>
                                    </p:animEffect>
                                  </p:childTnLst>
                                </p:cTn>
                              </p:par>
                            </p:childTnLst>
                          </p:cTn>
                        </p:par>
                        <p:par>
                          <p:cTn id="26" fill="hold">
                            <p:stCondLst>
                              <p:cond delay="2010"/>
                            </p:stCondLst>
                            <p:childTnLst>
                              <p:par>
                                <p:cTn id="27" presetID="22" presetClass="entr" presetSubtype="8"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wipe(left)">
                                      <p:cBhvr>
                                        <p:cTn id="29" dur="15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1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left)">
                                      <p:cBhvr>
                                        <p:cTn id="39"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P spid="7" grpId="0" animBg="1"/>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Tree>
    <p:extLst>
      <p:ext uri="{BB962C8B-B14F-4D97-AF65-F5344CB8AC3E}">
        <p14:creationId xmlns:p14="http://schemas.microsoft.com/office/powerpoint/2010/main" val="41854114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8" name="TextBox 7">
            <a:extLst>
              <a:ext uri="{FF2B5EF4-FFF2-40B4-BE49-F238E27FC236}">
                <a16:creationId xmlns:a16="http://schemas.microsoft.com/office/drawing/2014/main" id="{B7636D3F-B98F-4A74-A179-B13D59F6CE76}"/>
              </a:ext>
            </a:extLst>
          </p:cNvPr>
          <p:cNvSpPr txBox="1"/>
          <p:nvPr/>
        </p:nvSpPr>
        <p:spPr>
          <a:xfrm>
            <a:off x="8966200" y="1964266"/>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
        <p:nvSpPr>
          <p:cNvPr id="9" name="TextBox 8">
            <a:extLst>
              <a:ext uri="{FF2B5EF4-FFF2-40B4-BE49-F238E27FC236}">
                <a16:creationId xmlns:a16="http://schemas.microsoft.com/office/drawing/2014/main" id="{4E84388A-F5B3-4B2D-9012-782E05560C30}"/>
              </a:ext>
            </a:extLst>
          </p:cNvPr>
          <p:cNvSpPr txBox="1"/>
          <p:nvPr/>
        </p:nvSpPr>
        <p:spPr>
          <a:xfrm>
            <a:off x="8966200" y="3132666"/>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0" name="TextBox 9">
            <a:extLst>
              <a:ext uri="{FF2B5EF4-FFF2-40B4-BE49-F238E27FC236}">
                <a16:creationId xmlns:a16="http://schemas.microsoft.com/office/drawing/2014/main" id="{9CCEAE9F-3E25-453E-AC0E-71F0ECF82B6E}"/>
              </a:ext>
            </a:extLst>
          </p:cNvPr>
          <p:cNvSpPr txBox="1"/>
          <p:nvPr/>
        </p:nvSpPr>
        <p:spPr>
          <a:xfrm>
            <a:off x="8966200" y="3748361"/>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1" name="TextBox 10">
            <a:extLst>
              <a:ext uri="{FF2B5EF4-FFF2-40B4-BE49-F238E27FC236}">
                <a16:creationId xmlns:a16="http://schemas.microsoft.com/office/drawing/2014/main" id="{0D92C0D3-09E1-4FBE-ABF9-D41B303F499C}"/>
              </a:ext>
            </a:extLst>
          </p:cNvPr>
          <p:cNvSpPr txBox="1"/>
          <p:nvPr/>
        </p:nvSpPr>
        <p:spPr>
          <a:xfrm>
            <a:off x="8966200" y="4381925"/>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Tree>
    <p:extLst>
      <p:ext uri="{BB962C8B-B14F-4D97-AF65-F5344CB8AC3E}">
        <p14:creationId xmlns:p14="http://schemas.microsoft.com/office/powerpoint/2010/main" val="2227231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left)">
                                      <p:cBhvr>
                                        <p:cTn id="22" dur="1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7"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bldP spid="8" grpId="0"/>
      <p:bldP spid="9" grpId="0"/>
      <p:bldP spid="10" grpId="0"/>
      <p:bldP spid="11" grpId="0"/>
    </p:bldLst>
  </p:timing>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94606403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069" y="3324732"/>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118" y="3324732"/>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5118" y="3769937"/>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4069" y="3769937"/>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2837</TotalTime>
  <Words>4791</Words>
  <Application>Microsoft Office PowerPoint</Application>
  <PresentationFormat>Widescreen</PresentationFormat>
  <Paragraphs>1556</Paragraphs>
  <Slides>111</Slides>
  <Notes>82</Notes>
  <HiddenSlides>50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111</vt:i4>
      </vt:variant>
    </vt:vector>
  </HeadingPairs>
  <TitlesOfParts>
    <vt:vector size="118" baseType="lpstr">
      <vt:lpstr>Arial</vt:lpstr>
      <vt:lpstr>Calibri</vt:lpstr>
      <vt:lpstr>Calibri Light</vt:lpstr>
      <vt:lpstr>Consolas</vt:lpstr>
      <vt:lpstr>Courier New</vt:lpstr>
      <vt:lpstr>ReithSans</vt:lpstr>
      <vt:lpstr>Office Theme</vt:lpstr>
      <vt:lpstr>Advanced Higher Computing Science</vt:lpstr>
      <vt:lpstr>Plan</vt:lpstr>
      <vt:lpstr>Plan</vt:lpstr>
      <vt:lpstr>Assessment</vt:lpstr>
      <vt:lpstr>Assessment</vt:lpstr>
      <vt:lpstr>What is a database?</vt:lpstr>
      <vt:lpstr>SQL</vt:lpstr>
      <vt:lpstr>Learning Intentions</vt:lpstr>
      <vt:lpstr>IN </vt:lpstr>
      <vt:lpstr>IN </vt:lpstr>
      <vt:lpstr>NOT </vt:lpstr>
      <vt:lpstr>NOT </vt:lpstr>
      <vt:lpstr>BETWEEN </vt:lpstr>
      <vt:lpstr>BETWEEN </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COUNT – Caution!</vt:lpstr>
      <vt:lpstr>COUNT – Caution!</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Using an Alias</vt:lpstr>
      <vt:lpstr>Using an Alias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299</cp:revision>
  <cp:lastPrinted>2021-06-18T08:15:49Z</cp:lastPrinted>
  <dcterms:created xsi:type="dcterms:W3CDTF">2020-11-23T14:36:09Z</dcterms:created>
  <dcterms:modified xsi:type="dcterms:W3CDTF">2026-10-29T16:12:23Z</dcterms:modified>
</cp:coreProperties>
</file>