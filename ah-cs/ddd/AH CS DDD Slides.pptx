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62" r:id="rId2"/>
    <p:sldId id="687" r:id="rId3"/>
    <p:sldId id="424" r:id="rId4"/>
    <p:sldId id="686" r:id="rId5"/>
    <p:sldId id="787" r:id="rId6"/>
    <p:sldId id="430" r:id="rId7"/>
    <p:sldId id="433" r:id="rId8"/>
    <p:sldId id="479" r:id="rId9"/>
    <p:sldId id="481" r:id="rId10"/>
    <p:sldId id="879" r:id="rId11"/>
    <p:sldId id="880" r:id="rId12"/>
    <p:sldId id="881" r:id="rId13"/>
    <p:sldId id="882" r:id="rId14"/>
    <p:sldId id="883" r:id="rId15"/>
    <p:sldId id="885" r:id="rId16"/>
    <p:sldId id="886" r:id="rId17"/>
    <p:sldId id="884" r:id="rId18"/>
    <p:sldId id="887" r:id="rId19"/>
    <p:sldId id="791" r:id="rId20"/>
    <p:sldId id="792" r:id="rId21"/>
    <p:sldId id="877" r:id="rId22"/>
    <p:sldId id="878" r:id="rId23"/>
    <p:sldId id="777" r:id="rId24"/>
    <p:sldId id="778" r:id="rId25"/>
    <p:sldId id="779" r:id="rId26"/>
    <p:sldId id="780" r:id="rId27"/>
    <p:sldId id="783" r:id="rId28"/>
    <p:sldId id="781" r:id="rId29"/>
    <p:sldId id="784" r:id="rId30"/>
    <p:sldId id="782" r:id="rId31"/>
    <p:sldId id="785" r:id="rId32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262"/>
            <p14:sldId id="687"/>
            <p14:sldId id="424"/>
            <p14:sldId id="686"/>
            <p14:sldId id="787"/>
            <p14:sldId id="430"/>
            <p14:sldId id="433"/>
          </p14:sldIdLst>
        </p14:section>
        <p14:section name="Logical operators" id="{1D8E4C94-2161-400E-BE16-C2650E70DF4D}">
          <p14:sldIdLst>
            <p14:sldId id="479"/>
            <p14:sldId id="481"/>
            <p14:sldId id="879"/>
            <p14:sldId id="880"/>
            <p14:sldId id="881"/>
            <p14:sldId id="882"/>
            <p14:sldId id="883"/>
            <p14:sldId id="885"/>
            <p14:sldId id="886"/>
            <p14:sldId id="884"/>
            <p14:sldId id="887"/>
          </p14:sldIdLst>
        </p14:section>
        <p14:section name="Order of Operations" id="{61C6AB9F-6AFB-4C9B-A654-DCFA6901CB4C}">
          <p14:sldIdLst>
            <p14:sldId id="791"/>
            <p14:sldId id="792"/>
            <p14:sldId id="877"/>
            <p14:sldId id="878"/>
            <p14:sldId id="777"/>
            <p14:sldId id="778"/>
          </p14:sldIdLst>
        </p14:section>
        <p14:section name="EO Diagrams" id="{5D78AB47-F661-4F56-A1FC-3BE889E7F19F}">
          <p14:sldIdLst>
            <p14:sldId id="779"/>
            <p14:sldId id="780"/>
            <p14:sldId id="783"/>
            <p14:sldId id="781"/>
            <p14:sldId id="784"/>
            <p14:sldId id="782"/>
            <p14:sldId id="78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BFF127-8A54-421A-94FA-3C777D24FDF0}" v="285" dt="2026-10-30T13:56:43.2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31" autoAdjust="0"/>
    <p:restoredTop sz="84865" autoAdjust="0"/>
  </p:normalViewPr>
  <p:slideViewPr>
    <p:cSldViewPr snapToGrid="0" showGuides="1">
      <p:cViewPr varScale="1">
        <p:scale>
          <a:sx n="82" d="100"/>
          <a:sy n="82" d="100"/>
        </p:scale>
        <p:origin x="453" y="39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2ADC6F7B-3894-471F-AE18-EAEBF32FD1EF}"/>
    <pc:docChg chg="custSel addSld delSld modSld sldOrd modSection">
      <pc:chgData name="Al Friend" userId="e5ed79da-d858-46d4-9eed-a7a24903f2de" providerId="ADAL" clId="{2ADC6F7B-3894-471F-AE18-EAEBF32FD1EF}" dt="2026-10-29T16:11:58.937" v="353" actId="478"/>
      <pc:docMkLst>
        <pc:docMk/>
      </pc:docMkLst>
      <pc:sldChg chg="modSp">
        <pc:chgData name="Al Friend" userId="e5ed79da-d858-46d4-9eed-a7a24903f2de" providerId="ADAL" clId="{2ADC6F7B-3894-471F-AE18-EAEBF32FD1EF}" dt="2026-10-29T14:54:04.919" v="10" actId="20577"/>
        <pc:sldMkLst>
          <pc:docMk/>
          <pc:sldMk cId="1397375078" sldId="262"/>
        </pc:sldMkLst>
        <pc:spChg chg="mod">
          <ac:chgData name="Al Friend" userId="e5ed79da-d858-46d4-9eed-a7a24903f2de" providerId="ADAL" clId="{2ADC6F7B-3894-471F-AE18-EAEBF32FD1EF}" dt="2026-10-29T14:54:04.919" v="10" actId="20577"/>
          <ac:spMkLst>
            <pc:docMk/>
            <pc:sldMk cId="1397375078" sldId="262"/>
            <ac:spMk id="2" creationId="{00000000-0000-0000-0000-000000000000}"/>
          </ac:spMkLst>
        </pc:spChg>
      </pc:sldChg>
      <pc:sldChg chg="modSp">
        <pc:chgData name="Al Friend" userId="e5ed79da-d858-46d4-9eed-a7a24903f2de" providerId="ADAL" clId="{2ADC6F7B-3894-471F-AE18-EAEBF32FD1EF}" dt="2026-10-29T15:39:46.920" v="79" actId="20577"/>
        <pc:sldMkLst>
          <pc:docMk/>
          <pc:sldMk cId="1005400821" sldId="479"/>
        </pc:sldMkLst>
        <pc:spChg chg="mod">
          <ac:chgData name="Al Friend" userId="e5ed79da-d858-46d4-9eed-a7a24903f2de" providerId="ADAL" clId="{2ADC6F7B-3894-471F-AE18-EAEBF32FD1EF}" dt="2026-10-29T15:39:46.920" v="79" actId="20577"/>
          <ac:spMkLst>
            <pc:docMk/>
            <pc:sldMk cId="1005400821" sldId="479"/>
            <ac:spMk id="3" creationId="{00000000-0000-0000-0000-000000000000}"/>
          </ac:spMkLst>
        </pc:spChg>
      </pc:sldChg>
      <pc:sldChg chg="del">
        <pc:chgData name="Al Friend" userId="e5ed79da-d858-46d4-9eed-a7a24903f2de" providerId="ADAL" clId="{2ADC6F7B-3894-471F-AE18-EAEBF32FD1EF}" dt="2026-10-29T15:46:39.268" v="168" actId="2696"/>
        <pc:sldMkLst>
          <pc:docMk/>
          <pc:sldMk cId="1470971289" sldId="480"/>
        </pc:sldMkLst>
      </pc:sldChg>
      <pc:sldChg chg="addSp modSp modAnim">
        <pc:chgData name="Al Friend" userId="e5ed79da-d858-46d4-9eed-a7a24903f2de" providerId="ADAL" clId="{2ADC6F7B-3894-471F-AE18-EAEBF32FD1EF}" dt="2026-10-29T15:46:16.662" v="167" actId="20577"/>
        <pc:sldMkLst>
          <pc:docMk/>
          <pc:sldMk cId="4234199121" sldId="481"/>
        </pc:sldMkLst>
        <pc:spChg chg="mod">
          <ac:chgData name="Al Friend" userId="e5ed79da-d858-46d4-9eed-a7a24903f2de" providerId="ADAL" clId="{2ADC6F7B-3894-471F-AE18-EAEBF32FD1EF}" dt="2026-10-29T14:57:02.168" v="27" actId="6549"/>
          <ac:spMkLst>
            <pc:docMk/>
            <pc:sldMk cId="4234199121" sldId="481"/>
            <ac:spMk id="2" creationId="{2CE87805-17F2-4B70-B505-57FB17E1FEE3}"/>
          </ac:spMkLst>
        </pc:spChg>
        <pc:spChg chg="mod">
          <ac:chgData name="Al Friend" userId="e5ed79da-d858-46d4-9eed-a7a24903f2de" providerId="ADAL" clId="{2ADC6F7B-3894-471F-AE18-EAEBF32FD1EF}" dt="2026-10-29T15:45:47.162" v="162" actId="20577"/>
          <ac:spMkLst>
            <pc:docMk/>
            <pc:sldMk cId="4234199121" sldId="481"/>
            <ac:spMk id="3" creationId="{E4EE7085-4C5B-409B-8843-A8A3D3CB6E90}"/>
          </ac:spMkLst>
        </pc:spChg>
        <pc:spChg chg="add mod">
          <ac:chgData name="Al Friend" userId="e5ed79da-d858-46d4-9eed-a7a24903f2de" providerId="ADAL" clId="{2ADC6F7B-3894-471F-AE18-EAEBF32FD1EF}" dt="2026-10-29T15:43:17.811" v="150" actId="14100"/>
          <ac:spMkLst>
            <pc:docMk/>
            <pc:sldMk cId="4234199121" sldId="481"/>
            <ac:spMk id="4" creationId="{45E98325-9D6C-47AA-A18C-422D12867A0D}"/>
          </ac:spMkLst>
        </pc:spChg>
        <pc:spChg chg="add mod">
          <ac:chgData name="Al Friend" userId="e5ed79da-d858-46d4-9eed-a7a24903f2de" providerId="ADAL" clId="{2ADC6F7B-3894-471F-AE18-EAEBF32FD1EF}" dt="2026-10-29T15:41:38.740" v="129" actId="14100"/>
          <ac:spMkLst>
            <pc:docMk/>
            <pc:sldMk cId="4234199121" sldId="481"/>
            <ac:spMk id="5" creationId="{4EADDAE6-40E7-4551-836F-3042A08F5D8E}"/>
          </ac:spMkLst>
        </pc:spChg>
      </pc:sldChg>
      <pc:sldChg chg="del">
        <pc:chgData name="Al Friend" userId="e5ed79da-d858-46d4-9eed-a7a24903f2de" providerId="ADAL" clId="{2ADC6F7B-3894-471F-AE18-EAEBF32FD1EF}" dt="2026-10-29T15:46:39.357" v="170" actId="2696"/>
        <pc:sldMkLst>
          <pc:docMk/>
          <pc:sldMk cId="1332464609" sldId="482"/>
        </pc:sldMkLst>
      </pc:sldChg>
      <pc:sldChg chg="del">
        <pc:chgData name="Al Friend" userId="e5ed79da-d858-46d4-9eed-a7a24903f2de" providerId="ADAL" clId="{2ADC6F7B-3894-471F-AE18-EAEBF32FD1EF}" dt="2026-10-29T15:46:39.429" v="172" actId="2696"/>
        <pc:sldMkLst>
          <pc:docMk/>
          <pc:sldMk cId="932557511" sldId="483"/>
        </pc:sldMkLst>
      </pc:sldChg>
      <pc:sldChg chg="del">
        <pc:chgData name="Al Friend" userId="e5ed79da-d858-46d4-9eed-a7a24903f2de" providerId="ADAL" clId="{2ADC6F7B-3894-471F-AE18-EAEBF32FD1EF}" dt="2026-10-29T15:46:39.589" v="174" actId="2696"/>
        <pc:sldMkLst>
          <pc:docMk/>
          <pc:sldMk cId="1332464609" sldId="484"/>
        </pc:sldMkLst>
      </pc:sldChg>
      <pc:sldChg chg="del">
        <pc:chgData name="Al Friend" userId="e5ed79da-d858-46d4-9eed-a7a24903f2de" providerId="ADAL" clId="{2ADC6F7B-3894-471F-AE18-EAEBF32FD1EF}" dt="2026-10-29T15:46:39.300" v="169" actId="2696"/>
        <pc:sldMkLst>
          <pc:docMk/>
          <pc:sldMk cId="1154128154" sldId="595"/>
        </pc:sldMkLst>
      </pc:sldChg>
      <pc:sldChg chg="del">
        <pc:chgData name="Al Friend" userId="e5ed79da-d858-46d4-9eed-a7a24903f2de" providerId="ADAL" clId="{2ADC6F7B-3894-471F-AE18-EAEBF32FD1EF}" dt="2026-10-29T15:46:39.380" v="171" actId="2696"/>
        <pc:sldMkLst>
          <pc:docMk/>
          <pc:sldMk cId="2069661195" sldId="596"/>
        </pc:sldMkLst>
      </pc:sldChg>
      <pc:sldChg chg="del">
        <pc:chgData name="Al Friend" userId="e5ed79da-d858-46d4-9eed-a7a24903f2de" providerId="ADAL" clId="{2ADC6F7B-3894-471F-AE18-EAEBF32FD1EF}" dt="2026-10-29T15:46:39.516" v="173" actId="2696"/>
        <pc:sldMkLst>
          <pc:docMk/>
          <pc:sldMk cId="4012337863" sldId="597"/>
        </pc:sldMkLst>
      </pc:sldChg>
      <pc:sldChg chg="del">
        <pc:chgData name="Al Friend" userId="e5ed79da-d858-46d4-9eed-a7a24903f2de" providerId="ADAL" clId="{2ADC6F7B-3894-471F-AE18-EAEBF32FD1EF}" dt="2026-10-29T15:46:39.641" v="175" actId="2696"/>
        <pc:sldMkLst>
          <pc:docMk/>
          <pc:sldMk cId="3263263647" sldId="758"/>
        </pc:sldMkLst>
      </pc:sldChg>
      <pc:sldChg chg="modSp add modTransition modAnim">
        <pc:chgData name="Al Friend" userId="e5ed79da-d858-46d4-9eed-a7a24903f2de" providerId="ADAL" clId="{2ADC6F7B-3894-471F-AE18-EAEBF32FD1EF}" dt="2026-10-29T15:50:17.513" v="244"/>
        <pc:sldMkLst>
          <pc:docMk/>
          <pc:sldMk cId="1922550944" sldId="879"/>
        </pc:sldMkLst>
        <pc:spChg chg="mod">
          <ac:chgData name="Al Friend" userId="e5ed79da-d858-46d4-9eed-a7a24903f2de" providerId="ADAL" clId="{2ADC6F7B-3894-471F-AE18-EAEBF32FD1EF}" dt="2026-10-29T15:42:08.758" v="134"/>
          <ac:spMkLst>
            <pc:docMk/>
            <pc:sldMk cId="1922550944" sldId="879"/>
            <ac:spMk id="3" creationId="{E4EE7085-4C5B-409B-8843-A8A3D3CB6E90}"/>
          </ac:spMkLst>
        </pc:spChg>
      </pc:sldChg>
      <pc:sldChg chg="delSp modSp add ord delAnim">
        <pc:chgData name="Al Friend" userId="e5ed79da-d858-46d4-9eed-a7a24903f2de" providerId="ADAL" clId="{2ADC6F7B-3894-471F-AE18-EAEBF32FD1EF}" dt="2026-10-29T15:49:50.264" v="239" actId="1037"/>
        <pc:sldMkLst>
          <pc:docMk/>
          <pc:sldMk cId="2491125085" sldId="880"/>
        </pc:sldMkLst>
        <pc:spChg chg="mod">
          <ac:chgData name="Al Friend" userId="e5ed79da-d858-46d4-9eed-a7a24903f2de" providerId="ADAL" clId="{2ADC6F7B-3894-471F-AE18-EAEBF32FD1EF}" dt="2026-10-29T15:46:56.837" v="182" actId="20577"/>
          <ac:spMkLst>
            <pc:docMk/>
            <pc:sldMk cId="2491125085" sldId="880"/>
            <ac:spMk id="2" creationId="{2CE87805-17F2-4B70-B505-57FB17E1FEE3}"/>
          </ac:spMkLst>
        </pc:spChg>
        <pc:spChg chg="mod">
          <ac:chgData name="Al Friend" userId="e5ed79da-d858-46d4-9eed-a7a24903f2de" providerId="ADAL" clId="{2ADC6F7B-3894-471F-AE18-EAEBF32FD1EF}" dt="2026-10-29T15:49:42.077" v="233"/>
          <ac:spMkLst>
            <pc:docMk/>
            <pc:sldMk cId="2491125085" sldId="880"/>
            <ac:spMk id="3" creationId="{E4EE7085-4C5B-409B-8843-A8A3D3CB6E90}"/>
          </ac:spMkLst>
        </pc:spChg>
        <pc:spChg chg="mod">
          <ac:chgData name="Al Friend" userId="e5ed79da-d858-46d4-9eed-a7a24903f2de" providerId="ADAL" clId="{2ADC6F7B-3894-471F-AE18-EAEBF32FD1EF}" dt="2026-10-29T15:49:50.264" v="239" actId="1037"/>
          <ac:spMkLst>
            <pc:docMk/>
            <pc:sldMk cId="2491125085" sldId="880"/>
            <ac:spMk id="4" creationId="{45E98325-9D6C-47AA-A18C-422D12867A0D}"/>
          </ac:spMkLst>
        </pc:spChg>
        <pc:spChg chg="del">
          <ac:chgData name="Al Friend" userId="e5ed79da-d858-46d4-9eed-a7a24903f2de" providerId="ADAL" clId="{2ADC6F7B-3894-471F-AE18-EAEBF32FD1EF}" dt="2026-10-29T15:49:46.615" v="234" actId="478"/>
          <ac:spMkLst>
            <pc:docMk/>
            <pc:sldMk cId="2491125085" sldId="880"/>
            <ac:spMk id="5" creationId="{4EADDAE6-40E7-4551-836F-3042A08F5D8E}"/>
          </ac:spMkLst>
        </pc:spChg>
      </pc:sldChg>
      <pc:sldChg chg="delSp add modTransition delAnim modAnim">
        <pc:chgData name="Al Friend" userId="e5ed79da-d858-46d4-9eed-a7a24903f2de" providerId="ADAL" clId="{2ADC6F7B-3894-471F-AE18-EAEBF32FD1EF}" dt="2026-10-29T15:50:12.240" v="243"/>
        <pc:sldMkLst>
          <pc:docMk/>
          <pc:sldMk cId="2654210516" sldId="881"/>
        </pc:sldMkLst>
        <pc:spChg chg="del">
          <ac:chgData name="Al Friend" userId="e5ed79da-d858-46d4-9eed-a7a24903f2de" providerId="ADAL" clId="{2ADC6F7B-3894-471F-AE18-EAEBF32FD1EF}" dt="2026-10-29T15:50:09.775" v="242" actId="478"/>
          <ac:spMkLst>
            <pc:docMk/>
            <pc:sldMk cId="2654210516" sldId="881"/>
            <ac:spMk id="4" creationId="{45E98325-9D6C-47AA-A18C-422D12867A0D}"/>
          </ac:spMkLst>
        </pc:spChg>
      </pc:sldChg>
      <pc:sldChg chg="modSp add ord">
        <pc:chgData name="Al Friend" userId="e5ed79da-d858-46d4-9eed-a7a24903f2de" providerId="ADAL" clId="{2ADC6F7B-3894-471F-AE18-EAEBF32FD1EF}" dt="2026-10-29T16:10:33.208" v="349" actId="1037"/>
        <pc:sldMkLst>
          <pc:docMk/>
          <pc:sldMk cId="560991344" sldId="882"/>
        </pc:sldMkLst>
        <pc:spChg chg="mod">
          <ac:chgData name="Al Friend" userId="e5ed79da-d858-46d4-9eed-a7a24903f2de" providerId="ADAL" clId="{2ADC6F7B-3894-471F-AE18-EAEBF32FD1EF}" dt="2026-10-29T16:04:34.247" v="253" actId="20577"/>
          <ac:spMkLst>
            <pc:docMk/>
            <pc:sldMk cId="560991344" sldId="882"/>
            <ac:spMk id="2" creationId="{2CE87805-17F2-4B70-B505-57FB17E1FEE3}"/>
          </ac:spMkLst>
        </pc:spChg>
        <pc:spChg chg="mod">
          <ac:chgData name="Al Friend" userId="e5ed79da-d858-46d4-9eed-a7a24903f2de" providerId="ADAL" clId="{2ADC6F7B-3894-471F-AE18-EAEBF32FD1EF}" dt="2026-10-29T16:10:25.801" v="342"/>
          <ac:spMkLst>
            <pc:docMk/>
            <pc:sldMk cId="560991344" sldId="882"/>
            <ac:spMk id="3" creationId="{E4EE7085-4C5B-409B-8843-A8A3D3CB6E90}"/>
          </ac:spMkLst>
        </pc:spChg>
        <pc:spChg chg="mod">
          <ac:chgData name="Al Friend" userId="e5ed79da-d858-46d4-9eed-a7a24903f2de" providerId="ADAL" clId="{2ADC6F7B-3894-471F-AE18-EAEBF32FD1EF}" dt="2026-10-29T16:10:33.208" v="349" actId="1037"/>
          <ac:spMkLst>
            <pc:docMk/>
            <pc:sldMk cId="560991344" sldId="882"/>
            <ac:spMk id="4" creationId="{45E98325-9D6C-47AA-A18C-422D12867A0D}"/>
          </ac:spMkLst>
        </pc:spChg>
      </pc:sldChg>
      <pc:sldChg chg="delSp add modTransition modAnim">
        <pc:chgData name="Al Friend" userId="e5ed79da-d858-46d4-9eed-a7a24903f2de" providerId="ADAL" clId="{2ADC6F7B-3894-471F-AE18-EAEBF32FD1EF}" dt="2026-10-29T16:11:58.937" v="353" actId="478"/>
        <pc:sldMkLst>
          <pc:docMk/>
          <pc:sldMk cId="3902843884" sldId="883"/>
        </pc:sldMkLst>
        <pc:spChg chg="del">
          <ac:chgData name="Al Friend" userId="e5ed79da-d858-46d4-9eed-a7a24903f2de" providerId="ADAL" clId="{2ADC6F7B-3894-471F-AE18-EAEBF32FD1EF}" dt="2026-10-29T16:11:58.937" v="353" actId="478"/>
          <ac:spMkLst>
            <pc:docMk/>
            <pc:sldMk cId="3902843884" sldId="883"/>
            <ac:spMk id="4" creationId="{45E98325-9D6C-47AA-A18C-422D12867A0D}"/>
          </ac:spMkLst>
        </pc:spChg>
      </pc:sldChg>
    </pc:docChg>
  </pc:docChgLst>
  <pc:docChgLst>
    <pc:chgData name="Al Friend" userId="e5ed79da-d858-46d4-9eed-a7a24903f2de" providerId="ADAL" clId="{6CF5D3DD-A8C4-4611-8099-4AEB2E976A2E}"/>
    <pc:docChg chg="undo custSel addSld delSld modSld sldOrd addSection delSection modSection">
      <pc:chgData name="Al Friend" userId="e5ed79da-d858-46d4-9eed-a7a24903f2de" providerId="ADAL" clId="{6CF5D3DD-A8C4-4611-8099-4AEB2E976A2E}" dt="2026-10-30T13:57:50.359" v="659"/>
      <pc:docMkLst>
        <pc:docMk/>
      </pc:docMkLst>
      <pc:sldChg chg="del">
        <pc:chgData name="Al Friend" userId="e5ed79da-d858-46d4-9eed-a7a24903f2de" providerId="ADAL" clId="{6CF5D3DD-A8C4-4611-8099-4AEB2E976A2E}" dt="2026-10-29T22:24:24.086" v="617" actId="18676"/>
        <pc:sldMkLst>
          <pc:docMk/>
          <pc:sldMk cId="1233900212" sldId="434"/>
        </pc:sldMkLst>
      </pc:sldChg>
      <pc:sldChg chg="del">
        <pc:chgData name="Al Friend" userId="e5ed79da-d858-46d4-9eed-a7a24903f2de" providerId="ADAL" clId="{6CF5D3DD-A8C4-4611-8099-4AEB2E976A2E}" dt="2026-10-29T22:24:24.086" v="617" actId="18676"/>
        <pc:sldMkLst>
          <pc:docMk/>
          <pc:sldMk cId="2723771124" sldId="441"/>
        </pc:sldMkLst>
      </pc:sldChg>
      <pc:sldChg chg="del">
        <pc:chgData name="Al Friend" userId="e5ed79da-d858-46d4-9eed-a7a24903f2de" providerId="ADAL" clId="{6CF5D3DD-A8C4-4611-8099-4AEB2E976A2E}" dt="2026-10-29T22:25:36.655" v="624" actId="18676"/>
        <pc:sldMkLst>
          <pc:docMk/>
          <pc:sldMk cId="1795813768" sldId="447"/>
        </pc:sldMkLst>
      </pc:sldChg>
      <pc:sldChg chg="del">
        <pc:chgData name="Al Friend" userId="e5ed79da-d858-46d4-9eed-a7a24903f2de" providerId="ADAL" clId="{6CF5D3DD-A8C4-4611-8099-4AEB2E976A2E}" dt="2026-10-29T22:24:35.822" v="618" actId="18676"/>
        <pc:sldMkLst>
          <pc:docMk/>
          <pc:sldMk cId="1378454003" sldId="448"/>
        </pc:sldMkLst>
      </pc:sldChg>
      <pc:sldChg chg="del">
        <pc:chgData name="Al Friend" userId="e5ed79da-d858-46d4-9eed-a7a24903f2de" providerId="ADAL" clId="{6CF5D3DD-A8C4-4611-8099-4AEB2E976A2E}" dt="2026-10-29T22:24:24.086" v="617" actId="18676"/>
        <pc:sldMkLst>
          <pc:docMk/>
          <pc:sldMk cId="2052178966" sldId="467"/>
        </pc:sldMkLst>
      </pc:sldChg>
      <pc:sldChg chg="del">
        <pc:chgData name="Al Friend" userId="e5ed79da-d858-46d4-9eed-a7a24903f2de" providerId="ADAL" clId="{6CF5D3DD-A8C4-4611-8099-4AEB2E976A2E}" dt="2026-10-29T22:24:24.086" v="617" actId="18676"/>
        <pc:sldMkLst>
          <pc:docMk/>
          <pc:sldMk cId="66618361" sldId="468"/>
        </pc:sldMkLst>
      </pc:sldChg>
      <pc:sldChg chg="del">
        <pc:chgData name="Al Friend" userId="e5ed79da-d858-46d4-9eed-a7a24903f2de" providerId="ADAL" clId="{6CF5D3DD-A8C4-4611-8099-4AEB2E976A2E}" dt="2026-10-29T22:24:47.439" v="620" actId="18676"/>
        <pc:sldMkLst>
          <pc:docMk/>
          <pc:sldMk cId="391405217" sldId="469"/>
        </pc:sldMkLst>
      </pc:sldChg>
      <pc:sldChg chg="del">
        <pc:chgData name="Al Friend" userId="e5ed79da-d858-46d4-9eed-a7a24903f2de" providerId="ADAL" clId="{6CF5D3DD-A8C4-4611-8099-4AEB2E976A2E}" dt="2026-10-29T22:24:47.439" v="620" actId="18676"/>
        <pc:sldMkLst>
          <pc:docMk/>
          <pc:sldMk cId="783260934" sldId="470"/>
        </pc:sldMkLst>
      </pc:sldChg>
      <pc:sldChg chg="del">
        <pc:chgData name="Al Friend" userId="e5ed79da-d858-46d4-9eed-a7a24903f2de" providerId="ADAL" clId="{6CF5D3DD-A8C4-4611-8099-4AEB2E976A2E}" dt="2026-10-29T22:24:47.439" v="620" actId="18676"/>
        <pc:sldMkLst>
          <pc:docMk/>
          <pc:sldMk cId="40042554" sldId="471"/>
        </pc:sldMkLst>
      </pc:sldChg>
      <pc:sldChg chg="del">
        <pc:chgData name="Al Friend" userId="e5ed79da-d858-46d4-9eed-a7a24903f2de" providerId="ADAL" clId="{6CF5D3DD-A8C4-4611-8099-4AEB2E976A2E}" dt="2026-10-29T22:24:47.439" v="620" actId="18676"/>
        <pc:sldMkLst>
          <pc:docMk/>
          <pc:sldMk cId="1314343701" sldId="472"/>
        </pc:sldMkLst>
      </pc:sldChg>
      <pc:sldChg chg="del">
        <pc:chgData name="Al Friend" userId="e5ed79da-d858-46d4-9eed-a7a24903f2de" providerId="ADAL" clId="{6CF5D3DD-A8C4-4611-8099-4AEB2E976A2E}" dt="2026-10-29T22:24:47.439" v="620" actId="18676"/>
        <pc:sldMkLst>
          <pc:docMk/>
          <pc:sldMk cId="2840772432" sldId="473"/>
        </pc:sldMkLst>
      </pc:sldChg>
      <pc:sldChg chg="del">
        <pc:chgData name="Al Friend" userId="e5ed79da-d858-46d4-9eed-a7a24903f2de" providerId="ADAL" clId="{6CF5D3DD-A8C4-4611-8099-4AEB2E976A2E}" dt="2026-10-29T22:24:47.439" v="620" actId="18676"/>
        <pc:sldMkLst>
          <pc:docMk/>
          <pc:sldMk cId="782162594" sldId="474"/>
        </pc:sldMkLst>
      </pc:sldChg>
      <pc:sldChg chg="del">
        <pc:chgData name="Al Friend" userId="e5ed79da-d858-46d4-9eed-a7a24903f2de" providerId="ADAL" clId="{6CF5D3DD-A8C4-4611-8099-4AEB2E976A2E}" dt="2026-10-29T22:24:42.504" v="619" actId="18676"/>
        <pc:sldMkLst>
          <pc:docMk/>
          <pc:sldMk cId="2338730230" sldId="475"/>
        </pc:sldMkLst>
      </pc:sldChg>
      <pc:sldChg chg="del">
        <pc:chgData name="Al Friend" userId="e5ed79da-d858-46d4-9eed-a7a24903f2de" providerId="ADAL" clId="{6CF5D3DD-A8C4-4611-8099-4AEB2E976A2E}" dt="2026-10-29T22:24:42.504" v="619" actId="18676"/>
        <pc:sldMkLst>
          <pc:docMk/>
          <pc:sldMk cId="3097720531" sldId="476"/>
        </pc:sldMkLst>
      </pc:sldChg>
      <pc:sldChg chg="del">
        <pc:chgData name="Al Friend" userId="e5ed79da-d858-46d4-9eed-a7a24903f2de" providerId="ADAL" clId="{6CF5D3DD-A8C4-4611-8099-4AEB2E976A2E}" dt="2026-10-29T22:24:42.504" v="619" actId="18676"/>
        <pc:sldMkLst>
          <pc:docMk/>
          <pc:sldMk cId="1118836114" sldId="477"/>
        </pc:sldMkLst>
      </pc:sldChg>
      <pc:sldChg chg="del">
        <pc:chgData name="Al Friend" userId="e5ed79da-d858-46d4-9eed-a7a24903f2de" providerId="ADAL" clId="{6CF5D3DD-A8C4-4611-8099-4AEB2E976A2E}" dt="2026-10-29T22:24:42.504" v="619" actId="18676"/>
        <pc:sldMkLst>
          <pc:docMk/>
          <pc:sldMk cId="1902124579" sldId="478"/>
        </pc:sldMkLst>
      </pc:sldChg>
      <pc:sldChg chg="modSp mod modNotesTx">
        <pc:chgData name="Al Friend" userId="e5ed79da-d858-46d4-9eed-a7a24903f2de" providerId="ADAL" clId="{6CF5D3DD-A8C4-4611-8099-4AEB2E976A2E}" dt="2026-10-29T22:23:58.595" v="614" actId="114"/>
        <pc:sldMkLst>
          <pc:docMk/>
          <pc:sldMk cId="1005400821" sldId="479"/>
        </pc:sldMkLst>
        <pc:spChg chg="mod">
          <ac:chgData name="Al Friend" userId="e5ed79da-d858-46d4-9eed-a7a24903f2de" providerId="ADAL" clId="{6CF5D3DD-A8C4-4611-8099-4AEB2E976A2E}" dt="2026-10-29T22:23:58.595" v="614" actId="114"/>
          <ac:spMkLst>
            <pc:docMk/>
            <pc:sldMk cId="1005400821" sldId="479"/>
            <ac:spMk id="3" creationId="{00000000-0000-0000-0000-000000000000}"/>
          </ac:spMkLst>
        </pc:spChg>
      </pc:sldChg>
      <pc:sldChg chg="addSp modSp addAnim delAnim modAnim modNotesTx">
        <pc:chgData name="Al Friend" userId="e5ed79da-d858-46d4-9eed-a7a24903f2de" providerId="ADAL" clId="{6CF5D3DD-A8C4-4611-8099-4AEB2E976A2E}" dt="2026-10-30T13:57:50.359" v="659"/>
        <pc:sldMkLst>
          <pc:docMk/>
          <pc:sldMk cId="4234199121" sldId="481"/>
        </pc:sldMkLst>
        <pc:spChg chg="mod">
          <ac:chgData name="Al Friend" userId="e5ed79da-d858-46d4-9eed-a7a24903f2de" providerId="ADAL" clId="{6CF5D3DD-A8C4-4611-8099-4AEB2E976A2E}" dt="2026-10-29T21:12:49.449" v="274" actId="108"/>
          <ac:spMkLst>
            <pc:docMk/>
            <pc:sldMk cId="4234199121" sldId="481"/>
            <ac:spMk id="3" creationId="{E4EE7085-4C5B-409B-8843-A8A3D3CB6E90}"/>
          </ac:spMkLst>
        </pc:spChg>
        <pc:spChg chg="add mod">
          <ac:chgData name="Al Friend" userId="e5ed79da-d858-46d4-9eed-a7a24903f2de" providerId="ADAL" clId="{6CF5D3DD-A8C4-4611-8099-4AEB2E976A2E}" dt="2026-10-29T18:10:25.852" v="138" actId="20577"/>
          <ac:spMkLst>
            <pc:docMk/>
            <pc:sldMk cId="4234199121" sldId="481"/>
            <ac:spMk id="6" creationId="{6151E86C-1BBD-128D-44FA-E17A8D9751FC}"/>
          </ac:spMkLst>
        </pc:spChg>
      </pc:sldChg>
      <pc:sldChg chg="del">
        <pc:chgData name="Al Friend" userId="e5ed79da-d858-46d4-9eed-a7a24903f2de" providerId="ADAL" clId="{6CF5D3DD-A8C4-4611-8099-4AEB2E976A2E}" dt="2026-10-29T22:24:56.187" v="621" actId="18676"/>
        <pc:sldMkLst>
          <pc:docMk/>
          <pc:sldMk cId="1845368630" sldId="485"/>
        </pc:sldMkLst>
      </pc:sldChg>
      <pc:sldChg chg="del">
        <pc:chgData name="Al Friend" userId="e5ed79da-d858-46d4-9eed-a7a24903f2de" providerId="ADAL" clId="{6CF5D3DD-A8C4-4611-8099-4AEB2E976A2E}" dt="2026-10-29T22:24:56.187" v="621" actId="18676"/>
        <pc:sldMkLst>
          <pc:docMk/>
          <pc:sldMk cId="82727171" sldId="486"/>
        </pc:sldMkLst>
      </pc:sldChg>
      <pc:sldChg chg="del">
        <pc:chgData name="Al Friend" userId="e5ed79da-d858-46d4-9eed-a7a24903f2de" providerId="ADAL" clId="{6CF5D3DD-A8C4-4611-8099-4AEB2E976A2E}" dt="2026-10-29T22:24:56.187" v="621" actId="18676"/>
        <pc:sldMkLst>
          <pc:docMk/>
          <pc:sldMk cId="1361527633" sldId="487"/>
        </pc:sldMkLst>
      </pc:sldChg>
      <pc:sldChg chg="del">
        <pc:chgData name="Al Friend" userId="e5ed79da-d858-46d4-9eed-a7a24903f2de" providerId="ADAL" clId="{6CF5D3DD-A8C4-4611-8099-4AEB2E976A2E}" dt="2026-10-29T22:24:56.187" v="621" actId="18676"/>
        <pc:sldMkLst>
          <pc:docMk/>
          <pc:sldMk cId="2258517631" sldId="488"/>
        </pc:sldMkLst>
      </pc:sldChg>
      <pc:sldChg chg="del">
        <pc:chgData name="Al Friend" userId="e5ed79da-d858-46d4-9eed-a7a24903f2de" providerId="ADAL" clId="{6CF5D3DD-A8C4-4611-8099-4AEB2E976A2E}" dt="2026-10-29T22:25:07.085" v="622" actId="18676"/>
        <pc:sldMkLst>
          <pc:docMk/>
          <pc:sldMk cId="697983056" sldId="489"/>
        </pc:sldMkLst>
      </pc:sldChg>
      <pc:sldChg chg="del">
        <pc:chgData name="Al Friend" userId="e5ed79da-d858-46d4-9eed-a7a24903f2de" providerId="ADAL" clId="{6CF5D3DD-A8C4-4611-8099-4AEB2E976A2E}" dt="2026-10-29T22:25:07.085" v="622" actId="18676"/>
        <pc:sldMkLst>
          <pc:docMk/>
          <pc:sldMk cId="2270313325" sldId="490"/>
        </pc:sldMkLst>
      </pc:sldChg>
      <pc:sldChg chg="del">
        <pc:chgData name="Al Friend" userId="e5ed79da-d858-46d4-9eed-a7a24903f2de" providerId="ADAL" clId="{6CF5D3DD-A8C4-4611-8099-4AEB2E976A2E}" dt="2026-10-29T22:25:07.085" v="622" actId="18676"/>
        <pc:sldMkLst>
          <pc:docMk/>
          <pc:sldMk cId="3448936418" sldId="491"/>
        </pc:sldMkLst>
      </pc:sldChg>
      <pc:sldChg chg="del">
        <pc:chgData name="Al Friend" userId="e5ed79da-d858-46d4-9eed-a7a24903f2de" providerId="ADAL" clId="{6CF5D3DD-A8C4-4611-8099-4AEB2E976A2E}" dt="2026-10-29T22:25:07.085" v="622" actId="18676"/>
        <pc:sldMkLst>
          <pc:docMk/>
          <pc:sldMk cId="3470282460" sldId="493"/>
        </pc:sldMkLst>
      </pc:sldChg>
      <pc:sldChg chg="del">
        <pc:chgData name="Al Friend" userId="e5ed79da-d858-46d4-9eed-a7a24903f2de" providerId="ADAL" clId="{6CF5D3DD-A8C4-4611-8099-4AEB2E976A2E}" dt="2026-10-29T22:25:36.655" v="624" actId="18676"/>
        <pc:sldMkLst>
          <pc:docMk/>
          <pc:sldMk cId="1101378523" sldId="494"/>
        </pc:sldMkLst>
      </pc:sldChg>
      <pc:sldChg chg="del">
        <pc:chgData name="Al Friend" userId="e5ed79da-d858-46d4-9eed-a7a24903f2de" providerId="ADAL" clId="{6CF5D3DD-A8C4-4611-8099-4AEB2E976A2E}" dt="2026-10-29T22:24:35.822" v="618" actId="18676"/>
        <pc:sldMkLst>
          <pc:docMk/>
          <pc:sldMk cId="2101183669" sldId="495"/>
        </pc:sldMkLst>
      </pc:sldChg>
      <pc:sldChg chg="del">
        <pc:chgData name="Al Friend" userId="e5ed79da-d858-46d4-9eed-a7a24903f2de" providerId="ADAL" clId="{6CF5D3DD-A8C4-4611-8099-4AEB2E976A2E}" dt="2026-10-29T22:24:47.439" v="620" actId="18676"/>
        <pc:sldMkLst>
          <pc:docMk/>
          <pc:sldMk cId="4224193016" sldId="496"/>
        </pc:sldMkLst>
      </pc:sldChg>
      <pc:sldChg chg="del">
        <pc:chgData name="Al Friend" userId="e5ed79da-d858-46d4-9eed-a7a24903f2de" providerId="ADAL" clId="{6CF5D3DD-A8C4-4611-8099-4AEB2E976A2E}" dt="2026-10-29T22:25:07.085" v="622" actId="18676"/>
        <pc:sldMkLst>
          <pc:docMk/>
          <pc:sldMk cId="370581991" sldId="497"/>
        </pc:sldMkLst>
      </pc:sldChg>
      <pc:sldChg chg="del">
        <pc:chgData name="Al Friend" userId="e5ed79da-d858-46d4-9eed-a7a24903f2de" providerId="ADAL" clId="{6CF5D3DD-A8C4-4611-8099-4AEB2E976A2E}" dt="2026-10-29T22:25:36.655" v="624" actId="18676"/>
        <pc:sldMkLst>
          <pc:docMk/>
          <pc:sldMk cId="870331737" sldId="499"/>
        </pc:sldMkLst>
      </pc:sldChg>
      <pc:sldChg chg="del">
        <pc:chgData name="Al Friend" userId="e5ed79da-d858-46d4-9eed-a7a24903f2de" providerId="ADAL" clId="{6CF5D3DD-A8C4-4611-8099-4AEB2E976A2E}" dt="2026-10-29T22:25:36.655" v="624" actId="18676"/>
        <pc:sldMkLst>
          <pc:docMk/>
          <pc:sldMk cId="4106518413" sldId="504"/>
        </pc:sldMkLst>
      </pc:sldChg>
      <pc:sldChg chg="del">
        <pc:chgData name="Al Friend" userId="e5ed79da-d858-46d4-9eed-a7a24903f2de" providerId="ADAL" clId="{6CF5D3DD-A8C4-4611-8099-4AEB2E976A2E}" dt="2026-10-29T22:25:36.655" v="624" actId="18676"/>
        <pc:sldMkLst>
          <pc:docMk/>
          <pc:sldMk cId="1968761958" sldId="506"/>
        </pc:sldMkLst>
      </pc:sldChg>
      <pc:sldChg chg="del">
        <pc:chgData name="Al Friend" userId="e5ed79da-d858-46d4-9eed-a7a24903f2de" providerId="ADAL" clId="{6CF5D3DD-A8C4-4611-8099-4AEB2E976A2E}" dt="2026-10-29T22:25:36.655" v="624" actId="18676"/>
        <pc:sldMkLst>
          <pc:docMk/>
          <pc:sldMk cId="2089487072" sldId="507"/>
        </pc:sldMkLst>
      </pc:sldChg>
      <pc:sldChg chg="del">
        <pc:chgData name="Al Friend" userId="e5ed79da-d858-46d4-9eed-a7a24903f2de" providerId="ADAL" clId="{6CF5D3DD-A8C4-4611-8099-4AEB2E976A2E}" dt="2026-10-29T22:25:36.655" v="624" actId="18676"/>
        <pc:sldMkLst>
          <pc:docMk/>
          <pc:sldMk cId="2911420034" sldId="508"/>
        </pc:sldMkLst>
      </pc:sldChg>
      <pc:sldChg chg="del">
        <pc:chgData name="Al Friend" userId="e5ed79da-d858-46d4-9eed-a7a24903f2de" providerId="ADAL" clId="{6CF5D3DD-A8C4-4611-8099-4AEB2E976A2E}" dt="2026-10-29T22:25:36.655" v="624" actId="18676"/>
        <pc:sldMkLst>
          <pc:docMk/>
          <pc:sldMk cId="1313493540" sldId="509"/>
        </pc:sldMkLst>
      </pc:sldChg>
      <pc:sldChg chg="del">
        <pc:chgData name="Al Friend" userId="e5ed79da-d858-46d4-9eed-a7a24903f2de" providerId="ADAL" clId="{6CF5D3DD-A8C4-4611-8099-4AEB2E976A2E}" dt="2026-10-29T22:25:07.085" v="622" actId="18676"/>
        <pc:sldMkLst>
          <pc:docMk/>
          <pc:sldMk cId="3479897373" sldId="513"/>
        </pc:sldMkLst>
      </pc:sldChg>
      <pc:sldChg chg="del">
        <pc:chgData name="Al Friend" userId="e5ed79da-d858-46d4-9eed-a7a24903f2de" providerId="ADAL" clId="{6CF5D3DD-A8C4-4611-8099-4AEB2E976A2E}" dt="2026-10-29T22:25:40.844" v="625" actId="18676"/>
        <pc:sldMkLst>
          <pc:docMk/>
          <pc:sldMk cId="780501331" sldId="537"/>
        </pc:sldMkLst>
      </pc:sldChg>
      <pc:sldChg chg="modSp del">
        <pc:chgData name="Al Friend" userId="e5ed79da-d858-46d4-9eed-a7a24903f2de" providerId="ADAL" clId="{6CF5D3DD-A8C4-4611-8099-4AEB2E976A2E}" dt="2026-10-29T22:24:35.822" v="618" actId="18676"/>
        <pc:sldMkLst>
          <pc:docMk/>
          <pc:sldMk cId="4107584093" sldId="589"/>
        </pc:sldMkLst>
        <pc:spChg chg="mod">
          <ac:chgData name="Al Friend" userId="e5ed79da-d858-46d4-9eed-a7a24903f2de" providerId="ADAL" clId="{6CF5D3DD-A8C4-4611-8099-4AEB2E976A2E}" dt="2026-10-29T21:18:20.625" v="286"/>
          <ac:spMkLst>
            <pc:docMk/>
            <pc:sldMk cId="4107584093" sldId="589"/>
            <ac:spMk id="3" creationId="{E4EE7085-4C5B-409B-8843-A8A3D3CB6E90}"/>
          </ac:spMkLst>
        </pc:spChg>
      </pc:sldChg>
      <pc:sldChg chg="del">
        <pc:chgData name="Al Friend" userId="e5ed79da-d858-46d4-9eed-a7a24903f2de" providerId="ADAL" clId="{6CF5D3DD-A8C4-4611-8099-4AEB2E976A2E}" dt="2026-10-29T22:24:42.504" v="619" actId="18676"/>
        <pc:sldMkLst>
          <pc:docMk/>
          <pc:sldMk cId="4250534393" sldId="590"/>
        </pc:sldMkLst>
      </pc:sldChg>
      <pc:sldChg chg="del">
        <pc:chgData name="Al Friend" userId="e5ed79da-d858-46d4-9eed-a7a24903f2de" providerId="ADAL" clId="{6CF5D3DD-A8C4-4611-8099-4AEB2E976A2E}" dt="2026-10-29T22:25:07.085" v="622" actId="18676"/>
        <pc:sldMkLst>
          <pc:docMk/>
          <pc:sldMk cId="3987821192" sldId="592"/>
        </pc:sldMkLst>
      </pc:sldChg>
      <pc:sldChg chg="del">
        <pc:chgData name="Al Friend" userId="e5ed79da-d858-46d4-9eed-a7a24903f2de" providerId="ADAL" clId="{6CF5D3DD-A8C4-4611-8099-4AEB2E976A2E}" dt="2026-10-29T22:25:07.085" v="622" actId="18676"/>
        <pc:sldMkLst>
          <pc:docMk/>
          <pc:sldMk cId="1825196932" sldId="593"/>
        </pc:sldMkLst>
      </pc:sldChg>
      <pc:sldChg chg="del">
        <pc:chgData name="Al Friend" userId="e5ed79da-d858-46d4-9eed-a7a24903f2de" providerId="ADAL" clId="{6CF5D3DD-A8C4-4611-8099-4AEB2E976A2E}" dt="2026-10-29T22:25:07.085" v="622" actId="18676"/>
        <pc:sldMkLst>
          <pc:docMk/>
          <pc:sldMk cId="3709169059" sldId="594"/>
        </pc:sldMkLst>
      </pc:sldChg>
      <pc:sldChg chg="del">
        <pc:chgData name="Al Friend" userId="e5ed79da-d858-46d4-9eed-a7a24903f2de" providerId="ADAL" clId="{6CF5D3DD-A8C4-4611-8099-4AEB2E976A2E}" dt="2026-10-29T22:24:24.086" v="617" actId="18676"/>
        <pc:sldMkLst>
          <pc:docMk/>
          <pc:sldMk cId="142722427" sldId="598"/>
        </pc:sldMkLst>
      </pc:sldChg>
      <pc:sldChg chg="del">
        <pc:chgData name="Al Friend" userId="e5ed79da-d858-46d4-9eed-a7a24903f2de" providerId="ADAL" clId="{6CF5D3DD-A8C4-4611-8099-4AEB2E976A2E}" dt="2026-10-29T22:24:24.086" v="617" actId="18676"/>
        <pc:sldMkLst>
          <pc:docMk/>
          <pc:sldMk cId="1162007761" sldId="599"/>
        </pc:sldMkLst>
      </pc:sldChg>
      <pc:sldChg chg="del">
        <pc:chgData name="Al Friend" userId="e5ed79da-d858-46d4-9eed-a7a24903f2de" providerId="ADAL" clId="{6CF5D3DD-A8C4-4611-8099-4AEB2E976A2E}" dt="2026-10-29T22:25:25.053" v="623" actId="18676"/>
        <pc:sldMkLst>
          <pc:docMk/>
          <pc:sldMk cId="1164188483" sldId="680"/>
        </pc:sldMkLst>
      </pc:sldChg>
      <pc:sldChg chg="del">
        <pc:chgData name="Al Friend" userId="e5ed79da-d858-46d4-9eed-a7a24903f2de" providerId="ADAL" clId="{6CF5D3DD-A8C4-4611-8099-4AEB2E976A2E}" dt="2026-10-29T22:25:25.053" v="623" actId="18676"/>
        <pc:sldMkLst>
          <pc:docMk/>
          <pc:sldMk cId="1251185072" sldId="681"/>
        </pc:sldMkLst>
      </pc:sldChg>
      <pc:sldChg chg="del">
        <pc:chgData name="Al Friend" userId="e5ed79da-d858-46d4-9eed-a7a24903f2de" providerId="ADAL" clId="{6CF5D3DD-A8C4-4611-8099-4AEB2E976A2E}" dt="2026-10-29T22:25:25.053" v="623" actId="18676"/>
        <pc:sldMkLst>
          <pc:docMk/>
          <pc:sldMk cId="3347276238" sldId="682"/>
        </pc:sldMkLst>
      </pc:sldChg>
      <pc:sldChg chg="del">
        <pc:chgData name="Al Friend" userId="e5ed79da-d858-46d4-9eed-a7a24903f2de" providerId="ADAL" clId="{6CF5D3DD-A8C4-4611-8099-4AEB2E976A2E}" dt="2026-10-29T22:25:25.053" v="623" actId="18676"/>
        <pc:sldMkLst>
          <pc:docMk/>
          <pc:sldMk cId="665431772" sldId="684"/>
        </pc:sldMkLst>
      </pc:sldChg>
      <pc:sldChg chg="del">
        <pc:chgData name="Al Friend" userId="e5ed79da-d858-46d4-9eed-a7a24903f2de" providerId="ADAL" clId="{6CF5D3DD-A8C4-4611-8099-4AEB2E976A2E}" dt="2026-10-29T22:25:25.053" v="623" actId="18676"/>
        <pc:sldMkLst>
          <pc:docMk/>
          <pc:sldMk cId="1277526738" sldId="685"/>
        </pc:sldMkLst>
      </pc:sldChg>
      <pc:sldChg chg="del">
        <pc:chgData name="Al Friend" userId="e5ed79da-d858-46d4-9eed-a7a24903f2de" providerId="ADAL" clId="{6CF5D3DD-A8C4-4611-8099-4AEB2E976A2E}" dt="2026-10-29T22:25:36.655" v="624" actId="18676"/>
        <pc:sldMkLst>
          <pc:docMk/>
          <pc:sldMk cId="2887556788" sldId="688"/>
        </pc:sldMkLst>
      </pc:sldChg>
      <pc:sldChg chg="del">
        <pc:chgData name="Al Friend" userId="e5ed79da-d858-46d4-9eed-a7a24903f2de" providerId="ADAL" clId="{6CF5D3DD-A8C4-4611-8099-4AEB2E976A2E}" dt="2026-10-29T22:25:36.655" v="624" actId="18676"/>
        <pc:sldMkLst>
          <pc:docMk/>
          <pc:sldMk cId="2892980821" sldId="690"/>
        </pc:sldMkLst>
      </pc:sldChg>
      <pc:sldChg chg="del">
        <pc:chgData name="Al Friend" userId="e5ed79da-d858-46d4-9eed-a7a24903f2de" providerId="ADAL" clId="{6CF5D3DD-A8C4-4611-8099-4AEB2E976A2E}" dt="2026-10-29T22:25:36.655" v="624" actId="18676"/>
        <pc:sldMkLst>
          <pc:docMk/>
          <pc:sldMk cId="2224960931" sldId="691"/>
        </pc:sldMkLst>
      </pc:sldChg>
      <pc:sldChg chg="del">
        <pc:chgData name="Al Friend" userId="e5ed79da-d858-46d4-9eed-a7a24903f2de" providerId="ADAL" clId="{6CF5D3DD-A8C4-4611-8099-4AEB2E976A2E}" dt="2026-10-29T22:25:36.655" v="624" actId="18676"/>
        <pc:sldMkLst>
          <pc:docMk/>
          <pc:sldMk cId="317975627" sldId="693"/>
        </pc:sldMkLst>
      </pc:sldChg>
      <pc:sldChg chg="del">
        <pc:chgData name="Al Friend" userId="e5ed79da-d858-46d4-9eed-a7a24903f2de" providerId="ADAL" clId="{6CF5D3DD-A8C4-4611-8099-4AEB2E976A2E}" dt="2026-10-29T22:24:56.187" v="621" actId="18676"/>
        <pc:sldMkLst>
          <pc:docMk/>
          <pc:sldMk cId="1696073146" sldId="701"/>
        </pc:sldMkLst>
      </pc:sldChg>
      <pc:sldChg chg="del">
        <pc:chgData name="Al Friend" userId="e5ed79da-d858-46d4-9eed-a7a24903f2de" providerId="ADAL" clId="{6CF5D3DD-A8C4-4611-8099-4AEB2E976A2E}" dt="2026-10-29T22:24:56.187" v="621" actId="18676"/>
        <pc:sldMkLst>
          <pc:docMk/>
          <pc:sldMk cId="4165258570" sldId="740"/>
        </pc:sldMkLst>
      </pc:sldChg>
      <pc:sldChg chg="del">
        <pc:chgData name="Al Friend" userId="e5ed79da-d858-46d4-9eed-a7a24903f2de" providerId="ADAL" clId="{6CF5D3DD-A8C4-4611-8099-4AEB2E976A2E}" dt="2026-10-29T22:25:36.655" v="624" actId="18676"/>
        <pc:sldMkLst>
          <pc:docMk/>
          <pc:sldMk cId="2021259202" sldId="757"/>
        </pc:sldMkLst>
      </pc:sldChg>
      <pc:sldChg chg="del">
        <pc:chgData name="Al Friend" userId="e5ed79da-d858-46d4-9eed-a7a24903f2de" providerId="ADAL" clId="{6CF5D3DD-A8C4-4611-8099-4AEB2E976A2E}" dt="2026-10-29T22:24:42.504" v="619" actId="18676"/>
        <pc:sldMkLst>
          <pc:docMk/>
          <pc:sldMk cId="1304874565" sldId="759"/>
        </pc:sldMkLst>
      </pc:sldChg>
      <pc:sldChg chg="del">
        <pc:chgData name="Al Friend" userId="e5ed79da-d858-46d4-9eed-a7a24903f2de" providerId="ADAL" clId="{6CF5D3DD-A8C4-4611-8099-4AEB2E976A2E}" dt="2026-10-29T22:24:56.187" v="621" actId="18676"/>
        <pc:sldMkLst>
          <pc:docMk/>
          <pc:sldMk cId="2396091098" sldId="760"/>
        </pc:sldMkLst>
      </pc:sldChg>
      <pc:sldChg chg="del">
        <pc:chgData name="Al Friend" userId="e5ed79da-d858-46d4-9eed-a7a24903f2de" providerId="ADAL" clId="{6CF5D3DD-A8C4-4611-8099-4AEB2E976A2E}" dt="2026-10-29T22:24:47.439" v="620" actId="18676"/>
        <pc:sldMkLst>
          <pc:docMk/>
          <pc:sldMk cId="798895982" sldId="761"/>
        </pc:sldMkLst>
      </pc:sldChg>
      <pc:sldChg chg="del">
        <pc:chgData name="Al Friend" userId="e5ed79da-d858-46d4-9eed-a7a24903f2de" providerId="ADAL" clId="{6CF5D3DD-A8C4-4611-8099-4AEB2E976A2E}" dt="2026-10-29T22:24:47.439" v="620" actId="18676"/>
        <pc:sldMkLst>
          <pc:docMk/>
          <pc:sldMk cId="3621025628" sldId="762"/>
        </pc:sldMkLst>
      </pc:sldChg>
      <pc:sldChg chg="del">
        <pc:chgData name="Al Friend" userId="e5ed79da-d858-46d4-9eed-a7a24903f2de" providerId="ADAL" clId="{6CF5D3DD-A8C4-4611-8099-4AEB2E976A2E}" dt="2026-10-29T22:24:47.439" v="620" actId="18676"/>
        <pc:sldMkLst>
          <pc:docMk/>
          <pc:sldMk cId="1369262091" sldId="763"/>
        </pc:sldMkLst>
      </pc:sldChg>
      <pc:sldChg chg="del">
        <pc:chgData name="Al Friend" userId="e5ed79da-d858-46d4-9eed-a7a24903f2de" providerId="ADAL" clId="{6CF5D3DD-A8C4-4611-8099-4AEB2E976A2E}" dt="2026-10-29T22:24:47.439" v="620" actId="18676"/>
        <pc:sldMkLst>
          <pc:docMk/>
          <pc:sldMk cId="3255630831" sldId="764"/>
        </pc:sldMkLst>
      </pc:sldChg>
      <pc:sldChg chg="del">
        <pc:chgData name="Al Friend" userId="e5ed79da-d858-46d4-9eed-a7a24903f2de" providerId="ADAL" clId="{6CF5D3DD-A8C4-4611-8099-4AEB2E976A2E}" dt="2026-10-29T22:24:47.439" v="620" actId="18676"/>
        <pc:sldMkLst>
          <pc:docMk/>
          <pc:sldMk cId="839833664" sldId="765"/>
        </pc:sldMkLst>
      </pc:sldChg>
      <pc:sldChg chg="modSp del">
        <pc:chgData name="Al Friend" userId="e5ed79da-d858-46d4-9eed-a7a24903f2de" providerId="ADAL" clId="{6CF5D3DD-A8C4-4611-8099-4AEB2E976A2E}" dt="2026-10-29T22:24:35.822" v="618" actId="18676"/>
        <pc:sldMkLst>
          <pc:docMk/>
          <pc:sldMk cId="731722010" sldId="771"/>
        </pc:sldMkLst>
        <pc:spChg chg="mod">
          <ac:chgData name="Al Friend" userId="e5ed79da-d858-46d4-9eed-a7a24903f2de" providerId="ADAL" clId="{6CF5D3DD-A8C4-4611-8099-4AEB2E976A2E}" dt="2026-10-29T21:18:58.758" v="287"/>
          <ac:spMkLst>
            <pc:docMk/>
            <pc:sldMk cId="731722010" sldId="771"/>
            <ac:spMk id="3" creationId="{E4EE7085-4C5B-409B-8843-A8A3D3CB6E90}"/>
          </ac:spMkLst>
        </pc:spChg>
      </pc:sldChg>
      <pc:sldChg chg="del">
        <pc:chgData name="Al Friend" userId="e5ed79da-d858-46d4-9eed-a7a24903f2de" providerId="ADAL" clId="{6CF5D3DD-A8C4-4611-8099-4AEB2E976A2E}" dt="2026-10-29T22:24:35.822" v="618" actId="18676"/>
        <pc:sldMkLst>
          <pc:docMk/>
          <pc:sldMk cId="2224595681" sldId="772"/>
        </pc:sldMkLst>
      </pc:sldChg>
      <pc:sldChg chg="del">
        <pc:chgData name="Al Friend" userId="e5ed79da-d858-46d4-9eed-a7a24903f2de" providerId="ADAL" clId="{6CF5D3DD-A8C4-4611-8099-4AEB2E976A2E}" dt="2026-10-29T22:24:35.822" v="618" actId="18676"/>
        <pc:sldMkLst>
          <pc:docMk/>
          <pc:sldMk cId="234386027" sldId="773"/>
        </pc:sldMkLst>
      </pc:sldChg>
      <pc:sldChg chg="del">
        <pc:chgData name="Al Friend" userId="e5ed79da-d858-46d4-9eed-a7a24903f2de" providerId="ADAL" clId="{6CF5D3DD-A8C4-4611-8099-4AEB2E976A2E}" dt="2026-10-29T22:24:35.822" v="618" actId="18676"/>
        <pc:sldMkLst>
          <pc:docMk/>
          <pc:sldMk cId="2734450975" sldId="775"/>
        </pc:sldMkLst>
      </pc:sldChg>
      <pc:sldChg chg="del">
        <pc:chgData name="Al Friend" userId="e5ed79da-d858-46d4-9eed-a7a24903f2de" providerId="ADAL" clId="{6CF5D3DD-A8C4-4611-8099-4AEB2E976A2E}" dt="2026-10-29T22:24:56.187" v="621" actId="18676"/>
        <pc:sldMkLst>
          <pc:docMk/>
          <pc:sldMk cId="2197686200" sldId="776"/>
        </pc:sldMkLst>
      </pc:sldChg>
      <pc:sldChg chg="del">
        <pc:chgData name="Al Friend" userId="e5ed79da-d858-46d4-9eed-a7a24903f2de" providerId="ADAL" clId="{6CF5D3DD-A8C4-4611-8099-4AEB2E976A2E}" dt="2026-10-29T22:25:25.053" v="623" actId="18676"/>
        <pc:sldMkLst>
          <pc:docMk/>
          <pc:sldMk cId="583759258" sldId="786"/>
        </pc:sldMkLst>
      </pc:sldChg>
      <pc:sldChg chg="del">
        <pc:chgData name="Al Friend" userId="e5ed79da-d858-46d4-9eed-a7a24903f2de" providerId="ADAL" clId="{6CF5D3DD-A8C4-4611-8099-4AEB2E976A2E}" dt="2026-10-29T22:24:35.822" v="618" actId="18676"/>
        <pc:sldMkLst>
          <pc:docMk/>
          <pc:sldMk cId="389849039" sldId="788"/>
        </pc:sldMkLst>
      </pc:sldChg>
      <pc:sldChg chg="del">
        <pc:chgData name="Al Friend" userId="e5ed79da-d858-46d4-9eed-a7a24903f2de" providerId="ADAL" clId="{6CF5D3DD-A8C4-4611-8099-4AEB2E976A2E}" dt="2026-10-29T22:24:35.822" v="618" actId="18676"/>
        <pc:sldMkLst>
          <pc:docMk/>
          <pc:sldMk cId="293292054" sldId="789"/>
        </pc:sldMkLst>
      </pc:sldChg>
      <pc:sldChg chg="del">
        <pc:chgData name="Al Friend" userId="e5ed79da-d858-46d4-9eed-a7a24903f2de" providerId="ADAL" clId="{6CF5D3DD-A8C4-4611-8099-4AEB2E976A2E}" dt="2026-10-29T22:24:35.822" v="618" actId="18676"/>
        <pc:sldMkLst>
          <pc:docMk/>
          <pc:sldMk cId="1729334769" sldId="790"/>
        </pc:sldMkLst>
      </pc:sldChg>
      <pc:sldChg chg="del">
        <pc:chgData name="Al Friend" userId="e5ed79da-d858-46d4-9eed-a7a24903f2de" providerId="ADAL" clId="{6CF5D3DD-A8C4-4611-8099-4AEB2E976A2E}" dt="2026-10-29T22:25:40.844" v="625" actId="18676"/>
        <pc:sldMkLst>
          <pc:docMk/>
          <pc:sldMk cId="469210997" sldId="856"/>
        </pc:sldMkLst>
      </pc:sldChg>
      <pc:sldChg chg="del">
        <pc:chgData name="Al Friend" userId="e5ed79da-d858-46d4-9eed-a7a24903f2de" providerId="ADAL" clId="{6CF5D3DD-A8C4-4611-8099-4AEB2E976A2E}" dt="2026-10-29T22:25:40.844" v="625" actId="18676"/>
        <pc:sldMkLst>
          <pc:docMk/>
          <pc:sldMk cId="2176379997" sldId="858"/>
        </pc:sldMkLst>
      </pc:sldChg>
      <pc:sldChg chg="del">
        <pc:chgData name="Al Friend" userId="e5ed79da-d858-46d4-9eed-a7a24903f2de" providerId="ADAL" clId="{6CF5D3DD-A8C4-4611-8099-4AEB2E976A2E}" dt="2026-10-29T22:25:40.844" v="625" actId="18676"/>
        <pc:sldMkLst>
          <pc:docMk/>
          <pc:sldMk cId="3173207448" sldId="860"/>
        </pc:sldMkLst>
      </pc:sldChg>
      <pc:sldChg chg="del">
        <pc:chgData name="Al Friend" userId="e5ed79da-d858-46d4-9eed-a7a24903f2de" providerId="ADAL" clId="{6CF5D3DD-A8C4-4611-8099-4AEB2E976A2E}" dt="2026-10-29T22:25:40.844" v="625" actId="18676"/>
        <pc:sldMkLst>
          <pc:docMk/>
          <pc:sldMk cId="3750724401" sldId="866"/>
        </pc:sldMkLst>
      </pc:sldChg>
      <pc:sldChg chg="del">
        <pc:chgData name="Al Friend" userId="e5ed79da-d858-46d4-9eed-a7a24903f2de" providerId="ADAL" clId="{6CF5D3DD-A8C4-4611-8099-4AEB2E976A2E}" dt="2026-10-29T22:25:40.844" v="625" actId="18676"/>
        <pc:sldMkLst>
          <pc:docMk/>
          <pc:sldMk cId="2016678098" sldId="867"/>
        </pc:sldMkLst>
      </pc:sldChg>
      <pc:sldChg chg="del">
        <pc:chgData name="Al Friend" userId="e5ed79da-d858-46d4-9eed-a7a24903f2de" providerId="ADAL" clId="{6CF5D3DD-A8C4-4611-8099-4AEB2E976A2E}" dt="2026-10-29T22:25:40.844" v="625" actId="18676"/>
        <pc:sldMkLst>
          <pc:docMk/>
          <pc:sldMk cId="484106035" sldId="868"/>
        </pc:sldMkLst>
      </pc:sldChg>
      <pc:sldChg chg="del">
        <pc:chgData name="Al Friend" userId="e5ed79da-d858-46d4-9eed-a7a24903f2de" providerId="ADAL" clId="{6CF5D3DD-A8C4-4611-8099-4AEB2E976A2E}" dt="2026-10-29T22:25:40.844" v="625" actId="18676"/>
        <pc:sldMkLst>
          <pc:docMk/>
          <pc:sldMk cId="2610940249" sldId="869"/>
        </pc:sldMkLst>
      </pc:sldChg>
      <pc:sldChg chg="del">
        <pc:chgData name="Al Friend" userId="e5ed79da-d858-46d4-9eed-a7a24903f2de" providerId="ADAL" clId="{6CF5D3DD-A8C4-4611-8099-4AEB2E976A2E}" dt="2026-10-29T22:25:40.844" v="625" actId="18676"/>
        <pc:sldMkLst>
          <pc:docMk/>
          <pc:sldMk cId="1175320702" sldId="870"/>
        </pc:sldMkLst>
      </pc:sldChg>
      <pc:sldChg chg="del">
        <pc:chgData name="Al Friend" userId="e5ed79da-d858-46d4-9eed-a7a24903f2de" providerId="ADAL" clId="{6CF5D3DD-A8C4-4611-8099-4AEB2E976A2E}" dt="2026-10-29T22:25:40.844" v="625" actId="18676"/>
        <pc:sldMkLst>
          <pc:docMk/>
          <pc:sldMk cId="4067987028" sldId="871"/>
        </pc:sldMkLst>
      </pc:sldChg>
      <pc:sldChg chg="del">
        <pc:chgData name="Al Friend" userId="e5ed79da-d858-46d4-9eed-a7a24903f2de" providerId="ADAL" clId="{6CF5D3DD-A8C4-4611-8099-4AEB2E976A2E}" dt="2026-10-29T22:25:40.844" v="625" actId="18676"/>
        <pc:sldMkLst>
          <pc:docMk/>
          <pc:sldMk cId="4233072005" sldId="872"/>
        </pc:sldMkLst>
      </pc:sldChg>
      <pc:sldChg chg="del">
        <pc:chgData name="Al Friend" userId="e5ed79da-d858-46d4-9eed-a7a24903f2de" providerId="ADAL" clId="{6CF5D3DD-A8C4-4611-8099-4AEB2E976A2E}" dt="2026-10-29T22:25:07.085" v="622" actId="18676"/>
        <pc:sldMkLst>
          <pc:docMk/>
          <pc:sldMk cId="665213086" sldId="873"/>
        </pc:sldMkLst>
      </pc:sldChg>
      <pc:sldChg chg="del">
        <pc:chgData name="Al Friend" userId="e5ed79da-d858-46d4-9eed-a7a24903f2de" providerId="ADAL" clId="{6CF5D3DD-A8C4-4611-8099-4AEB2E976A2E}" dt="2026-10-29T22:24:47.439" v="620" actId="18676"/>
        <pc:sldMkLst>
          <pc:docMk/>
          <pc:sldMk cId="2034885504" sldId="874"/>
        </pc:sldMkLst>
      </pc:sldChg>
      <pc:sldChg chg="del">
        <pc:chgData name="Al Friend" userId="e5ed79da-d858-46d4-9eed-a7a24903f2de" providerId="ADAL" clId="{6CF5D3DD-A8C4-4611-8099-4AEB2E976A2E}" dt="2026-10-29T22:24:47.439" v="620" actId="18676"/>
        <pc:sldMkLst>
          <pc:docMk/>
          <pc:sldMk cId="4185411418" sldId="875"/>
        </pc:sldMkLst>
      </pc:sldChg>
      <pc:sldChg chg="modSp mod modNotesTx">
        <pc:chgData name="Al Friend" userId="e5ed79da-d858-46d4-9eed-a7a24903f2de" providerId="ADAL" clId="{6CF5D3DD-A8C4-4611-8099-4AEB2E976A2E}" dt="2026-10-29T18:08:43.813" v="72" actId="108"/>
        <pc:sldMkLst>
          <pc:docMk/>
          <pc:sldMk cId="1922550944" sldId="879"/>
        </pc:sldMkLst>
        <pc:spChg chg="mod">
          <ac:chgData name="Al Friend" userId="e5ed79da-d858-46d4-9eed-a7a24903f2de" providerId="ADAL" clId="{6CF5D3DD-A8C4-4611-8099-4AEB2E976A2E}" dt="2026-10-29T18:08:43.813" v="72" actId="108"/>
          <ac:spMkLst>
            <pc:docMk/>
            <pc:sldMk cId="1922550944" sldId="879"/>
            <ac:spMk id="3" creationId="{E4EE7085-4C5B-409B-8843-A8A3D3CB6E90}"/>
          </ac:spMkLst>
        </pc:spChg>
      </pc:sldChg>
      <pc:sldChg chg="addSp modSp addAnim delAnim modAnim modNotesTx">
        <pc:chgData name="Al Friend" userId="e5ed79da-d858-46d4-9eed-a7a24903f2de" providerId="ADAL" clId="{6CF5D3DD-A8C4-4611-8099-4AEB2E976A2E}" dt="2026-10-30T13:57:42.430" v="658"/>
        <pc:sldMkLst>
          <pc:docMk/>
          <pc:sldMk cId="2491125085" sldId="880"/>
        </pc:sldMkLst>
        <pc:spChg chg="mod">
          <ac:chgData name="Al Friend" userId="e5ed79da-d858-46d4-9eed-a7a24903f2de" providerId="ADAL" clId="{6CF5D3DD-A8C4-4611-8099-4AEB2E976A2E}" dt="2026-10-29T18:07:10.661" v="65" actId="108"/>
          <ac:spMkLst>
            <pc:docMk/>
            <pc:sldMk cId="2491125085" sldId="880"/>
            <ac:spMk id="3" creationId="{E4EE7085-4C5B-409B-8843-A8A3D3CB6E90}"/>
          </ac:spMkLst>
        </pc:spChg>
        <pc:spChg chg="add mod">
          <ac:chgData name="Al Friend" userId="e5ed79da-d858-46d4-9eed-a7a24903f2de" providerId="ADAL" clId="{6CF5D3DD-A8C4-4611-8099-4AEB2E976A2E}" dt="2026-10-29T18:09:54.181" v="106" actId="108"/>
          <ac:spMkLst>
            <pc:docMk/>
            <pc:sldMk cId="2491125085" sldId="880"/>
            <ac:spMk id="5" creationId="{5E6F2BF3-8E12-9125-D3CF-209E18418477}"/>
          </ac:spMkLst>
        </pc:spChg>
      </pc:sldChg>
      <pc:sldChg chg="modSp mod modNotesTx">
        <pc:chgData name="Al Friend" userId="e5ed79da-d858-46d4-9eed-a7a24903f2de" providerId="ADAL" clId="{6CF5D3DD-A8C4-4611-8099-4AEB2E976A2E}" dt="2026-10-29T18:07:19.277" v="67" actId="108"/>
        <pc:sldMkLst>
          <pc:docMk/>
          <pc:sldMk cId="2654210516" sldId="881"/>
        </pc:sldMkLst>
        <pc:spChg chg="mod">
          <ac:chgData name="Al Friend" userId="e5ed79da-d858-46d4-9eed-a7a24903f2de" providerId="ADAL" clId="{6CF5D3DD-A8C4-4611-8099-4AEB2E976A2E}" dt="2026-10-29T18:07:19.277" v="67" actId="108"/>
          <ac:spMkLst>
            <pc:docMk/>
            <pc:sldMk cId="2654210516" sldId="881"/>
            <ac:spMk id="3" creationId="{E4EE7085-4C5B-409B-8843-A8A3D3CB6E90}"/>
          </ac:spMkLst>
        </pc:spChg>
      </pc:sldChg>
      <pc:sldChg chg="addSp modSp mod addAnim delAnim modAnim modNotesTx">
        <pc:chgData name="Al Friend" userId="e5ed79da-d858-46d4-9eed-a7a24903f2de" providerId="ADAL" clId="{6CF5D3DD-A8C4-4611-8099-4AEB2E976A2E}" dt="2026-10-30T13:57:35.213" v="657"/>
        <pc:sldMkLst>
          <pc:docMk/>
          <pc:sldMk cId="560991344" sldId="882"/>
        </pc:sldMkLst>
        <pc:spChg chg="mod">
          <ac:chgData name="Al Friend" userId="e5ed79da-d858-46d4-9eed-a7a24903f2de" providerId="ADAL" clId="{6CF5D3DD-A8C4-4611-8099-4AEB2E976A2E}" dt="2026-10-29T21:23:21.231" v="414" actId="20577"/>
          <ac:spMkLst>
            <pc:docMk/>
            <pc:sldMk cId="560991344" sldId="882"/>
            <ac:spMk id="2" creationId="{2CE87805-17F2-4B70-B505-57FB17E1FEE3}"/>
          </ac:spMkLst>
        </pc:spChg>
        <pc:spChg chg="mod">
          <ac:chgData name="Al Friend" userId="e5ed79da-d858-46d4-9eed-a7a24903f2de" providerId="ADAL" clId="{6CF5D3DD-A8C4-4611-8099-4AEB2E976A2E}" dt="2026-10-29T18:06:30.221" v="63" actId="108"/>
          <ac:spMkLst>
            <pc:docMk/>
            <pc:sldMk cId="560991344" sldId="882"/>
            <ac:spMk id="3" creationId="{E4EE7085-4C5B-409B-8843-A8A3D3CB6E90}"/>
          </ac:spMkLst>
        </pc:spChg>
        <pc:spChg chg="add mod">
          <ac:chgData name="Al Friend" userId="e5ed79da-d858-46d4-9eed-a7a24903f2de" providerId="ADAL" clId="{6CF5D3DD-A8C4-4611-8099-4AEB2E976A2E}" dt="2026-10-29T18:03:54.541" v="59" actId="2711"/>
          <ac:spMkLst>
            <pc:docMk/>
            <pc:sldMk cId="560991344" sldId="882"/>
            <ac:spMk id="5" creationId="{1B1F286F-D5A7-1305-8C52-E24CF2156963}"/>
          </ac:spMkLst>
        </pc:spChg>
      </pc:sldChg>
      <pc:sldChg chg="modSp mod modNotesTx">
        <pc:chgData name="Al Friend" userId="e5ed79da-d858-46d4-9eed-a7a24903f2de" providerId="ADAL" clId="{6CF5D3DD-A8C4-4611-8099-4AEB2E976A2E}" dt="2026-10-29T21:23:26.763" v="418" actId="20577"/>
        <pc:sldMkLst>
          <pc:docMk/>
          <pc:sldMk cId="3902843884" sldId="883"/>
        </pc:sldMkLst>
        <pc:spChg chg="mod">
          <ac:chgData name="Al Friend" userId="e5ed79da-d858-46d4-9eed-a7a24903f2de" providerId="ADAL" clId="{6CF5D3DD-A8C4-4611-8099-4AEB2E976A2E}" dt="2026-10-29T21:23:26.763" v="418" actId="20577"/>
          <ac:spMkLst>
            <pc:docMk/>
            <pc:sldMk cId="3902843884" sldId="883"/>
            <ac:spMk id="2" creationId="{2CE87805-17F2-4B70-B505-57FB17E1FEE3}"/>
          </ac:spMkLst>
        </pc:spChg>
        <pc:spChg chg="mod">
          <ac:chgData name="Al Friend" userId="e5ed79da-d858-46d4-9eed-a7a24903f2de" providerId="ADAL" clId="{6CF5D3DD-A8C4-4611-8099-4AEB2E976A2E}" dt="2026-10-29T18:05:57.103" v="61" actId="108"/>
          <ac:spMkLst>
            <pc:docMk/>
            <pc:sldMk cId="3902843884" sldId="883"/>
            <ac:spMk id="3" creationId="{E4EE7085-4C5B-409B-8843-A8A3D3CB6E90}"/>
          </ac:spMkLst>
        </pc:spChg>
      </pc:sldChg>
      <pc:sldChg chg="addSp modSp add mod ord addAnim delAnim modAnim">
        <pc:chgData name="Al Friend" userId="e5ed79da-d858-46d4-9eed-a7a24903f2de" providerId="ADAL" clId="{6CF5D3DD-A8C4-4611-8099-4AEB2E976A2E}" dt="2026-10-30T13:57:25.147" v="655"/>
        <pc:sldMkLst>
          <pc:docMk/>
          <pc:sldMk cId="639428416" sldId="884"/>
        </pc:sldMkLst>
        <pc:spChg chg="mod">
          <ac:chgData name="Al Friend" userId="e5ed79da-d858-46d4-9eed-a7a24903f2de" providerId="ADAL" clId="{6CF5D3DD-A8C4-4611-8099-4AEB2E976A2E}" dt="2026-10-29T19:30:43.206" v="146" actId="20577"/>
          <ac:spMkLst>
            <pc:docMk/>
            <pc:sldMk cId="639428416" sldId="884"/>
            <ac:spMk id="2" creationId="{69F18388-05FD-7671-5B29-7868D68174C5}"/>
          </ac:spMkLst>
        </pc:spChg>
        <pc:spChg chg="mod">
          <ac:chgData name="Al Friend" userId="e5ed79da-d858-46d4-9eed-a7a24903f2de" providerId="ADAL" clId="{6CF5D3DD-A8C4-4611-8099-4AEB2E976A2E}" dt="2026-10-29T21:12:31.305" v="273" actId="108"/>
          <ac:spMkLst>
            <pc:docMk/>
            <pc:sldMk cId="639428416" sldId="884"/>
            <ac:spMk id="3" creationId="{C42190C6-DA1A-789F-1FD1-58831D8B02B4}"/>
          </ac:spMkLst>
        </pc:spChg>
        <pc:spChg chg="mod">
          <ac:chgData name="Al Friend" userId="e5ed79da-d858-46d4-9eed-a7a24903f2de" providerId="ADAL" clId="{6CF5D3DD-A8C4-4611-8099-4AEB2E976A2E}" dt="2026-10-29T21:09:47.393" v="261" actId="14100"/>
          <ac:spMkLst>
            <pc:docMk/>
            <pc:sldMk cId="639428416" sldId="884"/>
            <ac:spMk id="4" creationId="{52F51330-108C-DCDC-3C57-B26DD9D523CB}"/>
          </ac:spMkLst>
        </pc:spChg>
        <pc:spChg chg="mod">
          <ac:chgData name="Al Friend" userId="e5ed79da-d858-46d4-9eed-a7a24903f2de" providerId="ADAL" clId="{6CF5D3DD-A8C4-4611-8099-4AEB2E976A2E}" dt="2026-10-30T13:56:43.266" v="654" actId="2711"/>
          <ac:spMkLst>
            <pc:docMk/>
            <pc:sldMk cId="639428416" sldId="884"/>
            <ac:spMk id="5" creationId="{BBC52034-627D-E623-714E-642585213ACA}"/>
          </ac:spMkLst>
        </pc:spChg>
        <pc:spChg chg="add mod">
          <ac:chgData name="Al Friend" userId="e5ed79da-d858-46d4-9eed-a7a24903f2de" providerId="ADAL" clId="{6CF5D3DD-A8C4-4611-8099-4AEB2E976A2E}" dt="2026-10-29T21:34:31.635" v="495" actId="20577"/>
          <ac:spMkLst>
            <pc:docMk/>
            <pc:sldMk cId="639428416" sldId="884"/>
            <ac:spMk id="6" creationId="{18AC8274-306B-30C9-7A26-3D2901ABDA4B}"/>
          </ac:spMkLst>
        </pc:spChg>
        <pc:spChg chg="add mod">
          <ac:chgData name="Al Friend" userId="e5ed79da-d858-46d4-9eed-a7a24903f2de" providerId="ADAL" clId="{6CF5D3DD-A8C4-4611-8099-4AEB2E976A2E}" dt="2026-10-29T21:13:13.194" v="276" actId="1076"/>
          <ac:spMkLst>
            <pc:docMk/>
            <pc:sldMk cId="639428416" sldId="884"/>
            <ac:spMk id="7" creationId="{F056D421-043B-23E3-FD22-EB5FC21CA740}"/>
          </ac:spMkLst>
        </pc:spChg>
      </pc:sldChg>
      <pc:sldChg chg="modSp add mod ord addAnim delAnim modAnim">
        <pc:chgData name="Al Friend" userId="e5ed79da-d858-46d4-9eed-a7a24903f2de" providerId="ADAL" clId="{6CF5D3DD-A8C4-4611-8099-4AEB2E976A2E}" dt="2026-10-30T13:57:30.715" v="656"/>
        <pc:sldMkLst>
          <pc:docMk/>
          <pc:sldMk cId="1637134386" sldId="885"/>
        </pc:sldMkLst>
        <pc:spChg chg="mod">
          <ac:chgData name="Al Friend" userId="e5ed79da-d858-46d4-9eed-a7a24903f2de" providerId="ADAL" clId="{6CF5D3DD-A8C4-4611-8099-4AEB2E976A2E}" dt="2026-10-29T21:23:31.509" v="422" actId="20577"/>
          <ac:spMkLst>
            <pc:docMk/>
            <pc:sldMk cId="1637134386" sldId="885"/>
            <ac:spMk id="2" creationId="{FB382300-500C-68F1-724C-3CDF8E703655}"/>
          </ac:spMkLst>
        </pc:spChg>
        <pc:spChg chg="mod">
          <ac:chgData name="Al Friend" userId="e5ed79da-d858-46d4-9eed-a7a24903f2de" providerId="ADAL" clId="{6CF5D3DD-A8C4-4611-8099-4AEB2E976A2E}" dt="2026-10-29T22:19:44.539" v="583" actId="20577"/>
          <ac:spMkLst>
            <pc:docMk/>
            <pc:sldMk cId="1637134386" sldId="885"/>
            <ac:spMk id="3" creationId="{BA3FCD73-07E1-26E4-7A84-08DE0F0499B3}"/>
          </ac:spMkLst>
        </pc:spChg>
        <pc:spChg chg="mod">
          <ac:chgData name="Al Friend" userId="e5ed79da-d858-46d4-9eed-a7a24903f2de" providerId="ADAL" clId="{6CF5D3DD-A8C4-4611-8099-4AEB2E976A2E}" dt="2026-10-29T22:06:06.188" v="545" actId="1037"/>
          <ac:spMkLst>
            <pc:docMk/>
            <pc:sldMk cId="1637134386" sldId="885"/>
            <ac:spMk id="4" creationId="{17295F9A-E7B4-260C-0CD0-62B76571828D}"/>
          </ac:spMkLst>
        </pc:spChg>
        <pc:spChg chg="mod">
          <ac:chgData name="Al Friend" userId="e5ed79da-d858-46d4-9eed-a7a24903f2de" providerId="ADAL" clId="{6CF5D3DD-A8C4-4611-8099-4AEB2E976A2E}" dt="2026-10-29T22:20:16.352" v="604" actId="5793"/>
          <ac:spMkLst>
            <pc:docMk/>
            <pc:sldMk cId="1637134386" sldId="885"/>
            <ac:spMk id="5" creationId="{95CE9C00-3566-D527-9CB6-F571FB0D19CB}"/>
          </ac:spMkLst>
        </pc:spChg>
      </pc:sldChg>
      <pc:sldChg chg="delSp modSp add mod delAnim modAnim modShow">
        <pc:chgData name="Al Friend" userId="e5ed79da-d858-46d4-9eed-a7a24903f2de" providerId="ADAL" clId="{6CF5D3DD-A8C4-4611-8099-4AEB2E976A2E}" dt="2026-10-29T22:23:15.492" v="613" actId="20577"/>
        <pc:sldMkLst>
          <pc:docMk/>
          <pc:sldMk cId="3462206983" sldId="886"/>
        </pc:sldMkLst>
        <pc:spChg chg="mod">
          <ac:chgData name="Al Friend" userId="e5ed79da-d858-46d4-9eed-a7a24903f2de" providerId="ADAL" clId="{6CF5D3DD-A8C4-4611-8099-4AEB2E976A2E}" dt="2026-10-29T22:23:15.492" v="613" actId="20577"/>
          <ac:spMkLst>
            <pc:docMk/>
            <pc:sldMk cId="3462206983" sldId="886"/>
            <ac:spMk id="3" creationId="{FBD4E0E5-4C9D-1D99-BDC8-6D9886827663}"/>
          </ac:spMkLst>
        </pc:spChg>
        <pc:spChg chg="del">
          <ac:chgData name="Al Friend" userId="e5ed79da-d858-46d4-9eed-a7a24903f2de" providerId="ADAL" clId="{6CF5D3DD-A8C4-4611-8099-4AEB2E976A2E}" dt="2026-10-29T21:23:45.809" v="426" actId="478"/>
          <ac:spMkLst>
            <pc:docMk/>
            <pc:sldMk cId="3462206983" sldId="886"/>
            <ac:spMk id="4" creationId="{BF89B40A-3D26-8BA9-987C-2A90B9DAC29C}"/>
          </ac:spMkLst>
        </pc:spChg>
        <pc:spChg chg="del">
          <ac:chgData name="Al Friend" userId="e5ed79da-d858-46d4-9eed-a7a24903f2de" providerId="ADAL" clId="{6CF5D3DD-A8C4-4611-8099-4AEB2E976A2E}" dt="2026-10-29T21:23:42.938" v="425" actId="478"/>
          <ac:spMkLst>
            <pc:docMk/>
            <pc:sldMk cId="3462206983" sldId="886"/>
            <ac:spMk id="5" creationId="{DBAC0508-C09F-9D8E-0F6D-0C06F77EC91B}"/>
          </ac:spMkLst>
        </pc:spChg>
      </pc:sldChg>
      <pc:sldChg chg="delSp add mod delAnim modAnim modShow">
        <pc:chgData name="Al Friend" userId="e5ed79da-d858-46d4-9eed-a7a24903f2de" providerId="ADAL" clId="{6CF5D3DD-A8C4-4611-8099-4AEB2E976A2E}" dt="2026-10-29T21:29:07.055" v="432"/>
        <pc:sldMkLst>
          <pc:docMk/>
          <pc:sldMk cId="1006983419" sldId="887"/>
        </pc:sldMkLst>
        <pc:spChg chg="del">
          <ac:chgData name="Al Friend" userId="e5ed79da-d858-46d4-9eed-a7a24903f2de" providerId="ADAL" clId="{6CF5D3DD-A8C4-4611-8099-4AEB2E976A2E}" dt="2026-10-29T21:29:03.585" v="431" actId="478"/>
          <ac:spMkLst>
            <pc:docMk/>
            <pc:sldMk cId="1006983419" sldId="887"/>
            <ac:spMk id="4" creationId="{7FE013DA-3958-A471-1C7C-DB0899C106FC}"/>
          </ac:spMkLst>
        </pc:spChg>
        <pc:spChg chg="del">
          <ac:chgData name="Al Friend" userId="e5ed79da-d858-46d4-9eed-a7a24903f2de" providerId="ADAL" clId="{6CF5D3DD-A8C4-4611-8099-4AEB2E976A2E}" dt="2026-10-29T21:28:56.607" v="430" actId="478"/>
          <ac:spMkLst>
            <pc:docMk/>
            <pc:sldMk cId="1006983419" sldId="887"/>
            <ac:spMk id="5" creationId="{EBB261D7-98F6-3517-3628-3BC398E22F9C}"/>
          </ac:spMkLst>
        </pc:spChg>
        <pc:spChg chg="del">
          <ac:chgData name="Al Friend" userId="e5ed79da-d858-46d4-9eed-a7a24903f2de" providerId="ADAL" clId="{6CF5D3DD-A8C4-4611-8099-4AEB2E976A2E}" dt="2026-10-29T21:29:03.585" v="431" actId="478"/>
          <ac:spMkLst>
            <pc:docMk/>
            <pc:sldMk cId="1006983419" sldId="887"/>
            <ac:spMk id="6" creationId="{71B4D95F-0E7A-3D92-33D1-010C84FF4CF1}"/>
          </ac:spMkLst>
        </pc:spChg>
        <pc:spChg chg="del">
          <ac:chgData name="Al Friend" userId="e5ed79da-d858-46d4-9eed-a7a24903f2de" providerId="ADAL" clId="{6CF5D3DD-A8C4-4611-8099-4AEB2E976A2E}" dt="2026-10-29T21:29:03.585" v="431" actId="478"/>
          <ac:spMkLst>
            <pc:docMk/>
            <pc:sldMk cId="1006983419" sldId="887"/>
            <ac:spMk id="7" creationId="{0552CA30-6DE6-5118-1FE1-8BE03E970593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/>
      <dgm:spPr/>
      <dgm:t>
        <a:bodyPr/>
        <a:lstStyle/>
        <a:p>
          <a:r>
            <a:rPr lang="en-US" dirty="0"/>
            <a:t>WDD</a:t>
          </a:r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6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6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6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6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6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6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3" presStyleCnt="6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3" presStyleCnt="6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4" presStyleCnt="6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4" presStyleCnt="6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5" presStyleCnt="6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5" presStyleCnt="6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3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4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4944EAFC-B2B0-4E7D-94E9-B17B5C2D380E}" srcId="{AADFB80D-C2E8-416C-B522-D5F6D93F18D7}" destId="{9EC5D7E7-13E1-4749-A134-4C83AB922A61}" srcOrd="5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4B8D09CE-12DA-4A98-A079-57B4B36ABD66}" type="presParOf" srcId="{7EBBDEE6-A55E-47FA-9020-5BC46200AFFC}" destId="{3E2A20E0-2799-4B60-847C-0291A143F060}" srcOrd="6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7" destOrd="0" presId="urn:microsoft.com/office/officeart/2005/8/layout/chevron2"/>
    <dgm:cxn modelId="{5FCECAA4-B55F-4524-B52B-5579AFC35055}" type="presParOf" srcId="{7EBBDEE6-A55E-47FA-9020-5BC46200AFFC}" destId="{BC0413A5-5CFC-41A1-A4D1-32D9D3A580EB}" srcOrd="8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9" destOrd="0" presId="urn:microsoft.com/office/officeart/2005/8/layout/chevron2"/>
    <dgm:cxn modelId="{9C5603DB-FB5F-489A-A5FC-119F4545BE24}" type="presParOf" srcId="{7EBBDEE6-A55E-47FA-9020-5BC46200AFFC}" destId="{5FCAE6DF-E40E-46F3-84CF-149E85A19097}" srcOrd="10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690" y="146350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SDD</a:t>
          </a:r>
        </a:p>
      </dsp:txBody>
      <dsp:txXfrm rot="-5400000">
        <a:off x="1" y="339270"/>
        <a:ext cx="675222" cy="289381"/>
      </dsp:txXfrm>
    </dsp:sp>
    <dsp:sp modelId="{19C32B8D-512E-49A1-A0E6-109384C61E4D}">
      <dsp:nvSpPr>
        <dsp:cNvPr id="0" name=""/>
        <dsp:cNvSpPr/>
      </dsp:nvSpPr>
      <dsp:spPr>
        <a:xfrm rot="5400000">
          <a:off x="4077955" y="-3401073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5223" y="32266"/>
        <a:ext cx="7401850" cy="565778"/>
      </dsp:txXfrm>
    </dsp:sp>
    <dsp:sp modelId="{AAD30B60-88C6-4919-B6DD-9F480459E84E}">
      <dsp:nvSpPr>
        <dsp:cNvPr id="0" name=""/>
        <dsp:cNvSpPr/>
      </dsp:nvSpPr>
      <dsp:spPr>
        <a:xfrm rot="5400000">
          <a:off x="-144690" y="992203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DDD</a:t>
          </a:r>
        </a:p>
      </dsp:txBody>
      <dsp:txXfrm rot="-5400000">
        <a:off x="1" y="1185123"/>
        <a:ext cx="675222" cy="289381"/>
      </dsp:txXfrm>
    </dsp:sp>
    <dsp:sp modelId="{0DFDFC6D-8604-4378-B6A3-6A6720006C95}">
      <dsp:nvSpPr>
        <dsp:cNvPr id="0" name=""/>
        <dsp:cNvSpPr/>
      </dsp:nvSpPr>
      <dsp:spPr>
        <a:xfrm rot="5400000">
          <a:off x="4077955" y="-2555219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5223" y="878120"/>
        <a:ext cx="7401850" cy="565778"/>
      </dsp:txXfrm>
    </dsp:sp>
    <dsp:sp modelId="{17253025-0BE3-46B4-B2C8-BFD879D75B26}">
      <dsp:nvSpPr>
        <dsp:cNvPr id="0" name=""/>
        <dsp:cNvSpPr/>
      </dsp:nvSpPr>
      <dsp:spPr>
        <a:xfrm rot="5400000">
          <a:off x="-144690" y="1838057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2030977"/>
        <a:ext cx="675222" cy="289381"/>
      </dsp:txXfrm>
    </dsp:sp>
    <dsp:sp modelId="{B2D4CD90-7709-4B59-AC85-D09667CFC12B}">
      <dsp:nvSpPr>
        <dsp:cNvPr id="0" name=""/>
        <dsp:cNvSpPr/>
      </dsp:nvSpPr>
      <dsp:spPr>
        <a:xfrm rot="5400000">
          <a:off x="4077955" y="-1709365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Assignment</a:t>
          </a:r>
        </a:p>
      </dsp:txBody>
      <dsp:txXfrm rot="-5400000">
        <a:off x="675223" y="1723974"/>
        <a:ext cx="7401850" cy="565778"/>
      </dsp:txXfrm>
    </dsp:sp>
    <dsp:sp modelId="{056CCBB6-5CE0-4348-89C6-99FB2D3AB62B}">
      <dsp:nvSpPr>
        <dsp:cNvPr id="0" name=""/>
        <dsp:cNvSpPr/>
      </dsp:nvSpPr>
      <dsp:spPr>
        <a:xfrm rot="5400000">
          <a:off x="-144690" y="2683911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C/Sys</a:t>
          </a:r>
        </a:p>
      </dsp:txBody>
      <dsp:txXfrm rot="-5400000">
        <a:off x="1" y="2876831"/>
        <a:ext cx="675222" cy="289381"/>
      </dsp:txXfrm>
    </dsp:sp>
    <dsp:sp modelId="{90709722-0E94-45E4-BEDD-48CB660682DD}">
      <dsp:nvSpPr>
        <dsp:cNvPr id="0" name=""/>
        <dsp:cNvSpPr/>
      </dsp:nvSpPr>
      <dsp:spPr>
        <a:xfrm rot="5400000">
          <a:off x="4077955" y="-863511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5223" y="2569828"/>
        <a:ext cx="7401850" cy="565778"/>
      </dsp:txXfrm>
    </dsp:sp>
    <dsp:sp modelId="{EB2E52AE-8FCF-47D0-B499-CFCFAF1883A9}">
      <dsp:nvSpPr>
        <dsp:cNvPr id="0" name=""/>
        <dsp:cNvSpPr/>
      </dsp:nvSpPr>
      <dsp:spPr>
        <a:xfrm rot="5400000">
          <a:off x="-144690" y="3529765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3722685"/>
        <a:ext cx="675222" cy="289381"/>
      </dsp:txXfrm>
    </dsp:sp>
    <dsp:sp modelId="{C92F1771-01AA-4FF3-B7EC-0229DB7A592C}">
      <dsp:nvSpPr>
        <dsp:cNvPr id="0" name=""/>
        <dsp:cNvSpPr/>
      </dsp:nvSpPr>
      <dsp:spPr>
        <a:xfrm rot="5400000">
          <a:off x="4077955" y="-17657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Exam</a:t>
          </a:r>
        </a:p>
      </dsp:txBody>
      <dsp:txXfrm rot="-5400000">
        <a:off x="675223" y="3415682"/>
        <a:ext cx="7401850" cy="56577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21106" y="123128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SDD</a:t>
          </a:r>
        </a:p>
      </dsp:txBody>
      <dsp:txXfrm rot="-5400000">
        <a:off x="1" y="284603"/>
        <a:ext cx="565164" cy="242213"/>
      </dsp:txXfrm>
    </dsp:sp>
    <dsp:sp modelId="{19C32B8D-512E-49A1-A0E6-109384C61E4D}">
      <dsp:nvSpPr>
        <dsp:cNvPr id="0" name=""/>
        <dsp:cNvSpPr/>
      </dsp:nvSpPr>
      <dsp:spPr>
        <a:xfrm rot="5400000">
          <a:off x="4074024" y="-3506838"/>
          <a:ext cx="524795" cy="75425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565164" y="27640"/>
        <a:ext cx="7516897" cy="473559"/>
      </dsp:txXfrm>
    </dsp:sp>
    <dsp:sp modelId="{AAD30B60-88C6-4919-B6DD-9F480459E84E}">
      <dsp:nvSpPr>
        <dsp:cNvPr id="0" name=""/>
        <dsp:cNvSpPr/>
      </dsp:nvSpPr>
      <dsp:spPr>
        <a:xfrm rot="5400000">
          <a:off x="-121106" y="831111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DDD</a:t>
          </a:r>
        </a:p>
      </dsp:txBody>
      <dsp:txXfrm rot="-5400000">
        <a:off x="1" y="992586"/>
        <a:ext cx="565164" cy="242213"/>
      </dsp:txXfrm>
    </dsp:sp>
    <dsp:sp modelId="{0DFDFC6D-8604-4378-B6A3-6A6720006C95}">
      <dsp:nvSpPr>
        <dsp:cNvPr id="0" name=""/>
        <dsp:cNvSpPr/>
      </dsp:nvSpPr>
      <dsp:spPr>
        <a:xfrm rot="5400000">
          <a:off x="4074024" y="-2798855"/>
          <a:ext cx="524795" cy="75425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565164" y="735623"/>
        <a:ext cx="7516897" cy="473559"/>
      </dsp:txXfrm>
    </dsp:sp>
    <dsp:sp modelId="{3451A250-69C4-4911-A975-CCB8D5F6053B}">
      <dsp:nvSpPr>
        <dsp:cNvPr id="0" name=""/>
        <dsp:cNvSpPr/>
      </dsp:nvSpPr>
      <dsp:spPr>
        <a:xfrm rot="5400000">
          <a:off x="-121106" y="1539095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WDD</a:t>
          </a:r>
        </a:p>
      </dsp:txBody>
      <dsp:txXfrm rot="-5400000">
        <a:off x="1" y="1700570"/>
        <a:ext cx="565164" cy="242213"/>
      </dsp:txXfrm>
    </dsp:sp>
    <dsp:sp modelId="{56AFEC8A-7D45-4965-A718-64DE087BA59E}">
      <dsp:nvSpPr>
        <dsp:cNvPr id="0" name=""/>
        <dsp:cNvSpPr/>
      </dsp:nvSpPr>
      <dsp:spPr>
        <a:xfrm rot="5400000">
          <a:off x="4074024" y="-2090871"/>
          <a:ext cx="524795" cy="75425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565164" y="1443607"/>
        <a:ext cx="7516897" cy="473559"/>
      </dsp:txXfrm>
    </dsp:sp>
    <dsp:sp modelId="{17253025-0BE3-46B4-B2C8-BFD879D75B26}">
      <dsp:nvSpPr>
        <dsp:cNvPr id="0" name=""/>
        <dsp:cNvSpPr/>
      </dsp:nvSpPr>
      <dsp:spPr>
        <a:xfrm rot="5400000">
          <a:off x="-121106" y="2247078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2408553"/>
        <a:ext cx="565164" cy="242213"/>
      </dsp:txXfrm>
    </dsp:sp>
    <dsp:sp modelId="{B2D4CD90-7709-4B59-AC85-D09667CFC12B}">
      <dsp:nvSpPr>
        <dsp:cNvPr id="0" name=""/>
        <dsp:cNvSpPr/>
      </dsp:nvSpPr>
      <dsp:spPr>
        <a:xfrm rot="5400000">
          <a:off x="4074024" y="-1382888"/>
          <a:ext cx="524795" cy="75425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Assignment</a:t>
          </a:r>
        </a:p>
      </dsp:txBody>
      <dsp:txXfrm rot="-5400000">
        <a:off x="565164" y="2151590"/>
        <a:ext cx="7516897" cy="473559"/>
      </dsp:txXfrm>
    </dsp:sp>
    <dsp:sp modelId="{056CCBB6-5CE0-4348-89C6-99FB2D3AB62B}">
      <dsp:nvSpPr>
        <dsp:cNvPr id="0" name=""/>
        <dsp:cNvSpPr/>
      </dsp:nvSpPr>
      <dsp:spPr>
        <a:xfrm rot="5400000">
          <a:off x="-121106" y="2955062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C/Sys</a:t>
          </a:r>
        </a:p>
      </dsp:txBody>
      <dsp:txXfrm rot="-5400000">
        <a:off x="1" y="3116537"/>
        <a:ext cx="565164" cy="242213"/>
      </dsp:txXfrm>
    </dsp:sp>
    <dsp:sp modelId="{90709722-0E94-45E4-BEDD-48CB660682DD}">
      <dsp:nvSpPr>
        <dsp:cNvPr id="0" name=""/>
        <dsp:cNvSpPr/>
      </dsp:nvSpPr>
      <dsp:spPr>
        <a:xfrm rot="5400000">
          <a:off x="4074024" y="-674904"/>
          <a:ext cx="524795" cy="75425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565164" y="2859574"/>
        <a:ext cx="7516897" cy="473559"/>
      </dsp:txXfrm>
    </dsp:sp>
    <dsp:sp modelId="{EB2E52AE-8FCF-47D0-B499-CFCFAF1883A9}">
      <dsp:nvSpPr>
        <dsp:cNvPr id="0" name=""/>
        <dsp:cNvSpPr/>
      </dsp:nvSpPr>
      <dsp:spPr>
        <a:xfrm rot="5400000">
          <a:off x="-121106" y="3663045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3824520"/>
        <a:ext cx="565164" cy="242213"/>
      </dsp:txXfrm>
    </dsp:sp>
    <dsp:sp modelId="{C92F1771-01AA-4FF3-B7EC-0229DB7A592C}">
      <dsp:nvSpPr>
        <dsp:cNvPr id="0" name=""/>
        <dsp:cNvSpPr/>
      </dsp:nvSpPr>
      <dsp:spPr>
        <a:xfrm rot="5400000">
          <a:off x="4074024" y="33078"/>
          <a:ext cx="524795" cy="75425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Exam</a:t>
          </a:r>
        </a:p>
      </dsp:txBody>
      <dsp:txXfrm rot="-5400000">
        <a:off x="565164" y="3567556"/>
        <a:ext cx="7516897" cy="47355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30/10/2026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Attribute names: camelCase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09374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DDD: 0-5, 0-5</a:t>
            </a:r>
            <a:r>
              <a:rPr lang="en-GB"/>
              <a:t>, 7-9, </a:t>
            </a:r>
            <a:r>
              <a:rPr lang="en-GB" dirty="0"/>
              <a:t>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3627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dirty="0"/>
              <a:t>Used</a:t>
            </a:r>
            <a:r>
              <a:rPr lang="en-GB" sz="1200" baseline="0" dirty="0"/>
              <a:t> on websites – Amazon</a:t>
            </a:r>
          </a:p>
          <a:p>
            <a:r>
              <a:rPr lang="en-GB" sz="1200" baseline="0" dirty="0"/>
              <a:t>Used by government – HMRC, DVLA</a:t>
            </a:r>
          </a:p>
          <a:p>
            <a:r>
              <a:rPr lang="en-GB" sz="1200" baseline="0" dirty="0"/>
              <a:t>Used by school – SEEMIS</a:t>
            </a: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88971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SEQUEL: Structured English </a:t>
            </a:r>
            <a:r>
              <a:rPr lang="en-GB" dirty="0" err="1"/>
              <a:t>QUEry</a:t>
            </a:r>
            <a:r>
              <a:rPr lang="en-GB" dirty="0"/>
              <a:t> Language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7979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https://mrfriendcs.github.io/h-cs/ddd/AH-DDD-Practise/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02709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64989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26413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2875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20279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58621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76209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D9FE3-9899-8527-38FA-E26A25CBE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2163AD-D58B-149C-5B0B-DBAE1B46F5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BA7CB3-E951-F2B5-32C8-404A340E1C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9D4E1D-B016-3FC4-B5DF-AA83657664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70176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3FEC8-DC26-7E2F-B091-875474DAA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8C41E6-16BF-C733-5D39-2B81C94AA8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F1849D-1EDA-483E-92A1-BE80067C7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C5BCFE-6B49-D8EF-B7AA-3E90F15EA4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308732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E647C-E422-58DF-D3DE-CA1DAB957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04E52-24AC-543C-0DD9-40A330C255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C1E0D7-03FA-7A5F-C4CD-96FA024242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EED991-A1B2-30F3-A2C3-7183EECE0A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274379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2AE34-514C-5BD1-7130-08E813825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FC34D2-5BC8-A477-BE27-BB0BDF2399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E6277B-644B-BCDC-8DFC-9FAB351BC0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73B0DC-91A8-8A70-A641-AE27D01D90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279642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This happens in the computer's memory, only the output is displayed.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168428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703471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SQA</a:t>
            </a:r>
            <a:r>
              <a:rPr lang="en-GB" dirty="0"/>
              <a:t>: used </a:t>
            </a:r>
            <a:r>
              <a:rPr lang="en-GB"/>
              <a:t>to improve </a:t>
            </a:r>
            <a:r>
              <a:rPr lang="en-GB" dirty="0"/>
              <a:t>readability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81205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97561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unique – if it needs to be, group by PK as well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45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BDD7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30/10/2026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Advanced Higher</a:t>
            </a:r>
            <a:br>
              <a:rPr lang="en-GB" dirty="0"/>
            </a:br>
            <a:r>
              <a:rPr lang="en-GB" dirty="0"/>
              <a:t>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978224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978224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6030341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81178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81178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>
              <a:tabLst>
                <a:tab pos="3771900" algn="ctr"/>
              </a:tabLst>
            </a:pPr>
            <a:r>
              <a:rPr lang="en-GB" dirty="0"/>
              <a:t>Software	67%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Databases	33%</a:t>
            </a:r>
          </a:p>
          <a:p>
            <a:pPr indent="0">
              <a:tabLst>
                <a:tab pos="3771900" algn="ctr"/>
              </a:tabLst>
            </a:pPr>
            <a:endParaRPr lang="en-GB" dirty="0"/>
          </a:p>
          <a:p>
            <a:pPr indent="0">
              <a:buNone/>
              <a:tabLst>
                <a:tab pos="3771900" algn="ctr"/>
              </a:tabLst>
            </a:pPr>
            <a:endParaRPr lang="en-GB" dirty="0"/>
          </a:p>
          <a:p>
            <a:pPr indent="0">
              <a:tabLst>
                <a:tab pos="3771900" algn="ctr"/>
              </a:tabLst>
            </a:pPr>
            <a:r>
              <a:rPr lang="en-GB" b="1" dirty="0"/>
              <a:t>Marks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Software 	54%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Databases 	33%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13%</a:t>
            </a:r>
          </a:p>
          <a:p>
            <a:pPr marL="0" indent="0">
              <a:buNone/>
              <a:tabLst>
                <a:tab pos="3771900" algn="ctr"/>
              </a:tabLst>
            </a:pPr>
            <a:endParaRPr lang="en-GB" dirty="0"/>
          </a:p>
          <a:p>
            <a:pPr indent="0">
              <a:tabLst>
                <a:tab pos="3771900" algn="ctr"/>
              </a:tabLst>
            </a:pPr>
            <a:r>
              <a:rPr lang="en-GB" b="1" dirty="0"/>
              <a:t>Marks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 – 7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 – 5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3682010" y="6200487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67820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database?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database is used to store information</a:t>
            </a:r>
          </a:p>
          <a:p>
            <a:r>
              <a:rPr lang="en-GB" dirty="0"/>
              <a:t>Computerised</a:t>
            </a:r>
          </a:p>
          <a:p>
            <a:r>
              <a:rPr lang="en-GB" dirty="0"/>
              <a:t>Able to search for information</a:t>
            </a:r>
          </a:p>
        </p:txBody>
      </p:sp>
    </p:spTree>
    <p:extLst>
      <p:ext uri="{BB962C8B-B14F-4D97-AF65-F5344CB8AC3E}">
        <p14:creationId xmlns:p14="http://schemas.microsoft.com/office/powerpoint/2010/main" val="18422429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9A573-B600-4ED7-90E6-0A084DDB7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6BFFB-0638-4D0F-887F-1B4CD48CA2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sz="9600" b="1" dirty="0">
                <a:solidFill>
                  <a:srgbClr val="7030A0"/>
                </a:solidFill>
              </a:rPr>
              <a:t>S</a:t>
            </a:r>
            <a:r>
              <a:rPr lang="en-GB" sz="9600" dirty="0"/>
              <a:t>tructured</a:t>
            </a:r>
          </a:p>
          <a:p>
            <a:r>
              <a:rPr lang="en-GB" sz="9600" b="1" dirty="0">
                <a:solidFill>
                  <a:srgbClr val="7030A0"/>
                </a:solidFill>
              </a:rPr>
              <a:t>Q</a:t>
            </a:r>
            <a:r>
              <a:rPr lang="en-GB" sz="9600" dirty="0"/>
              <a:t>uery</a:t>
            </a:r>
          </a:p>
          <a:p>
            <a:r>
              <a:rPr lang="en-GB" sz="9600" b="1" dirty="0">
                <a:solidFill>
                  <a:srgbClr val="7030A0"/>
                </a:solidFill>
              </a:rPr>
              <a:t>L</a:t>
            </a:r>
            <a:r>
              <a:rPr lang="en-GB" sz="9600" dirty="0"/>
              <a:t>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51838" y="2828835"/>
            <a:ext cx="27019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The language of databases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4D77D7-D52A-864E-2F76-F013C7C8D4FE}"/>
              </a:ext>
            </a:extLst>
          </p:cNvPr>
          <p:cNvSpPr txBox="1"/>
          <p:nvPr/>
        </p:nvSpPr>
        <p:spPr>
          <a:xfrm>
            <a:off x="8972966" y="4581192"/>
            <a:ext cx="20597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"SEQUEL"</a:t>
            </a:r>
          </a:p>
        </p:txBody>
      </p:sp>
    </p:spTree>
    <p:extLst>
      <p:ext uri="{BB962C8B-B14F-4D97-AF65-F5344CB8AC3E}">
        <p14:creationId xmlns:p14="http://schemas.microsoft.com/office/powerpoint/2010/main" val="3826392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Describe, exemplify, and implement the following SQL logical operators:</a:t>
            </a:r>
          </a:p>
          <a:p>
            <a:pPr lvl="1"/>
            <a:r>
              <a:rPr lang="en-GB" sz="2800" dirty="0"/>
              <a:t>IN</a:t>
            </a:r>
          </a:p>
          <a:p>
            <a:pPr lvl="1"/>
            <a:r>
              <a:rPr lang="en-GB" sz="2800" dirty="0"/>
              <a:t>NOT</a:t>
            </a:r>
          </a:p>
          <a:p>
            <a:pPr lvl="1"/>
            <a:r>
              <a:rPr lang="en-GB" sz="2800" dirty="0"/>
              <a:t>BETWEEN</a:t>
            </a:r>
          </a:p>
          <a:p>
            <a:pPr lvl="1"/>
            <a:r>
              <a:rPr lang="en-GB" sz="2800" dirty="0"/>
              <a:t>ANY</a:t>
            </a:r>
          </a:p>
          <a:p>
            <a:pPr lvl="1"/>
            <a:r>
              <a:rPr lang="en-GB" sz="2800" i="1" dirty="0"/>
              <a:t>EXISTS</a:t>
            </a:r>
          </a:p>
        </p:txBody>
      </p:sp>
    </p:spTree>
    <p:extLst>
      <p:ext uri="{BB962C8B-B14F-4D97-AF65-F5344CB8AC3E}">
        <p14:creationId xmlns:p14="http://schemas.microsoft.com/office/powerpoint/2010/main" val="10054008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SELECT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firstName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lastName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Pupil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WHERE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lastName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"Brown"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"Smith"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ORDER BY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firstName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ASC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45E98325-9D6C-47AA-A18C-422D12867A0D}"/>
              </a:ext>
            </a:extLst>
          </p:cNvPr>
          <p:cNvSpPr/>
          <p:nvPr/>
        </p:nvSpPr>
        <p:spPr>
          <a:xfrm>
            <a:off x="7473622" y="2473960"/>
            <a:ext cx="1639898" cy="547606"/>
          </a:xfrm>
          <a:prstGeom prst="callout2">
            <a:avLst>
              <a:gd name="adj1" fmla="val 48750"/>
              <a:gd name="adj2" fmla="val -189"/>
              <a:gd name="adj3" fmla="val 49339"/>
              <a:gd name="adj4" fmla="val -67486"/>
              <a:gd name="adj5" fmla="val 136931"/>
              <a:gd name="adj6" fmla="val -789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EADDAE6-40E7-4551-836F-3042A08F5D8E}"/>
              </a:ext>
            </a:extLst>
          </p:cNvPr>
          <p:cNvSpPr/>
          <p:nvPr/>
        </p:nvSpPr>
        <p:spPr>
          <a:xfrm>
            <a:off x="9427573" y="3837824"/>
            <a:ext cx="2140857" cy="450543"/>
          </a:xfrm>
          <a:prstGeom prst="callout2">
            <a:avLst>
              <a:gd name="adj1" fmla="val 48750"/>
              <a:gd name="adj2" fmla="val -189"/>
              <a:gd name="adj3" fmla="val 48926"/>
              <a:gd name="adj4" fmla="val -20411"/>
              <a:gd name="adj5" fmla="val -48043"/>
              <a:gd name="adj6" fmla="val -367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List of values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51E86C-1BBD-128D-44FA-E17A8D9751FC}"/>
              </a:ext>
            </a:extLst>
          </p:cNvPr>
          <p:cNvSpPr txBox="1"/>
          <p:nvPr/>
        </p:nvSpPr>
        <p:spPr>
          <a:xfrm>
            <a:off x="3098435" y="5396458"/>
            <a:ext cx="59951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Compares each value in the list</a:t>
            </a:r>
          </a:p>
        </p:txBody>
      </p:sp>
    </p:spTree>
    <p:extLst>
      <p:ext uri="{BB962C8B-B14F-4D97-AF65-F5344CB8AC3E}">
        <p14:creationId xmlns:p14="http://schemas.microsoft.com/office/powerpoint/2010/main" val="4234199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SELECT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firstName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lastName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Pupil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WHERE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lastName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"Brown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",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"Smith"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ORDER BY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firstName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ASC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25509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SELECT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firstName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lastName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Pupil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WHERE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lastName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NOT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LIKE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"Mac%"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ORDER BY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lastName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ASC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45E98325-9D6C-47AA-A18C-422D12867A0D}"/>
              </a:ext>
            </a:extLst>
          </p:cNvPr>
          <p:cNvSpPr/>
          <p:nvPr/>
        </p:nvSpPr>
        <p:spPr>
          <a:xfrm>
            <a:off x="7702222" y="2473960"/>
            <a:ext cx="1639898" cy="547606"/>
          </a:xfrm>
          <a:prstGeom prst="callout2">
            <a:avLst>
              <a:gd name="adj1" fmla="val 48750"/>
              <a:gd name="adj2" fmla="val -189"/>
              <a:gd name="adj3" fmla="val 49339"/>
              <a:gd name="adj4" fmla="val -67486"/>
              <a:gd name="adj5" fmla="val 136931"/>
              <a:gd name="adj6" fmla="val -789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6F2BF3-8E12-9125-D3CF-209E18418477}"/>
              </a:ext>
            </a:extLst>
          </p:cNvPr>
          <p:cNvSpPr txBox="1"/>
          <p:nvPr/>
        </p:nvSpPr>
        <p:spPr>
          <a:xfrm>
            <a:off x="2993599" y="5396458"/>
            <a:ext cx="62048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NOT</a:t>
            </a:r>
            <a:r>
              <a:rPr lang="en-GB" sz="3600" dirty="0">
                <a:solidFill>
                  <a:srgbClr val="7030A0"/>
                </a:solidFill>
              </a:rPr>
              <a:t> reverses the Boolean result</a:t>
            </a:r>
          </a:p>
        </p:txBody>
      </p:sp>
    </p:spTree>
    <p:extLst>
      <p:ext uri="{BB962C8B-B14F-4D97-AF65-F5344CB8AC3E}">
        <p14:creationId xmlns:p14="http://schemas.microsoft.com/office/powerpoint/2010/main" val="2491125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SELECT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firstName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lastName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Pupil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WHERE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lastName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NOT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LIKE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"Mac%"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ORDER BY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lastName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ASC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42105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BETWEEN (1)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SELECT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firstName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lastName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Pupil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WHERE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firstName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BETWEEN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"D"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"G"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ORDER BY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firstName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ASC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45E98325-9D6C-47AA-A18C-422D12867A0D}"/>
              </a:ext>
            </a:extLst>
          </p:cNvPr>
          <p:cNvSpPr/>
          <p:nvPr/>
        </p:nvSpPr>
        <p:spPr>
          <a:xfrm>
            <a:off x="8970952" y="2473960"/>
            <a:ext cx="1639898" cy="547606"/>
          </a:xfrm>
          <a:prstGeom prst="callout2">
            <a:avLst>
              <a:gd name="adj1" fmla="val 48750"/>
              <a:gd name="adj2" fmla="val -189"/>
              <a:gd name="adj3" fmla="val 49339"/>
              <a:gd name="adj4" fmla="val -67486"/>
              <a:gd name="adj5" fmla="val 136931"/>
              <a:gd name="adj6" fmla="val -789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1F286F-D5A7-1305-8C52-E24CF2156963}"/>
              </a:ext>
            </a:extLst>
          </p:cNvPr>
          <p:cNvSpPr txBox="1"/>
          <p:nvPr/>
        </p:nvSpPr>
        <p:spPr>
          <a:xfrm>
            <a:off x="3050307" y="5396458"/>
            <a:ext cx="6091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Values starting with D, E, F, or G</a:t>
            </a:r>
          </a:p>
        </p:txBody>
      </p:sp>
    </p:spTree>
    <p:extLst>
      <p:ext uri="{BB962C8B-B14F-4D97-AF65-F5344CB8AC3E}">
        <p14:creationId xmlns:p14="http://schemas.microsoft.com/office/powerpoint/2010/main" val="560991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BETWEEN (1)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SELECT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firstName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lastName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Pupil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WHERE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firstName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BETWEEN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"D"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"G"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ORDER BY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firstName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ASC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28438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1FE20-A0D0-DE34-D9C1-FEF3A7DD6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82300-500C-68F1-724C-3CDF8E703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BETWEEN (2)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FCD73-07E1-26E4-7A84-08DE0F049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SELECT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firstName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lastName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age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Pupil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WHERE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NOT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BETWEEN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GB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ORDER BY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ASC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7295F9A-E7B4-260C-0CD0-62B76571828D}"/>
              </a:ext>
            </a:extLst>
          </p:cNvPr>
          <p:cNvSpPr/>
          <p:nvPr/>
        </p:nvSpPr>
        <p:spPr>
          <a:xfrm>
            <a:off x="8492271" y="2473960"/>
            <a:ext cx="1639898" cy="547606"/>
          </a:xfrm>
          <a:prstGeom prst="callout2">
            <a:avLst>
              <a:gd name="adj1" fmla="val 48750"/>
              <a:gd name="adj2" fmla="val -189"/>
              <a:gd name="adj3" fmla="val 49339"/>
              <a:gd name="adj4" fmla="val -67486"/>
              <a:gd name="adj5" fmla="val 136931"/>
              <a:gd name="adj6" fmla="val -789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CE9C00-3566-D527-9CB6-F571FB0D19CB}"/>
              </a:ext>
            </a:extLst>
          </p:cNvPr>
          <p:cNvSpPr txBox="1"/>
          <p:nvPr/>
        </p:nvSpPr>
        <p:spPr>
          <a:xfrm>
            <a:off x="3073439" y="5396458"/>
            <a:ext cx="60451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Values: …, 0, 1, 2, 16, 17, 18, … </a:t>
            </a:r>
          </a:p>
        </p:txBody>
      </p:sp>
    </p:spTree>
    <p:extLst>
      <p:ext uri="{BB962C8B-B14F-4D97-AF65-F5344CB8AC3E}">
        <p14:creationId xmlns:p14="http://schemas.microsoft.com/office/powerpoint/2010/main" val="1637134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6D6A3F2-291E-E7D3-4794-3BACD4014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298ED-3CFA-157C-55D5-25AA86FAC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BETWEEN (2)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D4E0E5-4C9D-1D99-BDC8-6D98868276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SELECT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firstName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lastName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age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Pupil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WHERE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NOT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BETWEEN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GB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ORDER BY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ASC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22069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D4E7C-D844-7919-D0AD-251F94324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18388-05FD-7671-5B29-7868D6817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190C6-DA1A-789F-1FD1-58831D8B02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SELECT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firstName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lastName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Pupil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WHERE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firstName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ANY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"Cam"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"Deb"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ORDER BY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firstName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ASC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52F51330-108C-DCDC-3C57-B26DD9D523CB}"/>
              </a:ext>
            </a:extLst>
          </p:cNvPr>
          <p:cNvSpPr/>
          <p:nvPr/>
        </p:nvSpPr>
        <p:spPr>
          <a:xfrm>
            <a:off x="8499196" y="2473960"/>
            <a:ext cx="1639898" cy="547606"/>
          </a:xfrm>
          <a:prstGeom prst="callout2">
            <a:avLst>
              <a:gd name="adj1" fmla="val 48750"/>
              <a:gd name="adj2" fmla="val -189"/>
              <a:gd name="adj3" fmla="val 49339"/>
              <a:gd name="adj4" fmla="val -32325"/>
              <a:gd name="adj5" fmla="val 136931"/>
              <a:gd name="adj6" fmla="val -789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C52034-627D-E623-714E-642585213ACA}"/>
              </a:ext>
            </a:extLst>
          </p:cNvPr>
          <p:cNvSpPr txBox="1"/>
          <p:nvPr/>
        </p:nvSpPr>
        <p:spPr>
          <a:xfrm>
            <a:off x="1336449" y="5396458"/>
            <a:ext cx="951914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True, if one value in the list matches the condition</a:t>
            </a: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(SQLite does not use </a:t>
            </a: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ANY</a:t>
            </a:r>
            <a:r>
              <a:rPr lang="en-GB" sz="3600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6" name="Callout: Bent Line with No Border 3">
            <a:extLst>
              <a:ext uri="{FF2B5EF4-FFF2-40B4-BE49-F238E27FC236}">
                <a16:creationId xmlns:a16="http://schemas.microsoft.com/office/drawing/2014/main" id="{18AC8274-306B-30C9-7A26-3D2901ABDA4B}"/>
              </a:ext>
            </a:extLst>
          </p:cNvPr>
          <p:cNvSpPr/>
          <p:nvPr/>
        </p:nvSpPr>
        <p:spPr>
          <a:xfrm>
            <a:off x="9041817" y="2065220"/>
            <a:ext cx="1965928" cy="547606"/>
          </a:xfrm>
          <a:prstGeom prst="callout2">
            <a:avLst>
              <a:gd name="adj1" fmla="val 48750"/>
              <a:gd name="adj2" fmla="val -189"/>
              <a:gd name="adj3" fmla="val 49338"/>
              <a:gd name="adj4" fmla="val -39056"/>
              <a:gd name="adj5" fmla="val 227335"/>
              <a:gd name="adj6" fmla="val -1435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Condition</a:t>
            </a:r>
          </a:p>
        </p:txBody>
      </p:sp>
      <p:sp>
        <p:nvSpPr>
          <p:cNvPr id="7" name="Callout: Bent Line with No Border 4">
            <a:extLst>
              <a:ext uri="{FF2B5EF4-FFF2-40B4-BE49-F238E27FC236}">
                <a16:creationId xmlns:a16="http://schemas.microsoft.com/office/drawing/2014/main" id="{F056D421-043B-23E3-FD22-EB5FC21CA740}"/>
              </a:ext>
            </a:extLst>
          </p:cNvPr>
          <p:cNvSpPr/>
          <p:nvPr/>
        </p:nvSpPr>
        <p:spPr>
          <a:xfrm>
            <a:off x="9870213" y="3923450"/>
            <a:ext cx="2140857" cy="450543"/>
          </a:xfrm>
          <a:prstGeom prst="callout2">
            <a:avLst>
              <a:gd name="adj1" fmla="val 48750"/>
              <a:gd name="adj2" fmla="val -189"/>
              <a:gd name="adj3" fmla="val 48926"/>
              <a:gd name="adj4" fmla="val -20411"/>
              <a:gd name="adj5" fmla="val -48043"/>
              <a:gd name="adj6" fmla="val -367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List of values</a:t>
            </a:r>
          </a:p>
        </p:txBody>
      </p:sp>
    </p:spTree>
    <p:extLst>
      <p:ext uri="{BB962C8B-B14F-4D97-AF65-F5344CB8AC3E}">
        <p14:creationId xmlns:p14="http://schemas.microsoft.com/office/powerpoint/2010/main" val="639428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build="p"/>
      <p:bldP spid="6" grpId="0" animBg="1"/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282C950-CEB7-C8B6-3041-FD9353A55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DDB84-03F8-3A3B-E140-D5F44D078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EC6A99-86B0-1137-BD54-684FAF0F9E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SELECT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firstName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lastName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Pupil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WHERE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firstName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ANY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"Cam"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"Deb"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ORDER BY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firstName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ASC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69834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C76DEA-F650-51AB-7EE7-9B3064808E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Order of Operations</a:t>
            </a:r>
          </a:p>
        </p:txBody>
      </p:sp>
      <p:sp>
        <p:nvSpPr>
          <p:cNvPr id="6" name="SQL">
            <a:extLst>
              <a:ext uri="{FF2B5EF4-FFF2-40B4-BE49-F238E27FC236}">
                <a16:creationId xmlns:a16="http://schemas.microsoft.com/office/drawing/2014/main" id="{C460184D-D803-F499-E82E-972FB39F92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9125" y="1370838"/>
            <a:ext cx="3429144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type, COUNT(*)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20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Pet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2000" dirty="0">
                <a:solidFill>
                  <a:srgbClr val="A71D5D"/>
                </a:solidFill>
                <a:latin typeface="Consolas" panose="020B0609020204030204" pitchFamily="49" charset="0"/>
              </a:rPr>
              <a:t>WHERE</a:t>
            </a:r>
            <a:r>
              <a:rPr lang="en-US" alt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age &lt;= 6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2000" dirty="0">
                <a:solidFill>
                  <a:srgbClr val="A71D5D"/>
                </a:solidFill>
                <a:latin typeface="Consolas" panose="020B0609020204030204" pitchFamily="49" charset="0"/>
              </a:rPr>
              <a:t>GROUP BY </a:t>
            </a:r>
            <a:r>
              <a:rPr lang="en-US" alt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type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7" name="Pet">
            <a:extLst>
              <a:ext uri="{FF2B5EF4-FFF2-40B4-BE49-F238E27FC236}">
                <a16:creationId xmlns:a16="http://schemas.microsoft.com/office/drawing/2014/main" id="{37697A85-FE4A-5F49-87D3-DF60452AD532}"/>
              </a:ext>
            </a:extLst>
          </p:cNvPr>
          <p:cNvSpPr txBox="1"/>
          <p:nvPr/>
        </p:nvSpPr>
        <p:spPr>
          <a:xfrm>
            <a:off x="1147564" y="3091527"/>
            <a:ext cx="1771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Table: Pet</a:t>
            </a:r>
          </a:p>
        </p:txBody>
      </p:sp>
      <p:sp>
        <p:nvSpPr>
          <p:cNvPr id="19" name="Order">
            <a:extLst>
              <a:ext uri="{FF2B5EF4-FFF2-40B4-BE49-F238E27FC236}">
                <a16:creationId xmlns:a16="http://schemas.microsoft.com/office/drawing/2014/main" id="{39027E70-266E-C921-B96A-180149336170}"/>
              </a:ext>
            </a:extLst>
          </p:cNvPr>
          <p:cNvSpPr txBox="1"/>
          <p:nvPr/>
        </p:nvSpPr>
        <p:spPr>
          <a:xfrm>
            <a:off x="8761790" y="490161"/>
            <a:ext cx="2590417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Order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lvl="1"/>
            <a:r>
              <a:rPr lang="en-GB" sz="2800" dirty="0">
                <a:solidFill>
                  <a:srgbClr val="7030A0"/>
                </a:solidFill>
              </a:rPr>
              <a:t>1.  FROM</a:t>
            </a:r>
          </a:p>
          <a:p>
            <a:pPr lvl="1"/>
            <a:r>
              <a:rPr lang="en-GB" sz="2800" dirty="0">
                <a:solidFill>
                  <a:srgbClr val="7030A0"/>
                </a:solidFill>
              </a:rPr>
              <a:t>2.  WHERE</a:t>
            </a:r>
          </a:p>
          <a:p>
            <a:pPr lvl="1"/>
            <a:r>
              <a:rPr lang="en-GB" sz="2800" dirty="0">
                <a:solidFill>
                  <a:srgbClr val="7030A0"/>
                </a:solidFill>
              </a:rPr>
              <a:t>3.  GROUP BY</a:t>
            </a:r>
          </a:p>
          <a:p>
            <a:pPr lvl="1"/>
            <a:r>
              <a:rPr lang="en-GB" sz="2800" dirty="0">
                <a:solidFill>
                  <a:srgbClr val="7030A0"/>
                </a:solidFill>
              </a:rPr>
              <a:t>4.  SELECT</a:t>
            </a:r>
          </a:p>
        </p:txBody>
      </p:sp>
      <p:sp>
        <p:nvSpPr>
          <p:cNvPr id="27" name="From - Arrow">
            <a:extLst>
              <a:ext uri="{FF2B5EF4-FFF2-40B4-BE49-F238E27FC236}">
                <a16:creationId xmlns:a16="http://schemas.microsoft.com/office/drawing/2014/main" id="{269837FC-7069-F1D9-E16A-87AF1D4A80CD}"/>
              </a:ext>
            </a:extLst>
          </p:cNvPr>
          <p:cNvSpPr/>
          <p:nvPr/>
        </p:nvSpPr>
        <p:spPr>
          <a:xfrm>
            <a:off x="154554" y="1747731"/>
            <a:ext cx="464567" cy="26403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From">
            <a:extLst>
              <a:ext uri="{FF2B5EF4-FFF2-40B4-BE49-F238E27FC236}">
                <a16:creationId xmlns:a16="http://schemas.microsoft.com/office/drawing/2014/main" id="{BC0A24A5-7704-6A36-CD80-4ED2C2F64BD2}"/>
              </a:ext>
            </a:extLst>
          </p:cNvPr>
          <p:cNvSpPr txBox="1"/>
          <p:nvPr/>
        </p:nvSpPr>
        <p:spPr>
          <a:xfrm>
            <a:off x="3164897" y="2911786"/>
            <a:ext cx="8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FROM</a:t>
            </a:r>
          </a:p>
        </p:txBody>
      </p:sp>
      <p:graphicFrame>
        <p:nvGraphicFramePr>
          <p:cNvPr id="22" name="Pet - Table">
            <a:extLst>
              <a:ext uri="{FF2B5EF4-FFF2-40B4-BE49-F238E27FC236}">
                <a16:creationId xmlns:a16="http://schemas.microsoft.com/office/drawing/2014/main" id="{E1C47C29-B1FD-7991-E626-2F12DC1AF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6565817"/>
              </p:ext>
            </p:extLst>
          </p:nvPr>
        </p:nvGraphicFramePr>
        <p:xfrm>
          <a:off x="1233287" y="3412595"/>
          <a:ext cx="2042287" cy="2914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483">
                  <a:extLst>
                    <a:ext uri="{9D8B030D-6E8A-4147-A177-3AD203B41FA5}">
                      <a16:colId xmlns:a16="http://schemas.microsoft.com/office/drawing/2014/main" val="2854243258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3258369125"/>
                    </a:ext>
                  </a:extLst>
                </a:gridCol>
                <a:gridCol w="442404">
                  <a:extLst>
                    <a:ext uri="{9D8B030D-6E8A-4147-A177-3AD203B41FA5}">
                      <a16:colId xmlns:a16="http://schemas.microsoft.com/office/drawing/2014/main" val="4883553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name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type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age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0255556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Pepper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Cat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16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5847825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Cindy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Dog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4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1498495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Snowy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Cat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7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316171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Minnie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Mouse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7595669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Mickey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Mouse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3009028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Kitty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Cat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9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8120930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Bonzo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Dog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3325716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Roger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Rabbit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236664047"/>
                  </a:ext>
                </a:extLst>
              </a:tr>
            </a:tbl>
          </a:graphicData>
        </a:graphic>
      </p:graphicFrame>
      <p:graphicFrame>
        <p:nvGraphicFramePr>
          <p:cNvPr id="23" name="Temp - Table">
            <a:extLst>
              <a:ext uri="{FF2B5EF4-FFF2-40B4-BE49-F238E27FC236}">
                <a16:creationId xmlns:a16="http://schemas.microsoft.com/office/drawing/2014/main" id="{57FE39BF-DC05-E516-87E6-26364C7BBE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137814"/>
              </p:ext>
            </p:extLst>
          </p:nvPr>
        </p:nvGraphicFramePr>
        <p:xfrm>
          <a:off x="3837781" y="3412595"/>
          <a:ext cx="2042287" cy="2914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483">
                  <a:extLst>
                    <a:ext uri="{9D8B030D-6E8A-4147-A177-3AD203B41FA5}">
                      <a16:colId xmlns:a16="http://schemas.microsoft.com/office/drawing/2014/main" val="2854243258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3258369125"/>
                    </a:ext>
                  </a:extLst>
                </a:gridCol>
                <a:gridCol w="442404">
                  <a:extLst>
                    <a:ext uri="{9D8B030D-6E8A-4147-A177-3AD203B41FA5}">
                      <a16:colId xmlns:a16="http://schemas.microsoft.com/office/drawing/2014/main" val="4883553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name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type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age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0255556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Pepper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Cat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16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5847825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Cindy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Dog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4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1498495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Snowy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Cat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7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316171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Minnie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Mouse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7595669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Mickey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Mouse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3009028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Kitty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Cat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9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8120930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Bonzo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Dog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3325716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Roger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Rabbit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236664047"/>
                  </a:ext>
                </a:extLst>
              </a:tr>
            </a:tbl>
          </a:graphicData>
        </a:graphic>
      </p:graphicFrame>
      <p:graphicFrame>
        <p:nvGraphicFramePr>
          <p:cNvPr id="24" name="Output - Table">
            <a:extLst>
              <a:ext uri="{FF2B5EF4-FFF2-40B4-BE49-F238E27FC236}">
                <a16:creationId xmlns:a16="http://schemas.microsoft.com/office/drawing/2014/main" id="{31F6E6FA-42D3-E5C9-36B8-B7C6109BDE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2649392"/>
              </p:ext>
            </p:extLst>
          </p:nvPr>
        </p:nvGraphicFramePr>
        <p:xfrm>
          <a:off x="9046154" y="3412595"/>
          <a:ext cx="1898015" cy="129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7400">
                  <a:extLst>
                    <a:ext uri="{9D8B030D-6E8A-4147-A177-3AD203B41FA5}">
                      <a16:colId xmlns:a16="http://schemas.microsoft.com/office/drawing/2014/main" val="2854243258"/>
                    </a:ext>
                  </a:extLst>
                </a:gridCol>
                <a:gridCol w="1110615">
                  <a:extLst>
                    <a:ext uri="{9D8B030D-6E8A-4147-A177-3AD203B41FA5}">
                      <a16:colId xmlns:a16="http://schemas.microsoft.com/office/drawing/2014/main" val="32583691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type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COUNT(*)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0255556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Dog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8120930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Mouse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552416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Rabbit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637339003"/>
                  </a:ext>
                </a:extLst>
              </a:tr>
            </a:tbl>
          </a:graphicData>
        </a:graphic>
      </p:graphicFrame>
      <p:sp>
        <p:nvSpPr>
          <p:cNvPr id="25" name="Select">
            <a:extLst>
              <a:ext uri="{FF2B5EF4-FFF2-40B4-BE49-F238E27FC236}">
                <a16:creationId xmlns:a16="http://schemas.microsoft.com/office/drawing/2014/main" id="{35683CAD-1E2A-EA31-E6BB-C707B14B8F0A}"/>
              </a:ext>
            </a:extLst>
          </p:cNvPr>
          <p:cNvSpPr txBox="1"/>
          <p:nvPr/>
        </p:nvSpPr>
        <p:spPr>
          <a:xfrm>
            <a:off x="7197032" y="2450683"/>
            <a:ext cx="8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SELECT</a:t>
            </a:r>
          </a:p>
        </p:txBody>
      </p:sp>
      <p:sp>
        <p:nvSpPr>
          <p:cNvPr id="26" name="Temp - Arrow">
            <a:extLst>
              <a:ext uri="{FF2B5EF4-FFF2-40B4-BE49-F238E27FC236}">
                <a16:creationId xmlns:a16="http://schemas.microsoft.com/office/drawing/2014/main" id="{0812AA0D-71D1-9B9D-4AED-E09E855A4185}"/>
              </a:ext>
            </a:extLst>
          </p:cNvPr>
          <p:cNvSpPr/>
          <p:nvPr/>
        </p:nvSpPr>
        <p:spPr>
          <a:xfrm>
            <a:off x="3318543" y="4748123"/>
            <a:ext cx="464567" cy="26403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Output - Arrow">
            <a:extLst>
              <a:ext uri="{FF2B5EF4-FFF2-40B4-BE49-F238E27FC236}">
                <a16:creationId xmlns:a16="http://schemas.microsoft.com/office/drawing/2014/main" id="{27833E17-04CE-E6AD-804B-EB51B8F41239}"/>
              </a:ext>
            </a:extLst>
          </p:cNvPr>
          <p:cNvSpPr/>
          <p:nvPr/>
        </p:nvSpPr>
        <p:spPr>
          <a:xfrm>
            <a:off x="8539574" y="3933356"/>
            <a:ext cx="464567" cy="26403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Select - Arrow">
            <a:extLst>
              <a:ext uri="{FF2B5EF4-FFF2-40B4-BE49-F238E27FC236}">
                <a16:creationId xmlns:a16="http://schemas.microsoft.com/office/drawing/2014/main" id="{44EEC309-5164-E750-8A98-948F7250CF9F}"/>
              </a:ext>
            </a:extLst>
          </p:cNvPr>
          <p:cNvSpPr/>
          <p:nvPr/>
        </p:nvSpPr>
        <p:spPr>
          <a:xfrm>
            <a:off x="154555" y="1438238"/>
            <a:ext cx="464567" cy="26403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Output">
            <a:extLst>
              <a:ext uri="{FF2B5EF4-FFF2-40B4-BE49-F238E27FC236}">
                <a16:creationId xmlns:a16="http://schemas.microsoft.com/office/drawing/2014/main" id="{56038AF1-3FFC-CE48-15B4-04B9F7CE57D9}"/>
              </a:ext>
            </a:extLst>
          </p:cNvPr>
          <p:cNvSpPr txBox="1"/>
          <p:nvPr/>
        </p:nvSpPr>
        <p:spPr>
          <a:xfrm>
            <a:off x="8316466" y="2906861"/>
            <a:ext cx="960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Output</a:t>
            </a:r>
          </a:p>
        </p:txBody>
      </p:sp>
      <p:sp>
        <p:nvSpPr>
          <p:cNvPr id="35" name="Group By - Arrow">
            <a:extLst>
              <a:ext uri="{FF2B5EF4-FFF2-40B4-BE49-F238E27FC236}">
                <a16:creationId xmlns:a16="http://schemas.microsoft.com/office/drawing/2014/main" id="{570E26B8-2533-45CC-B630-78104B4BF6E3}"/>
              </a:ext>
            </a:extLst>
          </p:cNvPr>
          <p:cNvSpPr/>
          <p:nvPr/>
        </p:nvSpPr>
        <p:spPr>
          <a:xfrm>
            <a:off x="154554" y="2355599"/>
            <a:ext cx="464567" cy="26403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" name="Select - Arrow">
            <a:extLst>
              <a:ext uri="{FF2B5EF4-FFF2-40B4-BE49-F238E27FC236}">
                <a16:creationId xmlns:a16="http://schemas.microsoft.com/office/drawing/2014/main" id="{74743580-1BBD-44D1-9B4B-3FCD69A573CA}"/>
              </a:ext>
            </a:extLst>
          </p:cNvPr>
          <p:cNvCxnSpPr>
            <a:cxnSpLocks/>
            <a:stCxn id="25" idx="2"/>
            <a:endCxn id="29" idx="0"/>
          </p:cNvCxnSpPr>
          <p:nvPr/>
        </p:nvCxnSpPr>
        <p:spPr>
          <a:xfrm>
            <a:off x="7622512" y="2820015"/>
            <a:ext cx="0" cy="531997"/>
          </a:xfrm>
          <a:prstGeom prst="straightConnector1">
            <a:avLst/>
          </a:prstGeom>
          <a:ln w="28575">
            <a:solidFill>
              <a:srgbClr val="FF000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6" name="Group - Table">
            <a:extLst>
              <a:ext uri="{FF2B5EF4-FFF2-40B4-BE49-F238E27FC236}">
                <a16:creationId xmlns:a16="http://schemas.microsoft.com/office/drawing/2014/main" id="{4F27B0EB-B143-43F2-BFD3-AEE124AF9F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2724361"/>
              </p:ext>
            </p:extLst>
          </p:nvPr>
        </p:nvGraphicFramePr>
        <p:xfrm>
          <a:off x="6432198" y="3415751"/>
          <a:ext cx="2042287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483">
                  <a:extLst>
                    <a:ext uri="{9D8B030D-6E8A-4147-A177-3AD203B41FA5}">
                      <a16:colId xmlns:a16="http://schemas.microsoft.com/office/drawing/2014/main" val="2854243258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3258369125"/>
                    </a:ext>
                  </a:extLst>
                </a:gridCol>
                <a:gridCol w="442404">
                  <a:extLst>
                    <a:ext uri="{9D8B030D-6E8A-4147-A177-3AD203B41FA5}">
                      <a16:colId xmlns:a16="http://schemas.microsoft.com/office/drawing/2014/main" val="4883553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name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type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age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0255556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Cindy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Dog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7595669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 err="1">
                          <a:solidFill>
                            <a:schemeClr val="tx1"/>
                          </a:solidFill>
                          <a:effectLst/>
                        </a:rPr>
                        <a:t>Bonzo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Dog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3009028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Minnie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Mouse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8120930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Mickey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Mouse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3325716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Roger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Rabbit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236664047"/>
                  </a:ext>
                </a:extLst>
              </a:tr>
            </a:tbl>
          </a:graphicData>
        </a:graphic>
      </p:graphicFrame>
      <p:sp>
        <p:nvSpPr>
          <p:cNvPr id="41" name="Group - Arrow">
            <a:extLst>
              <a:ext uri="{FF2B5EF4-FFF2-40B4-BE49-F238E27FC236}">
                <a16:creationId xmlns:a16="http://schemas.microsoft.com/office/drawing/2014/main" id="{FFFD03AB-D625-498E-9D39-B561473F8A17}"/>
              </a:ext>
            </a:extLst>
          </p:cNvPr>
          <p:cNvSpPr/>
          <p:nvPr/>
        </p:nvSpPr>
        <p:spPr>
          <a:xfrm>
            <a:off x="5918077" y="4748123"/>
            <a:ext cx="464567" cy="26403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Group - Dog">
            <a:extLst>
              <a:ext uri="{FF2B5EF4-FFF2-40B4-BE49-F238E27FC236}">
                <a16:creationId xmlns:a16="http://schemas.microsoft.com/office/drawing/2014/main" id="{BFC38AA1-E80C-489B-A065-69A3BEC2FC35}"/>
              </a:ext>
            </a:extLst>
          </p:cNvPr>
          <p:cNvSpPr/>
          <p:nvPr/>
        </p:nvSpPr>
        <p:spPr>
          <a:xfrm>
            <a:off x="6390814" y="3736726"/>
            <a:ext cx="2124000" cy="648000"/>
          </a:xfrm>
          <a:prstGeom prst="rect">
            <a:avLst/>
          </a:prstGeom>
          <a:noFill/>
          <a:ln w="2857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7" name="Group - Mouse">
            <a:extLst>
              <a:ext uri="{FF2B5EF4-FFF2-40B4-BE49-F238E27FC236}">
                <a16:creationId xmlns:a16="http://schemas.microsoft.com/office/drawing/2014/main" id="{BABA6689-7DBF-4BCE-87BB-7559475F170C}"/>
              </a:ext>
            </a:extLst>
          </p:cNvPr>
          <p:cNvSpPr/>
          <p:nvPr/>
        </p:nvSpPr>
        <p:spPr>
          <a:xfrm>
            <a:off x="6390817" y="4409827"/>
            <a:ext cx="2124000" cy="612000"/>
          </a:xfrm>
          <a:prstGeom prst="rect">
            <a:avLst/>
          </a:prstGeom>
          <a:noFill/>
          <a:ln w="28575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8" name="Group - Rabbit">
            <a:extLst>
              <a:ext uri="{FF2B5EF4-FFF2-40B4-BE49-F238E27FC236}">
                <a16:creationId xmlns:a16="http://schemas.microsoft.com/office/drawing/2014/main" id="{C3B965A4-596D-48CF-B623-7B982A3EAD7A}"/>
              </a:ext>
            </a:extLst>
          </p:cNvPr>
          <p:cNvSpPr/>
          <p:nvPr/>
        </p:nvSpPr>
        <p:spPr>
          <a:xfrm>
            <a:off x="6390818" y="5053291"/>
            <a:ext cx="2124000" cy="324000"/>
          </a:xfrm>
          <a:prstGeom prst="rect">
            <a:avLst/>
          </a:prstGeom>
          <a:noFill/>
          <a:ln w="2857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9" name="type - Column">
            <a:extLst>
              <a:ext uri="{FF2B5EF4-FFF2-40B4-BE49-F238E27FC236}">
                <a16:creationId xmlns:a16="http://schemas.microsoft.com/office/drawing/2014/main" id="{9CFD6623-90F9-8CA0-585A-959ADF79ADE1}"/>
              </a:ext>
            </a:extLst>
          </p:cNvPr>
          <p:cNvSpPr/>
          <p:nvPr/>
        </p:nvSpPr>
        <p:spPr>
          <a:xfrm>
            <a:off x="7226512" y="3352012"/>
            <a:ext cx="792000" cy="20886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Group By">
            <a:extLst>
              <a:ext uri="{FF2B5EF4-FFF2-40B4-BE49-F238E27FC236}">
                <a16:creationId xmlns:a16="http://schemas.microsoft.com/office/drawing/2014/main" id="{32D80D9D-A915-458D-9FB9-52D0A8801C46}"/>
              </a:ext>
            </a:extLst>
          </p:cNvPr>
          <p:cNvSpPr txBox="1"/>
          <p:nvPr/>
        </p:nvSpPr>
        <p:spPr>
          <a:xfrm>
            <a:off x="5545699" y="2912446"/>
            <a:ext cx="12013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GROUP BY</a:t>
            </a:r>
          </a:p>
          <a:p>
            <a:pPr algn="ctr"/>
            <a:r>
              <a:rPr lang="en-GB" sz="1400" b="1" dirty="0">
                <a:solidFill>
                  <a:srgbClr val="7030A0"/>
                </a:solidFill>
              </a:rPr>
              <a:t>(sorted)</a:t>
            </a:r>
          </a:p>
        </p:txBody>
      </p:sp>
      <p:sp>
        <p:nvSpPr>
          <p:cNvPr id="53" name="Where - Arrow">
            <a:extLst>
              <a:ext uri="{FF2B5EF4-FFF2-40B4-BE49-F238E27FC236}">
                <a16:creationId xmlns:a16="http://schemas.microsoft.com/office/drawing/2014/main" id="{9063E975-6FF7-4CE9-A82F-833F290AEBDD}"/>
              </a:ext>
            </a:extLst>
          </p:cNvPr>
          <p:cNvSpPr/>
          <p:nvPr/>
        </p:nvSpPr>
        <p:spPr>
          <a:xfrm>
            <a:off x="152948" y="2044506"/>
            <a:ext cx="464567" cy="26403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Minnie - Row">
            <a:extLst>
              <a:ext uri="{FF2B5EF4-FFF2-40B4-BE49-F238E27FC236}">
                <a16:creationId xmlns:a16="http://schemas.microsoft.com/office/drawing/2014/main" id="{22183285-BE31-4A6B-9D42-D99695E6A45F}"/>
              </a:ext>
            </a:extLst>
          </p:cNvPr>
          <p:cNvSpPr/>
          <p:nvPr/>
        </p:nvSpPr>
        <p:spPr>
          <a:xfrm>
            <a:off x="3794077" y="5034420"/>
            <a:ext cx="2124000" cy="312791"/>
          </a:xfrm>
          <a:prstGeom prst="rect">
            <a:avLst/>
          </a:prstGeom>
          <a:noFill/>
          <a:ln w="28575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" name="Minnie - Purple">
            <a:extLst>
              <a:ext uri="{FF2B5EF4-FFF2-40B4-BE49-F238E27FC236}">
                <a16:creationId xmlns:a16="http://schemas.microsoft.com/office/drawing/2014/main" id="{2DCC5A50-1613-401C-8B96-ACAB5F94810D}"/>
              </a:ext>
            </a:extLst>
          </p:cNvPr>
          <p:cNvSpPr/>
          <p:nvPr/>
        </p:nvSpPr>
        <p:spPr>
          <a:xfrm>
            <a:off x="5440271" y="5030327"/>
            <a:ext cx="432901" cy="312791"/>
          </a:xfrm>
          <a:prstGeom prst="rect">
            <a:avLst/>
          </a:prstGeom>
          <a:solidFill>
            <a:srgbClr val="FF00FF">
              <a:alpha val="2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Cindy - Row">
            <a:extLst>
              <a:ext uri="{FF2B5EF4-FFF2-40B4-BE49-F238E27FC236}">
                <a16:creationId xmlns:a16="http://schemas.microsoft.com/office/drawing/2014/main" id="{5298AA5D-FC31-4352-980F-7D95697682B5}"/>
              </a:ext>
            </a:extLst>
          </p:cNvPr>
          <p:cNvSpPr/>
          <p:nvPr/>
        </p:nvSpPr>
        <p:spPr>
          <a:xfrm>
            <a:off x="3791880" y="4062404"/>
            <a:ext cx="2124000" cy="312791"/>
          </a:xfrm>
          <a:prstGeom prst="rect">
            <a:avLst/>
          </a:prstGeom>
          <a:noFill/>
          <a:ln w="28575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Cindy - Purple">
            <a:extLst>
              <a:ext uri="{FF2B5EF4-FFF2-40B4-BE49-F238E27FC236}">
                <a16:creationId xmlns:a16="http://schemas.microsoft.com/office/drawing/2014/main" id="{C876FE33-042F-49D1-82EA-405FE3A9841A}"/>
              </a:ext>
            </a:extLst>
          </p:cNvPr>
          <p:cNvSpPr/>
          <p:nvPr/>
        </p:nvSpPr>
        <p:spPr>
          <a:xfrm>
            <a:off x="5438074" y="4058311"/>
            <a:ext cx="432901" cy="312791"/>
          </a:xfrm>
          <a:prstGeom prst="rect">
            <a:avLst/>
          </a:prstGeom>
          <a:solidFill>
            <a:srgbClr val="FF00FF">
              <a:alpha val="2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Roger - Row">
            <a:extLst>
              <a:ext uri="{FF2B5EF4-FFF2-40B4-BE49-F238E27FC236}">
                <a16:creationId xmlns:a16="http://schemas.microsoft.com/office/drawing/2014/main" id="{AF4F5B4A-5119-461B-A730-C2CFC05AD5F2}"/>
              </a:ext>
            </a:extLst>
          </p:cNvPr>
          <p:cNvSpPr/>
          <p:nvPr/>
        </p:nvSpPr>
        <p:spPr>
          <a:xfrm>
            <a:off x="3795055" y="6010699"/>
            <a:ext cx="2124000" cy="312791"/>
          </a:xfrm>
          <a:prstGeom prst="rect">
            <a:avLst/>
          </a:prstGeom>
          <a:noFill/>
          <a:ln w="28575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Roger - Purple">
            <a:extLst>
              <a:ext uri="{FF2B5EF4-FFF2-40B4-BE49-F238E27FC236}">
                <a16:creationId xmlns:a16="http://schemas.microsoft.com/office/drawing/2014/main" id="{27C6C047-109C-467B-AB6F-03A4260007C7}"/>
              </a:ext>
            </a:extLst>
          </p:cNvPr>
          <p:cNvSpPr/>
          <p:nvPr/>
        </p:nvSpPr>
        <p:spPr>
          <a:xfrm>
            <a:off x="5441249" y="6006606"/>
            <a:ext cx="432901" cy="312791"/>
          </a:xfrm>
          <a:prstGeom prst="rect">
            <a:avLst/>
          </a:prstGeom>
          <a:solidFill>
            <a:srgbClr val="FF00FF">
              <a:alpha val="2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Mickey - Row">
            <a:extLst>
              <a:ext uri="{FF2B5EF4-FFF2-40B4-BE49-F238E27FC236}">
                <a16:creationId xmlns:a16="http://schemas.microsoft.com/office/drawing/2014/main" id="{598695F8-35C9-451B-9533-C0CC8FD292AA}"/>
              </a:ext>
            </a:extLst>
          </p:cNvPr>
          <p:cNvSpPr/>
          <p:nvPr/>
        </p:nvSpPr>
        <p:spPr>
          <a:xfrm>
            <a:off x="3792733" y="4695576"/>
            <a:ext cx="2124000" cy="312791"/>
          </a:xfrm>
          <a:prstGeom prst="rect">
            <a:avLst/>
          </a:prstGeom>
          <a:noFill/>
          <a:ln w="28575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Mickey - Purple">
            <a:extLst>
              <a:ext uri="{FF2B5EF4-FFF2-40B4-BE49-F238E27FC236}">
                <a16:creationId xmlns:a16="http://schemas.microsoft.com/office/drawing/2014/main" id="{E3CEE837-8FB8-457D-AFCE-B6E66C733969}"/>
              </a:ext>
            </a:extLst>
          </p:cNvPr>
          <p:cNvSpPr/>
          <p:nvPr/>
        </p:nvSpPr>
        <p:spPr>
          <a:xfrm>
            <a:off x="5438927" y="4694658"/>
            <a:ext cx="432901" cy="312791"/>
          </a:xfrm>
          <a:prstGeom prst="rect">
            <a:avLst/>
          </a:prstGeom>
          <a:solidFill>
            <a:srgbClr val="FF00FF">
              <a:alpha val="2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Bonzo - Row">
            <a:extLst>
              <a:ext uri="{FF2B5EF4-FFF2-40B4-BE49-F238E27FC236}">
                <a16:creationId xmlns:a16="http://schemas.microsoft.com/office/drawing/2014/main" id="{4EB6B2D9-23CF-433D-B07E-A73EABDFD6CD}"/>
              </a:ext>
            </a:extLst>
          </p:cNvPr>
          <p:cNvSpPr/>
          <p:nvPr/>
        </p:nvSpPr>
        <p:spPr>
          <a:xfrm>
            <a:off x="3783110" y="5689552"/>
            <a:ext cx="2124000" cy="312791"/>
          </a:xfrm>
          <a:prstGeom prst="rect">
            <a:avLst/>
          </a:prstGeom>
          <a:noFill/>
          <a:ln w="28575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Bonzo - Purple">
            <a:extLst>
              <a:ext uri="{FF2B5EF4-FFF2-40B4-BE49-F238E27FC236}">
                <a16:creationId xmlns:a16="http://schemas.microsoft.com/office/drawing/2014/main" id="{81AAEF91-8D6C-41AE-9495-8BB163EF2292}"/>
              </a:ext>
            </a:extLst>
          </p:cNvPr>
          <p:cNvSpPr/>
          <p:nvPr/>
        </p:nvSpPr>
        <p:spPr>
          <a:xfrm>
            <a:off x="5429304" y="5685459"/>
            <a:ext cx="432901" cy="312791"/>
          </a:xfrm>
          <a:prstGeom prst="rect">
            <a:avLst/>
          </a:prstGeom>
          <a:solidFill>
            <a:srgbClr val="FF00FF">
              <a:alpha val="2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5862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3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4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5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2500"/>
                            </p:stCondLst>
                            <p:childTnLst>
                              <p:par>
                                <p:cTn id="6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xit" presetSubtype="8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7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500"/>
                            </p:stCondLst>
                            <p:childTnLst>
                              <p:par>
                                <p:cTn id="7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500"/>
                            </p:stCondLst>
                            <p:childTnLst>
                              <p:par>
                                <p:cTn id="8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500"/>
                            </p:stCondLst>
                            <p:childTnLst>
                              <p:par>
                                <p:cTn id="9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3" dur="1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2000"/>
                            </p:stCondLst>
                            <p:childTnLst>
                              <p:par>
                                <p:cTn id="9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2500"/>
                            </p:stCondLst>
                            <p:childTnLst>
                              <p:par>
                                <p:cTn id="9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1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4000"/>
                            </p:stCondLst>
                            <p:childTnLst>
                              <p:par>
                                <p:cTn id="10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4500"/>
                            </p:stCondLst>
                            <p:childTnLst>
                              <p:par>
                                <p:cTn id="10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9" dur="1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6000"/>
                            </p:stCondLst>
                            <p:childTnLst>
                              <p:par>
                                <p:cTn id="1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6500"/>
                            </p:stCondLst>
                            <p:childTnLst>
                              <p:par>
                                <p:cTn id="11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7" dur="1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22" presetClass="exit" presetSubtype="8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2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500"/>
                            </p:stCondLst>
                            <p:childTnLst>
                              <p:par>
                                <p:cTn id="1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6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1" dur="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500"/>
                            </p:stCondLst>
                            <p:childTnLst>
                              <p:par>
                                <p:cTn id="1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5" dur="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1000"/>
                            </p:stCondLst>
                            <p:childTnLst>
                              <p:par>
                                <p:cTn id="1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9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2000"/>
                            </p:stCondLst>
                            <p:childTnLst>
                              <p:par>
                                <p:cTn id="14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3" dur="2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8" dur="1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1500"/>
                            </p:stCondLst>
                            <p:childTnLst>
                              <p:par>
                                <p:cTn id="1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2" dur="1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3000"/>
                            </p:stCondLst>
                            <p:childTnLst>
                              <p:par>
                                <p:cTn id="1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6" dur="1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22" presetClass="exit" presetSubtype="8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500"/>
                            </p:stCondLst>
                            <p:childTnLst>
                              <p:par>
                                <p:cTn id="16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" fill="hold">
                            <p:stCondLst>
                              <p:cond delay="500"/>
                            </p:stCondLst>
                            <p:childTnLst>
                              <p:par>
                                <p:cTn id="17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5" fill="hold">
                            <p:stCondLst>
                              <p:cond delay="1000"/>
                            </p:stCondLst>
                            <p:childTnLst>
                              <p:par>
                                <p:cTn id="17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8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2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8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" fill="hold">
                            <p:stCondLst>
                              <p:cond delay="500"/>
                            </p:stCondLst>
                            <p:childTnLst>
                              <p:par>
                                <p:cTn id="18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8" fill="hold">
                            <p:stCondLst>
                              <p:cond delay="1000"/>
                            </p:stCondLst>
                            <p:childTnLst>
                              <p:par>
                                <p:cTn id="18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1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2000"/>
                            </p:stCondLst>
                            <p:childTnLst>
                              <p:par>
                                <p:cTn id="19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5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17" grpId="0"/>
      <p:bldP spid="19" grpId="0" uiExpand="1" build="p"/>
      <p:bldP spid="27" grpId="0" animBg="1"/>
      <p:bldP spid="27" grpId="1" animBg="1"/>
      <p:bldP spid="10" grpId="0"/>
      <p:bldP spid="25" grpId="0"/>
      <p:bldP spid="26" grpId="0" animBg="1"/>
      <p:bldP spid="28" grpId="0" animBg="1"/>
      <p:bldP spid="31" grpId="0" animBg="1"/>
      <p:bldP spid="31" grpId="1" animBg="1"/>
      <p:bldP spid="32" grpId="0"/>
      <p:bldP spid="35" grpId="0" animBg="1"/>
      <p:bldP spid="35" grpId="1" animBg="1"/>
      <p:bldP spid="41" grpId="0" animBg="1"/>
      <p:bldP spid="46" grpId="0" animBg="1"/>
      <p:bldP spid="47" grpId="0" animBg="1"/>
      <p:bldP spid="48" grpId="0" animBg="1"/>
      <p:bldP spid="29" grpId="0" animBg="1"/>
      <p:bldP spid="49" grpId="0" uiExpand="1" build="p"/>
      <p:bldP spid="53" grpId="0" animBg="1"/>
      <p:bldP spid="53" grpId="1" animBg="1"/>
      <p:bldP spid="54" grpId="0" animBg="1"/>
      <p:bldP spid="56" grpId="0" animBg="1"/>
      <p:bldP spid="57" grpId="0" animBg="1"/>
      <p:bldP spid="59" grpId="0" animBg="1"/>
      <p:bldP spid="62" grpId="0" animBg="1"/>
      <p:bldP spid="64" grpId="0" animBg="1"/>
      <p:bldP spid="65" grpId="0" animBg="1"/>
      <p:bldP spid="67" grpId="0" animBg="1"/>
      <p:bldP spid="72" grpId="0" animBg="1"/>
      <p:bldP spid="7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C76DEA-F650-51AB-7EE7-9B3064808E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Order of Operations</a:t>
            </a:r>
          </a:p>
        </p:txBody>
      </p:sp>
      <p:sp>
        <p:nvSpPr>
          <p:cNvPr id="6" name="SQL">
            <a:extLst>
              <a:ext uri="{FF2B5EF4-FFF2-40B4-BE49-F238E27FC236}">
                <a16:creationId xmlns:a16="http://schemas.microsoft.com/office/drawing/2014/main" id="{C460184D-D803-F499-E82E-972FB39F92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9125" y="1370838"/>
            <a:ext cx="3429144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type, COUNT(*)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20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Pet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2000" dirty="0">
                <a:solidFill>
                  <a:srgbClr val="A71D5D"/>
                </a:solidFill>
                <a:latin typeface="Consolas" panose="020B0609020204030204" pitchFamily="49" charset="0"/>
              </a:rPr>
              <a:t>WHERE</a:t>
            </a:r>
            <a:r>
              <a:rPr lang="en-US" alt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age &lt;= 6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2000" dirty="0">
                <a:solidFill>
                  <a:srgbClr val="A71D5D"/>
                </a:solidFill>
                <a:latin typeface="Consolas" panose="020B0609020204030204" pitchFamily="49" charset="0"/>
              </a:rPr>
              <a:t>GROUP BY </a:t>
            </a:r>
            <a:r>
              <a:rPr lang="en-US" alt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type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7" name="Pet">
            <a:extLst>
              <a:ext uri="{FF2B5EF4-FFF2-40B4-BE49-F238E27FC236}">
                <a16:creationId xmlns:a16="http://schemas.microsoft.com/office/drawing/2014/main" id="{37697A85-FE4A-5F49-87D3-DF60452AD532}"/>
              </a:ext>
            </a:extLst>
          </p:cNvPr>
          <p:cNvSpPr txBox="1"/>
          <p:nvPr/>
        </p:nvSpPr>
        <p:spPr>
          <a:xfrm>
            <a:off x="1147564" y="3091527"/>
            <a:ext cx="1771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Table: Pet</a:t>
            </a:r>
          </a:p>
        </p:txBody>
      </p:sp>
      <p:sp>
        <p:nvSpPr>
          <p:cNvPr id="19" name="Order">
            <a:extLst>
              <a:ext uri="{FF2B5EF4-FFF2-40B4-BE49-F238E27FC236}">
                <a16:creationId xmlns:a16="http://schemas.microsoft.com/office/drawing/2014/main" id="{39027E70-266E-C921-B96A-180149336170}"/>
              </a:ext>
            </a:extLst>
          </p:cNvPr>
          <p:cNvSpPr txBox="1"/>
          <p:nvPr/>
        </p:nvSpPr>
        <p:spPr>
          <a:xfrm>
            <a:off x="8761790" y="490161"/>
            <a:ext cx="2590417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Order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lvl="1"/>
            <a:r>
              <a:rPr lang="en-GB" sz="2800" dirty="0">
                <a:solidFill>
                  <a:srgbClr val="7030A0"/>
                </a:solidFill>
              </a:rPr>
              <a:t>1.   </a:t>
            </a:r>
          </a:p>
          <a:p>
            <a:pPr lvl="1"/>
            <a:r>
              <a:rPr lang="en-GB" sz="2800" dirty="0">
                <a:solidFill>
                  <a:srgbClr val="7030A0"/>
                </a:solidFill>
              </a:rPr>
              <a:t>2.   </a:t>
            </a:r>
          </a:p>
          <a:p>
            <a:pPr lvl="1"/>
            <a:r>
              <a:rPr lang="en-GB" sz="2800" dirty="0">
                <a:solidFill>
                  <a:srgbClr val="7030A0"/>
                </a:solidFill>
              </a:rPr>
              <a:t>3.   </a:t>
            </a:r>
          </a:p>
          <a:p>
            <a:pPr lvl="1"/>
            <a:r>
              <a:rPr lang="en-GB" sz="2800" dirty="0">
                <a:solidFill>
                  <a:srgbClr val="7030A0"/>
                </a:solidFill>
              </a:rPr>
              <a:t>4.   </a:t>
            </a:r>
          </a:p>
        </p:txBody>
      </p:sp>
      <p:graphicFrame>
        <p:nvGraphicFramePr>
          <p:cNvPr id="22" name="Pet - Table">
            <a:extLst>
              <a:ext uri="{FF2B5EF4-FFF2-40B4-BE49-F238E27FC236}">
                <a16:creationId xmlns:a16="http://schemas.microsoft.com/office/drawing/2014/main" id="{E1C47C29-B1FD-7991-E626-2F12DC1AF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0087417"/>
              </p:ext>
            </p:extLst>
          </p:nvPr>
        </p:nvGraphicFramePr>
        <p:xfrm>
          <a:off x="1233287" y="3412595"/>
          <a:ext cx="2042287" cy="2914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483">
                  <a:extLst>
                    <a:ext uri="{9D8B030D-6E8A-4147-A177-3AD203B41FA5}">
                      <a16:colId xmlns:a16="http://schemas.microsoft.com/office/drawing/2014/main" val="2854243258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3258369125"/>
                    </a:ext>
                  </a:extLst>
                </a:gridCol>
                <a:gridCol w="442404">
                  <a:extLst>
                    <a:ext uri="{9D8B030D-6E8A-4147-A177-3AD203B41FA5}">
                      <a16:colId xmlns:a16="http://schemas.microsoft.com/office/drawing/2014/main" val="4883553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name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type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age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0255556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Pepper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Cat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16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5847825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Cindy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Dog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4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1498495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Snowy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Cat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7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316171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Minnie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Mouse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7595669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Mickey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Mouse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3009028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Kitty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Cat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9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8120930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Bonzo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Dog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3325716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Roger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Rabbit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236664047"/>
                  </a:ext>
                </a:extLst>
              </a:tr>
            </a:tbl>
          </a:graphicData>
        </a:graphic>
      </p:graphicFrame>
      <p:graphicFrame>
        <p:nvGraphicFramePr>
          <p:cNvPr id="23" name="Temp - Table">
            <a:extLst>
              <a:ext uri="{FF2B5EF4-FFF2-40B4-BE49-F238E27FC236}">
                <a16:creationId xmlns:a16="http://schemas.microsoft.com/office/drawing/2014/main" id="{57FE39BF-DC05-E516-87E6-26364C7BBE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1980300"/>
              </p:ext>
            </p:extLst>
          </p:nvPr>
        </p:nvGraphicFramePr>
        <p:xfrm>
          <a:off x="3837781" y="3412595"/>
          <a:ext cx="2042287" cy="2914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483">
                  <a:extLst>
                    <a:ext uri="{9D8B030D-6E8A-4147-A177-3AD203B41FA5}">
                      <a16:colId xmlns:a16="http://schemas.microsoft.com/office/drawing/2014/main" val="2854243258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3258369125"/>
                    </a:ext>
                  </a:extLst>
                </a:gridCol>
                <a:gridCol w="442404">
                  <a:extLst>
                    <a:ext uri="{9D8B030D-6E8A-4147-A177-3AD203B41FA5}">
                      <a16:colId xmlns:a16="http://schemas.microsoft.com/office/drawing/2014/main" val="4883553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name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type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age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0255556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Pepper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Cat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16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5847825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Cindy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Dog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4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1498495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Snowy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Cat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7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316171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Minnie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Mouse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7595669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Mickey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Mouse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3009028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Kitty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Cat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9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8120930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Bonzo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Dog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3325716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Roger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</a:rPr>
                        <a:t>Rabbit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236664047"/>
                  </a:ext>
                </a:extLst>
              </a:tr>
            </a:tbl>
          </a:graphicData>
        </a:graphic>
      </p:graphicFrame>
      <p:graphicFrame>
        <p:nvGraphicFramePr>
          <p:cNvPr id="24" name="Output - Table">
            <a:extLst>
              <a:ext uri="{FF2B5EF4-FFF2-40B4-BE49-F238E27FC236}">
                <a16:creationId xmlns:a16="http://schemas.microsoft.com/office/drawing/2014/main" id="{31F6E6FA-42D3-E5C9-36B8-B7C6109BDE21}"/>
              </a:ext>
            </a:extLst>
          </p:cNvPr>
          <p:cNvGraphicFramePr>
            <a:graphicFrameLocks noGrp="1"/>
          </p:cNvGraphicFramePr>
          <p:nvPr/>
        </p:nvGraphicFramePr>
        <p:xfrm>
          <a:off x="9046154" y="3412595"/>
          <a:ext cx="1898015" cy="129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7400">
                  <a:extLst>
                    <a:ext uri="{9D8B030D-6E8A-4147-A177-3AD203B41FA5}">
                      <a16:colId xmlns:a16="http://schemas.microsoft.com/office/drawing/2014/main" val="2854243258"/>
                    </a:ext>
                  </a:extLst>
                </a:gridCol>
                <a:gridCol w="1110615">
                  <a:extLst>
                    <a:ext uri="{9D8B030D-6E8A-4147-A177-3AD203B41FA5}">
                      <a16:colId xmlns:a16="http://schemas.microsoft.com/office/drawing/2014/main" val="32583691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type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COUNT(*)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0255556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Dog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8120930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Mouse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552416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Rabbit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637339003"/>
                  </a:ext>
                </a:extLst>
              </a:tr>
            </a:tbl>
          </a:graphicData>
        </a:graphic>
      </p:graphicFrame>
      <p:sp>
        <p:nvSpPr>
          <p:cNvPr id="26" name="Temp - Arrow">
            <a:extLst>
              <a:ext uri="{FF2B5EF4-FFF2-40B4-BE49-F238E27FC236}">
                <a16:creationId xmlns:a16="http://schemas.microsoft.com/office/drawing/2014/main" id="{0812AA0D-71D1-9B9D-4AED-E09E855A4185}"/>
              </a:ext>
            </a:extLst>
          </p:cNvPr>
          <p:cNvSpPr/>
          <p:nvPr/>
        </p:nvSpPr>
        <p:spPr>
          <a:xfrm>
            <a:off x="3318543" y="4748123"/>
            <a:ext cx="464567" cy="26403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Output - Arrow">
            <a:extLst>
              <a:ext uri="{FF2B5EF4-FFF2-40B4-BE49-F238E27FC236}">
                <a16:creationId xmlns:a16="http://schemas.microsoft.com/office/drawing/2014/main" id="{27833E17-04CE-E6AD-804B-EB51B8F41239}"/>
              </a:ext>
            </a:extLst>
          </p:cNvPr>
          <p:cNvSpPr/>
          <p:nvPr/>
        </p:nvSpPr>
        <p:spPr>
          <a:xfrm>
            <a:off x="8539574" y="3933356"/>
            <a:ext cx="464567" cy="26403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" name="Select - Arrow">
            <a:extLst>
              <a:ext uri="{FF2B5EF4-FFF2-40B4-BE49-F238E27FC236}">
                <a16:creationId xmlns:a16="http://schemas.microsoft.com/office/drawing/2014/main" id="{74743580-1BBD-44D1-9B4B-3FCD69A573CA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7622512" y="2820015"/>
            <a:ext cx="0" cy="531997"/>
          </a:xfrm>
          <a:prstGeom prst="straightConnector1">
            <a:avLst/>
          </a:prstGeom>
          <a:ln w="28575">
            <a:solidFill>
              <a:srgbClr val="FF000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6" name="Group - Table">
            <a:extLst>
              <a:ext uri="{FF2B5EF4-FFF2-40B4-BE49-F238E27FC236}">
                <a16:creationId xmlns:a16="http://schemas.microsoft.com/office/drawing/2014/main" id="{4F27B0EB-B143-43F2-BFD3-AEE124AF9F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6056317"/>
              </p:ext>
            </p:extLst>
          </p:nvPr>
        </p:nvGraphicFramePr>
        <p:xfrm>
          <a:off x="6432198" y="3415751"/>
          <a:ext cx="2042287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483">
                  <a:extLst>
                    <a:ext uri="{9D8B030D-6E8A-4147-A177-3AD203B41FA5}">
                      <a16:colId xmlns:a16="http://schemas.microsoft.com/office/drawing/2014/main" val="2854243258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3258369125"/>
                    </a:ext>
                  </a:extLst>
                </a:gridCol>
                <a:gridCol w="442404">
                  <a:extLst>
                    <a:ext uri="{9D8B030D-6E8A-4147-A177-3AD203B41FA5}">
                      <a16:colId xmlns:a16="http://schemas.microsoft.com/office/drawing/2014/main" val="4883553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name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type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age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0255556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Cindy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Dog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7595669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 err="1">
                          <a:solidFill>
                            <a:schemeClr val="tx1"/>
                          </a:solidFill>
                          <a:effectLst/>
                        </a:rPr>
                        <a:t>Bonzo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Dog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3009028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Minnie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Mouse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8120930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Mickey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Mouse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3325716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Roger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Rabbit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236664047"/>
                  </a:ext>
                </a:extLst>
              </a:tr>
            </a:tbl>
          </a:graphicData>
        </a:graphic>
      </p:graphicFrame>
      <p:sp>
        <p:nvSpPr>
          <p:cNvPr id="41" name="Group - Arrow">
            <a:extLst>
              <a:ext uri="{FF2B5EF4-FFF2-40B4-BE49-F238E27FC236}">
                <a16:creationId xmlns:a16="http://schemas.microsoft.com/office/drawing/2014/main" id="{FFFD03AB-D625-498E-9D39-B561473F8A17}"/>
              </a:ext>
            </a:extLst>
          </p:cNvPr>
          <p:cNvSpPr/>
          <p:nvPr/>
        </p:nvSpPr>
        <p:spPr>
          <a:xfrm>
            <a:off x="5918077" y="4748123"/>
            <a:ext cx="464567" cy="26403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Group - Dog">
            <a:extLst>
              <a:ext uri="{FF2B5EF4-FFF2-40B4-BE49-F238E27FC236}">
                <a16:creationId xmlns:a16="http://schemas.microsoft.com/office/drawing/2014/main" id="{BFC38AA1-E80C-489B-A065-69A3BEC2FC35}"/>
              </a:ext>
            </a:extLst>
          </p:cNvPr>
          <p:cNvSpPr/>
          <p:nvPr/>
        </p:nvSpPr>
        <p:spPr>
          <a:xfrm>
            <a:off x="6390814" y="3736726"/>
            <a:ext cx="2124000" cy="648000"/>
          </a:xfrm>
          <a:prstGeom prst="rect">
            <a:avLst/>
          </a:prstGeom>
          <a:noFill/>
          <a:ln w="2857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7" name="Group - Mouse">
            <a:extLst>
              <a:ext uri="{FF2B5EF4-FFF2-40B4-BE49-F238E27FC236}">
                <a16:creationId xmlns:a16="http://schemas.microsoft.com/office/drawing/2014/main" id="{BABA6689-7DBF-4BCE-87BB-7559475F170C}"/>
              </a:ext>
            </a:extLst>
          </p:cNvPr>
          <p:cNvSpPr/>
          <p:nvPr/>
        </p:nvSpPr>
        <p:spPr>
          <a:xfrm>
            <a:off x="6390817" y="4409827"/>
            <a:ext cx="2124000" cy="612000"/>
          </a:xfrm>
          <a:prstGeom prst="rect">
            <a:avLst/>
          </a:prstGeom>
          <a:noFill/>
          <a:ln w="28575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8" name="Group - Rabbit">
            <a:extLst>
              <a:ext uri="{FF2B5EF4-FFF2-40B4-BE49-F238E27FC236}">
                <a16:creationId xmlns:a16="http://schemas.microsoft.com/office/drawing/2014/main" id="{C3B965A4-596D-48CF-B623-7B982A3EAD7A}"/>
              </a:ext>
            </a:extLst>
          </p:cNvPr>
          <p:cNvSpPr/>
          <p:nvPr/>
        </p:nvSpPr>
        <p:spPr>
          <a:xfrm>
            <a:off x="6390818" y="5053291"/>
            <a:ext cx="2124000" cy="324000"/>
          </a:xfrm>
          <a:prstGeom prst="rect">
            <a:avLst/>
          </a:prstGeom>
          <a:noFill/>
          <a:ln w="2857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9" name="type - Column">
            <a:extLst>
              <a:ext uri="{FF2B5EF4-FFF2-40B4-BE49-F238E27FC236}">
                <a16:creationId xmlns:a16="http://schemas.microsoft.com/office/drawing/2014/main" id="{9CFD6623-90F9-8CA0-585A-959ADF79ADE1}"/>
              </a:ext>
            </a:extLst>
          </p:cNvPr>
          <p:cNvSpPr/>
          <p:nvPr/>
        </p:nvSpPr>
        <p:spPr>
          <a:xfrm>
            <a:off x="7226512" y="3352012"/>
            <a:ext cx="792000" cy="20886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Minnie - Row">
            <a:extLst>
              <a:ext uri="{FF2B5EF4-FFF2-40B4-BE49-F238E27FC236}">
                <a16:creationId xmlns:a16="http://schemas.microsoft.com/office/drawing/2014/main" id="{22183285-BE31-4A6B-9D42-D99695E6A45F}"/>
              </a:ext>
            </a:extLst>
          </p:cNvPr>
          <p:cNvSpPr/>
          <p:nvPr/>
        </p:nvSpPr>
        <p:spPr>
          <a:xfrm>
            <a:off x="3794077" y="5034420"/>
            <a:ext cx="2124000" cy="312791"/>
          </a:xfrm>
          <a:prstGeom prst="rect">
            <a:avLst/>
          </a:prstGeom>
          <a:noFill/>
          <a:ln w="28575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" name="Minnie - Purple">
            <a:extLst>
              <a:ext uri="{FF2B5EF4-FFF2-40B4-BE49-F238E27FC236}">
                <a16:creationId xmlns:a16="http://schemas.microsoft.com/office/drawing/2014/main" id="{2DCC5A50-1613-401C-8B96-ACAB5F94810D}"/>
              </a:ext>
            </a:extLst>
          </p:cNvPr>
          <p:cNvSpPr/>
          <p:nvPr/>
        </p:nvSpPr>
        <p:spPr>
          <a:xfrm>
            <a:off x="5440271" y="5030327"/>
            <a:ext cx="432901" cy="312791"/>
          </a:xfrm>
          <a:prstGeom prst="rect">
            <a:avLst/>
          </a:prstGeom>
          <a:solidFill>
            <a:srgbClr val="FF00FF">
              <a:alpha val="2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Cindy - Row">
            <a:extLst>
              <a:ext uri="{FF2B5EF4-FFF2-40B4-BE49-F238E27FC236}">
                <a16:creationId xmlns:a16="http://schemas.microsoft.com/office/drawing/2014/main" id="{5298AA5D-FC31-4352-980F-7D95697682B5}"/>
              </a:ext>
            </a:extLst>
          </p:cNvPr>
          <p:cNvSpPr/>
          <p:nvPr/>
        </p:nvSpPr>
        <p:spPr>
          <a:xfrm>
            <a:off x="3791880" y="4062404"/>
            <a:ext cx="2124000" cy="312791"/>
          </a:xfrm>
          <a:prstGeom prst="rect">
            <a:avLst/>
          </a:prstGeom>
          <a:noFill/>
          <a:ln w="28575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Cindy - Purple">
            <a:extLst>
              <a:ext uri="{FF2B5EF4-FFF2-40B4-BE49-F238E27FC236}">
                <a16:creationId xmlns:a16="http://schemas.microsoft.com/office/drawing/2014/main" id="{C876FE33-042F-49D1-82EA-405FE3A9841A}"/>
              </a:ext>
            </a:extLst>
          </p:cNvPr>
          <p:cNvSpPr/>
          <p:nvPr/>
        </p:nvSpPr>
        <p:spPr>
          <a:xfrm>
            <a:off x="5438074" y="4058311"/>
            <a:ext cx="432901" cy="312791"/>
          </a:xfrm>
          <a:prstGeom prst="rect">
            <a:avLst/>
          </a:prstGeom>
          <a:solidFill>
            <a:srgbClr val="FF00FF">
              <a:alpha val="2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Roger - Row">
            <a:extLst>
              <a:ext uri="{FF2B5EF4-FFF2-40B4-BE49-F238E27FC236}">
                <a16:creationId xmlns:a16="http://schemas.microsoft.com/office/drawing/2014/main" id="{AF4F5B4A-5119-461B-A730-C2CFC05AD5F2}"/>
              </a:ext>
            </a:extLst>
          </p:cNvPr>
          <p:cNvSpPr/>
          <p:nvPr/>
        </p:nvSpPr>
        <p:spPr>
          <a:xfrm>
            <a:off x="3795055" y="6010699"/>
            <a:ext cx="2124000" cy="312791"/>
          </a:xfrm>
          <a:prstGeom prst="rect">
            <a:avLst/>
          </a:prstGeom>
          <a:noFill/>
          <a:ln w="28575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Roger - Purple">
            <a:extLst>
              <a:ext uri="{FF2B5EF4-FFF2-40B4-BE49-F238E27FC236}">
                <a16:creationId xmlns:a16="http://schemas.microsoft.com/office/drawing/2014/main" id="{27C6C047-109C-467B-AB6F-03A4260007C7}"/>
              </a:ext>
            </a:extLst>
          </p:cNvPr>
          <p:cNvSpPr/>
          <p:nvPr/>
        </p:nvSpPr>
        <p:spPr>
          <a:xfrm>
            <a:off x="5441249" y="6006606"/>
            <a:ext cx="432901" cy="312791"/>
          </a:xfrm>
          <a:prstGeom prst="rect">
            <a:avLst/>
          </a:prstGeom>
          <a:solidFill>
            <a:srgbClr val="FF00FF">
              <a:alpha val="2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Mickey - Row">
            <a:extLst>
              <a:ext uri="{FF2B5EF4-FFF2-40B4-BE49-F238E27FC236}">
                <a16:creationId xmlns:a16="http://schemas.microsoft.com/office/drawing/2014/main" id="{598695F8-35C9-451B-9533-C0CC8FD292AA}"/>
              </a:ext>
            </a:extLst>
          </p:cNvPr>
          <p:cNvSpPr/>
          <p:nvPr/>
        </p:nvSpPr>
        <p:spPr>
          <a:xfrm>
            <a:off x="3792733" y="4695576"/>
            <a:ext cx="2124000" cy="312791"/>
          </a:xfrm>
          <a:prstGeom prst="rect">
            <a:avLst/>
          </a:prstGeom>
          <a:noFill/>
          <a:ln w="28575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Mickey - Purple">
            <a:extLst>
              <a:ext uri="{FF2B5EF4-FFF2-40B4-BE49-F238E27FC236}">
                <a16:creationId xmlns:a16="http://schemas.microsoft.com/office/drawing/2014/main" id="{E3CEE837-8FB8-457D-AFCE-B6E66C733969}"/>
              </a:ext>
            </a:extLst>
          </p:cNvPr>
          <p:cNvSpPr/>
          <p:nvPr/>
        </p:nvSpPr>
        <p:spPr>
          <a:xfrm>
            <a:off x="5438927" y="4691483"/>
            <a:ext cx="432901" cy="312791"/>
          </a:xfrm>
          <a:prstGeom prst="rect">
            <a:avLst/>
          </a:prstGeom>
          <a:solidFill>
            <a:srgbClr val="FF00FF">
              <a:alpha val="2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Bonzo - Row">
            <a:extLst>
              <a:ext uri="{FF2B5EF4-FFF2-40B4-BE49-F238E27FC236}">
                <a16:creationId xmlns:a16="http://schemas.microsoft.com/office/drawing/2014/main" id="{4EB6B2D9-23CF-433D-B07E-A73EABDFD6CD}"/>
              </a:ext>
            </a:extLst>
          </p:cNvPr>
          <p:cNvSpPr/>
          <p:nvPr/>
        </p:nvSpPr>
        <p:spPr>
          <a:xfrm>
            <a:off x="3783110" y="5689552"/>
            <a:ext cx="2124000" cy="312791"/>
          </a:xfrm>
          <a:prstGeom prst="rect">
            <a:avLst/>
          </a:prstGeom>
          <a:noFill/>
          <a:ln w="28575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Bonzo - Purple">
            <a:extLst>
              <a:ext uri="{FF2B5EF4-FFF2-40B4-BE49-F238E27FC236}">
                <a16:creationId xmlns:a16="http://schemas.microsoft.com/office/drawing/2014/main" id="{81AAEF91-8D6C-41AE-9495-8BB163EF2292}"/>
              </a:ext>
            </a:extLst>
          </p:cNvPr>
          <p:cNvSpPr/>
          <p:nvPr/>
        </p:nvSpPr>
        <p:spPr>
          <a:xfrm>
            <a:off x="5429304" y="5685459"/>
            <a:ext cx="432901" cy="312791"/>
          </a:xfrm>
          <a:prstGeom prst="rect">
            <a:avLst/>
          </a:prstGeom>
          <a:solidFill>
            <a:srgbClr val="FF00FF">
              <a:alpha val="2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78518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an Alias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2251"/>
            <a:ext cx="105156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SELECT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lastName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AS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Surname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Pupil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WHERE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lastName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"Smith"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GROUP BY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lastName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ORDER BY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Surname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DESC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636D3F-B98F-4A74-A179-B13D59F6CE76}"/>
              </a:ext>
            </a:extLst>
          </p:cNvPr>
          <p:cNvSpPr txBox="1"/>
          <p:nvPr/>
        </p:nvSpPr>
        <p:spPr>
          <a:xfrm>
            <a:off x="8966200" y="1964266"/>
            <a:ext cx="150310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Use here</a:t>
            </a:r>
            <a:endParaRPr lang="en-GB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84388A-F5B3-4B2D-9012-782E05560C30}"/>
              </a:ext>
            </a:extLst>
          </p:cNvPr>
          <p:cNvSpPr txBox="1"/>
          <p:nvPr/>
        </p:nvSpPr>
        <p:spPr>
          <a:xfrm>
            <a:off x="8966200" y="3132666"/>
            <a:ext cx="25530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Do not use here</a:t>
            </a:r>
            <a:endParaRPr lang="en-GB" sz="28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CEAE9F-3E25-453E-AC0E-71F0ECF82B6E}"/>
              </a:ext>
            </a:extLst>
          </p:cNvPr>
          <p:cNvSpPr txBox="1"/>
          <p:nvPr/>
        </p:nvSpPr>
        <p:spPr>
          <a:xfrm>
            <a:off x="8966200" y="3748361"/>
            <a:ext cx="25530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Do not use here</a:t>
            </a:r>
            <a:endParaRPr lang="en-GB" sz="2800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92C0D3-09E1-4FBE-ABF9-D41B303F499C}"/>
              </a:ext>
            </a:extLst>
          </p:cNvPr>
          <p:cNvSpPr txBox="1"/>
          <p:nvPr/>
        </p:nvSpPr>
        <p:spPr>
          <a:xfrm>
            <a:off x="8966200" y="4381925"/>
            <a:ext cx="150310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Use here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227231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/>
      <p:bldP spid="8" grpId="0"/>
      <p:bldP spid="9" grpId="0"/>
      <p:bldP spid="10" grpId="0"/>
      <p:bldP spid="1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an Alias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2251"/>
            <a:ext cx="105156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SELECT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lastName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AS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Surname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Pupil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WHERE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lastName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"Smith"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GROUP BY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Surname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ORDER BY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Surname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DESC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60640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99C3A-A6F0-6A47-0FA8-325C285BA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GROUP BY – Example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01BDBD7-AA23-4AC9-94B1-A7B6B7AC14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2072039"/>
              </p:ext>
            </p:extLst>
          </p:nvPr>
        </p:nvGraphicFramePr>
        <p:xfrm>
          <a:off x="838200" y="2875212"/>
          <a:ext cx="4898518" cy="3813810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739331">
                  <a:extLst>
                    <a:ext uri="{9D8B030D-6E8A-4147-A177-3AD203B41FA5}">
                      <a16:colId xmlns:a16="http://schemas.microsoft.com/office/drawing/2014/main" val="866038445"/>
                    </a:ext>
                  </a:extLst>
                </a:gridCol>
                <a:gridCol w="1075436">
                  <a:extLst>
                    <a:ext uri="{9D8B030D-6E8A-4147-A177-3AD203B41FA5}">
                      <a16:colId xmlns:a16="http://schemas.microsoft.com/office/drawing/2014/main" val="2736949927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3964339028"/>
                    </a:ext>
                  </a:extLst>
                </a:gridCol>
                <a:gridCol w="782638">
                  <a:extLst>
                    <a:ext uri="{9D8B030D-6E8A-4147-A177-3AD203B41FA5}">
                      <a16:colId xmlns:a16="http://schemas.microsoft.com/office/drawing/2014/main" val="2763166923"/>
                    </a:ext>
                  </a:extLst>
                </a:gridCol>
                <a:gridCol w="904113">
                  <a:extLst>
                    <a:ext uri="{9D8B030D-6E8A-4147-A177-3AD203B41FA5}">
                      <a16:colId xmlns:a16="http://schemas.microsoft.com/office/drawing/2014/main" val="1958612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rgbClr val="F0F0F0"/>
                          </a:solidFill>
                          <a:effectLst/>
                          <a:latin typeface="+mn-lt"/>
                        </a:rPr>
                        <a:t>laptop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rgbClr val="F0F0F0"/>
                          </a:solidFill>
                          <a:effectLst/>
                          <a:latin typeface="+mn-lt"/>
                        </a:rPr>
                        <a:t>make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rgbClr val="F0F0F0"/>
                          </a:solidFill>
                          <a:effectLst/>
                          <a:latin typeface="+mn-lt"/>
                        </a:rPr>
                        <a:t>model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rgbClr val="F0F0F0"/>
                          </a:solidFill>
                          <a:effectLst/>
                          <a:latin typeface="+mn-lt"/>
                        </a:rPr>
                        <a:t>value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rgbClr val="F0F0F0"/>
                          </a:solidFill>
                          <a:effectLst/>
                          <a:latin typeface="+mn-lt"/>
                        </a:rPr>
                        <a:t>working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934391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HP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Spectre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1700.0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0630738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Dell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Latitude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800.0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32141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Microsoft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Surface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1850.0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FALSE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63531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4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Dell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Inspiron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350.0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FALSE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8806124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5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Microsoft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Surface Pro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1850.0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531399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6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Apple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MacBook Air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1300.0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637238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7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HP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Envy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1200.0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357449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Microsoft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Surface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1850.0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9119988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Microsoft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Surface Pro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1400.0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067075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Dell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Inspiron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450.0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0826292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Dell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Latitude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1350.0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FALSE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916729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Microsoft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Surface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1350.0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FALSE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27676196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E5870479-DC4B-89DD-6014-9CC89A52ED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497781"/>
            <a:ext cx="3097323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make, COUNT(*)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2 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Laptop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GROUP BY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make;</a:t>
            </a:r>
            <a:endParaRPr lang="en-US" altLang="en-US" dirty="0">
              <a:latin typeface="Consolas" panose="020B0609020204030204" pitchFamily="49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2CD0D12-F55D-2CC8-C1DB-E06546BBAC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5448175"/>
              </p:ext>
            </p:extLst>
          </p:nvPr>
        </p:nvGraphicFramePr>
        <p:xfrm>
          <a:off x="6455282" y="2875212"/>
          <a:ext cx="4898518" cy="3813810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739331">
                  <a:extLst>
                    <a:ext uri="{9D8B030D-6E8A-4147-A177-3AD203B41FA5}">
                      <a16:colId xmlns:a16="http://schemas.microsoft.com/office/drawing/2014/main" val="866038445"/>
                    </a:ext>
                  </a:extLst>
                </a:gridCol>
                <a:gridCol w="1075436">
                  <a:extLst>
                    <a:ext uri="{9D8B030D-6E8A-4147-A177-3AD203B41FA5}">
                      <a16:colId xmlns:a16="http://schemas.microsoft.com/office/drawing/2014/main" val="2736949927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3964339028"/>
                    </a:ext>
                  </a:extLst>
                </a:gridCol>
                <a:gridCol w="782638">
                  <a:extLst>
                    <a:ext uri="{9D8B030D-6E8A-4147-A177-3AD203B41FA5}">
                      <a16:colId xmlns:a16="http://schemas.microsoft.com/office/drawing/2014/main" val="2763166923"/>
                    </a:ext>
                  </a:extLst>
                </a:gridCol>
                <a:gridCol w="904113">
                  <a:extLst>
                    <a:ext uri="{9D8B030D-6E8A-4147-A177-3AD203B41FA5}">
                      <a16:colId xmlns:a16="http://schemas.microsoft.com/office/drawing/2014/main" val="1958612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rgbClr val="F0F0F0"/>
                          </a:solidFill>
                          <a:effectLst/>
                          <a:latin typeface="+mn-lt"/>
                        </a:rPr>
                        <a:t>laptop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rgbClr val="F0F0F0"/>
                          </a:solidFill>
                          <a:effectLst/>
                          <a:latin typeface="+mn-lt"/>
                        </a:rPr>
                        <a:t>make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rgbClr val="F0F0F0"/>
                          </a:solidFill>
                          <a:effectLst/>
                          <a:latin typeface="+mn-lt"/>
                        </a:rPr>
                        <a:t>model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rgbClr val="F0F0F0"/>
                          </a:solidFill>
                          <a:effectLst/>
                          <a:latin typeface="+mn-lt"/>
                        </a:rPr>
                        <a:t>value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rgbClr val="F0F0F0"/>
                          </a:solidFill>
                          <a:effectLst/>
                          <a:latin typeface="+mn-lt"/>
                        </a:rPr>
                        <a:t>working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934391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6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Apple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MacBook Air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1300.0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637238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Dell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Latitude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800.0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3046471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4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Dell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Inspiron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450.0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FALSE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9967798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Dell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Inspiron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450.0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2598393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Dell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Latitude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1350.0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FALSE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3857996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HP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Spectre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1700.0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6172160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7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HP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Envy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1200.0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47840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Microsoft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Surface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1850.0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FALSE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2828356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5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Microsoft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Surface Pro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1850.0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9589978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Microsoft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Surface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1850.0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2748769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Microsoft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Surface Pro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1400.0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636668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Microsoft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Surface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1350.0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FALSE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20819608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6A000952-B354-22AB-5E3C-40BD9EFC1768}"/>
              </a:ext>
            </a:extLst>
          </p:cNvPr>
          <p:cNvSpPr txBox="1"/>
          <p:nvPr/>
        </p:nvSpPr>
        <p:spPr>
          <a:xfrm>
            <a:off x="781122" y="2536987"/>
            <a:ext cx="1771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Table: Laptop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F49693-EDF0-BFD8-9E36-1EE54837DB7F}"/>
              </a:ext>
            </a:extLst>
          </p:cNvPr>
          <p:cNvSpPr/>
          <p:nvPr/>
        </p:nvSpPr>
        <p:spPr>
          <a:xfrm>
            <a:off x="6384162" y="3154680"/>
            <a:ext cx="5040000" cy="2988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5EF893-4D00-17E8-E2F6-14708A1FB533}"/>
              </a:ext>
            </a:extLst>
          </p:cNvPr>
          <p:cNvSpPr/>
          <p:nvPr/>
        </p:nvSpPr>
        <p:spPr>
          <a:xfrm>
            <a:off x="6384162" y="3474788"/>
            <a:ext cx="5040000" cy="1128642"/>
          </a:xfrm>
          <a:prstGeom prst="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1D59B1-C794-964C-1718-12EA778DEE39}"/>
              </a:ext>
            </a:extLst>
          </p:cNvPr>
          <p:cNvSpPr/>
          <p:nvPr/>
        </p:nvSpPr>
        <p:spPr>
          <a:xfrm>
            <a:off x="6384162" y="4623750"/>
            <a:ext cx="5040000" cy="57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3F86E8-E916-562E-D4E1-A2CABAEFE58B}"/>
              </a:ext>
            </a:extLst>
          </p:cNvPr>
          <p:cNvSpPr/>
          <p:nvPr/>
        </p:nvSpPr>
        <p:spPr>
          <a:xfrm>
            <a:off x="6384162" y="5222240"/>
            <a:ext cx="5040000" cy="1476000"/>
          </a:xfrm>
          <a:prstGeom prst="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ight Arrow 9">
            <a:extLst>
              <a:ext uri="{FF2B5EF4-FFF2-40B4-BE49-F238E27FC236}">
                <a16:creationId xmlns:a16="http://schemas.microsoft.com/office/drawing/2014/main" id="{64FF9BBB-E6BC-7BCD-BC80-7611848F5C74}"/>
              </a:ext>
            </a:extLst>
          </p:cNvPr>
          <p:cNvSpPr/>
          <p:nvPr/>
        </p:nvSpPr>
        <p:spPr>
          <a:xfrm>
            <a:off x="5863716" y="4650097"/>
            <a:ext cx="464567" cy="26403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CDEF5F-2C8F-7C27-5298-FE52DB4AAD40}"/>
              </a:ext>
            </a:extLst>
          </p:cNvPr>
          <p:cNvSpPr/>
          <p:nvPr/>
        </p:nvSpPr>
        <p:spPr>
          <a:xfrm>
            <a:off x="7098454" y="2796153"/>
            <a:ext cx="1100666" cy="3971925"/>
          </a:xfrm>
          <a:prstGeom prst="rect">
            <a:avLst/>
          </a:prstGeom>
          <a:noFill/>
          <a:ln w="28575">
            <a:solidFill>
              <a:srgbClr val="7030A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EC0439F8-64CE-A07F-D4D9-C1A3452994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508825"/>
              </p:ext>
            </p:extLst>
          </p:nvPr>
        </p:nvGraphicFramePr>
        <p:xfrm>
          <a:off x="9103360" y="650454"/>
          <a:ext cx="2250440" cy="1619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5436">
                  <a:extLst>
                    <a:ext uri="{9D8B030D-6E8A-4147-A177-3AD203B41FA5}">
                      <a16:colId xmlns:a16="http://schemas.microsoft.com/office/drawing/2014/main" val="1685519844"/>
                    </a:ext>
                  </a:extLst>
                </a:gridCol>
                <a:gridCol w="1175004">
                  <a:extLst>
                    <a:ext uri="{9D8B030D-6E8A-4147-A177-3AD203B41FA5}">
                      <a16:colId xmlns:a16="http://schemas.microsoft.com/office/drawing/2014/main" val="40030513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rgbClr val="F0F0F0"/>
                          </a:solidFill>
                          <a:effectLst/>
                          <a:latin typeface="+mn-lt"/>
                        </a:rPr>
                        <a:t>make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2000" b="0" i="0" dirty="0">
                          <a:solidFill>
                            <a:srgbClr val="F0F0F0"/>
                          </a:solidFill>
                          <a:effectLst/>
                          <a:latin typeface="+mn-lt"/>
                        </a:rPr>
                        <a:t>COUNT(*)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058306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Apple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3316194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Dell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20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271403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HP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5457168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Microsoft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20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578011961"/>
                  </a:ext>
                </a:extLst>
              </a:tr>
            </a:tbl>
          </a:graphicData>
        </a:graphic>
      </p:graphicFrame>
      <p:sp>
        <p:nvSpPr>
          <p:cNvPr id="16" name="Right Arrow 9">
            <a:extLst>
              <a:ext uri="{FF2B5EF4-FFF2-40B4-BE49-F238E27FC236}">
                <a16:creationId xmlns:a16="http://schemas.microsoft.com/office/drawing/2014/main" id="{1BECEBE5-599B-7661-BE97-C0ED003726F3}"/>
              </a:ext>
            </a:extLst>
          </p:cNvPr>
          <p:cNvSpPr/>
          <p:nvPr/>
        </p:nvSpPr>
        <p:spPr>
          <a:xfrm rot="16200000">
            <a:off x="10066658" y="2416948"/>
            <a:ext cx="464567" cy="26403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0594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4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4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60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000"/>
                            </p:stCondLst>
                            <p:childTnLst>
                              <p:par>
                                <p:cTn id="5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99C3A-A6F0-6A47-0FA8-325C285BA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GROUP BY – Example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01BDBD7-AA23-4AC9-94B1-A7B6B7AC14B5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875212"/>
          <a:ext cx="4898518" cy="3813810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739331">
                  <a:extLst>
                    <a:ext uri="{9D8B030D-6E8A-4147-A177-3AD203B41FA5}">
                      <a16:colId xmlns:a16="http://schemas.microsoft.com/office/drawing/2014/main" val="866038445"/>
                    </a:ext>
                  </a:extLst>
                </a:gridCol>
                <a:gridCol w="1075436">
                  <a:extLst>
                    <a:ext uri="{9D8B030D-6E8A-4147-A177-3AD203B41FA5}">
                      <a16:colId xmlns:a16="http://schemas.microsoft.com/office/drawing/2014/main" val="2736949927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3964339028"/>
                    </a:ext>
                  </a:extLst>
                </a:gridCol>
                <a:gridCol w="782638">
                  <a:extLst>
                    <a:ext uri="{9D8B030D-6E8A-4147-A177-3AD203B41FA5}">
                      <a16:colId xmlns:a16="http://schemas.microsoft.com/office/drawing/2014/main" val="2763166923"/>
                    </a:ext>
                  </a:extLst>
                </a:gridCol>
                <a:gridCol w="904113">
                  <a:extLst>
                    <a:ext uri="{9D8B030D-6E8A-4147-A177-3AD203B41FA5}">
                      <a16:colId xmlns:a16="http://schemas.microsoft.com/office/drawing/2014/main" val="1958612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rgbClr val="F0F0F0"/>
                          </a:solidFill>
                          <a:effectLst/>
                          <a:latin typeface="+mn-lt"/>
                        </a:rPr>
                        <a:t>laptop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rgbClr val="F0F0F0"/>
                          </a:solidFill>
                          <a:effectLst/>
                          <a:latin typeface="+mn-lt"/>
                        </a:rPr>
                        <a:t>make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rgbClr val="F0F0F0"/>
                          </a:solidFill>
                          <a:effectLst/>
                          <a:latin typeface="+mn-lt"/>
                        </a:rPr>
                        <a:t>model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rgbClr val="F0F0F0"/>
                          </a:solidFill>
                          <a:effectLst/>
                          <a:latin typeface="+mn-lt"/>
                        </a:rPr>
                        <a:t>value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rgbClr val="F0F0F0"/>
                          </a:solidFill>
                          <a:effectLst/>
                          <a:latin typeface="+mn-lt"/>
                        </a:rPr>
                        <a:t>working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934391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HP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Spectre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1700.0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0630738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Dell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Latitude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800.0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32141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Microsoft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Surface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1850.0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FALSE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63531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4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Dell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Inspiron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350.0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FALSE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8806124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5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Microsoft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Surface Pro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1850.0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531399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6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Apple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MacBook Air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1300.0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637238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7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HP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Envy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1200.0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357449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Microsoft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Surface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1850.0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9119988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Microsoft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Surface Pro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1400.0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067075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Dell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Inspiron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450.0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0826292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Dell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Latitude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1350.0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FALSE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916729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Microsoft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Surface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1350.0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FALSE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27676196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E5870479-DC4B-89DD-6014-9CC89A52ED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497781"/>
            <a:ext cx="3097323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make, COUNT(*)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2 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Laptop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GROUP BY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make;</a:t>
            </a:r>
            <a:endParaRPr lang="en-US" altLang="en-US" dirty="0">
              <a:latin typeface="Consolas" panose="020B0609020204030204" pitchFamily="49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2CD0D12-F55D-2CC8-C1DB-E06546BBAC38}"/>
              </a:ext>
            </a:extLst>
          </p:cNvPr>
          <p:cNvGraphicFramePr>
            <a:graphicFrameLocks noGrp="1"/>
          </p:cNvGraphicFramePr>
          <p:nvPr/>
        </p:nvGraphicFramePr>
        <p:xfrm>
          <a:off x="6455282" y="2875212"/>
          <a:ext cx="4898518" cy="3813810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739331">
                  <a:extLst>
                    <a:ext uri="{9D8B030D-6E8A-4147-A177-3AD203B41FA5}">
                      <a16:colId xmlns:a16="http://schemas.microsoft.com/office/drawing/2014/main" val="866038445"/>
                    </a:ext>
                  </a:extLst>
                </a:gridCol>
                <a:gridCol w="1075436">
                  <a:extLst>
                    <a:ext uri="{9D8B030D-6E8A-4147-A177-3AD203B41FA5}">
                      <a16:colId xmlns:a16="http://schemas.microsoft.com/office/drawing/2014/main" val="2736949927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3964339028"/>
                    </a:ext>
                  </a:extLst>
                </a:gridCol>
                <a:gridCol w="782638">
                  <a:extLst>
                    <a:ext uri="{9D8B030D-6E8A-4147-A177-3AD203B41FA5}">
                      <a16:colId xmlns:a16="http://schemas.microsoft.com/office/drawing/2014/main" val="2763166923"/>
                    </a:ext>
                  </a:extLst>
                </a:gridCol>
                <a:gridCol w="904113">
                  <a:extLst>
                    <a:ext uri="{9D8B030D-6E8A-4147-A177-3AD203B41FA5}">
                      <a16:colId xmlns:a16="http://schemas.microsoft.com/office/drawing/2014/main" val="1958612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rgbClr val="F0F0F0"/>
                          </a:solidFill>
                          <a:effectLst/>
                          <a:latin typeface="+mn-lt"/>
                        </a:rPr>
                        <a:t>laptop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rgbClr val="F0F0F0"/>
                          </a:solidFill>
                          <a:effectLst/>
                          <a:latin typeface="+mn-lt"/>
                        </a:rPr>
                        <a:t>make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rgbClr val="F0F0F0"/>
                          </a:solidFill>
                          <a:effectLst/>
                          <a:latin typeface="+mn-lt"/>
                        </a:rPr>
                        <a:t>model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rgbClr val="F0F0F0"/>
                          </a:solidFill>
                          <a:effectLst/>
                          <a:latin typeface="+mn-lt"/>
                        </a:rPr>
                        <a:t>value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rgbClr val="F0F0F0"/>
                          </a:solidFill>
                          <a:effectLst/>
                          <a:latin typeface="+mn-lt"/>
                        </a:rPr>
                        <a:t>working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934391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6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Apple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MacBook Air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1300.0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637238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Dell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Latitude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800.0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3046471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4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Dell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Inspiron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450.0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FALSE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9967798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Dell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Inspiron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450.0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2598393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Dell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Latitude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1350.0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FALSE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3857996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HP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Spectre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1700.0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6172160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7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HP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Envy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1200.0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47840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Microsoft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Surface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1850.0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FALSE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2828356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5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Microsoft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Surface Pro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1850.0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9589978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Microsoft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Surface</a:t>
                      </a:r>
                      <a:endParaRPr lang="en-GB" sz="18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1850.0</a:t>
                      </a:r>
                      <a:endParaRPr lang="en-GB" sz="18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2748769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Microsoft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Surface Pro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1400.0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636668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Microsoft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Surface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1350.0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FALSE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20819608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6A000952-B354-22AB-5E3C-40BD9EFC1768}"/>
              </a:ext>
            </a:extLst>
          </p:cNvPr>
          <p:cNvSpPr txBox="1"/>
          <p:nvPr/>
        </p:nvSpPr>
        <p:spPr>
          <a:xfrm>
            <a:off x="781122" y="2536987"/>
            <a:ext cx="1771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Table: Laptop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EA824408-8548-D9FA-9D6C-AF268D0875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7749798"/>
              </p:ext>
            </p:extLst>
          </p:nvPr>
        </p:nvGraphicFramePr>
        <p:xfrm>
          <a:off x="9103360" y="650454"/>
          <a:ext cx="2250440" cy="1619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5436">
                  <a:extLst>
                    <a:ext uri="{9D8B030D-6E8A-4147-A177-3AD203B41FA5}">
                      <a16:colId xmlns:a16="http://schemas.microsoft.com/office/drawing/2014/main" val="1685519844"/>
                    </a:ext>
                  </a:extLst>
                </a:gridCol>
                <a:gridCol w="1175004">
                  <a:extLst>
                    <a:ext uri="{9D8B030D-6E8A-4147-A177-3AD203B41FA5}">
                      <a16:colId xmlns:a16="http://schemas.microsoft.com/office/drawing/2014/main" val="40030513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i="0" dirty="0">
                          <a:solidFill>
                            <a:srgbClr val="F0F0F0"/>
                          </a:solidFill>
                          <a:effectLst/>
                          <a:latin typeface="+mn-lt"/>
                        </a:rPr>
                        <a:t>make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2000" b="0" i="0" dirty="0">
                          <a:solidFill>
                            <a:srgbClr val="F0F0F0"/>
                          </a:solidFill>
                          <a:effectLst/>
                          <a:latin typeface="+mn-lt"/>
                        </a:rPr>
                        <a:t>COUNT(*)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058306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Apple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r"/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3316194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Dell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r"/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271403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HP</a:t>
                      </a:r>
                      <a:endParaRPr lang="en-GB" sz="20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r"/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5457168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sz="20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Microsoft</a:t>
                      </a:r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r"/>
                      <a:endParaRPr lang="en-GB" sz="20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5780119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90837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exemplify an entity-occurrence diagram</a:t>
            </a:r>
          </a:p>
        </p:txBody>
      </p:sp>
    </p:spTree>
    <p:extLst>
      <p:ext uri="{BB962C8B-B14F-4D97-AF65-F5344CB8AC3E}">
        <p14:creationId xmlns:p14="http://schemas.microsoft.com/office/powerpoint/2010/main" val="28081499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C48AE-DF0B-4A3E-8111-6A6971FAB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Entity-Occurrence Diagram (1)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D364723-E5A1-4357-8595-04A23EBF0B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0174320"/>
              </p:ext>
            </p:extLst>
          </p:nvPr>
        </p:nvGraphicFramePr>
        <p:xfrm>
          <a:off x="843708" y="1996073"/>
          <a:ext cx="3395155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0155">
                  <a:extLst>
                    <a:ext uri="{9D8B030D-6E8A-4147-A177-3AD203B41FA5}">
                      <a16:colId xmlns:a16="http://schemas.microsoft.com/office/drawing/2014/main" val="1459550812"/>
                    </a:ext>
                  </a:extLst>
                </a:gridCol>
                <a:gridCol w="2155000">
                  <a:extLst>
                    <a:ext uri="{9D8B030D-6E8A-4147-A177-3AD203B41FA5}">
                      <a16:colId xmlns:a16="http://schemas.microsoft.com/office/drawing/2014/main" val="17289446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School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Headteacher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71043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IC42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92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74734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IC57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84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3725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IC23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88509373"/>
                  </a:ext>
                </a:extLst>
              </a:tr>
            </a:tbl>
          </a:graphicData>
        </a:graphic>
      </p:graphicFrame>
      <p:grpSp>
        <p:nvGrpSpPr>
          <p:cNvPr id="9" name="Group 8">
            <a:extLst>
              <a:ext uri="{FF2B5EF4-FFF2-40B4-BE49-F238E27FC236}">
                <a16:creationId xmlns:a16="http://schemas.microsoft.com/office/drawing/2014/main" id="{C35AF0A5-621C-4CF8-B38F-99F06F6343E8}"/>
              </a:ext>
            </a:extLst>
          </p:cNvPr>
          <p:cNvGrpSpPr/>
          <p:nvPr/>
        </p:nvGrpSpPr>
        <p:grpSpPr>
          <a:xfrm>
            <a:off x="5075103" y="2255050"/>
            <a:ext cx="2041793" cy="3497774"/>
            <a:chOff x="5075103" y="2255050"/>
            <a:chExt cx="2041793" cy="3497774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5577C27-51B9-4F55-BFA2-DF0566949856}"/>
                </a:ext>
              </a:extLst>
            </p:cNvPr>
            <p:cNvSpPr/>
            <p:nvPr/>
          </p:nvSpPr>
          <p:spPr>
            <a:xfrm>
              <a:off x="5075103" y="2778270"/>
              <a:ext cx="2041793" cy="2974554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dirty="0">
                  <a:solidFill>
                    <a:schemeClr val="tx1"/>
                  </a:solidFill>
                </a:rPr>
                <a:t>IC23</a:t>
              </a:r>
            </a:p>
            <a:p>
              <a:pPr algn="ctr"/>
              <a:endParaRPr lang="en-GB" sz="2800" dirty="0">
                <a:solidFill>
                  <a:schemeClr val="tx1"/>
                </a:solidFill>
              </a:endParaRPr>
            </a:p>
            <a:p>
              <a:pPr algn="ctr"/>
              <a:r>
                <a:rPr lang="en-GB" sz="2800" dirty="0">
                  <a:solidFill>
                    <a:schemeClr val="tx1"/>
                  </a:solidFill>
                </a:rPr>
                <a:t>IC42</a:t>
              </a:r>
            </a:p>
            <a:p>
              <a:pPr algn="ctr"/>
              <a:endParaRPr lang="en-GB" sz="2800" dirty="0">
                <a:solidFill>
                  <a:schemeClr val="tx1"/>
                </a:solidFill>
              </a:endParaRPr>
            </a:p>
            <a:p>
              <a:pPr algn="ctr"/>
              <a:r>
                <a:rPr lang="en-GB" sz="2800" dirty="0">
                  <a:solidFill>
                    <a:schemeClr val="tx1"/>
                  </a:solidFill>
                </a:rPr>
                <a:t>IC57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3D9B717-8D10-4C1A-B8C3-2DDC0A4F4D6A}"/>
                </a:ext>
              </a:extLst>
            </p:cNvPr>
            <p:cNvSpPr txBox="1"/>
            <p:nvPr/>
          </p:nvSpPr>
          <p:spPr>
            <a:xfrm>
              <a:off x="5520360" y="2255050"/>
              <a:ext cx="115127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/>
                <a:t>School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A5D8E01-FB30-4902-B8E8-AB6B49C05DB7}"/>
              </a:ext>
            </a:extLst>
          </p:cNvPr>
          <p:cNvGrpSpPr/>
          <p:nvPr/>
        </p:nvGrpSpPr>
        <p:grpSpPr>
          <a:xfrm>
            <a:off x="9053301" y="2255050"/>
            <a:ext cx="2057936" cy="3497774"/>
            <a:chOff x="9053301" y="2255050"/>
            <a:chExt cx="2057936" cy="3497774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F5F57839-3C91-41D4-891E-F2668C4F76FF}"/>
                </a:ext>
              </a:extLst>
            </p:cNvPr>
            <p:cNvSpPr/>
            <p:nvPr/>
          </p:nvSpPr>
          <p:spPr>
            <a:xfrm>
              <a:off x="9061373" y="2778270"/>
              <a:ext cx="2041793" cy="2974554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dirty="0">
                  <a:solidFill>
                    <a:schemeClr val="tx1"/>
                  </a:solidFill>
                </a:rPr>
                <a:t>84</a:t>
              </a:r>
            </a:p>
            <a:p>
              <a:pPr algn="ctr"/>
              <a:endParaRPr lang="en-GB" sz="2800" dirty="0">
                <a:solidFill>
                  <a:schemeClr val="tx1"/>
                </a:solidFill>
              </a:endParaRPr>
            </a:p>
            <a:p>
              <a:pPr algn="ctr"/>
              <a:r>
                <a:rPr lang="en-GB" sz="2800" dirty="0">
                  <a:solidFill>
                    <a:schemeClr val="tx1"/>
                  </a:solidFill>
                </a:rPr>
                <a:t>92</a:t>
              </a:r>
            </a:p>
            <a:p>
              <a:pPr algn="ctr"/>
              <a:endParaRPr lang="en-GB" sz="2800" dirty="0">
                <a:solidFill>
                  <a:schemeClr val="tx1"/>
                </a:solidFill>
              </a:endParaRPr>
            </a:p>
            <a:p>
              <a:pPr algn="ctr"/>
              <a:r>
                <a:rPr lang="en-GB" sz="2800" dirty="0">
                  <a:solidFill>
                    <a:schemeClr val="tx1"/>
                  </a:solidFill>
                </a:rPr>
                <a:t>128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F3D1295-BA4E-48A5-8E06-0FB956BB2492}"/>
                </a:ext>
              </a:extLst>
            </p:cNvPr>
            <p:cNvSpPr txBox="1"/>
            <p:nvPr/>
          </p:nvSpPr>
          <p:spPr>
            <a:xfrm>
              <a:off x="9053301" y="2255050"/>
              <a:ext cx="205793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/>
                <a:t>Headteacher</a:t>
              </a:r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3154E4-4F98-4828-A8A6-8BD91857C554}"/>
              </a:ext>
            </a:extLst>
          </p:cNvPr>
          <p:cNvCxnSpPr>
            <a:cxnSpLocks/>
          </p:cNvCxnSpPr>
          <p:nvPr/>
        </p:nvCxnSpPr>
        <p:spPr>
          <a:xfrm flipV="1">
            <a:off x="6521986" y="4265548"/>
            <a:ext cx="3216925" cy="1037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280AF5C-3BA9-445A-AC26-215FBE5072CA}"/>
              </a:ext>
            </a:extLst>
          </p:cNvPr>
          <p:cNvCxnSpPr>
            <a:cxnSpLocks/>
          </p:cNvCxnSpPr>
          <p:nvPr/>
        </p:nvCxnSpPr>
        <p:spPr>
          <a:xfrm flipV="1">
            <a:off x="6521986" y="3429000"/>
            <a:ext cx="3224997" cy="1693844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2AD59F-AFA4-4935-B9F8-466BF3CFCB3A}"/>
              </a:ext>
            </a:extLst>
          </p:cNvPr>
          <p:cNvCxnSpPr>
            <a:cxnSpLocks/>
          </p:cNvCxnSpPr>
          <p:nvPr/>
        </p:nvCxnSpPr>
        <p:spPr>
          <a:xfrm>
            <a:off x="6476636" y="3429000"/>
            <a:ext cx="3262275" cy="1693844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ight Arrow 9">
            <a:extLst>
              <a:ext uri="{FF2B5EF4-FFF2-40B4-BE49-F238E27FC236}">
                <a16:creationId xmlns:a16="http://schemas.microsoft.com/office/drawing/2014/main" id="{47742A20-A1DC-47EB-BD35-ED01AD283E70}"/>
              </a:ext>
            </a:extLst>
          </p:cNvPr>
          <p:cNvSpPr/>
          <p:nvPr/>
        </p:nvSpPr>
        <p:spPr>
          <a:xfrm>
            <a:off x="329289" y="2646250"/>
            <a:ext cx="464567" cy="264039"/>
          </a:xfrm>
          <a:prstGeom prst="rightArrow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ight Arrow 9">
            <a:extLst>
              <a:ext uri="{FF2B5EF4-FFF2-40B4-BE49-F238E27FC236}">
                <a16:creationId xmlns:a16="http://schemas.microsoft.com/office/drawing/2014/main" id="{55D30500-414A-47A8-8E14-97CF8CB1F911}"/>
              </a:ext>
            </a:extLst>
          </p:cNvPr>
          <p:cNvSpPr/>
          <p:nvPr/>
        </p:nvSpPr>
        <p:spPr>
          <a:xfrm>
            <a:off x="329288" y="3164961"/>
            <a:ext cx="464567" cy="264039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ight Arrow 9">
            <a:extLst>
              <a:ext uri="{FF2B5EF4-FFF2-40B4-BE49-F238E27FC236}">
                <a16:creationId xmlns:a16="http://schemas.microsoft.com/office/drawing/2014/main" id="{7A4D3C7A-91B4-4F1F-A3EC-BF622A7CC6F1}"/>
              </a:ext>
            </a:extLst>
          </p:cNvPr>
          <p:cNvSpPr/>
          <p:nvPr/>
        </p:nvSpPr>
        <p:spPr>
          <a:xfrm>
            <a:off x="329288" y="3683673"/>
            <a:ext cx="464567" cy="264039"/>
          </a:xfrm>
          <a:prstGeom prst="rightArrow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024410C-76DB-4FE6-921C-6D07FD62D6A1}"/>
              </a:ext>
            </a:extLst>
          </p:cNvPr>
          <p:cNvSpPr txBox="1"/>
          <p:nvPr/>
        </p:nvSpPr>
        <p:spPr>
          <a:xfrm>
            <a:off x="6491153" y="5959392"/>
            <a:ext cx="3278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Cardinality is </a:t>
            </a:r>
            <a:r>
              <a:rPr lang="en-GB" sz="3600" b="1" dirty="0">
                <a:solidFill>
                  <a:srgbClr val="7030A0"/>
                </a:solidFill>
              </a:rPr>
              <a:t>1:1</a:t>
            </a:r>
          </a:p>
        </p:txBody>
      </p:sp>
    </p:spTree>
    <p:extLst>
      <p:ext uri="{BB962C8B-B14F-4D97-AF65-F5344CB8AC3E}">
        <p14:creationId xmlns:p14="http://schemas.microsoft.com/office/powerpoint/2010/main" val="1681579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500"/>
                            </p:stCondLst>
                            <p:childTnLst>
                              <p:par>
                                <p:cTn id="5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3" grpId="1" animBg="1"/>
      <p:bldP spid="24" grpId="0" animBg="1"/>
      <p:bldP spid="24" grpId="1" animBg="1"/>
      <p:bldP spid="25" grpId="0" animBg="1"/>
      <p:bldP spid="25" grpId="1" animBg="1"/>
      <p:bldP spid="2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C48AE-DF0B-4A3E-8111-6A6971FAB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Entity-Occurrence Diagram (1)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D364723-E5A1-4357-8595-04A23EBF0BB0}"/>
              </a:ext>
            </a:extLst>
          </p:cNvPr>
          <p:cNvGraphicFramePr>
            <a:graphicFrameLocks noGrp="1"/>
          </p:cNvGraphicFramePr>
          <p:nvPr/>
        </p:nvGraphicFramePr>
        <p:xfrm>
          <a:off x="843708" y="1996073"/>
          <a:ext cx="3395155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0155">
                  <a:extLst>
                    <a:ext uri="{9D8B030D-6E8A-4147-A177-3AD203B41FA5}">
                      <a16:colId xmlns:a16="http://schemas.microsoft.com/office/drawing/2014/main" val="1459550812"/>
                    </a:ext>
                  </a:extLst>
                </a:gridCol>
                <a:gridCol w="2155000">
                  <a:extLst>
                    <a:ext uri="{9D8B030D-6E8A-4147-A177-3AD203B41FA5}">
                      <a16:colId xmlns:a16="http://schemas.microsoft.com/office/drawing/2014/main" val="17289446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School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Headteacher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71043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IC42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92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74734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IC57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84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3725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IC23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88509373"/>
                  </a:ext>
                </a:extLst>
              </a:tr>
            </a:tbl>
          </a:graphicData>
        </a:graphic>
      </p:graphicFrame>
      <p:sp>
        <p:nvSpPr>
          <p:cNvPr id="5" name="Oval 4">
            <a:extLst>
              <a:ext uri="{FF2B5EF4-FFF2-40B4-BE49-F238E27FC236}">
                <a16:creationId xmlns:a16="http://schemas.microsoft.com/office/drawing/2014/main" id="{75577C27-51B9-4F55-BFA2-DF0566949856}"/>
              </a:ext>
            </a:extLst>
          </p:cNvPr>
          <p:cNvSpPr/>
          <p:nvPr/>
        </p:nvSpPr>
        <p:spPr>
          <a:xfrm>
            <a:off x="5075103" y="2778270"/>
            <a:ext cx="2041793" cy="2974554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5F57839-3C91-41D4-891E-F2668C4F76FF}"/>
              </a:ext>
            </a:extLst>
          </p:cNvPr>
          <p:cNvSpPr/>
          <p:nvPr/>
        </p:nvSpPr>
        <p:spPr>
          <a:xfrm>
            <a:off x="9061373" y="2778270"/>
            <a:ext cx="2041793" cy="2974554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7946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C48AE-DF0B-4A3E-8111-6A6971FAB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Entity-Occurrence Diagram (2)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D364723-E5A1-4357-8595-04A23EBF0B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167312"/>
              </p:ext>
            </p:extLst>
          </p:nvPr>
        </p:nvGraphicFramePr>
        <p:xfrm>
          <a:off x="843708" y="1996073"/>
          <a:ext cx="2651188" cy="414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0155">
                  <a:extLst>
                    <a:ext uri="{9D8B030D-6E8A-4147-A177-3AD203B41FA5}">
                      <a16:colId xmlns:a16="http://schemas.microsoft.com/office/drawing/2014/main" val="1459550812"/>
                    </a:ext>
                  </a:extLst>
                </a:gridCol>
                <a:gridCol w="1411033">
                  <a:extLst>
                    <a:ext uri="{9D8B030D-6E8A-4147-A177-3AD203B41FA5}">
                      <a16:colId xmlns:a16="http://schemas.microsoft.com/office/drawing/2014/main" val="17289446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School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Teacher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71043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IC42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135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74734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IC57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3725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IC23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88509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IC23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184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1990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IC57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77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7101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IC57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295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84575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IC23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93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003365"/>
                  </a:ext>
                </a:extLst>
              </a:tr>
            </a:tbl>
          </a:graphicData>
        </a:graphic>
      </p:graphicFrame>
      <p:grpSp>
        <p:nvGrpSpPr>
          <p:cNvPr id="9" name="Group 8">
            <a:extLst>
              <a:ext uri="{FF2B5EF4-FFF2-40B4-BE49-F238E27FC236}">
                <a16:creationId xmlns:a16="http://schemas.microsoft.com/office/drawing/2014/main" id="{C35AF0A5-621C-4CF8-B38F-99F06F6343E8}"/>
              </a:ext>
            </a:extLst>
          </p:cNvPr>
          <p:cNvGrpSpPr/>
          <p:nvPr/>
        </p:nvGrpSpPr>
        <p:grpSpPr>
          <a:xfrm>
            <a:off x="5075103" y="1690688"/>
            <a:ext cx="2041793" cy="3497774"/>
            <a:chOff x="5075103" y="2255050"/>
            <a:chExt cx="2041793" cy="3497774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5577C27-51B9-4F55-BFA2-DF0566949856}"/>
                </a:ext>
              </a:extLst>
            </p:cNvPr>
            <p:cNvSpPr/>
            <p:nvPr/>
          </p:nvSpPr>
          <p:spPr>
            <a:xfrm>
              <a:off x="5075103" y="2778270"/>
              <a:ext cx="2041793" cy="2974554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dirty="0">
                  <a:solidFill>
                    <a:schemeClr val="tx1"/>
                  </a:solidFill>
                </a:rPr>
                <a:t>IC23</a:t>
              </a:r>
            </a:p>
            <a:p>
              <a:pPr algn="ctr"/>
              <a:endParaRPr lang="en-GB" sz="2800" dirty="0">
                <a:solidFill>
                  <a:schemeClr val="tx1"/>
                </a:solidFill>
              </a:endParaRPr>
            </a:p>
            <a:p>
              <a:pPr algn="ctr"/>
              <a:r>
                <a:rPr lang="en-GB" sz="2800" dirty="0">
                  <a:solidFill>
                    <a:schemeClr val="tx1"/>
                  </a:solidFill>
                </a:rPr>
                <a:t>IC42</a:t>
              </a:r>
            </a:p>
            <a:p>
              <a:pPr algn="ctr"/>
              <a:endParaRPr lang="en-GB" sz="2800" dirty="0">
                <a:solidFill>
                  <a:schemeClr val="tx1"/>
                </a:solidFill>
              </a:endParaRPr>
            </a:p>
            <a:p>
              <a:pPr algn="ctr"/>
              <a:r>
                <a:rPr lang="en-GB" sz="2800" dirty="0">
                  <a:solidFill>
                    <a:schemeClr val="tx1"/>
                  </a:solidFill>
                </a:rPr>
                <a:t>IC57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3D9B717-8D10-4C1A-B8C3-2DDC0A4F4D6A}"/>
                </a:ext>
              </a:extLst>
            </p:cNvPr>
            <p:cNvSpPr txBox="1"/>
            <p:nvPr/>
          </p:nvSpPr>
          <p:spPr>
            <a:xfrm>
              <a:off x="5520360" y="2255050"/>
              <a:ext cx="115127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/>
                <a:t>School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A5D8E01-FB30-4902-B8E8-AB6B49C05DB7}"/>
              </a:ext>
            </a:extLst>
          </p:cNvPr>
          <p:cNvGrpSpPr/>
          <p:nvPr/>
        </p:nvGrpSpPr>
        <p:grpSpPr>
          <a:xfrm>
            <a:off x="9061373" y="864905"/>
            <a:ext cx="2286919" cy="4887919"/>
            <a:chOff x="9061373" y="864905"/>
            <a:chExt cx="2041793" cy="4887919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F5F57839-3C91-41D4-891E-F2668C4F76FF}"/>
                </a:ext>
              </a:extLst>
            </p:cNvPr>
            <p:cNvSpPr/>
            <p:nvPr/>
          </p:nvSpPr>
          <p:spPr>
            <a:xfrm>
              <a:off x="9061373" y="1388125"/>
              <a:ext cx="2041793" cy="4364699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dirty="0">
                  <a:solidFill>
                    <a:schemeClr val="tx1"/>
                  </a:solidFill>
                </a:rPr>
                <a:t>77</a:t>
              </a:r>
            </a:p>
            <a:p>
              <a:pPr algn="ctr"/>
              <a:endParaRPr lang="en-GB" sz="1400" dirty="0">
                <a:solidFill>
                  <a:schemeClr val="tx1"/>
                </a:solidFill>
              </a:endParaRPr>
            </a:p>
            <a:p>
              <a:pPr algn="ctr"/>
              <a:r>
                <a:rPr lang="en-GB" sz="2800" dirty="0">
                  <a:solidFill>
                    <a:schemeClr val="tx1"/>
                  </a:solidFill>
                </a:rPr>
                <a:t>93</a:t>
              </a:r>
            </a:p>
            <a:p>
              <a:pPr algn="ctr"/>
              <a:endParaRPr lang="en-GB" sz="1400" dirty="0">
                <a:solidFill>
                  <a:schemeClr val="tx1"/>
                </a:solidFill>
              </a:endParaRPr>
            </a:p>
            <a:p>
              <a:pPr algn="ctr"/>
              <a:r>
                <a:rPr lang="en-GB" sz="2800" dirty="0">
                  <a:solidFill>
                    <a:schemeClr val="tx1"/>
                  </a:solidFill>
                </a:rPr>
                <a:t>111</a:t>
              </a:r>
            </a:p>
            <a:p>
              <a:pPr algn="ctr"/>
              <a:endParaRPr lang="en-GB" sz="1400" dirty="0">
                <a:solidFill>
                  <a:schemeClr val="tx1"/>
                </a:solidFill>
              </a:endParaRPr>
            </a:p>
            <a:p>
              <a:pPr algn="ctr"/>
              <a:r>
                <a:rPr lang="en-GB" sz="2800" dirty="0">
                  <a:solidFill>
                    <a:schemeClr val="tx1"/>
                  </a:solidFill>
                </a:rPr>
                <a:t>123</a:t>
              </a:r>
            </a:p>
            <a:p>
              <a:pPr algn="ctr"/>
              <a:endParaRPr lang="en-GB" sz="1400" dirty="0">
                <a:solidFill>
                  <a:schemeClr val="tx1"/>
                </a:solidFill>
              </a:endParaRPr>
            </a:p>
            <a:p>
              <a:pPr algn="ctr"/>
              <a:r>
                <a:rPr lang="en-GB" sz="2800" dirty="0">
                  <a:solidFill>
                    <a:schemeClr val="tx1"/>
                  </a:solidFill>
                </a:rPr>
                <a:t>135</a:t>
              </a:r>
            </a:p>
            <a:p>
              <a:pPr algn="ctr"/>
              <a:endParaRPr lang="en-GB" sz="1400" dirty="0">
                <a:solidFill>
                  <a:schemeClr val="tx1"/>
                </a:solidFill>
              </a:endParaRPr>
            </a:p>
            <a:p>
              <a:pPr algn="ctr"/>
              <a:r>
                <a:rPr lang="en-GB" sz="2800" dirty="0">
                  <a:solidFill>
                    <a:schemeClr val="tx1"/>
                  </a:solidFill>
                </a:rPr>
                <a:t>184</a:t>
              </a:r>
            </a:p>
            <a:p>
              <a:pPr algn="ctr"/>
              <a:endParaRPr lang="en-GB" sz="1400" dirty="0">
                <a:solidFill>
                  <a:schemeClr val="tx1"/>
                </a:solidFill>
              </a:endParaRPr>
            </a:p>
            <a:p>
              <a:pPr algn="ctr"/>
              <a:r>
                <a:rPr lang="en-GB" sz="2800" dirty="0">
                  <a:solidFill>
                    <a:schemeClr val="tx1"/>
                  </a:solidFill>
                </a:rPr>
                <a:t>295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F3D1295-BA4E-48A5-8E06-0FB956BB2492}"/>
                </a:ext>
              </a:extLst>
            </p:cNvPr>
            <p:cNvSpPr txBox="1"/>
            <p:nvPr/>
          </p:nvSpPr>
          <p:spPr>
            <a:xfrm>
              <a:off x="9421606" y="864905"/>
              <a:ext cx="13213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/>
                <a:t>Teacher</a:t>
              </a:r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3154E4-4F98-4828-A8A6-8BD91857C554}"/>
              </a:ext>
            </a:extLst>
          </p:cNvPr>
          <p:cNvCxnSpPr>
            <a:cxnSpLocks/>
          </p:cNvCxnSpPr>
          <p:nvPr/>
        </p:nvCxnSpPr>
        <p:spPr>
          <a:xfrm>
            <a:off x="6521986" y="3701185"/>
            <a:ext cx="3379939" cy="533416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280AF5C-3BA9-445A-AC26-215FBE5072CA}"/>
              </a:ext>
            </a:extLst>
          </p:cNvPr>
          <p:cNvCxnSpPr>
            <a:cxnSpLocks/>
          </p:cNvCxnSpPr>
          <p:nvPr/>
        </p:nvCxnSpPr>
        <p:spPr>
          <a:xfrm flipV="1">
            <a:off x="6535117" y="1614780"/>
            <a:ext cx="3468199" cy="2953898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2AD59F-AFA4-4935-B9F8-466BF3CFCB3A}"/>
              </a:ext>
            </a:extLst>
          </p:cNvPr>
          <p:cNvCxnSpPr>
            <a:cxnSpLocks/>
          </p:cNvCxnSpPr>
          <p:nvPr/>
        </p:nvCxnSpPr>
        <p:spPr>
          <a:xfrm>
            <a:off x="6457634" y="2854263"/>
            <a:ext cx="3405297" cy="108980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ight Arrow 9">
            <a:extLst>
              <a:ext uri="{FF2B5EF4-FFF2-40B4-BE49-F238E27FC236}">
                <a16:creationId xmlns:a16="http://schemas.microsoft.com/office/drawing/2014/main" id="{47742A20-A1DC-47EB-BD35-ED01AD283E70}"/>
              </a:ext>
            </a:extLst>
          </p:cNvPr>
          <p:cNvSpPr/>
          <p:nvPr/>
        </p:nvSpPr>
        <p:spPr>
          <a:xfrm>
            <a:off x="329289" y="2646250"/>
            <a:ext cx="464567" cy="264039"/>
          </a:xfrm>
          <a:prstGeom prst="rightArrow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ight Arrow 9">
            <a:extLst>
              <a:ext uri="{FF2B5EF4-FFF2-40B4-BE49-F238E27FC236}">
                <a16:creationId xmlns:a16="http://schemas.microsoft.com/office/drawing/2014/main" id="{55D30500-414A-47A8-8E14-97CF8CB1F911}"/>
              </a:ext>
            </a:extLst>
          </p:cNvPr>
          <p:cNvSpPr/>
          <p:nvPr/>
        </p:nvSpPr>
        <p:spPr>
          <a:xfrm>
            <a:off x="329288" y="3164961"/>
            <a:ext cx="464567" cy="264039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ight Arrow 9">
            <a:extLst>
              <a:ext uri="{FF2B5EF4-FFF2-40B4-BE49-F238E27FC236}">
                <a16:creationId xmlns:a16="http://schemas.microsoft.com/office/drawing/2014/main" id="{7A4D3C7A-91B4-4F1F-A3EC-BF622A7CC6F1}"/>
              </a:ext>
            </a:extLst>
          </p:cNvPr>
          <p:cNvSpPr/>
          <p:nvPr/>
        </p:nvSpPr>
        <p:spPr>
          <a:xfrm>
            <a:off x="329288" y="3683673"/>
            <a:ext cx="464567" cy="264039"/>
          </a:xfrm>
          <a:prstGeom prst="rightArrow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024410C-76DB-4FE6-921C-6D07FD62D6A1}"/>
              </a:ext>
            </a:extLst>
          </p:cNvPr>
          <p:cNvSpPr txBox="1"/>
          <p:nvPr/>
        </p:nvSpPr>
        <p:spPr>
          <a:xfrm>
            <a:off x="6056794" y="5952878"/>
            <a:ext cx="4101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Cardinality is </a:t>
            </a:r>
            <a:r>
              <a:rPr lang="en-GB" sz="3600" b="1" dirty="0">
                <a:solidFill>
                  <a:srgbClr val="7030A0"/>
                </a:solidFill>
              </a:rPr>
              <a:t>1:Many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F9330AC-F496-4803-964A-BF643BA71738}"/>
              </a:ext>
            </a:extLst>
          </p:cNvPr>
          <p:cNvCxnSpPr>
            <a:cxnSpLocks/>
          </p:cNvCxnSpPr>
          <p:nvPr/>
        </p:nvCxnSpPr>
        <p:spPr>
          <a:xfrm>
            <a:off x="6470027" y="2854263"/>
            <a:ext cx="3431898" cy="2001348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05EBCCA-8A9A-4DF2-BF9E-51236B7C1065}"/>
              </a:ext>
            </a:extLst>
          </p:cNvPr>
          <p:cNvCxnSpPr>
            <a:cxnSpLocks/>
          </p:cNvCxnSpPr>
          <p:nvPr/>
        </p:nvCxnSpPr>
        <p:spPr>
          <a:xfrm>
            <a:off x="6535117" y="4568678"/>
            <a:ext cx="3366808" cy="901197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06EA09-106C-47AB-BF8C-11DDC8B5A669}"/>
              </a:ext>
            </a:extLst>
          </p:cNvPr>
          <p:cNvCxnSpPr>
            <a:cxnSpLocks/>
          </p:cNvCxnSpPr>
          <p:nvPr/>
        </p:nvCxnSpPr>
        <p:spPr>
          <a:xfrm flipV="1">
            <a:off x="6535117" y="3594032"/>
            <a:ext cx="3366808" cy="974646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9FAEB1D-6A1C-4E46-A725-1911EDF7C7C0}"/>
              </a:ext>
            </a:extLst>
          </p:cNvPr>
          <p:cNvCxnSpPr>
            <a:cxnSpLocks/>
          </p:cNvCxnSpPr>
          <p:nvPr/>
        </p:nvCxnSpPr>
        <p:spPr>
          <a:xfrm flipV="1">
            <a:off x="6470027" y="2298225"/>
            <a:ext cx="3485686" cy="556039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9433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500"/>
                            </p:stCondLst>
                            <p:childTnLst>
                              <p:par>
                                <p:cTn id="5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00"/>
                            </p:stCondLst>
                            <p:childTnLst>
                              <p:par>
                                <p:cTn id="6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2000"/>
                            </p:stCondLst>
                            <p:childTnLst>
                              <p:par>
                                <p:cTn id="6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3500"/>
                            </p:stCondLst>
                            <p:childTnLst>
                              <p:par>
                                <p:cTn id="6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5000"/>
                            </p:stCondLst>
                            <p:childTnLst>
                              <p:par>
                                <p:cTn id="7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2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3" grpId="1" animBg="1"/>
      <p:bldP spid="24" grpId="0" animBg="1"/>
      <p:bldP spid="24" grpId="1" animBg="1"/>
      <p:bldP spid="25" grpId="0" animBg="1"/>
      <p:bldP spid="25" grpId="1" animBg="1"/>
      <p:bldP spid="2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C48AE-DF0B-4A3E-8111-6A6971FAB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Entity-Occurrence Diagram (2)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D364723-E5A1-4357-8595-04A23EBF0BB0}"/>
              </a:ext>
            </a:extLst>
          </p:cNvPr>
          <p:cNvGraphicFramePr>
            <a:graphicFrameLocks noGrp="1"/>
          </p:cNvGraphicFramePr>
          <p:nvPr/>
        </p:nvGraphicFramePr>
        <p:xfrm>
          <a:off x="843708" y="1996073"/>
          <a:ext cx="2651188" cy="414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0155">
                  <a:extLst>
                    <a:ext uri="{9D8B030D-6E8A-4147-A177-3AD203B41FA5}">
                      <a16:colId xmlns:a16="http://schemas.microsoft.com/office/drawing/2014/main" val="1459550812"/>
                    </a:ext>
                  </a:extLst>
                </a:gridCol>
                <a:gridCol w="1411033">
                  <a:extLst>
                    <a:ext uri="{9D8B030D-6E8A-4147-A177-3AD203B41FA5}">
                      <a16:colId xmlns:a16="http://schemas.microsoft.com/office/drawing/2014/main" val="17289446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School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Teacher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71043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IC42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135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74734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IC57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3725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IC23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88509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IC23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184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1990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IC57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77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7101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IC57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295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84575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IC23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93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003365"/>
                  </a:ext>
                </a:extLst>
              </a:tr>
            </a:tbl>
          </a:graphicData>
        </a:graphic>
      </p:graphicFrame>
      <p:sp>
        <p:nvSpPr>
          <p:cNvPr id="5" name="Oval 4">
            <a:extLst>
              <a:ext uri="{FF2B5EF4-FFF2-40B4-BE49-F238E27FC236}">
                <a16:creationId xmlns:a16="http://schemas.microsoft.com/office/drawing/2014/main" id="{75577C27-51B9-4F55-BFA2-DF0566949856}"/>
              </a:ext>
            </a:extLst>
          </p:cNvPr>
          <p:cNvSpPr/>
          <p:nvPr/>
        </p:nvSpPr>
        <p:spPr>
          <a:xfrm>
            <a:off x="5075103" y="2213908"/>
            <a:ext cx="2041793" cy="2974554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5F57839-3C91-41D4-891E-F2668C4F76FF}"/>
              </a:ext>
            </a:extLst>
          </p:cNvPr>
          <p:cNvSpPr/>
          <p:nvPr/>
        </p:nvSpPr>
        <p:spPr>
          <a:xfrm>
            <a:off x="9061373" y="1388125"/>
            <a:ext cx="2286919" cy="4364699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77</a:t>
            </a:r>
          </a:p>
          <a:p>
            <a:pPr algn="ctr"/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2800" dirty="0">
                <a:solidFill>
                  <a:schemeClr val="tx1"/>
                </a:solidFill>
              </a:rPr>
              <a:t>93</a:t>
            </a:r>
          </a:p>
          <a:p>
            <a:pPr algn="ctr"/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2800" dirty="0">
                <a:solidFill>
                  <a:schemeClr val="tx1"/>
                </a:solidFill>
              </a:rPr>
              <a:t>111</a:t>
            </a:r>
          </a:p>
          <a:p>
            <a:pPr algn="ctr"/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2800" dirty="0">
                <a:solidFill>
                  <a:schemeClr val="tx1"/>
                </a:solidFill>
              </a:rPr>
              <a:t>123</a:t>
            </a:r>
          </a:p>
          <a:p>
            <a:pPr algn="ctr"/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2800" dirty="0">
                <a:solidFill>
                  <a:schemeClr val="tx1"/>
                </a:solidFill>
              </a:rPr>
              <a:t>135</a:t>
            </a:r>
          </a:p>
          <a:p>
            <a:pPr algn="ctr"/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2800" dirty="0">
                <a:solidFill>
                  <a:schemeClr val="tx1"/>
                </a:solidFill>
              </a:rPr>
              <a:t>184</a:t>
            </a:r>
          </a:p>
          <a:p>
            <a:pPr algn="ctr"/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2800" dirty="0">
                <a:solidFill>
                  <a:schemeClr val="tx1"/>
                </a:solidFill>
              </a:rPr>
              <a:t>295</a:t>
            </a:r>
          </a:p>
        </p:txBody>
      </p:sp>
    </p:spTree>
    <p:extLst>
      <p:ext uri="{BB962C8B-B14F-4D97-AF65-F5344CB8AC3E}">
        <p14:creationId xmlns:p14="http://schemas.microsoft.com/office/powerpoint/2010/main" val="20849035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C48AE-DF0B-4A3E-8111-6A6971FAB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Entity-Occurrence Diagram (3)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D364723-E5A1-4357-8595-04A23EBF0B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0318097"/>
              </p:ext>
            </p:extLst>
          </p:nvPr>
        </p:nvGraphicFramePr>
        <p:xfrm>
          <a:off x="843708" y="1996073"/>
          <a:ext cx="3004122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7353">
                  <a:extLst>
                    <a:ext uri="{9D8B030D-6E8A-4147-A177-3AD203B41FA5}">
                      <a16:colId xmlns:a16="http://schemas.microsoft.com/office/drawing/2014/main" val="1459550812"/>
                    </a:ext>
                  </a:extLst>
                </a:gridCol>
                <a:gridCol w="1576769">
                  <a:extLst>
                    <a:ext uri="{9D8B030D-6E8A-4147-A177-3AD203B41FA5}">
                      <a16:colId xmlns:a16="http://schemas.microsoft.com/office/drawing/2014/main" val="17289446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Student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Subject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71043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14078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COMPH1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74734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800" dirty="0"/>
                        <a:t>14079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MATH2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3725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14080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ENGH1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88509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14078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MATH2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035716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14081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ENGH1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1990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14082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ENGH1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7101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14082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COMPH1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84575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14081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MATH2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003365"/>
                  </a:ext>
                </a:extLst>
              </a:tr>
            </a:tbl>
          </a:graphicData>
        </a:graphic>
      </p:graphicFrame>
      <p:grpSp>
        <p:nvGrpSpPr>
          <p:cNvPr id="9" name="Group 8">
            <a:extLst>
              <a:ext uri="{FF2B5EF4-FFF2-40B4-BE49-F238E27FC236}">
                <a16:creationId xmlns:a16="http://schemas.microsoft.com/office/drawing/2014/main" id="{C35AF0A5-621C-4CF8-B38F-99F06F6343E8}"/>
              </a:ext>
            </a:extLst>
          </p:cNvPr>
          <p:cNvGrpSpPr/>
          <p:nvPr/>
        </p:nvGrpSpPr>
        <p:grpSpPr>
          <a:xfrm>
            <a:off x="4924541" y="1690688"/>
            <a:ext cx="2192356" cy="3497774"/>
            <a:chOff x="5075103" y="2255050"/>
            <a:chExt cx="2041793" cy="3497774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5577C27-51B9-4F55-BFA2-DF0566949856}"/>
                </a:ext>
              </a:extLst>
            </p:cNvPr>
            <p:cNvSpPr/>
            <p:nvPr/>
          </p:nvSpPr>
          <p:spPr>
            <a:xfrm>
              <a:off x="5075103" y="2778270"/>
              <a:ext cx="2041793" cy="2974554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dirty="0">
                  <a:solidFill>
                    <a:schemeClr val="tx1"/>
                  </a:solidFill>
                </a:rPr>
                <a:t>COMPH1</a:t>
              </a:r>
            </a:p>
            <a:p>
              <a:pPr algn="ctr"/>
              <a:endParaRPr lang="en-GB" sz="2800" dirty="0">
                <a:solidFill>
                  <a:schemeClr val="tx1"/>
                </a:solidFill>
              </a:endParaRPr>
            </a:p>
            <a:p>
              <a:pPr algn="ctr"/>
              <a:r>
                <a:rPr lang="en-GB" sz="2800" dirty="0">
                  <a:solidFill>
                    <a:schemeClr val="tx1"/>
                  </a:solidFill>
                </a:rPr>
                <a:t>ENGH1</a:t>
              </a:r>
            </a:p>
            <a:p>
              <a:pPr algn="ctr"/>
              <a:endParaRPr lang="en-GB" sz="2800" dirty="0">
                <a:solidFill>
                  <a:schemeClr val="tx1"/>
                </a:solidFill>
              </a:endParaRPr>
            </a:p>
            <a:p>
              <a:pPr algn="ctr"/>
              <a:r>
                <a:rPr lang="en-GB" sz="2800" dirty="0">
                  <a:solidFill>
                    <a:schemeClr val="tx1"/>
                  </a:solidFill>
                </a:rPr>
                <a:t>MATH2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3D9B717-8D10-4C1A-B8C3-2DDC0A4F4D6A}"/>
                </a:ext>
              </a:extLst>
            </p:cNvPr>
            <p:cNvSpPr txBox="1"/>
            <p:nvPr/>
          </p:nvSpPr>
          <p:spPr>
            <a:xfrm>
              <a:off x="5463454" y="2255050"/>
              <a:ext cx="126509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/>
                <a:t>Subject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A5D8E01-FB30-4902-B8E8-AB6B49C05DB7}"/>
              </a:ext>
            </a:extLst>
          </p:cNvPr>
          <p:cNvGrpSpPr/>
          <p:nvPr/>
        </p:nvGrpSpPr>
        <p:grpSpPr>
          <a:xfrm>
            <a:off x="9061373" y="1318122"/>
            <a:ext cx="2286919" cy="4091533"/>
            <a:chOff x="9061373" y="1661291"/>
            <a:chExt cx="2041793" cy="409153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F5F57839-3C91-41D4-891E-F2668C4F76FF}"/>
                </a:ext>
              </a:extLst>
            </p:cNvPr>
            <p:cNvSpPr/>
            <p:nvPr/>
          </p:nvSpPr>
          <p:spPr>
            <a:xfrm>
              <a:off x="9061373" y="2184512"/>
              <a:ext cx="2041793" cy="3568312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dirty="0">
                  <a:solidFill>
                    <a:schemeClr val="tx1"/>
                  </a:solidFill>
                </a:rPr>
                <a:t>14078</a:t>
              </a:r>
            </a:p>
            <a:p>
              <a:pPr algn="ctr"/>
              <a:endParaRPr lang="en-GB" sz="1400" dirty="0">
                <a:solidFill>
                  <a:schemeClr val="tx1"/>
                </a:solidFill>
              </a:endParaRPr>
            </a:p>
            <a:p>
              <a:pPr algn="ctr"/>
              <a:r>
                <a:rPr lang="en-GB" sz="2800" dirty="0">
                  <a:solidFill>
                    <a:schemeClr val="tx1"/>
                  </a:solidFill>
                </a:rPr>
                <a:t>14079</a:t>
              </a:r>
            </a:p>
            <a:p>
              <a:pPr algn="ctr"/>
              <a:endParaRPr lang="en-GB" sz="1400" dirty="0">
                <a:solidFill>
                  <a:schemeClr val="tx1"/>
                </a:solidFill>
              </a:endParaRPr>
            </a:p>
            <a:p>
              <a:pPr algn="ctr"/>
              <a:r>
                <a:rPr lang="en-GB" sz="2800" dirty="0">
                  <a:solidFill>
                    <a:schemeClr val="tx1"/>
                  </a:solidFill>
                </a:rPr>
                <a:t>14080</a:t>
              </a:r>
            </a:p>
            <a:p>
              <a:pPr algn="ctr"/>
              <a:endParaRPr lang="en-GB" sz="1400" dirty="0">
                <a:solidFill>
                  <a:schemeClr val="tx1"/>
                </a:solidFill>
              </a:endParaRPr>
            </a:p>
            <a:p>
              <a:pPr algn="ctr"/>
              <a:r>
                <a:rPr lang="en-GB" sz="2800" dirty="0">
                  <a:solidFill>
                    <a:schemeClr val="tx1"/>
                  </a:solidFill>
                </a:rPr>
                <a:t>14081</a:t>
              </a:r>
            </a:p>
            <a:p>
              <a:pPr algn="ctr"/>
              <a:endParaRPr lang="en-GB" sz="1400" dirty="0">
                <a:solidFill>
                  <a:schemeClr val="tx1"/>
                </a:solidFill>
              </a:endParaRPr>
            </a:p>
            <a:p>
              <a:pPr algn="ctr"/>
              <a:r>
                <a:rPr lang="en-GB" sz="2800" dirty="0">
                  <a:solidFill>
                    <a:schemeClr val="tx1"/>
                  </a:solidFill>
                </a:rPr>
                <a:t>14082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F3D1295-BA4E-48A5-8E06-0FB956BB2492}"/>
                </a:ext>
              </a:extLst>
            </p:cNvPr>
            <p:cNvSpPr txBox="1"/>
            <p:nvPr/>
          </p:nvSpPr>
          <p:spPr>
            <a:xfrm>
              <a:off x="9487526" y="1661291"/>
              <a:ext cx="118948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/>
                <a:t>Student</a:t>
              </a:r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3154E4-4F98-4828-A8A6-8BD91857C554}"/>
              </a:ext>
            </a:extLst>
          </p:cNvPr>
          <p:cNvCxnSpPr>
            <a:cxnSpLocks/>
          </p:cNvCxnSpPr>
          <p:nvPr/>
        </p:nvCxnSpPr>
        <p:spPr>
          <a:xfrm flipH="1">
            <a:off x="6699162" y="2363446"/>
            <a:ext cx="2995646" cy="501257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280AF5C-3BA9-445A-AC26-215FBE5072CA}"/>
              </a:ext>
            </a:extLst>
          </p:cNvPr>
          <p:cNvCxnSpPr>
            <a:cxnSpLocks/>
          </p:cNvCxnSpPr>
          <p:nvPr/>
        </p:nvCxnSpPr>
        <p:spPr>
          <a:xfrm>
            <a:off x="6622777" y="3700537"/>
            <a:ext cx="3049738" cy="588909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2AD59F-AFA4-4935-B9F8-466BF3CFCB3A}"/>
              </a:ext>
            </a:extLst>
          </p:cNvPr>
          <p:cNvCxnSpPr>
            <a:cxnSpLocks/>
          </p:cNvCxnSpPr>
          <p:nvPr/>
        </p:nvCxnSpPr>
        <p:spPr>
          <a:xfrm flipH="1">
            <a:off x="6600482" y="3663666"/>
            <a:ext cx="3083327" cy="36871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ight Arrow 9">
            <a:extLst>
              <a:ext uri="{FF2B5EF4-FFF2-40B4-BE49-F238E27FC236}">
                <a16:creationId xmlns:a16="http://schemas.microsoft.com/office/drawing/2014/main" id="{47742A20-A1DC-47EB-BD35-ED01AD283E70}"/>
              </a:ext>
            </a:extLst>
          </p:cNvPr>
          <p:cNvSpPr/>
          <p:nvPr/>
        </p:nvSpPr>
        <p:spPr>
          <a:xfrm>
            <a:off x="329289" y="2646250"/>
            <a:ext cx="464567" cy="264039"/>
          </a:xfrm>
          <a:prstGeom prst="rightArrow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ight Arrow 9">
            <a:extLst>
              <a:ext uri="{FF2B5EF4-FFF2-40B4-BE49-F238E27FC236}">
                <a16:creationId xmlns:a16="http://schemas.microsoft.com/office/drawing/2014/main" id="{55D30500-414A-47A8-8E14-97CF8CB1F911}"/>
              </a:ext>
            </a:extLst>
          </p:cNvPr>
          <p:cNvSpPr/>
          <p:nvPr/>
        </p:nvSpPr>
        <p:spPr>
          <a:xfrm>
            <a:off x="329288" y="3164961"/>
            <a:ext cx="464567" cy="264039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ight Arrow 9">
            <a:extLst>
              <a:ext uri="{FF2B5EF4-FFF2-40B4-BE49-F238E27FC236}">
                <a16:creationId xmlns:a16="http://schemas.microsoft.com/office/drawing/2014/main" id="{7A4D3C7A-91B4-4F1F-A3EC-BF622A7CC6F1}"/>
              </a:ext>
            </a:extLst>
          </p:cNvPr>
          <p:cNvSpPr/>
          <p:nvPr/>
        </p:nvSpPr>
        <p:spPr>
          <a:xfrm>
            <a:off x="329288" y="3683673"/>
            <a:ext cx="464567" cy="264039"/>
          </a:xfrm>
          <a:prstGeom prst="rightArrow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024410C-76DB-4FE6-921C-6D07FD62D6A1}"/>
              </a:ext>
            </a:extLst>
          </p:cNvPr>
          <p:cNvSpPr txBox="1"/>
          <p:nvPr/>
        </p:nvSpPr>
        <p:spPr>
          <a:xfrm>
            <a:off x="5749293" y="5963699"/>
            <a:ext cx="49899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Cardinality is </a:t>
            </a:r>
            <a:r>
              <a:rPr lang="en-GB" sz="3600" b="1" dirty="0" err="1">
                <a:solidFill>
                  <a:srgbClr val="7030A0"/>
                </a:solidFill>
              </a:rPr>
              <a:t>Many:Many</a:t>
            </a:r>
            <a:endParaRPr lang="en-GB" sz="3600" b="1" dirty="0">
              <a:solidFill>
                <a:srgbClr val="7030A0"/>
              </a:solidFill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F9330AC-F496-4803-964A-BF643BA71738}"/>
              </a:ext>
            </a:extLst>
          </p:cNvPr>
          <p:cNvCxnSpPr>
            <a:cxnSpLocks/>
          </p:cNvCxnSpPr>
          <p:nvPr/>
        </p:nvCxnSpPr>
        <p:spPr>
          <a:xfrm flipV="1">
            <a:off x="6622777" y="2352595"/>
            <a:ext cx="3083031" cy="2197351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05EBCCA-8A9A-4DF2-BF9E-51236B7C1065}"/>
              </a:ext>
            </a:extLst>
          </p:cNvPr>
          <p:cNvCxnSpPr>
            <a:cxnSpLocks/>
          </p:cNvCxnSpPr>
          <p:nvPr/>
        </p:nvCxnSpPr>
        <p:spPr>
          <a:xfrm flipH="1" flipV="1">
            <a:off x="6600483" y="3700537"/>
            <a:ext cx="3094325" cy="1218273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06EA09-106C-47AB-BF8C-11DDC8B5A669}"/>
              </a:ext>
            </a:extLst>
          </p:cNvPr>
          <p:cNvCxnSpPr>
            <a:cxnSpLocks/>
          </p:cNvCxnSpPr>
          <p:nvPr/>
        </p:nvCxnSpPr>
        <p:spPr>
          <a:xfrm flipH="1">
            <a:off x="6611483" y="3015358"/>
            <a:ext cx="3083325" cy="1534587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9FAEB1D-6A1C-4E46-A725-1911EDF7C7C0}"/>
              </a:ext>
            </a:extLst>
          </p:cNvPr>
          <p:cNvCxnSpPr>
            <a:cxnSpLocks/>
          </p:cNvCxnSpPr>
          <p:nvPr/>
        </p:nvCxnSpPr>
        <p:spPr>
          <a:xfrm flipH="1" flipV="1">
            <a:off x="6699162" y="2864704"/>
            <a:ext cx="2995646" cy="2054106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18AF839-650F-481D-86D4-AB07C526DC23}"/>
              </a:ext>
            </a:extLst>
          </p:cNvPr>
          <p:cNvCxnSpPr>
            <a:cxnSpLocks/>
          </p:cNvCxnSpPr>
          <p:nvPr/>
        </p:nvCxnSpPr>
        <p:spPr>
          <a:xfrm flipH="1">
            <a:off x="6611482" y="4289447"/>
            <a:ext cx="3083326" cy="260498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8597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000"/>
                            </p:stCondLst>
                            <p:childTnLst>
                              <p:par>
                                <p:cTn id="36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500"/>
                            </p:stCondLst>
                            <p:childTnLst>
                              <p:par>
                                <p:cTn id="4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6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7000"/>
                            </p:stCondLst>
                            <p:childTnLst>
                              <p:par>
                                <p:cTn id="4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8500"/>
                            </p:stCondLst>
                            <p:childTnLst>
                              <p:par>
                                <p:cTn id="5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9000"/>
                            </p:stCondLst>
                            <p:childTnLst>
                              <p:par>
                                <p:cTn id="56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500"/>
                            </p:stCondLst>
                            <p:childTnLst>
                              <p:par>
                                <p:cTn id="6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2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2000"/>
                            </p:stCondLst>
                            <p:childTnLst>
                              <p:par>
                                <p:cTn id="6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500"/>
                            </p:stCondLst>
                            <p:childTnLst>
                              <p:par>
                                <p:cTn id="6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0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5000"/>
                            </p:stCondLst>
                            <p:childTnLst>
                              <p:par>
                                <p:cTn id="7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4" dur="1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3" grpId="1" animBg="1"/>
      <p:bldP spid="24" grpId="0" animBg="1"/>
      <p:bldP spid="24" grpId="1" animBg="1"/>
      <p:bldP spid="25" grpId="0" animBg="1"/>
      <p:bldP spid="25" grpId="1" animBg="1"/>
      <p:bldP spid="26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C48AE-DF0B-4A3E-8111-6A6971FAB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Entity-Occurrence Diagram (3)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D364723-E5A1-4357-8595-04A23EBF0BB0}"/>
              </a:ext>
            </a:extLst>
          </p:cNvPr>
          <p:cNvGraphicFramePr>
            <a:graphicFrameLocks noGrp="1"/>
          </p:cNvGraphicFramePr>
          <p:nvPr/>
        </p:nvGraphicFramePr>
        <p:xfrm>
          <a:off x="843708" y="1996073"/>
          <a:ext cx="3004122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7353">
                  <a:extLst>
                    <a:ext uri="{9D8B030D-6E8A-4147-A177-3AD203B41FA5}">
                      <a16:colId xmlns:a16="http://schemas.microsoft.com/office/drawing/2014/main" val="1459550812"/>
                    </a:ext>
                  </a:extLst>
                </a:gridCol>
                <a:gridCol w="1576769">
                  <a:extLst>
                    <a:ext uri="{9D8B030D-6E8A-4147-A177-3AD203B41FA5}">
                      <a16:colId xmlns:a16="http://schemas.microsoft.com/office/drawing/2014/main" val="17289446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Student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Subject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71043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14078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COMPH1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74734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800" dirty="0"/>
                        <a:t>14079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MATH2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3725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14080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ENGH1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88509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14078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MATH2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035716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14081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ENGH1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1990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14082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ENGH1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7101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14082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COMPH1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84575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14081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MATH2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003365"/>
                  </a:ext>
                </a:extLst>
              </a:tr>
            </a:tbl>
          </a:graphicData>
        </a:graphic>
      </p:graphicFrame>
      <p:sp>
        <p:nvSpPr>
          <p:cNvPr id="5" name="Oval 4">
            <a:extLst>
              <a:ext uri="{FF2B5EF4-FFF2-40B4-BE49-F238E27FC236}">
                <a16:creationId xmlns:a16="http://schemas.microsoft.com/office/drawing/2014/main" id="{75577C27-51B9-4F55-BFA2-DF0566949856}"/>
              </a:ext>
            </a:extLst>
          </p:cNvPr>
          <p:cNvSpPr/>
          <p:nvPr/>
        </p:nvSpPr>
        <p:spPr>
          <a:xfrm>
            <a:off x="4924541" y="2213908"/>
            <a:ext cx="2192356" cy="2974554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COMPH1</a:t>
            </a:r>
          </a:p>
          <a:p>
            <a:pPr algn="ctr"/>
            <a:endParaRPr lang="en-GB" sz="2800" dirty="0">
              <a:solidFill>
                <a:schemeClr val="tx1"/>
              </a:solidFill>
            </a:endParaRPr>
          </a:p>
          <a:p>
            <a:pPr algn="ctr"/>
            <a:r>
              <a:rPr lang="en-GB" sz="2800" dirty="0">
                <a:solidFill>
                  <a:schemeClr val="tx1"/>
                </a:solidFill>
              </a:rPr>
              <a:t>ENGH1</a:t>
            </a:r>
          </a:p>
          <a:p>
            <a:pPr algn="ctr"/>
            <a:endParaRPr lang="en-GB" sz="2800" dirty="0">
              <a:solidFill>
                <a:schemeClr val="tx1"/>
              </a:solidFill>
            </a:endParaRPr>
          </a:p>
          <a:p>
            <a:pPr algn="ctr"/>
            <a:r>
              <a:rPr lang="en-GB" sz="2800" dirty="0">
                <a:solidFill>
                  <a:schemeClr val="tx1"/>
                </a:solidFill>
              </a:rPr>
              <a:t>MATH2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5F57839-3C91-41D4-891E-F2668C4F76FF}"/>
              </a:ext>
            </a:extLst>
          </p:cNvPr>
          <p:cNvSpPr/>
          <p:nvPr/>
        </p:nvSpPr>
        <p:spPr>
          <a:xfrm>
            <a:off x="9061373" y="1841343"/>
            <a:ext cx="2286919" cy="356831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14078</a:t>
            </a:r>
          </a:p>
          <a:p>
            <a:pPr algn="ctr"/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2800" dirty="0">
                <a:solidFill>
                  <a:schemeClr val="tx1"/>
                </a:solidFill>
              </a:rPr>
              <a:t>14079</a:t>
            </a:r>
          </a:p>
          <a:p>
            <a:pPr algn="ctr"/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2800" dirty="0">
                <a:solidFill>
                  <a:schemeClr val="tx1"/>
                </a:solidFill>
              </a:rPr>
              <a:t>14080</a:t>
            </a:r>
          </a:p>
          <a:p>
            <a:pPr algn="ctr"/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2800" dirty="0">
                <a:solidFill>
                  <a:schemeClr val="tx1"/>
                </a:solidFill>
              </a:rPr>
              <a:t>14081</a:t>
            </a:r>
          </a:p>
          <a:p>
            <a:pPr algn="ctr"/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2800" dirty="0">
                <a:solidFill>
                  <a:schemeClr val="tx1"/>
                </a:solidFill>
              </a:rPr>
              <a:t>14082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3154E4-4F98-4828-A8A6-8BD91857C554}"/>
              </a:ext>
            </a:extLst>
          </p:cNvPr>
          <p:cNvCxnSpPr>
            <a:cxnSpLocks/>
          </p:cNvCxnSpPr>
          <p:nvPr/>
        </p:nvCxnSpPr>
        <p:spPr>
          <a:xfrm flipH="1">
            <a:off x="6699162" y="2363446"/>
            <a:ext cx="2995646" cy="501257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280AF5C-3BA9-445A-AC26-215FBE5072CA}"/>
              </a:ext>
            </a:extLst>
          </p:cNvPr>
          <p:cNvCxnSpPr>
            <a:cxnSpLocks/>
          </p:cNvCxnSpPr>
          <p:nvPr/>
        </p:nvCxnSpPr>
        <p:spPr>
          <a:xfrm>
            <a:off x="6622777" y="3700537"/>
            <a:ext cx="3049738" cy="588909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2AD59F-AFA4-4935-B9F8-466BF3CFCB3A}"/>
              </a:ext>
            </a:extLst>
          </p:cNvPr>
          <p:cNvCxnSpPr>
            <a:cxnSpLocks/>
          </p:cNvCxnSpPr>
          <p:nvPr/>
        </p:nvCxnSpPr>
        <p:spPr>
          <a:xfrm flipH="1">
            <a:off x="6600482" y="3663666"/>
            <a:ext cx="3083327" cy="36871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F9330AC-F496-4803-964A-BF643BA71738}"/>
              </a:ext>
            </a:extLst>
          </p:cNvPr>
          <p:cNvCxnSpPr>
            <a:cxnSpLocks/>
          </p:cNvCxnSpPr>
          <p:nvPr/>
        </p:nvCxnSpPr>
        <p:spPr>
          <a:xfrm flipV="1">
            <a:off x="6622777" y="2352595"/>
            <a:ext cx="3083031" cy="2197351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05EBCCA-8A9A-4DF2-BF9E-51236B7C1065}"/>
              </a:ext>
            </a:extLst>
          </p:cNvPr>
          <p:cNvCxnSpPr>
            <a:cxnSpLocks/>
          </p:cNvCxnSpPr>
          <p:nvPr/>
        </p:nvCxnSpPr>
        <p:spPr>
          <a:xfrm flipH="1" flipV="1">
            <a:off x="6600483" y="3700537"/>
            <a:ext cx="3094325" cy="1218273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06EA09-106C-47AB-BF8C-11DDC8B5A669}"/>
              </a:ext>
            </a:extLst>
          </p:cNvPr>
          <p:cNvCxnSpPr>
            <a:cxnSpLocks/>
          </p:cNvCxnSpPr>
          <p:nvPr/>
        </p:nvCxnSpPr>
        <p:spPr>
          <a:xfrm flipH="1">
            <a:off x="6611483" y="3015358"/>
            <a:ext cx="3083325" cy="1534587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9FAEB1D-6A1C-4E46-A725-1911EDF7C7C0}"/>
              </a:ext>
            </a:extLst>
          </p:cNvPr>
          <p:cNvCxnSpPr>
            <a:cxnSpLocks/>
          </p:cNvCxnSpPr>
          <p:nvPr/>
        </p:nvCxnSpPr>
        <p:spPr>
          <a:xfrm flipH="1" flipV="1">
            <a:off x="6699162" y="2864704"/>
            <a:ext cx="2995646" cy="2054106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18AF839-650F-481D-86D4-AB07C526DC23}"/>
              </a:ext>
            </a:extLst>
          </p:cNvPr>
          <p:cNvCxnSpPr>
            <a:cxnSpLocks/>
          </p:cNvCxnSpPr>
          <p:nvPr/>
        </p:nvCxnSpPr>
        <p:spPr>
          <a:xfrm flipH="1">
            <a:off x="6611482" y="4289447"/>
            <a:ext cx="3083326" cy="260498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90145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1494</Words>
  <Application>Microsoft Office PowerPoint</Application>
  <PresentationFormat>Widescreen</PresentationFormat>
  <Paragraphs>823</Paragraphs>
  <Slides>31</Slides>
  <Notes>22</Notes>
  <HiddenSlides>13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Arial</vt:lpstr>
      <vt:lpstr>Calibri</vt:lpstr>
      <vt:lpstr>Calibri Light</vt:lpstr>
      <vt:lpstr>Consolas</vt:lpstr>
      <vt:lpstr>Office Theme</vt:lpstr>
      <vt:lpstr>Advanced Higher Computing Science</vt:lpstr>
      <vt:lpstr>Plan</vt:lpstr>
      <vt:lpstr>Plan</vt:lpstr>
      <vt:lpstr>Assessment</vt:lpstr>
      <vt:lpstr>Assessment</vt:lpstr>
      <vt:lpstr>What is a database?</vt:lpstr>
      <vt:lpstr>SQL</vt:lpstr>
      <vt:lpstr>Learning Intentions</vt:lpstr>
      <vt:lpstr>IN </vt:lpstr>
      <vt:lpstr>IN </vt:lpstr>
      <vt:lpstr>NOT </vt:lpstr>
      <vt:lpstr>NOT </vt:lpstr>
      <vt:lpstr>BETWEEN (1) </vt:lpstr>
      <vt:lpstr>BETWEEN (1) </vt:lpstr>
      <vt:lpstr>BETWEEN (2) </vt:lpstr>
      <vt:lpstr>BETWEEN (2) </vt:lpstr>
      <vt:lpstr>ANY </vt:lpstr>
      <vt:lpstr>ANY </vt:lpstr>
      <vt:lpstr>Order of Operations</vt:lpstr>
      <vt:lpstr>Order of Operations</vt:lpstr>
      <vt:lpstr>Using an Alias</vt:lpstr>
      <vt:lpstr>Using an Alias</vt:lpstr>
      <vt:lpstr>GROUP BY – Example</vt:lpstr>
      <vt:lpstr>GROUP BY – Example</vt:lpstr>
      <vt:lpstr>Learning Intentions</vt:lpstr>
      <vt:lpstr>Entity-Occurrence Diagram (1)</vt:lpstr>
      <vt:lpstr>Entity-Occurrence Diagram (1)</vt:lpstr>
      <vt:lpstr>Entity-Occurrence Diagram (2)</vt:lpstr>
      <vt:lpstr>Entity-Occurrence Diagram (2)</vt:lpstr>
      <vt:lpstr>Entity-Occurrence Diagram (3)</vt:lpstr>
      <vt:lpstr>Entity-Occurrence Diagram (3)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299</cp:revision>
  <cp:lastPrinted>2021-06-18T08:15:49Z</cp:lastPrinted>
  <dcterms:created xsi:type="dcterms:W3CDTF">2020-11-23T14:36:09Z</dcterms:created>
  <dcterms:modified xsi:type="dcterms:W3CDTF">2026-10-30T13:57:55Z</dcterms:modified>
</cp:coreProperties>
</file>