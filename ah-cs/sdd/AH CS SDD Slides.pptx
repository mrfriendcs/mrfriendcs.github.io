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7.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50" r:id="rId31"/>
    <p:sldId id="931" r:id="rId32"/>
    <p:sldId id="930" r:id="rId33"/>
    <p:sldId id="937" r:id="rId34"/>
    <p:sldId id="936" r:id="rId35"/>
    <p:sldId id="934" r:id="rId36"/>
    <p:sldId id="935" r:id="rId37"/>
    <p:sldId id="496" r:id="rId38"/>
    <p:sldId id="941" r:id="rId39"/>
    <p:sldId id="942" r:id="rId40"/>
    <p:sldId id="938" r:id="rId41"/>
    <p:sldId id="939" r:id="rId42"/>
    <p:sldId id="940" r:id="rId43"/>
    <p:sldId id="951" r:id="rId44"/>
    <p:sldId id="932" r:id="rId45"/>
    <p:sldId id="946" r:id="rId46"/>
    <p:sldId id="947" r:id="rId47"/>
    <p:sldId id="944" r:id="rId48"/>
    <p:sldId id="945" r:id="rId49"/>
    <p:sldId id="948" r:id="rId50"/>
    <p:sldId id="896" r:id="rId51"/>
    <p:sldId id="901" r:id="rId52"/>
    <p:sldId id="908" r:id="rId53"/>
    <p:sldId id="897" r:id="rId54"/>
    <p:sldId id="898" r:id="rId55"/>
    <p:sldId id="899" r:id="rId56"/>
    <p:sldId id="900" r:id="rId57"/>
    <p:sldId id="902" r:id="rId58"/>
    <p:sldId id="903" r:id="rId59"/>
    <p:sldId id="904" r:id="rId60"/>
    <p:sldId id="905" r:id="rId61"/>
    <p:sldId id="907" r:id="rId62"/>
    <p:sldId id="906" r:id="rId63"/>
    <p:sldId id="909" r:id="rId64"/>
    <p:sldId id="910" r:id="rId65"/>
    <p:sldId id="911" r:id="rId66"/>
    <p:sldId id="912" r:id="rId67"/>
    <p:sldId id="913" r:id="rId68"/>
    <p:sldId id="914" r:id="rId69"/>
    <p:sldId id="915" r:id="rId70"/>
    <p:sldId id="916" r:id="rId71"/>
    <p:sldId id="917" r:id="rId72"/>
    <p:sldId id="918" r:id="rId73"/>
    <p:sldId id="919" r:id="rId74"/>
    <p:sldId id="920" r:id="rId75"/>
    <p:sldId id="921" r:id="rId76"/>
    <p:sldId id="922" r:id="rId77"/>
    <p:sldId id="923" r:id="rId78"/>
    <p:sldId id="924" r:id="rId79"/>
    <p:sldId id="925" r:id="rId80"/>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2D arrays" id="{27323A92-59D0-436A-9933-4D26ADE496F8}">
          <p14:sldIdLst>
            <p14:sldId id="950"/>
          </p14:sldIdLst>
        </p14:section>
        <p14:section name="Standrad algorithms" id="{E51287A6-0098-4174-B5E3-AB1589BC3F19}">
          <p14:sldIdLst/>
        </p14:section>
        <p14:section name="Bubble sort" id="{CB9E1CF7-E71F-466A-A5C7-98C75F4475C9}">
          <p14:sldIdLst>
            <p14:sldId id="931"/>
            <p14:sldId id="930"/>
            <p14:sldId id="937"/>
            <p14:sldId id="936"/>
            <p14:sldId id="934"/>
            <p14:sldId id="935"/>
          </p14:sldIdLst>
        </p14:section>
        <p14:section name="Insertion sort" id="{02E12C54-831E-4A99-B743-31D5B861406D}">
          <p14:sldIdLst>
            <p14:sldId id="496"/>
            <p14:sldId id="941"/>
            <p14:sldId id="942"/>
            <p14:sldId id="938"/>
            <p14:sldId id="939"/>
            <p14:sldId id="940"/>
            <p14:sldId id="951"/>
          </p14:sldIdLst>
        </p14:section>
        <p14:section name="Binary search" id="{877E2555-C0E8-4F73-91B9-257005800B15}">
          <p14:sldIdLst>
            <p14:sldId id="932"/>
            <p14:sldId id="946"/>
            <p14:sldId id="947"/>
            <p14:sldId id="944"/>
            <p14:sldId id="945"/>
            <p14:sldId id="948"/>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83" dt="2026-09-02T21:41:29.2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86351" autoAdjust="0"/>
  </p:normalViewPr>
  <p:slideViewPr>
    <p:cSldViewPr snapToGrid="0" showGuides="1">
      <p:cViewPr varScale="1">
        <p:scale>
          <a:sx n="62" d="100"/>
          <a:sy n="62" d="100"/>
        </p:scale>
        <p:origin x="77" y="31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86"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2T21:48:36.880" v="5312" actId="17846"/>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grpChg chg="del mod">
          <ac:chgData name="Al Friend" userId="e5ed79da-d858-46d4-9eed-a7a24903f2de" providerId="ADAL" clId="{6CF5D3DD-A8C4-4611-8099-4AEB2E976A2E}" dt="2026-09-01T19:57:49.407" v="4892"/>
          <ac:grpSpMkLst>
            <pc:docMk/>
            <pc:sldMk cId="3895107268" sldId="883"/>
            <ac:grpSpMk id="61" creationId="{A535B83C-3E75-FB0E-7EA0-22B4F69C128D}"/>
          </ac:grpSpMkLst>
        </pc:grpChg>
        <pc:inkChg chg="del mod">
          <ac:chgData name="Al Friend" userId="e5ed79da-d858-46d4-9eed-a7a24903f2de" providerId="ADAL" clId="{6CF5D3DD-A8C4-4611-8099-4AEB2E976A2E}" dt="2026-09-01T19:57:49.407" v="4892"/>
          <ac:inkMkLst>
            <pc:docMk/>
            <pc:sldMk cId="3895107268" sldId="883"/>
            <ac:inkMk id="29" creationId="{3BEFE175-41FF-B259-F23F-0B21B81FC457}"/>
          </ac:inkMkLst>
        </pc:inkChg>
        <pc:inkChg chg="del mod">
          <ac:chgData name="Al Friend" userId="e5ed79da-d858-46d4-9eed-a7a24903f2de" providerId="ADAL" clId="{6CF5D3DD-A8C4-4611-8099-4AEB2E976A2E}" dt="2026-09-01T19:57:49.405" v="4882"/>
          <ac:inkMkLst>
            <pc:docMk/>
            <pc:sldMk cId="3895107268" sldId="883"/>
            <ac:inkMk id="30" creationId="{2FB1D98E-7BB1-29B2-65CF-7A14ECB3734C}"/>
          </ac:inkMkLst>
        </pc:inkChg>
        <pc:inkChg chg="del mod">
          <ac:chgData name="Al Friend" userId="e5ed79da-d858-46d4-9eed-a7a24903f2de" providerId="ADAL" clId="{6CF5D3DD-A8C4-4611-8099-4AEB2E976A2E}" dt="2026-09-01T19:57:49.407" v="4893"/>
          <ac:inkMkLst>
            <pc:docMk/>
            <pc:sldMk cId="3895107268" sldId="883"/>
            <ac:inkMk id="34" creationId="{F7FBED60-FABB-4F97-27A1-E148BC2F64FA}"/>
          </ac:inkMkLst>
        </pc:inkChg>
        <pc:inkChg chg="del mod">
          <ac:chgData name="Al Friend" userId="e5ed79da-d858-46d4-9eed-a7a24903f2de" providerId="ADAL" clId="{6CF5D3DD-A8C4-4611-8099-4AEB2E976A2E}" dt="2026-09-01T19:57:49.405" v="4879"/>
          <ac:inkMkLst>
            <pc:docMk/>
            <pc:sldMk cId="3895107268" sldId="883"/>
            <ac:inkMk id="35" creationId="{E3626425-9FAD-F161-BAE9-01C09617F30F}"/>
          </ac:inkMkLst>
        </pc:inkChg>
        <pc:inkChg chg="del mod">
          <ac:chgData name="Al Friend" userId="e5ed79da-d858-46d4-9eed-a7a24903f2de" providerId="ADAL" clId="{6CF5D3DD-A8C4-4611-8099-4AEB2E976A2E}" dt="2026-09-01T19:57:49.407" v="4891"/>
          <ac:inkMkLst>
            <pc:docMk/>
            <pc:sldMk cId="3895107268" sldId="883"/>
            <ac:inkMk id="36" creationId="{98700BDD-0038-9044-CA93-1AF39DCDFAD8}"/>
          </ac:inkMkLst>
        </pc:inkChg>
        <pc:inkChg chg="del mod">
          <ac:chgData name="Al Friend" userId="e5ed79da-d858-46d4-9eed-a7a24903f2de" providerId="ADAL" clId="{6CF5D3DD-A8C4-4611-8099-4AEB2E976A2E}" dt="2026-09-01T19:57:49.405" v="4888"/>
          <ac:inkMkLst>
            <pc:docMk/>
            <pc:sldMk cId="3895107268" sldId="883"/>
            <ac:inkMk id="38" creationId="{95C54021-CEB2-DA3D-4962-B331B4D5CCFF}"/>
          </ac:inkMkLst>
        </pc:inkChg>
        <pc:inkChg chg="del mod">
          <ac:chgData name="Al Friend" userId="e5ed79da-d858-46d4-9eed-a7a24903f2de" providerId="ADAL" clId="{6CF5D3DD-A8C4-4611-8099-4AEB2E976A2E}" dt="2026-09-01T19:57:49.405" v="4889"/>
          <ac:inkMkLst>
            <pc:docMk/>
            <pc:sldMk cId="3895107268" sldId="883"/>
            <ac:inkMk id="41" creationId="{34423C1D-FE7B-9303-1851-419A0DE38944}"/>
          </ac:inkMkLst>
        </pc:inkChg>
        <pc:inkChg chg="del mod">
          <ac:chgData name="Al Friend" userId="e5ed79da-d858-46d4-9eed-a7a24903f2de" providerId="ADAL" clId="{6CF5D3DD-A8C4-4611-8099-4AEB2E976A2E}" dt="2026-09-01T19:57:49.403" v="4871"/>
          <ac:inkMkLst>
            <pc:docMk/>
            <pc:sldMk cId="3895107268" sldId="883"/>
            <ac:inkMk id="44" creationId="{625A2485-7D96-1A96-ABCC-333631ADCE8A}"/>
          </ac:inkMkLst>
        </pc:inkChg>
        <pc:inkChg chg="del mod">
          <ac:chgData name="Al Friend" userId="e5ed79da-d858-46d4-9eed-a7a24903f2de" providerId="ADAL" clId="{6CF5D3DD-A8C4-4611-8099-4AEB2E976A2E}" dt="2026-09-01T19:57:49.405" v="4883"/>
          <ac:inkMkLst>
            <pc:docMk/>
            <pc:sldMk cId="3895107268" sldId="883"/>
            <ac:inkMk id="45" creationId="{547E67B3-4E7A-FF90-7D93-2BFCDE8338EC}"/>
          </ac:inkMkLst>
        </pc:inkChg>
        <pc:inkChg chg="del mod">
          <ac:chgData name="Al Friend" userId="e5ed79da-d858-46d4-9eed-a7a24903f2de" providerId="ADAL" clId="{6CF5D3DD-A8C4-4611-8099-4AEB2E976A2E}" dt="2026-09-01T19:57:49.405" v="4884"/>
          <ac:inkMkLst>
            <pc:docMk/>
            <pc:sldMk cId="3895107268" sldId="883"/>
            <ac:inkMk id="48" creationId="{4AA23A4D-4133-8970-5DED-AA6C8751742E}"/>
          </ac:inkMkLst>
        </pc:inkChg>
        <pc:inkChg chg="del mod">
          <ac:chgData name="Al Friend" userId="e5ed79da-d858-46d4-9eed-a7a24903f2de" providerId="ADAL" clId="{6CF5D3DD-A8C4-4611-8099-4AEB2E976A2E}" dt="2026-09-01T19:57:49.403" v="4874"/>
          <ac:inkMkLst>
            <pc:docMk/>
            <pc:sldMk cId="3895107268" sldId="883"/>
            <ac:inkMk id="49" creationId="{C3CDB17A-FA28-9677-C95F-E1229C0F3253}"/>
          </ac:inkMkLst>
        </pc:inkChg>
        <pc:inkChg chg="del mod">
          <ac:chgData name="Al Friend" userId="e5ed79da-d858-46d4-9eed-a7a24903f2de" providerId="ADAL" clId="{6CF5D3DD-A8C4-4611-8099-4AEB2E976A2E}" dt="2026-09-01T19:57:49.405" v="4885"/>
          <ac:inkMkLst>
            <pc:docMk/>
            <pc:sldMk cId="3895107268" sldId="883"/>
            <ac:inkMk id="50" creationId="{E8006EC1-8EC5-52A5-6586-074763B85336}"/>
          </ac:inkMkLst>
        </pc:inkChg>
        <pc:inkChg chg="del mod">
          <ac:chgData name="Al Friend" userId="e5ed79da-d858-46d4-9eed-a7a24903f2de" providerId="ADAL" clId="{6CF5D3DD-A8C4-4611-8099-4AEB2E976A2E}" dt="2026-09-01T19:57:49.405" v="4886"/>
          <ac:inkMkLst>
            <pc:docMk/>
            <pc:sldMk cId="3895107268" sldId="883"/>
            <ac:inkMk id="51" creationId="{EC745E73-3BA4-D55B-A44E-CF38C5D933E1}"/>
          </ac:inkMkLst>
        </pc:inkChg>
        <pc:inkChg chg="del mod">
          <ac:chgData name="Al Friend" userId="e5ed79da-d858-46d4-9eed-a7a24903f2de" providerId="ADAL" clId="{6CF5D3DD-A8C4-4611-8099-4AEB2E976A2E}" dt="2026-09-01T19:57:49.405" v="4878"/>
          <ac:inkMkLst>
            <pc:docMk/>
            <pc:sldMk cId="3895107268" sldId="883"/>
            <ac:inkMk id="52" creationId="{4CE4CB10-9D17-9631-900D-4B72FE4FACA5}"/>
          </ac:inkMkLst>
        </pc:inkChg>
        <pc:inkChg chg="del mod">
          <ac:chgData name="Al Friend" userId="e5ed79da-d858-46d4-9eed-a7a24903f2de" providerId="ADAL" clId="{6CF5D3DD-A8C4-4611-8099-4AEB2E976A2E}" dt="2026-09-01T19:57:49.405" v="4887"/>
          <ac:inkMkLst>
            <pc:docMk/>
            <pc:sldMk cId="3895107268" sldId="883"/>
            <ac:inkMk id="54" creationId="{61603BA9-CD49-ED24-DD42-073FCD38F8E2}"/>
          </ac:inkMkLst>
        </pc:inkChg>
        <pc:inkChg chg="del mod">
          <ac:chgData name="Al Friend" userId="e5ed79da-d858-46d4-9eed-a7a24903f2de" providerId="ADAL" clId="{6CF5D3DD-A8C4-4611-8099-4AEB2E976A2E}" dt="2026-09-01T19:57:49.405" v="4881"/>
          <ac:inkMkLst>
            <pc:docMk/>
            <pc:sldMk cId="3895107268" sldId="883"/>
            <ac:inkMk id="55" creationId="{CE80F143-1B05-13B2-CCBA-1F20F957B558}"/>
          </ac:inkMkLst>
        </pc:inkChg>
        <pc:inkChg chg="mod">
          <ac:chgData name="Al Friend" userId="e5ed79da-d858-46d4-9eed-a7a24903f2de" providerId="ADAL" clId="{6CF5D3DD-A8C4-4611-8099-4AEB2E976A2E}" dt="2026-09-01T19:57:49.405" v="4879"/>
          <ac:inkMkLst>
            <pc:docMk/>
            <pc:sldMk cId="3895107268" sldId="883"/>
            <ac:inkMk id="57" creationId="{CD4B6D30-254E-E3E9-D7D0-50C7B100D7DB}"/>
          </ac:inkMkLst>
        </pc:inkChg>
        <pc:inkChg chg="del mod">
          <ac:chgData name="Al Friend" userId="e5ed79da-d858-46d4-9eed-a7a24903f2de" providerId="ADAL" clId="{6CF5D3DD-A8C4-4611-8099-4AEB2E976A2E}" dt="2026-09-01T19:57:49.403" v="4872"/>
          <ac:inkMkLst>
            <pc:docMk/>
            <pc:sldMk cId="3895107268" sldId="883"/>
            <ac:inkMk id="59" creationId="{869FE541-24C7-F093-541E-2A62D92BC6A5}"/>
          </ac:inkMkLst>
        </pc:inkChg>
        <pc:inkChg chg="del mod">
          <ac:chgData name="Al Friend" userId="e5ed79da-d858-46d4-9eed-a7a24903f2de" providerId="ADAL" clId="{6CF5D3DD-A8C4-4611-8099-4AEB2E976A2E}" dt="2026-09-01T19:57:49.407" v="4890"/>
          <ac:inkMkLst>
            <pc:docMk/>
            <pc:sldMk cId="3895107268" sldId="883"/>
            <ac:inkMk id="60" creationId="{5B9E4FB9-5F4E-1D24-7B6F-D52EAFE5A030}"/>
          </ac:inkMkLst>
        </pc:ink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modShow">
        <pc:chgData name="Al Friend" userId="e5ed79da-d858-46d4-9eed-a7a24903f2de" providerId="ADAL" clId="{6CF5D3DD-A8C4-4611-8099-4AEB2E976A2E}" dt="2026-09-01T19:46:11.917" v="4826" actId="729"/>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1T19:48:31.645" v="4834" actId="20577"/>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modAnim">
        <pc:chgData name="Al Friend" userId="e5ed79da-d858-46d4-9eed-a7a24903f2de" providerId="ADAL" clId="{6CF5D3DD-A8C4-4611-8099-4AEB2E976A2E}" dt="2026-09-02T21:42:29.848" v="5310" actId="1076"/>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02T21:42:29.848" v="5310" actId="1076"/>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02T21:42:05.042" v="5269" actId="1038"/>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02T21:41:50.999" v="5228" actId="1035"/>
          <ac:cxnSpMkLst>
            <pc:docMk/>
            <pc:sldMk cId="1449326233" sldId="950"/>
            <ac:cxnSpMk id="6" creationId="{EADD1197-9205-38C3-A022-8B2C31FC915E}"/>
          </ac:cxnSpMkLst>
        </pc:cxnChg>
        <pc:cxnChg chg="add mod">
          <ac:chgData name="Al Friend" userId="e5ed79da-d858-46d4-9eed-a7a24903f2de" providerId="ADAL" clId="{6CF5D3DD-A8C4-4611-8099-4AEB2E976A2E}" dt="2026-09-02T21:42:16.172" v="5309" actId="1037"/>
          <ac:cxnSpMkLst>
            <pc:docMk/>
            <pc:sldMk cId="1449326233" sldId="950"/>
            <ac:cxnSpMk id="7" creationId="{547170F2-3D54-B276-65BC-7896487A9B1B}"/>
          </ac:cxnSpMkLst>
        </pc:cxn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3T14:59:41.844" v="2797" actId="12789"/>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modAnim">
        <pc:chgData name="Al Friend" userId="e5ed79da-d858-46d4-9eed-a7a24903f2de" providerId="ADAL" clId="{4885A6DF-90C9-4AE3-9F0B-92B3ECABFA28}" dt="2026-09-02T11:11:06.411" v="1613" actId="20577"/>
        <pc:sldMkLst>
          <pc:docMk/>
          <pc:sldMk cId="2047793123" sldId="888"/>
        </pc:sldMkLst>
        <pc:spChg chg="mod">
          <ac:chgData name="Al Friend" userId="e5ed79da-d858-46d4-9eed-a7a24903f2de" providerId="ADAL" clId="{4885A6DF-90C9-4AE3-9F0B-92B3ECABFA28}" dt="2026-09-02T11:11:06.411" v="1613" actId="20577"/>
          <ac:spMkLst>
            <pc:docMk/>
            <pc:sldMk cId="2047793123" sldId="888"/>
            <ac:spMk id="3" creationId="{246B11CC-3339-C315-0BE8-FA4C1D5275B4}"/>
          </ac:spMkLst>
        </pc:spChg>
      </pc:sldChg>
      <pc:sldChg chg="addSp delSp modSp add modAnim">
        <pc:chgData name="Al Friend" userId="e5ed79da-d858-46d4-9eed-a7a24903f2de" providerId="ADAL" clId="{4885A6DF-90C9-4AE3-9F0B-92B3ECABFA28}" dt="2026-09-03T12:20:34.529" v="2001" actId="20577"/>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9-03T12:20:34.529" v="2001" actId="20577"/>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3T12:30:51.491" v="2082" actId="20577"/>
        <pc:sldMkLst>
          <pc:docMk/>
          <pc:sldMk cId="3684908731" sldId="938"/>
        </pc:sldMkLst>
        <pc:spChg chg="mod">
          <ac:chgData name="Al Friend" userId="e5ed79da-d858-46d4-9eed-a7a24903f2de" providerId="ADAL" clId="{4885A6DF-90C9-4AE3-9F0B-92B3ECABFA28}" dt="2026-09-03T12:24:12.981" v="2002" actId="1076"/>
          <ac:spMkLst>
            <pc:docMk/>
            <pc:sldMk cId="3684908731" sldId="938"/>
            <ac:spMk id="2" creationId="{32562A35-8444-352D-484E-CB7ACC45B800}"/>
          </ac:spMkLst>
        </pc:spChg>
        <pc:spChg chg="add del mod">
          <ac:chgData name="Al Friend" userId="e5ed79da-d858-46d4-9eed-a7a24903f2de" providerId="ADAL" clId="{4885A6DF-90C9-4AE3-9F0B-92B3ECABFA28}" dt="2026-09-03T12:26:22.329" v="2022"/>
          <ac:spMkLst>
            <pc:docMk/>
            <pc:sldMk cId="3684908731" sldId="938"/>
            <ac:spMk id="11" creationId="{2309FD19-BB21-48D2-B120-63E665B3E0FB}"/>
          </ac:spMkLst>
        </pc:spChg>
        <pc:spChg chg="mod">
          <ac:chgData name="Al Friend" userId="e5ed79da-d858-46d4-9eed-a7a24903f2de" providerId="ADAL" clId="{4885A6DF-90C9-4AE3-9F0B-92B3ECABFA28}" dt="2026-09-03T12:24:24.276" v="2004" actId="1076"/>
          <ac:spMkLst>
            <pc:docMk/>
            <pc:sldMk cId="3684908731" sldId="938"/>
            <ac:spMk id="16" creationId="{DF4B92F4-40E8-2470-4549-164EBE6692A6}"/>
          </ac:spMkLst>
        </pc:spChg>
        <pc:spChg chg="del">
          <ac:chgData name="Al Friend" userId="e5ed79da-d858-46d4-9eed-a7a24903f2de" providerId="ADAL" clId="{4885A6DF-90C9-4AE3-9F0B-92B3ECABFA28}" dt="2026-09-01T12:51:48.431" v="567" actId="478"/>
          <ac:spMkLst>
            <pc:docMk/>
            <pc:sldMk cId="3684908731" sldId="938"/>
            <ac:spMk id="18" creationId="{4D1B6E9A-BCD7-3D15-D7E9-8444DAE8FACA}"/>
          </ac:spMkLst>
        </pc:spChg>
        <pc:grpChg chg="add mod">
          <ac:chgData name="Al Friend" userId="e5ed79da-d858-46d4-9eed-a7a24903f2de" providerId="ADAL" clId="{4885A6DF-90C9-4AE3-9F0B-92B3ECABFA28}" dt="2026-09-03T12:24:43.748" v="2013" actId="1037"/>
          <ac:grpSpMkLst>
            <pc:docMk/>
            <pc:sldMk cId="3684908731" sldId="938"/>
            <ac:grpSpMk id="13" creationId="{3AF2A79B-9D6A-4A13-B925-390B6A22FE40}"/>
          </ac:grpSpMkLst>
        </pc:grpChg>
        <pc:grpChg chg="add mod">
          <ac:chgData name="Al Friend" userId="e5ed79da-d858-46d4-9eed-a7a24903f2de" providerId="ADAL" clId="{4885A6DF-90C9-4AE3-9F0B-92B3ECABFA28}" dt="2026-09-03T12:26:51.236" v="2034" actId="1036"/>
          <ac:grpSpMkLst>
            <pc:docMk/>
            <pc:sldMk cId="3684908731" sldId="938"/>
            <ac:grpSpMk id="21" creationId="{A0C19CCB-F8CA-40B0-8A21-97657AE58BDA}"/>
          </ac:grpSpMkLst>
        </pc:grpChg>
        <pc:grpChg chg="mod">
          <ac:chgData name="Al Friend" userId="e5ed79da-d858-46d4-9eed-a7a24903f2de" providerId="ADAL" clId="{4885A6DF-90C9-4AE3-9F0B-92B3ECABFA28}" dt="2026-09-03T12:26:43.033" v="2026"/>
          <ac:grpSpMkLst>
            <pc:docMk/>
            <pc:sldMk cId="3684908731" sldId="938"/>
            <ac:grpSpMk id="22" creationId="{7E6AFC6F-DEA8-4A3C-ABFE-4342BAE4DAE0}"/>
          </ac:grpSpMkLst>
        </pc:grpChg>
        <pc:graphicFrameChg chg="mod modGraphic">
          <ac:chgData name="Al Friend" userId="e5ed79da-d858-46d4-9eed-a7a24903f2de" providerId="ADAL" clId="{4885A6DF-90C9-4AE3-9F0B-92B3ECABFA28}" dt="2026-09-03T12:30:49.938" v="2080" actId="20577"/>
          <ac:graphicFrameMkLst>
            <pc:docMk/>
            <pc:sldMk cId="3684908731" sldId="938"/>
            <ac:graphicFrameMk id="5" creationId="{B35CB9EF-CB7D-0095-1CD4-9574D3E39B38}"/>
          </ac:graphicFrameMkLst>
        </pc:graphicFrameChg>
        <pc:graphicFrameChg chg="del mod modGraphic">
          <ac:chgData name="Al Friend" userId="e5ed79da-d858-46d4-9eed-a7a24903f2de" providerId="ADAL" clId="{4885A6DF-90C9-4AE3-9F0B-92B3ECABFA28}" dt="2026-09-03T12:26:22.329" v="2022"/>
          <ac:graphicFrameMkLst>
            <pc:docMk/>
            <pc:sldMk cId="3684908731" sldId="938"/>
            <ac:graphicFrameMk id="6" creationId="{2A40BFD7-F265-20FC-5BE6-7FE3A9EE2B19}"/>
          </ac:graphicFrameMkLst>
        </pc:graphicFrameChg>
        <pc:graphicFrameChg chg="del mod modGraphic">
          <ac:chgData name="Al Friend" userId="e5ed79da-d858-46d4-9eed-a7a24903f2de" providerId="ADAL" clId="{4885A6DF-90C9-4AE3-9F0B-92B3ECABFA28}" dt="2026-09-03T12:26:22.329" v="2022"/>
          <ac:graphicFrameMkLst>
            <pc:docMk/>
            <pc:sldMk cId="3684908731" sldId="938"/>
            <ac:graphicFrameMk id="7" creationId="{3E30EAA9-4C00-570B-5B89-5CAE14E1E86C}"/>
          </ac:graphicFrameMkLst>
        </pc:graphicFrameChg>
        <pc:graphicFrameChg chg="mod">
          <ac:chgData name="Al Friend" userId="e5ed79da-d858-46d4-9eed-a7a24903f2de" providerId="ADAL" clId="{4885A6DF-90C9-4AE3-9F0B-92B3ECABFA28}" dt="2026-09-03T12:24:19.043" v="2003" actId="1076"/>
          <ac:graphicFrameMkLst>
            <pc:docMk/>
            <pc:sldMk cId="3684908731" sldId="938"/>
            <ac:graphicFrameMk id="8" creationId="{15C64F76-2908-C640-93C6-1C1CD349C3CF}"/>
          </ac:graphicFrameMkLst>
        </pc:graphicFrameChg>
        <pc:graphicFrameChg chg="mod modGraphic">
          <ac:chgData name="Al Friend" userId="e5ed79da-d858-46d4-9eed-a7a24903f2de" providerId="ADAL" clId="{4885A6DF-90C9-4AE3-9F0B-92B3ECABFA28}" dt="2026-09-03T12:30:51.491" v="2082" actId="20577"/>
          <ac:graphicFrameMkLst>
            <pc:docMk/>
            <pc:sldMk cId="3684908731" sldId="938"/>
            <ac:graphicFrameMk id="12" creationId="{05247951-AF84-5501-4EEA-2507054A7CCD}"/>
          </ac:graphicFrameMkLst>
        </pc:graphicFrameChg>
        <pc:graphicFrameChg chg="mod modGraphic">
          <ac:chgData name="Al Friend" userId="e5ed79da-d858-46d4-9eed-a7a24903f2de" providerId="ADAL" clId="{4885A6DF-90C9-4AE3-9F0B-92B3ECABFA28}" dt="2026-09-03T12:30:50.741" v="2081"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3T12:30:57.604" v="2086" actId="20577"/>
        <pc:sldMkLst>
          <pc:docMk/>
          <pc:sldMk cId="3499305320" sldId="939"/>
        </pc:sldMkLst>
        <pc:spChg chg="add del">
          <ac:chgData name="Al Friend" userId="e5ed79da-d858-46d4-9eed-a7a24903f2de" providerId="ADAL" clId="{4885A6DF-90C9-4AE3-9F0B-92B3ECABFA28}" dt="2026-09-01T12:56:36.399" v="614"/>
          <ac:spMkLst>
            <pc:docMk/>
            <pc:sldMk cId="3499305320" sldId="939"/>
            <ac:spMk id="3" creationId="{96D80B89-7050-4C04-B7F2-50ABC8899A25}"/>
          </ac:spMkLst>
        </pc:spChg>
        <pc:spChg chg="mod">
          <ac:chgData name="Al Friend" userId="e5ed79da-d858-46d4-9eed-a7a24903f2de" providerId="ADAL" clId="{4885A6DF-90C9-4AE3-9F0B-92B3ECABFA28}" dt="2026-09-03T12:30:26.580" v="2078" actId="207"/>
          <ac:spMkLst>
            <pc:docMk/>
            <pc:sldMk cId="3499305320" sldId="939"/>
            <ac:spMk id="11" creationId="{2309FD19-BB21-48D2-B120-63E665B3E0FB}"/>
          </ac:spMkLst>
        </pc:spChg>
        <pc:spChg chg="add mod">
          <ac:chgData name="Al Friend" userId="e5ed79da-d858-46d4-9eed-a7a24903f2de" providerId="ADAL" clId="{4885A6DF-90C9-4AE3-9F0B-92B3ECABFA28}" dt="2026-09-03T12:26:28.717" v="2024" actId="1076"/>
          <ac:spMkLst>
            <pc:docMk/>
            <pc:sldMk cId="3499305320" sldId="939"/>
            <ac:spMk id="16" creationId="{87BB941C-8DDD-4827-BE22-36AC1E39248C}"/>
          </ac:spMkLst>
        </pc:spChg>
        <pc:spChg chg="del">
          <ac:chgData name="Al Friend" userId="e5ed79da-d858-46d4-9eed-a7a24903f2de" providerId="ADAL" clId="{4885A6DF-90C9-4AE3-9F0B-92B3ECABFA28}" dt="2026-09-01T12:53:02.798" v="584" actId="478"/>
          <ac:spMkLst>
            <pc:docMk/>
            <pc:sldMk cId="3499305320" sldId="939"/>
            <ac:spMk id="16" creationId="{DF4B92F4-40E8-2470-4549-164EBE6692A6}"/>
          </ac:spMkLst>
        </pc:spChg>
        <pc:spChg chg="add del mod">
          <ac:chgData name="Al Friend" userId="e5ed79da-d858-46d4-9eed-a7a24903f2de" providerId="ADAL" clId="{4885A6DF-90C9-4AE3-9F0B-92B3ECABFA28}" dt="2026-09-03T12:27:56.232" v="2043"/>
          <ac:spMkLst>
            <pc:docMk/>
            <pc:sldMk cId="3499305320" sldId="939"/>
            <ac:spMk id="17" creationId="{88F9DFC4-3D95-497E-B59A-C82E2B3F45CA}"/>
          </ac:spMkLst>
        </pc:spChg>
        <pc:spChg chg="add del">
          <ac:chgData name="Al Friend" userId="e5ed79da-d858-46d4-9eed-a7a24903f2de" providerId="ADAL" clId="{4885A6DF-90C9-4AE3-9F0B-92B3ECABFA28}" dt="2026-09-01T12:56:23.574" v="610" actId="478"/>
          <ac:spMkLst>
            <pc:docMk/>
            <pc:sldMk cId="3499305320" sldId="939"/>
            <ac:spMk id="18" creationId="{1431C318-7F61-471C-AE3B-9E434A1D162E}"/>
          </ac:spMkLst>
        </pc:spChg>
        <pc:spChg chg="add del mod">
          <ac:chgData name="Al Friend" userId="e5ed79da-d858-46d4-9eed-a7a24903f2de" providerId="ADAL" clId="{4885A6DF-90C9-4AE3-9F0B-92B3ECABFA28}" dt="2026-09-03T12:26:04.265" v="2017"/>
          <ac:spMkLst>
            <pc:docMk/>
            <pc:sldMk cId="3499305320" sldId="939"/>
            <ac:spMk id="21" creationId="{A4C7342B-8D6B-4CCF-A174-9DB52E13158C}"/>
          </ac:spMkLst>
        </pc:spChg>
        <pc:grpChg chg="add mod">
          <ac:chgData name="Al Friend" userId="e5ed79da-d858-46d4-9eed-a7a24903f2de" providerId="ADAL" clId="{4885A6DF-90C9-4AE3-9F0B-92B3ECABFA28}" dt="2026-09-03T12:29:13.043" v="2049" actId="1037"/>
          <ac:grpSpMkLst>
            <pc:docMk/>
            <pc:sldMk cId="3499305320" sldId="939"/>
            <ac:grpSpMk id="18" creationId="{DABE769F-F13F-4C26-B54D-05FD87770F84}"/>
          </ac:grpSpMkLst>
        </pc:grpChg>
        <pc:graphicFrameChg chg="del">
          <ac:chgData name="Al Friend" userId="e5ed79da-d858-46d4-9eed-a7a24903f2de" providerId="ADAL" clId="{4885A6DF-90C9-4AE3-9F0B-92B3ECABFA28}" dt="2026-09-01T12:52:59.284" v="582" actId="478"/>
          <ac:graphicFrameMkLst>
            <pc:docMk/>
            <pc:sldMk cId="3499305320" sldId="939"/>
            <ac:graphicFrameMk id="5" creationId="{B35CB9EF-CB7D-0095-1CD4-9574D3E39B38}"/>
          </ac:graphicFrameMkLst>
        </pc:graphicFrameChg>
        <pc:graphicFrameChg chg="del modGraphic">
          <ac:chgData name="Al Friend" userId="e5ed79da-d858-46d4-9eed-a7a24903f2de" providerId="ADAL" clId="{4885A6DF-90C9-4AE3-9F0B-92B3ECABFA28}" dt="2026-09-01T12:53:05.571" v="586" actId="478"/>
          <ac:graphicFrameMkLst>
            <pc:docMk/>
            <pc:sldMk cId="3499305320" sldId="939"/>
            <ac:graphicFrameMk id="6" creationId="{2A40BFD7-F265-20FC-5BE6-7FE3A9EE2B19}"/>
          </ac:graphicFrameMkLst>
        </pc:graphicFrameChg>
        <pc:graphicFrameChg chg="mod modGraphic">
          <ac:chgData name="Al Friend" userId="e5ed79da-d858-46d4-9eed-a7a24903f2de" providerId="ADAL" clId="{4885A6DF-90C9-4AE3-9F0B-92B3ECABFA28}" dt="2026-09-03T12:30:56.019" v="2085" actId="20577"/>
          <ac:graphicFrameMkLst>
            <pc:docMk/>
            <pc:sldMk cId="3499305320" sldId="939"/>
            <ac:graphicFrameMk id="7" creationId="{3E30EAA9-4C00-570B-5B89-5CAE14E1E86C}"/>
          </ac:graphicFrameMkLst>
        </pc:graphicFrameChg>
        <pc:graphicFrameChg chg="del">
          <ac:chgData name="Al Friend" userId="e5ed79da-d858-46d4-9eed-a7a24903f2de" providerId="ADAL" clId="{4885A6DF-90C9-4AE3-9F0B-92B3ECABFA28}" dt="2026-09-01T12:53:04.406" v="585" actId="478"/>
          <ac:graphicFrameMkLst>
            <pc:docMk/>
            <pc:sldMk cId="3499305320" sldId="939"/>
            <ac:graphicFrameMk id="12" creationId="{05247951-AF84-5501-4EEA-2507054A7CCD}"/>
          </ac:graphicFrameMkLst>
        </pc:graphicFrameChg>
        <pc:graphicFrameChg chg="add mod modGraphic">
          <ac:chgData name="Al Friend" userId="e5ed79da-d858-46d4-9eed-a7a24903f2de" providerId="ADAL" clId="{4885A6DF-90C9-4AE3-9F0B-92B3ECABFA28}" dt="2026-09-03T12:30:54.611" v="2083" actId="20577"/>
          <ac:graphicFrameMkLst>
            <pc:docMk/>
            <pc:sldMk cId="3499305320" sldId="939"/>
            <ac:graphicFrameMk id="12" creationId="{BE6D9538-CB46-465E-80FF-7142F11A169B}"/>
          </ac:graphicFrameMkLst>
        </pc:graphicFrameChg>
        <pc:graphicFrameChg chg="add mod modGraphic">
          <ac:chgData name="Al Friend" userId="e5ed79da-d858-46d4-9eed-a7a24903f2de" providerId="ADAL" clId="{4885A6DF-90C9-4AE3-9F0B-92B3ECABFA28}" dt="2026-09-03T12:30:57.604" v="2086" actId="20577"/>
          <ac:graphicFrameMkLst>
            <pc:docMk/>
            <pc:sldMk cId="3499305320" sldId="939"/>
            <ac:graphicFrameMk id="13" creationId="{031C4D91-E3D7-477B-BEA9-9118804B9D2F}"/>
          </ac:graphicFrameMkLst>
        </pc:graphicFrameChg>
        <pc:graphicFrameChg chg="add del mod modGraphic">
          <ac:chgData name="Al Friend" userId="e5ed79da-d858-46d4-9eed-a7a24903f2de" providerId="ADAL" clId="{4885A6DF-90C9-4AE3-9F0B-92B3ECABFA28}" dt="2026-09-03T12:27:56.232" v="2043"/>
          <ac:graphicFrameMkLst>
            <pc:docMk/>
            <pc:sldMk cId="3499305320" sldId="939"/>
            <ac:graphicFrameMk id="14" creationId="{FA04C2D2-7C08-4D75-8F62-CDC82104BF5F}"/>
          </ac:graphicFrameMkLst>
        </pc:graphicFrameChg>
        <pc:graphicFrameChg chg="del">
          <ac:chgData name="Al Friend" userId="e5ed79da-d858-46d4-9eed-a7a24903f2de" providerId="ADAL" clId="{4885A6DF-90C9-4AE3-9F0B-92B3ECABFA28}" dt="2026-09-01T12:53:01.456" v="583" actId="478"/>
          <ac:graphicFrameMkLst>
            <pc:docMk/>
            <pc:sldMk cId="3499305320" sldId="939"/>
            <ac:graphicFrameMk id="15" creationId="{7CDE9E83-790D-745A-48D6-D3D543E69A3B}"/>
          </ac:graphicFrameMkLst>
        </pc:graphicFrameChg>
        <pc:graphicFrameChg chg="add mod modGraphic">
          <ac:chgData name="Al Friend" userId="e5ed79da-d858-46d4-9eed-a7a24903f2de" providerId="ADAL" clId="{4885A6DF-90C9-4AE3-9F0B-92B3ECABFA28}" dt="2026-09-03T12:30:55.219" v="2084" actId="20577"/>
          <ac:graphicFrameMkLst>
            <pc:docMk/>
            <pc:sldMk cId="3499305320" sldId="939"/>
            <ac:graphicFrameMk id="15" creationId="{CFD8CE2D-084E-4857-B98F-E6734377C991}"/>
          </ac:graphicFrameMkLst>
        </pc:graphicFrameChg>
        <pc:graphicFrameChg chg="add del mod modGraphic">
          <ac:chgData name="Al Friend" userId="e5ed79da-d858-46d4-9eed-a7a24903f2de" providerId="ADAL" clId="{4885A6DF-90C9-4AE3-9F0B-92B3ECABFA28}" dt="2026-09-03T12:26:04.265" v="2017"/>
          <ac:graphicFrameMkLst>
            <pc:docMk/>
            <pc:sldMk cId="3499305320" sldId="939"/>
            <ac:graphicFrameMk id="19" creationId="{09EC2242-E260-47BD-94F6-F228E6BBEAA1}"/>
          </ac:graphicFrameMkLst>
        </pc:graphicFrameChg>
        <pc:graphicFrameChg chg="add del mod modGraphic">
          <ac:chgData name="Al Friend" userId="e5ed79da-d858-46d4-9eed-a7a24903f2de" providerId="ADAL" clId="{4885A6DF-90C9-4AE3-9F0B-92B3ECABFA28}" dt="2026-09-03T12:26:04.265" v="2017"/>
          <ac:graphicFrameMkLst>
            <pc:docMk/>
            <pc:sldMk cId="3499305320" sldId="939"/>
            <ac:graphicFrameMk id="20" creationId="{416DD790-9E86-4C8E-9E96-91CB354C86FF}"/>
          </ac:graphicFrameMkLst>
        </pc:graphicFrameChg>
      </pc:sldChg>
      <pc:sldChg chg="addSp delSp modSp add">
        <pc:chgData name="Al Friend" userId="e5ed79da-d858-46d4-9eed-a7a24903f2de" providerId="ADAL" clId="{4885A6DF-90C9-4AE3-9F0B-92B3ECABFA28}" dt="2026-09-03T12:34:51.329" v="2096" actId="207"/>
        <pc:sldMkLst>
          <pc:docMk/>
          <pc:sldMk cId="4030674572" sldId="940"/>
        </pc:sldMkLst>
        <pc:spChg chg="del">
          <ac:chgData name="Al Friend" userId="e5ed79da-d858-46d4-9eed-a7a24903f2de" providerId="ADAL" clId="{4885A6DF-90C9-4AE3-9F0B-92B3ECABFA28}" dt="2026-09-01T12:59:24.391" v="636" actId="478"/>
          <ac:spMkLst>
            <pc:docMk/>
            <pc:sldMk cId="4030674572" sldId="940"/>
            <ac:spMk id="11" creationId="{2309FD19-BB21-48D2-B120-63E665B3E0FB}"/>
          </ac:spMkLst>
        </pc:spChg>
        <pc:spChg chg="add mod">
          <ac:chgData name="Al Friend" userId="e5ed79da-d858-46d4-9eed-a7a24903f2de" providerId="ADAL" clId="{4885A6DF-90C9-4AE3-9F0B-92B3ECABFA28}" dt="2026-09-03T12:31:16.476" v="2092" actId="207"/>
          <ac:spMkLst>
            <pc:docMk/>
            <pc:sldMk cId="4030674572" sldId="940"/>
            <ac:spMk id="13" creationId="{7FCD15D7-BD1B-43DE-B71E-2000DC60B003}"/>
          </ac:spMkLst>
        </pc:spChg>
        <pc:spChg chg="add mod">
          <ac:chgData name="Al Friend" userId="e5ed79da-d858-46d4-9eed-a7a24903f2de" providerId="ADAL" clId="{4885A6DF-90C9-4AE3-9F0B-92B3ECABFA28}" dt="2026-09-03T12:28:03.211" v="2045" actId="1076"/>
          <ac:spMkLst>
            <pc:docMk/>
            <pc:sldMk cId="4030674572" sldId="940"/>
            <ac:spMk id="15" creationId="{7371C7CE-6515-4359-91F7-609AEAA4D345}"/>
          </ac:spMkLst>
        </pc:spChg>
        <pc:spChg chg="add del mod">
          <ac:chgData name="Al Friend" userId="e5ed79da-d858-46d4-9eed-a7a24903f2de" providerId="ADAL" clId="{4885A6DF-90C9-4AE3-9F0B-92B3ECABFA28}" dt="2026-09-01T12:59:50.846" v="642" actId="478"/>
          <ac:spMkLst>
            <pc:docMk/>
            <pc:sldMk cId="4030674572" sldId="940"/>
            <ac:spMk id="15" creationId="{F58F6364-80F0-4910-B880-367563134E46}"/>
          </ac:spMkLst>
        </pc:spChg>
        <pc:spChg chg="del">
          <ac:chgData name="Al Friend" userId="e5ed79da-d858-46d4-9eed-a7a24903f2de" providerId="ADAL" clId="{4885A6DF-90C9-4AE3-9F0B-92B3ECABFA28}" dt="2026-09-01T12:59:24.391" v="636" actId="478"/>
          <ac:spMkLst>
            <pc:docMk/>
            <pc:sldMk cId="4030674572" sldId="940"/>
            <ac:spMk id="17" creationId="{88F9DFC4-3D95-497E-B59A-C82E2B3F45CA}"/>
          </ac:spMkLst>
        </pc:spChg>
        <pc:spChg chg="add del mod">
          <ac:chgData name="Al Friend" userId="e5ed79da-d858-46d4-9eed-a7a24903f2de" providerId="ADAL" clId="{4885A6DF-90C9-4AE3-9F0B-92B3ECABFA28}" dt="2026-09-03T12:31:23.826" v="2095" actId="478"/>
          <ac:spMkLst>
            <pc:docMk/>
            <pc:sldMk cId="4030674572" sldId="940"/>
            <ac:spMk id="18" creationId="{2B5BFAF8-98BE-49AA-B807-5103B9D519E2}"/>
          </ac:spMkLst>
        </pc:spChg>
        <pc:spChg chg="del mod">
          <ac:chgData name="Al Friend" userId="e5ed79da-d858-46d4-9eed-a7a24903f2de" providerId="ADAL" clId="{4885A6DF-90C9-4AE3-9F0B-92B3ECABFA28}" dt="2026-09-01T13:34:57.371" v="669" actId="478"/>
          <ac:spMkLst>
            <pc:docMk/>
            <pc:sldMk cId="4030674572" sldId="940"/>
            <ac:spMk id="21" creationId="{A4C7342B-8D6B-4CCF-A174-9DB52E13158C}"/>
          </ac:spMkLst>
        </pc:spChg>
        <pc:graphicFrameChg chg="del">
          <ac:chgData name="Al Friend" userId="e5ed79da-d858-46d4-9eed-a7a24903f2de" providerId="ADAL" clId="{4885A6DF-90C9-4AE3-9F0B-92B3ECABFA28}" dt="2026-09-01T12:59:24.391" v="636" actId="478"/>
          <ac:graphicFrameMkLst>
            <pc:docMk/>
            <pc:sldMk cId="4030674572" sldId="940"/>
            <ac:graphicFrameMk id="7" creationId="{3E30EAA9-4C00-570B-5B89-5CAE14E1E86C}"/>
          </ac:graphicFrameMkLst>
        </pc:graphicFrameChg>
        <pc:graphicFrameChg chg="add mod modGraphic">
          <ac:chgData name="Al Friend" userId="e5ed79da-d858-46d4-9eed-a7a24903f2de" providerId="ADAL" clId="{4885A6DF-90C9-4AE3-9F0B-92B3ECABFA28}" dt="2026-09-03T12:31:02.579" v="2088" actId="20577"/>
          <ac:graphicFrameMkLst>
            <pc:docMk/>
            <pc:sldMk cId="4030674572" sldId="940"/>
            <ac:graphicFrameMk id="9" creationId="{CA600D0D-BC05-469D-82A7-11D7A9322BBA}"/>
          </ac:graphicFrameMkLst>
        </pc:graphicFrameChg>
        <pc:graphicFrameChg chg="add del mod">
          <ac:chgData name="Al Friend" userId="e5ed79da-d858-46d4-9eed-a7a24903f2de" providerId="ADAL" clId="{4885A6DF-90C9-4AE3-9F0B-92B3ECABFA28}" dt="2026-09-03T12:25:51.829" v="2015" actId="478"/>
          <ac:graphicFrameMkLst>
            <pc:docMk/>
            <pc:sldMk cId="4030674572" sldId="940"/>
            <ac:graphicFrameMk id="10" creationId="{A3AB480D-6425-4C86-A2F1-8A7204A65018}"/>
          </ac:graphicFrameMkLst>
        </pc:graphicFrameChg>
        <pc:graphicFrameChg chg="add mod modGraphic">
          <ac:chgData name="Al Friend" userId="e5ed79da-d858-46d4-9eed-a7a24903f2de" providerId="ADAL" clId="{4885A6DF-90C9-4AE3-9F0B-92B3ECABFA28}" dt="2026-09-03T12:31:03.635" v="2089" actId="20577"/>
          <ac:graphicFrameMkLst>
            <pc:docMk/>
            <pc:sldMk cId="4030674572" sldId="940"/>
            <ac:graphicFrameMk id="11" creationId="{ADA48355-3E78-4A2B-A62A-5B202FC3E92C}"/>
          </ac:graphicFrameMkLst>
        </pc:graphicFrameChg>
        <pc:graphicFrameChg chg="add mod modGraphic">
          <ac:chgData name="Al Friend" userId="e5ed79da-d858-46d4-9eed-a7a24903f2de" providerId="ADAL" clId="{4885A6DF-90C9-4AE3-9F0B-92B3ECABFA28}" dt="2026-09-03T12:34:51.329" v="2096" actId="207"/>
          <ac:graphicFrameMkLst>
            <pc:docMk/>
            <pc:sldMk cId="4030674572" sldId="940"/>
            <ac:graphicFrameMk id="12" creationId="{E6453378-CB6D-4F28-879A-D492B87A1A92}"/>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3" creationId="{031C4D91-E3D7-477B-BEA9-9118804B9D2F}"/>
          </ac:graphicFrameMkLst>
        </pc:graphicFrameChg>
        <pc:graphicFrameChg chg="add mod modGraphic">
          <ac:chgData name="Al Friend" userId="e5ed79da-d858-46d4-9eed-a7a24903f2de" providerId="ADAL" clId="{4885A6DF-90C9-4AE3-9F0B-92B3ECABFA28}" dt="2026-09-03T12:31:01.683" v="2087" actId="20577"/>
          <ac:graphicFrameMkLst>
            <pc:docMk/>
            <pc:sldMk cId="4030674572" sldId="940"/>
            <ac:graphicFrameMk id="14" creationId="{E3E9DD54-4A52-45BA-932D-FD2D925BD23C}"/>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4" creationId="{FA04C2D2-7C08-4D75-8F62-CDC82104BF5F}"/>
          </ac:graphicFrameMkLst>
        </pc:graphicFrameChg>
        <pc:graphicFrameChg chg="add del mod modGraphic">
          <ac:chgData name="Al Friend" userId="e5ed79da-d858-46d4-9eed-a7a24903f2de" providerId="ADAL" clId="{4885A6DF-90C9-4AE3-9F0B-92B3ECABFA28}" dt="2026-09-03T12:31:23.826" v="2095" actId="478"/>
          <ac:graphicFrameMkLst>
            <pc:docMk/>
            <pc:sldMk cId="4030674572" sldId="940"/>
            <ac:graphicFrameMk id="16" creationId="{AF822A81-91E6-4550-B3EA-E2A325930E33}"/>
          </ac:graphicFrameMkLst>
        </pc:graphicFrameChg>
        <pc:graphicFrameChg chg="del">
          <ac:chgData name="Al Friend" userId="e5ed79da-d858-46d4-9eed-a7a24903f2de" providerId="ADAL" clId="{4885A6DF-90C9-4AE3-9F0B-92B3ECABFA28}" dt="2026-09-01T12:59:24.391" v="636" actId="478"/>
          <ac:graphicFrameMkLst>
            <pc:docMk/>
            <pc:sldMk cId="4030674572" sldId="940"/>
            <ac:graphicFrameMk id="19" creationId="{09EC2242-E260-47BD-94F6-F228E6BBEAA1}"/>
          </ac:graphicFrameMkLst>
        </pc:graphicFrameChg>
        <pc:graphicFrameChg chg="del mod">
          <ac:chgData name="Al Friend" userId="e5ed79da-d858-46d4-9eed-a7a24903f2de" providerId="ADAL" clId="{4885A6DF-90C9-4AE3-9F0B-92B3ECABFA28}" dt="2026-09-01T13:34:57.371" v="669" actId="478"/>
          <ac:graphicFrameMkLst>
            <pc:docMk/>
            <pc:sldMk cId="4030674572" sldId="940"/>
            <ac:graphicFrameMk id="20" creationId="{416DD790-9E86-4C8E-9E96-91CB354C86FF}"/>
          </ac:graphicFrameMkLst>
        </pc:graphicFrameChg>
        <pc:graphicFrameChg chg="add del mod modGraphic">
          <ac:chgData name="Al Friend" userId="e5ed79da-d858-46d4-9eed-a7a24903f2de" providerId="ADAL" clId="{4885A6DF-90C9-4AE3-9F0B-92B3ECABFA28}" dt="2026-09-03T12:25:51.829" v="2015" actId="478"/>
          <ac:graphicFrameMkLst>
            <pc:docMk/>
            <pc:sldMk cId="4030674572" sldId="940"/>
            <ac:graphicFrameMk id="22" creationId="{64CA431E-440E-4ABF-AE22-55D2770385CB}"/>
          </ac:graphicFrameMkLst>
        </pc:graphicFrameChg>
      </pc:sldChg>
      <pc:sldChg chg="addSp delSp modSp add delAnim modAnim">
        <pc:chgData name="Al Friend" userId="e5ed79da-d858-46d4-9eed-a7a24903f2de" providerId="ADAL" clId="{4885A6DF-90C9-4AE3-9F0B-92B3ECABFA28}" dt="2026-09-03T12:40:36.430" v="2151" actId="1076"/>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3T12:40:36.430" v="2151" actId="1076"/>
          <ac:spMkLst>
            <pc:docMk/>
            <pc:sldMk cId="1549909554" sldId="941"/>
            <ac:spMk id="4" creationId="{68A1EEE7-E451-4AC1-A11B-E7493A03B5C5}"/>
          </ac:spMkLst>
        </pc:spChg>
        <pc:spChg chg="add del">
          <ac:chgData name="Al Friend" userId="e5ed79da-d858-46d4-9eed-a7a24903f2de" providerId="ADAL" clId="{4885A6DF-90C9-4AE3-9F0B-92B3ECABFA28}" dt="2026-09-03T10:22:04.716" v="1896" actId="478"/>
          <ac:spMkLst>
            <pc:docMk/>
            <pc:sldMk cId="1549909554" sldId="941"/>
            <ac:spMk id="6" creationId="{B0AE095C-D47C-4342-871A-33EAA0EEC014}"/>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picChg chg="add del">
          <ac:chgData name="Al Friend" userId="e5ed79da-d858-46d4-9eed-a7a24903f2de" providerId="ADAL" clId="{4885A6DF-90C9-4AE3-9F0B-92B3ECABFA28}" dt="2026-09-01T13:44:33.207" v="698" actId="478"/>
          <ac:picMkLst>
            <pc:docMk/>
            <pc:sldMk cId="1549909554" sldId="941"/>
            <ac:picMk id="17" creationId="{EA407338-1A33-5FB2-BC85-925C1D418B0E}"/>
          </ac:picMkLst>
        </pc:picChg>
      </pc:sldChg>
      <pc:sldChg chg="addSp delSp modSp add modAnim">
        <pc:chgData name="Al Friend" userId="e5ed79da-d858-46d4-9eed-a7a24903f2de" providerId="ADAL" clId="{4885A6DF-90C9-4AE3-9F0B-92B3ECABFA28}" dt="2026-09-03T12:30:46.979" v="2079" actId="20577"/>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del mod">
          <ac:chgData name="Al Friend" userId="e5ed79da-d858-46d4-9eed-a7a24903f2de" providerId="ADAL" clId="{4885A6DF-90C9-4AE3-9F0B-92B3ECABFA28}" dt="2026-09-03T09:45:38.123" v="1864" actId="478"/>
          <ac:spMkLst>
            <pc:docMk/>
            <pc:sldMk cId="1059950045" sldId="942"/>
            <ac:spMk id="4" creationId="{63AD72E5-9961-503D-CC42-753B61B232F7}"/>
          </ac:spMkLst>
        </pc:spChg>
        <pc:spChg chg="mod">
          <ac:chgData name="Al Friend" userId="e5ed79da-d858-46d4-9eed-a7a24903f2de" providerId="ADAL" clId="{4885A6DF-90C9-4AE3-9F0B-92B3ECABFA28}" dt="2026-09-03T09:44:23.242" v="1791" actId="1035"/>
          <ac:spMkLst>
            <pc:docMk/>
            <pc:sldMk cId="1059950045" sldId="942"/>
            <ac:spMk id="13" creationId="{5BC263F3-3776-C73E-D9E3-7F3E2504AD1D}"/>
          </ac:spMkLst>
        </pc:spChg>
        <pc:spChg chg="mod">
          <ac:chgData name="Al Friend" userId="e5ed79da-d858-46d4-9eed-a7a24903f2de" providerId="ADAL" clId="{4885A6DF-90C9-4AE3-9F0B-92B3ECABFA28}" dt="2026-09-03T09:44:15.116" v="1776" actId="1035"/>
          <ac:spMkLst>
            <pc:docMk/>
            <pc:sldMk cId="1059950045" sldId="942"/>
            <ac:spMk id="15" creationId="{92E9566B-43BD-367B-308A-CA485931E54E}"/>
          </ac:spMkLst>
        </pc:spChg>
        <pc:spChg chg="add mod">
          <ac:chgData name="Al Friend" userId="e5ed79da-d858-46d4-9eed-a7a24903f2de" providerId="ADAL" clId="{4885A6DF-90C9-4AE3-9F0B-92B3ECABFA28}" dt="2026-09-03T09:43:28.322" v="1746" actId="164"/>
          <ac:spMkLst>
            <pc:docMk/>
            <pc:sldMk cId="1059950045" sldId="942"/>
            <ac:spMk id="16" creationId="{C56035C2-A117-47DD-8650-455454D2707D}"/>
          </ac:spMkLst>
        </pc:spChg>
        <pc:spChg chg="add mod">
          <ac:chgData name="Al Friend" userId="e5ed79da-d858-46d4-9eed-a7a24903f2de" providerId="ADAL" clId="{4885A6DF-90C9-4AE3-9F0B-92B3ECABFA28}" dt="2026-09-03T09:43:28.322" v="1746" actId="164"/>
          <ac:spMkLst>
            <pc:docMk/>
            <pc:sldMk cId="1059950045" sldId="942"/>
            <ac:spMk id="17" creationId="{065E5B11-14F8-4641-A536-2B243AAA3961}"/>
          </ac:spMkLst>
        </pc:spChg>
        <pc:spChg chg="add del">
          <ac:chgData name="Al Friend" userId="e5ed79da-d858-46d4-9eed-a7a24903f2de" providerId="ADAL" clId="{4885A6DF-90C9-4AE3-9F0B-92B3ECABFA28}" dt="2026-09-03T09:43:32.072" v="1748"/>
          <ac:spMkLst>
            <pc:docMk/>
            <pc:sldMk cId="1059950045" sldId="942"/>
            <ac:spMk id="18" creationId="{D1315D50-251E-4AC8-BC3B-2F6D39DCA565}"/>
          </ac:spMkLst>
        </pc:spChg>
        <pc:spChg chg="add mod">
          <ac:chgData name="Al Friend" userId="e5ed79da-d858-46d4-9eed-a7a24903f2de" providerId="ADAL" clId="{4885A6DF-90C9-4AE3-9F0B-92B3ECABFA28}" dt="2026-09-03T09:46:00.752" v="1888" actId="6549"/>
          <ac:spMkLst>
            <pc:docMk/>
            <pc:sldMk cId="1059950045" sldId="942"/>
            <ac:spMk id="25" creationId="{2CACACAF-6E10-49E9-8DDC-6AA06F71159F}"/>
          </ac:spMkLst>
        </pc:spChg>
        <pc:grpChg chg="add mod">
          <ac:chgData name="Al Friend" userId="e5ed79da-d858-46d4-9eed-a7a24903f2de" providerId="ADAL" clId="{4885A6DF-90C9-4AE3-9F0B-92B3ECABFA28}" dt="2026-09-03T09:43:28.322" v="1746" actId="164"/>
          <ac:grpSpMkLst>
            <pc:docMk/>
            <pc:sldMk cId="1059950045" sldId="942"/>
            <ac:grpSpMk id="10" creationId="{5A4ABAAF-9207-4582-A0F3-198860364520}"/>
          </ac:grpSpMkLst>
        </pc:grpChg>
        <pc:grpChg chg="add mod">
          <ac:chgData name="Al Friend" userId="e5ed79da-d858-46d4-9eed-a7a24903f2de" providerId="ADAL" clId="{4885A6DF-90C9-4AE3-9F0B-92B3ECABFA28}" dt="2026-09-03T09:44:23.242" v="1791" actId="1035"/>
          <ac:grpSpMkLst>
            <pc:docMk/>
            <pc:sldMk cId="1059950045" sldId="942"/>
            <ac:grpSpMk id="14" creationId="{6157FED8-9763-453D-93BB-5ADDF3F2FB14}"/>
          </ac:grpSpMkLst>
        </pc:grpChg>
        <pc:grpChg chg="add mod">
          <ac:chgData name="Al Friend" userId="e5ed79da-d858-46d4-9eed-a7a24903f2de" providerId="ADAL" clId="{4885A6DF-90C9-4AE3-9F0B-92B3ECABFA28}" dt="2026-09-03T09:44:15.116" v="1776" actId="1035"/>
          <ac:grpSpMkLst>
            <pc:docMk/>
            <pc:sldMk cId="1059950045" sldId="942"/>
            <ac:grpSpMk id="19" creationId="{67896CCC-906E-4B54-871C-6C21D5147C8E}"/>
          </ac:grpSpMkLst>
        </pc:grpChg>
        <pc:grpChg chg="mod">
          <ac:chgData name="Al Friend" userId="e5ed79da-d858-46d4-9eed-a7a24903f2de" providerId="ADAL" clId="{4885A6DF-90C9-4AE3-9F0B-92B3ECABFA28}" dt="2026-09-03T09:43:34.716" v="1749"/>
          <ac:grpSpMkLst>
            <pc:docMk/>
            <pc:sldMk cId="1059950045" sldId="942"/>
            <ac:grpSpMk id="20" creationId="{9AF5BD8E-997E-4B08-A425-188C826AD8ED}"/>
          </ac:grpSpMkLst>
        </pc:grpChg>
        <pc:graphicFrameChg chg="mod modGraphic">
          <ac:chgData name="Al Friend" userId="e5ed79da-d858-46d4-9eed-a7a24903f2de" providerId="ADAL" clId="{4885A6DF-90C9-4AE3-9F0B-92B3ECABFA28}" dt="2026-09-03T12:30:46.979" v="2079" actId="20577"/>
          <ac:graphicFrameMkLst>
            <pc:docMk/>
            <pc:sldMk cId="1059950045" sldId="942"/>
            <ac:graphicFrameMk id="5" creationId="{F8C7E294-9848-E3A7-7E1F-3A898409F8B5}"/>
          </ac:graphicFrameMkLst>
        </pc:graphicFrameChg>
        <pc:graphicFrameChg chg="mod">
          <ac:chgData name="Al Friend" userId="e5ed79da-d858-46d4-9eed-a7a24903f2de" providerId="ADAL" clId="{4885A6DF-90C9-4AE3-9F0B-92B3ECABFA28}" dt="2026-09-03T09:44:23.242" v="1791" actId="1035"/>
          <ac:graphicFrameMkLst>
            <pc:docMk/>
            <pc:sldMk cId="1059950045" sldId="942"/>
            <ac:graphicFrameMk id="7" creationId="{8A63844C-09A2-6D11-741A-C2D616071795}"/>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9" creationId="{F7DFB628-12F4-5A81-DEA5-C0B712A5AF36}"/>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11" creationId="{AAB82F7C-1ED1-7B5B-5034-9BB533DCF99D}"/>
          </ac:graphicFrameMkLst>
        </pc:graphicFrameChg>
        <pc:cxnChg chg="add mod">
          <ac:chgData name="Al Friend" userId="e5ed79da-d858-46d4-9eed-a7a24903f2de" providerId="ADAL" clId="{4885A6DF-90C9-4AE3-9F0B-92B3ECABFA28}" dt="2026-09-03T09:41:11.467" v="1707" actId="1037"/>
          <ac:cxnSpMkLst>
            <pc:docMk/>
            <pc:sldMk cId="1059950045" sldId="942"/>
            <ac:cxnSpMk id="6" creationId="{F3ED7AE7-436E-464F-A754-6D17A1008A46}"/>
          </ac:cxnSpMkLst>
        </pc:cxnChg>
        <pc:cxnChg chg="add mod">
          <ac:chgData name="Al Friend" userId="e5ed79da-d858-46d4-9eed-a7a24903f2de" providerId="ADAL" clId="{4885A6DF-90C9-4AE3-9F0B-92B3ECABFA28}" dt="2026-09-03T09:40:38.702" v="1694" actId="164"/>
          <ac:cxnSpMkLst>
            <pc:docMk/>
            <pc:sldMk cId="1059950045" sldId="942"/>
            <ac:cxnSpMk id="12" creationId="{8412942F-7DA7-4E15-95E1-661FC63ACDDB}"/>
          </ac:cxnSpMkLst>
        </pc:cxn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del">
          <ac:chgData name="Al Friend" userId="e5ed79da-d858-46d4-9eed-a7a24903f2de" providerId="ADAL" clId="{4885A6DF-90C9-4AE3-9F0B-92B3ECABFA28}" dt="2026-09-01T14:15:01.016" v="776" actId="478"/>
          <ac:spMkLst>
            <pc:docMk/>
            <pc:sldMk cId="1520012242" sldId="944"/>
            <ac:spMk id="16" creationId="{DF4B92F4-40E8-2470-4549-164EBE6692A6}"/>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del">
          <ac:chgData name="Al Friend" userId="e5ed79da-d858-46d4-9eed-a7a24903f2de" providerId="ADAL" clId="{4885A6DF-90C9-4AE3-9F0B-92B3ECABFA28}" dt="2026-09-01T14:15:01.016" v="776" actId="478"/>
          <ac:spMkLst>
            <pc:docMk/>
            <pc:sldMk cId="1520012242" sldId="944"/>
            <ac:spMk id="18" creationId="{4D1B6E9A-BCD7-3D15-D7E9-8444DAE8FACA}"/>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del mod modGraphic">
          <ac:chgData name="Al Friend" userId="e5ed79da-d858-46d4-9eed-a7a24903f2de" providerId="ADAL" clId="{4885A6DF-90C9-4AE3-9F0B-92B3ECABFA28}" dt="2026-09-01T14:21:13.750" v="873" actId="478"/>
          <ac:graphicFrameMkLst>
            <pc:docMk/>
            <pc:sldMk cId="1520012242" sldId="944"/>
            <ac:graphicFrameMk id="5" creationId="{B35CB9EF-CB7D-0095-1CD4-9574D3E39B38}"/>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6" creationId="{2A40BFD7-F265-20FC-5BE6-7FE3A9EE2B19}"/>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7" creationId="{3E30EAA9-4C00-570B-5B89-5CAE14E1E86C}"/>
          </ac:graphicFrameMkLst>
        </pc:graphicFrame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2" creationId="{05247951-AF84-5501-4EEA-2507054A7CC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del mod modGraphic">
          <ac:chgData name="Al Friend" userId="e5ed79da-d858-46d4-9eed-a7a24903f2de" providerId="ADAL" clId="{4885A6DF-90C9-4AE3-9F0B-92B3ECABFA28}" dt="2026-09-01T14:27:46.853" v="902"/>
          <ac:graphicFrameMkLst>
            <pc:docMk/>
            <pc:sldMk cId="1520012242" sldId="944"/>
            <ac:graphicFrameMk id="13" creationId="{A2E07C1E-140F-4577-BE92-22A2B7E57534}"/>
          </ac:graphicFrameMkLst>
        </pc:graphicFrameChg>
        <pc:graphicFrameChg chg="add del mod modGraphic">
          <ac:chgData name="Al Friend" userId="e5ed79da-d858-46d4-9eed-a7a24903f2de" providerId="ADAL" clId="{4885A6DF-90C9-4AE3-9F0B-92B3ECABFA28}" dt="2026-09-03T13:58:07.487" v="2225" actId="478"/>
          <ac:graphicFrameMkLst>
            <pc:docMk/>
            <pc:sldMk cId="1520012242" sldId="944"/>
            <ac:graphicFrameMk id="14" creationId="{85B4427D-6B42-4EB1-B8DF-90D4718D26FD}"/>
          </ac:graphicFrameMkLst>
        </pc:graphicFrameChg>
        <pc:graphicFrameChg chg="del">
          <ac:chgData name="Al Friend" userId="e5ed79da-d858-46d4-9eed-a7a24903f2de" providerId="ADAL" clId="{4885A6DF-90C9-4AE3-9F0B-92B3ECABFA28}" dt="2026-09-01T14:15:01.016" v="776" actId="478"/>
          <ac:graphicFrameMkLst>
            <pc:docMk/>
            <pc:sldMk cId="1520012242" sldId="944"/>
            <ac:graphicFrameMk id="15" creationId="{7CDE9E83-790D-745A-48D6-D3D543E69A3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add">
        <pc:chgData name="Al Friend" userId="e5ed79da-d858-46d4-9eed-a7a24903f2de" providerId="ADAL" clId="{4885A6DF-90C9-4AE3-9F0B-92B3ECABFA28}" dt="2026-09-03T14:00:24.738" v="2246" actId="207"/>
        <pc:sldMkLst>
          <pc:docMk/>
          <pc:sldMk cId="3223549011" sldId="945"/>
        </pc:sldMkLst>
        <pc:spChg chg="add mod">
          <ac:chgData name="Al Friend" userId="e5ed79da-d858-46d4-9eed-a7a24903f2de" providerId="ADAL" clId="{4885A6DF-90C9-4AE3-9F0B-92B3ECABFA28}" dt="2026-09-03T13:59:56.720" v="2244" actId="1076"/>
          <ac:spMkLst>
            <pc:docMk/>
            <pc:sldMk cId="3223549011" sldId="945"/>
            <ac:spMk id="9" creationId="{BBD5B858-0F9B-4C07-A5E7-E5101E971AEA}"/>
          </ac:spMkLst>
        </pc:spChg>
        <pc:spChg chg="add mod">
          <ac:chgData name="Al Friend" userId="e5ed79da-d858-46d4-9eed-a7a24903f2de" providerId="ADAL" clId="{4885A6DF-90C9-4AE3-9F0B-92B3ECABFA28}" dt="2026-09-03T13:59:56.720" v="2244" actId="1076"/>
          <ac:spMkLst>
            <pc:docMk/>
            <pc:sldMk cId="3223549011" sldId="945"/>
            <ac:spMk id="10" creationId="{E8ABD48C-95E2-4C66-90E9-D67358A9233C}"/>
          </ac:spMkLst>
        </pc:spChg>
        <pc:spChg chg="add mod">
          <ac:chgData name="Al Friend" userId="e5ed79da-d858-46d4-9eed-a7a24903f2de" providerId="ADAL" clId="{4885A6DF-90C9-4AE3-9F0B-92B3ECABFA28}" dt="2026-09-03T13:59:56.720" v="2244" actId="1076"/>
          <ac:spMkLst>
            <pc:docMk/>
            <pc:sldMk cId="3223549011" sldId="945"/>
            <ac:spMk id="12" creationId="{D2549C28-6E3E-4215-AF0D-BD589B6C9964}"/>
          </ac:spMkLst>
        </pc:spChg>
        <pc:spChg chg="add del mod">
          <ac:chgData name="Al Friend" userId="e5ed79da-d858-46d4-9eed-a7a24903f2de" providerId="ADAL" clId="{4885A6DF-90C9-4AE3-9F0B-92B3ECABFA28}" dt="2026-09-01T15:08:45.151" v="1386" actId="478"/>
          <ac:spMkLst>
            <pc:docMk/>
            <pc:sldMk cId="3223549011" sldId="945"/>
            <ac:spMk id="16" creationId="{93B53483-F44C-49F9-98FD-4E3754F0FF41}"/>
          </ac:spMkLst>
        </pc:spChg>
        <pc:spChg chg="add del mod">
          <ac:chgData name="Al Friend" userId="e5ed79da-d858-46d4-9eed-a7a24903f2de" providerId="ADAL" clId="{4885A6DF-90C9-4AE3-9F0B-92B3ECABFA28}" dt="2026-09-01T15:08:43.610" v="1385" actId="478"/>
          <ac:spMkLst>
            <pc:docMk/>
            <pc:sldMk cId="3223549011" sldId="945"/>
            <ac:spMk id="17" creationId="{36432F54-C35A-4E5B-9F36-0E073CE37360}"/>
          </ac:spMkLst>
        </pc:spChg>
        <pc:graphicFrameChg chg="add mod modGraphic">
          <ac:chgData name="Al Friend" userId="e5ed79da-d858-46d4-9eed-a7a24903f2de" providerId="ADAL" clId="{4885A6DF-90C9-4AE3-9F0B-92B3ECABFA28}" dt="2026-09-03T14:00:01.060" v="2245" actId="1076"/>
          <ac:graphicFrameMkLst>
            <pc:docMk/>
            <pc:sldMk cId="3223549011" sldId="945"/>
            <ac:graphicFrameMk id="7" creationId="{33C186EE-89F1-4861-8836-8DB4A0BAD5D3}"/>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8" creationId="{15C64F76-2908-C640-93C6-1C1CD349C3CF}"/>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1" creationId="{BE877BDE-E38F-4AD8-874A-B996A628EE8C}"/>
          </ac:graphicFrameMkLst>
        </pc:graphicFrameChg>
        <pc:graphicFrameChg chg="mod modGraphic">
          <ac:chgData name="Al Friend" userId="e5ed79da-d858-46d4-9eed-a7a24903f2de" providerId="ADAL" clId="{4885A6DF-90C9-4AE3-9F0B-92B3ECABFA28}" dt="2026-09-03T14:00:24.738" v="2246" actId="207"/>
          <ac:graphicFrameMkLst>
            <pc:docMk/>
            <pc:sldMk cId="3223549011" sldId="945"/>
            <ac:graphicFrameMk id="13" creationId="{A2E07C1E-140F-4577-BE92-22A2B7E57534}"/>
          </ac:graphicFrameMkLst>
        </pc:graphicFrameChg>
        <pc:graphicFrameChg chg="del">
          <ac:chgData name="Al Friend" userId="e5ed79da-d858-46d4-9eed-a7a24903f2de" providerId="ADAL" clId="{4885A6DF-90C9-4AE3-9F0B-92B3ECABFA28}" dt="2026-09-01T14:25:10.767" v="899" actId="478"/>
          <ac:graphicFrameMkLst>
            <pc:docMk/>
            <pc:sldMk cId="3223549011" sldId="945"/>
            <ac:graphicFrameMk id="14" creationId="{85B4427D-6B42-4EB1-B8DF-90D4718D26FD}"/>
          </ac:graphicFrameMkLst>
        </pc:graphicFrameChg>
        <pc:graphicFrameChg chg="add del mod modGraphic">
          <ac:chgData name="Al Friend" userId="e5ed79da-d858-46d4-9eed-a7a24903f2de" providerId="ADAL" clId="{4885A6DF-90C9-4AE3-9F0B-92B3ECABFA28}" dt="2026-09-01T15:08:42.120" v="1384" actId="478"/>
          <ac:graphicFrameMkLst>
            <pc:docMk/>
            <pc:sldMk cId="3223549011" sldId="945"/>
            <ac:graphicFrameMk id="15" creationId="{3569B43F-9DFE-49A7-96C9-0CF8795B8AF5}"/>
          </ac:graphicFrameMkLst>
        </pc:graphicFrameChg>
      </pc:sldChg>
      <pc:sldChg chg="addSp delSp modSp modAnim">
        <pc:chgData name="Al Friend" userId="e5ed79da-d858-46d4-9eed-a7a24903f2de" providerId="ADAL" clId="{4885A6DF-90C9-4AE3-9F0B-92B3ECABFA28}" dt="2026-09-03T12:46:22.999" v="2159"/>
        <pc:sldMkLst>
          <pc:docMk/>
          <pc:sldMk cId="980668488" sldId="946"/>
        </pc:sldMkLst>
        <pc:spChg chg="mod">
          <ac:chgData name="Al Friend" userId="e5ed79da-d858-46d4-9eed-a7a24903f2de" providerId="ADAL" clId="{4885A6DF-90C9-4AE3-9F0B-92B3ECABFA28}" dt="2026-09-03T09:56:36.606" v="1894" actId="20577"/>
          <ac:spMkLst>
            <pc:docMk/>
            <pc:sldMk cId="980668488" sldId="946"/>
            <ac:spMk id="2" creationId="{4D338E2C-B1F1-4120-B54B-8EC605BC71D3}"/>
          </ac:spMkLst>
        </pc:spChg>
        <pc:spChg chg="mod">
          <ac:chgData name="Al Friend" userId="e5ed79da-d858-46d4-9eed-a7a24903f2de" providerId="ADAL" clId="{4885A6DF-90C9-4AE3-9F0B-92B3ECABFA28}" dt="2026-09-01T15:23:53.794" v="1446" actId="1076"/>
          <ac:spMkLst>
            <pc:docMk/>
            <pc:sldMk cId="980668488" sldId="946"/>
            <ac:spMk id="4" creationId="{68A1EEE7-E451-4AC1-A11B-E7493A03B5C5}"/>
          </ac:spMkLst>
        </pc:spChg>
        <pc:spChg chg="add mod">
          <ac:chgData name="Al Friend" userId="e5ed79da-d858-46d4-9eed-a7a24903f2de" providerId="ADAL" clId="{4885A6DF-90C9-4AE3-9F0B-92B3ECABFA28}" dt="2026-09-03T10:22:58.581" v="1941" actId="1076"/>
          <ac:spMkLst>
            <pc:docMk/>
            <pc:sldMk cId="980668488" sldId="946"/>
            <ac:spMk id="5" creationId="{F858AA08-670F-46F9-9760-A190354A1975}"/>
          </ac:spMkLst>
        </pc:spChg>
        <pc:picChg chg="del">
          <ac:chgData name="Al Friend" userId="e5ed79da-d858-46d4-9eed-a7a24903f2de" providerId="ADAL" clId="{4885A6DF-90C9-4AE3-9F0B-92B3ECABFA28}" dt="2026-09-01T15:22:34.313" v="1409" actId="478"/>
          <ac:picMkLst>
            <pc:docMk/>
            <pc:sldMk cId="980668488" sldId="946"/>
            <ac:picMk id="5" creationId="{36CFFEDA-EF66-4372-8B0B-BC702A36DAF8}"/>
          </ac:picMkLst>
        </pc:picChg>
        <pc:picChg chg="add mod">
          <ac:chgData name="Al Friend" userId="e5ed79da-d858-46d4-9eed-a7a24903f2de" providerId="ADAL" clId="{4885A6DF-90C9-4AE3-9F0B-92B3ECABFA28}" dt="2026-09-01T15:22:31.500" v="1408" actId="1076"/>
          <ac:picMkLst>
            <pc:docMk/>
            <pc:sldMk cId="980668488" sldId="946"/>
            <ac:picMk id="6" creationId="{9A5DC9E5-7669-4185-93BF-43975CA7B23F}"/>
          </ac:picMkLst>
        </pc:picChg>
      </pc:sldChg>
      <pc:sldChg chg="addSp delSp modSp modAnim">
        <pc:chgData name="Al Friend" userId="e5ed79da-d858-46d4-9eed-a7a24903f2de" providerId="ADAL" clId="{4885A6DF-90C9-4AE3-9F0B-92B3ECABFA28}" dt="2026-09-03T12:50:02.870" v="2164" actId="20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del">
          <ac:chgData name="Al Friend" userId="e5ed79da-d858-46d4-9eed-a7a24903f2de" providerId="ADAL" clId="{4885A6DF-90C9-4AE3-9F0B-92B3ECABFA28}" dt="2026-09-01T15:24:11.227" v="1449" actId="478"/>
          <ac:spMkLst>
            <pc:docMk/>
            <pc:sldMk cId="2335467649" sldId="947"/>
            <ac:spMk id="3" creationId="{F8127AE2-BFDE-45A8-8F6B-F7B74D99185C}"/>
          </ac:spMkLst>
        </pc:spChg>
        <pc:spChg chg="del">
          <ac:chgData name="Al Friend" userId="e5ed79da-d858-46d4-9eed-a7a24903f2de" providerId="ADAL" clId="{4885A6DF-90C9-4AE3-9F0B-92B3ECABFA28}" dt="2026-09-01T15:24:05.151" v="1447" actId="478"/>
          <ac:spMkLst>
            <pc:docMk/>
            <pc:sldMk cId="2335467649" sldId="947"/>
            <ac:spMk id="4" creationId="{63AD72E5-9961-503D-CC42-753B61B232F7}"/>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del">
          <ac:chgData name="Al Friend" userId="e5ed79da-d858-46d4-9eed-a7a24903f2de" providerId="ADAL" clId="{4885A6DF-90C9-4AE3-9F0B-92B3ECABFA28}" dt="2026-09-01T15:24:53.698" v="1454" actId="478"/>
          <ac:graphicFrameMkLst>
            <pc:docMk/>
            <pc:sldMk cId="2335467649" sldId="947"/>
            <ac:graphicFrameMk id="5" creationId="{F8C7E294-9848-E3A7-7E1F-3A898409F8B5}"/>
          </ac:graphicFrameMkLst>
        </pc:graphicFrameChg>
        <pc:graphicFrameChg chg="del">
          <ac:chgData name="Al Friend" userId="e5ed79da-d858-46d4-9eed-a7a24903f2de" providerId="ADAL" clId="{4885A6DF-90C9-4AE3-9F0B-92B3ECABFA28}" dt="2026-09-01T15:24:49.282" v="1453" actId="478"/>
          <ac:graphicFrameMkLst>
            <pc:docMk/>
            <pc:sldMk cId="2335467649" sldId="947"/>
            <ac:graphicFrameMk id="7" creationId="{8A63844C-09A2-6D11-741A-C2D616071795}"/>
          </ac:graphicFrameMkLst>
        </pc:graphicFrameChg>
        <pc:graphicFrameChg chg="del">
          <ac:chgData name="Al Friend" userId="e5ed79da-d858-46d4-9eed-a7a24903f2de" providerId="ADAL" clId="{4885A6DF-90C9-4AE3-9F0B-92B3ECABFA28}" dt="2026-09-01T15:26:05.053" v="1464" actId="478"/>
          <ac:graphicFrameMkLst>
            <pc:docMk/>
            <pc:sldMk cId="2335467649" sldId="947"/>
            <ac:graphicFrameMk id="9" creationId="{F7DFB628-12F4-5A81-DEA5-C0B712A5AF36}"/>
          </ac:graphicFrameMkLst>
        </pc:graphicFrameChg>
        <pc:graphicFrameChg chg="del">
          <ac:chgData name="Al Friend" userId="e5ed79da-d858-46d4-9eed-a7a24903f2de" providerId="ADAL" clId="{4885A6DF-90C9-4AE3-9F0B-92B3ECABFA28}" dt="2026-09-01T15:26:02.808" v="1463" actId="478"/>
          <ac:graphicFrameMkLst>
            <pc:docMk/>
            <pc:sldMk cId="2335467649" sldId="947"/>
            <ac:graphicFrameMk id="11" creationId="{AAB82F7C-1ED1-7B5B-5034-9BB533DCF99D}"/>
          </ac:graphicFrameMkLst>
        </pc:graphicFrameChg>
        <pc:graphicFrameChg chg="add del ord">
          <ac:chgData name="Al Friend" userId="e5ed79da-d858-46d4-9eed-a7a24903f2de" providerId="ADAL" clId="{4885A6DF-90C9-4AE3-9F0B-92B3ECABFA28}" dt="2026-09-01T15:25:29.646" v="1459" actId="478"/>
          <ac:graphicFrameMkLst>
            <pc:docMk/>
            <pc:sldMk cId="2335467649" sldId="947"/>
            <ac:graphicFrameMk id="14" creationId="{09C6304C-C0D8-4AF1-8600-D65142D01C73}"/>
          </ac:graphicFrameMkLst>
        </pc:graphicFrame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Sp delSp modSp add">
        <pc:chgData name="Al Friend" userId="e5ed79da-d858-46d4-9eed-a7a24903f2de" providerId="ADAL" clId="{4885A6DF-90C9-4AE3-9F0B-92B3ECABFA28}" dt="2026-09-03T12:54:07.530" v="2182" actId="1036"/>
        <pc:sldMkLst>
          <pc:docMk/>
          <pc:sldMk cId="1839277499" sldId="948"/>
        </pc:sldMkLst>
        <pc:spChg chg="mod">
          <ac:chgData name="Al Friend" userId="e5ed79da-d858-46d4-9eed-a7a24903f2de" providerId="ADAL" clId="{4885A6DF-90C9-4AE3-9F0B-92B3ECABFA28}" dt="2026-09-01T14:56:15.683" v="1292" actId="1076"/>
          <ac:spMkLst>
            <pc:docMk/>
            <pc:sldMk cId="1839277499" sldId="948"/>
            <ac:spMk id="2" creationId="{32562A35-8444-352D-484E-CB7ACC45B800}"/>
          </ac:spMkLst>
        </pc:spChg>
        <pc:spChg chg="del">
          <ac:chgData name="Al Friend" userId="e5ed79da-d858-46d4-9eed-a7a24903f2de" providerId="ADAL" clId="{4885A6DF-90C9-4AE3-9F0B-92B3ECABFA28}" dt="2026-09-01T14:43:09.142" v="1232" actId="478"/>
          <ac:spMkLst>
            <pc:docMk/>
            <pc:sldMk cId="1839277499" sldId="948"/>
            <ac:spMk id="9" creationId="{BBD5B858-0F9B-4C07-A5E7-E5101E971AEA}"/>
          </ac:spMkLst>
        </pc:spChg>
        <pc:spChg chg="del">
          <ac:chgData name="Al Friend" userId="e5ed79da-d858-46d4-9eed-a7a24903f2de" providerId="ADAL" clId="{4885A6DF-90C9-4AE3-9F0B-92B3ECABFA28}" dt="2026-09-01T14:43:10.378" v="1233" actId="478"/>
          <ac:spMkLst>
            <pc:docMk/>
            <pc:sldMk cId="1839277499" sldId="948"/>
            <ac:spMk id="10" creationId="{E8ABD48C-95E2-4C66-90E9-D67358A9233C}"/>
          </ac:spMkLst>
        </pc:spChg>
        <pc:spChg chg="del mod">
          <ac:chgData name="Al Friend" userId="e5ed79da-d858-46d4-9eed-a7a24903f2de" providerId="ADAL" clId="{4885A6DF-90C9-4AE3-9F0B-92B3ECABFA28}" dt="2026-09-01T15:00:07.782" v="1352" actId="478"/>
          <ac:spMkLst>
            <pc:docMk/>
            <pc:sldMk cId="1839277499" sldId="948"/>
            <ac:spMk id="12" creationId="{D2549C28-6E3E-4215-AF0D-BD589B6C9964}"/>
          </ac:spMkLst>
        </pc:spChg>
        <pc:spChg chg="add mod">
          <ac:chgData name="Al Friend" userId="e5ed79da-d858-46d4-9eed-a7a24903f2de" providerId="ADAL" clId="{4885A6DF-90C9-4AE3-9F0B-92B3ECABFA28}" dt="2026-09-01T15:01:05.568" v="1377" actId="1038"/>
          <ac:spMkLst>
            <pc:docMk/>
            <pc:sldMk cId="1839277499" sldId="948"/>
            <ac:spMk id="14" creationId="{101285FA-D8DE-475A-82E5-6986C54850BB}"/>
          </ac:spMkLst>
        </pc:spChg>
        <pc:spChg chg="del mod">
          <ac:chgData name="Al Friend" userId="e5ed79da-d858-46d4-9eed-a7a24903f2de" providerId="ADAL" clId="{4885A6DF-90C9-4AE3-9F0B-92B3ECABFA28}" dt="2026-09-01T14:43:26.013" v="1235" actId="478"/>
          <ac:spMkLst>
            <pc:docMk/>
            <pc:sldMk cId="1839277499" sldId="948"/>
            <ac:spMk id="16" creationId="{93B53483-F44C-49F9-98FD-4E3754F0FF41}"/>
          </ac:spMkLst>
        </pc:spChg>
        <pc:spChg chg="del mod">
          <ac:chgData name="Al Friend" userId="e5ed79da-d858-46d4-9eed-a7a24903f2de" providerId="ADAL" clId="{4885A6DF-90C9-4AE3-9F0B-92B3ECABFA28}" dt="2026-09-01T14:43:27.814" v="1236" actId="478"/>
          <ac:spMkLst>
            <pc:docMk/>
            <pc:sldMk cId="1839277499" sldId="948"/>
            <ac:spMk id="17" creationId="{36432F54-C35A-4E5B-9F36-0E073CE37360}"/>
          </ac:spMkLst>
        </pc:spChg>
        <pc:spChg chg="add del mod">
          <ac:chgData name="Al Friend" userId="e5ed79da-d858-46d4-9eed-a7a24903f2de" providerId="ADAL" clId="{4885A6DF-90C9-4AE3-9F0B-92B3ECABFA28}" dt="2026-09-01T14:55:54.918" v="1280" actId="478"/>
          <ac:spMkLst>
            <pc:docMk/>
            <pc:sldMk cId="1839277499" sldId="948"/>
            <ac:spMk id="18" creationId="{424D161F-60EB-40EC-A602-1732A0FC7E4C}"/>
          </ac:spMkLst>
        </pc:spChg>
        <pc:spChg chg="add mod">
          <ac:chgData name="Al Friend" userId="e5ed79da-d858-46d4-9eed-a7a24903f2de" providerId="ADAL" clId="{4885A6DF-90C9-4AE3-9F0B-92B3ECABFA28}" dt="2026-09-03T12:54:07.530" v="2182" actId="1036"/>
          <ac:spMkLst>
            <pc:docMk/>
            <pc:sldMk cId="1839277499" sldId="948"/>
            <ac:spMk id="20" creationId="{FA98E18D-4B9B-4EA1-A384-997C6FD51C3C}"/>
          </ac:spMkLst>
        </pc:spChg>
        <pc:spChg chg="add del mod">
          <ac:chgData name="Al Friend" userId="e5ed79da-d858-46d4-9eed-a7a24903f2de" providerId="ADAL" clId="{4885A6DF-90C9-4AE3-9F0B-92B3ECABFA28}" dt="2026-09-01T15:15:01.001" v="1389"/>
          <ac:spMkLst>
            <pc:docMk/>
            <pc:sldMk cId="1839277499" sldId="948"/>
            <ac:spMk id="22" creationId="{83B4FE0B-80B3-44D8-9AD7-32BC8D065DCB}"/>
          </ac:spMkLst>
        </pc:spChg>
        <pc:graphicFrameChg chg="del">
          <ac:chgData name="Al Friend" userId="e5ed79da-d858-46d4-9eed-a7a24903f2de" providerId="ADAL" clId="{4885A6DF-90C9-4AE3-9F0B-92B3ECABFA28}" dt="2026-09-01T14:43:05.179" v="1231" actId="478"/>
          <ac:graphicFrameMkLst>
            <pc:docMk/>
            <pc:sldMk cId="1839277499" sldId="948"/>
            <ac:graphicFrameMk id="7" creationId="{33C186EE-89F1-4861-8836-8DB4A0BAD5D3}"/>
          </ac:graphicFrameMkLst>
        </pc:graphicFrameChg>
        <pc:graphicFrameChg chg="add mod modGraphic">
          <ac:chgData name="Al Friend" userId="e5ed79da-d858-46d4-9eed-a7a24903f2de" providerId="ADAL" clId="{4885A6DF-90C9-4AE3-9F0B-92B3ECABFA28}" dt="2026-09-01T15:00:38.167" v="1357" actId="207"/>
          <ac:graphicFrameMkLst>
            <pc:docMk/>
            <pc:sldMk cId="1839277499" sldId="948"/>
            <ac:graphicFrameMk id="11" creationId="{DC8AFB12-C8C4-4D84-B7DD-D035010CABFD}"/>
          </ac:graphicFrameMkLst>
        </pc:graphicFrameChg>
        <pc:graphicFrameChg chg="del">
          <ac:chgData name="Al Friend" userId="e5ed79da-d858-46d4-9eed-a7a24903f2de" providerId="ADAL" clId="{4885A6DF-90C9-4AE3-9F0B-92B3ECABFA28}" dt="2026-09-01T14:43:05.179" v="1231" actId="478"/>
          <ac:graphicFrameMkLst>
            <pc:docMk/>
            <pc:sldMk cId="1839277499" sldId="948"/>
            <ac:graphicFrameMk id="13" creationId="{A2E07C1E-140F-4577-BE92-22A2B7E57534}"/>
          </ac:graphicFrameMkLst>
        </pc:graphicFrameChg>
        <pc:graphicFrameChg chg="del mod modGraphic">
          <ac:chgData name="Al Friend" userId="e5ed79da-d858-46d4-9eed-a7a24903f2de" providerId="ADAL" clId="{4885A6DF-90C9-4AE3-9F0B-92B3ECABFA28}" dt="2026-09-01T15:00:07.782" v="1352" actId="478"/>
          <ac:graphicFrameMkLst>
            <pc:docMk/>
            <pc:sldMk cId="1839277499" sldId="948"/>
            <ac:graphicFrameMk id="15" creationId="{3569B43F-9DFE-49A7-96C9-0CF8795B8AF5}"/>
          </ac:graphicFrameMkLst>
        </pc:graphicFrameChg>
        <pc:graphicFrameChg chg="add mod modGraphic">
          <ac:chgData name="Al Friend" userId="e5ed79da-d858-46d4-9eed-a7a24903f2de" providerId="ADAL" clId="{4885A6DF-90C9-4AE3-9F0B-92B3ECABFA28}" dt="2026-09-03T12:53:48.386" v="2172" actId="1076"/>
          <ac:graphicFrameMkLst>
            <pc:docMk/>
            <pc:sldMk cId="1839277499" sldId="948"/>
            <ac:graphicFrameMk id="19" creationId="{D1C14431-D69A-42ED-9D54-45E2495D4E17}"/>
          </ac:graphicFrameMkLst>
        </pc:graphicFrameChg>
        <pc:graphicFrameChg chg="add mod modGraphic">
          <ac:chgData name="Al Friend" userId="e5ed79da-d858-46d4-9eed-a7a24903f2de" providerId="ADAL" clId="{4885A6DF-90C9-4AE3-9F0B-92B3ECABFA28}" dt="2026-09-03T12:53:35.634" v="2170" actId="1076"/>
          <ac:graphicFrameMkLst>
            <pc:docMk/>
            <pc:sldMk cId="1839277499" sldId="948"/>
            <ac:graphicFrameMk id="21" creationId="{EB56AAFD-ED2C-4716-A408-FCB51B646727}"/>
          </ac:graphicFrameMkLst>
        </pc:graphicFrameChg>
      </pc:sldChg>
      <pc:sldChg chg="add">
        <pc:chgData name="Al Friend" userId="e5ed79da-d858-46d4-9eed-a7a24903f2de" providerId="ADAL" clId="{4885A6DF-90C9-4AE3-9F0B-92B3ECABFA28}" dt="2026-09-02T11:07:39.850" v="1487"/>
        <pc:sldMkLst>
          <pc:docMk/>
          <pc:sldMk cId="3037259740" sldId="949"/>
        </pc:sldMkLst>
      </pc:sldChg>
      <pc:sldChg chg="add">
        <pc:chgData name="Al Friend" userId="e5ed79da-d858-46d4-9eed-a7a24903f2de" providerId="ADAL" clId="{4885A6DF-90C9-4AE3-9F0B-92B3ECABFA28}" dt="2026-09-03T12:25:34.594" v="2014"/>
        <pc:sldMkLst>
          <pc:docMk/>
          <pc:sldMk cId="714298027" sldId="95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03/09/2026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Look in the middle, throw half away, and do it again.</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8064662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03/09/2026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1.gi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gif"/><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3.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54.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55.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6.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8.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7.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9.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1.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7.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8.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60.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2.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6.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3.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4.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a:t>
            </a:r>
          </a:p>
          <a:p>
            <a:pPr>
              <a:spcAft>
                <a:spcPts val="1200"/>
              </a:spcAft>
            </a:pPr>
            <a:r>
              <a:rPr lang="en-GB" dirty="0"/>
              <a:t>observable results of value to Actor(s)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609173" y="2821053"/>
            <a:ext cx="2464136" cy="2862322"/>
          </a:xfrm>
          <a:prstGeom prst="rect">
            <a:avLst/>
          </a:prstGeom>
        </p:spPr>
        <p:txBody>
          <a:bodyPr wrap="none">
            <a:spAutoFit/>
          </a:bodyPr>
          <a:lstStyle/>
          <a:p>
            <a:r>
              <a:rPr lang="en-GB" sz="3600" b="1" dirty="0">
                <a:solidFill>
                  <a:srgbClr val="7030A0"/>
                </a:solidFill>
                <a:latin typeface="Consolas" panose="020B0609020204030204" pitchFamily="49" charset="0"/>
              </a:rPr>
              <a:t>[[0,1,0]</a:t>
            </a:r>
          </a:p>
          <a:p>
            <a:r>
              <a:rPr lang="en-GB" sz="3600" b="1" dirty="0">
                <a:solidFill>
                  <a:srgbClr val="7030A0"/>
                </a:solidFill>
                <a:latin typeface="Consolas" panose="020B0609020204030204" pitchFamily="49" charset="0"/>
              </a:rPr>
              <a:t> [1,0,1]</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[1,1,1]]</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4277782956"/>
              </p:ext>
            </p:extLst>
          </p:nvPr>
        </p:nvGraphicFramePr>
        <p:xfrm>
          <a:off x="4656970" y="2452214"/>
          <a:ext cx="2160000" cy="36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tblGrid>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045169"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225411"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63718" y="4055318"/>
            <a:ext cx="7985696"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Reducing by one element each time</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0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20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038810" y="4400864"/>
            <a:ext cx="8114380"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 unsorted value (2</a:t>
            </a:r>
            <a:r>
              <a:rPr lang="en-GB" sz="3200" baseline="30000" dirty="0"/>
              <a:t>nd</a:t>
            </a:r>
            <a:r>
              <a:rPr lang="en-GB" sz="3200" dirty="0"/>
              <a:t> element)</a:t>
            </a:r>
          </a:p>
          <a:p>
            <a:pPr marL="285750" indent="-285750">
              <a:spcAft>
                <a:spcPts val="1200"/>
              </a:spcAft>
              <a:buFont typeface="Arial" panose="020B0604020202020204" pitchFamily="34" charset="0"/>
              <a:buChar char="•"/>
            </a:pPr>
            <a:r>
              <a:rPr lang="en-GB" sz="3200" dirty="0"/>
              <a:t>Current value compared with previous</a:t>
            </a:r>
          </a:p>
          <a:p>
            <a:pPr marL="285750" indent="-285750">
              <a:spcAft>
                <a:spcPts val="1200"/>
              </a:spcAft>
              <a:buFont typeface="Arial" panose="020B0604020202020204" pitchFamily="34" charset="0"/>
              <a:buChar char="•"/>
            </a:pPr>
            <a:r>
              <a:rPr lang="en-GB" sz="3200" dirty="0"/>
              <a:t>Moves to next unsorted value if no swap done</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558357908"/>
              </p:ext>
            </p:extLst>
          </p:nvPr>
        </p:nvGraphicFramePr>
        <p:xfrm>
          <a:off x="2844800" y="201834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1522097501"/>
              </p:ext>
            </p:extLst>
          </p:nvPr>
        </p:nvGraphicFramePr>
        <p:xfrm>
          <a:off x="2844800" y="143922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2154732927"/>
              </p:ext>
            </p:extLst>
          </p:nvPr>
        </p:nvGraphicFramePr>
        <p:xfrm>
          <a:off x="2844800" y="403062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2886427433"/>
              </p:ext>
            </p:extLst>
          </p:nvPr>
        </p:nvGraphicFramePr>
        <p:xfrm>
          <a:off x="2844800" y="345150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2197090" y="1763662"/>
            <a:ext cx="647710"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2070533" y="3770267"/>
            <a:ext cx="763324"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grpSp>
        <p:nvGrpSpPr>
          <p:cNvPr id="14" name="Group 13">
            <a:extLst>
              <a:ext uri="{FF2B5EF4-FFF2-40B4-BE49-F238E27FC236}">
                <a16:creationId xmlns:a16="http://schemas.microsoft.com/office/drawing/2014/main" id="{6157FED8-9763-453D-93BB-5ADDF3F2FB14}"/>
              </a:ext>
            </a:extLst>
          </p:cNvPr>
          <p:cNvGrpSpPr/>
          <p:nvPr/>
        </p:nvGrpSpPr>
        <p:grpSpPr>
          <a:xfrm>
            <a:off x="4203273" y="2577207"/>
            <a:ext cx="2849489" cy="540000"/>
            <a:chOff x="4203273" y="2742462"/>
            <a:chExt cx="2849489" cy="540000"/>
          </a:xfrm>
        </p:grpSpPr>
        <p:grpSp>
          <p:nvGrpSpPr>
            <p:cNvPr id="10" name="Group 9">
              <a:extLst>
                <a:ext uri="{FF2B5EF4-FFF2-40B4-BE49-F238E27FC236}">
                  <a16:creationId xmlns:a16="http://schemas.microsoft.com/office/drawing/2014/main" id="{5A4ABAAF-9207-4582-A0F3-198860364520}"/>
                </a:ext>
              </a:extLst>
            </p:cNvPr>
            <p:cNvGrpSpPr/>
            <p:nvPr/>
          </p:nvGrpSpPr>
          <p:grpSpPr>
            <a:xfrm>
              <a:off x="4549967" y="2742462"/>
              <a:ext cx="1800000" cy="540000"/>
              <a:chOff x="0" y="2852214"/>
              <a:chExt cx="1800000" cy="540000"/>
            </a:xfrm>
          </p:grpSpPr>
          <p:cxnSp>
            <p:nvCxnSpPr>
              <p:cNvPr id="6" name="Straight Connector 5">
                <a:extLst>
                  <a:ext uri="{FF2B5EF4-FFF2-40B4-BE49-F238E27FC236}">
                    <a16:creationId xmlns:a16="http://schemas.microsoft.com/office/drawing/2014/main" id="{F3ED7AE7-436E-464F-A754-6D17A1008A46}"/>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12942F-7DA7-4E15-95E1-661FC63ACDDB}"/>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6" name="Rectangle 15">
              <a:extLst>
                <a:ext uri="{FF2B5EF4-FFF2-40B4-BE49-F238E27FC236}">
                  <a16:creationId xmlns:a16="http://schemas.microsoft.com/office/drawing/2014/main" id="{C56035C2-A117-47DD-8650-455454D2707D}"/>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7" name="Rectangle 16">
              <a:extLst>
                <a:ext uri="{FF2B5EF4-FFF2-40B4-BE49-F238E27FC236}">
                  <a16:creationId xmlns:a16="http://schemas.microsoft.com/office/drawing/2014/main" id="{065E5B11-14F8-4641-A536-2B243AAA3961}"/>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19" name="Group 18">
            <a:extLst>
              <a:ext uri="{FF2B5EF4-FFF2-40B4-BE49-F238E27FC236}">
                <a16:creationId xmlns:a16="http://schemas.microsoft.com/office/drawing/2014/main" id="{67896CCC-906E-4B54-871C-6C21D5147C8E}"/>
              </a:ext>
            </a:extLst>
          </p:cNvPr>
          <p:cNvGrpSpPr/>
          <p:nvPr/>
        </p:nvGrpSpPr>
        <p:grpSpPr>
          <a:xfrm>
            <a:off x="5505052" y="4594002"/>
            <a:ext cx="2849489" cy="540000"/>
            <a:chOff x="4203273" y="2742462"/>
            <a:chExt cx="2849489" cy="540000"/>
          </a:xfrm>
        </p:grpSpPr>
        <p:grpSp>
          <p:nvGrpSpPr>
            <p:cNvPr id="20" name="Group 19">
              <a:extLst>
                <a:ext uri="{FF2B5EF4-FFF2-40B4-BE49-F238E27FC236}">
                  <a16:creationId xmlns:a16="http://schemas.microsoft.com/office/drawing/2014/main" id="{9AF5BD8E-997E-4B08-A425-188C826AD8ED}"/>
                </a:ext>
              </a:extLst>
            </p:cNvPr>
            <p:cNvGrpSpPr/>
            <p:nvPr/>
          </p:nvGrpSpPr>
          <p:grpSpPr>
            <a:xfrm>
              <a:off x="4549967" y="2742462"/>
              <a:ext cx="1800000" cy="540000"/>
              <a:chOff x="0" y="2852214"/>
              <a:chExt cx="1800000" cy="540000"/>
            </a:xfrm>
          </p:grpSpPr>
          <p:cxnSp>
            <p:nvCxnSpPr>
              <p:cNvPr id="23" name="Straight Connector 22">
                <a:extLst>
                  <a:ext uri="{FF2B5EF4-FFF2-40B4-BE49-F238E27FC236}">
                    <a16:creationId xmlns:a16="http://schemas.microsoft.com/office/drawing/2014/main" id="{F227BEB1-0692-40AB-AF0D-B1FCA8F05EF2}"/>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029BEBF-15F0-434E-BC3C-8D4078F6E06D}"/>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375C19ED-35CF-4240-8EC0-F0628BCEFCA6}"/>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2" name="Rectangle 21">
              <a:extLst>
                <a:ext uri="{FF2B5EF4-FFF2-40B4-BE49-F238E27FC236}">
                  <a16:creationId xmlns:a16="http://schemas.microsoft.com/office/drawing/2014/main" id="{7BC9ABB9-F850-4300-9BB1-77422577001C}"/>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
        <p:nvSpPr>
          <p:cNvPr id="25" name="Rectangle 24">
            <a:extLst>
              <a:ext uri="{FF2B5EF4-FFF2-40B4-BE49-F238E27FC236}">
                <a16:creationId xmlns:a16="http://schemas.microsoft.com/office/drawing/2014/main" id="{2CACACAF-6E10-49E9-8DDC-6AA06F71159F}"/>
              </a:ext>
            </a:extLst>
          </p:cNvPr>
          <p:cNvSpPr/>
          <p:nvPr/>
        </p:nvSpPr>
        <p:spPr>
          <a:xfrm>
            <a:off x="2200490" y="5323597"/>
            <a:ext cx="779102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a:t>
            </a:r>
          </a:p>
          <a:p>
            <a:pPr marL="285750" indent="-285750">
              <a:spcAft>
                <a:spcPts val="1200"/>
              </a:spcAft>
              <a:buFont typeface="Arial" panose="020B0604020202020204" pitchFamily="34" charset="0"/>
              <a:buChar char="•"/>
            </a:pPr>
            <a:r>
              <a:rPr lang="en-GB" sz="3200" dirty="0"/>
              <a:t>Current value</a:t>
            </a:r>
          </a:p>
        </p:txBody>
      </p:sp>
    </p:spTree>
    <p:extLst>
      <p:ext uri="{BB962C8B-B14F-4D97-AF65-F5344CB8AC3E}">
        <p14:creationId xmlns:p14="http://schemas.microsoft.com/office/powerpoint/2010/main" val="1059950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wipe(left)">
                                      <p:cBhvr>
                                        <p:cTn id="7" dur="1000"/>
                                        <p:tgtEl>
                                          <p:spTgt spid="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5">
                                            <p:txEl>
                                              <p:pRg st="1" end="1"/>
                                            </p:txEl>
                                          </p:spTgt>
                                        </p:tgtEl>
                                        <p:attrNameLst>
                                          <p:attrName>style.visibility</p:attrName>
                                        </p:attrNameLst>
                                      </p:cBhvr>
                                      <p:to>
                                        <p:strVal val="visible"/>
                                      </p:to>
                                    </p:set>
                                    <p:animEffect transition="in" filter="wipe(left)">
                                      <p:cBhvr>
                                        <p:cTn id="12" dur="175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54729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79994816"/>
              </p:ext>
            </p:extLst>
          </p:nvPr>
        </p:nvGraphicFramePr>
        <p:xfrm>
          <a:off x="2833580" y="220385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17474066"/>
              </p:ext>
            </p:extLst>
          </p:nvPr>
        </p:nvGraphicFramePr>
        <p:xfrm>
          <a:off x="2844800" y="37056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87744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574228792"/>
              </p:ext>
            </p:extLst>
          </p:nvPr>
        </p:nvGraphicFramePr>
        <p:xfrm>
          <a:off x="2833580" y="15229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1112495869"/>
              </p:ext>
            </p:extLst>
          </p:nvPr>
        </p:nvGraphicFramePr>
        <p:xfrm>
          <a:off x="2844800" y="43864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pSp>
        <p:nvGrpSpPr>
          <p:cNvPr id="13" name="Group 12">
            <a:extLst>
              <a:ext uri="{FF2B5EF4-FFF2-40B4-BE49-F238E27FC236}">
                <a16:creationId xmlns:a16="http://schemas.microsoft.com/office/drawing/2014/main" id="{3AF2A79B-9D6A-4A13-B925-390B6A22FE40}"/>
              </a:ext>
            </a:extLst>
          </p:cNvPr>
          <p:cNvGrpSpPr/>
          <p:nvPr/>
        </p:nvGrpSpPr>
        <p:grpSpPr>
          <a:xfrm>
            <a:off x="4192436" y="2777018"/>
            <a:ext cx="2849489" cy="540000"/>
            <a:chOff x="4203273" y="2742462"/>
            <a:chExt cx="2849489" cy="540000"/>
          </a:xfrm>
        </p:grpSpPr>
        <p:grpSp>
          <p:nvGrpSpPr>
            <p:cNvPr id="14" name="Group 13">
              <a:extLst>
                <a:ext uri="{FF2B5EF4-FFF2-40B4-BE49-F238E27FC236}">
                  <a16:creationId xmlns:a16="http://schemas.microsoft.com/office/drawing/2014/main" id="{1784384B-8301-4F14-A2F3-DA5741EA44B4}"/>
                </a:ext>
              </a:extLst>
            </p:cNvPr>
            <p:cNvGrpSpPr/>
            <p:nvPr/>
          </p:nvGrpSpPr>
          <p:grpSpPr>
            <a:xfrm>
              <a:off x="4549967" y="2742462"/>
              <a:ext cx="1800000" cy="540000"/>
              <a:chOff x="0" y="2852214"/>
              <a:chExt cx="1800000" cy="540000"/>
            </a:xfrm>
          </p:grpSpPr>
          <p:cxnSp>
            <p:nvCxnSpPr>
              <p:cNvPr id="19" name="Straight Connector 18">
                <a:extLst>
                  <a:ext uri="{FF2B5EF4-FFF2-40B4-BE49-F238E27FC236}">
                    <a16:creationId xmlns:a16="http://schemas.microsoft.com/office/drawing/2014/main" id="{A99D0EB9-A51C-4E52-AEE2-D728B79499D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7A26E3-A28B-4E59-866E-BA3DB3F94E00}"/>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7" name="Rectangle 16">
              <a:extLst>
                <a:ext uri="{FF2B5EF4-FFF2-40B4-BE49-F238E27FC236}">
                  <a16:creationId xmlns:a16="http://schemas.microsoft.com/office/drawing/2014/main" id="{6716E519-CCE8-4D35-ADE5-86A7C4EB652F}"/>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8" name="Rectangle 17">
              <a:extLst>
                <a:ext uri="{FF2B5EF4-FFF2-40B4-BE49-F238E27FC236}">
                  <a16:creationId xmlns:a16="http://schemas.microsoft.com/office/drawing/2014/main" id="{A8D47C8B-F4BF-4E6C-A2F7-76376B2D0E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21" name="Group 20">
            <a:extLst>
              <a:ext uri="{FF2B5EF4-FFF2-40B4-BE49-F238E27FC236}">
                <a16:creationId xmlns:a16="http://schemas.microsoft.com/office/drawing/2014/main" id="{A0C19CCB-F8CA-40B0-8A21-97657AE58BDA}"/>
              </a:ext>
            </a:extLst>
          </p:cNvPr>
          <p:cNvGrpSpPr/>
          <p:nvPr/>
        </p:nvGrpSpPr>
        <p:grpSpPr>
          <a:xfrm>
            <a:off x="5505919" y="4959662"/>
            <a:ext cx="2849489" cy="540000"/>
            <a:chOff x="4203273" y="2742462"/>
            <a:chExt cx="2849489" cy="540000"/>
          </a:xfrm>
        </p:grpSpPr>
        <p:grpSp>
          <p:nvGrpSpPr>
            <p:cNvPr id="22" name="Group 21">
              <a:extLst>
                <a:ext uri="{FF2B5EF4-FFF2-40B4-BE49-F238E27FC236}">
                  <a16:creationId xmlns:a16="http://schemas.microsoft.com/office/drawing/2014/main" id="{7E6AFC6F-DEA8-4A3C-ABFE-4342BAE4DAE0}"/>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51573EDC-62F2-4FD9-B155-44EBCA06141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B7D05CA-2235-40E6-A227-2208772FADA7}"/>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FC46362C-5C73-4E6D-8171-C45746DDA252}"/>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AE6B0E9C-6FC0-4BE1-BFBA-F644B02907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684908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743146517"/>
              </p:ext>
            </p:extLst>
          </p:nvPr>
        </p:nvGraphicFramePr>
        <p:xfrm>
          <a:off x="2844800" y="38924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4061561"/>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644658240"/>
              </p:ext>
            </p:extLst>
          </p:nvPr>
        </p:nvGraphicFramePr>
        <p:xfrm>
          <a:off x="2844800" y="453577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BE6D9538-CB46-465E-80FF-7142F11A169B}"/>
              </a:ext>
            </a:extLst>
          </p:cNvPr>
          <p:cNvGraphicFramePr>
            <a:graphicFrameLocks noGrp="1"/>
          </p:cNvGraphicFramePr>
          <p:nvPr>
            <p:extLst>
              <p:ext uri="{D42A27DB-BD31-4B8C-83A1-F6EECF244321}">
                <p14:modId xmlns:p14="http://schemas.microsoft.com/office/powerpoint/2010/main" val="3636272724"/>
              </p:ext>
            </p:extLst>
          </p:nvPr>
        </p:nvGraphicFramePr>
        <p:xfrm>
          <a:off x="2844800" y="256449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CFD8CE2D-084E-4857-B98F-E6734377C991}"/>
              </a:ext>
            </a:extLst>
          </p:cNvPr>
          <p:cNvGraphicFramePr>
            <a:graphicFrameLocks noGrp="1"/>
          </p:cNvGraphicFramePr>
          <p:nvPr>
            <p:extLst>
              <p:ext uri="{D42A27DB-BD31-4B8C-83A1-F6EECF244321}">
                <p14:modId xmlns:p14="http://schemas.microsoft.com/office/powerpoint/2010/main" val="529587916"/>
              </p:ext>
            </p:extLst>
          </p:nvPr>
        </p:nvGraphicFramePr>
        <p:xfrm>
          <a:off x="2844800" y="324538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87BB941C-8DDD-4827-BE22-36AC1E39248C}"/>
              </a:ext>
            </a:extLst>
          </p:cNvPr>
          <p:cNvSpPr/>
          <p:nvPr/>
        </p:nvSpPr>
        <p:spPr>
          <a:xfrm>
            <a:off x="6388900" y="273364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DABE769F-F13F-4C26-B54D-05FD87770F84}"/>
              </a:ext>
            </a:extLst>
          </p:cNvPr>
          <p:cNvGrpSpPr/>
          <p:nvPr/>
        </p:nvGrpSpPr>
        <p:grpSpPr>
          <a:xfrm>
            <a:off x="6800642" y="5114891"/>
            <a:ext cx="2849489" cy="540000"/>
            <a:chOff x="4203273" y="2742462"/>
            <a:chExt cx="2849489" cy="540000"/>
          </a:xfrm>
        </p:grpSpPr>
        <p:grpSp>
          <p:nvGrpSpPr>
            <p:cNvPr id="22" name="Group 21">
              <a:extLst>
                <a:ext uri="{FF2B5EF4-FFF2-40B4-BE49-F238E27FC236}">
                  <a16:creationId xmlns:a16="http://schemas.microsoft.com/office/drawing/2014/main" id="{114EB818-EB8E-496C-B372-4EE74A6DF8BC}"/>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C80D603F-14FC-48F6-8581-FE3B958406B1}"/>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071C4B1-B5F4-4801-A2DA-6F762310897A}"/>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B5B75018-48B2-4313-AF51-EA6DE499023A}"/>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8BF0AD8D-EB09-4859-B2CE-BF987C6457F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4993053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831084715"/>
              </p:ext>
            </p:extLst>
          </p:nvPr>
        </p:nvGraphicFramePr>
        <p:xfrm>
          <a:off x="2844800" y="510242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CA600D0D-BC05-469D-82A7-11D7A9322BBA}"/>
              </a:ext>
            </a:extLst>
          </p:cNvPr>
          <p:cNvGraphicFramePr>
            <a:graphicFrameLocks noGrp="1"/>
          </p:cNvGraphicFramePr>
          <p:nvPr>
            <p:extLst>
              <p:ext uri="{D42A27DB-BD31-4B8C-83A1-F6EECF244321}">
                <p14:modId xmlns:p14="http://schemas.microsoft.com/office/powerpoint/2010/main" val="765753467"/>
              </p:ext>
            </p:extLst>
          </p:nvPr>
        </p:nvGraphicFramePr>
        <p:xfrm>
          <a:off x="2844800" y="33375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DA48355-3E78-4A2B-A62A-5B202FC3E92C}"/>
              </a:ext>
            </a:extLst>
          </p:cNvPr>
          <p:cNvGraphicFramePr>
            <a:graphicFrameLocks noGrp="1"/>
          </p:cNvGraphicFramePr>
          <p:nvPr>
            <p:extLst>
              <p:ext uri="{D42A27DB-BD31-4B8C-83A1-F6EECF244321}">
                <p14:modId xmlns:p14="http://schemas.microsoft.com/office/powerpoint/2010/main" val="1106845067"/>
              </p:ext>
            </p:extLst>
          </p:nvPr>
        </p:nvGraphicFramePr>
        <p:xfrm>
          <a:off x="2844800" y="408577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7FCD15D7-BD1B-43DE-B71E-2000DC60B003}"/>
              </a:ext>
            </a:extLst>
          </p:cNvPr>
          <p:cNvSpPr/>
          <p:nvPr/>
        </p:nvSpPr>
        <p:spPr>
          <a:xfrm>
            <a:off x="6388190" y="4254926"/>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4" name="Table 13">
            <a:extLst>
              <a:ext uri="{FF2B5EF4-FFF2-40B4-BE49-F238E27FC236}">
                <a16:creationId xmlns:a16="http://schemas.microsoft.com/office/drawing/2014/main" id="{E3E9DD54-4A52-45BA-932D-FD2D925BD23C}"/>
              </a:ext>
            </a:extLst>
          </p:cNvPr>
          <p:cNvGraphicFramePr>
            <a:graphicFrameLocks noGrp="1"/>
          </p:cNvGraphicFramePr>
          <p:nvPr>
            <p:extLst>
              <p:ext uri="{D42A27DB-BD31-4B8C-83A1-F6EECF244321}">
                <p14:modId xmlns:p14="http://schemas.microsoft.com/office/powerpoint/2010/main" val="1098604167"/>
              </p:ext>
            </p:extLst>
          </p:nvPr>
        </p:nvGraphicFramePr>
        <p:xfrm>
          <a:off x="2844800" y="267381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5" name="Arrow: Left-Right 14">
            <a:extLst>
              <a:ext uri="{FF2B5EF4-FFF2-40B4-BE49-F238E27FC236}">
                <a16:creationId xmlns:a16="http://schemas.microsoft.com/office/drawing/2014/main" id="{7371C7CE-6515-4359-91F7-609AEAA4D345}"/>
              </a:ext>
            </a:extLst>
          </p:cNvPr>
          <p:cNvSpPr/>
          <p:nvPr/>
        </p:nvSpPr>
        <p:spPr>
          <a:xfrm>
            <a:off x="7696728" y="284296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6745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extLst/>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extLst/>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extLst/>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7142980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Binary Search</a:t>
            </a:r>
          </a:p>
        </p:txBody>
      </p:sp>
      <p:sp>
        <p:nvSpPr>
          <p:cNvPr id="4" name="Rectangle 3">
            <a:extLst>
              <a:ext uri="{FF2B5EF4-FFF2-40B4-BE49-F238E27FC236}">
                <a16:creationId xmlns:a16="http://schemas.microsoft.com/office/drawing/2014/main" id="{68A1EEE7-E451-4AC1-A11B-E7493A03B5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pic>
        <p:nvPicPr>
          <p:cNvPr id="6" name="Picture 5">
            <a:extLst>
              <a:ext uri="{FF2B5EF4-FFF2-40B4-BE49-F238E27FC236}">
                <a16:creationId xmlns:a16="http://schemas.microsoft.com/office/drawing/2014/main" id="{9A5DC9E5-7669-4185-93BF-43975CA7B2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 y="1584803"/>
            <a:ext cx="11353800" cy="2083707"/>
          </a:xfrm>
          <a:prstGeom prst="rect">
            <a:avLst/>
          </a:prstGeom>
        </p:spPr>
      </p:pic>
      <p:sp>
        <p:nvSpPr>
          <p:cNvPr id="5" name="Rectangle 4">
            <a:extLst>
              <a:ext uri="{FF2B5EF4-FFF2-40B4-BE49-F238E27FC236}">
                <a16:creationId xmlns:a16="http://schemas.microsoft.com/office/drawing/2014/main" id="{F858AA08-670F-46F9-9760-A190354A1975}"/>
              </a:ext>
            </a:extLst>
          </p:cNvPr>
          <p:cNvSpPr/>
          <p:nvPr/>
        </p:nvSpPr>
        <p:spPr>
          <a:xfrm>
            <a:off x="7467939" y="618529"/>
            <a:ext cx="4304961" cy="646331"/>
          </a:xfrm>
          <a:prstGeom prst="rect">
            <a:avLst/>
          </a:prstGeom>
        </p:spPr>
        <p:txBody>
          <a:bodyPr wrap="none">
            <a:spAutoFit/>
          </a:bodyPr>
          <a:lstStyle/>
          <a:p>
            <a:pPr algn="r"/>
            <a:r>
              <a:rPr lang="en-GB" sz="3600" b="1" dirty="0">
                <a:solidFill>
                  <a:srgbClr val="7030A0"/>
                </a:solidFill>
              </a:rPr>
              <a:t>Values already sorted</a:t>
            </a:r>
          </a:p>
        </p:txBody>
      </p:sp>
    </p:spTree>
    <p:extLst>
      <p:ext uri="{BB962C8B-B14F-4D97-AF65-F5344CB8AC3E}">
        <p14:creationId xmlns:p14="http://schemas.microsoft.com/office/powerpoint/2010/main" val="98066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0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75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3904499" y="5660152"/>
            <a:ext cx="4379532" cy="584775"/>
          </a:xfrm>
          <a:prstGeom prst="rect">
            <a:avLst/>
          </a:prstGeom>
        </p:spPr>
        <p:txBody>
          <a:bodyPr wrap="none">
            <a:spAutoFit/>
          </a:bodyPr>
          <a:lstStyle/>
          <a:p>
            <a:pPr lvl="0" algn="ctr">
              <a:spcAft>
                <a:spcPts val="1200"/>
              </a:spcAft>
            </a:pPr>
            <a:r>
              <a:rPr lang="en-GB" sz="3200" dirty="0">
                <a:solidFill>
                  <a:prstClr val="black"/>
                </a:solidFill>
              </a:rPr>
              <a:t>Middle = (Start + End) / 2</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gtEl>
                                        <p:attrNameLst>
                                          <p:attrName>style.visibility</p:attrName>
                                        </p:attrNameLst>
                                      </p:cBhvr>
                                      <p:to>
                                        <p:strVal val="visible"/>
                                      </p:to>
                                    </p:set>
                                    <p:animEffect transition="in" filter="wipe(left)">
                                      <p:cBhvr>
                                        <p:cTn id="38" dur="1500"/>
                                        <p:tgtEl>
                                          <p:spTgt spid="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childTnLst>
                                </p:cTn>
                              </p:par>
                              <p:par>
                                <p:cTn id="57" presetID="22" presetClass="exit" presetSubtype="8" fill="hold" grpId="1" nodeType="withEffect">
                                  <p:stCondLst>
                                    <p:cond delay="0"/>
                                  </p:stCondLst>
                                  <p:childTnLst>
                                    <p:animEffect transition="out" filter="wipe(left)">
                                      <p:cBhvr>
                                        <p:cTn id="58" dur="500"/>
                                        <p:tgtEl>
                                          <p:spTgt spid="17"/>
                                        </p:tgtEl>
                                      </p:cBhvr>
                                    </p:animEffect>
                                    <p:set>
                                      <p:cBhvr>
                                        <p:cTn id="59" dur="1" fill="hold">
                                          <p:stCondLst>
                                            <p:cond delay="499"/>
                                          </p:stCondLst>
                                        </p:cTn>
                                        <p:tgtEl>
                                          <p:spTgt spid="17"/>
                                        </p:tgtEl>
                                        <p:attrNameLst>
                                          <p:attrName>style.visibility</p:attrName>
                                        </p:attrNameLst>
                                      </p:cBhvr>
                                      <p:to>
                                        <p:strVal val="hidden"/>
                                      </p:to>
                                    </p:set>
                                  </p:childTnLst>
                                </p:cTn>
                              </p:par>
                              <p:par>
                                <p:cTn id="60" presetID="22" presetClass="exit" presetSubtype="8" fill="hold" grpId="1" nodeType="withEffect">
                                  <p:stCondLst>
                                    <p:cond delay="0"/>
                                  </p:stCondLst>
                                  <p:childTnLst>
                                    <p:animEffect transition="out" filter="wipe(left)">
                                      <p:cBhvr>
                                        <p:cTn id="61" dur="500"/>
                                        <p:tgtEl>
                                          <p:spTgt spid="20"/>
                                        </p:tgtEl>
                                      </p:cBhvr>
                                    </p:animEffect>
                                    <p:set>
                                      <p:cBhvr>
                                        <p:cTn id="62" dur="1" fill="hold">
                                          <p:stCondLst>
                                            <p:cond delay="499"/>
                                          </p:stCondLst>
                                        </p:cTn>
                                        <p:tgtEl>
                                          <p:spTgt spid="20"/>
                                        </p:tgtEl>
                                        <p:attrNameLst>
                                          <p:attrName>style.visibility</p:attrName>
                                        </p:attrNameLst>
                                      </p:cBhvr>
                                      <p:to>
                                        <p:strVal val="hidden"/>
                                      </p:to>
                                    </p:set>
                                  </p:childTnLst>
                                </p:cTn>
                              </p:par>
                              <p:par>
                                <p:cTn id="63" presetID="22" presetClass="entr" presetSubtype="8"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wipe(left)">
                                      <p:cBhvr>
                                        <p:cTn id="65" dur="500"/>
                                        <p:tgtEl>
                                          <p:spTgt spid="29"/>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childTnLst>
                                </p:cTn>
                              </p:par>
                              <p:par>
                                <p:cTn id="71" presetID="22" presetClass="entr" presetSubtype="8" fill="hold" grpId="0" nodeType="with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wipe(left)">
                                      <p:cBhvr>
                                        <p:cTn id="73" dur="500"/>
                                        <p:tgtEl>
                                          <p:spTgt spid="30"/>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500"/>
                                        <p:tgtEl>
                                          <p:spTgt spid="2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500"/>
                                        <p:tgtEl>
                                          <p:spTgt spid="23"/>
                                        </p:tgtEl>
                                      </p:cBhvr>
                                    </p:animEffect>
                                  </p:childTnLst>
                                </p:cTn>
                              </p:par>
                              <p:par>
                                <p:cTn id="84" presetID="22" presetClass="exit" presetSubtype="8" fill="hold" grpId="1" nodeType="withEffect">
                                  <p:stCondLst>
                                    <p:cond delay="0"/>
                                  </p:stCondLst>
                                  <p:childTnLst>
                                    <p:animEffect transition="out" filter="wipe(left)">
                                      <p:cBhvr>
                                        <p:cTn id="85" dur="500"/>
                                        <p:tgtEl>
                                          <p:spTgt spid="19"/>
                                        </p:tgtEl>
                                      </p:cBhvr>
                                    </p:animEffect>
                                    <p:set>
                                      <p:cBhvr>
                                        <p:cTn id="86" dur="1" fill="hold">
                                          <p:stCondLst>
                                            <p:cond delay="499"/>
                                          </p:stCondLst>
                                        </p:cTn>
                                        <p:tgtEl>
                                          <p:spTgt spid="19"/>
                                        </p:tgtEl>
                                        <p:attrNameLst>
                                          <p:attrName>style.visibility</p:attrName>
                                        </p:attrNameLst>
                                      </p:cBhvr>
                                      <p:to>
                                        <p:strVal val="hidden"/>
                                      </p:to>
                                    </p:set>
                                  </p:childTnLst>
                                </p:cTn>
                              </p:par>
                              <p:par>
                                <p:cTn id="87" presetID="22" presetClass="exit" presetSubtype="8" fill="hold" grpId="1" nodeType="withEffect">
                                  <p:stCondLst>
                                    <p:cond delay="0"/>
                                  </p:stCondLst>
                                  <p:childTnLst>
                                    <p:animEffect transition="out" filter="wipe(left)">
                                      <p:cBhvr>
                                        <p:cTn id="88" dur="500"/>
                                        <p:tgtEl>
                                          <p:spTgt spid="30"/>
                                        </p:tgtEl>
                                      </p:cBhvr>
                                    </p:animEffect>
                                    <p:set>
                                      <p:cBhvr>
                                        <p:cTn id="89" dur="1" fill="hold">
                                          <p:stCondLst>
                                            <p:cond delay="499"/>
                                          </p:stCondLst>
                                        </p:cTn>
                                        <p:tgtEl>
                                          <p:spTgt spid="30"/>
                                        </p:tgtEl>
                                        <p:attrNameLst>
                                          <p:attrName>style.visibility</p:attrName>
                                        </p:attrNameLst>
                                      </p:cBhvr>
                                      <p:to>
                                        <p:strVal val="hidden"/>
                                      </p:to>
                                    </p:set>
                                  </p:childTnLst>
                                </p:cTn>
                              </p:par>
                              <p:par>
                                <p:cTn id="90" presetID="22" presetClass="exit" presetSubtype="8" fill="hold" grpId="1" nodeType="withEffect">
                                  <p:stCondLst>
                                    <p:cond delay="0"/>
                                  </p:stCondLst>
                                  <p:childTnLst>
                                    <p:animEffect transition="out" filter="wipe(left)">
                                      <p:cBhvr>
                                        <p:cTn id="91" dur="500"/>
                                        <p:tgtEl>
                                          <p:spTgt spid="29"/>
                                        </p:tgtEl>
                                      </p:cBhvr>
                                    </p:animEffect>
                                    <p:set>
                                      <p:cBhvr>
                                        <p:cTn id="92" dur="1" fill="hold">
                                          <p:stCondLst>
                                            <p:cond delay="499"/>
                                          </p:stCondLst>
                                        </p:cTn>
                                        <p:tgtEl>
                                          <p:spTgt spid="29"/>
                                        </p:tgtEl>
                                        <p:attrNameLst>
                                          <p:attrName>style.visibility</p:attrName>
                                        </p:attrNameLst>
                                      </p:cBhvr>
                                      <p:to>
                                        <p:strVal val="hidden"/>
                                      </p:to>
                                    </p:set>
                                  </p:childTnLst>
                                </p:cTn>
                              </p:par>
                              <p:par>
                                <p:cTn id="93" presetID="22" presetClass="entr" presetSubtype="8"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wipe(left)">
                                      <p:cBhvr>
                                        <p:cTn id="95" dur="1000"/>
                                        <p:tgtEl>
                                          <p:spTgt spid="27"/>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childTnLst>
                                </p:cTn>
                              </p:par>
                              <p:par>
                                <p:cTn id="101" presetID="22" presetClass="exit" presetSubtype="8" fill="hold" grpId="1" nodeType="withEffect">
                                  <p:stCondLst>
                                    <p:cond delay="0"/>
                                  </p:stCondLst>
                                  <p:childTnLst>
                                    <p:animEffect transition="out" filter="wipe(left)">
                                      <p:cBhvr>
                                        <p:cTn id="102" dur="1000"/>
                                        <p:tgtEl>
                                          <p:spTgt spid="27"/>
                                        </p:tgtEl>
                                      </p:cBhvr>
                                    </p:animEffect>
                                    <p:set>
                                      <p:cBhvr>
                                        <p:cTn id="103" dur="1" fill="hold">
                                          <p:stCondLst>
                                            <p:cond delay="999"/>
                                          </p:stCondLst>
                                        </p:cTn>
                                        <p:tgtEl>
                                          <p:spTgt spid="27"/>
                                        </p:tgtEl>
                                        <p:attrNameLst>
                                          <p:attrName>style.visibility</p:attrName>
                                        </p:attrNameLst>
                                      </p:cBhvr>
                                      <p:to>
                                        <p:strVal val="hidden"/>
                                      </p:to>
                                    </p:set>
                                  </p:childTnLst>
                                </p:cTn>
                              </p:par>
                              <p:par>
                                <p:cTn id="104" presetID="22" presetClass="entr" presetSubtype="8" fill="hold" grpId="0" nodeType="with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wipe(left)">
                                      <p:cBhvr>
                                        <p:cTn id="106" dur="5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25"/>
                                        </p:tgtEl>
                                        <p:attrNameLst>
                                          <p:attrName>style.visibility</p:attrName>
                                        </p:attrNameLst>
                                      </p:cBhvr>
                                      <p:to>
                                        <p:strVal val="visible"/>
                                      </p:to>
                                    </p:set>
                                    <p:animEffect transition="in" filter="fade">
                                      <p:cBhvr>
                                        <p:cTn id="11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3" name="Table 12">
            <a:extLst>
              <a:ext uri="{FF2B5EF4-FFF2-40B4-BE49-F238E27FC236}">
                <a16:creationId xmlns:a16="http://schemas.microsoft.com/office/drawing/2014/main" id="{A2E07C1E-140F-4577-BE92-22A2B7E57534}"/>
              </a:ext>
            </a:extLst>
          </p:cNvPr>
          <p:cNvGraphicFramePr>
            <a:graphicFrameLocks noGrp="1"/>
          </p:cNvGraphicFramePr>
          <p:nvPr>
            <p:extLst>
              <p:ext uri="{D42A27DB-BD31-4B8C-83A1-F6EECF244321}">
                <p14:modId xmlns:p14="http://schemas.microsoft.com/office/powerpoint/2010/main" val="3794217137"/>
              </p:ext>
            </p:extLst>
          </p:nvPr>
        </p:nvGraphicFramePr>
        <p:xfrm>
          <a:off x="1074000" y="2139021"/>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 name="Table 6">
            <a:extLst>
              <a:ext uri="{FF2B5EF4-FFF2-40B4-BE49-F238E27FC236}">
                <a16:creationId xmlns:a16="http://schemas.microsoft.com/office/drawing/2014/main" id="{33C186EE-89F1-4861-8836-8DB4A0BAD5D3}"/>
              </a:ext>
            </a:extLst>
          </p:cNvPr>
          <p:cNvGraphicFramePr>
            <a:graphicFrameLocks noGrp="1"/>
          </p:cNvGraphicFramePr>
          <p:nvPr>
            <p:extLst>
              <p:ext uri="{D42A27DB-BD31-4B8C-83A1-F6EECF244321}">
                <p14:modId xmlns:p14="http://schemas.microsoft.com/office/powerpoint/2010/main" val="332219069"/>
              </p:ext>
            </p:extLst>
          </p:nvPr>
        </p:nvGraphicFramePr>
        <p:xfrm>
          <a:off x="1074000" y="5033473"/>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9" name="Rectangle 8">
            <a:extLst>
              <a:ext uri="{FF2B5EF4-FFF2-40B4-BE49-F238E27FC236}">
                <a16:creationId xmlns:a16="http://schemas.microsoft.com/office/drawing/2014/main" id="{BBD5B858-0F9B-4C07-A5E7-E5101E971AEA}"/>
              </a:ext>
            </a:extLst>
          </p:cNvPr>
          <p:cNvSpPr/>
          <p:nvPr/>
        </p:nvSpPr>
        <p:spPr>
          <a:xfrm>
            <a:off x="7536951" y="1610098"/>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0" name="Rectangle 9">
            <a:extLst>
              <a:ext uri="{FF2B5EF4-FFF2-40B4-BE49-F238E27FC236}">
                <a16:creationId xmlns:a16="http://schemas.microsoft.com/office/drawing/2014/main" id="{E8ABD48C-95E2-4C66-90E9-D67358A9233C}"/>
              </a:ext>
            </a:extLst>
          </p:cNvPr>
          <p:cNvSpPr/>
          <p:nvPr/>
        </p:nvSpPr>
        <p:spPr>
          <a:xfrm>
            <a:off x="10002650" y="1610098"/>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12" name="Rectangle 11">
            <a:extLst>
              <a:ext uri="{FF2B5EF4-FFF2-40B4-BE49-F238E27FC236}">
                <a16:creationId xmlns:a16="http://schemas.microsoft.com/office/drawing/2014/main" id="{D2549C28-6E3E-4215-AF0D-BD589B6C9964}"/>
              </a:ext>
            </a:extLst>
          </p:cNvPr>
          <p:cNvSpPr/>
          <p:nvPr/>
        </p:nvSpPr>
        <p:spPr>
          <a:xfrm>
            <a:off x="8600607" y="1604477"/>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32235490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graphicFrame>
        <p:nvGraphicFramePr>
          <p:cNvPr id="11" name="Table 10">
            <a:extLst>
              <a:ext uri="{FF2B5EF4-FFF2-40B4-BE49-F238E27FC236}">
                <a16:creationId xmlns:a16="http://schemas.microsoft.com/office/drawing/2014/main" id="{DC8AFB12-C8C4-4D84-B7DD-D035010CABFD}"/>
              </a:ext>
            </a:extLst>
          </p:cNvPr>
          <p:cNvGraphicFramePr>
            <a:graphicFrameLocks noGrp="1"/>
          </p:cNvGraphicFramePr>
          <p:nvPr>
            <p:extLst>
              <p:ext uri="{D42A27DB-BD31-4B8C-83A1-F6EECF244321}">
                <p14:modId xmlns:p14="http://schemas.microsoft.com/office/powerpoint/2010/main" val="4242018174"/>
              </p:ext>
            </p:extLst>
          </p:nvPr>
        </p:nvGraphicFramePr>
        <p:xfrm>
          <a:off x="1074000" y="179997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4" name="Rectangle 13">
            <a:extLst>
              <a:ext uri="{FF2B5EF4-FFF2-40B4-BE49-F238E27FC236}">
                <a16:creationId xmlns:a16="http://schemas.microsoft.com/office/drawing/2014/main" id="{101285FA-D8DE-475A-82E5-6986C54850BB}"/>
              </a:ext>
            </a:extLst>
          </p:cNvPr>
          <p:cNvSpPr/>
          <p:nvPr/>
        </p:nvSpPr>
        <p:spPr>
          <a:xfrm>
            <a:off x="7009231" y="1276759"/>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graphicFrame>
        <p:nvGraphicFramePr>
          <p:cNvPr id="19" name="Table 18">
            <a:extLst>
              <a:ext uri="{FF2B5EF4-FFF2-40B4-BE49-F238E27FC236}">
                <a16:creationId xmlns:a16="http://schemas.microsoft.com/office/drawing/2014/main" id="{D1C14431-D69A-42ED-9D54-45E2495D4E17}"/>
              </a:ext>
            </a:extLst>
          </p:cNvPr>
          <p:cNvGraphicFramePr>
            <a:graphicFrameLocks noGrp="1"/>
          </p:cNvGraphicFramePr>
          <p:nvPr>
            <p:extLst>
              <p:ext uri="{D42A27DB-BD31-4B8C-83A1-F6EECF244321}">
                <p14:modId xmlns:p14="http://schemas.microsoft.com/office/powerpoint/2010/main" val="2420427524"/>
              </p:ext>
            </p:extLst>
          </p:nvPr>
        </p:nvGraphicFramePr>
        <p:xfrm>
          <a:off x="1074000" y="3899782"/>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0" name="Rectangle 19">
            <a:extLst>
              <a:ext uri="{FF2B5EF4-FFF2-40B4-BE49-F238E27FC236}">
                <a16:creationId xmlns:a16="http://schemas.microsoft.com/office/drawing/2014/main" id="{FA98E18D-4B9B-4EA1-A384-997C6FD51C3C}"/>
              </a:ext>
            </a:extLst>
          </p:cNvPr>
          <p:cNvSpPr/>
          <p:nvPr/>
        </p:nvSpPr>
        <p:spPr>
          <a:xfrm>
            <a:off x="7352174" y="3373245"/>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1" name="Table 20">
            <a:extLst>
              <a:ext uri="{FF2B5EF4-FFF2-40B4-BE49-F238E27FC236}">
                <a16:creationId xmlns:a16="http://schemas.microsoft.com/office/drawing/2014/main" id="{EB56AAFD-ED2C-4716-A408-FCB51B646727}"/>
              </a:ext>
            </a:extLst>
          </p:cNvPr>
          <p:cNvGraphicFramePr>
            <a:graphicFrameLocks noGrp="1"/>
          </p:cNvGraphicFramePr>
          <p:nvPr>
            <p:extLst>
              <p:ext uri="{D42A27DB-BD31-4B8C-83A1-F6EECF244321}">
                <p14:modId xmlns:p14="http://schemas.microsoft.com/office/powerpoint/2010/main" val="4108519366"/>
              </p:ext>
            </p:extLst>
          </p:nvPr>
        </p:nvGraphicFramePr>
        <p:xfrm>
          <a:off x="1074000" y="5336791"/>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18392774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324</TotalTime>
  <Words>1704</Words>
  <Application>Microsoft Office PowerPoint</Application>
  <PresentationFormat>Widescreen</PresentationFormat>
  <Paragraphs>754</Paragraphs>
  <Slides>79</Slides>
  <Notes>27</Notes>
  <HiddenSlides>17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2D Arrays</vt:lpstr>
      <vt:lpstr>Learning Intentions</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Insertion Sort</vt:lpstr>
      <vt:lpstr>Learning Intentions</vt:lpstr>
      <vt:lpstr>Binary Search</vt:lpstr>
      <vt:lpstr>Binary Search</vt:lpstr>
      <vt:lpstr>Binary Search</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343</cp:revision>
  <cp:lastPrinted>2022-12-12T09:57:02Z</cp:lastPrinted>
  <dcterms:created xsi:type="dcterms:W3CDTF">2020-11-23T14:36:09Z</dcterms:created>
  <dcterms:modified xsi:type="dcterms:W3CDTF">2026-09-03T14:59:46Z</dcterms:modified>
</cp:coreProperties>
</file>