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30.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sldIdLst>
    <p:sldId id="434" r:id="rId2"/>
    <p:sldId id="506" r:id="rId3"/>
    <p:sldId id="507" r:id="rId4"/>
    <p:sldId id="262" r:id="rId5"/>
    <p:sldId id="275" r:id="rId6"/>
    <p:sldId id="888" r:id="rId7"/>
    <p:sldId id="949" r:id="rId8"/>
    <p:sldId id="634" r:id="rId9"/>
    <p:sldId id="889" r:id="rId10"/>
    <p:sldId id="876" r:id="rId11"/>
    <p:sldId id="890" r:id="rId12"/>
    <p:sldId id="895" r:id="rId13"/>
    <p:sldId id="875" r:id="rId14"/>
    <p:sldId id="883" r:id="rId15"/>
    <p:sldId id="877" r:id="rId16"/>
    <p:sldId id="880" r:id="rId17"/>
    <p:sldId id="878" r:id="rId18"/>
    <p:sldId id="882" r:id="rId19"/>
    <p:sldId id="886" r:id="rId20"/>
    <p:sldId id="887" r:id="rId21"/>
    <p:sldId id="891" r:id="rId22"/>
    <p:sldId id="881" r:id="rId23"/>
    <p:sldId id="892" r:id="rId24"/>
    <p:sldId id="884" r:id="rId25"/>
    <p:sldId id="927" r:id="rId26"/>
    <p:sldId id="894" r:id="rId27"/>
    <p:sldId id="885" r:id="rId28"/>
    <p:sldId id="958" r:id="rId29"/>
    <p:sldId id="957" r:id="rId30"/>
    <p:sldId id="956" r:id="rId31"/>
    <p:sldId id="879" r:id="rId32"/>
    <p:sldId id="926" r:id="rId33"/>
    <p:sldId id="955" r:id="rId34"/>
    <p:sldId id="950" r:id="rId35"/>
    <p:sldId id="931" r:id="rId36"/>
    <p:sldId id="952" r:id="rId37"/>
    <p:sldId id="937" r:id="rId38"/>
    <p:sldId id="496" r:id="rId39"/>
    <p:sldId id="953" r:id="rId40"/>
    <p:sldId id="954" r:id="rId41"/>
    <p:sldId id="932" r:id="rId42"/>
    <p:sldId id="944" r:id="rId43"/>
    <p:sldId id="947" r:id="rId44"/>
    <p:sldId id="896" r:id="rId45"/>
    <p:sldId id="901" r:id="rId46"/>
    <p:sldId id="908" r:id="rId47"/>
    <p:sldId id="897" r:id="rId48"/>
    <p:sldId id="898" r:id="rId49"/>
    <p:sldId id="899" r:id="rId50"/>
    <p:sldId id="900" r:id="rId51"/>
    <p:sldId id="902" r:id="rId52"/>
    <p:sldId id="903" r:id="rId53"/>
    <p:sldId id="904" r:id="rId54"/>
    <p:sldId id="905" r:id="rId55"/>
    <p:sldId id="907" r:id="rId56"/>
    <p:sldId id="906" r:id="rId57"/>
    <p:sldId id="909" r:id="rId58"/>
    <p:sldId id="910" r:id="rId59"/>
    <p:sldId id="911" r:id="rId60"/>
    <p:sldId id="912" r:id="rId61"/>
    <p:sldId id="913" r:id="rId62"/>
    <p:sldId id="914" r:id="rId63"/>
    <p:sldId id="915" r:id="rId64"/>
    <p:sldId id="916" r:id="rId65"/>
    <p:sldId id="917" r:id="rId66"/>
    <p:sldId id="918" r:id="rId67"/>
    <p:sldId id="919" r:id="rId68"/>
    <p:sldId id="920" r:id="rId69"/>
    <p:sldId id="921" r:id="rId70"/>
    <p:sldId id="922" r:id="rId71"/>
    <p:sldId id="923" r:id="rId72"/>
    <p:sldId id="924" r:id="rId73"/>
    <p:sldId id="925" r:id="rId74"/>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949"/>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Polymorphism" id="{2F35D52D-5ED9-4275-9F70-7BF082A2859B}">
          <p14:sldIdLst>
            <p14:sldId id="958"/>
          </p14:sldIdLst>
        </p14:section>
        <p14:section name="Abstract class" id="{FCF5605D-5D92-432D-982C-18F2C81022A7}">
          <p14:sldIdLst>
            <p14:sldId id="957"/>
            <p14:sldId id="956"/>
          </p14:sldIdLst>
        </p14:section>
        <p14:section name="Implementation" id="{5C392A03-E5F5-4672-87AF-87A2BB0C2FD8}">
          <p14:sldIdLst>
            <p14:sldId id="879"/>
            <p14:sldId id="926"/>
          </p14:sldIdLst>
        </p14:section>
        <p14:section name="2D arrays" id="{27323A92-59D0-436A-9933-4D26ADE496F8}">
          <p14:sldIdLst>
            <p14:sldId id="955"/>
            <p14:sldId id="950"/>
          </p14:sldIdLst>
        </p14:section>
        <p14:section name="Bubble sort" id="{CB9E1CF7-E71F-466A-A5C7-98C75F4475C9}">
          <p14:sldIdLst>
            <p14:sldId id="931"/>
            <p14:sldId id="952"/>
            <p14:sldId id="937"/>
          </p14:sldIdLst>
        </p14:section>
        <p14:section name="Insertion sort" id="{02E12C54-831E-4A99-B743-31D5B861406D}">
          <p14:sldIdLst>
            <p14:sldId id="496"/>
            <p14:sldId id="953"/>
            <p14:sldId id="954"/>
          </p14:sldIdLst>
        </p14:section>
        <p14:section name="Binary search" id="{877E2555-C0E8-4F73-91B9-257005800B15}">
          <p14:sldIdLst>
            <p14:sldId id="932"/>
            <p14:sldId id="944"/>
            <p14:sldId id="947"/>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E5D6"/>
    <a:srgbClr val="E9EBF5"/>
    <a:srgbClr val="FCAAAA"/>
    <a:srgbClr val="BDD7EE"/>
    <a:srgbClr val="0086B3"/>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77" autoAdjust="0"/>
    <p:restoredTop sz="93190" autoAdjust="0"/>
  </p:normalViewPr>
  <p:slideViewPr>
    <p:cSldViewPr snapToGrid="0" showGuides="1">
      <p:cViewPr varScale="1">
        <p:scale>
          <a:sx n="62" d="100"/>
          <a:sy n="62" d="100"/>
        </p:scale>
        <p:origin x="180" y="44"/>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12T13:56:20.129" v="6663" actId="1076"/>
      <pc:docMkLst>
        <pc:docMk/>
      </pc:docMkLst>
      <pc:sldChg chg="modSp mod">
        <pc:chgData name="Al Friend" userId="e5ed79da-d858-46d4-9eed-a7a24903f2de" providerId="ADAL" clId="{6CF5D3DD-A8C4-4611-8099-4AEB2E976A2E}" dt="2026-09-12T13:29:38.083" v="6315" actId="692"/>
        <pc:sldMkLst>
          <pc:docMk/>
          <pc:sldMk cId="237343473" sldId="875"/>
        </pc:sldMkLst>
        <pc:cxnChg chg="mod">
          <ac:chgData name="Al Friend" userId="e5ed79da-d858-46d4-9eed-a7a24903f2de" providerId="ADAL" clId="{6CF5D3DD-A8C4-4611-8099-4AEB2E976A2E}" dt="2026-09-12T13:29:38.083" v="6315" actId="692"/>
          <ac:cxnSpMkLst>
            <pc:docMk/>
            <pc:sldMk cId="237343473" sldId="875"/>
            <ac:cxnSpMk id="29" creationId="{FA43D775-B13A-41BA-A1F8-00B3CC6C3F2F}"/>
          </ac:cxnSpMkLst>
        </pc:cxnChg>
      </pc:sldChg>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add mod delAnim modAnim modShow">
        <pc:chgData name="Al Friend" userId="e5ed79da-d858-46d4-9eed-a7a24903f2de" providerId="ADAL" clId="{6CF5D3DD-A8C4-4611-8099-4AEB2E976A2E}" dt="2026-09-07T21:05:03.195" v="6115"/>
        <pc:sldMkLst>
          <pc:docMk/>
          <pc:sldMk cId="1283248796" sldId="937"/>
        </pc:sldMkLst>
        <pc:spChg chg="add mod">
          <ac:chgData name="Al Friend" userId="e5ed79da-d858-46d4-9eed-a7a24903f2de" providerId="ADAL" clId="{6CF5D3DD-A8C4-4611-8099-4AEB2E976A2E}" dt="2026-09-07T21:04:41.130" v="6114" actId="20577"/>
          <ac:spMkLst>
            <pc:docMk/>
            <pc:sldMk cId="1283248796" sldId="937"/>
            <ac:spMk id="10" creationId="{CAD8D92C-8726-9286-8A41-08DBC19E013E}"/>
          </ac:spMkLst>
        </pc:spChg>
        <pc:spChg chg="add mod">
          <ac:chgData name="Al Friend" userId="e5ed79da-d858-46d4-9eed-a7a24903f2de" providerId="ADAL" clId="{6CF5D3DD-A8C4-4611-8099-4AEB2E976A2E}" dt="2026-09-07T21:04:12.534" v="6057" actId="1037"/>
          <ac:spMkLst>
            <pc:docMk/>
            <pc:sldMk cId="1283248796" sldId="937"/>
            <ac:spMk id="13" creationId="{5BC263F3-3776-C73E-D9E3-7F3E2504AD1D}"/>
          </ac:spMkLst>
        </pc:spChg>
        <pc:spChg chg="add mod">
          <ac:chgData name="Al Friend" userId="e5ed79da-d858-46d4-9eed-a7a24903f2de" providerId="ADAL" clId="{6CF5D3DD-A8C4-4611-8099-4AEB2E976A2E}" dt="2026-09-07T21:04:02.732" v="6055" actId="1038"/>
          <ac:spMkLst>
            <pc:docMk/>
            <pc:sldMk cId="1283248796" sldId="937"/>
            <ac:spMk id="15" creationId="{92E9566B-43BD-367B-308A-CA485931E54E}"/>
          </ac:spMkLst>
        </pc:spChg>
        <pc:graphicFrameChg chg="add mod">
          <ac:chgData name="Al Friend" userId="e5ed79da-d858-46d4-9eed-a7a24903f2de" providerId="ADAL" clId="{6CF5D3DD-A8C4-4611-8099-4AEB2E976A2E}" dt="2026-09-07T21:03:42.104" v="6047" actId="12788"/>
          <ac:graphicFrameMkLst>
            <pc:docMk/>
            <pc:sldMk cId="1283248796" sldId="937"/>
            <ac:graphicFrameMk id="6" creationId="{0CE737ED-D2A4-AC24-DD9E-76CD29E2821B}"/>
          </ac:graphicFrameMkLst>
        </pc:graphicFrameChg>
        <pc:graphicFrameChg chg="add mod modGraphic">
          <ac:chgData name="Al Friend" userId="e5ed79da-d858-46d4-9eed-a7a24903f2de" providerId="ADAL" clId="{6CF5D3DD-A8C4-4611-8099-4AEB2E976A2E}" dt="2026-09-07T21:03:45.023" v="6048" actId="12788"/>
          <ac:graphicFrameMkLst>
            <pc:docMk/>
            <pc:sldMk cId="1283248796" sldId="937"/>
            <ac:graphicFrameMk id="8" creationId="{60B6850D-DE92-A9C2-451A-7BBFD1D97F24}"/>
          </ac:graphicFrameMkLst>
        </pc:graphicFrameChg>
      </pc:sldChg>
      <pc:sldChg chg="modSp mod modAnim modShow">
        <pc:chgData name="Al Friend" userId="e5ed79da-d858-46d4-9eed-a7a24903f2de" providerId="ADAL" clId="{6CF5D3DD-A8C4-4611-8099-4AEB2E976A2E}" dt="2026-09-06T12:36:54.939" v="5321"/>
        <pc:sldMkLst>
          <pc:docMk/>
          <pc:sldMk cId="1520012242" sldId="944"/>
        </pc:sldMkLst>
        <pc:spChg chg="mod">
          <ac:chgData name="Al Friend" userId="e5ed79da-d858-46d4-9eed-a7a24903f2de" providerId="ADAL" clId="{6CF5D3DD-A8C4-4611-8099-4AEB2E976A2E}" dt="2026-09-06T12:35:24.353" v="5318" actId="1076"/>
          <ac:spMkLst>
            <pc:docMk/>
            <pc:sldMk cId="1520012242" sldId="944"/>
            <ac:spMk id="3" creationId="{6FFDD233-4C25-438E-92B3-B81ABA0277DB}"/>
          </ac:spMkLst>
        </pc:spChg>
      </pc:sldChg>
      <pc:sldChg chg="modSp mod ord modAnim modShow">
        <pc:chgData name="Al Friend" userId="e5ed79da-d858-46d4-9eed-a7a24903f2de" providerId="ADAL" clId="{6CF5D3DD-A8C4-4611-8099-4AEB2E976A2E}" dt="2026-09-06T12:34:48.926" v="5316"/>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sldChg chg="addSp modSp new mod addAnim delAnim modAnim">
        <pc:chgData name="Al Friend" userId="e5ed79da-d858-46d4-9eed-a7a24903f2de" providerId="ADAL" clId="{6CF5D3DD-A8C4-4611-8099-4AEB2E976A2E}" dt="2026-09-12T13:42:12.039" v="6631"/>
        <pc:sldMkLst>
          <pc:docMk/>
          <pc:sldMk cId="1449326233" sldId="950"/>
        </pc:sldMkLst>
        <pc:spChg chg="mod">
          <ac:chgData name="Al Friend" userId="e5ed79da-d858-46d4-9eed-a7a24903f2de" providerId="ADAL" clId="{6CF5D3DD-A8C4-4611-8099-4AEB2E976A2E}" dt="2026-09-02T16:40:15.156" v="4908" actId="20577"/>
          <ac:spMkLst>
            <pc:docMk/>
            <pc:sldMk cId="1449326233" sldId="950"/>
            <ac:spMk id="2" creationId="{66A26E51-753D-CAD5-DC38-23677219D7D6}"/>
          </ac:spMkLst>
        </pc:spChg>
        <pc:spChg chg="mod">
          <ac:chgData name="Al Friend" userId="e5ed79da-d858-46d4-9eed-a7a24903f2de" providerId="ADAL" clId="{6CF5D3DD-A8C4-4611-8099-4AEB2E976A2E}" dt="2026-09-02T21:40:07.608" v="5185" actId="948"/>
          <ac:spMkLst>
            <pc:docMk/>
            <pc:sldMk cId="1449326233" sldId="950"/>
            <ac:spMk id="3" creationId="{971647AA-E834-6D5A-429A-B93A9ADC03B5}"/>
          </ac:spMkLst>
        </pc:spChg>
        <pc:spChg chg="add mod">
          <ac:chgData name="Al Friend" userId="e5ed79da-d858-46d4-9eed-a7a24903f2de" providerId="ADAL" clId="{6CF5D3DD-A8C4-4611-8099-4AEB2E976A2E}" dt="2026-09-12T13:36:12.793" v="6441" actId="1035"/>
          <ac:spMkLst>
            <pc:docMk/>
            <pc:sldMk cId="1449326233" sldId="950"/>
            <ac:spMk id="4" creationId="{76B920FE-8950-EDA2-7571-914C41D21E19}"/>
          </ac:spMkLst>
        </pc:spChg>
        <pc:graphicFrameChg chg="add mod modGraphic">
          <ac:chgData name="Al Friend" userId="e5ed79da-d858-46d4-9eed-a7a24903f2de" providerId="ADAL" clId="{6CF5D3DD-A8C4-4611-8099-4AEB2E976A2E}" dt="2026-09-12T13:36:22.172" v="6458" actId="1037"/>
          <ac:graphicFrameMkLst>
            <pc:docMk/>
            <pc:sldMk cId="1449326233" sldId="950"/>
            <ac:graphicFrameMk id="5" creationId="{14B69F77-D8C5-F348-FF63-4DC5F2EB2FEC}"/>
          </ac:graphicFrameMkLst>
        </pc:graphicFrameChg>
        <pc:cxnChg chg="add mod">
          <ac:chgData name="Al Friend" userId="e5ed79da-d858-46d4-9eed-a7a24903f2de" providerId="ADAL" clId="{6CF5D3DD-A8C4-4611-8099-4AEB2E976A2E}" dt="2026-09-12T13:36:51.872" v="6547" actId="1037"/>
          <ac:cxnSpMkLst>
            <pc:docMk/>
            <pc:sldMk cId="1449326233" sldId="950"/>
            <ac:cxnSpMk id="6" creationId="{EADD1197-9205-38C3-A022-8B2C31FC915E}"/>
          </ac:cxnSpMkLst>
        </pc:cxnChg>
        <pc:cxnChg chg="add mod">
          <ac:chgData name="Al Friend" userId="e5ed79da-d858-46d4-9eed-a7a24903f2de" providerId="ADAL" clId="{6CF5D3DD-A8C4-4611-8099-4AEB2E976A2E}" dt="2026-09-12T13:36:59.121" v="6570" actId="1038"/>
          <ac:cxnSpMkLst>
            <pc:docMk/>
            <pc:sldMk cId="1449326233" sldId="950"/>
            <ac:cxnSpMk id="7" creationId="{547170F2-3D54-B276-65BC-7896487A9B1B}"/>
          </ac:cxnSpMkLst>
        </pc:cxnChg>
      </pc:sldChg>
      <pc:sldChg chg="addSp delSp modSp add mod addAnim delAnim modAnim">
        <pc:chgData name="Al Friend" userId="e5ed79da-d858-46d4-9eed-a7a24903f2de" providerId="ADAL" clId="{6CF5D3DD-A8C4-4611-8099-4AEB2E976A2E}" dt="2026-09-08T16:55:08.743" v="6314" actId="113"/>
        <pc:sldMkLst>
          <pc:docMk/>
          <pc:sldMk cId="3726086763" sldId="952"/>
        </pc:sldMkLst>
        <pc:spChg chg="mod modVis">
          <ac:chgData name="Al Friend" userId="e5ed79da-d858-46d4-9eed-a7a24903f2de" providerId="ADAL" clId="{6CF5D3DD-A8C4-4611-8099-4AEB2E976A2E}" dt="2026-09-06T13:02:22.938" v="5350" actId="14429"/>
          <ac:spMkLst>
            <pc:docMk/>
            <pc:sldMk cId="3726086763" sldId="952"/>
            <ac:spMk id="2" creationId="{9CCCF8B0-4FED-D018-2103-8DE61C2832C6}"/>
          </ac:spMkLst>
        </pc:spChg>
        <pc:spChg chg="add mod modVis">
          <ac:chgData name="Al Friend" userId="e5ed79da-d858-46d4-9eed-a7a24903f2de" providerId="ADAL" clId="{6CF5D3DD-A8C4-4611-8099-4AEB2E976A2E}" dt="2026-09-08T16:49:06.545" v="6281" actId="14429"/>
          <ac:spMkLst>
            <pc:docMk/>
            <pc:sldMk cId="3726086763" sldId="952"/>
            <ac:spMk id="3" creationId="{095E1681-A91C-8BA9-CCE6-F748A2E6098C}"/>
          </ac:spMkLst>
        </pc:spChg>
        <pc:spChg chg="add mod ord modVis">
          <ac:chgData name="Al Friend" userId="e5ed79da-d858-46d4-9eed-a7a24903f2de" providerId="ADAL" clId="{6CF5D3DD-A8C4-4611-8099-4AEB2E976A2E}" dt="2026-09-07T20:52:42.546" v="5961" actId="108"/>
          <ac:spMkLst>
            <pc:docMk/>
            <pc:sldMk cId="3726086763" sldId="952"/>
            <ac:spMk id="5" creationId="{546FD6EB-0999-DFFC-F220-CB0C981B6495}"/>
          </ac:spMkLst>
        </pc:sp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6" creationId="{F3CF83D5-A4D9-A61C-60C2-4FCC13C75C70}"/>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7" creationId="{ADC564DE-D28F-4875-CA32-B21571AAD6A1}"/>
          </ac:graphicFrameMkLst>
        </pc:graphicFrameChg>
        <pc:graphicFrameChg chg="mod ord modVis modGraphic">
          <ac:chgData name="Al Friend" userId="e5ed79da-d858-46d4-9eed-a7a24903f2de" providerId="ADAL" clId="{6CF5D3DD-A8C4-4611-8099-4AEB2E976A2E}" dt="2026-09-07T20:51:46.363" v="5960" actId="12789"/>
          <ac:graphicFrameMkLst>
            <pc:docMk/>
            <pc:sldMk cId="3726086763" sldId="952"/>
            <ac:graphicFrameMk id="8" creationId="{1442AFA7-A27F-E85B-BD85-CDEC1C5338B1}"/>
          </ac:graphicFrameMkLst>
        </pc:graphicFrameChg>
        <pc:graphicFrameChg chg="add mod modVis modGraphic">
          <ac:chgData name="Al Friend" userId="e5ed79da-d858-46d4-9eed-a7a24903f2de" providerId="ADAL" clId="{6CF5D3DD-A8C4-4611-8099-4AEB2E976A2E}" dt="2026-09-06T16:06:06.686" v="5700" actId="962"/>
          <ac:graphicFrameMkLst>
            <pc:docMk/>
            <pc:sldMk cId="3726086763" sldId="952"/>
            <ac:graphicFrameMk id="9" creationId="{E4E9E986-6470-14A4-2D5D-0E7312543716}"/>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0" creationId="{668A9850-CE7F-0250-D4D6-BBF711FFCB6B}"/>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4" creationId="{31675B1A-890B-1891-9466-0125844A5701}"/>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1" creationId="{DDEBB0F7-EBD0-2AE4-20B0-260DD31F66EE}"/>
          </ac:graphicFrameMkLst>
        </pc:graphicFrameChg>
        <pc:graphicFrameChg chg="add mod modVis modGraphic">
          <ac:chgData name="Al Friend" userId="e5ed79da-d858-46d4-9eed-a7a24903f2de" providerId="ADAL" clId="{6CF5D3DD-A8C4-4611-8099-4AEB2E976A2E}" dt="2026-09-06T16:06:13.755" v="5701" actId="962"/>
          <ac:graphicFrameMkLst>
            <pc:docMk/>
            <pc:sldMk cId="3726086763" sldId="952"/>
            <ac:graphicFrameMk id="32" creationId="{AFE8C52C-CA00-5185-0559-27AE766CDBB6}"/>
          </ac:graphicFrameMkLst>
        </pc:graphicFrameChg>
        <pc:graphicFrameChg chg="add mod modVis modGraphic">
          <ac:chgData name="Al Friend" userId="e5ed79da-d858-46d4-9eed-a7a24903f2de" providerId="ADAL" clId="{6CF5D3DD-A8C4-4611-8099-4AEB2E976A2E}" dt="2026-09-06T15:20:05.324" v="5615" actId="20577"/>
          <ac:graphicFrameMkLst>
            <pc:docMk/>
            <pc:sldMk cId="3726086763" sldId="952"/>
            <ac:graphicFrameMk id="33" creationId="{3F74E222-3FA1-846D-1AB3-FDE9283947B3}"/>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4" creationId="{57995B92-B0FA-9779-BF95-5E29240AFD5D}"/>
          </ac:graphicFrameMkLst>
        </pc:graphicFrame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35" creationId="{5181D659-3B0C-B42F-D14C-A25F29985527}"/>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36" creationId="{67AC3BC6-A40E-201E-1732-8DF41C115669}"/>
          </ac:graphicFrameMkLst>
        </pc:graphicFrameChg>
        <pc:graphicFrameChg chg="add mod modGraphic">
          <ac:chgData name="Al Friend" userId="e5ed79da-d858-46d4-9eed-a7a24903f2de" providerId="ADAL" clId="{6CF5D3DD-A8C4-4611-8099-4AEB2E976A2E}" dt="2026-09-06T15:21:14.932" v="5629" actId="12789"/>
          <ac:graphicFrameMkLst>
            <pc:docMk/>
            <pc:sldMk cId="3726086763" sldId="952"/>
            <ac:graphicFrameMk id="37" creationId="{DA4592A1-64F0-35A2-060A-10F9E3CF29FC}"/>
          </ac:graphicFrameMkLst>
        </pc:graphicFrameChg>
        <pc:graphicFrameChg chg="add mod modGraphic">
          <ac:chgData name="Al Friend" userId="e5ed79da-d858-46d4-9eed-a7a24903f2de" providerId="ADAL" clId="{6CF5D3DD-A8C4-4611-8099-4AEB2E976A2E}" dt="2026-09-06T15:34:30.246" v="5655" actId="12789"/>
          <ac:graphicFrameMkLst>
            <pc:docMk/>
            <pc:sldMk cId="3726086763" sldId="952"/>
            <ac:graphicFrameMk id="38" creationId="{B67EDDEC-7C64-7178-4A4D-B60959485E35}"/>
          </ac:graphicFrameMkLst>
        </pc:graphicFrameChg>
        <pc:graphicFrameChg chg="add mod modVis modGraphic">
          <ac:chgData name="Al Friend" userId="e5ed79da-d858-46d4-9eed-a7a24903f2de" providerId="ADAL" clId="{6CF5D3DD-A8C4-4611-8099-4AEB2E976A2E}" dt="2026-09-06T15:34:38.533" v="5661" actId="14429"/>
          <ac:graphicFrameMkLst>
            <pc:docMk/>
            <pc:sldMk cId="3726086763" sldId="952"/>
            <ac:graphicFrameMk id="39" creationId="{8FEF33E2-FDD5-18E9-29C3-79D8C253F025}"/>
          </ac:graphicFrameMkLst>
        </pc:graphicFrameChg>
        <pc:graphicFrameChg chg="add mod modVis modGraphic">
          <ac:chgData name="Al Friend" userId="e5ed79da-d858-46d4-9eed-a7a24903f2de" providerId="ADAL" clId="{6CF5D3DD-A8C4-4611-8099-4AEB2E976A2E}" dt="2026-09-06T16:06:23.781" v="5703" actId="962"/>
          <ac:graphicFrameMkLst>
            <pc:docMk/>
            <pc:sldMk cId="3726086763" sldId="952"/>
            <ac:graphicFrameMk id="40" creationId="{DD93CFA0-F1B8-A6BE-7E5A-5447C5D1C141}"/>
          </ac:graphicFrameMkLst>
        </pc:graphicFrameChg>
        <pc:graphicFrameChg chg="add mod modGraphic">
          <ac:chgData name="Al Friend" userId="e5ed79da-d858-46d4-9eed-a7a24903f2de" providerId="ADAL" clId="{6CF5D3DD-A8C4-4611-8099-4AEB2E976A2E}" dt="2026-09-06T15:43:14.089" v="5679" actId="962"/>
          <ac:graphicFrameMkLst>
            <pc:docMk/>
            <pc:sldMk cId="3726086763" sldId="952"/>
            <ac:graphicFrameMk id="41" creationId="{CFD8A320-1639-8930-0F58-13B9D4808F22}"/>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2" creationId="{3E62DBA6-F8EC-528C-1EFE-EE732F8135A6}"/>
          </ac:graphicFrameMkLst>
        </pc:graphicFrameChg>
        <pc:graphicFrameChg chg="add mod modGraphic">
          <ac:chgData name="Al Friend" userId="e5ed79da-d858-46d4-9eed-a7a24903f2de" providerId="ADAL" clId="{6CF5D3DD-A8C4-4611-8099-4AEB2E976A2E}" dt="2026-09-06T16:05:12.503" v="5694" actId="962"/>
          <ac:graphicFrameMkLst>
            <pc:docMk/>
            <pc:sldMk cId="3726086763" sldId="952"/>
            <ac:graphicFrameMk id="43" creationId="{DFE3958B-8E40-6AF1-12D5-18D44555E703}"/>
          </ac:graphicFrameMkLst>
        </pc:graphicFrameChg>
        <pc:graphicFrameChg chg="add mod modGraphic">
          <ac:chgData name="Al Friend" userId="e5ed79da-d858-46d4-9eed-a7a24903f2de" providerId="ADAL" clId="{6CF5D3DD-A8C4-4611-8099-4AEB2E976A2E}" dt="2026-09-06T16:05:58.277" v="5699" actId="962"/>
          <ac:graphicFrameMkLst>
            <pc:docMk/>
            <pc:sldMk cId="3726086763" sldId="952"/>
            <ac:graphicFrameMk id="44" creationId="{D6DF2BB4-4764-ED23-F94A-B0660FA4C2BB}"/>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5" creationId="{6F73FD2F-EA3E-81EC-4922-2B2C23F93E3E}"/>
          </ac:graphicFrameMkLst>
        </pc:graphicFrameChg>
        <pc:graphicFrameChg chg="add mod modGraphic">
          <ac:chgData name="Al Friend" userId="e5ed79da-d858-46d4-9eed-a7a24903f2de" providerId="ADAL" clId="{6CF5D3DD-A8C4-4611-8099-4AEB2E976A2E}" dt="2026-09-06T16:09:38.544" v="5715" actId="962"/>
          <ac:graphicFrameMkLst>
            <pc:docMk/>
            <pc:sldMk cId="3726086763" sldId="952"/>
            <ac:graphicFrameMk id="46" creationId="{960672DF-E730-BEBE-4431-7E6C30211D7C}"/>
          </ac:graphicFrameMkLst>
        </pc:graphicFrameChg>
        <pc:graphicFrameChg chg="add mod modGraphic">
          <ac:chgData name="Al Friend" userId="e5ed79da-d858-46d4-9eed-a7a24903f2de" providerId="ADAL" clId="{6CF5D3DD-A8C4-4611-8099-4AEB2E976A2E}" dt="2026-09-06T16:10:48.280" v="5725" actId="20577"/>
          <ac:graphicFrameMkLst>
            <pc:docMk/>
            <pc:sldMk cId="3726086763" sldId="952"/>
            <ac:graphicFrameMk id="47" creationId="{BA2C7143-8750-8A35-F03E-A664076FB02C}"/>
          </ac:graphicFrameMkLst>
        </pc:graphicFrameChg>
        <pc:graphicFrameChg chg="add mod modGraphic">
          <ac:chgData name="Al Friend" userId="e5ed79da-d858-46d4-9eed-a7a24903f2de" providerId="ADAL" clId="{6CF5D3DD-A8C4-4611-8099-4AEB2E976A2E}" dt="2026-09-06T16:19:00.049" v="5814" actId="962"/>
          <ac:graphicFrameMkLst>
            <pc:docMk/>
            <pc:sldMk cId="3726086763" sldId="952"/>
            <ac:graphicFrameMk id="48" creationId="{A6461179-82C0-E96B-42E6-6C250F7BF745}"/>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9" creationId="{EB1098E4-FF9A-543E-B7C7-F783B4C854D8}"/>
          </ac:graphicFrameMkLst>
        </pc:graphicFrameChg>
        <pc:graphicFrameChg chg="add mod modGraphic">
          <ac:chgData name="Al Friend" userId="e5ed79da-d858-46d4-9eed-a7a24903f2de" providerId="ADAL" clId="{6CF5D3DD-A8C4-4611-8099-4AEB2E976A2E}" dt="2026-09-06T16:12:40.234" v="5748" actId="962"/>
          <ac:graphicFrameMkLst>
            <pc:docMk/>
            <pc:sldMk cId="3726086763" sldId="952"/>
            <ac:graphicFrameMk id="50" creationId="{1DC1F667-54E7-735D-0041-3568D24447E3}"/>
          </ac:graphicFrameMkLst>
        </pc:graphicFrameChg>
        <pc:graphicFrameChg chg="add mod modGraphic">
          <ac:chgData name="Al Friend" userId="e5ed79da-d858-46d4-9eed-a7a24903f2de" providerId="ADAL" clId="{6CF5D3DD-A8C4-4611-8099-4AEB2E976A2E}" dt="2026-09-06T16:13:08.426" v="5755" actId="962"/>
          <ac:graphicFrameMkLst>
            <pc:docMk/>
            <pc:sldMk cId="3726086763" sldId="952"/>
            <ac:graphicFrameMk id="51" creationId="{5F716119-8B03-5178-1DF6-C45D3263019E}"/>
          </ac:graphicFrameMkLst>
        </pc:graphicFrameChg>
        <pc:graphicFrameChg chg="add mod modGraphic">
          <ac:chgData name="Al Friend" userId="e5ed79da-d858-46d4-9eed-a7a24903f2de" providerId="ADAL" clId="{6CF5D3DD-A8C4-4611-8099-4AEB2E976A2E}" dt="2026-09-06T16:18:53.083" v="5813" actId="962"/>
          <ac:graphicFrameMkLst>
            <pc:docMk/>
            <pc:sldMk cId="3726086763" sldId="952"/>
            <ac:graphicFrameMk id="52" creationId="{58756706-74B6-3319-666F-EB49C87533D3}"/>
          </ac:graphicFrameMkLst>
        </pc:graphicFrameChg>
        <pc:graphicFrameChg chg="add mod modGraphic">
          <ac:chgData name="Al Friend" userId="e5ed79da-d858-46d4-9eed-a7a24903f2de" providerId="ADAL" clId="{6CF5D3DD-A8C4-4611-8099-4AEB2E976A2E}" dt="2026-09-06T16:15:25.445" v="5770" actId="962"/>
          <ac:graphicFrameMkLst>
            <pc:docMk/>
            <pc:sldMk cId="3726086763" sldId="952"/>
            <ac:graphicFrameMk id="53" creationId="{72C5B3C4-1CB7-4D3D-F981-3119C0A0CC2C}"/>
          </ac:graphicFrameMkLst>
        </pc:graphicFrameChg>
        <pc:graphicFrameChg chg="add mod modVis modGraphic">
          <ac:chgData name="Al Friend" userId="e5ed79da-d858-46d4-9eed-a7a24903f2de" providerId="ADAL" clId="{6CF5D3DD-A8C4-4611-8099-4AEB2E976A2E}" dt="2026-09-08T16:49:11.106" v="6289" actId="14429"/>
          <ac:graphicFrameMkLst>
            <pc:docMk/>
            <pc:sldMk cId="3726086763" sldId="952"/>
            <ac:graphicFrameMk id="54" creationId="{708C21DD-5E6D-C2F4-BAEF-F9CF07BFC5EE}"/>
          </ac:graphicFrameMkLst>
        </pc:graphicFrameChg>
        <pc:graphicFrameChg chg="add mod modVis modGraphic">
          <ac:chgData name="Al Friend" userId="e5ed79da-d858-46d4-9eed-a7a24903f2de" providerId="ADAL" clId="{6CF5D3DD-A8C4-4611-8099-4AEB2E976A2E}" dt="2026-09-08T16:49:10.561" v="6288" actId="14429"/>
          <ac:graphicFrameMkLst>
            <pc:docMk/>
            <pc:sldMk cId="3726086763" sldId="952"/>
            <ac:graphicFrameMk id="55" creationId="{2C3D6250-FF24-11A8-414E-C4C50CAD957B}"/>
          </ac:graphicFrameMkLst>
        </pc:graphicFrameChg>
        <pc:graphicFrameChg chg="add mod modVis modGraphic">
          <ac:chgData name="Al Friend" userId="e5ed79da-d858-46d4-9eed-a7a24903f2de" providerId="ADAL" clId="{6CF5D3DD-A8C4-4611-8099-4AEB2E976A2E}" dt="2026-09-08T16:49:10.071" v="6287" actId="14429"/>
          <ac:graphicFrameMkLst>
            <pc:docMk/>
            <pc:sldMk cId="3726086763" sldId="952"/>
            <ac:graphicFrameMk id="56" creationId="{47D10CB2-E03C-E095-7411-D3AD458E301E}"/>
          </ac:graphicFrameMkLst>
        </pc:graphicFrameChg>
        <pc:graphicFrameChg chg="add mod modVis modGraphic">
          <ac:chgData name="Al Friend" userId="e5ed79da-d858-46d4-9eed-a7a24903f2de" providerId="ADAL" clId="{6CF5D3DD-A8C4-4611-8099-4AEB2E976A2E}" dt="2026-09-08T16:49:09.523" v="6286" actId="14429"/>
          <ac:graphicFrameMkLst>
            <pc:docMk/>
            <pc:sldMk cId="3726086763" sldId="952"/>
            <ac:graphicFrameMk id="57" creationId="{0FCBE045-60B3-A010-0561-48B629C076BA}"/>
          </ac:graphicFrameMkLst>
        </pc:graphicFrameChg>
        <pc:graphicFrameChg chg="add mod modVis">
          <ac:chgData name="Al Friend" userId="e5ed79da-d858-46d4-9eed-a7a24903f2de" providerId="ADAL" clId="{6CF5D3DD-A8C4-4611-8099-4AEB2E976A2E}" dt="2026-09-08T16:49:09.051" v="6285" actId="14429"/>
          <ac:graphicFrameMkLst>
            <pc:docMk/>
            <pc:sldMk cId="3726086763" sldId="952"/>
            <ac:graphicFrameMk id="58" creationId="{B351C213-0DCC-20BE-CB1C-A91DDAA3E5A7}"/>
          </ac:graphicFrameMkLst>
        </pc:graphicFrameChg>
        <pc:graphicFrameChg chg="add mod modVis modGraphic">
          <ac:chgData name="Al Friend" userId="e5ed79da-d858-46d4-9eed-a7a24903f2de" providerId="ADAL" clId="{6CF5D3DD-A8C4-4611-8099-4AEB2E976A2E}" dt="2026-09-08T16:49:08.415" v="6284" actId="14429"/>
          <ac:graphicFrameMkLst>
            <pc:docMk/>
            <pc:sldMk cId="3726086763" sldId="952"/>
            <ac:graphicFrameMk id="59" creationId="{6E629E7E-65A1-E1CE-ADF2-53B4E7E31598}"/>
          </ac:graphicFrameMkLst>
        </pc:graphicFrameChg>
        <pc:graphicFrameChg chg="add mod modVis modGraphic">
          <ac:chgData name="Al Friend" userId="e5ed79da-d858-46d4-9eed-a7a24903f2de" providerId="ADAL" clId="{6CF5D3DD-A8C4-4611-8099-4AEB2E976A2E}" dt="2026-09-08T16:49:08.009" v="6283" actId="14429"/>
          <ac:graphicFrameMkLst>
            <pc:docMk/>
            <pc:sldMk cId="3726086763" sldId="952"/>
            <ac:graphicFrameMk id="60" creationId="{36283355-3BAC-F5E7-C8CF-9E5CE6B873A1}"/>
          </ac:graphicFrameMkLst>
        </pc:graphicFrameChg>
        <pc:graphicFrameChg chg="add mod modVis modGraphic">
          <ac:chgData name="Al Friend" userId="e5ed79da-d858-46d4-9eed-a7a24903f2de" providerId="ADAL" clId="{6CF5D3DD-A8C4-4611-8099-4AEB2E976A2E}" dt="2026-09-08T16:55:08.743" v="6314" actId="113"/>
          <ac:graphicFrameMkLst>
            <pc:docMk/>
            <pc:sldMk cId="3726086763" sldId="952"/>
            <ac:graphicFrameMk id="61" creationId="{0346DFC3-E893-C634-07A6-903C9DC7600D}"/>
          </ac:graphicFrameMkLst>
        </pc:graphicFrameChg>
        <pc:graphicFrameChg chg="add mod ord modGraphic">
          <ac:chgData name="Al Friend" userId="e5ed79da-d858-46d4-9eed-a7a24903f2de" providerId="ADAL" clId="{6CF5D3DD-A8C4-4611-8099-4AEB2E976A2E}" dt="2026-09-06T16:46:27.048" v="5945" actId="1076"/>
          <ac:graphicFrameMkLst>
            <pc:docMk/>
            <pc:sldMk cId="3726086763" sldId="952"/>
            <ac:graphicFrameMk id="63" creationId="{8F6520B8-F584-6D77-C222-07A17DE06A25}"/>
          </ac:graphicFrameMkLst>
        </pc:graphicFrameChg>
        <pc:graphicFrameChg chg="add mod ord modVis modGraphic">
          <ac:chgData name="Al Friend" userId="e5ed79da-d858-46d4-9eed-a7a24903f2de" providerId="ADAL" clId="{6CF5D3DD-A8C4-4611-8099-4AEB2E976A2E}" dt="2026-09-08T16:49:11.755" v="6290" actId="14429"/>
          <ac:graphicFrameMkLst>
            <pc:docMk/>
            <pc:sldMk cId="3726086763" sldId="952"/>
            <ac:graphicFrameMk id="64" creationId="{982D7147-94A8-BC6A-7350-9669F2C86412}"/>
          </ac:graphicFrameMkLst>
        </pc:graphicFrameChg>
      </pc:sldChg>
      <pc:sldChg chg="addSp modSp mod modAnim">
        <pc:chgData name="Al Friend" userId="e5ed79da-d858-46d4-9eed-a7a24903f2de" providerId="ADAL" clId="{6CF5D3DD-A8C4-4611-8099-4AEB2E976A2E}" dt="2026-09-08T16:51:54.471" v="6306" actId="1037"/>
        <pc:sldMkLst>
          <pc:docMk/>
          <pc:sldMk cId="1613937805" sldId="953"/>
        </pc:sldMkLst>
        <pc:spChg chg="mod">
          <ac:chgData name="Al Friend" userId="e5ed79da-d858-46d4-9eed-a7a24903f2de" providerId="ADAL" clId="{6CF5D3DD-A8C4-4611-8099-4AEB2E976A2E}" dt="2026-09-08T16:35:53.661" v="6123" actId="1038"/>
          <ac:spMkLst>
            <pc:docMk/>
            <pc:sldMk cId="1613937805" sldId="953"/>
            <ac:spMk id="5" creationId="{546FD6EB-0999-DFFC-F220-CB0C981B6495}"/>
          </ac:spMkLst>
        </pc:spChg>
        <pc:spChg chg="add mod">
          <ac:chgData name="Al Friend" userId="e5ed79da-d858-46d4-9eed-a7a24903f2de" providerId="ADAL" clId="{6CF5D3DD-A8C4-4611-8099-4AEB2E976A2E}" dt="2026-09-08T16:47:47.839" v="6256" actId="1036"/>
          <ac:spMkLst>
            <pc:docMk/>
            <pc:sldMk cId="1613937805" sldId="953"/>
            <ac:spMk id="6" creationId="{54C2ECEF-5658-3BAD-A7EA-41AD468E8A4B}"/>
          </ac:spMkLst>
        </pc:spChg>
        <pc:grpChg chg="mod">
          <ac:chgData name="Al Friend" userId="e5ed79da-d858-46d4-9eed-a7a24903f2de" providerId="ADAL" clId="{6CF5D3DD-A8C4-4611-8099-4AEB2E976A2E}" dt="2026-09-08T16:51:22.035" v="6296" actId="1037"/>
          <ac:grpSpMkLst>
            <pc:docMk/>
            <pc:sldMk cId="1613937805" sldId="953"/>
            <ac:grpSpMk id="3" creationId="{F21DC3B0-1720-4C22-BFDC-AB8F60858349}"/>
          </ac:grpSpMkLst>
        </pc:grpChg>
        <pc:grpChg chg="mod">
          <ac:chgData name="Al Friend" userId="e5ed79da-d858-46d4-9eed-a7a24903f2de" providerId="ADAL" clId="{6CF5D3DD-A8C4-4611-8099-4AEB2E976A2E}" dt="2026-09-08T16:51:31.611" v="6299" actId="1037"/>
          <ac:grpSpMkLst>
            <pc:docMk/>
            <pc:sldMk cId="1613937805" sldId="953"/>
            <ac:grpSpMk id="75" creationId="{7DE69EEA-D0EE-4BA2-987E-C54939D22CA7}"/>
          </ac:grpSpMkLst>
        </pc:grpChg>
        <pc:grpChg chg="mod">
          <ac:chgData name="Al Friend" userId="e5ed79da-d858-46d4-9eed-a7a24903f2de" providerId="ADAL" clId="{6CF5D3DD-A8C4-4611-8099-4AEB2E976A2E}" dt="2026-09-08T16:51:37.220" v="6302" actId="1037"/>
          <ac:grpSpMkLst>
            <pc:docMk/>
            <pc:sldMk cId="1613937805" sldId="953"/>
            <ac:grpSpMk id="84" creationId="{7577C431-2A14-42E9-A4F3-C57A2417C6E4}"/>
          </ac:grpSpMkLst>
        </pc:grpChg>
        <pc:grpChg chg="mod">
          <ac:chgData name="Al Friend" userId="e5ed79da-d858-46d4-9eed-a7a24903f2de" providerId="ADAL" clId="{6CF5D3DD-A8C4-4611-8099-4AEB2E976A2E}" dt="2026-09-08T16:51:54.471" v="6306" actId="1037"/>
          <ac:grpSpMkLst>
            <pc:docMk/>
            <pc:sldMk cId="1613937805" sldId="953"/>
            <ac:grpSpMk id="93" creationId="{AF95ED76-73A3-4383-8955-ECE547FC326B}"/>
          </ac:grpSpMkLst>
        </pc:grpChg>
        <pc:graphicFrameChg chg="add mod modVis modGraphic">
          <ac:chgData name="Al Friend" userId="e5ed79da-d858-46d4-9eed-a7a24903f2de" providerId="ADAL" clId="{6CF5D3DD-A8C4-4611-8099-4AEB2E976A2E}" dt="2026-09-08T16:38:59.866" v="6149" actId="14429"/>
          <ac:graphicFrameMkLst>
            <pc:docMk/>
            <pc:sldMk cId="1613937805" sldId="953"/>
            <ac:graphicFrameMk id="4" creationId="{D22C4B69-F8DD-4EE8-CB91-6E13BBA6D337}"/>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8" creationId="{1442AFA7-A27F-E85B-BD85-CDEC1C5338B1}"/>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80" creationId="{85531682-6F12-4F78-805D-A240056D46B8}"/>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90" creationId="{1E48E83B-59BC-4937-9674-D5362ACD64B6}"/>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92" creationId="{C028E5CB-09B6-4038-B6E4-97FADF9924BF}"/>
          </ac:graphicFrameMkLst>
        </pc:graphicFrameChg>
        <pc:graphicFrameChg chg="mod">
          <ac:chgData name="Al Friend" userId="e5ed79da-d858-46d4-9eed-a7a24903f2de" providerId="ADAL" clId="{6CF5D3DD-A8C4-4611-8099-4AEB2E976A2E}" dt="2026-09-08T16:38:48.060" v="6145" actId="12789"/>
          <ac:graphicFrameMkLst>
            <pc:docMk/>
            <pc:sldMk cId="1613937805" sldId="953"/>
            <ac:graphicFrameMk id="99" creationId="{36E1999F-5A34-40DA-A492-8EAFA7E43537}"/>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1" creationId="{B13DA415-5DF1-4AAB-9A67-4B4777F2A886}"/>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3" creationId="{BB8185BC-698F-4581-B3EA-0C979CDDAD22}"/>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6" creationId="{404ADF59-C225-4736-90F1-6859C3441079}"/>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8" creationId="{732437D8-B6DF-4FE8-913A-ED41807CA2C0}"/>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9" creationId="{A91AA67F-C8F7-48D3-8B1F-72A6A58E9F48}"/>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12" creationId="{5F4BC2BE-BFD7-45FC-B618-D7E120D0E702}"/>
          </ac:graphicFrameMkLst>
        </pc:graphicFrameChg>
        <pc:graphicFrameChg chg="mod modVis">
          <ac:chgData name="Al Friend" userId="e5ed79da-d858-46d4-9eed-a7a24903f2de" providerId="ADAL" clId="{6CF5D3DD-A8C4-4611-8099-4AEB2E976A2E}" dt="2026-09-08T16:39:00.486" v="6150" actId="14429"/>
          <ac:graphicFrameMkLst>
            <pc:docMk/>
            <pc:sldMk cId="1613937805" sldId="953"/>
            <ac:graphicFrameMk id="113" creationId="{1EB03091-EA7E-47F3-8811-AE63FB000F8B}"/>
          </ac:graphicFrameMkLst>
        </pc:graphicFrameChg>
      </pc:sldChg>
      <pc:sldChg chg="modSp add mod">
        <pc:chgData name="Al Friend" userId="e5ed79da-d858-46d4-9eed-a7a24903f2de" providerId="ADAL" clId="{6CF5D3DD-A8C4-4611-8099-4AEB2E976A2E}" dt="2026-09-12T13:39:36.445" v="6598" actId="20577"/>
        <pc:sldMkLst>
          <pc:docMk/>
          <pc:sldMk cId="1837879928" sldId="955"/>
        </pc:sldMkLst>
        <pc:spChg chg="mod">
          <ac:chgData name="Al Friend" userId="e5ed79da-d858-46d4-9eed-a7a24903f2de" providerId="ADAL" clId="{6CF5D3DD-A8C4-4611-8099-4AEB2E976A2E}" dt="2026-09-12T13:39:36.445" v="6598" actId="20577"/>
          <ac:spMkLst>
            <pc:docMk/>
            <pc:sldMk cId="1837879928" sldId="955"/>
            <ac:spMk id="3" creationId="{FB306881-1780-A9BF-D1A4-584CDD0A6D9C}"/>
          </ac:spMkLst>
        </pc:spChg>
      </pc:sldChg>
      <pc:sldChg chg="addSp delSp modSp new mod modClrScheme chgLayout">
        <pc:chgData name="Al Friend" userId="e5ed79da-d858-46d4-9eed-a7a24903f2de" providerId="ADAL" clId="{6CF5D3DD-A8C4-4611-8099-4AEB2E976A2E}" dt="2026-09-12T13:56:20.129" v="6663" actId="1076"/>
        <pc:sldMkLst>
          <pc:docMk/>
          <pc:sldMk cId="947698220" sldId="956"/>
        </pc:sldMkLst>
        <pc:spChg chg="mod ord">
          <ac:chgData name="Al Friend" userId="e5ed79da-d858-46d4-9eed-a7a24903f2de" providerId="ADAL" clId="{6CF5D3DD-A8C4-4611-8099-4AEB2E976A2E}" dt="2026-09-12T13:54:25.042" v="6651" actId="700"/>
          <ac:spMkLst>
            <pc:docMk/>
            <pc:sldMk cId="947698220" sldId="956"/>
            <ac:spMk id="2" creationId="{82BECF7C-318C-AA39-2A97-1C1AFF5331C6}"/>
          </ac:spMkLst>
        </pc:spChg>
        <pc:spChg chg="add del mod ord">
          <ac:chgData name="Al Friend" userId="e5ed79da-d858-46d4-9eed-a7a24903f2de" providerId="ADAL" clId="{6CF5D3DD-A8C4-4611-8099-4AEB2E976A2E}" dt="2026-09-12T13:54:27.303" v="6652" actId="22"/>
          <ac:spMkLst>
            <pc:docMk/>
            <pc:sldMk cId="947698220" sldId="956"/>
            <ac:spMk id="3" creationId="{BBED805B-830F-FF59-B0D6-ADB6E871DE4E}"/>
          </ac:spMkLst>
        </pc:spChg>
        <pc:spChg chg="add del mod">
          <ac:chgData name="Al Friend" userId="e5ed79da-d858-46d4-9eed-a7a24903f2de" providerId="ADAL" clId="{6CF5D3DD-A8C4-4611-8099-4AEB2E976A2E}" dt="2026-09-12T13:56:10.876" v="6659" actId="22"/>
          <ac:spMkLst>
            <pc:docMk/>
            <pc:sldMk cId="947698220" sldId="956"/>
            <ac:spMk id="7" creationId="{6BBE4441-3119-8634-5C9C-425C69E50C43}"/>
          </ac:spMkLst>
        </pc:spChg>
        <pc:picChg chg="add del mod ord">
          <ac:chgData name="Al Friend" userId="e5ed79da-d858-46d4-9eed-a7a24903f2de" providerId="ADAL" clId="{6CF5D3DD-A8C4-4611-8099-4AEB2E976A2E}" dt="2026-09-12T13:54:50.517" v="6658" actId="478"/>
          <ac:picMkLst>
            <pc:docMk/>
            <pc:sldMk cId="947698220" sldId="956"/>
            <ac:picMk id="5" creationId="{C06FEE13-87A8-CCD6-11D5-2561948DE068}"/>
          </ac:picMkLst>
        </pc:picChg>
        <pc:picChg chg="add mod ord">
          <ac:chgData name="Al Friend" userId="e5ed79da-d858-46d4-9eed-a7a24903f2de" providerId="ADAL" clId="{6CF5D3DD-A8C4-4611-8099-4AEB2E976A2E}" dt="2026-09-12T13:56:20.129" v="6663" actId="1076"/>
          <ac:picMkLst>
            <pc:docMk/>
            <pc:sldMk cId="947698220" sldId="956"/>
            <ac:picMk id="9" creationId="{D6B28E56-819D-6A3B-D049-736BF8DDDA95}"/>
          </ac:picMkLst>
        </pc:pic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14T10:26:29.691" v="4139" actId="20577"/>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modSp">
        <pc:chgData name="Al Friend" userId="e5ed79da-d858-46d4-9eed-a7a24903f2de" providerId="ADAL" clId="{4885A6DF-90C9-4AE3-9F0B-92B3ECABFA28}" dt="2026-09-09T11:25:11.016" v="3766" actId="20577"/>
        <pc:sldMkLst>
          <pc:docMk/>
          <pc:sldMk cId="3792360079" sldId="634"/>
        </pc:sldMkLst>
        <pc:spChg chg="mod">
          <ac:chgData name="Al Friend" userId="e5ed79da-d858-46d4-9eed-a7a24903f2de" providerId="ADAL" clId="{4885A6DF-90C9-4AE3-9F0B-92B3ECABFA28}" dt="2026-09-09T11:25:11.016" v="3766" actId="20577"/>
          <ac:spMkLst>
            <pc:docMk/>
            <pc:sldMk cId="3792360079" sldId="634"/>
            <ac:spMk id="36" creationId="{A596FB08-E7CA-4052-9B88-984FB2912E57}"/>
          </ac:spMkLst>
        </pc:spChg>
      </pc:sldChg>
      <pc:sldChg chg="addSp modSp modAnim">
        <pc:chgData name="Al Friend" userId="e5ed79da-d858-46d4-9eed-a7a24903f2de" providerId="ADAL" clId="{4885A6DF-90C9-4AE3-9F0B-92B3ECABFA28}" dt="2026-09-09T11:18:41.164" v="3755" actId="108"/>
        <pc:sldMkLst>
          <pc:docMk/>
          <pc:sldMk cId="515075891" sldId="876"/>
        </pc:sldMkLst>
        <pc:spChg chg="mod">
          <ac:chgData name="Al Friend" userId="e5ed79da-d858-46d4-9eed-a7a24903f2de" providerId="ADAL" clId="{4885A6DF-90C9-4AE3-9F0B-92B3ECABFA28}" dt="2026-09-09T11:18:41.164" v="3755" actId="108"/>
          <ac:spMkLst>
            <pc:docMk/>
            <pc:sldMk cId="515075891" sldId="876"/>
            <ac:spMk id="10" creationId="{3B047DC7-344F-4A56-83D8-286EB77BF4E1}"/>
          </ac:spMkLst>
        </pc:spChg>
        <pc:spChg chg="add mod">
          <ac:chgData name="Al Friend" userId="e5ed79da-d858-46d4-9eed-a7a24903f2de" providerId="ADAL" clId="{4885A6DF-90C9-4AE3-9F0B-92B3ECABFA28}" dt="2026-09-09T11:18:26.188" v="3754" actId="1076"/>
          <ac:spMkLst>
            <pc:docMk/>
            <pc:sldMk cId="515075891" sldId="876"/>
            <ac:spMk id="20" creationId="{2F1A47C7-E731-4809-8106-AEB0DAE10E97}"/>
          </ac:spMkLst>
        </pc:spChg>
        <pc:spChg chg="add mod">
          <ac:chgData name="Al Friend" userId="e5ed79da-d858-46d4-9eed-a7a24903f2de" providerId="ADAL" clId="{4885A6DF-90C9-4AE3-9F0B-92B3ECABFA28}" dt="2026-09-09T11:18:08.612" v="3753" actId="1076"/>
          <ac:spMkLst>
            <pc:docMk/>
            <pc:sldMk cId="515075891" sldId="876"/>
            <ac:spMk id="21" creationId="{897A90B6-2DC7-49BB-B5D7-B238F413E6B2}"/>
          </ac:spMkLst>
        </pc:spChg>
      </pc:sldChg>
      <pc:sldChg chg="modSp">
        <pc:chgData name="Al Friend" userId="e5ed79da-d858-46d4-9eed-a7a24903f2de" providerId="ADAL" clId="{4885A6DF-90C9-4AE3-9F0B-92B3ECABFA28}" dt="2026-09-09T10:25:37.282" v="3646" actId="14100"/>
        <pc:sldMkLst>
          <pc:docMk/>
          <pc:sldMk cId="2689299202" sldId="887"/>
        </pc:sldMkLst>
        <pc:cxnChg chg="mod">
          <ac:chgData name="Al Friend" userId="e5ed79da-d858-46d4-9eed-a7a24903f2de" providerId="ADAL" clId="{4885A6DF-90C9-4AE3-9F0B-92B3ECABFA28}" dt="2026-09-09T10:25:37.282" v="3646" actId="14100"/>
          <ac:cxnSpMkLst>
            <pc:docMk/>
            <pc:sldMk cId="2689299202" sldId="887"/>
            <ac:cxnSpMk id="30" creationId="{D24CFD43-E225-9A60-DD0D-39E2BF7507F3}"/>
          </ac:cxnSpMkLst>
        </pc:cxnChg>
        <pc:cxnChg chg="mod">
          <ac:chgData name="Al Friend" userId="e5ed79da-d858-46d4-9eed-a7a24903f2de" providerId="ADAL" clId="{4885A6DF-90C9-4AE3-9F0B-92B3ECABFA28}" dt="2026-09-09T10:25:23.333" v="3644" actId="14100"/>
          <ac:cxnSpMkLst>
            <pc:docMk/>
            <pc:sldMk cId="2689299202" sldId="887"/>
            <ac:cxnSpMk id="31" creationId="{1FEB3678-3EC2-9435-6703-DBA4673C5740}"/>
          </ac:cxnSpMkLst>
        </pc:cxnChg>
      </pc:sldChg>
      <pc:sldChg chg="modSp modAnim">
        <pc:chgData name="Al Friend" userId="e5ed79da-d858-46d4-9eed-a7a24903f2de" providerId="ADAL" clId="{4885A6DF-90C9-4AE3-9F0B-92B3ECABFA28}" dt="2026-09-09T11:09:52.871" v="3679" actId="20577"/>
        <pc:sldMkLst>
          <pc:docMk/>
          <pc:sldMk cId="2047793123" sldId="888"/>
        </pc:sldMkLst>
        <pc:spChg chg="mod">
          <ac:chgData name="Al Friend" userId="e5ed79da-d858-46d4-9eed-a7a24903f2de" providerId="ADAL" clId="{4885A6DF-90C9-4AE3-9F0B-92B3ECABFA28}" dt="2026-09-09T11:09:52.871" v="3679" actId="20577"/>
          <ac:spMkLst>
            <pc:docMk/>
            <pc:sldMk cId="2047793123" sldId="888"/>
            <ac:spMk id="3" creationId="{246B11CC-3339-C315-0BE8-FA4C1D5275B4}"/>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modAnim">
        <pc:chgData name="Al Friend" userId="e5ed79da-d858-46d4-9eed-a7a24903f2de" providerId="ADAL" clId="{4885A6DF-90C9-4AE3-9F0B-92B3ECABFA28}" dt="2026-09-09T10:21:50.792" v="3625"/>
        <pc:sldMkLst>
          <pc:docMk/>
          <pc:sldMk cId="1283248796" sldId="937"/>
        </pc:sldMkLst>
        <pc:spChg chg="add">
          <ac:chgData name="Al Friend" userId="e5ed79da-d858-46d4-9eed-a7a24903f2de" providerId="ADAL" clId="{4885A6DF-90C9-4AE3-9F0B-92B3ECABFA28}" dt="2026-09-09T10:21:39.603" v="3624"/>
          <ac:spMkLst>
            <pc:docMk/>
            <pc:sldMk cId="1283248796" sldId="937"/>
            <ac:spMk id="9" creationId="{2E709FBD-1231-49A6-A849-9185F56704D6}"/>
          </ac:spMkLst>
        </pc:spChg>
      </pc:sldChg>
      <pc:sldChg chg="addSp delSp modSp add modAnim">
        <pc:chgData name="Al Friend" userId="e5ed79da-d858-46d4-9eed-a7a24903f2de" providerId="ADAL" clId="{4885A6DF-90C9-4AE3-9F0B-92B3ECABFA28}" dt="2026-09-03T14:59:41.844" v="2797" actId="12789"/>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add mod">
          <ac:chgData name="Al Friend" userId="e5ed79da-d858-46d4-9eed-a7a24903f2de" providerId="ADAL" clId="{4885A6DF-90C9-4AE3-9F0B-92B3ECABFA28}" dt="2026-09-03T14:53:27.328" v="2751" actId="962"/>
          <ac:spMkLst>
            <pc:docMk/>
            <pc:sldMk cId="1520012242" sldId="944"/>
            <ac:spMk id="3" creationId="{6FFDD233-4C25-438E-92B3-B81ABA0277DB}"/>
          </ac:spMkLst>
        </pc:spChg>
        <pc:spChg chg="add mod">
          <ac:chgData name="Al Friend" userId="e5ed79da-d858-46d4-9eed-a7a24903f2de" providerId="ADAL" clId="{4885A6DF-90C9-4AE3-9F0B-92B3ECABFA28}" dt="2026-09-03T14:59:41.844" v="2797" actId="12789"/>
          <ac:spMkLst>
            <pc:docMk/>
            <pc:sldMk cId="1520012242" sldId="944"/>
            <ac:spMk id="17" creationId="{72D8836E-A56D-4B4C-B1F2-7068DE144A6C}"/>
          </ac:spMkLst>
        </pc:spChg>
        <pc:spChg chg="add mod">
          <ac:chgData name="Al Friend" userId="e5ed79da-d858-46d4-9eed-a7a24903f2de" providerId="ADAL" clId="{4885A6DF-90C9-4AE3-9F0B-92B3ECABFA28}" dt="2026-09-03T14:59:41.844" v="2797" actId="12789"/>
          <ac:spMkLst>
            <pc:docMk/>
            <pc:sldMk cId="1520012242" sldId="944"/>
            <ac:spMk id="19" creationId="{492BB6DC-FB54-45DC-9594-6690B3E0CFBC}"/>
          </ac:spMkLst>
        </pc:spChg>
        <pc:spChg chg="add mod">
          <ac:chgData name="Al Friend" userId="e5ed79da-d858-46d4-9eed-a7a24903f2de" providerId="ADAL" clId="{4885A6DF-90C9-4AE3-9F0B-92B3ECABFA28}" dt="2026-09-03T14:59:41.844" v="2797" actId="12789"/>
          <ac:spMkLst>
            <pc:docMk/>
            <pc:sldMk cId="1520012242" sldId="944"/>
            <ac:spMk id="20" creationId="{25E42847-F3CF-4FD5-85CF-4A86560F5ED5}"/>
          </ac:spMkLst>
        </pc:spChg>
        <pc:spChg chg="add mod">
          <ac:chgData name="Al Friend" userId="e5ed79da-d858-46d4-9eed-a7a24903f2de" providerId="ADAL" clId="{4885A6DF-90C9-4AE3-9F0B-92B3ECABFA28}" dt="2026-09-03T14:36:00.534" v="2638" actId="1076"/>
          <ac:spMkLst>
            <pc:docMk/>
            <pc:sldMk cId="1520012242" sldId="944"/>
            <ac:spMk id="21" creationId="{2796F581-AE5A-4481-9A12-3254A56C8A10}"/>
          </ac:spMkLst>
        </pc:spChg>
        <pc:spChg chg="add mod">
          <ac:chgData name="Al Friend" userId="e5ed79da-d858-46d4-9eed-a7a24903f2de" providerId="ADAL" clId="{4885A6DF-90C9-4AE3-9F0B-92B3ECABFA28}" dt="2026-09-03T14:53:13.059" v="2750" actId="13244"/>
          <ac:spMkLst>
            <pc:docMk/>
            <pc:sldMk cId="1520012242" sldId="944"/>
            <ac:spMk id="26" creationId="{A3AF31AC-0988-40B2-A3E3-AF55111E8959}"/>
          </ac:spMkLst>
        </pc:spChg>
        <pc:spChg chg="add mod">
          <ac:chgData name="Al Friend" userId="e5ed79da-d858-46d4-9eed-a7a24903f2de" providerId="ADAL" clId="{4885A6DF-90C9-4AE3-9F0B-92B3ECABFA28}" dt="2026-09-03T14:59:41.844" v="2797" actId="12789"/>
          <ac:spMkLst>
            <pc:docMk/>
            <pc:sldMk cId="1520012242" sldId="944"/>
            <ac:spMk id="27" creationId="{203D538F-6F72-4AD5-865B-2F53CF95807D}"/>
          </ac:spMkLst>
        </pc:spChg>
        <pc:spChg chg="add mod">
          <ac:chgData name="Al Friend" userId="e5ed79da-d858-46d4-9eed-a7a24903f2de" providerId="ADAL" clId="{4885A6DF-90C9-4AE3-9F0B-92B3ECABFA28}" dt="2026-09-03T14:59:41.844" v="2797" actId="12789"/>
          <ac:spMkLst>
            <pc:docMk/>
            <pc:sldMk cId="1520012242" sldId="944"/>
            <ac:spMk id="28" creationId="{52E0C4F2-7DAC-4CFD-BA19-DA3DA5DBB4C2}"/>
          </ac:spMkLst>
        </pc:spChg>
        <pc:spChg chg="add mod">
          <ac:chgData name="Al Friend" userId="e5ed79da-d858-46d4-9eed-a7a24903f2de" providerId="ADAL" clId="{4885A6DF-90C9-4AE3-9F0B-92B3ECABFA28}" dt="2026-09-03T14:59:41.844" v="2797" actId="12789"/>
          <ac:spMkLst>
            <pc:docMk/>
            <pc:sldMk cId="1520012242" sldId="944"/>
            <ac:spMk id="29" creationId="{14D0CD86-B710-49E3-95F2-112C5F77D402}"/>
          </ac:spMkLst>
        </pc:spChg>
        <pc:spChg chg="add mod">
          <ac:chgData name="Al Friend" userId="e5ed79da-d858-46d4-9eed-a7a24903f2de" providerId="ADAL" clId="{4885A6DF-90C9-4AE3-9F0B-92B3ECABFA28}" dt="2026-09-03T14:59:41.844" v="2797" actId="12789"/>
          <ac:spMkLst>
            <pc:docMk/>
            <pc:sldMk cId="1520012242" sldId="944"/>
            <ac:spMk id="30" creationId="{2F4CAD13-C3C6-4667-81FD-801EAF386ED2}"/>
          </ac:spMkLst>
        </pc:spChg>
        <pc:graphicFrameChg chg="mod modGraphic">
          <ac:chgData name="Al Friend" userId="e5ed79da-d858-46d4-9eed-a7a24903f2de" providerId="ADAL" clId="{4885A6DF-90C9-4AE3-9F0B-92B3ECABFA28}" dt="2026-09-03T14:36:00.534" v="2638"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1" creationId="{BE877BDE-E38F-4AD8-874A-B996A628EE8C}"/>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2" creationId="{F72B634A-1DA1-4296-84A5-B9ADDD4B3D2B}"/>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3" creationId="{95B51599-7E48-4BED-B2BE-6FB94B5F2F1D}"/>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5" creationId="{F43C32A7-50A6-4847-88F7-047D9B682315}"/>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6" creationId="{5B92BF09-378B-4142-8DD3-5D48FB1C4C61}"/>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8" creationId="{D30B3795-1D7E-41DE-964B-FDB727399068}"/>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2" creationId="{222C94DD-1BF6-49B1-B056-8C5BE6E6EA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3" creationId="{A7E9F4C8-239B-49B8-8471-248D0115F0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4" creationId="{2794626C-11E5-4BA2-83DF-3C6396C85285}"/>
          </ac:graphicFrameMkLst>
        </pc:graphicFrameChg>
        <pc:graphicFrameChg chg="add mod modGraphic">
          <ac:chgData name="Al Friend" userId="e5ed79da-d858-46d4-9eed-a7a24903f2de" providerId="ADAL" clId="{4885A6DF-90C9-4AE3-9F0B-92B3ECABFA28}" dt="2026-09-03T14:53:07.113" v="2748"/>
          <ac:graphicFrameMkLst>
            <pc:docMk/>
            <pc:sldMk cId="1520012242" sldId="944"/>
            <ac:graphicFrameMk id="25" creationId="{D2782DCC-250D-4E63-B23F-DDA3A5C37C0C}"/>
          </ac:graphicFrameMkLst>
        </pc:graphicFrameChg>
      </pc:sldChg>
      <pc:sldChg chg="addSp delSp modSp modAnim">
        <pc:chgData name="Al Friend" userId="e5ed79da-d858-46d4-9eed-a7a24903f2de" providerId="ADAL" clId="{4885A6DF-90C9-4AE3-9F0B-92B3ECABFA28}" dt="2026-09-09T10:22:18.932" v="363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add mod ord modGraphic">
          <ac:chgData name="Al Friend" userId="e5ed79da-d858-46d4-9eed-a7a24903f2de" providerId="ADAL" clId="{4885A6DF-90C9-4AE3-9F0B-92B3ECABFA28}" dt="2026-09-03T12:49:58.309" v="2163" actId="207"/>
          <ac:graphicFrameMkLst>
            <pc:docMk/>
            <pc:sldMk cId="2335467649" sldId="947"/>
            <ac:graphicFrameMk id="16" creationId="{D285B714-2947-4677-9B2E-DE1394DB2436}"/>
          </ac:graphicFrameMkLst>
        </pc:graphicFrameChg>
        <pc:graphicFrameChg chg="add mod ord modGraphic">
          <ac:chgData name="Al Friend" userId="e5ed79da-d858-46d4-9eed-a7a24903f2de" providerId="ADAL" clId="{4885A6DF-90C9-4AE3-9F0B-92B3ECABFA28}" dt="2026-09-03T12:50:02.870" v="2164" actId="207"/>
          <ac:graphicFrameMkLst>
            <pc:docMk/>
            <pc:sldMk cId="2335467649" sldId="947"/>
            <ac:graphicFrameMk id="17" creationId="{E2473FD1-75B6-4A61-B3FC-5EFBB71209C8}"/>
          </ac:graphicFrameMkLst>
        </pc:graphicFrameChg>
      </pc:sldChg>
      <pc:sldChg chg="modSp add modAnim">
        <pc:chgData name="Al Friend" userId="e5ed79da-d858-46d4-9eed-a7a24903f2de" providerId="ADAL" clId="{4885A6DF-90C9-4AE3-9F0B-92B3ECABFA28}" dt="2026-09-09T11:15:42.526" v="3731" actId="20577"/>
        <pc:sldMkLst>
          <pc:docMk/>
          <pc:sldMk cId="3037259740" sldId="949"/>
        </pc:sldMkLst>
        <pc:spChg chg="mod">
          <ac:chgData name="Al Friend" userId="e5ed79da-d858-46d4-9eed-a7a24903f2de" providerId="ADAL" clId="{4885A6DF-90C9-4AE3-9F0B-92B3ECABFA28}" dt="2026-09-09T11:15:42.526" v="3731" actId="20577"/>
          <ac:spMkLst>
            <pc:docMk/>
            <pc:sldMk cId="3037259740" sldId="949"/>
            <ac:spMk id="3" creationId="{246B11CC-3339-C315-0BE8-FA4C1D5275B4}"/>
          </ac:spMkLst>
        </pc:spChg>
      </pc:sldChg>
      <pc:sldChg chg="modSp">
        <pc:chgData name="Al Friend" userId="e5ed79da-d858-46d4-9eed-a7a24903f2de" providerId="ADAL" clId="{4885A6DF-90C9-4AE3-9F0B-92B3ECABFA28}" dt="2026-09-09T10:21:14.225" v="3623" actId="20577"/>
        <pc:sldMkLst>
          <pc:docMk/>
          <pc:sldMk cId="3726086763" sldId="952"/>
        </pc:sldMkLst>
        <pc:spChg chg="mod">
          <ac:chgData name="Al Friend" userId="e5ed79da-d858-46d4-9eed-a7a24903f2de" providerId="ADAL" clId="{4885A6DF-90C9-4AE3-9F0B-92B3ECABFA28}" dt="2026-09-09T10:21:14.225" v="3623" actId="20577"/>
          <ac:spMkLst>
            <pc:docMk/>
            <pc:sldMk cId="3726086763" sldId="952"/>
            <ac:spMk id="3" creationId="{095E1681-A91C-8BA9-CCE6-F748A2E6098C}"/>
          </ac:spMkLst>
        </pc:spChg>
        <pc:graphicFrameChg chg="mod">
          <ac:chgData name="Al Friend" userId="e5ed79da-d858-46d4-9eed-a7a24903f2de" providerId="ADAL" clId="{4885A6DF-90C9-4AE3-9F0B-92B3ECABFA28}" dt="2026-09-08T13:18:04.193" v="2948" actId="12788"/>
          <ac:graphicFrameMkLst>
            <pc:docMk/>
            <pc:sldMk cId="3726086763" sldId="952"/>
            <ac:graphicFrameMk id="6" creationId="{F3CF83D5-A4D9-A61C-60C2-4FCC13C75C70}"/>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7" creationId="{ADC564DE-D28F-4875-CA32-B21571AAD6A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8" creationId="{1442AFA7-A27F-E85B-BD85-CDEC1C5338B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9" creationId="{E4E9E986-6470-14A4-2D5D-0E731254371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10" creationId="{668A9850-CE7F-0250-D4D6-BBF711FFCB6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14" creationId="{31675B1A-890B-1891-9466-0125844A570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1" creationId="{DDEBB0F7-EBD0-2AE4-20B0-260DD31F66E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2" creationId="{AFE8C52C-CA00-5185-0559-27AE766CDBB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3" creationId="{3F74E222-3FA1-846D-1AB3-FDE9283947B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4" creationId="{57995B92-B0FA-9779-BF95-5E29240AFD5D}"/>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5" creationId="{5181D659-3B0C-B42F-D14C-A25F29985527}"/>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6" creationId="{67AC3BC6-A40E-201E-1732-8DF41C115669}"/>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7" creationId="{DA4592A1-64F0-35A2-060A-10F9E3CF29F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8" creationId="{B67EDDEC-7C64-7178-4A4D-B60959485E3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9" creationId="{8FEF33E2-FDD5-18E9-29C3-79D8C253F02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0" creationId="{DD93CFA0-F1B8-A6BE-7E5A-5447C5D1C14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1" creationId="{CFD8A320-1639-8930-0F58-13B9D4808F22}"/>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2" creationId="{3E62DBA6-F8EC-528C-1EFE-EE732F8135A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3" creationId="{DFE3958B-8E40-6AF1-12D5-18D44555E70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4" creationId="{D6DF2BB4-4764-ED23-F94A-B0660FA4C2B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5" creationId="{6F73FD2F-EA3E-81EC-4922-2B2C23F93E3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6" creationId="{960672DF-E730-BEBE-4431-7E6C30211D7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7" creationId="{BA2C7143-8750-8A35-F03E-A664076FB02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8" creationId="{A6461179-82C0-E96B-42E6-6C250F7BF74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9" creationId="{EB1098E4-FF9A-543E-B7C7-F783B4C854D8}"/>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0" creationId="{1DC1F667-54E7-735D-0041-3568D24447E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1" creationId="{5F716119-8B03-5178-1DF6-C45D3263019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2" creationId="{58756706-74B6-3319-666F-EB49C87533D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3" creationId="{72C5B3C4-1CB7-4D3D-F981-3119C0A0CC2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4" creationId="{708C21DD-5E6D-C2F4-BAEF-F9CF07BFC5E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5" creationId="{2C3D6250-FF24-11A8-414E-C4C50CAD957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6" creationId="{47D10CB2-E03C-E095-7411-D3AD458E301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7" creationId="{0FCBE045-60B3-A010-0561-48B629C076BA}"/>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8" creationId="{B351C213-0DCC-20BE-CB1C-A91DDAA3E5A7}"/>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9" creationId="{6E629E7E-65A1-E1CE-ADF2-53B4E7E31598}"/>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0" creationId="{36283355-3BAC-F5E7-C8CF-9E5CE6B873A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1" creationId="{0346DFC3-E893-C634-07A6-903C9DC7600D}"/>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3" creationId="{8F6520B8-F584-6D77-C222-07A17DE06A2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4" creationId="{982D7147-94A8-BC6A-7350-9669F2C86412}"/>
          </ac:graphicFrameMkLst>
        </pc:graphicFrameChg>
      </pc:sldChg>
      <pc:sldChg chg="addSp delSp modSp delAnim modAnim">
        <pc:chgData name="Al Friend" userId="e5ed79da-d858-46d4-9eed-a7a24903f2de" providerId="ADAL" clId="{4885A6DF-90C9-4AE3-9F0B-92B3ECABFA28}" dt="2026-09-09T10:23:37.468" v="3639" actId="1076"/>
        <pc:sldMkLst>
          <pc:docMk/>
          <pc:sldMk cId="1613937805" sldId="953"/>
        </pc:sldMkLst>
        <pc:spChg chg="mod">
          <ac:chgData name="Al Friend" userId="e5ed79da-d858-46d4-9eed-a7a24903f2de" providerId="ADAL" clId="{4885A6DF-90C9-4AE3-9F0B-92B3ECABFA28}" dt="2026-09-08T13:17:18.134" v="2931" actId="20577"/>
          <ac:spMkLst>
            <pc:docMk/>
            <pc:sldMk cId="1613937805" sldId="953"/>
            <ac:spMk id="2" creationId="{9CCCF8B0-4FED-D018-2103-8DE61C2832C6}"/>
          </ac:spMkLst>
        </pc:spChg>
        <pc:spChg chg="mod">
          <ac:chgData name="Al Friend" userId="e5ed79da-d858-46d4-9eed-a7a24903f2de" providerId="ADAL" clId="{4885A6DF-90C9-4AE3-9F0B-92B3ECABFA28}" dt="2026-09-09T10:23:37.468" v="3639" actId="1076"/>
          <ac:spMkLst>
            <pc:docMk/>
            <pc:sldMk cId="1613937805" sldId="953"/>
            <ac:spMk id="5" creationId="{546FD6EB-0999-DFFC-F220-CB0C981B6495}"/>
          </ac:spMkLst>
        </pc:spChg>
        <pc:spChg chg="mod topLvl">
          <ac:chgData name="Al Friend" userId="e5ed79da-d858-46d4-9eed-a7a24903f2de" providerId="ADAL" clId="{4885A6DF-90C9-4AE3-9F0B-92B3ECABFA28}" dt="2026-09-08T13:19:15.312" v="2958" actId="12789"/>
          <ac:spMkLst>
            <pc:docMk/>
            <pc:sldMk cId="1613937805" sldId="953"/>
            <ac:spMk id="66" creationId="{9077A7F2-8654-4C4B-B5F5-225A798FEA1A}"/>
          </ac:spMkLst>
        </pc:spChg>
        <pc:spChg chg="mod topLvl">
          <ac:chgData name="Al Friend" userId="e5ed79da-d858-46d4-9eed-a7a24903f2de" providerId="ADAL" clId="{4885A6DF-90C9-4AE3-9F0B-92B3ECABFA28}" dt="2026-09-08T13:19:15.312" v="2958" actId="12789"/>
          <ac:spMkLst>
            <pc:docMk/>
            <pc:sldMk cId="1613937805" sldId="953"/>
            <ac:spMk id="67" creationId="{303A3422-D571-41FF-AAEE-83617021B9FF}"/>
          </ac:spMkLst>
        </pc:spChg>
        <pc:spChg chg="mod">
          <ac:chgData name="Al Friend" userId="e5ed79da-d858-46d4-9eed-a7a24903f2de" providerId="ADAL" clId="{4885A6DF-90C9-4AE3-9F0B-92B3ECABFA28}" dt="2026-09-08T13:42:16.079" v="3285" actId="962"/>
          <ac:spMkLst>
            <pc:docMk/>
            <pc:sldMk cId="1613937805" sldId="953"/>
            <ac:spMk id="87" creationId="{C30F0223-B2F5-45C0-9250-013F073C1493}"/>
          </ac:spMkLst>
        </pc:spChg>
        <pc:spChg chg="mod">
          <ac:chgData name="Al Friend" userId="e5ed79da-d858-46d4-9eed-a7a24903f2de" providerId="ADAL" clId="{4885A6DF-90C9-4AE3-9F0B-92B3ECABFA28}" dt="2026-09-08T13:42:09.695" v="3284" actId="962"/>
          <ac:spMkLst>
            <pc:docMk/>
            <pc:sldMk cId="1613937805" sldId="953"/>
            <ac:spMk id="88" creationId="{A4E68FBB-A3CE-48BF-A464-504AEB109287}"/>
          </ac:spMkLst>
        </pc:spChg>
        <pc:grpChg chg="add mod">
          <ac:chgData name="Al Friend" userId="e5ed79da-d858-46d4-9eed-a7a24903f2de" providerId="ADAL" clId="{4885A6DF-90C9-4AE3-9F0B-92B3ECABFA28}" dt="2026-09-08T13:48:32.022" v="3344" actId="13244"/>
          <ac:grpSpMkLst>
            <pc:docMk/>
            <pc:sldMk cId="1613937805" sldId="953"/>
            <ac:grpSpMk id="3" creationId="{F21DC3B0-1720-4C22-BFDC-AB8F60858349}"/>
          </ac:grpSpMkLst>
        </pc:grpChg>
        <pc:grpChg chg="add mod">
          <ac:chgData name="Al Friend" userId="e5ed79da-d858-46d4-9eed-a7a24903f2de" providerId="ADAL" clId="{4885A6DF-90C9-4AE3-9F0B-92B3ECABFA28}" dt="2026-09-08T13:48:35.813" v="3345" actId="13244"/>
          <ac:grpSpMkLst>
            <pc:docMk/>
            <pc:sldMk cId="1613937805" sldId="953"/>
            <ac:grpSpMk id="75" creationId="{7DE69EEA-D0EE-4BA2-987E-C54939D22CA7}"/>
          </ac:grpSpMkLst>
        </pc:grpChg>
        <pc:grpChg chg="add mod">
          <ac:chgData name="Al Friend" userId="e5ed79da-d858-46d4-9eed-a7a24903f2de" providerId="ADAL" clId="{4885A6DF-90C9-4AE3-9F0B-92B3ECABFA28}" dt="2026-09-08T13:58:18.619" v="3468"/>
          <ac:grpSpMkLst>
            <pc:docMk/>
            <pc:sldMk cId="1613937805" sldId="953"/>
            <ac:grpSpMk id="84" creationId="{7577C431-2A14-42E9-A4F3-C57A2417C6E4}"/>
          </ac:grpSpMkLst>
        </pc:grpChg>
        <pc:grpChg chg="add mod">
          <ac:chgData name="Al Friend" userId="e5ed79da-d858-46d4-9eed-a7a24903f2de" providerId="ADAL" clId="{4885A6DF-90C9-4AE3-9F0B-92B3ECABFA28}" dt="2026-09-08T13:58:19.107" v="3469"/>
          <ac:grpSpMkLst>
            <pc:docMk/>
            <pc:sldMk cId="1613937805" sldId="953"/>
            <ac:grpSpMk id="93" creationId="{AF95ED76-73A3-4383-8955-ECE547FC326B}"/>
          </ac:grpSpMkLst>
        </pc:grpChg>
        <pc:graphicFrameChg chg="mod modGraphic">
          <ac:chgData name="Al Friend" userId="e5ed79da-d858-46d4-9eed-a7a24903f2de" providerId="ADAL" clId="{4885A6DF-90C9-4AE3-9F0B-92B3ECABFA28}" dt="2026-09-08T14:04:41.986" v="3552" actId="12789"/>
          <ac:graphicFrameMkLst>
            <pc:docMk/>
            <pc:sldMk cId="1613937805" sldId="953"/>
            <ac:graphicFrameMk id="8" creationId="{1442AFA7-A27F-E85B-BD85-CDEC1C5338B1}"/>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0" creationId="{4E68A82D-EF4E-4B0D-976E-826177EEB2B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2" creationId="{E527C9DF-89C2-46A7-AA9E-C9821A8022DB}"/>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3" creationId="{484D6B59-125C-4BE3-87D9-EB0EBD342423}"/>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4" creationId="{D6A55EAC-C8B2-42BE-A8A0-27C791FE324E}"/>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0" creationId="{85531682-6F12-4F78-805D-A240056D46B8}"/>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1" creationId="{A13274D1-0C91-415F-BBFA-CAB6DAFD8D4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2" creationId="{9385BB4A-5F5E-46CB-80E9-3DBC509A039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3" creationId="{560854BA-424B-4F23-89F2-334350FC05B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9" creationId="{0995934E-DE2B-4730-A971-71D6966192C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0" creationId="{1E48E83B-59BC-4937-9674-D5362ACD64B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1" creationId="{ED1ED488-5A81-458E-BE4E-0D4D0DDAD9E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2" creationId="{C028E5CB-09B6-4038-B6E4-97FADF9924BF}"/>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8" creationId="{D1EEA4BD-41D7-4E88-88AB-DE66335BC21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9" creationId="{36E1999F-5A34-40DA-A492-8EAFA7E43537}"/>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0" creationId="{956AC1A4-9D93-4D20-9DD0-BA3833AA0B3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1" creationId="{B13DA415-5DF1-4AAB-9A67-4B4777F2A88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2" creationId="{0BB7FCF2-B337-422E-8BA2-D9D9D551E5F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3" creationId="{BB8185BC-698F-4581-B3EA-0C979CDDAD2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4" creationId="{908DBC2B-494E-4748-BFE7-10EC099EB0E7}"/>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5" creationId="{F4A50C22-C766-4F29-A16E-35B828F0CDFF}"/>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6" creationId="{404ADF59-C225-4736-90F1-6859C344107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7" creationId="{F9D8CEBE-56D8-46A8-AB2C-92FAD0B6067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8" creationId="{732437D8-B6DF-4FE8-913A-ED41807CA2C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9" creationId="{A91AA67F-C8F7-48D3-8B1F-72A6A58E9F48}"/>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0" creationId="{5B28AA4C-9ACA-40A1-9A55-5EEC79A3729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1" creationId="{441B51C3-EFBB-476B-ADCB-F496A6CBCCC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2" creationId="{5F4BC2BE-BFD7-45FC-B618-D7E120D0E70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3" creationId="{1EB03091-EA7E-47F3-8811-AE63FB000F8B}"/>
          </ac:graphicFrameMkLst>
        </pc:graphicFrameChg>
        <pc:cxnChg chg="mod topLvl">
          <ac:chgData name="Al Friend" userId="e5ed79da-d858-46d4-9eed-a7a24903f2de" providerId="ADAL" clId="{4885A6DF-90C9-4AE3-9F0B-92B3ECABFA28}" dt="2026-09-08T13:15:05.308" v="2836" actId="164"/>
          <ac:cxnSpMkLst>
            <pc:docMk/>
            <pc:sldMk cId="1613937805" sldId="953"/>
            <ac:cxnSpMk id="68" creationId="{3EEC7143-77E1-4E51-8ED8-5A46C818B353}"/>
          </ac:cxnSpMkLst>
        </pc:cxnChg>
        <pc:cxnChg chg="mod topLvl">
          <ac:chgData name="Al Friend" userId="e5ed79da-d858-46d4-9eed-a7a24903f2de" providerId="ADAL" clId="{4885A6DF-90C9-4AE3-9F0B-92B3ECABFA28}" dt="2026-09-08T13:15:05.308" v="2836" actId="164"/>
          <ac:cxnSpMkLst>
            <pc:docMk/>
            <pc:sldMk cId="1613937805" sldId="953"/>
            <ac:cxnSpMk id="69" creationId="{B3FD895A-2D81-4E25-8798-DF6862E199F3}"/>
          </ac:cxnSpMkLst>
        </pc:cxnChg>
        <pc:cxnChg chg="mod">
          <ac:chgData name="Al Friend" userId="e5ed79da-d858-46d4-9eed-a7a24903f2de" providerId="ADAL" clId="{4885A6DF-90C9-4AE3-9F0B-92B3ECABFA28}" dt="2026-09-08T13:42:30.545" v="3287" actId="962"/>
          <ac:cxnSpMkLst>
            <pc:docMk/>
            <pc:sldMk cId="1613937805" sldId="953"/>
            <ac:cxnSpMk id="85" creationId="{263815E6-9B51-42A4-BE6E-21A54CDBE84C}"/>
          </ac:cxnSpMkLst>
        </pc:cxnChg>
        <pc:cxnChg chg="mod">
          <ac:chgData name="Al Friend" userId="e5ed79da-d858-46d4-9eed-a7a24903f2de" providerId="ADAL" clId="{4885A6DF-90C9-4AE3-9F0B-92B3ECABFA28}" dt="2026-09-08T13:42:22.284" v="3286" actId="962"/>
          <ac:cxnSpMkLst>
            <pc:docMk/>
            <pc:sldMk cId="1613937805" sldId="953"/>
            <ac:cxnSpMk id="86" creationId="{74C9F86E-D4D6-4F8C-B757-FD6B288A2D72}"/>
          </ac:cxnSpMkLst>
        </pc:cxnChg>
      </pc:sldChg>
      <pc:sldChg chg="addSp delSp modSp add modTransition delAnim modAnim">
        <pc:chgData name="Al Friend" userId="e5ed79da-d858-46d4-9eed-a7a24903f2de" providerId="ADAL" clId="{4885A6DF-90C9-4AE3-9F0B-92B3ECABFA28}" dt="2026-09-09T10:24:10.006" v="3643" actId="1076"/>
        <pc:sldMkLst>
          <pc:docMk/>
          <pc:sldMk cId="1797484700" sldId="954"/>
        </pc:sldMkLst>
        <pc:spChg chg="mod">
          <ac:chgData name="Al Friend" userId="e5ed79da-d858-46d4-9eed-a7a24903f2de" providerId="ADAL" clId="{4885A6DF-90C9-4AE3-9F0B-92B3ECABFA28}" dt="2026-09-09T10:24:00.155" v="3642" actId="1076"/>
          <ac:spMkLst>
            <pc:docMk/>
            <pc:sldMk cId="1797484700" sldId="954"/>
            <ac:spMk id="5" creationId="{546FD6EB-0999-DFFC-F220-CB0C981B6495}"/>
          </ac:spMkLst>
        </pc:spChg>
        <pc:spChg chg="mod">
          <ac:chgData name="Al Friend" userId="e5ed79da-d858-46d4-9eed-a7a24903f2de" providerId="ADAL" clId="{4885A6DF-90C9-4AE3-9F0B-92B3ECABFA28}" dt="2026-09-09T10:22:07.558" v="3636" actId="20577"/>
          <ac:spMkLst>
            <pc:docMk/>
            <pc:sldMk cId="1797484700" sldId="954"/>
            <ac:spMk id="6" creationId="{54C2ECEF-5658-3BAD-A7EA-41AD468E8A4B}"/>
          </ac:spMkLst>
        </pc:spChg>
        <pc:grpChg chg="mod">
          <ac:chgData name="Al Friend" userId="e5ed79da-d858-46d4-9eed-a7a24903f2de" providerId="ADAL" clId="{4885A6DF-90C9-4AE3-9F0B-92B3ECABFA28}" dt="2026-09-09T10:24:10.006" v="3643" actId="1076"/>
          <ac:grpSpMkLst>
            <pc:docMk/>
            <pc:sldMk cId="1797484700" sldId="954"/>
            <ac:grpSpMk id="3" creationId="{F21DC3B0-1720-4C22-BFDC-AB8F60858349}"/>
          </ac:grpSpMkLst>
        </pc:grpChg>
        <pc:graphicFrameChg chg="mod">
          <ac:chgData name="Al Friend" userId="e5ed79da-d858-46d4-9eed-a7a24903f2de" providerId="ADAL" clId="{4885A6DF-90C9-4AE3-9F0B-92B3ECABFA28}" dt="2026-09-09T10:24:10.006" v="3643" actId="1076"/>
          <ac:graphicFrameMkLst>
            <pc:docMk/>
            <pc:sldMk cId="1797484700" sldId="954"/>
            <ac:graphicFrameMk id="8" creationId="{1442AFA7-A27F-E85B-BD85-CDEC1C5338B1}"/>
          </ac:graphicFrameMkLst>
        </pc:graphicFrameChg>
      </pc:sldChg>
      <pc:sldChg chg="modTransition modNotesTx">
        <pc:chgData name="Al Friend" userId="e5ed79da-d858-46d4-9eed-a7a24903f2de" providerId="ADAL" clId="{4885A6DF-90C9-4AE3-9F0B-92B3ECABFA28}" dt="2026-09-14T09:50:46.078" v="4122" actId="20577"/>
        <pc:sldMkLst>
          <pc:docMk/>
          <pc:sldMk cId="947698220" sldId="956"/>
        </pc:sldMkLst>
      </pc:sldChg>
      <pc:sldChg chg="addSp delSp modSp add">
        <pc:chgData name="Al Friend" userId="e5ed79da-d858-46d4-9eed-a7a24903f2de" providerId="ADAL" clId="{4885A6DF-90C9-4AE3-9F0B-92B3ECABFA28}" dt="2026-09-14T10:26:29.691" v="4139" actId="20577"/>
        <pc:sldMkLst>
          <pc:docMk/>
          <pc:sldMk cId="2201311961" sldId="957"/>
        </pc:sldMkLst>
        <pc:spChg chg="mod">
          <ac:chgData name="Al Friend" userId="e5ed79da-d858-46d4-9eed-a7a24903f2de" providerId="ADAL" clId="{4885A6DF-90C9-4AE3-9F0B-92B3ECABFA28}" dt="2026-09-14T09:39:00.491" v="3781" actId="20577"/>
          <ac:spMkLst>
            <pc:docMk/>
            <pc:sldMk cId="2201311961" sldId="957"/>
            <ac:spMk id="2" creationId="{DF81EF6B-9990-4895-9A8F-2103C304A52F}"/>
          </ac:spMkLst>
        </pc:spChg>
        <pc:spChg chg="mod">
          <ac:chgData name="Al Friend" userId="e5ed79da-d858-46d4-9eed-a7a24903f2de" providerId="ADAL" clId="{4885A6DF-90C9-4AE3-9F0B-92B3ECABFA28}" dt="2026-09-14T09:39:42.180" v="3826" actId="20577"/>
          <ac:spMkLst>
            <pc:docMk/>
            <pc:sldMk cId="2201311961" sldId="957"/>
            <ac:spMk id="9" creationId="{E06970F1-E4C6-493D-921A-F57A4EAA659D}"/>
          </ac:spMkLst>
        </pc:spChg>
        <pc:spChg chg="del mod">
          <ac:chgData name="Al Friend" userId="e5ed79da-d858-46d4-9eed-a7a24903f2de" providerId="ADAL" clId="{4885A6DF-90C9-4AE3-9F0B-92B3ECABFA28}" dt="2026-09-14T09:48:37.607" v="4099" actId="478"/>
          <ac:spMkLst>
            <pc:docMk/>
            <pc:sldMk cId="2201311961" sldId="957"/>
            <ac:spMk id="14" creationId="{E5304D38-62A3-4A8C-98E0-6337163FA56E}"/>
          </ac:spMkLst>
        </pc:spChg>
        <pc:spChg chg="mod">
          <ac:chgData name="Al Friend" userId="e5ed79da-d858-46d4-9eed-a7a24903f2de" providerId="ADAL" clId="{4885A6DF-90C9-4AE3-9F0B-92B3ECABFA28}" dt="2026-09-14T09:39:30.443" v="3815" actId="6549"/>
          <ac:spMkLst>
            <pc:docMk/>
            <pc:sldMk cId="2201311961" sldId="957"/>
            <ac:spMk id="17" creationId="{AE596573-766B-4AFA-B34B-C56D5BA1BE63}"/>
          </ac:spMkLst>
        </pc:spChg>
        <pc:spChg chg="mod">
          <ac:chgData name="Al Friend" userId="e5ed79da-d858-46d4-9eed-a7a24903f2de" providerId="ADAL" clId="{4885A6DF-90C9-4AE3-9F0B-92B3ECABFA28}" dt="2026-09-14T10:26:29.691" v="4139" actId="20577"/>
          <ac:spMkLst>
            <pc:docMk/>
            <pc:sldMk cId="2201311961" sldId="957"/>
            <ac:spMk id="18" creationId="{D3DE1068-9C54-4D92-A45F-8DEAD06D3824}"/>
          </ac:spMkLst>
        </pc:spChg>
        <pc:spChg chg="mod">
          <ac:chgData name="Al Friend" userId="e5ed79da-d858-46d4-9eed-a7a24903f2de" providerId="ADAL" clId="{4885A6DF-90C9-4AE3-9F0B-92B3ECABFA28}" dt="2026-09-14T09:41:05.957" v="3908" actId="20577"/>
          <ac:spMkLst>
            <pc:docMk/>
            <pc:sldMk cId="2201311961" sldId="957"/>
            <ac:spMk id="25" creationId="{38ED6BD4-D2B0-4DF3-BED1-47D309818666}"/>
          </ac:spMkLst>
        </pc:spChg>
        <pc:spChg chg="mod">
          <ac:chgData name="Al Friend" userId="e5ed79da-d858-46d4-9eed-a7a24903f2de" providerId="ADAL" clId="{4885A6DF-90C9-4AE3-9F0B-92B3ECABFA28}" dt="2026-09-14T09:41:53.818" v="3938" actId="20577"/>
          <ac:spMkLst>
            <pc:docMk/>
            <pc:sldMk cId="2201311961" sldId="957"/>
            <ac:spMk id="26" creationId="{EC3E50A6-C1AB-4FE5-864D-16BBF061445C}"/>
          </ac:spMkLst>
        </pc:spChg>
        <pc:spChg chg="mod">
          <ac:chgData name="Al Friend" userId="e5ed79da-d858-46d4-9eed-a7a24903f2de" providerId="ADAL" clId="{4885A6DF-90C9-4AE3-9F0B-92B3ECABFA28}" dt="2026-09-14T09:42:25.803" v="3968" actId="20577"/>
          <ac:spMkLst>
            <pc:docMk/>
            <pc:sldMk cId="2201311961" sldId="957"/>
            <ac:spMk id="27" creationId="{DBEA44BA-2065-4960-99BA-43573E7581B5}"/>
          </ac:spMkLst>
        </pc:spChg>
        <pc:spChg chg="mod">
          <ac:chgData name="Al Friend" userId="e5ed79da-d858-46d4-9eed-a7a24903f2de" providerId="ADAL" clId="{4885A6DF-90C9-4AE3-9F0B-92B3ECABFA28}" dt="2026-09-14T09:41:18.755" v="3918" actId="20577"/>
          <ac:spMkLst>
            <pc:docMk/>
            <pc:sldMk cId="2201311961" sldId="957"/>
            <ac:spMk id="32" creationId="{6F9E9482-EB24-4541-877E-068D4A0C3A11}"/>
          </ac:spMkLst>
        </pc:spChg>
        <pc:spChg chg="mod">
          <ac:chgData name="Al Friend" userId="e5ed79da-d858-46d4-9eed-a7a24903f2de" providerId="ADAL" clId="{4885A6DF-90C9-4AE3-9F0B-92B3ECABFA28}" dt="2026-09-14T09:42:42.669" v="3981" actId="1037"/>
          <ac:spMkLst>
            <pc:docMk/>
            <pc:sldMk cId="2201311961" sldId="957"/>
            <ac:spMk id="33" creationId="{B31FDF04-E2F6-4383-9A71-B1E096B511B4}"/>
          </ac:spMkLst>
        </pc:spChg>
        <pc:spChg chg="mod">
          <ac:chgData name="Al Friend" userId="e5ed79da-d858-46d4-9eed-a7a24903f2de" providerId="ADAL" clId="{4885A6DF-90C9-4AE3-9F0B-92B3ECABFA28}" dt="2026-09-14T09:42:51.835" v="3997" actId="20577"/>
          <ac:spMkLst>
            <pc:docMk/>
            <pc:sldMk cId="2201311961" sldId="957"/>
            <ac:spMk id="34" creationId="{33D21E20-5786-42ED-A48F-1F8E03BC725B}"/>
          </ac:spMkLst>
        </pc:spChg>
        <pc:spChg chg="mod">
          <ac:chgData name="Al Friend" userId="e5ed79da-d858-46d4-9eed-a7a24903f2de" providerId="ADAL" clId="{4885A6DF-90C9-4AE3-9F0B-92B3ECABFA28}" dt="2026-09-14T09:49:08.185" v="4109" actId="20577"/>
          <ac:spMkLst>
            <pc:docMk/>
            <pc:sldMk cId="2201311961" sldId="957"/>
            <ac:spMk id="35" creationId="{67882CB4-64C2-47C3-B796-954847CC112D}"/>
          </ac:spMkLst>
        </pc:spChg>
        <pc:spChg chg="add mod">
          <ac:chgData name="Al Friend" userId="e5ed79da-d858-46d4-9eed-a7a24903f2de" providerId="ADAL" clId="{4885A6DF-90C9-4AE3-9F0B-92B3ECABFA28}" dt="2026-09-14T09:50:23.832" v="4111" actId="1076"/>
          <ac:spMkLst>
            <pc:docMk/>
            <pc:sldMk cId="2201311961" sldId="957"/>
            <ac:spMk id="36" creationId="{13699B52-4CE7-42E4-8CC8-1E69E2D59335}"/>
          </ac:spMkLst>
        </pc:spChg>
        <pc:spChg chg="mod">
          <ac:chgData name="Al Friend" userId="e5ed79da-d858-46d4-9eed-a7a24903f2de" providerId="ADAL" clId="{4885A6DF-90C9-4AE3-9F0B-92B3ECABFA28}" dt="2026-09-14T09:43:51.302" v="4058" actId="14100"/>
          <ac:spMkLst>
            <pc:docMk/>
            <pc:sldMk cId="2201311961" sldId="957"/>
            <ac:spMk id="40" creationId="{9AF9AC62-05E7-420C-B80B-20719B2841D3}"/>
          </ac:spMkLst>
        </pc:spChg>
        <pc:spChg chg="del">
          <ac:chgData name="Al Friend" userId="e5ed79da-d858-46d4-9eed-a7a24903f2de" providerId="ADAL" clId="{4885A6DF-90C9-4AE3-9F0B-92B3ECABFA28}" dt="2026-09-14T09:48:23.465" v="4094" actId="478"/>
          <ac:spMkLst>
            <pc:docMk/>
            <pc:sldMk cId="2201311961" sldId="957"/>
            <ac:spMk id="45" creationId="{1E67091E-C2CE-47A7-9BCD-380A030776A4}"/>
          </ac:spMkLst>
        </pc:spChg>
        <pc:grpChg chg="mod">
          <ac:chgData name="Al Friend" userId="e5ed79da-d858-46d4-9eed-a7a24903f2de" providerId="ADAL" clId="{4885A6DF-90C9-4AE3-9F0B-92B3ECABFA28}" dt="2026-09-14T09:39:53.948" v="3844" actId="14100"/>
          <ac:grpSpMkLst>
            <pc:docMk/>
            <pc:sldMk cId="2201311961" sldId="957"/>
            <ac:grpSpMk id="6" creationId="{1AA28F7D-6FE7-4115-AE1B-CD86E306F984}"/>
          </ac:grpSpMkLst>
        </pc:grpChg>
        <pc:cxnChg chg="mod">
          <ac:chgData name="Al Friend" userId="e5ed79da-d858-46d4-9eed-a7a24903f2de" providerId="ADAL" clId="{4885A6DF-90C9-4AE3-9F0B-92B3ECABFA28}" dt="2026-09-14T09:40:15.642" v="3891" actId="1035"/>
          <ac:cxnSpMkLst>
            <pc:docMk/>
            <pc:sldMk cId="2201311961" sldId="957"/>
            <ac:cxnSpMk id="8" creationId="{0F620062-B2DF-4004-8305-6226A65C3AFF}"/>
          </ac:cxnSpMkLst>
        </pc:cxnChg>
        <pc:cxnChg chg="mod">
          <ac:chgData name="Al Friend" userId="e5ed79da-d858-46d4-9eed-a7a24903f2de" providerId="ADAL" clId="{4885A6DF-90C9-4AE3-9F0B-92B3ECABFA28}" dt="2026-09-14T09:44:17.617" v="4060" actId="14100"/>
          <ac:cxnSpMkLst>
            <pc:docMk/>
            <pc:sldMk cId="2201311961" sldId="957"/>
            <ac:cxnSpMk id="11" creationId="{DBDAE3C2-47DB-4DFA-ADA5-DF066664C0CD}"/>
          </ac:cxnSpMkLst>
        </pc:cxnChg>
        <pc:cxnChg chg="mod">
          <ac:chgData name="Al Friend" userId="e5ed79da-d858-46d4-9eed-a7a24903f2de" providerId="ADAL" clId="{4885A6DF-90C9-4AE3-9F0B-92B3ECABFA28}" dt="2026-09-14T09:44:21.137" v="4061" actId="14100"/>
          <ac:cxnSpMkLst>
            <pc:docMk/>
            <pc:sldMk cId="2201311961" sldId="957"/>
            <ac:cxnSpMk id="37" creationId="{E6C4DA32-EB6F-48BC-BF59-481A03FDF3FA}"/>
          </ac:cxnSpMkLst>
        </pc:cxnChg>
        <pc:cxnChg chg="del mod">
          <ac:chgData name="Al Friend" userId="e5ed79da-d858-46d4-9eed-a7a24903f2de" providerId="ADAL" clId="{4885A6DF-90C9-4AE3-9F0B-92B3ECABFA28}" dt="2026-09-14T09:48:21.933" v="4093" actId="478"/>
          <ac:cxnSpMkLst>
            <pc:docMk/>
            <pc:sldMk cId="2201311961" sldId="957"/>
            <ac:cxnSpMk id="47" creationId="{C30F19AF-9E3E-4F7A-ABB2-5682DFBA7145}"/>
          </ac:cxnSpMkLst>
        </pc:cxnChg>
        <pc:cxnChg chg="del mod">
          <ac:chgData name="Al Friend" userId="e5ed79da-d858-46d4-9eed-a7a24903f2de" providerId="ADAL" clId="{4885A6DF-90C9-4AE3-9F0B-92B3ECABFA28}" dt="2026-09-14T09:48:24.355" v="4095" actId="478"/>
          <ac:cxnSpMkLst>
            <pc:docMk/>
            <pc:sldMk cId="2201311961" sldId="957"/>
            <ac:cxnSpMk id="50" creationId="{5731073C-2961-45F8-BA70-83375DBBA138}"/>
          </ac:cxnSpMkLst>
        </pc:cxnChg>
      </pc:sldChg>
      <pc:sldChg chg="addSp modSp modNotesTx">
        <pc:chgData name="Al Friend" userId="e5ed79da-d858-46d4-9eed-a7a24903f2de" providerId="ADAL" clId="{4885A6DF-90C9-4AE3-9F0B-92B3ECABFA28}" dt="2026-09-14T10:08:37.407" v="4138" actId="20577"/>
        <pc:sldMkLst>
          <pc:docMk/>
          <pc:sldMk cId="1250227315" sldId="958"/>
        </pc:sldMkLst>
        <pc:spChg chg="mod">
          <ac:chgData name="Al Friend" userId="e5ed79da-d858-46d4-9eed-a7a24903f2de" providerId="ADAL" clId="{4885A6DF-90C9-4AE3-9F0B-92B3ECABFA28}" dt="2026-09-14T10:08:37.407" v="4138" actId="20577"/>
          <ac:spMkLst>
            <pc:docMk/>
            <pc:sldMk cId="1250227315" sldId="958"/>
            <ac:spMk id="2" creationId="{82BECF7C-318C-AA39-2A97-1C1AFF5331C6}"/>
          </ac:spMkLst>
        </pc:spChg>
        <pc:picChg chg="add mod">
          <ac:chgData name="Al Friend" userId="e5ed79da-d858-46d4-9eed-a7a24903f2de" providerId="ADAL" clId="{4885A6DF-90C9-4AE3-9F0B-92B3ECABFA28}" dt="2026-09-14T10:08:26.752" v="4126" actId="1076"/>
          <ac:picMkLst>
            <pc:docMk/>
            <pc:sldMk cId="1250227315" sldId="958"/>
            <ac:picMk id="3" creationId="{6578EF72-1A6B-4458-9615-C79C715BC2ED}"/>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14/09/2026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2025 Q3(c)</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33738210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7907103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2025 Q3(a)</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36187012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300F-5D99-868A-9BFC-6EC707D24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63596-6941-1E76-E981-0A63F1F022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37FE72-FF5E-AC28-4EB9-0105F0E4207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20DD3A6-5BAA-28B4-284A-1DC57D8D5D5A}"/>
              </a:ext>
            </a:extLst>
          </p:cNvPr>
          <p:cNvSpPr>
            <a:spLocks noGrp="1"/>
          </p:cNvSpPr>
          <p:nvPr>
            <p:ph type="sldNum" sz="quarter" idx="10"/>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206870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14/09/2026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14/09/2026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1.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48.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49.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50.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7.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30.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8.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5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50.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56.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7.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59.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61.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70.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62.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63.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7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specifies behaviours – triggered by a user</a:t>
            </a:r>
          </a:p>
          <a:p>
            <a:pPr>
              <a:spcAft>
                <a:spcPts val="1200"/>
              </a:spcAft>
            </a:pPr>
            <a:r>
              <a:rPr lang="en-GB" dirty="0"/>
              <a:t>observable results of value to a user – End User Requirements</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a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user that interacts with the system</a:t>
            </a:r>
          </a:p>
          <a:p>
            <a:pPr>
              <a:spcAft>
                <a:spcPts val="1200"/>
              </a:spcAft>
            </a:pPr>
            <a:r>
              <a:rPr lang="en-GB" dirty="0"/>
              <a:t>an Actor is a role: a person, a thing, a database, …</a:t>
            </a:r>
          </a:p>
        </p:txBody>
      </p:sp>
    </p:spTree>
    <p:extLst>
      <p:ext uri="{BB962C8B-B14F-4D97-AF65-F5344CB8AC3E}">
        <p14:creationId xmlns:p14="http://schemas.microsoft.com/office/powerpoint/2010/main" val="303725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333128" y="3651480"/>
            <a:ext cx="1891736" cy="523220"/>
          </a:xfrm>
          <a:prstGeom prst="rect">
            <a:avLst/>
          </a:prstGeom>
        </p:spPr>
        <p:txBody>
          <a:bodyPr wrap="none">
            <a:spAutoFit/>
          </a:bodyPr>
          <a:lstStyle/>
          <a:p>
            <a:pPr algn="ctr"/>
            <a:r>
              <a:rPr lang="en-GB" sz="2800" b="1" dirty="0">
                <a:solidFill>
                  <a:srgbClr val="7030A0"/>
                </a:solidFill>
              </a:rPr>
              <a:t>Association</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2F1A47C7-E731-4809-8106-AEB0DAE10E97}"/>
              </a:ext>
            </a:extLst>
          </p:cNvPr>
          <p:cNvSpPr/>
          <p:nvPr/>
        </p:nvSpPr>
        <p:spPr>
          <a:xfrm>
            <a:off x="1457307" y="1977390"/>
            <a:ext cx="1393651" cy="523220"/>
          </a:xfrm>
          <a:prstGeom prst="rect">
            <a:avLst/>
          </a:prstGeom>
        </p:spPr>
        <p:txBody>
          <a:bodyPr wrap="none">
            <a:spAutoFit/>
          </a:bodyPr>
          <a:lstStyle/>
          <a:p>
            <a:pPr algn="ctr"/>
            <a:r>
              <a:rPr lang="en-GB" sz="2800" b="1" dirty="0">
                <a:solidFill>
                  <a:srgbClr val="7030A0"/>
                </a:solidFill>
              </a:rPr>
              <a:t>Initiates</a:t>
            </a:r>
            <a:endParaRPr lang="en-GB" dirty="0">
              <a:solidFill>
                <a:srgbClr val="7030A0"/>
              </a:solidFill>
            </a:endParaRPr>
          </a:p>
        </p:txBody>
      </p:sp>
      <p:sp>
        <p:nvSpPr>
          <p:cNvPr id="21" name="Rectangle 20">
            <a:extLst>
              <a:ext uri="{FF2B5EF4-FFF2-40B4-BE49-F238E27FC236}">
                <a16:creationId xmlns:a16="http://schemas.microsoft.com/office/drawing/2014/main" id="{897A90B6-2DC7-49BB-B5D7-B238F413E6B2}"/>
              </a:ext>
            </a:extLst>
          </p:cNvPr>
          <p:cNvSpPr/>
          <p:nvPr/>
        </p:nvSpPr>
        <p:spPr>
          <a:xfrm>
            <a:off x="9217782" y="1977390"/>
            <a:ext cx="1617302" cy="523220"/>
          </a:xfrm>
          <a:prstGeom prst="rect">
            <a:avLst/>
          </a:prstGeom>
        </p:spPr>
        <p:txBody>
          <a:bodyPr wrap="none">
            <a:spAutoFit/>
          </a:bodyPr>
          <a:lstStyle/>
          <a:p>
            <a:pPr algn="ctr"/>
            <a:r>
              <a:rPr lang="en-GB" sz="2800" b="1" dirty="0">
                <a:solidFill>
                  <a:srgbClr val="7030A0"/>
                </a:solidFill>
              </a:rPr>
              <a:t>Responds</a:t>
            </a:r>
            <a:endParaRPr lang="en-GB" dirty="0">
              <a:solidFill>
                <a:srgbClr val="7030A0"/>
              </a:solidFill>
            </a:endParaRPr>
          </a:p>
        </p:txBody>
      </p: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wipe(left)">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wipe(left)">
                                      <p:cBhvr>
                                        <p:cTn id="4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20" grpId="0"/>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47622" y="4445346"/>
            <a:ext cx="1866456" cy="340399"/>
          </a:xfrm>
          <a:prstGeom prst="callout1">
            <a:avLst>
              <a:gd name="adj1" fmla="val 51692"/>
              <a:gd name="adj2" fmla="val 149"/>
              <a:gd name="adj3" fmla="val -140601"/>
              <a:gd name="adj4" fmla="val -41068"/>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8242899" y="2766991"/>
            <a:ext cx="1515814" cy="467961"/>
          </a:xfrm>
          <a:prstGeom prst="callout1">
            <a:avLst>
              <a:gd name="adj1" fmla="val 46869"/>
              <a:gd name="adj2" fmla="val -1157"/>
              <a:gd name="adj3" fmla="val 190736"/>
              <a:gd name="adj4" fmla="val -4370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3"/>
            <a:endCxn id="28" idx="1"/>
          </p:cNvCxnSpPr>
          <p:nvPr/>
        </p:nvCxnSpPr>
        <p:spPr>
          <a:xfrm flipV="1">
            <a:off x="6653047" y="5350896"/>
            <a:ext cx="1325472" cy="82191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1"/>
            <a:endCxn id="27" idx="3"/>
          </p:cNvCxnSpPr>
          <p:nvPr/>
        </p:nvCxnSpPr>
        <p:spPr>
          <a:xfrm flipH="1" flipV="1">
            <a:off x="3364704" y="5350897"/>
            <a:ext cx="1383828" cy="82191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ECF7C-318C-AA39-2A97-1C1AFF5331C6}"/>
              </a:ext>
            </a:extLst>
          </p:cNvPr>
          <p:cNvSpPr>
            <a:spLocks noGrp="1"/>
          </p:cNvSpPr>
          <p:nvPr>
            <p:ph type="title"/>
          </p:nvPr>
        </p:nvSpPr>
        <p:spPr/>
        <p:txBody>
          <a:bodyPr/>
          <a:lstStyle/>
          <a:p>
            <a:r>
              <a:rPr lang="en-GB" dirty="0"/>
              <a:t>Polymorphism</a:t>
            </a:r>
          </a:p>
        </p:txBody>
      </p:sp>
      <p:pic>
        <p:nvPicPr>
          <p:cNvPr id="9" name="Content Placeholder 8" descr="This image illustrates a diagram of a data structure, likely representing a database or an object-oriented model, detailing various classes and their attributes, methods, and relationships.&#10;&#10;AI-generated content may be incorrect.">
            <a:extLst>
              <a:ext uri="{FF2B5EF4-FFF2-40B4-BE49-F238E27FC236}">
                <a16:creationId xmlns:a16="http://schemas.microsoft.com/office/drawing/2014/main" id="{D6B28E56-819D-6A3B-D049-736BF8DDDA95}"/>
              </a:ext>
            </a:extLst>
          </p:cNvPr>
          <p:cNvPicPr>
            <a:picLocks noGrp="1" noChangeAspect="1"/>
          </p:cNvPicPr>
          <p:nvPr>
            <p:ph idx="1"/>
          </p:nvPr>
        </p:nvPicPr>
        <p:blipFill>
          <a:blip r:embed="rId3"/>
          <a:stretch>
            <a:fillRect/>
          </a:stretch>
        </p:blipFill>
        <p:spPr>
          <a:xfrm>
            <a:off x="838200" y="1690688"/>
            <a:ext cx="5789150" cy="4894041"/>
          </a:xfrm>
          <a:prstGeom prst="rect">
            <a:avLst/>
          </a:prstGeom>
        </p:spPr>
      </p:pic>
      <p:pic>
        <p:nvPicPr>
          <p:cNvPr id="3" name="Picture 2">
            <a:extLst>
              <a:ext uri="{FF2B5EF4-FFF2-40B4-BE49-F238E27FC236}">
                <a16:creationId xmlns:a16="http://schemas.microsoft.com/office/drawing/2014/main" id="{6578EF72-1A6B-4458-9615-C79C715BC2ED}"/>
              </a:ext>
            </a:extLst>
          </p:cNvPr>
          <p:cNvPicPr>
            <a:picLocks noChangeAspect="1"/>
          </p:cNvPicPr>
          <p:nvPr/>
        </p:nvPicPr>
        <p:blipFill>
          <a:blip r:embed="rId4"/>
          <a:stretch>
            <a:fillRect/>
          </a:stretch>
        </p:blipFill>
        <p:spPr>
          <a:xfrm>
            <a:off x="7002614" y="2517984"/>
            <a:ext cx="4823878" cy="2911092"/>
          </a:xfrm>
          <a:prstGeom prst="rect">
            <a:avLst/>
          </a:prstGeom>
        </p:spPr>
      </p:pic>
    </p:spTree>
    <p:extLst>
      <p:ext uri="{BB962C8B-B14F-4D97-AF65-F5344CB8AC3E}">
        <p14:creationId xmlns:p14="http://schemas.microsoft.com/office/powerpoint/2010/main" val="12502273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Abstract Class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9"/>
            <a:ext cx="3600000" cy="2256551"/>
            <a:chOff x="3931920" y="1419858"/>
            <a:chExt cx="3600000" cy="2837939"/>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3075177"/>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Vehicle</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make: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model:String</a:t>
              </a:r>
              <a:endParaRPr lang="en-GB" sz="2800" b="1" dirty="0">
                <a:solidFill>
                  <a:schemeClr val="accent1"/>
                </a:solidFill>
              </a:endParaRP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3057870"/>
              <a:ext cx="2284600" cy="119992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get_make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get_model</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Car</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doors: Integer</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Car()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get_doors</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Motorcycle</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206170" y="4100464"/>
              <a:ext cx="308181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kickstart: Boolean</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206172"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a:solidFill>
                    <a:srgbClr val="0070C0"/>
                  </a:solidFill>
                </a:rPr>
                <a:t>Motorcycle</a:t>
              </a:r>
              <a:r>
                <a:rPr lang="en-GB" sz="2800" b="1" dirty="0">
                  <a:solidFill>
                    <a:schemeClr val="accent1"/>
                  </a:solidFill>
                </a:rPr>
                <a:t>()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get_kickstart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954107"/>
          </a:xfrm>
          <a:prstGeom prst="rect">
            <a:avLst/>
          </a:prstGeom>
        </p:spPr>
        <p:txBody>
          <a:bodyPr wrap="square">
            <a:spAutoFit/>
          </a:bodyPr>
          <a:lstStyle/>
          <a:p>
            <a:pPr>
              <a:spcAft>
                <a:spcPts val="600"/>
              </a:spcAft>
            </a:pPr>
            <a:r>
              <a:rPr lang="en-GB" sz="2800" b="1" dirty="0">
                <a:solidFill>
                  <a:srgbClr val="7030A0"/>
                </a:solidFill>
              </a:rPr>
              <a:t>An abstract class has no constructor</a:t>
            </a: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3648903"/>
            <a:ext cx="1425558" cy="111383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20" y="3648903"/>
            <a:ext cx="1373449" cy="108853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555290" y="1794995"/>
            <a:ext cx="2222500" cy="458724"/>
          </a:xfrm>
          <a:prstGeom prst="callout1">
            <a:avLst>
              <a:gd name="adj1" fmla="val 50466"/>
              <a:gd name="adj2" fmla="val 100987"/>
              <a:gd name="adj3" fmla="val 71931"/>
              <a:gd name="adj4" fmla="val 15286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Abstract class</a:t>
            </a:r>
          </a:p>
        </p:txBody>
      </p:sp>
      <p:sp>
        <p:nvSpPr>
          <p:cNvPr id="36" name="Rectangle 35">
            <a:extLst>
              <a:ext uri="{FF2B5EF4-FFF2-40B4-BE49-F238E27FC236}">
                <a16:creationId xmlns:a16="http://schemas.microsoft.com/office/drawing/2014/main" id="{13699B52-4CE7-42E4-8CC8-1E69E2D59335}"/>
              </a:ext>
            </a:extLst>
          </p:cNvPr>
          <p:cNvSpPr/>
          <p:nvPr/>
        </p:nvSpPr>
        <p:spPr>
          <a:xfrm>
            <a:off x="4667323" y="4463770"/>
            <a:ext cx="1965150" cy="1461939"/>
          </a:xfrm>
          <a:prstGeom prst="rect">
            <a:avLst/>
          </a:prstGeom>
        </p:spPr>
        <p:txBody>
          <a:bodyPr wrap="square">
            <a:spAutoFit/>
          </a:bodyPr>
          <a:lstStyle/>
          <a:p>
            <a:pPr algn="ctr">
              <a:spcAft>
                <a:spcPts val="600"/>
              </a:spcAft>
            </a:pPr>
            <a:r>
              <a:rPr lang="en-GB" sz="2800" b="1" dirty="0">
                <a:solidFill>
                  <a:srgbClr val="7030A0"/>
                </a:solidFill>
              </a:rPr>
              <a:t>Only</a:t>
            </a:r>
          </a:p>
          <a:p>
            <a:pPr algn="ctr">
              <a:spcAft>
                <a:spcPts val="600"/>
              </a:spcAft>
            </a:pPr>
            <a:r>
              <a:rPr lang="en-GB" sz="2800" b="1" dirty="0">
                <a:solidFill>
                  <a:srgbClr val="7030A0"/>
                </a:solidFill>
              </a:rPr>
              <a:t>subclasses instantiated</a:t>
            </a:r>
            <a:endParaRPr lang="en-GB" dirty="0">
              <a:solidFill>
                <a:srgbClr val="7030A0"/>
              </a:solidFill>
            </a:endParaRPr>
          </a:p>
        </p:txBody>
      </p:sp>
    </p:spTree>
    <p:extLst>
      <p:ext uri="{BB962C8B-B14F-4D97-AF65-F5344CB8AC3E}">
        <p14:creationId xmlns:p14="http://schemas.microsoft.com/office/powerpoint/2010/main" val="22013119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ECF7C-318C-AA39-2A97-1C1AFF5331C6}"/>
              </a:ext>
            </a:extLst>
          </p:cNvPr>
          <p:cNvSpPr>
            <a:spLocks noGrp="1"/>
          </p:cNvSpPr>
          <p:nvPr>
            <p:ph type="title"/>
          </p:nvPr>
        </p:nvSpPr>
        <p:spPr/>
        <p:txBody>
          <a:bodyPr/>
          <a:lstStyle/>
          <a:p>
            <a:r>
              <a:rPr lang="en-GB" dirty="0"/>
              <a:t>Abstract Class</a:t>
            </a:r>
          </a:p>
        </p:txBody>
      </p:sp>
      <p:pic>
        <p:nvPicPr>
          <p:cNvPr id="9" name="Content Placeholder 8" descr="This image illustrates a diagram of a data structure, likely representing a database or an object-oriented model, detailing various classes and their attributes, methods, and relationships.&#10;&#10;AI-generated content may be incorrect.">
            <a:extLst>
              <a:ext uri="{FF2B5EF4-FFF2-40B4-BE49-F238E27FC236}">
                <a16:creationId xmlns:a16="http://schemas.microsoft.com/office/drawing/2014/main" id="{D6B28E56-819D-6A3B-D049-736BF8DDDA95}"/>
              </a:ext>
            </a:extLst>
          </p:cNvPr>
          <p:cNvPicPr>
            <a:picLocks noGrp="1" noChangeAspect="1"/>
          </p:cNvPicPr>
          <p:nvPr>
            <p:ph idx="1"/>
          </p:nvPr>
        </p:nvPicPr>
        <p:blipFill>
          <a:blip r:embed="rId3"/>
          <a:stretch>
            <a:fillRect/>
          </a:stretch>
        </p:blipFill>
        <p:spPr>
          <a:xfrm>
            <a:off x="838200" y="1690688"/>
            <a:ext cx="5789150" cy="4894041"/>
          </a:xfrm>
          <a:prstGeom prst="rect">
            <a:avLst/>
          </a:prstGeom>
        </p:spPr>
      </p:pic>
    </p:spTree>
    <p:extLst>
      <p:ext uri="{BB962C8B-B14F-4D97-AF65-F5344CB8AC3E}">
        <p14:creationId xmlns:p14="http://schemas.microsoft.com/office/powerpoint/2010/main" val="9476982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DD111-A867-6922-3C36-12B9663CD1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46C28-1934-D460-F17B-C981FB19949A}"/>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FB306881-1780-A9BF-D1A4-584CDD0A6D9C}"/>
              </a:ext>
            </a:extLst>
          </p:cNvPr>
          <p:cNvSpPr>
            <a:spLocks noGrp="1"/>
          </p:cNvSpPr>
          <p:nvPr>
            <p:ph idx="1"/>
          </p:nvPr>
        </p:nvSpPr>
        <p:spPr/>
        <p:txBody>
          <a:bodyPr/>
          <a:lstStyle/>
          <a:p>
            <a:pPr>
              <a:spcAft>
                <a:spcPts val="1200"/>
              </a:spcAft>
            </a:pPr>
            <a:r>
              <a:rPr lang="en-GB" dirty="0"/>
              <a:t>Describe, exemplify, and implement 2-D arrays in solutions to problems at this level</a:t>
            </a:r>
            <a:endParaRPr lang="en-GB" sz="2800" dirty="0"/>
          </a:p>
        </p:txBody>
      </p:sp>
    </p:spTree>
    <p:extLst>
      <p:ext uri="{BB962C8B-B14F-4D97-AF65-F5344CB8AC3E}">
        <p14:creationId xmlns:p14="http://schemas.microsoft.com/office/powerpoint/2010/main" val="18378799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26E51-753D-CAD5-DC38-23677219D7D6}"/>
              </a:ext>
            </a:extLst>
          </p:cNvPr>
          <p:cNvSpPr>
            <a:spLocks noGrp="1"/>
          </p:cNvSpPr>
          <p:nvPr>
            <p:ph type="title"/>
          </p:nvPr>
        </p:nvSpPr>
        <p:spPr/>
        <p:txBody>
          <a:bodyPr/>
          <a:lstStyle/>
          <a:p>
            <a:r>
              <a:rPr lang="en-GB" dirty="0"/>
              <a:t>2D Arrays</a:t>
            </a:r>
          </a:p>
        </p:txBody>
      </p:sp>
      <p:sp>
        <p:nvSpPr>
          <p:cNvPr id="3" name="Content Placeholder 2">
            <a:extLst>
              <a:ext uri="{FF2B5EF4-FFF2-40B4-BE49-F238E27FC236}">
                <a16:creationId xmlns:a16="http://schemas.microsoft.com/office/drawing/2014/main" id="{971647AA-E834-6D5A-429A-B93A9ADC03B5}"/>
              </a:ext>
            </a:extLst>
          </p:cNvPr>
          <p:cNvSpPr>
            <a:spLocks noGrp="1"/>
          </p:cNvSpPr>
          <p:nvPr>
            <p:ph idx="1"/>
          </p:nvPr>
        </p:nvSpPr>
        <p:spPr/>
        <p:txBody>
          <a:bodyPr/>
          <a:lstStyle/>
          <a:p>
            <a:pPr>
              <a:spcBef>
                <a:spcPts val="1200"/>
              </a:spcBef>
            </a:pPr>
            <a:r>
              <a:rPr lang="en-GB" dirty="0"/>
              <a:t>Array of arrays</a:t>
            </a:r>
          </a:p>
          <a:p>
            <a:pPr>
              <a:spcBef>
                <a:spcPts val="1200"/>
              </a:spcBef>
            </a:pPr>
            <a:r>
              <a:rPr lang="en-GB" dirty="0"/>
              <a:t>Grid of data:</a:t>
            </a:r>
          </a:p>
          <a:p>
            <a:pPr lvl="1">
              <a:spcBef>
                <a:spcPts val="1200"/>
              </a:spcBef>
            </a:pPr>
            <a:r>
              <a:rPr lang="en-GB" sz="2800" i="1" dirty="0"/>
              <a:t>Chess board</a:t>
            </a:r>
          </a:p>
          <a:p>
            <a:pPr lvl="1">
              <a:spcBef>
                <a:spcPts val="1200"/>
              </a:spcBef>
            </a:pPr>
            <a:r>
              <a:rPr lang="en-GB" sz="2800" i="1" dirty="0"/>
              <a:t>Cinema seats</a:t>
            </a:r>
          </a:p>
          <a:p>
            <a:pPr lvl="1">
              <a:spcBef>
                <a:spcPts val="1200"/>
              </a:spcBef>
            </a:pPr>
            <a:r>
              <a:rPr lang="en-GB" sz="2800" i="1" dirty="0"/>
              <a:t>Maps</a:t>
            </a:r>
          </a:p>
          <a:p>
            <a:pPr lvl="1">
              <a:spcBef>
                <a:spcPts val="1200"/>
              </a:spcBef>
            </a:pPr>
            <a:r>
              <a:rPr lang="en-GB" sz="2800" i="1" dirty="0"/>
              <a:t>Images</a:t>
            </a:r>
          </a:p>
        </p:txBody>
      </p:sp>
      <p:sp>
        <p:nvSpPr>
          <p:cNvPr id="4" name="Rectangle 3">
            <a:extLst>
              <a:ext uri="{FF2B5EF4-FFF2-40B4-BE49-F238E27FC236}">
                <a16:creationId xmlns:a16="http://schemas.microsoft.com/office/drawing/2014/main" id="{76B920FE-8950-EDA2-7571-914C41D21E19}"/>
              </a:ext>
            </a:extLst>
          </p:cNvPr>
          <p:cNvSpPr/>
          <p:nvPr/>
        </p:nvSpPr>
        <p:spPr>
          <a:xfrm>
            <a:off x="8313337" y="2815674"/>
            <a:ext cx="3477234" cy="2862322"/>
          </a:xfrm>
          <a:prstGeom prst="rect">
            <a:avLst/>
          </a:prstGeom>
        </p:spPr>
        <p:txBody>
          <a:bodyPr wrap="none">
            <a:spAutoFit/>
          </a:bodyPr>
          <a:lstStyle/>
          <a:p>
            <a:r>
              <a:rPr lang="en-GB" sz="3600" b="1" dirty="0">
                <a:solidFill>
                  <a:srgbClr val="7030A0"/>
                </a:solidFill>
                <a:latin typeface="Consolas" panose="020B0609020204030204" pitchFamily="49" charset="0"/>
              </a:rPr>
              <a:t>[[0,1,0,1,0]</a:t>
            </a:r>
          </a:p>
          <a:p>
            <a:r>
              <a:rPr lang="en-GB" sz="3600" b="1" dirty="0">
                <a:solidFill>
                  <a:srgbClr val="7030A0"/>
                </a:solidFill>
                <a:latin typeface="Consolas" panose="020B0609020204030204" pitchFamily="49" charset="0"/>
              </a:rPr>
              <a:t> [1,1,1,1,1]</a:t>
            </a:r>
          </a:p>
          <a:p>
            <a:r>
              <a:rPr lang="en-GB" sz="3600" b="1" dirty="0">
                <a:solidFill>
                  <a:srgbClr val="7030A0"/>
                </a:solidFill>
                <a:latin typeface="Consolas" panose="020B0609020204030204" pitchFamily="49" charset="0"/>
              </a:rPr>
              <a:t> [1,1,1,1,1]</a:t>
            </a:r>
          </a:p>
          <a:p>
            <a:r>
              <a:rPr lang="en-GB" sz="3600" b="1" dirty="0">
                <a:solidFill>
                  <a:srgbClr val="7030A0"/>
                </a:solidFill>
                <a:latin typeface="Consolas" panose="020B0609020204030204" pitchFamily="49" charset="0"/>
              </a:rPr>
              <a:t> [0,1,1,1,0]</a:t>
            </a:r>
          </a:p>
          <a:p>
            <a:r>
              <a:rPr lang="en-GB" sz="3600" b="1" dirty="0">
                <a:solidFill>
                  <a:srgbClr val="7030A0"/>
                </a:solidFill>
                <a:latin typeface="Consolas" panose="020B0609020204030204" pitchFamily="49" charset="0"/>
              </a:rPr>
              <a:t> [0,0,1,0,0]]</a:t>
            </a:r>
          </a:p>
        </p:txBody>
      </p:sp>
      <p:graphicFrame>
        <p:nvGraphicFramePr>
          <p:cNvPr id="5" name="Table 4">
            <a:extLst>
              <a:ext uri="{FF2B5EF4-FFF2-40B4-BE49-F238E27FC236}">
                <a16:creationId xmlns:a16="http://schemas.microsoft.com/office/drawing/2014/main" id="{14B69F77-D8C5-F348-FF63-4DC5F2EB2FEC}"/>
              </a:ext>
            </a:extLst>
          </p:cNvPr>
          <p:cNvGraphicFramePr>
            <a:graphicFrameLocks noGrp="1"/>
          </p:cNvGraphicFramePr>
          <p:nvPr>
            <p:extLst>
              <p:ext uri="{D42A27DB-BD31-4B8C-83A1-F6EECF244321}">
                <p14:modId xmlns:p14="http://schemas.microsoft.com/office/powerpoint/2010/main" val="2666027761"/>
              </p:ext>
            </p:extLst>
          </p:nvPr>
        </p:nvGraphicFramePr>
        <p:xfrm>
          <a:off x="4086226" y="2447365"/>
          <a:ext cx="3600000" cy="3604849"/>
        </p:xfrm>
        <a:graphic>
          <a:graphicData uri="http://schemas.openxmlformats.org/drawingml/2006/table">
            <a:tbl>
              <a:tblPr>
                <a:tableStyleId>{5C22544A-7EE6-4342-B048-85BDC9FD1C3A}</a:tableStyleId>
              </a:tblPr>
              <a:tblGrid>
                <a:gridCol w="720000">
                  <a:extLst>
                    <a:ext uri="{9D8B030D-6E8A-4147-A177-3AD203B41FA5}">
                      <a16:colId xmlns:a16="http://schemas.microsoft.com/office/drawing/2014/main" val="3384128499"/>
                    </a:ext>
                  </a:extLst>
                </a:gridCol>
                <a:gridCol w="720000">
                  <a:extLst>
                    <a:ext uri="{9D8B030D-6E8A-4147-A177-3AD203B41FA5}">
                      <a16:colId xmlns:a16="http://schemas.microsoft.com/office/drawing/2014/main" val="2596263812"/>
                    </a:ext>
                  </a:extLst>
                </a:gridCol>
                <a:gridCol w="720000">
                  <a:extLst>
                    <a:ext uri="{9D8B030D-6E8A-4147-A177-3AD203B41FA5}">
                      <a16:colId xmlns:a16="http://schemas.microsoft.com/office/drawing/2014/main" val="526137687"/>
                    </a:ext>
                  </a:extLst>
                </a:gridCol>
                <a:gridCol w="720000">
                  <a:extLst>
                    <a:ext uri="{9D8B030D-6E8A-4147-A177-3AD203B41FA5}">
                      <a16:colId xmlns:a16="http://schemas.microsoft.com/office/drawing/2014/main" val="2865413318"/>
                    </a:ext>
                  </a:extLst>
                </a:gridCol>
                <a:gridCol w="720000">
                  <a:extLst>
                    <a:ext uri="{9D8B030D-6E8A-4147-A177-3AD203B41FA5}">
                      <a16:colId xmlns:a16="http://schemas.microsoft.com/office/drawing/2014/main" val="2895925645"/>
                    </a:ext>
                  </a:extLst>
                </a:gridCol>
              </a:tblGrid>
              <a:tr h="724849">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685117419"/>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1290511851"/>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2746478400"/>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321847242"/>
                  </a:ext>
                </a:extLst>
              </a:tr>
              <a:tr h="720000">
                <a:tc>
                  <a:txBody>
                    <a:bodyPr/>
                    <a:lstStyle/>
                    <a:p>
                      <a:endParaRPr lang="en-GB" dirty="0"/>
                    </a:p>
                  </a:txBody>
                  <a:tcPr>
                    <a:solidFill>
                      <a:schemeClr val="bg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bg1"/>
                    </a:solidFill>
                  </a:tcPr>
                </a:tc>
                <a:extLst>
                  <a:ext uri="{0D108BD9-81ED-4DB2-BD59-A6C34878D82A}">
                    <a16:rowId xmlns:a16="http://schemas.microsoft.com/office/drawing/2014/main" val="149174761"/>
                  </a:ext>
                </a:extLst>
              </a:tr>
            </a:tbl>
          </a:graphicData>
        </a:graphic>
      </p:graphicFrame>
      <p:cxnSp>
        <p:nvCxnSpPr>
          <p:cNvPr id="6" name="Straight Arrow Connector 5">
            <a:extLst>
              <a:ext uri="{FF2B5EF4-FFF2-40B4-BE49-F238E27FC236}">
                <a16:creationId xmlns:a16="http://schemas.microsoft.com/office/drawing/2014/main" id="{EADD1197-9205-38C3-A022-8B2C31FC915E}"/>
              </a:ext>
            </a:extLst>
          </p:cNvPr>
          <p:cNvCxnSpPr>
            <a:cxnSpLocks/>
          </p:cNvCxnSpPr>
          <p:nvPr/>
        </p:nvCxnSpPr>
        <p:spPr>
          <a:xfrm flipV="1">
            <a:off x="3131231" y="4745331"/>
            <a:ext cx="72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47170F2-3D54-B276-65BC-7896487A9B1B}"/>
              </a:ext>
            </a:extLst>
          </p:cNvPr>
          <p:cNvCxnSpPr>
            <a:cxnSpLocks/>
          </p:cNvCxnSpPr>
          <p:nvPr/>
        </p:nvCxnSpPr>
        <p:spPr>
          <a:xfrm flipV="1">
            <a:off x="7811706" y="4745331"/>
            <a:ext cx="72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326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wipe(left)">
                                      <p:cBhvr>
                                        <p:cTn id="21" dur="1000"/>
                                        <p:tgtEl>
                                          <p:spTgt spid="3">
                                            <p:txEl>
                                              <p:pRg st="3" end="3"/>
                                            </p:txEl>
                                          </p:spTgt>
                                        </p:tgtEl>
                                      </p:cBhvr>
                                    </p:animEffect>
                                  </p:childTnLst>
                                </p:cTn>
                              </p:par>
                            </p:childTnLst>
                          </p:cTn>
                        </p:par>
                        <p:par>
                          <p:cTn id="22" fill="hold">
                            <p:stCondLst>
                              <p:cond delay="2000"/>
                            </p:stCondLst>
                            <p:childTnLst>
                              <p:par>
                                <p:cTn id="23" presetID="22" presetClass="entr" presetSubtype="8" fill="hold" grpId="0" nodeType="after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wipe(left)">
                                      <p:cBhvr>
                                        <p:cTn id="25" dur="10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wipe(left)">
                                      <p:cBhvr>
                                        <p:cTn id="30" dur="10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wipe(left)">
                                      <p:cBhvr>
                                        <p:cTn id="35" dur="500"/>
                                        <p:tgtEl>
                                          <p:spTgt spid="6"/>
                                        </p:tgtEl>
                                      </p:cBhvr>
                                    </p:animEffect>
                                  </p:childTnLst>
                                </p:cTn>
                              </p:par>
                            </p:childTnLst>
                          </p:cTn>
                        </p:par>
                        <p:par>
                          <p:cTn id="36" fill="hold">
                            <p:stCondLst>
                              <p:cond delay="500"/>
                            </p:stCondLst>
                            <p:childTnLst>
                              <p:par>
                                <p:cTn id="37" presetID="22" presetClass="entr" presetSubtype="1" fill="hold" nodeType="after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up)">
                                      <p:cBhvr>
                                        <p:cTn id="39" dur="2000"/>
                                        <p:tgtEl>
                                          <p:spTgt spid="5"/>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wipe(left)">
                                      <p:cBhvr>
                                        <p:cTn id="44" dur="500"/>
                                        <p:tgtEl>
                                          <p:spTgt spid="7"/>
                                        </p:tgtEl>
                                      </p:cBhvr>
                                    </p:animEffect>
                                  </p:childTnLst>
                                </p:cTn>
                              </p:par>
                            </p:childTnLst>
                          </p:cTn>
                        </p:par>
                        <p:par>
                          <p:cTn id="45" fill="hold">
                            <p:stCondLst>
                              <p:cond delay="500"/>
                            </p:stCondLst>
                            <p:childTnLst>
                              <p:par>
                                <p:cTn id="46" presetID="22" presetClass="entr" presetSubtype="1" fill="hold" grpId="0" nodeType="afterEffect">
                                  <p:stCondLst>
                                    <p:cond delay="0"/>
                                  </p:stCondLst>
                                  <p:childTnLst>
                                    <p:set>
                                      <p:cBhvr>
                                        <p:cTn id="47" dur="1" fill="hold">
                                          <p:stCondLst>
                                            <p:cond delay="0"/>
                                          </p:stCondLst>
                                        </p:cTn>
                                        <p:tgtEl>
                                          <p:spTgt spid="4"/>
                                        </p:tgtEl>
                                        <p:attrNameLst>
                                          <p:attrName>style.visibility</p:attrName>
                                        </p:attrNameLst>
                                      </p:cBhvr>
                                      <p:to>
                                        <p:strVal val="visible"/>
                                      </p:to>
                                    </p:set>
                                    <p:animEffect transition="in" filter="wipe(up)">
                                      <p:cBhvr>
                                        <p:cTn id="48"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Bubble Sort</a:t>
            </a:r>
          </a:p>
        </p:txBody>
      </p:sp>
      <p:sp>
        <p:nvSpPr>
          <p:cNvPr id="5" name="Text">
            <a:extLst>
              <a:ext uri="{FF2B5EF4-FFF2-40B4-BE49-F238E27FC236}">
                <a16:creationId xmlns:a16="http://schemas.microsoft.com/office/drawing/2014/main" id="{546FD6EB-0999-DFFC-F220-CB0C981B6495}"/>
              </a:ext>
            </a:extLst>
          </p:cNvPr>
          <p:cNvSpPr/>
          <p:nvPr/>
        </p:nvSpPr>
        <p:spPr>
          <a:xfrm>
            <a:off x="2706204" y="4055318"/>
            <a:ext cx="6779591"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a:p>
            <a:pPr marL="285750" indent="-285750">
              <a:spcAft>
                <a:spcPts val="1200"/>
              </a:spcAft>
              <a:buFont typeface="Arial" panose="020B0604020202020204" pitchFamily="34" charset="0"/>
              <a:buChar char="•"/>
            </a:pPr>
            <a:r>
              <a:rPr lang="en-GB" sz="3200" dirty="0"/>
              <a:t>Reduces by one element each time</a:t>
            </a:r>
          </a:p>
        </p:txBody>
      </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6718666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 name="Table 2 - 51">
            <a:extLst>
              <a:ext uri="{FF2B5EF4-FFF2-40B4-BE49-F238E27FC236}">
                <a16:creationId xmlns:a16="http://schemas.microsoft.com/office/drawing/2014/main" id="{F3CF83D5-A4D9-A61C-60C2-4FCC13C75C70}"/>
              </a:ext>
            </a:extLst>
          </p:cNvPr>
          <p:cNvGraphicFramePr>
            <a:graphicFrameLocks noGrp="1"/>
          </p:cNvGraphicFramePr>
          <p:nvPr>
            <p:extLst>
              <p:ext uri="{D42A27DB-BD31-4B8C-83A1-F6EECF244321}">
                <p14:modId xmlns:p14="http://schemas.microsoft.com/office/powerpoint/2010/main" val="413415812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 name="Table 3 - 3">
            <a:extLst>
              <a:ext uri="{FF2B5EF4-FFF2-40B4-BE49-F238E27FC236}">
                <a16:creationId xmlns:a16="http://schemas.microsoft.com/office/drawing/2014/main" id="{ADC564DE-D28F-4875-CA32-B21571AAD6A1}"/>
              </a:ext>
            </a:extLst>
          </p:cNvPr>
          <p:cNvGraphicFramePr>
            <a:graphicFrameLocks noGrp="1"/>
          </p:cNvGraphicFramePr>
          <p:nvPr>
            <p:extLst>
              <p:ext uri="{D42A27DB-BD31-4B8C-83A1-F6EECF244321}">
                <p14:modId xmlns:p14="http://schemas.microsoft.com/office/powerpoint/2010/main" val="96168632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 name="Table 4 - 51 &amp; 3 - Green">
            <a:extLst>
              <a:ext uri="{FF2B5EF4-FFF2-40B4-BE49-F238E27FC236}">
                <a16:creationId xmlns:a16="http://schemas.microsoft.com/office/drawing/2014/main" id="{E4E9E986-6470-14A4-2D5D-0E7312543716}"/>
              </a:ext>
            </a:extLst>
          </p:cNvPr>
          <p:cNvGraphicFramePr>
            <a:graphicFrameLocks noGrp="1"/>
          </p:cNvGraphicFramePr>
          <p:nvPr>
            <p:extLst>
              <p:ext uri="{D42A27DB-BD31-4B8C-83A1-F6EECF244321}">
                <p14:modId xmlns:p14="http://schemas.microsoft.com/office/powerpoint/2010/main" val="200075349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 name="Table 5 - 3 &amp; 51">
            <a:extLst>
              <a:ext uri="{FF2B5EF4-FFF2-40B4-BE49-F238E27FC236}">
                <a16:creationId xmlns:a16="http://schemas.microsoft.com/office/drawing/2014/main" id="{668A9850-CE7F-0250-D4D6-BBF711FFCB6B}"/>
              </a:ext>
            </a:extLst>
          </p:cNvPr>
          <p:cNvGraphicFramePr>
            <a:graphicFrameLocks noGrp="1"/>
          </p:cNvGraphicFramePr>
          <p:nvPr>
            <p:extLst>
              <p:ext uri="{D42A27DB-BD31-4B8C-83A1-F6EECF244321}">
                <p14:modId xmlns:p14="http://schemas.microsoft.com/office/powerpoint/2010/main" val="21486591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4" name="Table 6 - 51">
            <a:extLst>
              <a:ext uri="{FF2B5EF4-FFF2-40B4-BE49-F238E27FC236}">
                <a16:creationId xmlns:a16="http://schemas.microsoft.com/office/drawing/2014/main" id="{31675B1A-890B-1891-9466-0125844A5701}"/>
              </a:ext>
            </a:extLst>
          </p:cNvPr>
          <p:cNvGraphicFramePr>
            <a:graphicFrameLocks noGrp="1"/>
          </p:cNvGraphicFramePr>
          <p:nvPr>
            <p:extLst>
              <p:ext uri="{D42A27DB-BD31-4B8C-83A1-F6EECF244321}">
                <p14:modId xmlns:p14="http://schemas.microsoft.com/office/powerpoint/2010/main" val="206239104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1" name="Table 7 - 29">
            <a:extLst>
              <a:ext uri="{FF2B5EF4-FFF2-40B4-BE49-F238E27FC236}">
                <a16:creationId xmlns:a16="http://schemas.microsoft.com/office/drawing/2014/main" id="{DDEBB0F7-EBD0-2AE4-20B0-260DD31F66EE}"/>
              </a:ext>
            </a:extLst>
          </p:cNvPr>
          <p:cNvGraphicFramePr>
            <a:graphicFrameLocks noGrp="1"/>
          </p:cNvGraphicFramePr>
          <p:nvPr>
            <p:extLst>
              <p:ext uri="{D42A27DB-BD31-4B8C-83A1-F6EECF244321}">
                <p14:modId xmlns:p14="http://schemas.microsoft.com/office/powerpoint/2010/main" val="293906922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2" name="Table 8 - 51 &amp; 29 - Green">
            <a:extLst>
              <a:ext uri="{FF2B5EF4-FFF2-40B4-BE49-F238E27FC236}">
                <a16:creationId xmlns:a16="http://schemas.microsoft.com/office/drawing/2014/main" id="{AFE8C52C-CA00-5185-0559-27AE766CDBB6}"/>
              </a:ext>
            </a:extLst>
          </p:cNvPr>
          <p:cNvGraphicFramePr>
            <a:graphicFrameLocks noGrp="1"/>
          </p:cNvGraphicFramePr>
          <p:nvPr>
            <p:extLst>
              <p:ext uri="{D42A27DB-BD31-4B8C-83A1-F6EECF244321}">
                <p14:modId xmlns:p14="http://schemas.microsoft.com/office/powerpoint/2010/main" val="343495479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3" name="Table 9 - 29 &amp; 51">
            <a:extLst>
              <a:ext uri="{FF2B5EF4-FFF2-40B4-BE49-F238E27FC236}">
                <a16:creationId xmlns:a16="http://schemas.microsoft.com/office/drawing/2014/main" id="{3F74E222-3FA1-846D-1AB3-FDE9283947B3}"/>
              </a:ext>
            </a:extLst>
          </p:cNvPr>
          <p:cNvGraphicFramePr>
            <a:graphicFrameLocks noGrp="1"/>
          </p:cNvGraphicFramePr>
          <p:nvPr>
            <p:extLst>
              <p:ext uri="{D42A27DB-BD31-4B8C-83A1-F6EECF244321}">
                <p14:modId xmlns:p14="http://schemas.microsoft.com/office/powerpoint/2010/main" val="114974714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4" name="Table 10 - 51">
            <a:extLst>
              <a:ext uri="{FF2B5EF4-FFF2-40B4-BE49-F238E27FC236}">
                <a16:creationId xmlns:a16="http://schemas.microsoft.com/office/drawing/2014/main" id="{57995B92-B0FA-9779-BF95-5E29240AFD5D}"/>
              </a:ext>
            </a:extLst>
          </p:cNvPr>
          <p:cNvGraphicFramePr>
            <a:graphicFrameLocks noGrp="1"/>
          </p:cNvGraphicFramePr>
          <p:nvPr>
            <p:extLst>
              <p:ext uri="{D42A27DB-BD31-4B8C-83A1-F6EECF244321}">
                <p14:modId xmlns:p14="http://schemas.microsoft.com/office/powerpoint/2010/main" val="191991431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5" name="Table 11 - 18">
            <a:extLst>
              <a:ext uri="{FF2B5EF4-FFF2-40B4-BE49-F238E27FC236}">
                <a16:creationId xmlns:a16="http://schemas.microsoft.com/office/drawing/2014/main" id="{5181D659-3B0C-B42F-D14C-A25F29985527}"/>
              </a:ext>
            </a:extLst>
          </p:cNvPr>
          <p:cNvGraphicFramePr>
            <a:graphicFrameLocks noGrp="1"/>
          </p:cNvGraphicFramePr>
          <p:nvPr>
            <p:extLst>
              <p:ext uri="{D42A27DB-BD31-4B8C-83A1-F6EECF244321}">
                <p14:modId xmlns:p14="http://schemas.microsoft.com/office/powerpoint/2010/main" val="158729127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6" name="Table 12 - 51 &amp; 18 - Green">
            <a:extLst>
              <a:ext uri="{FF2B5EF4-FFF2-40B4-BE49-F238E27FC236}">
                <a16:creationId xmlns:a16="http://schemas.microsoft.com/office/drawing/2014/main" id="{67AC3BC6-A40E-201E-1732-8DF41C115669}"/>
              </a:ext>
            </a:extLst>
          </p:cNvPr>
          <p:cNvGraphicFramePr>
            <a:graphicFrameLocks noGrp="1"/>
          </p:cNvGraphicFramePr>
          <p:nvPr>
            <p:extLst>
              <p:ext uri="{D42A27DB-BD31-4B8C-83A1-F6EECF244321}">
                <p14:modId xmlns:p14="http://schemas.microsoft.com/office/powerpoint/2010/main" val="142124003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7" name="Table 13 - 18 &amp; 51">
            <a:extLst>
              <a:ext uri="{FF2B5EF4-FFF2-40B4-BE49-F238E27FC236}">
                <a16:creationId xmlns:a16="http://schemas.microsoft.com/office/drawing/2014/main" id="{DA4592A1-64F0-35A2-060A-10F9E3CF29FC}"/>
              </a:ext>
            </a:extLst>
          </p:cNvPr>
          <p:cNvGraphicFramePr>
            <a:graphicFrameLocks noGrp="1"/>
          </p:cNvGraphicFramePr>
          <p:nvPr>
            <p:extLst>
              <p:ext uri="{D42A27DB-BD31-4B8C-83A1-F6EECF244321}">
                <p14:modId xmlns:p14="http://schemas.microsoft.com/office/powerpoint/2010/main" val="12903324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8" name="Table 14 - 51">
            <a:extLst>
              <a:ext uri="{FF2B5EF4-FFF2-40B4-BE49-F238E27FC236}">
                <a16:creationId xmlns:a16="http://schemas.microsoft.com/office/drawing/2014/main" id="{B67EDDEC-7C64-7178-4A4D-B60959485E35}"/>
              </a:ext>
            </a:extLst>
          </p:cNvPr>
          <p:cNvGraphicFramePr>
            <a:graphicFrameLocks noGrp="1"/>
          </p:cNvGraphicFramePr>
          <p:nvPr>
            <p:extLst>
              <p:ext uri="{D42A27DB-BD31-4B8C-83A1-F6EECF244321}">
                <p14:modId xmlns:p14="http://schemas.microsoft.com/office/powerpoint/2010/main" val="274920517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9" name="Table 15 - 21">
            <a:extLst>
              <a:ext uri="{FF2B5EF4-FFF2-40B4-BE49-F238E27FC236}">
                <a16:creationId xmlns:a16="http://schemas.microsoft.com/office/drawing/2014/main" id="{8FEF33E2-FDD5-18E9-29C3-79D8C253F025}"/>
              </a:ext>
            </a:extLst>
          </p:cNvPr>
          <p:cNvGraphicFramePr>
            <a:graphicFrameLocks noGrp="1"/>
          </p:cNvGraphicFramePr>
          <p:nvPr>
            <p:extLst>
              <p:ext uri="{D42A27DB-BD31-4B8C-83A1-F6EECF244321}">
                <p14:modId xmlns:p14="http://schemas.microsoft.com/office/powerpoint/2010/main" val="279684120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0" name="Table 16 - 51 &amp; 21 - Green">
            <a:extLst>
              <a:ext uri="{FF2B5EF4-FFF2-40B4-BE49-F238E27FC236}">
                <a16:creationId xmlns:a16="http://schemas.microsoft.com/office/drawing/2014/main" id="{DD93CFA0-F1B8-A6BE-7E5A-5447C5D1C141}"/>
              </a:ext>
            </a:extLst>
          </p:cNvPr>
          <p:cNvGraphicFramePr>
            <a:graphicFrameLocks noGrp="1"/>
          </p:cNvGraphicFramePr>
          <p:nvPr>
            <p:extLst>
              <p:ext uri="{D42A27DB-BD31-4B8C-83A1-F6EECF244321}">
                <p14:modId xmlns:p14="http://schemas.microsoft.com/office/powerpoint/2010/main" val="36181014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41" name="Table 17 - 21 &amp; 51">
            <a:extLst>
              <a:ext uri="{FF2B5EF4-FFF2-40B4-BE49-F238E27FC236}">
                <a16:creationId xmlns:a16="http://schemas.microsoft.com/office/drawing/2014/main" id="{CFD8A320-1639-8930-0F58-13B9D4808F22}"/>
              </a:ext>
            </a:extLst>
          </p:cNvPr>
          <p:cNvGraphicFramePr>
            <a:graphicFrameLocks noGrp="1"/>
          </p:cNvGraphicFramePr>
          <p:nvPr>
            <p:extLst>
              <p:ext uri="{D42A27DB-BD31-4B8C-83A1-F6EECF244321}">
                <p14:modId xmlns:p14="http://schemas.microsoft.com/office/powerpoint/2010/main" val="82536453"/>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3" name="Table 17a - 51 - Pink">
            <a:extLst>
              <a:ext uri="{FF2B5EF4-FFF2-40B4-BE49-F238E27FC236}">
                <a16:creationId xmlns:a16="http://schemas.microsoft.com/office/drawing/2014/main" id="{8F6520B8-F584-6D77-C222-07A17DE06A25}"/>
              </a:ext>
            </a:extLst>
          </p:cNvPr>
          <p:cNvGraphicFramePr>
            <a:graphicFrameLocks noGrp="1"/>
          </p:cNvGraphicFramePr>
          <p:nvPr>
            <p:extLst>
              <p:ext uri="{D42A27DB-BD31-4B8C-83A1-F6EECF244321}">
                <p14:modId xmlns:p14="http://schemas.microsoft.com/office/powerpoint/2010/main" val="25548544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210304019"/>
                  </a:ext>
                </a:extLst>
              </a:tr>
            </a:tbl>
          </a:graphicData>
        </a:graphic>
      </p:graphicFrame>
      <p:graphicFrame>
        <p:nvGraphicFramePr>
          <p:cNvPr id="42" name="Table 18 - 3">
            <a:extLst>
              <a:ext uri="{FF2B5EF4-FFF2-40B4-BE49-F238E27FC236}">
                <a16:creationId xmlns:a16="http://schemas.microsoft.com/office/drawing/2014/main" id="{3E62DBA6-F8EC-528C-1EFE-EE732F8135A6}"/>
              </a:ext>
            </a:extLst>
          </p:cNvPr>
          <p:cNvGraphicFramePr>
            <a:graphicFrameLocks noGrp="1"/>
          </p:cNvGraphicFramePr>
          <p:nvPr>
            <p:extLst>
              <p:ext uri="{D42A27DB-BD31-4B8C-83A1-F6EECF244321}">
                <p14:modId xmlns:p14="http://schemas.microsoft.com/office/powerpoint/2010/main" val="11521543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3" name="Table 19 - 29">
            <a:extLst>
              <a:ext uri="{FF2B5EF4-FFF2-40B4-BE49-F238E27FC236}">
                <a16:creationId xmlns:a16="http://schemas.microsoft.com/office/drawing/2014/main" id="{DFE3958B-8E40-6AF1-12D5-18D44555E703}"/>
              </a:ext>
            </a:extLst>
          </p:cNvPr>
          <p:cNvGraphicFramePr>
            <a:graphicFrameLocks noGrp="1"/>
          </p:cNvGraphicFramePr>
          <p:nvPr>
            <p:extLst>
              <p:ext uri="{D42A27DB-BD31-4B8C-83A1-F6EECF244321}">
                <p14:modId xmlns:p14="http://schemas.microsoft.com/office/powerpoint/2010/main" val="326072754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4" name="Table 20 - 3 &amp; 29 - Red">
            <a:extLst>
              <a:ext uri="{FF2B5EF4-FFF2-40B4-BE49-F238E27FC236}">
                <a16:creationId xmlns:a16="http://schemas.microsoft.com/office/drawing/2014/main" id="{D6DF2BB4-4764-ED23-F94A-B0660FA4C2BB}"/>
              </a:ext>
            </a:extLst>
          </p:cNvPr>
          <p:cNvGraphicFramePr>
            <a:graphicFrameLocks noGrp="1"/>
          </p:cNvGraphicFramePr>
          <p:nvPr>
            <p:extLst>
              <p:ext uri="{D42A27DB-BD31-4B8C-83A1-F6EECF244321}">
                <p14:modId xmlns:p14="http://schemas.microsoft.com/office/powerpoint/2010/main" val="804652259"/>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5" name="Table 21 - 3 &amp; 29">
            <a:extLst>
              <a:ext uri="{FF2B5EF4-FFF2-40B4-BE49-F238E27FC236}">
                <a16:creationId xmlns:a16="http://schemas.microsoft.com/office/drawing/2014/main" id="{6F73FD2F-EA3E-81EC-4922-2B2C23F93E3E}"/>
              </a:ext>
            </a:extLst>
          </p:cNvPr>
          <p:cNvGraphicFramePr>
            <a:graphicFrameLocks noGrp="1"/>
          </p:cNvGraphicFramePr>
          <p:nvPr>
            <p:extLst>
              <p:ext uri="{D42A27DB-BD31-4B8C-83A1-F6EECF244321}">
                <p14:modId xmlns:p14="http://schemas.microsoft.com/office/powerpoint/2010/main" val="414250623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6" name="Table 22 - 29">
            <a:extLst>
              <a:ext uri="{FF2B5EF4-FFF2-40B4-BE49-F238E27FC236}">
                <a16:creationId xmlns:a16="http://schemas.microsoft.com/office/drawing/2014/main" id="{960672DF-E730-BEBE-4431-7E6C30211D7C}"/>
              </a:ext>
            </a:extLst>
          </p:cNvPr>
          <p:cNvGraphicFramePr>
            <a:graphicFrameLocks noGrp="1"/>
          </p:cNvGraphicFramePr>
          <p:nvPr>
            <p:extLst>
              <p:ext uri="{D42A27DB-BD31-4B8C-83A1-F6EECF244321}">
                <p14:modId xmlns:p14="http://schemas.microsoft.com/office/powerpoint/2010/main" val="235314436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7" name="Table 23 - 18">
            <a:extLst>
              <a:ext uri="{FF2B5EF4-FFF2-40B4-BE49-F238E27FC236}">
                <a16:creationId xmlns:a16="http://schemas.microsoft.com/office/drawing/2014/main" id="{BA2C7143-8750-8A35-F03E-A664076FB02C}"/>
              </a:ext>
            </a:extLst>
          </p:cNvPr>
          <p:cNvGraphicFramePr>
            <a:graphicFrameLocks noGrp="1"/>
          </p:cNvGraphicFramePr>
          <p:nvPr>
            <p:extLst>
              <p:ext uri="{D42A27DB-BD31-4B8C-83A1-F6EECF244321}">
                <p14:modId xmlns:p14="http://schemas.microsoft.com/office/powerpoint/2010/main" val="78703123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8" name="Table 24 - 29 &amp; 18 - Green">
            <a:extLst>
              <a:ext uri="{FF2B5EF4-FFF2-40B4-BE49-F238E27FC236}">
                <a16:creationId xmlns:a16="http://schemas.microsoft.com/office/drawing/2014/main" id="{A6461179-82C0-E96B-42E6-6C250F7BF745}"/>
              </a:ext>
            </a:extLst>
          </p:cNvPr>
          <p:cNvGraphicFramePr>
            <a:graphicFrameLocks noGrp="1"/>
          </p:cNvGraphicFramePr>
          <p:nvPr>
            <p:extLst>
              <p:ext uri="{D42A27DB-BD31-4B8C-83A1-F6EECF244321}">
                <p14:modId xmlns:p14="http://schemas.microsoft.com/office/powerpoint/2010/main" val="2058574179"/>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9" name="Table 25 - 18 &amp; 29">
            <a:extLst>
              <a:ext uri="{FF2B5EF4-FFF2-40B4-BE49-F238E27FC236}">
                <a16:creationId xmlns:a16="http://schemas.microsoft.com/office/drawing/2014/main" id="{EB1098E4-FF9A-543E-B7C7-F783B4C854D8}"/>
              </a:ext>
            </a:extLst>
          </p:cNvPr>
          <p:cNvGraphicFramePr>
            <a:graphicFrameLocks noGrp="1"/>
          </p:cNvGraphicFramePr>
          <p:nvPr>
            <p:extLst>
              <p:ext uri="{D42A27DB-BD31-4B8C-83A1-F6EECF244321}">
                <p14:modId xmlns:p14="http://schemas.microsoft.com/office/powerpoint/2010/main" val="370392499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0" name="Table 26 - 29">
            <a:extLst>
              <a:ext uri="{FF2B5EF4-FFF2-40B4-BE49-F238E27FC236}">
                <a16:creationId xmlns:a16="http://schemas.microsoft.com/office/drawing/2014/main" id="{1DC1F667-54E7-735D-0041-3568D24447E3}"/>
              </a:ext>
            </a:extLst>
          </p:cNvPr>
          <p:cNvGraphicFramePr>
            <a:graphicFrameLocks noGrp="1"/>
          </p:cNvGraphicFramePr>
          <p:nvPr>
            <p:extLst>
              <p:ext uri="{D42A27DB-BD31-4B8C-83A1-F6EECF244321}">
                <p14:modId xmlns:p14="http://schemas.microsoft.com/office/powerpoint/2010/main" val="389605654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1" name="Table 27 - 21">
            <a:extLst>
              <a:ext uri="{FF2B5EF4-FFF2-40B4-BE49-F238E27FC236}">
                <a16:creationId xmlns:a16="http://schemas.microsoft.com/office/drawing/2014/main" id="{5F716119-8B03-5178-1DF6-C45D3263019E}"/>
              </a:ext>
            </a:extLst>
          </p:cNvPr>
          <p:cNvGraphicFramePr>
            <a:graphicFrameLocks noGrp="1"/>
          </p:cNvGraphicFramePr>
          <p:nvPr>
            <p:extLst>
              <p:ext uri="{D42A27DB-BD31-4B8C-83A1-F6EECF244321}">
                <p14:modId xmlns:p14="http://schemas.microsoft.com/office/powerpoint/2010/main" val="314709732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2" name="Table 28 - 29 &amp; 21 - Green">
            <a:extLst>
              <a:ext uri="{FF2B5EF4-FFF2-40B4-BE49-F238E27FC236}">
                <a16:creationId xmlns:a16="http://schemas.microsoft.com/office/drawing/2014/main" id="{58756706-74B6-3319-666F-EB49C87533D3}"/>
              </a:ext>
            </a:extLst>
          </p:cNvPr>
          <p:cNvGraphicFramePr>
            <a:graphicFrameLocks noGrp="1"/>
          </p:cNvGraphicFramePr>
          <p:nvPr>
            <p:extLst>
              <p:ext uri="{D42A27DB-BD31-4B8C-83A1-F6EECF244321}">
                <p14:modId xmlns:p14="http://schemas.microsoft.com/office/powerpoint/2010/main" val="410475416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3" name="Table 29 - 21 &amp; 29">
            <a:extLst>
              <a:ext uri="{FF2B5EF4-FFF2-40B4-BE49-F238E27FC236}">
                <a16:creationId xmlns:a16="http://schemas.microsoft.com/office/drawing/2014/main" id="{72C5B3C4-1CB7-4D3D-F981-3119C0A0CC2C}"/>
              </a:ext>
            </a:extLst>
          </p:cNvPr>
          <p:cNvGraphicFramePr>
            <a:graphicFrameLocks noGrp="1"/>
          </p:cNvGraphicFramePr>
          <p:nvPr>
            <p:extLst>
              <p:ext uri="{D42A27DB-BD31-4B8C-83A1-F6EECF244321}">
                <p14:modId xmlns:p14="http://schemas.microsoft.com/office/powerpoint/2010/main" val="133767856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4" name="Table 29a - 29 - Pink">
            <a:extLst>
              <a:ext uri="{FF2B5EF4-FFF2-40B4-BE49-F238E27FC236}">
                <a16:creationId xmlns:a16="http://schemas.microsoft.com/office/drawing/2014/main" id="{982D7147-94A8-BC6A-7350-9669F2C86412}"/>
              </a:ext>
            </a:extLst>
          </p:cNvPr>
          <p:cNvGraphicFramePr>
            <a:graphicFrameLocks noGrp="1"/>
          </p:cNvGraphicFramePr>
          <p:nvPr>
            <p:extLst>
              <p:ext uri="{D42A27DB-BD31-4B8C-83A1-F6EECF244321}">
                <p14:modId xmlns:p14="http://schemas.microsoft.com/office/powerpoint/2010/main" val="229498033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4" name="Table 30 - 3">
            <a:extLst>
              <a:ext uri="{FF2B5EF4-FFF2-40B4-BE49-F238E27FC236}">
                <a16:creationId xmlns:a16="http://schemas.microsoft.com/office/drawing/2014/main" id="{708C21DD-5E6D-C2F4-BAEF-F9CF07BFC5EE}"/>
              </a:ext>
            </a:extLst>
          </p:cNvPr>
          <p:cNvGraphicFramePr>
            <a:graphicFrameLocks noGrp="1"/>
          </p:cNvGraphicFramePr>
          <p:nvPr>
            <p:extLst>
              <p:ext uri="{D42A27DB-BD31-4B8C-83A1-F6EECF244321}">
                <p14:modId xmlns:p14="http://schemas.microsoft.com/office/powerpoint/2010/main" val="18285411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5" name="Table 31 - 18">
            <a:extLst>
              <a:ext uri="{FF2B5EF4-FFF2-40B4-BE49-F238E27FC236}">
                <a16:creationId xmlns:a16="http://schemas.microsoft.com/office/drawing/2014/main" id="{2C3D6250-FF24-11A8-414E-C4C50CAD957B}"/>
              </a:ext>
            </a:extLst>
          </p:cNvPr>
          <p:cNvGraphicFramePr>
            <a:graphicFrameLocks noGrp="1"/>
          </p:cNvGraphicFramePr>
          <p:nvPr>
            <p:extLst>
              <p:ext uri="{D42A27DB-BD31-4B8C-83A1-F6EECF244321}">
                <p14:modId xmlns:p14="http://schemas.microsoft.com/office/powerpoint/2010/main" val="10254645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6" name="Table 32 - 3 &amp; 18 - Red">
            <a:extLst>
              <a:ext uri="{FF2B5EF4-FFF2-40B4-BE49-F238E27FC236}">
                <a16:creationId xmlns:a16="http://schemas.microsoft.com/office/drawing/2014/main" id="{47D10CB2-E03C-E095-7411-D3AD458E301E}"/>
              </a:ext>
            </a:extLst>
          </p:cNvPr>
          <p:cNvGraphicFramePr>
            <a:graphicFrameLocks noGrp="1"/>
          </p:cNvGraphicFramePr>
          <p:nvPr>
            <p:extLst>
              <p:ext uri="{D42A27DB-BD31-4B8C-83A1-F6EECF244321}">
                <p14:modId xmlns:p14="http://schemas.microsoft.com/office/powerpoint/2010/main" val="203472981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7" name="Table 33 - 3 &amp; 18">
            <a:extLst>
              <a:ext uri="{FF2B5EF4-FFF2-40B4-BE49-F238E27FC236}">
                <a16:creationId xmlns:a16="http://schemas.microsoft.com/office/drawing/2014/main" id="{0FCBE045-60B3-A010-0561-48B629C076BA}"/>
              </a:ext>
            </a:extLst>
          </p:cNvPr>
          <p:cNvGraphicFramePr>
            <a:graphicFrameLocks noGrp="1"/>
          </p:cNvGraphicFramePr>
          <p:nvPr>
            <p:extLst>
              <p:ext uri="{D42A27DB-BD31-4B8C-83A1-F6EECF244321}">
                <p14:modId xmlns:p14="http://schemas.microsoft.com/office/powerpoint/2010/main" val="370754501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8" name="Table 34 - 18">
            <a:extLst>
              <a:ext uri="{FF2B5EF4-FFF2-40B4-BE49-F238E27FC236}">
                <a16:creationId xmlns:a16="http://schemas.microsoft.com/office/drawing/2014/main" id="{B351C213-0DCC-20BE-CB1C-A91DDAA3E5A7}"/>
              </a:ext>
            </a:extLst>
          </p:cNvPr>
          <p:cNvGraphicFramePr>
            <a:graphicFrameLocks noGrp="1"/>
          </p:cNvGraphicFramePr>
          <p:nvPr>
            <p:extLst>
              <p:ext uri="{D42A27DB-BD31-4B8C-83A1-F6EECF244321}">
                <p14:modId xmlns:p14="http://schemas.microsoft.com/office/powerpoint/2010/main" val="331461620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9" name="Table 35 - 21">
            <a:extLst>
              <a:ext uri="{FF2B5EF4-FFF2-40B4-BE49-F238E27FC236}">
                <a16:creationId xmlns:a16="http://schemas.microsoft.com/office/drawing/2014/main" id="{6E629E7E-65A1-E1CE-ADF2-53B4E7E31598}"/>
              </a:ext>
            </a:extLst>
          </p:cNvPr>
          <p:cNvGraphicFramePr>
            <a:graphicFrameLocks noGrp="1"/>
          </p:cNvGraphicFramePr>
          <p:nvPr>
            <p:extLst>
              <p:ext uri="{D42A27DB-BD31-4B8C-83A1-F6EECF244321}">
                <p14:modId xmlns:p14="http://schemas.microsoft.com/office/powerpoint/2010/main" val="229473872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0" name="Table 36 - 18 &amp; 21 - Red">
            <a:extLst>
              <a:ext uri="{FF2B5EF4-FFF2-40B4-BE49-F238E27FC236}">
                <a16:creationId xmlns:a16="http://schemas.microsoft.com/office/drawing/2014/main" id="{36283355-3BAC-F5E7-C8CF-9E5CE6B873A1}"/>
              </a:ext>
            </a:extLst>
          </p:cNvPr>
          <p:cNvGraphicFramePr>
            <a:graphicFrameLocks noGrp="1"/>
          </p:cNvGraphicFramePr>
          <p:nvPr>
            <p:extLst>
              <p:ext uri="{D42A27DB-BD31-4B8C-83A1-F6EECF244321}">
                <p14:modId xmlns:p14="http://schemas.microsoft.com/office/powerpoint/2010/main" val="212704993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1" name="Table 37 - 18 &amp; 21">
            <a:extLst>
              <a:ext uri="{FF2B5EF4-FFF2-40B4-BE49-F238E27FC236}">
                <a16:creationId xmlns:a16="http://schemas.microsoft.com/office/drawing/2014/main" id="{0346DFC3-E893-C634-07A6-903C9DC7600D}"/>
              </a:ext>
            </a:extLst>
          </p:cNvPr>
          <p:cNvGraphicFramePr>
            <a:graphicFrameLocks noGrp="1"/>
          </p:cNvGraphicFramePr>
          <p:nvPr>
            <p:extLst>
              <p:ext uri="{D42A27DB-BD31-4B8C-83A1-F6EECF244321}">
                <p14:modId xmlns:p14="http://schemas.microsoft.com/office/powerpoint/2010/main" val="428252631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 name="Text">
            <a:extLst>
              <a:ext uri="{FF2B5EF4-FFF2-40B4-BE49-F238E27FC236}">
                <a16:creationId xmlns:a16="http://schemas.microsoft.com/office/drawing/2014/main" id="{095E1681-A91C-8BA9-CCE6-F748A2E6098C}"/>
              </a:ext>
            </a:extLst>
          </p:cNvPr>
          <p:cNvSpPr/>
          <p:nvPr/>
        </p:nvSpPr>
        <p:spPr>
          <a:xfrm>
            <a:off x="7508083" y="564027"/>
            <a:ext cx="436483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 Conditional</a:t>
            </a:r>
          </a:p>
          <a:p>
            <a:pPr marL="285750" indent="-285750">
              <a:spcAft>
                <a:spcPts val="1200"/>
              </a:spcAft>
              <a:buFont typeface="Arial" panose="020B0604020202020204" pitchFamily="34" charset="0"/>
              <a:buChar char="•"/>
            </a:pPr>
            <a:r>
              <a:rPr lang="en-GB" sz="3200" dirty="0">
                <a:solidFill>
                  <a:srgbClr val="7030A0"/>
                </a:solidFill>
              </a:rPr>
              <a:t>Inner loop: Fixed</a:t>
            </a:r>
          </a:p>
        </p:txBody>
      </p:sp>
    </p:spTree>
    <p:extLst>
      <p:ext uri="{BB962C8B-B14F-4D97-AF65-F5344CB8AC3E}">
        <p14:creationId xmlns:p14="http://schemas.microsoft.com/office/powerpoint/2010/main" val="3726086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25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5">
                                            <p:txEl>
                                              <p:pRg st="1" end="1"/>
                                            </p:txEl>
                                          </p:spTgt>
                                        </p:tgtEl>
                                        <p:attrNameLst>
                                          <p:attrName>style.visibility</p:attrName>
                                        </p:attrNameLst>
                                      </p:cBhvr>
                                      <p:to>
                                        <p:strVal val="visible"/>
                                      </p:to>
                                    </p:set>
                                    <p:animEffect transition="in" filter="wipe(left)">
                                      <p:cBhvr>
                                        <p:cTn id="21" dur="2500"/>
                                        <p:tgtEl>
                                          <p:spTgt spid="5">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animEffect transition="in" filter="wipe(left)">
                                      <p:cBhvr>
                                        <p:cTn id="35" dur="2500"/>
                                        <p:tgtEl>
                                          <p:spTgt spid="5">
                                            <p:txEl>
                                              <p:pRg st="2" end="2"/>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2500"/>
                                        <p:tgtEl>
                                          <p:spTgt spid="10"/>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childTnLst>
                          </p:cTn>
                        </p:par>
                        <p:par>
                          <p:cTn id="45" fill="hold">
                            <p:stCondLst>
                              <p:cond delay="0"/>
                            </p:stCondLst>
                            <p:childTnLst>
                              <p:par>
                                <p:cTn id="46" presetID="1" presetClass="entr" presetSubtype="0" fill="hold" nodeType="afterEffect">
                                  <p:stCondLst>
                                    <p:cond delay="0"/>
                                  </p:stCondLst>
                                  <p:childTnLst>
                                    <p:set>
                                      <p:cBhvr>
                                        <p:cTn id="47" dur="1" fill="hold">
                                          <p:stCondLst>
                                            <p:cond delay="0"/>
                                          </p:stCondLst>
                                        </p:cTn>
                                        <p:tgtEl>
                                          <p:spTgt spid="31"/>
                                        </p:tgtEl>
                                        <p:attrNameLst>
                                          <p:attrName>style.visibility</p:attrName>
                                        </p:attrNameLst>
                                      </p:cBhvr>
                                      <p:to>
                                        <p:strVal val="visible"/>
                                      </p:to>
                                    </p:set>
                                  </p:childTnLst>
                                </p:cTn>
                              </p:par>
                            </p:childTnLst>
                          </p:cTn>
                        </p:par>
                        <p:par>
                          <p:cTn id="48" fill="hold">
                            <p:stCondLst>
                              <p:cond delay="0"/>
                            </p:stCondLst>
                            <p:childTnLst>
                              <p:par>
                                <p:cTn id="49" presetID="22" presetClass="entr" presetSubtype="8" fill="hold"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wipe(left)">
                                      <p:cBhvr>
                                        <p:cTn id="51" dur="25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wipe(left)">
                                      <p:cBhvr>
                                        <p:cTn id="56" dur="2500"/>
                                        <p:tgtEl>
                                          <p:spTgt spid="3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childTnLst>
                          </p:cTn>
                        </p:par>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35"/>
                                        </p:tgtEl>
                                        <p:attrNameLst>
                                          <p:attrName>style.visibility</p:attrName>
                                        </p:attrNameLst>
                                      </p:cBhvr>
                                      <p:to>
                                        <p:strVal val="visible"/>
                                      </p:to>
                                    </p:set>
                                  </p:childTnLst>
                                </p:cTn>
                              </p:par>
                            </p:childTnLst>
                          </p:cTn>
                        </p:par>
                        <p:par>
                          <p:cTn id="64" fill="hold">
                            <p:stCondLst>
                              <p:cond delay="0"/>
                            </p:stCondLst>
                            <p:childTnLst>
                              <p:par>
                                <p:cTn id="65" presetID="22" presetClass="entr" presetSubtype="8" fill="hold" nodeType="after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wipe(left)">
                                      <p:cBhvr>
                                        <p:cTn id="67" dur="2500"/>
                                        <p:tgtEl>
                                          <p:spTgt spid="36"/>
                                        </p:tgtEl>
                                      </p:cBhvr>
                                    </p:animEffect>
                                  </p:childTnLst>
                                </p:cTn>
                              </p:par>
                            </p:childTnLst>
                          </p:cTn>
                        </p:par>
                        <p:par>
                          <p:cTn id="68" fill="hold">
                            <p:stCondLst>
                              <p:cond delay="2500"/>
                            </p:stCondLst>
                            <p:childTnLst>
                              <p:par>
                                <p:cTn id="69" presetID="1" presetClass="entr" presetSubtype="0" fill="hold" nodeType="after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38"/>
                                        </p:tgtEl>
                                        <p:attrNameLst>
                                          <p:attrName>style.visibility</p:attrName>
                                        </p:attrNameLst>
                                      </p:cBhvr>
                                      <p:to>
                                        <p:strVal val="visible"/>
                                      </p:to>
                                    </p:set>
                                  </p:childTnLst>
                                </p:cTn>
                              </p:par>
                            </p:childTnLst>
                          </p:cTn>
                        </p:par>
                        <p:par>
                          <p:cTn id="75" fill="hold">
                            <p:stCondLst>
                              <p:cond delay="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0"/>
                            </p:stCondLst>
                            <p:childTnLst>
                              <p:par>
                                <p:cTn id="79" presetID="22" presetClass="entr" presetSubtype="8"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left)">
                                      <p:cBhvr>
                                        <p:cTn id="81" dur="2500"/>
                                        <p:tgtEl>
                                          <p:spTgt spid="40"/>
                                        </p:tgtEl>
                                      </p:cBhvr>
                                    </p:animEffect>
                                  </p:childTnLst>
                                </p:cTn>
                              </p:par>
                            </p:childTnLst>
                          </p:cTn>
                        </p:par>
                        <p:par>
                          <p:cTn id="82" fill="hold">
                            <p:stCondLst>
                              <p:cond delay="2500"/>
                            </p:stCondLst>
                            <p:childTnLst>
                              <p:par>
                                <p:cTn id="83" presetID="1" presetClass="entr" presetSubtype="0" fill="hold" nodeType="afterEffect">
                                  <p:stCondLst>
                                    <p:cond delay="0"/>
                                  </p:stCondLst>
                                  <p:childTnLst>
                                    <p:set>
                                      <p:cBhvr>
                                        <p:cTn id="84" dur="1" fill="hold">
                                          <p:stCondLst>
                                            <p:cond delay="0"/>
                                          </p:stCondLst>
                                        </p:cTn>
                                        <p:tgtEl>
                                          <p:spTgt spid="4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5">
                                            <p:txEl>
                                              <p:pRg st="3" end="3"/>
                                            </p:txEl>
                                          </p:spTgt>
                                        </p:tgtEl>
                                        <p:attrNameLst>
                                          <p:attrName>style.visibility</p:attrName>
                                        </p:attrNameLst>
                                      </p:cBhvr>
                                      <p:to>
                                        <p:strVal val="visible"/>
                                      </p:to>
                                    </p:set>
                                    <p:animEffect transition="in" filter="wipe(left)">
                                      <p:cBhvr>
                                        <p:cTn id="89" dur="2500"/>
                                        <p:tgtEl>
                                          <p:spTgt spid="5">
                                            <p:txEl>
                                              <p:pRg st="3" end="3"/>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clickEffect">
                                  <p:stCondLst>
                                    <p:cond delay="0"/>
                                  </p:stCondLst>
                                  <p:childTnLst>
                                    <p:set>
                                      <p:cBhvr>
                                        <p:cTn id="93" dur="1" fill="hold">
                                          <p:stCondLst>
                                            <p:cond delay="0"/>
                                          </p:stCondLst>
                                        </p:cTn>
                                        <p:tgtEl>
                                          <p:spTgt spid="63"/>
                                        </p:tgtEl>
                                        <p:attrNameLst>
                                          <p:attrName>style.visibility</p:attrName>
                                        </p:attrNameLst>
                                      </p:cBhvr>
                                      <p:to>
                                        <p:strVal val="visible"/>
                                      </p:to>
                                    </p:se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42"/>
                                        </p:tgtEl>
                                        <p:attrNameLst>
                                          <p:attrName>style.visibility</p:attrName>
                                        </p:attrNameLst>
                                      </p:cBhvr>
                                      <p:to>
                                        <p:strVal val="visible"/>
                                      </p:to>
                                    </p:set>
                                  </p:childTnLst>
                                </p:cTn>
                              </p:par>
                            </p:childTnLst>
                          </p:cTn>
                        </p:par>
                        <p:par>
                          <p:cTn id="98" fill="hold">
                            <p:stCondLst>
                              <p:cond delay="0"/>
                            </p:stCondLst>
                            <p:childTnLst>
                              <p:par>
                                <p:cTn id="99" presetID="1" presetClass="entr" presetSubtype="0" fill="hold" nodeType="afterEffect">
                                  <p:stCondLst>
                                    <p:cond delay="0"/>
                                  </p:stCondLst>
                                  <p:childTnLst>
                                    <p:set>
                                      <p:cBhvr>
                                        <p:cTn id="100" dur="1" fill="hold">
                                          <p:stCondLst>
                                            <p:cond delay="0"/>
                                          </p:stCondLst>
                                        </p:cTn>
                                        <p:tgtEl>
                                          <p:spTgt spid="43"/>
                                        </p:tgtEl>
                                        <p:attrNameLst>
                                          <p:attrName>style.visibility</p:attrName>
                                        </p:attrNameLst>
                                      </p:cBhvr>
                                      <p:to>
                                        <p:strVal val="visible"/>
                                      </p:to>
                                    </p:set>
                                  </p:childTnLst>
                                </p:cTn>
                              </p:par>
                            </p:childTnLst>
                          </p:cTn>
                        </p:par>
                        <p:par>
                          <p:cTn id="101" fill="hold">
                            <p:stCondLst>
                              <p:cond delay="0"/>
                            </p:stCondLst>
                            <p:childTnLst>
                              <p:par>
                                <p:cTn id="102" presetID="22" presetClass="entr" presetSubtype="8" fill="hold" nodeType="afterEffect">
                                  <p:stCondLst>
                                    <p:cond delay="0"/>
                                  </p:stCondLst>
                                  <p:childTnLst>
                                    <p:set>
                                      <p:cBhvr>
                                        <p:cTn id="103" dur="1" fill="hold">
                                          <p:stCondLst>
                                            <p:cond delay="0"/>
                                          </p:stCondLst>
                                        </p:cTn>
                                        <p:tgtEl>
                                          <p:spTgt spid="44"/>
                                        </p:tgtEl>
                                        <p:attrNameLst>
                                          <p:attrName>style.visibility</p:attrName>
                                        </p:attrNameLst>
                                      </p:cBhvr>
                                      <p:to>
                                        <p:strVal val="visible"/>
                                      </p:to>
                                    </p:set>
                                    <p:animEffect transition="in" filter="wipe(left)">
                                      <p:cBhvr>
                                        <p:cTn id="104" dur="2500"/>
                                        <p:tgtEl>
                                          <p:spTgt spid="44"/>
                                        </p:tgtEl>
                                      </p:cBhvr>
                                    </p:animEffect>
                                  </p:childTnLst>
                                </p:cTn>
                              </p:par>
                            </p:childTnLst>
                          </p:cTn>
                        </p:par>
                        <p:par>
                          <p:cTn id="105" fill="hold">
                            <p:stCondLst>
                              <p:cond delay="2500"/>
                            </p:stCondLst>
                            <p:childTnLst>
                              <p:par>
                                <p:cTn id="106" presetID="1" presetClass="entr" presetSubtype="0" fill="hold" nodeType="afterEffect">
                                  <p:stCondLst>
                                    <p:cond delay="0"/>
                                  </p:stCondLst>
                                  <p:childTnLst>
                                    <p:set>
                                      <p:cBhvr>
                                        <p:cTn id="107" dur="1" fill="hold">
                                          <p:stCondLst>
                                            <p:cond delay="0"/>
                                          </p:stCondLst>
                                        </p:cTn>
                                        <p:tgtEl>
                                          <p:spTgt spid="45"/>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1" presetClass="entr" presetSubtype="0" fill="hold" nodeType="clickEffect">
                                  <p:stCondLst>
                                    <p:cond delay="0"/>
                                  </p:stCondLst>
                                  <p:childTnLst>
                                    <p:set>
                                      <p:cBhvr>
                                        <p:cTn id="111" dur="1" fill="hold">
                                          <p:stCondLst>
                                            <p:cond delay="0"/>
                                          </p:stCondLst>
                                        </p:cTn>
                                        <p:tgtEl>
                                          <p:spTgt spid="46"/>
                                        </p:tgtEl>
                                        <p:attrNameLst>
                                          <p:attrName>style.visibility</p:attrName>
                                        </p:attrNameLst>
                                      </p:cBhvr>
                                      <p:to>
                                        <p:strVal val="visible"/>
                                      </p:to>
                                    </p:set>
                                  </p:childTnLst>
                                </p:cTn>
                              </p:par>
                            </p:childTnLst>
                          </p:cTn>
                        </p:par>
                        <p:par>
                          <p:cTn id="112" fill="hold">
                            <p:stCondLst>
                              <p:cond delay="0"/>
                            </p:stCondLst>
                            <p:childTnLst>
                              <p:par>
                                <p:cTn id="113" presetID="1" presetClass="entr" presetSubtype="0" fill="hold" nodeType="afterEffect">
                                  <p:stCondLst>
                                    <p:cond delay="0"/>
                                  </p:stCondLst>
                                  <p:childTnLst>
                                    <p:set>
                                      <p:cBhvr>
                                        <p:cTn id="114" dur="1" fill="hold">
                                          <p:stCondLst>
                                            <p:cond delay="0"/>
                                          </p:stCondLst>
                                        </p:cTn>
                                        <p:tgtEl>
                                          <p:spTgt spid="47"/>
                                        </p:tgtEl>
                                        <p:attrNameLst>
                                          <p:attrName>style.visibility</p:attrName>
                                        </p:attrNameLst>
                                      </p:cBhvr>
                                      <p:to>
                                        <p:strVal val="visible"/>
                                      </p:to>
                                    </p:set>
                                  </p:childTnLst>
                                </p:cTn>
                              </p:par>
                            </p:childTnLst>
                          </p:cTn>
                        </p:par>
                        <p:par>
                          <p:cTn id="115" fill="hold">
                            <p:stCondLst>
                              <p:cond delay="0"/>
                            </p:stCondLst>
                            <p:childTnLst>
                              <p:par>
                                <p:cTn id="116" presetID="22" presetClass="entr" presetSubtype="8" fill="hold" nodeType="afterEffect">
                                  <p:stCondLst>
                                    <p:cond delay="0"/>
                                  </p:stCondLst>
                                  <p:childTnLst>
                                    <p:set>
                                      <p:cBhvr>
                                        <p:cTn id="117" dur="1" fill="hold">
                                          <p:stCondLst>
                                            <p:cond delay="0"/>
                                          </p:stCondLst>
                                        </p:cTn>
                                        <p:tgtEl>
                                          <p:spTgt spid="48"/>
                                        </p:tgtEl>
                                        <p:attrNameLst>
                                          <p:attrName>style.visibility</p:attrName>
                                        </p:attrNameLst>
                                      </p:cBhvr>
                                      <p:to>
                                        <p:strVal val="visible"/>
                                      </p:to>
                                    </p:set>
                                    <p:animEffect transition="in" filter="wipe(left)">
                                      <p:cBhvr>
                                        <p:cTn id="118" dur="2500"/>
                                        <p:tgtEl>
                                          <p:spTgt spid="48"/>
                                        </p:tgtEl>
                                      </p:cBhvr>
                                    </p:animEffect>
                                  </p:childTnLst>
                                </p:cTn>
                              </p:par>
                            </p:childTnLst>
                          </p:cTn>
                        </p:par>
                        <p:par>
                          <p:cTn id="119" fill="hold">
                            <p:stCondLst>
                              <p:cond delay="2500"/>
                            </p:stCondLst>
                            <p:childTnLst>
                              <p:par>
                                <p:cTn id="120" presetID="1" presetClass="entr" presetSubtype="0" fill="hold" nodeType="afterEffect">
                                  <p:stCondLst>
                                    <p:cond delay="0"/>
                                  </p:stCondLst>
                                  <p:childTnLst>
                                    <p:set>
                                      <p:cBhvr>
                                        <p:cTn id="121" dur="1" fill="hold">
                                          <p:stCondLst>
                                            <p:cond delay="0"/>
                                          </p:stCondLst>
                                        </p:cTn>
                                        <p:tgtEl>
                                          <p:spTgt spid="4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1" presetClass="entr" presetSubtype="0" fill="hold" nodeType="clickEffect">
                                  <p:stCondLst>
                                    <p:cond delay="0"/>
                                  </p:stCondLst>
                                  <p:childTnLst>
                                    <p:set>
                                      <p:cBhvr>
                                        <p:cTn id="125" dur="1" fill="hold">
                                          <p:stCondLst>
                                            <p:cond delay="0"/>
                                          </p:stCondLst>
                                        </p:cTn>
                                        <p:tgtEl>
                                          <p:spTgt spid="50"/>
                                        </p:tgtEl>
                                        <p:attrNameLst>
                                          <p:attrName>style.visibility</p:attrName>
                                        </p:attrNameLst>
                                      </p:cBhvr>
                                      <p:to>
                                        <p:strVal val="visible"/>
                                      </p:to>
                                    </p:set>
                                  </p:childTnLst>
                                </p:cTn>
                              </p:par>
                            </p:childTnLst>
                          </p:cTn>
                        </p:par>
                        <p:par>
                          <p:cTn id="126" fill="hold">
                            <p:stCondLst>
                              <p:cond delay="0"/>
                            </p:stCondLst>
                            <p:childTnLst>
                              <p:par>
                                <p:cTn id="127" presetID="1" presetClass="entr" presetSubtype="0" fill="hold" nodeType="afterEffect">
                                  <p:stCondLst>
                                    <p:cond delay="0"/>
                                  </p:stCondLst>
                                  <p:childTnLst>
                                    <p:set>
                                      <p:cBhvr>
                                        <p:cTn id="128" dur="1" fill="hold">
                                          <p:stCondLst>
                                            <p:cond delay="0"/>
                                          </p:stCondLst>
                                        </p:cTn>
                                        <p:tgtEl>
                                          <p:spTgt spid="51"/>
                                        </p:tgtEl>
                                        <p:attrNameLst>
                                          <p:attrName>style.visibility</p:attrName>
                                        </p:attrNameLst>
                                      </p:cBhvr>
                                      <p:to>
                                        <p:strVal val="visible"/>
                                      </p:to>
                                    </p:set>
                                  </p:childTnLst>
                                </p:cTn>
                              </p:par>
                            </p:childTnLst>
                          </p:cTn>
                        </p:par>
                        <p:par>
                          <p:cTn id="129" fill="hold">
                            <p:stCondLst>
                              <p:cond delay="0"/>
                            </p:stCondLst>
                            <p:childTnLst>
                              <p:par>
                                <p:cTn id="130" presetID="22" presetClass="entr" presetSubtype="8" fill="hold" nodeType="afterEffect">
                                  <p:stCondLst>
                                    <p:cond delay="0"/>
                                  </p:stCondLst>
                                  <p:childTnLst>
                                    <p:set>
                                      <p:cBhvr>
                                        <p:cTn id="131" dur="1" fill="hold">
                                          <p:stCondLst>
                                            <p:cond delay="0"/>
                                          </p:stCondLst>
                                        </p:cTn>
                                        <p:tgtEl>
                                          <p:spTgt spid="52"/>
                                        </p:tgtEl>
                                        <p:attrNameLst>
                                          <p:attrName>style.visibility</p:attrName>
                                        </p:attrNameLst>
                                      </p:cBhvr>
                                      <p:to>
                                        <p:strVal val="visible"/>
                                      </p:to>
                                    </p:set>
                                    <p:animEffect transition="in" filter="wipe(left)">
                                      <p:cBhvr>
                                        <p:cTn id="132" dur="2500"/>
                                        <p:tgtEl>
                                          <p:spTgt spid="52"/>
                                        </p:tgtEl>
                                      </p:cBhvr>
                                    </p:animEffect>
                                  </p:childTnLst>
                                </p:cTn>
                              </p:par>
                            </p:childTnLst>
                          </p:cTn>
                        </p:par>
                        <p:par>
                          <p:cTn id="133" fill="hold">
                            <p:stCondLst>
                              <p:cond delay="2500"/>
                            </p:stCondLst>
                            <p:childTnLst>
                              <p:par>
                                <p:cTn id="134" presetID="1" presetClass="entr" presetSubtype="0" fill="hold" nodeType="afterEffect">
                                  <p:stCondLst>
                                    <p:cond delay="0"/>
                                  </p:stCondLst>
                                  <p:childTnLst>
                                    <p:set>
                                      <p:cBhvr>
                                        <p:cTn id="135" dur="1" fill="hold">
                                          <p:stCondLst>
                                            <p:cond delay="0"/>
                                          </p:stCondLst>
                                        </p:cTn>
                                        <p:tgtEl>
                                          <p:spTgt spid="5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1" presetClass="entr" presetSubtype="0" fill="hold" nodeType="clickEffect">
                                  <p:stCondLst>
                                    <p:cond delay="0"/>
                                  </p:stCondLst>
                                  <p:childTnLst>
                                    <p:set>
                                      <p:cBhvr>
                                        <p:cTn id="139" dur="1" fill="hold">
                                          <p:stCondLst>
                                            <p:cond delay="0"/>
                                          </p:stCondLst>
                                        </p:cTn>
                                        <p:tgtEl>
                                          <p:spTgt spid="64"/>
                                        </p:tgtEl>
                                        <p:attrNameLst>
                                          <p:attrName>style.visibility</p:attrName>
                                        </p:attrNameLst>
                                      </p:cBhvr>
                                      <p:to>
                                        <p:strVal val="visible"/>
                                      </p:to>
                                    </p:set>
                                  </p:childTnLst>
                                </p:cTn>
                              </p:par>
                            </p:childTnLst>
                          </p:cTn>
                        </p:par>
                      </p:childTnLst>
                    </p:cTn>
                  </p:par>
                  <p:par>
                    <p:cTn id="140" fill="hold">
                      <p:stCondLst>
                        <p:cond delay="indefinite"/>
                      </p:stCondLst>
                      <p:childTnLst>
                        <p:par>
                          <p:cTn id="141" fill="hold">
                            <p:stCondLst>
                              <p:cond delay="0"/>
                            </p:stCondLst>
                            <p:childTnLst>
                              <p:par>
                                <p:cTn id="142" presetID="1" presetClass="entr" presetSubtype="0" fill="hold" nodeType="clickEffect">
                                  <p:stCondLst>
                                    <p:cond delay="0"/>
                                  </p:stCondLst>
                                  <p:childTnLst>
                                    <p:set>
                                      <p:cBhvr>
                                        <p:cTn id="143" dur="1" fill="hold">
                                          <p:stCondLst>
                                            <p:cond delay="0"/>
                                          </p:stCondLst>
                                        </p:cTn>
                                        <p:tgtEl>
                                          <p:spTgt spid="54"/>
                                        </p:tgtEl>
                                        <p:attrNameLst>
                                          <p:attrName>style.visibility</p:attrName>
                                        </p:attrNameLst>
                                      </p:cBhvr>
                                      <p:to>
                                        <p:strVal val="visible"/>
                                      </p:to>
                                    </p:set>
                                  </p:childTnLst>
                                </p:cTn>
                              </p:par>
                            </p:childTnLst>
                          </p:cTn>
                        </p:par>
                        <p:par>
                          <p:cTn id="144" fill="hold">
                            <p:stCondLst>
                              <p:cond delay="0"/>
                            </p:stCondLst>
                            <p:childTnLst>
                              <p:par>
                                <p:cTn id="145" presetID="1" presetClass="entr" presetSubtype="0" fill="hold" nodeType="afterEffect">
                                  <p:stCondLst>
                                    <p:cond delay="0"/>
                                  </p:stCondLst>
                                  <p:childTnLst>
                                    <p:set>
                                      <p:cBhvr>
                                        <p:cTn id="146" dur="1" fill="hold">
                                          <p:stCondLst>
                                            <p:cond delay="0"/>
                                          </p:stCondLst>
                                        </p:cTn>
                                        <p:tgtEl>
                                          <p:spTgt spid="55"/>
                                        </p:tgtEl>
                                        <p:attrNameLst>
                                          <p:attrName>style.visibility</p:attrName>
                                        </p:attrNameLst>
                                      </p:cBhvr>
                                      <p:to>
                                        <p:strVal val="visible"/>
                                      </p:to>
                                    </p:set>
                                  </p:childTnLst>
                                </p:cTn>
                              </p:par>
                            </p:childTnLst>
                          </p:cTn>
                        </p:par>
                        <p:par>
                          <p:cTn id="147" fill="hold">
                            <p:stCondLst>
                              <p:cond delay="0"/>
                            </p:stCondLst>
                            <p:childTnLst>
                              <p:par>
                                <p:cTn id="148" presetID="22" presetClass="entr" presetSubtype="8" fill="hold" nodeType="afterEffect">
                                  <p:stCondLst>
                                    <p:cond delay="0"/>
                                  </p:stCondLst>
                                  <p:childTnLst>
                                    <p:set>
                                      <p:cBhvr>
                                        <p:cTn id="149" dur="1" fill="hold">
                                          <p:stCondLst>
                                            <p:cond delay="0"/>
                                          </p:stCondLst>
                                        </p:cTn>
                                        <p:tgtEl>
                                          <p:spTgt spid="56"/>
                                        </p:tgtEl>
                                        <p:attrNameLst>
                                          <p:attrName>style.visibility</p:attrName>
                                        </p:attrNameLst>
                                      </p:cBhvr>
                                      <p:to>
                                        <p:strVal val="visible"/>
                                      </p:to>
                                    </p:set>
                                    <p:animEffect transition="in" filter="wipe(left)">
                                      <p:cBhvr>
                                        <p:cTn id="150" dur="2500"/>
                                        <p:tgtEl>
                                          <p:spTgt spid="56"/>
                                        </p:tgtEl>
                                      </p:cBhvr>
                                    </p:animEffect>
                                  </p:childTnLst>
                                </p:cTn>
                              </p:par>
                            </p:childTnLst>
                          </p:cTn>
                        </p:par>
                        <p:par>
                          <p:cTn id="151" fill="hold">
                            <p:stCondLst>
                              <p:cond delay="2500"/>
                            </p:stCondLst>
                            <p:childTnLst>
                              <p:par>
                                <p:cTn id="152" presetID="1" presetClass="entr" presetSubtype="0" fill="hold" nodeType="afterEffect">
                                  <p:stCondLst>
                                    <p:cond delay="0"/>
                                  </p:stCondLst>
                                  <p:childTnLst>
                                    <p:set>
                                      <p:cBhvr>
                                        <p:cTn id="153" dur="1" fill="hold">
                                          <p:stCondLst>
                                            <p:cond delay="0"/>
                                          </p:stCondLst>
                                        </p:cTn>
                                        <p:tgtEl>
                                          <p:spTgt spid="57"/>
                                        </p:tgtEl>
                                        <p:attrNameLst>
                                          <p:attrName>style.visibility</p:attrName>
                                        </p:attrNameLst>
                                      </p:cBhvr>
                                      <p:to>
                                        <p:strVal val="visible"/>
                                      </p:to>
                                    </p:set>
                                  </p:childTnLst>
                                </p:cTn>
                              </p:par>
                            </p:childTnLst>
                          </p:cTn>
                        </p:par>
                      </p:childTnLst>
                    </p:cTn>
                  </p:par>
                  <p:par>
                    <p:cTn id="154" fill="hold">
                      <p:stCondLst>
                        <p:cond delay="indefinite"/>
                      </p:stCondLst>
                      <p:childTnLst>
                        <p:par>
                          <p:cTn id="155" fill="hold">
                            <p:stCondLst>
                              <p:cond delay="0"/>
                            </p:stCondLst>
                            <p:childTnLst>
                              <p:par>
                                <p:cTn id="156" presetID="1" presetClass="entr" presetSubtype="0" fill="hold" nodeType="clickEffect">
                                  <p:stCondLst>
                                    <p:cond delay="0"/>
                                  </p:stCondLst>
                                  <p:childTnLst>
                                    <p:set>
                                      <p:cBhvr>
                                        <p:cTn id="157" dur="1" fill="hold">
                                          <p:stCondLst>
                                            <p:cond delay="0"/>
                                          </p:stCondLst>
                                        </p:cTn>
                                        <p:tgtEl>
                                          <p:spTgt spid="58"/>
                                        </p:tgtEl>
                                        <p:attrNameLst>
                                          <p:attrName>style.visibility</p:attrName>
                                        </p:attrNameLst>
                                      </p:cBhvr>
                                      <p:to>
                                        <p:strVal val="visible"/>
                                      </p:to>
                                    </p:set>
                                  </p:childTnLst>
                                </p:cTn>
                              </p:par>
                            </p:childTnLst>
                          </p:cTn>
                        </p:par>
                        <p:par>
                          <p:cTn id="158" fill="hold">
                            <p:stCondLst>
                              <p:cond delay="0"/>
                            </p:stCondLst>
                            <p:childTnLst>
                              <p:par>
                                <p:cTn id="159" presetID="1" presetClass="entr" presetSubtype="0" fill="hold" nodeType="afterEffect">
                                  <p:stCondLst>
                                    <p:cond delay="0"/>
                                  </p:stCondLst>
                                  <p:childTnLst>
                                    <p:set>
                                      <p:cBhvr>
                                        <p:cTn id="160" dur="1" fill="hold">
                                          <p:stCondLst>
                                            <p:cond delay="0"/>
                                          </p:stCondLst>
                                        </p:cTn>
                                        <p:tgtEl>
                                          <p:spTgt spid="59"/>
                                        </p:tgtEl>
                                        <p:attrNameLst>
                                          <p:attrName>style.visibility</p:attrName>
                                        </p:attrNameLst>
                                      </p:cBhvr>
                                      <p:to>
                                        <p:strVal val="visible"/>
                                      </p:to>
                                    </p:set>
                                  </p:childTnLst>
                                </p:cTn>
                              </p:par>
                            </p:childTnLst>
                          </p:cTn>
                        </p:par>
                        <p:par>
                          <p:cTn id="161" fill="hold">
                            <p:stCondLst>
                              <p:cond delay="0"/>
                            </p:stCondLst>
                            <p:childTnLst>
                              <p:par>
                                <p:cTn id="162" presetID="22" presetClass="entr" presetSubtype="8" fill="hold" nodeType="afterEffect">
                                  <p:stCondLst>
                                    <p:cond delay="0"/>
                                  </p:stCondLst>
                                  <p:childTnLst>
                                    <p:set>
                                      <p:cBhvr>
                                        <p:cTn id="163" dur="1" fill="hold">
                                          <p:stCondLst>
                                            <p:cond delay="0"/>
                                          </p:stCondLst>
                                        </p:cTn>
                                        <p:tgtEl>
                                          <p:spTgt spid="60"/>
                                        </p:tgtEl>
                                        <p:attrNameLst>
                                          <p:attrName>style.visibility</p:attrName>
                                        </p:attrNameLst>
                                      </p:cBhvr>
                                      <p:to>
                                        <p:strVal val="visible"/>
                                      </p:to>
                                    </p:set>
                                    <p:animEffect transition="in" filter="wipe(left)">
                                      <p:cBhvr>
                                        <p:cTn id="164" dur="2500"/>
                                        <p:tgtEl>
                                          <p:spTgt spid="60"/>
                                        </p:tgtEl>
                                      </p:cBhvr>
                                    </p:animEffect>
                                  </p:childTnLst>
                                </p:cTn>
                              </p:par>
                            </p:childTnLst>
                          </p:cTn>
                        </p:par>
                        <p:par>
                          <p:cTn id="165" fill="hold">
                            <p:stCondLst>
                              <p:cond delay="2500"/>
                            </p:stCondLst>
                            <p:childTnLst>
                              <p:par>
                                <p:cTn id="166" presetID="1" presetClass="entr" presetSubtype="0" fill="hold" nodeType="afterEffect">
                                  <p:stCondLst>
                                    <p:cond delay="0"/>
                                  </p:stCondLst>
                                  <p:childTnLst>
                                    <p:set>
                                      <p:cBhvr>
                                        <p:cTn id="167" dur="1" fill="hold">
                                          <p:stCondLst>
                                            <p:cond delay="0"/>
                                          </p:stCondLst>
                                        </p:cTn>
                                        <p:tgtEl>
                                          <p:spTgt spid="61"/>
                                        </p:tgtEl>
                                        <p:attrNameLst>
                                          <p:attrName>style.visibility</p:attrName>
                                        </p:attrNameLst>
                                      </p:cBhvr>
                                      <p:to>
                                        <p:strVal val="visible"/>
                                      </p:to>
                                    </p:set>
                                  </p:childTnLst>
                                </p:cTn>
                              </p:par>
                            </p:childTnLst>
                          </p:cTn>
                        </p:par>
                      </p:childTnLst>
                    </p:cTn>
                  </p:par>
                  <p:par>
                    <p:cTn id="168" fill="hold">
                      <p:stCondLst>
                        <p:cond delay="indefinite"/>
                      </p:stCondLst>
                      <p:childTnLst>
                        <p:par>
                          <p:cTn id="169" fill="hold">
                            <p:stCondLst>
                              <p:cond delay="0"/>
                            </p:stCondLst>
                            <p:childTnLst>
                              <p:par>
                                <p:cTn id="170" presetID="22" presetClass="entr" presetSubtype="8" fill="hold" grpId="0" nodeType="clickEffect">
                                  <p:stCondLst>
                                    <p:cond delay="0"/>
                                  </p:stCondLst>
                                  <p:childTnLst>
                                    <p:set>
                                      <p:cBhvr>
                                        <p:cTn id="171" dur="1" fill="hold">
                                          <p:stCondLst>
                                            <p:cond delay="0"/>
                                          </p:stCondLst>
                                        </p:cTn>
                                        <p:tgtEl>
                                          <p:spTgt spid="3">
                                            <p:txEl>
                                              <p:pRg st="0" end="0"/>
                                            </p:txEl>
                                          </p:spTgt>
                                        </p:tgtEl>
                                        <p:attrNameLst>
                                          <p:attrName>style.visibility</p:attrName>
                                        </p:attrNameLst>
                                      </p:cBhvr>
                                      <p:to>
                                        <p:strVal val="visible"/>
                                      </p:to>
                                    </p:set>
                                    <p:animEffect transition="in" filter="wipe(left)">
                                      <p:cBhvr>
                                        <p:cTn id="172" dur="1250"/>
                                        <p:tgtEl>
                                          <p:spTgt spid="3">
                                            <p:txEl>
                                              <p:pRg st="0" end="0"/>
                                            </p:txEl>
                                          </p:spTgt>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8" fill="hold" grpId="0" nodeType="clickEffect">
                                  <p:stCondLst>
                                    <p:cond delay="0"/>
                                  </p:stCondLst>
                                  <p:childTnLst>
                                    <p:set>
                                      <p:cBhvr>
                                        <p:cTn id="176" dur="1" fill="hold">
                                          <p:stCondLst>
                                            <p:cond delay="0"/>
                                          </p:stCondLst>
                                        </p:cTn>
                                        <p:tgtEl>
                                          <p:spTgt spid="3">
                                            <p:txEl>
                                              <p:pRg st="1" end="1"/>
                                            </p:txEl>
                                          </p:spTgt>
                                        </p:tgtEl>
                                        <p:attrNameLst>
                                          <p:attrName>style.visibility</p:attrName>
                                        </p:attrNameLst>
                                      </p:cBhvr>
                                      <p:to>
                                        <p:strVal val="visible"/>
                                      </p:to>
                                    </p:set>
                                    <p:animEffect transition="in" filter="wipe(left)">
                                      <p:cBhvr>
                                        <p:cTn id="177" dur="125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13" name="Rectangle 12">
            <a:extLst>
              <a:ext uri="{FF2B5EF4-FFF2-40B4-BE49-F238E27FC236}">
                <a16:creationId xmlns:a16="http://schemas.microsoft.com/office/drawing/2014/main" id="{5BC263F3-3776-C73E-D9E3-7F3E2504AD1D}"/>
              </a:ext>
            </a:extLst>
          </p:cNvPr>
          <p:cNvSpPr/>
          <p:nvPr/>
        </p:nvSpPr>
        <p:spPr>
          <a:xfrm>
            <a:off x="1166689" y="1540043"/>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159965" y="3045269"/>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graphicFrame>
        <p:nvGraphicFramePr>
          <p:cNvPr id="6" name="Table 1 - Original">
            <a:extLst>
              <a:ext uri="{FF2B5EF4-FFF2-40B4-BE49-F238E27FC236}">
                <a16:creationId xmlns:a16="http://schemas.microsoft.com/office/drawing/2014/main" id="{0CE737ED-D2A4-AC24-DD9E-76CD29E2821B}"/>
              </a:ext>
            </a:extLst>
          </p:cNvPr>
          <p:cNvGraphicFramePr>
            <a:graphicFrameLocks noGrp="1"/>
          </p:cNvGraphicFramePr>
          <p:nvPr>
            <p:extLst>
              <p:ext uri="{D42A27DB-BD31-4B8C-83A1-F6EECF244321}">
                <p14:modId xmlns:p14="http://schemas.microsoft.com/office/powerpoint/2010/main" val="3576656250"/>
              </p:ext>
            </p:extLst>
          </p:nvPr>
        </p:nvGraphicFramePr>
        <p:xfrm>
          <a:off x="2329500" y="1223338"/>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8" name="Table 1 - Original">
            <a:extLst>
              <a:ext uri="{FF2B5EF4-FFF2-40B4-BE49-F238E27FC236}">
                <a16:creationId xmlns:a16="http://schemas.microsoft.com/office/drawing/2014/main" id="{60B6850D-DE92-A9C2-451A-7BBFD1D97F24}"/>
              </a:ext>
            </a:extLst>
          </p:cNvPr>
          <p:cNvGraphicFramePr>
            <a:graphicFrameLocks noGrp="1"/>
          </p:cNvGraphicFramePr>
          <p:nvPr>
            <p:extLst>
              <p:ext uri="{D42A27DB-BD31-4B8C-83A1-F6EECF244321}">
                <p14:modId xmlns:p14="http://schemas.microsoft.com/office/powerpoint/2010/main" val="2994858016"/>
              </p:ext>
            </p:extLst>
          </p:nvPr>
        </p:nvGraphicFramePr>
        <p:xfrm>
          <a:off x="2329500" y="2727759"/>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0" name="Text">
            <a:extLst>
              <a:ext uri="{FF2B5EF4-FFF2-40B4-BE49-F238E27FC236}">
                <a16:creationId xmlns:a16="http://schemas.microsoft.com/office/drawing/2014/main" id="{CAD8D92C-8726-9286-8A41-08DBC19E013E}"/>
              </a:ext>
            </a:extLst>
          </p:cNvPr>
          <p:cNvSpPr/>
          <p:nvPr/>
        </p:nvSpPr>
        <p:spPr>
          <a:xfrm>
            <a:off x="2706204" y="4055318"/>
            <a:ext cx="6779591"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a:p>
            <a:pPr marL="285750" indent="-285750">
              <a:spcAft>
                <a:spcPts val="1200"/>
              </a:spcAft>
              <a:buFont typeface="Arial" panose="020B0604020202020204" pitchFamily="34" charset="0"/>
              <a:buChar char="•"/>
            </a:pPr>
            <a:r>
              <a:rPr lang="en-GB" sz="3200" dirty="0"/>
              <a:t>Reduces by</a:t>
            </a:r>
          </a:p>
        </p:txBody>
      </p:sp>
      <p:sp>
        <p:nvSpPr>
          <p:cNvPr id="9" name="Text">
            <a:extLst>
              <a:ext uri="{FF2B5EF4-FFF2-40B4-BE49-F238E27FC236}">
                <a16:creationId xmlns:a16="http://schemas.microsoft.com/office/drawing/2014/main" id="{2E709FBD-1231-49A6-A849-9185F56704D6}"/>
              </a:ext>
            </a:extLst>
          </p:cNvPr>
          <p:cNvSpPr/>
          <p:nvPr/>
        </p:nvSpPr>
        <p:spPr>
          <a:xfrm>
            <a:off x="7508083" y="564027"/>
            <a:ext cx="436483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 Conditional</a:t>
            </a:r>
          </a:p>
          <a:p>
            <a:pPr marL="285750" indent="-285750">
              <a:spcAft>
                <a:spcPts val="1200"/>
              </a:spcAft>
              <a:buFont typeface="Arial" panose="020B0604020202020204" pitchFamily="34" charset="0"/>
              <a:buChar char="•"/>
            </a:pPr>
            <a:r>
              <a:rPr lang="en-GB" sz="3200" dirty="0">
                <a:solidFill>
                  <a:srgbClr val="7030A0"/>
                </a:solidFill>
              </a:rPr>
              <a:t>Inner loop: Fixed</a:t>
            </a:r>
          </a:p>
        </p:txBody>
      </p:sp>
    </p:spTree>
    <p:extLst>
      <p:ext uri="{BB962C8B-B14F-4D97-AF65-F5344CB8AC3E}">
        <p14:creationId xmlns:p14="http://schemas.microsoft.com/office/powerpoint/2010/main" val="12832487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Insertion Sort</a:t>
            </a:r>
          </a:p>
        </p:txBody>
      </p:sp>
      <p:sp>
        <p:nvSpPr>
          <p:cNvPr id="5" name="Text">
            <a:extLst>
              <a:ext uri="{FF2B5EF4-FFF2-40B4-BE49-F238E27FC236}">
                <a16:creationId xmlns:a16="http://schemas.microsoft.com/office/drawing/2014/main" id="{546FD6EB-0999-DFFC-F220-CB0C981B6495}"/>
              </a:ext>
            </a:extLst>
          </p:cNvPr>
          <p:cNvSpPr/>
          <p:nvPr/>
        </p:nvSpPr>
        <p:spPr>
          <a:xfrm>
            <a:off x="2000678" y="4402248"/>
            <a:ext cx="8190643"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First value always 'sorted'</a:t>
            </a:r>
          </a:p>
          <a:p>
            <a:pPr marL="285750" indent="-285750">
              <a:spcAft>
                <a:spcPts val="1200"/>
              </a:spcAft>
              <a:buFont typeface="Arial" panose="020B0604020202020204" pitchFamily="34" charset="0"/>
              <a:buChar char="•"/>
            </a:pPr>
            <a:r>
              <a:rPr lang="en-GB" sz="3200" dirty="0"/>
              <a:t>First unsorted compared with last sorted value</a:t>
            </a:r>
          </a:p>
          <a:p>
            <a:pPr marL="285750" indent="-285750">
              <a:spcAft>
                <a:spcPts val="1200"/>
              </a:spcAft>
              <a:buFont typeface="Arial" panose="020B0604020202020204" pitchFamily="34" charset="0"/>
              <a:buChar char="•"/>
            </a:pPr>
            <a:r>
              <a:rPr lang="en-GB" sz="3200" dirty="0"/>
              <a:t>Swaps right to left</a:t>
            </a:r>
          </a:p>
        </p:txBody>
      </p:sp>
      <p:grpSp>
        <p:nvGrpSpPr>
          <p:cNvPr id="3" name="Sorted 1">
            <a:extLst>
              <a:ext uri="{FF2B5EF4-FFF2-40B4-BE49-F238E27FC236}">
                <a16:creationId xmlns:a16="http://schemas.microsoft.com/office/drawing/2014/main" id="{F21DC3B0-1720-4C22-BFDC-AB8F60858349}"/>
              </a:ext>
            </a:extLst>
          </p:cNvPr>
          <p:cNvGrpSpPr/>
          <p:nvPr/>
        </p:nvGrpSpPr>
        <p:grpSpPr>
          <a:xfrm>
            <a:off x="3596979" y="3157277"/>
            <a:ext cx="2849489" cy="540000"/>
            <a:chOff x="3707162" y="3157277"/>
            <a:chExt cx="2849489" cy="540000"/>
          </a:xfrm>
        </p:grpSpPr>
        <p:cxnSp>
          <p:nvCxnSpPr>
            <p:cNvPr id="68" name="Straight Connector 67">
              <a:extLst>
                <a:ext uri="{FF2B5EF4-FFF2-40B4-BE49-F238E27FC236}">
                  <a16:creationId xmlns:a16="http://schemas.microsoft.com/office/drawing/2014/main" id="{3EEC7143-77E1-4E51-8ED8-5A46C818B353}"/>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3FD895A-2D81-4E25-8798-DF6862E199F3}"/>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9077A7F2-8654-4C4B-B5F5-225A798FEA1A}"/>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67" name="Rectangle 66">
              <a:extLst>
                <a:ext uri="{FF2B5EF4-FFF2-40B4-BE49-F238E27FC236}">
                  <a16:creationId xmlns:a16="http://schemas.microsoft.com/office/drawing/2014/main" id="{303A3422-D571-41FF-AAEE-83617021B9FF}"/>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75" name="Sorted 2">
            <a:extLst>
              <a:ext uri="{FF2B5EF4-FFF2-40B4-BE49-F238E27FC236}">
                <a16:creationId xmlns:a16="http://schemas.microsoft.com/office/drawing/2014/main" id="{7DE69EEA-D0EE-4BA2-987E-C54939D22CA7}"/>
              </a:ext>
            </a:extLst>
          </p:cNvPr>
          <p:cNvGrpSpPr/>
          <p:nvPr/>
        </p:nvGrpSpPr>
        <p:grpSpPr>
          <a:xfrm>
            <a:off x="4851346" y="3157277"/>
            <a:ext cx="2849489" cy="540000"/>
            <a:chOff x="3707162" y="3157277"/>
            <a:chExt cx="2849489" cy="540000"/>
          </a:xfrm>
        </p:grpSpPr>
        <p:cxnSp>
          <p:nvCxnSpPr>
            <p:cNvPr id="76" name="Straight Connector 75">
              <a:extLst>
                <a:ext uri="{FF2B5EF4-FFF2-40B4-BE49-F238E27FC236}">
                  <a16:creationId xmlns:a16="http://schemas.microsoft.com/office/drawing/2014/main" id="{6A464ECC-E846-4A16-953F-9258B4023B71}"/>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F2E74219-24D0-429F-99E2-2AA4B543E040}"/>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78" name="Rectangle 77">
              <a:extLst>
                <a:ext uri="{FF2B5EF4-FFF2-40B4-BE49-F238E27FC236}">
                  <a16:creationId xmlns:a16="http://schemas.microsoft.com/office/drawing/2014/main" id="{24202FCD-F7B9-4069-B9BF-65449736611D}"/>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79" name="Rectangle 78">
              <a:extLst>
                <a:ext uri="{FF2B5EF4-FFF2-40B4-BE49-F238E27FC236}">
                  <a16:creationId xmlns:a16="http://schemas.microsoft.com/office/drawing/2014/main" id="{2C095BC8-A312-4873-836D-66536C8DB775}"/>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84" name="Sorted 3">
            <a:extLst>
              <a:ext uri="{FF2B5EF4-FFF2-40B4-BE49-F238E27FC236}">
                <a16:creationId xmlns:a16="http://schemas.microsoft.com/office/drawing/2014/main" id="{7577C431-2A14-42E9-A4F3-C57A2417C6E4}"/>
              </a:ext>
            </a:extLst>
          </p:cNvPr>
          <p:cNvGrpSpPr/>
          <p:nvPr/>
        </p:nvGrpSpPr>
        <p:grpSpPr>
          <a:xfrm>
            <a:off x="6111088" y="3157277"/>
            <a:ext cx="2849489" cy="540000"/>
            <a:chOff x="3707162" y="3157277"/>
            <a:chExt cx="2849489" cy="540000"/>
          </a:xfrm>
        </p:grpSpPr>
        <p:cxnSp>
          <p:nvCxnSpPr>
            <p:cNvPr id="85" name="SLine">
              <a:extLst>
                <a:ext uri="{FF2B5EF4-FFF2-40B4-BE49-F238E27FC236}">
                  <a16:creationId xmlns:a16="http://schemas.microsoft.com/office/drawing/2014/main" id="{263815E6-9B51-42A4-BE6E-21A54CDBE84C}"/>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6" name="Arrow">
              <a:extLst>
                <a:ext uri="{FF2B5EF4-FFF2-40B4-BE49-F238E27FC236}">
                  <a16:creationId xmlns:a16="http://schemas.microsoft.com/office/drawing/2014/main" id="{74C9F86E-D4D6-4F8C-B757-FD6B288A2D72}"/>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87" name="Sorted">
              <a:extLst>
                <a:ext uri="{FF2B5EF4-FFF2-40B4-BE49-F238E27FC236}">
                  <a16:creationId xmlns:a16="http://schemas.microsoft.com/office/drawing/2014/main" id="{C30F0223-B2F5-45C0-9250-013F073C1493}"/>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88" name="Unsorted">
              <a:extLst>
                <a:ext uri="{FF2B5EF4-FFF2-40B4-BE49-F238E27FC236}">
                  <a16:creationId xmlns:a16="http://schemas.microsoft.com/office/drawing/2014/main" id="{A4E68FBB-A3CE-48BF-A464-504AEB109287}"/>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93" name="Sorted 4">
            <a:extLst>
              <a:ext uri="{FF2B5EF4-FFF2-40B4-BE49-F238E27FC236}">
                <a16:creationId xmlns:a16="http://schemas.microsoft.com/office/drawing/2014/main" id="{AF95ED76-73A3-4383-8955-ECE547FC326B}"/>
              </a:ext>
            </a:extLst>
          </p:cNvPr>
          <p:cNvGrpSpPr/>
          <p:nvPr/>
        </p:nvGrpSpPr>
        <p:grpSpPr>
          <a:xfrm>
            <a:off x="7365288" y="3157277"/>
            <a:ext cx="2849489" cy="540000"/>
            <a:chOff x="3707162" y="3157277"/>
            <a:chExt cx="2849489" cy="540000"/>
          </a:xfrm>
        </p:grpSpPr>
        <p:cxnSp>
          <p:nvCxnSpPr>
            <p:cNvPr id="94" name="SLine">
              <a:extLst>
                <a:ext uri="{FF2B5EF4-FFF2-40B4-BE49-F238E27FC236}">
                  <a16:creationId xmlns:a16="http://schemas.microsoft.com/office/drawing/2014/main" id="{A2E75058-268E-4A81-92C7-7DCDF4979D79}"/>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5" name="Arrow">
              <a:extLst>
                <a:ext uri="{FF2B5EF4-FFF2-40B4-BE49-F238E27FC236}">
                  <a16:creationId xmlns:a16="http://schemas.microsoft.com/office/drawing/2014/main" id="{F633E673-1CE7-4B43-AF4D-006401D7DB8D}"/>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96" name="Sorted">
              <a:extLst>
                <a:ext uri="{FF2B5EF4-FFF2-40B4-BE49-F238E27FC236}">
                  <a16:creationId xmlns:a16="http://schemas.microsoft.com/office/drawing/2014/main" id="{B9E268ED-2211-463F-B3CA-88F61082F79F}"/>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97" name="Unsorted">
              <a:extLst>
                <a:ext uri="{FF2B5EF4-FFF2-40B4-BE49-F238E27FC236}">
                  <a16:creationId xmlns:a16="http://schemas.microsoft.com/office/drawing/2014/main" id="{AAE23850-5BFA-47E0-B51F-D4729A0F4320}"/>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361527904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70" name="Table 2 - 3">
            <a:extLst>
              <a:ext uri="{FF2B5EF4-FFF2-40B4-BE49-F238E27FC236}">
                <a16:creationId xmlns:a16="http://schemas.microsoft.com/office/drawing/2014/main" id="{4E68A82D-EF4E-4B0D-976E-826177EEB2B6}"/>
              </a:ext>
            </a:extLst>
          </p:cNvPr>
          <p:cNvGraphicFramePr>
            <a:graphicFrameLocks noGrp="1"/>
          </p:cNvGraphicFramePr>
          <p:nvPr>
            <p:extLst>
              <p:ext uri="{D42A27DB-BD31-4B8C-83A1-F6EECF244321}">
                <p14:modId xmlns:p14="http://schemas.microsoft.com/office/powerpoint/2010/main" val="2463534920"/>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2" name="Table 3 - 29">
            <a:extLst>
              <a:ext uri="{FF2B5EF4-FFF2-40B4-BE49-F238E27FC236}">
                <a16:creationId xmlns:a16="http://schemas.microsoft.com/office/drawing/2014/main" id="{E527C9DF-89C2-46A7-AA9E-C9821A8022DB}"/>
              </a:ext>
            </a:extLst>
          </p:cNvPr>
          <p:cNvGraphicFramePr>
            <a:graphicFrameLocks noGrp="1"/>
          </p:cNvGraphicFramePr>
          <p:nvPr>
            <p:extLst>
              <p:ext uri="{D42A27DB-BD31-4B8C-83A1-F6EECF244321}">
                <p14:modId xmlns:p14="http://schemas.microsoft.com/office/powerpoint/2010/main" val="322737465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3" name="Table 4 - 29 &amp; 3 - Green">
            <a:extLst>
              <a:ext uri="{FF2B5EF4-FFF2-40B4-BE49-F238E27FC236}">
                <a16:creationId xmlns:a16="http://schemas.microsoft.com/office/drawing/2014/main" id="{484D6B59-125C-4BE3-87D9-EB0EBD342423}"/>
              </a:ext>
            </a:extLst>
          </p:cNvPr>
          <p:cNvGraphicFramePr>
            <a:graphicFrameLocks noGrp="1"/>
          </p:cNvGraphicFramePr>
          <p:nvPr>
            <p:extLst>
              <p:ext uri="{D42A27DB-BD31-4B8C-83A1-F6EECF244321}">
                <p14:modId xmlns:p14="http://schemas.microsoft.com/office/powerpoint/2010/main" val="18964952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4" name="Table 5 - 3 &amp; 29">
            <a:extLst>
              <a:ext uri="{FF2B5EF4-FFF2-40B4-BE49-F238E27FC236}">
                <a16:creationId xmlns:a16="http://schemas.microsoft.com/office/drawing/2014/main" id="{D6A55EAC-C8B2-42BE-A8A0-27C791FE324E}"/>
              </a:ext>
            </a:extLst>
          </p:cNvPr>
          <p:cNvGraphicFramePr>
            <a:graphicFrameLocks noGrp="1"/>
          </p:cNvGraphicFramePr>
          <p:nvPr>
            <p:extLst>
              <p:ext uri="{D42A27DB-BD31-4B8C-83A1-F6EECF244321}">
                <p14:modId xmlns:p14="http://schemas.microsoft.com/office/powerpoint/2010/main" val="263394825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0" name="Table 6 - 51">
            <a:extLst>
              <a:ext uri="{FF2B5EF4-FFF2-40B4-BE49-F238E27FC236}">
                <a16:creationId xmlns:a16="http://schemas.microsoft.com/office/drawing/2014/main" id="{85531682-6F12-4F78-805D-A240056D46B8}"/>
              </a:ext>
            </a:extLst>
          </p:cNvPr>
          <p:cNvGraphicFramePr>
            <a:graphicFrameLocks noGrp="1"/>
          </p:cNvGraphicFramePr>
          <p:nvPr>
            <p:extLst>
              <p:ext uri="{D42A27DB-BD31-4B8C-83A1-F6EECF244321}">
                <p14:modId xmlns:p14="http://schemas.microsoft.com/office/powerpoint/2010/main" val="143255858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1" name="Table 7 - 29">
            <a:extLst>
              <a:ext uri="{FF2B5EF4-FFF2-40B4-BE49-F238E27FC236}">
                <a16:creationId xmlns:a16="http://schemas.microsoft.com/office/drawing/2014/main" id="{A13274D1-0C91-415F-BBFA-CAB6DAFD8D4A}"/>
              </a:ext>
            </a:extLst>
          </p:cNvPr>
          <p:cNvGraphicFramePr>
            <a:graphicFrameLocks noGrp="1"/>
          </p:cNvGraphicFramePr>
          <p:nvPr>
            <p:extLst>
              <p:ext uri="{D42A27DB-BD31-4B8C-83A1-F6EECF244321}">
                <p14:modId xmlns:p14="http://schemas.microsoft.com/office/powerpoint/2010/main" val="318614655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2" name="Table 8 - 29 &amp; 51 - Red">
            <a:extLst>
              <a:ext uri="{FF2B5EF4-FFF2-40B4-BE49-F238E27FC236}">
                <a16:creationId xmlns:a16="http://schemas.microsoft.com/office/drawing/2014/main" id="{9385BB4A-5F5E-46CB-80E9-3DBC509A0394}"/>
              </a:ext>
            </a:extLst>
          </p:cNvPr>
          <p:cNvGraphicFramePr>
            <a:graphicFrameLocks noGrp="1"/>
          </p:cNvGraphicFramePr>
          <p:nvPr>
            <p:extLst>
              <p:ext uri="{D42A27DB-BD31-4B8C-83A1-F6EECF244321}">
                <p14:modId xmlns:p14="http://schemas.microsoft.com/office/powerpoint/2010/main" val="178563271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3" name="Table 9 - 29 &amp; 51">
            <a:extLst>
              <a:ext uri="{FF2B5EF4-FFF2-40B4-BE49-F238E27FC236}">
                <a16:creationId xmlns:a16="http://schemas.microsoft.com/office/drawing/2014/main" id="{560854BA-424B-4F23-89F2-334350FC05BA}"/>
              </a:ext>
            </a:extLst>
          </p:cNvPr>
          <p:cNvGraphicFramePr>
            <a:graphicFrameLocks noGrp="1"/>
          </p:cNvGraphicFramePr>
          <p:nvPr>
            <p:extLst>
              <p:ext uri="{D42A27DB-BD31-4B8C-83A1-F6EECF244321}">
                <p14:modId xmlns:p14="http://schemas.microsoft.com/office/powerpoint/2010/main" val="3681901808"/>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9" name="Table 10 - 18">
            <a:extLst>
              <a:ext uri="{FF2B5EF4-FFF2-40B4-BE49-F238E27FC236}">
                <a16:creationId xmlns:a16="http://schemas.microsoft.com/office/drawing/2014/main" id="{0995934E-DE2B-4730-A971-71D6966192C4}"/>
              </a:ext>
            </a:extLst>
          </p:cNvPr>
          <p:cNvGraphicFramePr>
            <a:graphicFrameLocks noGrp="1"/>
          </p:cNvGraphicFramePr>
          <p:nvPr>
            <p:extLst>
              <p:ext uri="{D42A27DB-BD31-4B8C-83A1-F6EECF244321}">
                <p14:modId xmlns:p14="http://schemas.microsoft.com/office/powerpoint/2010/main" val="228192552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0" name="Table 11 - 51">
            <a:extLst>
              <a:ext uri="{FF2B5EF4-FFF2-40B4-BE49-F238E27FC236}">
                <a16:creationId xmlns:a16="http://schemas.microsoft.com/office/drawing/2014/main" id="{1E48E83B-59BC-4937-9674-D5362ACD64B6}"/>
              </a:ext>
            </a:extLst>
          </p:cNvPr>
          <p:cNvGraphicFramePr>
            <a:graphicFrameLocks noGrp="1"/>
          </p:cNvGraphicFramePr>
          <p:nvPr>
            <p:extLst>
              <p:ext uri="{D42A27DB-BD31-4B8C-83A1-F6EECF244321}">
                <p14:modId xmlns:p14="http://schemas.microsoft.com/office/powerpoint/2010/main" val="89499513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1" name="Table 12 - 51 &amp; 18 - Green">
            <a:extLst>
              <a:ext uri="{FF2B5EF4-FFF2-40B4-BE49-F238E27FC236}">
                <a16:creationId xmlns:a16="http://schemas.microsoft.com/office/drawing/2014/main" id="{ED1ED488-5A81-458E-BE4E-0D4D0DDAD9EA}"/>
              </a:ext>
            </a:extLst>
          </p:cNvPr>
          <p:cNvGraphicFramePr>
            <a:graphicFrameLocks noGrp="1"/>
          </p:cNvGraphicFramePr>
          <p:nvPr>
            <p:extLst>
              <p:ext uri="{D42A27DB-BD31-4B8C-83A1-F6EECF244321}">
                <p14:modId xmlns:p14="http://schemas.microsoft.com/office/powerpoint/2010/main" val="3844075936"/>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2" name="Table 13 - 18 &amp; 51">
            <a:extLst>
              <a:ext uri="{FF2B5EF4-FFF2-40B4-BE49-F238E27FC236}">
                <a16:creationId xmlns:a16="http://schemas.microsoft.com/office/drawing/2014/main" id="{C028E5CB-09B6-4038-B6E4-97FADF9924BF}"/>
              </a:ext>
            </a:extLst>
          </p:cNvPr>
          <p:cNvGraphicFramePr>
            <a:graphicFrameLocks noGrp="1"/>
          </p:cNvGraphicFramePr>
          <p:nvPr>
            <p:extLst>
              <p:ext uri="{D42A27DB-BD31-4B8C-83A1-F6EECF244321}">
                <p14:modId xmlns:p14="http://schemas.microsoft.com/office/powerpoint/2010/main" val="170095078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8" name="Table 14 - 18">
            <a:extLst>
              <a:ext uri="{FF2B5EF4-FFF2-40B4-BE49-F238E27FC236}">
                <a16:creationId xmlns:a16="http://schemas.microsoft.com/office/drawing/2014/main" id="{D1EEA4BD-41D7-4E88-88AB-DE66335BC219}"/>
              </a:ext>
            </a:extLst>
          </p:cNvPr>
          <p:cNvGraphicFramePr>
            <a:graphicFrameLocks noGrp="1"/>
          </p:cNvGraphicFramePr>
          <p:nvPr>
            <p:extLst>
              <p:ext uri="{D42A27DB-BD31-4B8C-83A1-F6EECF244321}">
                <p14:modId xmlns:p14="http://schemas.microsoft.com/office/powerpoint/2010/main" val="62958808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9" name="Table 15 - 29">
            <a:extLst>
              <a:ext uri="{FF2B5EF4-FFF2-40B4-BE49-F238E27FC236}">
                <a16:creationId xmlns:a16="http://schemas.microsoft.com/office/drawing/2014/main" id="{36E1999F-5A34-40DA-A492-8EAFA7E43537}"/>
              </a:ext>
            </a:extLst>
          </p:cNvPr>
          <p:cNvGraphicFramePr>
            <a:graphicFrameLocks noGrp="1"/>
          </p:cNvGraphicFramePr>
          <p:nvPr>
            <p:extLst>
              <p:ext uri="{D42A27DB-BD31-4B8C-83A1-F6EECF244321}">
                <p14:modId xmlns:p14="http://schemas.microsoft.com/office/powerpoint/2010/main" val="328087671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0" name="Table 16 - 29 &amp; 18 - Green">
            <a:extLst>
              <a:ext uri="{FF2B5EF4-FFF2-40B4-BE49-F238E27FC236}">
                <a16:creationId xmlns:a16="http://schemas.microsoft.com/office/drawing/2014/main" id="{956AC1A4-9D93-4D20-9DD0-BA3833AA0B30}"/>
              </a:ext>
            </a:extLst>
          </p:cNvPr>
          <p:cNvGraphicFramePr>
            <a:graphicFrameLocks noGrp="1"/>
          </p:cNvGraphicFramePr>
          <p:nvPr>
            <p:extLst>
              <p:ext uri="{D42A27DB-BD31-4B8C-83A1-F6EECF244321}">
                <p14:modId xmlns:p14="http://schemas.microsoft.com/office/powerpoint/2010/main" val="89142000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1" name="Table 17 - 18 &amp; 29">
            <a:extLst>
              <a:ext uri="{FF2B5EF4-FFF2-40B4-BE49-F238E27FC236}">
                <a16:creationId xmlns:a16="http://schemas.microsoft.com/office/drawing/2014/main" id="{B13DA415-5DF1-4AAB-9A67-4B4777F2A886}"/>
              </a:ext>
            </a:extLst>
          </p:cNvPr>
          <p:cNvGraphicFramePr>
            <a:graphicFrameLocks noGrp="1"/>
          </p:cNvGraphicFramePr>
          <p:nvPr>
            <p:extLst>
              <p:ext uri="{D42A27DB-BD31-4B8C-83A1-F6EECF244321}">
                <p14:modId xmlns:p14="http://schemas.microsoft.com/office/powerpoint/2010/main" val="3986495502"/>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2" name="Table 18 - 18">
            <a:extLst>
              <a:ext uri="{FF2B5EF4-FFF2-40B4-BE49-F238E27FC236}">
                <a16:creationId xmlns:a16="http://schemas.microsoft.com/office/drawing/2014/main" id="{0BB7FCF2-B337-422E-8BA2-D9D9D551E5F4}"/>
              </a:ext>
            </a:extLst>
          </p:cNvPr>
          <p:cNvGraphicFramePr>
            <a:graphicFrameLocks noGrp="1"/>
          </p:cNvGraphicFramePr>
          <p:nvPr>
            <p:extLst>
              <p:ext uri="{D42A27DB-BD31-4B8C-83A1-F6EECF244321}">
                <p14:modId xmlns:p14="http://schemas.microsoft.com/office/powerpoint/2010/main" val="225733536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3" name="Table 19 - 3">
            <a:extLst>
              <a:ext uri="{FF2B5EF4-FFF2-40B4-BE49-F238E27FC236}">
                <a16:creationId xmlns:a16="http://schemas.microsoft.com/office/drawing/2014/main" id="{BB8185BC-698F-4581-B3EA-0C979CDDAD22}"/>
              </a:ext>
            </a:extLst>
          </p:cNvPr>
          <p:cNvGraphicFramePr>
            <a:graphicFrameLocks noGrp="1"/>
          </p:cNvGraphicFramePr>
          <p:nvPr>
            <p:extLst>
              <p:ext uri="{D42A27DB-BD31-4B8C-83A1-F6EECF244321}">
                <p14:modId xmlns:p14="http://schemas.microsoft.com/office/powerpoint/2010/main" val="3085173738"/>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4" name="Table 20 - 3 &amp; 18 - Red">
            <a:extLst>
              <a:ext uri="{FF2B5EF4-FFF2-40B4-BE49-F238E27FC236}">
                <a16:creationId xmlns:a16="http://schemas.microsoft.com/office/drawing/2014/main" id="{908DBC2B-494E-4748-BFE7-10EC099EB0E7}"/>
              </a:ext>
            </a:extLst>
          </p:cNvPr>
          <p:cNvGraphicFramePr>
            <a:graphicFrameLocks noGrp="1"/>
          </p:cNvGraphicFramePr>
          <p:nvPr>
            <p:extLst>
              <p:ext uri="{D42A27DB-BD31-4B8C-83A1-F6EECF244321}">
                <p14:modId xmlns:p14="http://schemas.microsoft.com/office/powerpoint/2010/main" val="4056728760"/>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5" name="Table 21 - 3 &amp; 18">
            <a:extLst>
              <a:ext uri="{FF2B5EF4-FFF2-40B4-BE49-F238E27FC236}">
                <a16:creationId xmlns:a16="http://schemas.microsoft.com/office/drawing/2014/main" id="{F4A50C22-C766-4F29-A16E-35B828F0CDFF}"/>
              </a:ext>
            </a:extLst>
          </p:cNvPr>
          <p:cNvGraphicFramePr>
            <a:graphicFrameLocks noGrp="1"/>
          </p:cNvGraphicFramePr>
          <p:nvPr>
            <p:extLst>
              <p:ext uri="{D42A27DB-BD31-4B8C-83A1-F6EECF244321}">
                <p14:modId xmlns:p14="http://schemas.microsoft.com/office/powerpoint/2010/main" val="265236429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6" name="Table 22 - 41">
            <a:extLst>
              <a:ext uri="{FF2B5EF4-FFF2-40B4-BE49-F238E27FC236}">
                <a16:creationId xmlns:a16="http://schemas.microsoft.com/office/drawing/2014/main" id="{404ADF59-C225-4736-90F1-6859C3441079}"/>
              </a:ext>
            </a:extLst>
          </p:cNvPr>
          <p:cNvGraphicFramePr>
            <a:graphicFrameLocks noGrp="1"/>
          </p:cNvGraphicFramePr>
          <p:nvPr>
            <p:extLst>
              <p:ext uri="{D42A27DB-BD31-4B8C-83A1-F6EECF244321}">
                <p14:modId xmlns:p14="http://schemas.microsoft.com/office/powerpoint/2010/main" val="55426201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7" name="Table 23 - 51">
            <a:extLst>
              <a:ext uri="{FF2B5EF4-FFF2-40B4-BE49-F238E27FC236}">
                <a16:creationId xmlns:a16="http://schemas.microsoft.com/office/drawing/2014/main" id="{F9D8CEBE-56D8-46A8-AB2C-92FAD0B60670}"/>
              </a:ext>
            </a:extLst>
          </p:cNvPr>
          <p:cNvGraphicFramePr>
            <a:graphicFrameLocks noGrp="1"/>
          </p:cNvGraphicFramePr>
          <p:nvPr>
            <p:extLst>
              <p:ext uri="{D42A27DB-BD31-4B8C-83A1-F6EECF244321}">
                <p14:modId xmlns:p14="http://schemas.microsoft.com/office/powerpoint/2010/main" val="2099745656"/>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8" name="Table 24 - 51 &amp; 41 - Green">
            <a:extLst>
              <a:ext uri="{FF2B5EF4-FFF2-40B4-BE49-F238E27FC236}">
                <a16:creationId xmlns:a16="http://schemas.microsoft.com/office/drawing/2014/main" id="{732437D8-B6DF-4FE8-913A-ED41807CA2C0}"/>
              </a:ext>
            </a:extLst>
          </p:cNvPr>
          <p:cNvGraphicFramePr>
            <a:graphicFrameLocks noGrp="1"/>
          </p:cNvGraphicFramePr>
          <p:nvPr>
            <p:extLst>
              <p:ext uri="{D42A27DB-BD31-4B8C-83A1-F6EECF244321}">
                <p14:modId xmlns:p14="http://schemas.microsoft.com/office/powerpoint/2010/main" val="391977031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109" name="Table 25 - 41 &amp; 51">
            <a:extLst>
              <a:ext uri="{FF2B5EF4-FFF2-40B4-BE49-F238E27FC236}">
                <a16:creationId xmlns:a16="http://schemas.microsoft.com/office/drawing/2014/main" id="{A91AA67F-C8F7-48D3-8B1F-72A6A58E9F48}"/>
              </a:ext>
            </a:extLst>
          </p:cNvPr>
          <p:cNvGraphicFramePr>
            <a:graphicFrameLocks noGrp="1"/>
          </p:cNvGraphicFramePr>
          <p:nvPr>
            <p:extLst>
              <p:ext uri="{D42A27DB-BD31-4B8C-83A1-F6EECF244321}">
                <p14:modId xmlns:p14="http://schemas.microsoft.com/office/powerpoint/2010/main" val="256817487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0" name="Table 26 - 41">
            <a:extLst>
              <a:ext uri="{FF2B5EF4-FFF2-40B4-BE49-F238E27FC236}">
                <a16:creationId xmlns:a16="http://schemas.microsoft.com/office/drawing/2014/main" id="{5B28AA4C-9ACA-40A1-9A55-5EEC79A37290}"/>
              </a:ext>
            </a:extLst>
          </p:cNvPr>
          <p:cNvGraphicFramePr>
            <a:graphicFrameLocks noGrp="1"/>
          </p:cNvGraphicFramePr>
          <p:nvPr>
            <p:extLst>
              <p:ext uri="{D42A27DB-BD31-4B8C-83A1-F6EECF244321}">
                <p14:modId xmlns:p14="http://schemas.microsoft.com/office/powerpoint/2010/main" val="286887601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1" name="Table 27 - 29">
            <a:extLst>
              <a:ext uri="{FF2B5EF4-FFF2-40B4-BE49-F238E27FC236}">
                <a16:creationId xmlns:a16="http://schemas.microsoft.com/office/drawing/2014/main" id="{441B51C3-EFBB-476B-ADCB-F496A6CBCCC9}"/>
              </a:ext>
            </a:extLst>
          </p:cNvPr>
          <p:cNvGraphicFramePr>
            <a:graphicFrameLocks noGrp="1"/>
          </p:cNvGraphicFramePr>
          <p:nvPr>
            <p:extLst>
              <p:ext uri="{D42A27DB-BD31-4B8C-83A1-F6EECF244321}">
                <p14:modId xmlns:p14="http://schemas.microsoft.com/office/powerpoint/2010/main" val="89394767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2" name="Table 28 - 29 &amp; 41 - Red">
            <a:extLst>
              <a:ext uri="{FF2B5EF4-FFF2-40B4-BE49-F238E27FC236}">
                <a16:creationId xmlns:a16="http://schemas.microsoft.com/office/drawing/2014/main" id="{5F4BC2BE-BFD7-45FC-B618-D7E120D0E702}"/>
              </a:ext>
            </a:extLst>
          </p:cNvPr>
          <p:cNvGraphicFramePr>
            <a:graphicFrameLocks noGrp="1"/>
          </p:cNvGraphicFramePr>
          <p:nvPr>
            <p:extLst>
              <p:ext uri="{D42A27DB-BD31-4B8C-83A1-F6EECF244321}">
                <p14:modId xmlns:p14="http://schemas.microsoft.com/office/powerpoint/2010/main" val="60958739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3" name="Table 29 - 29 &amp; 41">
            <a:extLst>
              <a:ext uri="{FF2B5EF4-FFF2-40B4-BE49-F238E27FC236}">
                <a16:creationId xmlns:a16="http://schemas.microsoft.com/office/drawing/2014/main" id="{1EB03091-EA7E-47F3-8811-AE63FB000F8B}"/>
              </a:ext>
            </a:extLst>
          </p:cNvPr>
          <p:cNvGraphicFramePr>
            <a:graphicFrameLocks noGrp="1"/>
          </p:cNvGraphicFramePr>
          <p:nvPr>
            <p:extLst>
              <p:ext uri="{D42A27DB-BD31-4B8C-83A1-F6EECF244321}">
                <p14:modId xmlns:p14="http://schemas.microsoft.com/office/powerpoint/2010/main" val="210313694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 name="Table 30 - All - Pink">
            <a:extLst>
              <a:ext uri="{FF2B5EF4-FFF2-40B4-BE49-F238E27FC236}">
                <a16:creationId xmlns:a16="http://schemas.microsoft.com/office/drawing/2014/main" id="{D22C4B69-F8DD-4EE8-CB91-6E13BBA6D337}"/>
              </a:ext>
            </a:extLst>
          </p:cNvPr>
          <p:cNvGraphicFramePr>
            <a:graphicFrameLocks noGrp="1"/>
          </p:cNvGraphicFramePr>
          <p:nvPr>
            <p:extLst>
              <p:ext uri="{D42A27DB-BD31-4B8C-83A1-F6EECF244321}">
                <p14:modId xmlns:p14="http://schemas.microsoft.com/office/powerpoint/2010/main" val="77374123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extLst>
                  <a:ext uri="{0D108BD9-81ED-4DB2-BD59-A6C34878D82A}">
                    <a16:rowId xmlns:a16="http://schemas.microsoft.com/office/drawing/2014/main" val="4210304019"/>
                  </a:ext>
                </a:extLst>
              </a:tr>
            </a:tbl>
          </a:graphicData>
        </a:graphic>
      </p:graphicFrame>
      <p:sp>
        <p:nvSpPr>
          <p:cNvPr id="6" name="Text">
            <a:extLst>
              <a:ext uri="{FF2B5EF4-FFF2-40B4-BE49-F238E27FC236}">
                <a16:creationId xmlns:a16="http://schemas.microsoft.com/office/drawing/2014/main" id="{54C2ECEF-5658-3BAD-A7EA-41AD468E8A4B}"/>
              </a:ext>
            </a:extLst>
          </p:cNvPr>
          <p:cNvSpPr/>
          <p:nvPr/>
        </p:nvSpPr>
        <p:spPr>
          <a:xfrm>
            <a:off x="7579523" y="578315"/>
            <a:ext cx="4279105"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Fixed loop</a:t>
            </a:r>
          </a:p>
          <a:p>
            <a:pPr marL="285750" indent="-285750">
              <a:spcAft>
                <a:spcPts val="1200"/>
              </a:spcAft>
              <a:buFont typeface="Arial" panose="020B0604020202020204" pitchFamily="34" charset="0"/>
              <a:buChar char="•"/>
            </a:pPr>
            <a:r>
              <a:rPr lang="en-GB" sz="3200" dirty="0">
                <a:solidFill>
                  <a:srgbClr val="7030A0"/>
                </a:solidFill>
              </a:rPr>
              <a:t>Inner: Conditional loop</a:t>
            </a:r>
          </a:p>
        </p:txBody>
      </p:sp>
    </p:spTree>
    <p:extLst>
      <p:ext uri="{BB962C8B-B14F-4D97-AF65-F5344CB8AC3E}">
        <p14:creationId xmlns:p14="http://schemas.microsoft.com/office/powerpoint/2010/main" val="1613937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barn(outVertical)">
                                      <p:cBhvr>
                                        <p:cTn id="17" dur="15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xEl>
                                              <p:pRg st="1" end="1"/>
                                            </p:txEl>
                                          </p:spTgt>
                                        </p:tgtEl>
                                        <p:attrNameLst>
                                          <p:attrName>style.visibility</p:attrName>
                                        </p:attrNameLst>
                                      </p:cBhvr>
                                      <p:to>
                                        <p:strVal val="visible"/>
                                      </p:to>
                                    </p:set>
                                    <p:animEffect transition="in" filter="wipe(left)">
                                      <p:cBhvr>
                                        <p:cTn id="22" dur="2500"/>
                                        <p:tgtEl>
                                          <p:spTgt spid="5">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73"/>
                                        </p:tgtEl>
                                        <p:attrNameLst>
                                          <p:attrName>style.visibility</p:attrName>
                                        </p:attrNameLst>
                                      </p:cBhvr>
                                      <p:to>
                                        <p:strVal val="visible"/>
                                      </p:to>
                                    </p:set>
                                    <p:animEffect transition="in" filter="wipe(left)">
                                      <p:cBhvr>
                                        <p:cTn id="35" dur="1500"/>
                                        <p:tgtEl>
                                          <p:spTgt spid="73"/>
                                        </p:tgtEl>
                                      </p:cBhvr>
                                    </p:animEffect>
                                  </p:childTnLst>
                                </p:cTn>
                              </p:par>
                              <p:par>
                                <p:cTn id="36" presetID="16" presetClass="exit" presetSubtype="21" fill="hold" nodeType="withEffect">
                                  <p:stCondLst>
                                    <p:cond delay="0"/>
                                  </p:stCondLst>
                                  <p:childTnLst>
                                    <p:animEffect transition="out" filter="barn(inVertical)">
                                      <p:cBhvr>
                                        <p:cTn id="37" dur="500"/>
                                        <p:tgtEl>
                                          <p:spTgt spid="3"/>
                                        </p:tgtEl>
                                      </p:cBhvr>
                                    </p:animEffect>
                                    <p:set>
                                      <p:cBhvr>
                                        <p:cTn id="38" dur="1" fill="hold">
                                          <p:stCondLst>
                                            <p:cond delay="499"/>
                                          </p:stCondLst>
                                        </p:cTn>
                                        <p:tgtEl>
                                          <p:spTgt spid="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txEl>
                                              <p:pRg st="2" end="2"/>
                                            </p:txEl>
                                          </p:spTgt>
                                        </p:tgtEl>
                                        <p:attrNameLst>
                                          <p:attrName>style.visibility</p:attrName>
                                        </p:attrNameLst>
                                      </p:cBhvr>
                                      <p:to>
                                        <p:strVal val="visible"/>
                                      </p:to>
                                    </p:set>
                                    <p:animEffect transition="in" filter="wipe(left)">
                                      <p:cBhvr>
                                        <p:cTn id="43" dur="2500"/>
                                        <p:tgtEl>
                                          <p:spTgt spid="5">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74"/>
                                        </p:tgtEl>
                                        <p:attrNameLst>
                                          <p:attrName>style.visibility</p:attrName>
                                        </p:attrNameLst>
                                      </p:cBhvr>
                                      <p:to>
                                        <p:strVal val="visible"/>
                                      </p:to>
                                    </p:set>
                                    <p:animEffect transition="in" filter="wipe(left)">
                                      <p:cBhvr>
                                        <p:cTn id="48" dur="1500"/>
                                        <p:tgtEl>
                                          <p:spTgt spid="74"/>
                                        </p:tgtEl>
                                      </p:cBhvr>
                                    </p:animEffect>
                                  </p:childTnLst>
                                </p:cTn>
                              </p:par>
                            </p:childTnLst>
                          </p:cTn>
                        </p:par>
                      </p:childTnLst>
                    </p:cTn>
                  </p:par>
                  <p:par>
                    <p:cTn id="49" fill="hold">
                      <p:stCondLst>
                        <p:cond delay="indefinite"/>
                      </p:stCondLst>
                      <p:childTnLst>
                        <p:par>
                          <p:cTn id="50" fill="hold">
                            <p:stCondLst>
                              <p:cond delay="0"/>
                            </p:stCondLst>
                            <p:childTnLst>
                              <p:par>
                                <p:cTn id="51" presetID="16" presetClass="entr" presetSubtype="37" fill="hold" nodeType="click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barn(outVertical)">
                                      <p:cBhvr>
                                        <p:cTn id="53" dur="1500"/>
                                        <p:tgtEl>
                                          <p:spTgt spid="75"/>
                                        </p:tgtEl>
                                      </p:cBhvr>
                                    </p:animEffec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nodeType="clickEffect">
                                  <p:stCondLst>
                                    <p:cond delay="0"/>
                                  </p:stCondLst>
                                  <p:childTnLst>
                                    <p:set>
                                      <p:cBhvr>
                                        <p:cTn id="57" dur="1" fill="hold">
                                          <p:stCondLst>
                                            <p:cond delay="0"/>
                                          </p:stCondLst>
                                        </p:cTn>
                                        <p:tgtEl>
                                          <p:spTgt spid="80"/>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81"/>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82"/>
                                        </p:tgtEl>
                                        <p:attrNameLst>
                                          <p:attrName>style.visibility</p:attrName>
                                        </p:attrNameLst>
                                      </p:cBhvr>
                                      <p:to>
                                        <p:strVal val="visible"/>
                                      </p:to>
                                    </p:set>
                                    <p:animEffect transition="in" filter="wipe(left)">
                                      <p:cBhvr>
                                        <p:cTn id="66" dur="1500"/>
                                        <p:tgtEl>
                                          <p:spTgt spid="82"/>
                                        </p:tgtEl>
                                      </p:cBhvr>
                                    </p:animEffect>
                                  </p:childTnLst>
                                </p:cTn>
                              </p:par>
                              <p:par>
                                <p:cTn id="67" presetID="16" presetClass="exit" presetSubtype="21" fill="hold" nodeType="withEffect">
                                  <p:stCondLst>
                                    <p:cond delay="0"/>
                                  </p:stCondLst>
                                  <p:childTnLst>
                                    <p:animEffect transition="out" filter="barn(inVertical)">
                                      <p:cBhvr>
                                        <p:cTn id="68" dur="500"/>
                                        <p:tgtEl>
                                          <p:spTgt spid="75"/>
                                        </p:tgtEl>
                                      </p:cBhvr>
                                    </p:animEffect>
                                    <p:set>
                                      <p:cBhvr>
                                        <p:cTn id="69" dur="1" fill="hold">
                                          <p:stCondLst>
                                            <p:cond delay="499"/>
                                          </p:stCondLst>
                                        </p:cTn>
                                        <p:tgtEl>
                                          <p:spTgt spid="75"/>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83"/>
                                        </p:tgtEl>
                                        <p:attrNameLst>
                                          <p:attrName>style.visibility</p:attrName>
                                        </p:attrNameLst>
                                      </p:cBhvr>
                                      <p:to>
                                        <p:strVal val="visible"/>
                                      </p:to>
                                    </p:set>
                                    <p:animEffect transition="in" filter="wipe(left)">
                                      <p:cBhvr>
                                        <p:cTn id="74" dur="1500"/>
                                        <p:tgtEl>
                                          <p:spTgt spid="83"/>
                                        </p:tgtEl>
                                      </p:cBhvr>
                                    </p:animEffect>
                                  </p:childTnLst>
                                </p:cTn>
                              </p:par>
                            </p:childTnLst>
                          </p:cTn>
                        </p:par>
                      </p:childTnLst>
                    </p:cTn>
                  </p:par>
                  <p:par>
                    <p:cTn id="75" fill="hold">
                      <p:stCondLst>
                        <p:cond delay="indefinite"/>
                      </p:stCondLst>
                      <p:childTnLst>
                        <p:par>
                          <p:cTn id="76" fill="hold">
                            <p:stCondLst>
                              <p:cond delay="0"/>
                            </p:stCondLst>
                            <p:childTnLst>
                              <p:par>
                                <p:cTn id="77" presetID="16" presetClass="entr" presetSubtype="37" fill="hold" nodeType="clickEffect">
                                  <p:stCondLst>
                                    <p:cond delay="0"/>
                                  </p:stCondLst>
                                  <p:childTnLst>
                                    <p:set>
                                      <p:cBhvr>
                                        <p:cTn id="78" dur="1" fill="hold">
                                          <p:stCondLst>
                                            <p:cond delay="0"/>
                                          </p:stCondLst>
                                        </p:cTn>
                                        <p:tgtEl>
                                          <p:spTgt spid="84"/>
                                        </p:tgtEl>
                                        <p:attrNameLst>
                                          <p:attrName>style.visibility</p:attrName>
                                        </p:attrNameLst>
                                      </p:cBhvr>
                                      <p:to>
                                        <p:strVal val="visible"/>
                                      </p:to>
                                    </p:set>
                                    <p:animEffect transition="in" filter="barn(outVertical)">
                                      <p:cBhvr>
                                        <p:cTn id="79" dur="1500"/>
                                        <p:tgtEl>
                                          <p:spTgt spid="84"/>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clickEffect">
                                  <p:stCondLst>
                                    <p:cond delay="0"/>
                                  </p:stCondLst>
                                  <p:childTnLst>
                                    <p:set>
                                      <p:cBhvr>
                                        <p:cTn id="83" dur="1" fill="hold">
                                          <p:stCondLst>
                                            <p:cond delay="0"/>
                                          </p:stCondLst>
                                        </p:cTn>
                                        <p:tgtEl>
                                          <p:spTgt spid="8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nodeType="clickEffect">
                                  <p:stCondLst>
                                    <p:cond delay="0"/>
                                  </p:stCondLst>
                                  <p:childTnLst>
                                    <p:set>
                                      <p:cBhvr>
                                        <p:cTn id="87" dur="1" fill="hold">
                                          <p:stCondLst>
                                            <p:cond delay="0"/>
                                          </p:stCondLst>
                                        </p:cTn>
                                        <p:tgtEl>
                                          <p:spTgt spid="90"/>
                                        </p:tgtEl>
                                        <p:attrNameLst>
                                          <p:attrName>style.visibility</p:attrName>
                                        </p:attrNameLst>
                                      </p:cBhvr>
                                      <p:to>
                                        <p:strVal val="visible"/>
                                      </p:to>
                                    </p:set>
                                  </p:childTnLst>
                                </p:cTn>
                              </p:par>
                              <p:par>
                                <p:cTn id="88" presetID="16" presetClass="exit" presetSubtype="21" fill="hold" nodeType="withEffect">
                                  <p:stCondLst>
                                    <p:cond delay="0"/>
                                  </p:stCondLst>
                                  <p:childTnLst>
                                    <p:animEffect transition="out" filter="barn(inVertical)">
                                      <p:cBhvr>
                                        <p:cTn id="89" dur="500"/>
                                        <p:tgtEl>
                                          <p:spTgt spid="84"/>
                                        </p:tgtEl>
                                      </p:cBhvr>
                                    </p:animEffect>
                                    <p:set>
                                      <p:cBhvr>
                                        <p:cTn id="90" dur="1" fill="hold">
                                          <p:stCondLst>
                                            <p:cond delay="499"/>
                                          </p:stCondLst>
                                        </p:cTn>
                                        <p:tgtEl>
                                          <p:spTgt spid="84"/>
                                        </p:tgtEl>
                                        <p:attrNameLst>
                                          <p:attrName>style.visibility</p:attrName>
                                        </p:attrNameLst>
                                      </p:cBhvr>
                                      <p:to>
                                        <p:strVal val="hidden"/>
                                      </p:to>
                                    </p:set>
                                  </p:childTnLst>
                                </p:cTn>
                              </p:par>
                            </p:childTnLst>
                          </p:cTn>
                        </p:par>
                      </p:childTnLst>
                    </p:cTn>
                  </p:par>
                  <p:par>
                    <p:cTn id="91" fill="hold">
                      <p:stCondLst>
                        <p:cond delay="indefinite"/>
                      </p:stCondLst>
                      <p:childTnLst>
                        <p:par>
                          <p:cTn id="92" fill="hold">
                            <p:stCondLst>
                              <p:cond delay="0"/>
                            </p:stCondLst>
                            <p:childTnLst>
                              <p:par>
                                <p:cTn id="93" presetID="22" presetClass="entr" presetSubtype="8" fill="hold" nodeType="clickEffect">
                                  <p:stCondLst>
                                    <p:cond delay="0"/>
                                  </p:stCondLst>
                                  <p:childTnLst>
                                    <p:set>
                                      <p:cBhvr>
                                        <p:cTn id="94" dur="1" fill="hold">
                                          <p:stCondLst>
                                            <p:cond delay="0"/>
                                          </p:stCondLst>
                                        </p:cTn>
                                        <p:tgtEl>
                                          <p:spTgt spid="91"/>
                                        </p:tgtEl>
                                        <p:attrNameLst>
                                          <p:attrName>style.visibility</p:attrName>
                                        </p:attrNameLst>
                                      </p:cBhvr>
                                      <p:to>
                                        <p:strVal val="visible"/>
                                      </p:to>
                                    </p:set>
                                    <p:animEffect transition="in" filter="wipe(left)">
                                      <p:cBhvr>
                                        <p:cTn id="95" dur="1500"/>
                                        <p:tgtEl>
                                          <p:spTgt spid="91"/>
                                        </p:tgtEl>
                                      </p:cBhvr>
                                    </p:animEffect>
                                  </p:childTnLst>
                                </p:cTn>
                              </p:par>
                            </p:childTnLst>
                          </p:cTn>
                        </p:par>
                      </p:childTnLst>
                    </p:cTn>
                  </p:par>
                  <p:par>
                    <p:cTn id="96" fill="hold">
                      <p:stCondLst>
                        <p:cond delay="indefinite"/>
                      </p:stCondLst>
                      <p:childTnLst>
                        <p:par>
                          <p:cTn id="97" fill="hold">
                            <p:stCondLst>
                              <p:cond delay="0"/>
                            </p:stCondLst>
                            <p:childTnLst>
                              <p:par>
                                <p:cTn id="98" presetID="22" presetClass="entr" presetSubtype="8" fill="hold" nodeType="clickEffect">
                                  <p:stCondLst>
                                    <p:cond delay="0"/>
                                  </p:stCondLst>
                                  <p:childTnLst>
                                    <p:set>
                                      <p:cBhvr>
                                        <p:cTn id="99" dur="1" fill="hold">
                                          <p:stCondLst>
                                            <p:cond delay="0"/>
                                          </p:stCondLst>
                                        </p:cTn>
                                        <p:tgtEl>
                                          <p:spTgt spid="92"/>
                                        </p:tgtEl>
                                        <p:attrNameLst>
                                          <p:attrName>style.visibility</p:attrName>
                                        </p:attrNameLst>
                                      </p:cBhvr>
                                      <p:to>
                                        <p:strVal val="visible"/>
                                      </p:to>
                                    </p:set>
                                    <p:animEffect transition="in" filter="wipe(left)">
                                      <p:cBhvr>
                                        <p:cTn id="100" dur="1500"/>
                                        <p:tgtEl>
                                          <p:spTgt spid="92"/>
                                        </p:tgtEl>
                                      </p:cBhvr>
                                    </p:animEffec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98"/>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99"/>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22" presetClass="entr" presetSubtype="8" fill="hold" nodeType="clickEffect">
                                  <p:stCondLst>
                                    <p:cond delay="0"/>
                                  </p:stCondLst>
                                  <p:childTnLst>
                                    <p:set>
                                      <p:cBhvr>
                                        <p:cTn id="112" dur="1" fill="hold">
                                          <p:stCondLst>
                                            <p:cond delay="0"/>
                                          </p:stCondLst>
                                        </p:cTn>
                                        <p:tgtEl>
                                          <p:spTgt spid="100"/>
                                        </p:tgtEl>
                                        <p:attrNameLst>
                                          <p:attrName>style.visibility</p:attrName>
                                        </p:attrNameLst>
                                      </p:cBhvr>
                                      <p:to>
                                        <p:strVal val="visible"/>
                                      </p:to>
                                    </p:set>
                                    <p:animEffect transition="in" filter="wipe(left)">
                                      <p:cBhvr>
                                        <p:cTn id="113" dur="1500"/>
                                        <p:tgtEl>
                                          <p:spTgt spid="100"/>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nodeType="clickEffect">
                                  <p:stCondLst>
                                    <p:cond delay="0"/>
                                  </p:stCondLst>
                                  <p:childTnLst>
                                    <p:set>
                                      <p:cBhvr>
                                        <p:cTn id="117" dur="1" fill="hold">
                                          <p:stCondLst>
                                            <p:cond delay="0"/>
                                          </p:stCondLst>
                                        </p:cTn>
                                        <p:tgtEl>
                                          <p:spTgt spid="101"/>
                                        </p:tgtEl>
                                        <p:attrNameLst>
                                          <p:attrName>style.visibility</p:attrName>
                                        </p:attrNameLst>
                                      </p:cBhvr>
                                      <p:to>
                                        <p:strVal val="visible"/>
                                      </p:to>
                                    </p:set>
                                    <p:animEffect transition="in" filter="wipe(left)">
                                      <p:cBhvr>
                                        <p:cTn id="118" dur="1500"/>
                                        <p:tgtEl>
                                          <p:spTgt spid="101"/>
                                        </p:tgtEl>
                                      </p:cBhvr>
                                    </p:animEffec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102"/>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10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nodeType="clickEffect">
                                  <p:stCondLst>
                                    <p:cond delay="0"/>
                                  </p:stCondLst>
                                  <p:childTnLst>
                                    <p:set>
                                      <p:cBhvr>
                                        <p:cTn id="130" dur="1" fill="hold">
                                          <p:stCondLst>
                                            <p:cond delay="0"/>
                                          </p:stCondLst>
                                        </p:cTn>
                                        <p:tgtEl>
                                          <p:spTgt spid="104"/>
                                        </p:tgtEl>
                                        <p:attrNameLst>
                                          <p:attrName>style.visibility</p:attrName>
                                        </p:attrNameLst>
                                      </p:cBhvr>
                                      <p:to>
                                        <p:strVal val="visible"/>
                                      </p:to>
                                    </p:set>
                                    <p:animEffect transition="in" filter="wipe(left)">
                                      <p:cBhvr>
                                        <p:cTn id="131" dur="1500"/>
                                        <p:tgtEl>
                                          <p:spTgt spid="104"/>
                                        </p:tgtEl>
                                      </p:cBhvr>
                                    </p:animEffect>
                                  </p:childTnLst>
                                </p:cTn>
                              </p:par>
                            </p:childTnLst>
                          </p:cTn>
                        </p:par>
                      </p:childTnLst>
                    </p:cTn>
                  </p:par>
                  <p:par>
                    <p:cTn id="132" fill="hold">
                      <p:stCondLst>
                        <p:cond delay="indefinite"/>
                      </p:stCondLst>
                      <p:childTnLst>
                        <p:par>
                          <p:cTn id="133" fill="hold">
                            <p:stCondLst>
                              <p:cond delay="0"/>
                            </p:stCondLst>
                            <p:childTnLst>
                              <p:par>
                                <p:cTn id="134" presetID="22" presetClass="entr" presetSubtype="8" fill="hold" nodeType="clickEffect">
                                  <p:stCondLst>
                                    <p:cond delay="0"/>
                                  </p:stCondLst>
                                  <p:childTnLst>
                                    <p:set>
                                      <p:cBhvr>
                                        <p:cTn id="135" dur="1" fill="hold">
                                          <p:stCondLst>
                                            <p:cond delay="0"/>
                                          </p:stCondLst>
                                        </p:cTn>
                                        <p:tgtEl>
                                          <p:spTgt spid="105"/>
                                        </p:tgtEl>
                                        <p:attrNameLst>
                                          <p:attrName>style.visibility</p:attrName>
                                        </p:attrNameLst>
                                      </p:cBhvr>
                                      <p:to>
                                        <p:strVal val="visible"/>
                                      </p:to>
                                    </p:set>
                                    <p:animEffect transition="in" filter="wipe(left)">
                                      <p:cBhvr>
                                        <p:cTn id="136" dur="1500"/>
                                        <p:tgtEl>
                                          <p:spTgt spid="105"/>
                                        </p:tgtEl>
                                      </p:cBhvr>
                                    </p:animEffect>
                                  </p:childTnLst>
                                </p:cTn>
                              </p:par>
                            </p:childTnLst>
                          </p:cTn>
                        </p:par>
                      </p:childTnLst>
                    </p:cTn>
                  </p:par>
                  <p:par>
                    <p:cTn id="137" fill="hold">
                      <p:stCondLst>
                        <p:cond delay="indefinite"/>
                      </p:stCondLst>
                      <p:childTnLst>
                        <p:par>
                          <p:cTn id="138" fill="hold">
                            <p:stCondLst>
                              <p:cond delay="0"/>
                            </p:stCondLst>
                            <p:childTnLst>
                              <p:par>
                                <p:cTn id="139" presetID="16" presetClass="entr" presetSubtype="37" fill="hold" nodeType="clickEffect">
                                  <p:stCondLst>
                                    <p:cond delay="0"/>
                                  </p:stCondLst>
                                  <p:childTnLst>
                                    <p:set>
                                      <p:cBhvr>
                                        <p:cTn id="140" dur="1" fill="hold">
                                          <p:stCondLst>
                                            <p:cond delay="0"/>
                                          </p:stCondLst>
                                        </p:cTn>
                                        <p:tgtEl>
                                          <p:spTgt spid="93"/>
                                        </p:tgtEl>
                                        <p:attrNameLst>
                                          <p:attrName>style.visibility</p:attrName>
                                        </p:attrNameLst>
                                      </p:cBhvr>
                                      <p:to>
                                        <p:strVal val="visible"/>
                                      </p:to>
                                    </p:set>
                                    <p:animEffect transition="in" filter="barn(outVertical)">
                                      <p:cBhvr>
                                        <p:cTn id="141" dur="1500"/>
                                        <p:tgtEl>
                                          <p:spTgt spid="93"/>
                                        </p:tgtEl>
                                      </p:cBhvr>
                                    </p:animEffect>
                                  </p:childTnLst>
                                </p:cTn>
                              </p:par>
                            </p:childTnLst>
                          </p:cTn>
                        </p:par>
                      </p:childTnLst>
                    </p:cTn>
                  </p:par>
                  <p:par>
                    <p:cTn id="142" fill="hold">
                      <p:stCondLst>
                        <p:cond delay="indefinite"/>
                      </p:stCondLst>
                      <p:childTnLst>
                        <p:par>
                          <p:cTn id="143" fill="hold">
                            <p:stCondLst>
                              <p:cond delay="0"/>
                            </p:stCondLst>
                            <p:childTnLst>
                              <p:par>
                                <p:cTn id="144" presetID="1" presetClass="entr" presetSubtype="0" fill="hold" nodeType="clickEffect">
                                  <p:stCondLst>
                                    <p:cond delay="0"/>
                                  </p:stCondLst>
                                  <p:childTnLst>
                                    <p:set>
                                      <p:cBhvr>
                                        <p:cTn id="145" dur="1" fill="hold">
                                          <p:stCondLst>
                                            <p:cond delay="0"/>
                                          </p:stCondLst>
                                        </p:cTn>
                                        <p:tgtEl>
                                          <p:spTgt spid="106"/>
                                        </p:tgtEl>
                                        <p:attrNameLst>
                                          <p:attrName>style.visibility</p:attrName>
                                        </p:attrNameLst>
                                      </p:cBhvr>
                                      <p:to>
                                        <p:strVal val="visible"/>
                                      </p:to>
                                    </p:set>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nodeType="clickEffect">
                                  <p:stCondLst>
                                    <p:cond delay="0"/>
                                  </p:stCondLst>
                                  <p:childTnLst>
                                    <p:set>
                                      <p:cBhvr>
                                        <p:cTn id="149" dur="1" fill="hold">
                                          <p:stCondLst>
                                            <p:cond delay="0"/>
                                          </p:stCondLst>
                                        </p:cTn>
                                        <p:tgtEl>
                                          <p:spTgt spid="107"/>
                                        </p:tgtEl>
                                        <p:attrNameLst>
                                          <p:attrName>style.visibility</p:attrName>
                                        </p:attrNameLst>
                                      </p:cBhvr>
                                      <p:to>
                                        <p:strVal val="visible"/>
                                      </p:to>
                                    </p:set>
                                  </p:childTnLst>
                                </p:cTn>
                              </p:par>
                            </p:childTnLst>
                          </p:cTn>
                        </p:par>
                      </p:childTnLst>
                    </p:cTn>
                  </p:par>
                  <p:par>
                    <p:cTn id="150" fill="hold">
                      <p:stCondLst>
                        <p:cond delay="indefinite"/>
                      </p:stCondLst>
                      <p:childTnLst>
                        <p:par>
                          <p:cTn id="151" fill="hold">
                            <p:stCondLst>
                              <p:cond delay="0"/>
                            </p:stCondLst>
                            <p:childTnLst>
                              <p:par>
                                <p:cTn id="152" presetID="22" presetClass="entr" presetSubtype="8" fill="hold" nodeType="clickEffect">
                                  <p:stCondLst>
                                    <p:cond delay="0"/>
                                  </p:stCondLst>
                                  <p:childTnLst>
                                    <p:set>
                                      <p:cBhvr>
                                        <p:cTn id="153" dur="1" fill="hold">
                                          <p:stCondLst>
                                            <p:cond delay="0"/>
                                          </p:stCondLst>
                                        </p:cTn>
                                        <p:tgtEl>
                                          <p:spTgt spid="108"/>
                                        </p:tgtEl>
                                        <p:attrNameLst>
                                          <p:attrName>style.visibility</p:attrName>
                                        </p:attrNameLst>
                                      </p:cBhvr>
                                      <p:to>
                                        <p:strVal val="visible"/>
                                      </p:to>
                                    </p:set>
                                    <p:animEffect transition="in" filter="wipe(left)">
                                      <p:cBhvr>
                                        <p:cTn id="154" dur="1500"/>
                                        <p:tgtEl>
                                          <p:spTgt spid="108"/>
                                        </p:tgtEl>
                                      </p:cBhvr>
                                    </p:animEffect>
                                  </p:childTnLst>
                                </p:cTn>
                              </p:par>
                              <p:par>
                                <p:cTn id="155" presetID="16" presetClass="exit" presetSubtype="21" fill="hold" nodeType="withEffect">
                                  <p:stCondLst>
                                    <p:cond delay="0"/>
                                  </p:stCondLst>
                                  <p:childTnLst>
                                    <p:animEffect transition="out" filter="barn(inVertical)">
                                      <p:cBhvr>
                                        <p:cTn id="156" dur="500"/>
                                        <p:tgtEl>
                                          <p:spTgt spid="93"/>
                                        </p:tgtEl>
                                      </p:cBhvr>
                                    </p:animEffect>
                                    <p:set>
                                      <p:cBhvr>
                                        <p:cTn id="157" dur="1" fill="hold">
                                          <p:stCondLst>
                                            <p:cond delay="499"/>
                                          </p:stCondLst>
                                        </p:cTn>
                                        <p:tgtEl>
                                          <p:spTgt spid="93"/>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nodeType="clickEffect">
                                  <p:stCondLst>
                                    <p:cond delay="0"/>
                                  </p:stCondLst>
                                  <p:childTnLst>
                                    <p:set>
                                      <p:cBhvr>
                                        <p:cTn id="161" dur="1" fill="hold">
                                          <p:stCondLst>
                                            <p:cond delay="0"/>
                                          </p:stCondLst>
                                        </p:cTn>
                                        <p:tgtEl>
                                          <p:spTgt spid="109"/>
                                        </p:tgtEl>
                                        <p:attrNameLst>
                                          <p:attrName>style.visibility</p:attrName>
                                        </p:attrNameLst>
                                      </p:cBhvr>
                                      <p:to>
                                        <p:strVal val="visible"/>
                                      </p:to>
                                    </p:set>
                                    <p:animEffect transition="in" filter="wipe(left)">
                                      <p:cBhvr>
                                        <p:cTn id="162" dur="1500"/>
                                        <p:tgtEl>
                                          <p:spTgt spid="109"/>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nodeType="clickEffect">
                                  <p:stCondLst>
                                    <p:cond delay="0"/>
                                  </p:stCondLst>
                                  <p:childTnLst>
                                    <p:set>
                                      <p:cBhvr>
                                        <p:cTn id="166" dur="1" fill="hold">
                                          <p:stCondLst>
                                            <p:cond delay="0"/>
                                          </p:stCondLst>
                                        </p:cTn>
                                        <p:tgtEl>
                                          <p:spTgt spid="110"/>
                                        </p:tgtEl>
                                        <p:attrNameLst>
                                          <p:attrName>style.visibility</p:attrName>
                                        </p:attrNameLst>
                                      </p:cBhvr>
                                      <p:to>
                                        <p:strVal val="visible"/>
                                      </p:to>
                                    </p:set>
                                    <p:animEffect transition="in" filter="wipe(left)">
                                      <p:cBhvr>
                                        <p:cTn id="167" dur="1500"/>
                                        <p:tgtEl>
                                          <p:spTgt spid="110"/>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8" fill="hold" nodeType="clickEffect">
                                  <p:stCondLst>
                                    <p:cond delay="0"/>
                                  </p:stCondLst>
                                  <p:childTnLst>
                                    <p:set>
                                      <p:cBhvr>
                                        <p:cTn id="171" dur="1" fill="hold">
                                          <p:stCondLst>
                                            <p:cond delay="0"/>
                                          </p:stCondLst>
                                        </p:cTn>
                                        <p:tgtEl>
                                          <p:spTgt spid="111"/>
                                        </p:tgtEl>
                                        <p:attrNameLst>
                                          <p:attrName>style.visibility</p:attrName>
                                        </p:attrNameLst>
                                      </p:cBhvr>
                                      <p:to>
                                        <p:strVal val="visible"/>
                                      </p:to>
                                    </p:set>
                                    <p:animEffect transition="in" filter="wipe(left)">
                                      <p:cBhvr>
                                        <p:cTn id="172" dur="1500"/>
                                        <p:tgtEl>
                                          <p:spTgt spid="111"/>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8" fill="hold" nodeType="clickEffect">
                                  <p:stCondLst>
                                    <p:cond delay="0"/>
                                  </p:stCondLst>
                                  <p:childTnLst>
                                    <p:set>
                                      <p:cBhvr>
                                        <p:cTn id="176" dur="1" fill="hold">
                                          <p:stCondLst>
                                            <p:cond delay="0"/>
                                          </p:stCondLst>
                                        </p:cTn>
                                        <p:tgtEl>
                                          <p:spTgt spid="112"/>
                                        </p:tgtEl>
                                        <p:attrNameLst>
                                          <p:attrName>style.visibility</p:attrName>
                                        </p:attrNameLst>
                                      </p:cBhvr>
                                      <p:to>
                                        <p:strVal val="visible"/>
                                      </p:to>
                                    </p:set>
                                    <p:animEffect transition="in" filter="wipe(left)">
                                      <p:cBhvr>
                                        <p:cTn id="177" dur="1500"/>
                                        <p:tgtEl>
                                          <p:spTgt spid="112"/>
                                        </p:tgtEl>
                                      </p:cBhvr>
                                    </p:animEffect>
                                  </p:childTnLst>
                                </p:cTn>
                              </p:par>
                            </p:childTnLst>
                          </p:cTn>
                        </p:par>
                      </p:childTnLst>
                    </p:cTn>
                  </p:par>
                  <p:par>
                    <p:cTn id="178" fill="hold">
                      <p:stCondLst>
                        <p:cond delay="indefinite"/>
                      </p:stCondLst>
                      <p:childTnLst>
                        <p:par>
                          <p:cTn id="179" fill="hold">
                            <p:stCondLst>
                              <p:cond delay="0"/>
                            </p:stCondLst>
                            <p:childTnLst>
                              <p:par>
                                <p:cTn id="180" presetID="22" presetClass="entr" presetSubtype="8" fill="hold" nodeType="clickEffect">
                                  <p:stCondLst>
                                    <p:cond delay="0"/>
                                  </p:stCondLst>
                                  <p:childTnLst>
                                    <p:set>
                                      <p:cBhvr>
                                        <p:cTn id="181" dur="1" fill="hold">
                                          <p:stCondLst>
                                            <p:cond delay="0"/>
                                          </p:stCondLst>
                                        </p:cTn>
                                        <p:tgtEl>
                                          <p:spTgt spid="113"/>
                                        </p:tgtEl>
                                        <p:attrNameLst>
                                          <p:attrName>style.visibility</p:attrName>
                                        </p:attrNameLst>
                                      </p:cBhvr>
                                      <p:to>
                                        <p:strVal val="visible"/>
                                      </p:to>
                                    </p:set>
                                    <p:animEffect transition="in" filter="wipe(left)">
                                      <p:cBhvr>
                                        <p:cTn id="182" dur="1500"/>
                                        <p:tgtEl>
                                          <p:spTgt spid="113"/>
                                        </p:tgtEl>
                                      </p:cBhvr>
                                    </p:animEffect>
                                  </p:childTnLst>
                                </p:cTn>
                              </p:par>
                            </p:childTnLst>
                          </p:cTn>
                        </p:par>
                      </p:childTnLst>
                    </p:cTn>
                  </p:par>
                  <p:par>
                    <p:cTn id="183" fill="hold">
                      <p:stCondLst>
                        <p:cond delay="indefinite"/>
                      </p:stCondLst>
                      <p:childTnLst>
                        <p:par>
                          <p:cTn id="184" fill="hold">
                            <p:stCondLst>
                              <p:cond delay="0"/>
                            </p:stCondLst>
                            <p:childTnLst>
                              <p:par>
                                <p:cTn id="185" presetID="22" presetClass="entr" presetSubtype="8" fill="hold" nodeType="clickEffect">
                                  <p:stCondLst>
                                    <p:cond delay="0"/>
                                  </p:stCondLst>
                                  <p:childTnLst>
                                    <p:set>
                                      <p:cBhvr>
                                        <p:cTn id="186" dur="1" fill="hold">
                                          <p:stCondLst>
                                            <p:cond delay="0"/>
                                          </p:stCondLst>
                                        </p:cTn>
                                        <p:tgtEl>
                                          <p:spTgt spid="4"/>
                                        </p:tgtEl>
                                        <p:attrNameLst>
                                          <p:attrName>style.visibility</p:attrName>
                                        </p:attrNameLst>
                                      </p:cBhvr>
                                      <p:to>
                                        <p:strVal val="visible"/>
                                      </p:to>
                                    </p:set>
                                    <p:animEffect transition="in" filter="wipe(left)">
                                      <p:cBhvr>
                                        <p:cTn id="187" dur="1500"/>
                                        <p:tgtEl>
                                          <p:spTgt spid="4"/>
                                        </p:tgtEl>
                                      </p:cBhvr>
                                    </p:animEffec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6">
                                            <p:txEl>
                                              <p:pRg st="0" end="0"/>
                                            </p:txEl>
                                          </p:spTgt>
                                        </p:tgtEl>
                                        <p:attrNameLst>
                                          <p:attrName>style.visibility</p:attrName>
                                        </p:attrNameLst>
                                      </p:cBhvr>
                                      <p:to>
                                        <p:strVal val="visible"/>
                                      </p:to>
                                    </p:set>
                                    <p:animEffect transition="in" filter="wipe(left)">
                                      <p:cBhvr>
                                        <p:cTn id="192" dur="1250"/>
                                        <p:tgtEl>
                                          <p:spTgt spid="6">
                                            <p:txEl>
                                              <p:pRg st="0" end="0"/>
                                            </p:txEl>
                                          </p:spTgt>
                                        </p:tgtEl>
                                      </p:cBhvr>
                                    </p:animEffect>
                                  </p:childTnLst>
                                </p:cTn>
                              </p:par>
                            </p:childTnLst>
                          </p:cTn>
                        </p:par>
                      </p:childTnLst>
                    </p:cTn>
                  </p:par>
                  <p:par>
                    <p:cTn id="193" fill="hold">
                      <p:stCondLst>
                        <p:cond delay="indefinite"/>
                      </p:stCondLst>
                      <p:childTnLst>
                        <p:par>
                          <p:cTn id="194" fill="hold">
                            <p:stCondLst>
                              <p:cond delay="0"/>
                            </p:stCondLst>
                            <p:childTnLst>
                              <p:par>
                                <p:cTn id="195" presetID="22" presetClass="entr" presetSubtype="8" fill="hold" grpId="0" nodeType="clickEffect">
                                  <p:stCondLst>
                                    <p:cond delay="0"/>
                                  </p:stCondLst>
                                  <p:childTnLst>
                                    <p:set>
                                      <p:cBhvr>
                                        <p:cTn id="196" dur="1" fill="hold">
                                          <p:stCondLst>
                                            <p:cond delay="0"/>
                                          </p:stCondLst>
                                        </p:cTn>
                                        <p:tgtEl>
                                          <p:spTgt spid="6">
                                            <p:txEl>
                                              <p:pRg st="1" end="1"/>
                                            </p:txEl>
                                          </p:spTgt>
                                        </p:tgtEl>
                                        <p:attrNameLst>
                                          <p:attrName>style.visibility</p:attrName>
                                        </p:attrNameLst>
                                      </p:cBhvr>
                                      <p:to>
                                        <p:strVal val="visible"/>
                                      </p:to>
                                    </p:set>
                                    <p:animEffect transition="in" filter="wipe(left)">
                                      <p:cBhvr>
                                        <p:cTn id="197" dur="12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Insertion Sort</a:t>
            </a:r>
          </a:p>
        </p:txBody>
      </p:sp>
      <p:sp>
        <p:nvSpPr>
          <p:cNvPr id="5" name="Text">
            <a:extLst>
              <a:ext uri="{FF2B5EF4-FFF2-40B4-BE49-F238E27FC236}">
                <a16:creationId xmlns:a16="http://schemas.microsoft.com/office/drawing/2014/main" id="{546FD6EB-0999-DFFC-F220-CB0C981B6495}"/>
              </a:ext>
            </a:extLst>
          </p:cNvPr>
          <p:cNvSpPr/>
          <p:nvPr/>
        </p:nvSpPr>
        <p:spPr>
          <a:xfrm>
            <a:off x="1998857" y="4418734"/>
            <a:ext cx="3170776"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First value</a:t>
            </a:r>
          </a:p>
          <a:p>
            <a:pPr marL="285750" indent="-285750">
              <a:spcAft>
                <a:spcPts val="1200"/>
              </a:spcAft>
              <a:buFont typeface="Arial" panose="020B0604020202020204" pitchFamily="34" charset="0"/>
              <a:buChar char="•"/>
            </a:pPr>
            <a:r>
              <a:rPr lang="en-GB" sz="3200" dirty="0"/>
              <a:t>First unsorted</a:t>
            </a:r>
          </a:p>
          <a:p>
            <a:pPr marL="285750" indent="-285750">
              <a:spcAft>
                <a:spcPts val="1200"/>
              </a:spcAft>
              <a:buFont typeface="Arial" panose="020B0604020202020204" pitchFamily="34" charset="0"/>
              <a:buChar char="•"/>
            </a:pPr>
            <a:r>
              <a:rPr lang="en-GB" sz="3200" dirty="0"/>
              <a:t>Swaps</a:t>
            </a:r>
          </a:p>
        </p:txBody>
      </p:sp>
      <p:grpSp>
        <p:nvGrpSpPr>
          <p:cNvPr id="3" name="Sorted 1">
            <a:extLst>
              <a:ext uri="{FF2B5EF4-FFF2-40B4-BE49-F238E27FC236}">
                <a16:creationId xmlns:a16="http://schemas.microsoft.com/office/drawing/2014/main" id="{F21DC3B0-1720-4C22-BFDC-AB8F60858349}"/>
              </a:ext>
            </a:extLst>
          </p:cNvPr>
          <p:cNvGrpSpPr/>
          <p:nvPr/>
        </p:nvGrpSpPr>
        <p:grpSpPr>
          <a:xfrm>
            <a:off x="3953401" y="3259147"/>
            <a:ext cx="1800000" cy="540000"/>
            <a:chOff x="4063584" y="3157277"/>
            <a:chExt cx="1800000" cy="540000"/>
          </a:xfrm>
        </p:grpSpPr>
        <p:cxnSp>
          <p:nvCxnSpPr>
            <p:cNvPr id="68" name="Straight Connector 67">
              <a:extLst>
                <a:ext uri="{FF2B5EF4-FFF2-40B4-BE49-F238E27FC236}">
                  <a16:creationId xmlns:a16="http://schemas.microsoft.com/office/drawing/2014/main" id="{3EEC7143-77E1-4E51-8ED8-5A46C818B353}"/>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3FD895A-2D81-4E25-8798-DF6862E199F3}"/>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847094786"/>
              </p:ext>
            </p:extLst>
          </p:nvPr>
        </p:nvGraphicFramePr>
        <p:xfrm>
          <a:off x="2329500" y="210882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6" name="Text">
            <a:extLst>
              <a:ext uri="{FF2B5EF4-FFF2-40B4-BE49-F238E27FC236}">
                <a16:creationId xmlns:a16="http://schemas.microsoft.com/office/drawing/2014/main" id="{54C2ECEF-5658-3BAD-A7EA-41AD468E8A4B}"/>
              </a:ext>
            </a:extLst>
          </p:cNvPr>
          <p:cNvSpPr/>
          <p:nvPr/>
        </p:nvSpPr>
        <p:spPr>
          <a:xfrm>
            <a:off x="7579523" y="578315"/>
            <a:ext cx="4279105"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a:t>
            </a:r>
          </a:p>
          <a:p>
            <a:pPr marL="285750" indent="-285750">
              <a:spcAft>
                <a:spcPts val="1200"/>
              </a:spcAft>
              <a:buFont typeface="Arial" panose="020B0604020202020204" pitchFamily="34" charset="0"/>
              <a:buChar char="•"/>
            </a:pPr>
            <a:r>
              <a:rPr lang="en-GB" sz="3200" dirty="0">
                <a:solidFill>
                  <a:srgbClr val="7030A0"/>
                </a:solidFill>
              </a:rPr>
              <a:t>Inner loop:</a:t>
            </a:r>
          </a:p>
        </p:txBody>
      </p:sp>
    </p:spTree>
    <p:extLst>
      <p:ext uri="{BB962C8B-B14F-4D97-AF65-F5344CB8AC3E}">
        <p14:creationId xmlns:p14="http://schemas.microsoft.com/office/powerpoint/2010/main" val="17974847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sp>
        <p:nvSpPr>
          <p:cNvPr id="3" name="Middle =">
            <a:extLst>
              <a:ext uri="{FF2B5EF4-FFF2-40B4-BE49-F238E27FC236}">
                <a16:creationId xmlns:a16="http://schemas.microsoft.com/office/drawing/2014/main" id="{6FFDD233-4C25-438E-92B3-B81ABA0277DB}"/>
              </a:ext>
            </a:extLst>
          </p:cNvPr>
          <p:cNvSpPr/>
          <p:nvPr/>
        </p:nvSpPr>
        <p:spPr>
          <a:xfrm>
            <a:off x="2432942" y="4739633"/>
            <a:ext cx="7322646" cy="1877437"/>
          </a:xfrm>
          <a:prstGeom prst="rect">
            <a:avLst/>
          </a:prstGeom>
        </p:spPr>
        <p:txBody>
          <a:bodyPr wrap="non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sp>
        <p:nvSpPr>
          <p:cNvPr id="26" name="Values already sorted">
            <a:extLst>
              <a:ext uri="{FF2B5EF4-FFF2-40B4-BE49-F238E27FC236}">
                <a16:creationId xmlns:a16="http://schemas.microsoft.com/office/drawing/2014/main" id="{A3AF31AC-0988-40B2-A3E3-AF55111E8959}"/>
              </a:ext>
            </a:extLst>
          </p:cNvPr>
          <p:cNvSpPr/>
          <p:nvPr/>
        </p:nvSpPr>
        <p:spPr>
          <a:xfrm>
            <a:off x="7962487" y="1342867"/>
            <a:ext cx="3391313" cy="523220"/>
          </a:xfrm>
          <a:prstGeom prst="rect">
            <a:avLst/>
          </a:prstGeom>
        </p:spPr>
        <p:txBody>
          <a:bodyPr wrap="none">
            <a:spAutoFit/>
          </a:bodyPr>
          <a:lstStyle/>
          <a:p>
            <a:pPr algn="r"/>
            <a:r>
              <a:rPr lang="en-GB" sz="2800" b="1" dirty="0">
                <a:solidFill>
                  <a:srgbClr val="7030A0"/>
                </a:solidFill>
              </a:rPr>
              <a:t>Values already sorted</a:t>
            </a:r>
          </a:p>
        </p:txBody>
      </p:sp>
      <p:sp>
        <p:nvSpPr>
          <p:cNvPr id="21" name="Target">
            <a:extLst>
              <a:ext uri="{FF2B5EF4-FFF2-40B4-BE49-F238E27FC236}">
                <a16:creationId xmlns:a16="http://schemas.microsoft.com/office/drawing/2014/main" id="{2796F581-AE5A-4481-9A12-3254A56C8A10}"/>
              </a:ext>
            </a:extLst>
          </p:cNvPr>
          <p:cNvSpPr/>
          <p:nvPr/>
        </p:nvSpPr>
        <p:spPr>
          <a:xfrm>
            <a:off x="960418" y="4216413"/>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
        <p:nvSpPr>
          <p:cNvPr id="17" name="Start 1">
            <a:extLst>
              <a:ext uri="{FF2B5EF4-FFF2-40B4-BE49-F238E27FC236}">
                <a16:creationId xmlns:a16="http://schemas.microsoft.com/office/drawing/2014/main" id="{72D8836E-A56D-4B4C-B1F2-7068DE144A6C}"/>
              </a:ext>
            </a:extLst>
          </p:cNvPr>
          <p:cNvSpPr/>
          <p:nvPr/>
        </p:nvSpPr>
        <p:spPr>
          <a:xfrm>
            <a:off x="2481219"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End 6">
            <a:extLst>
              <a:ext uri="{FF2B5EF4-FFF2-40B4-BE49-F238E27FC236}">
                <a16:creationId xmlns:a16="http://schemas.microsoft.com/office/drawing/2014/main" id="{492BB6DC-FB54-45DC-9594-6690B3E0CFBC}"/>
              </a:ext>
            </a:extLst>
          </p:cNvPr>
          <p:cNvSpPr/>
          <p:nvPr/>
        </p:nvSpPr>
        <p:spPr>
          <a:xfrm>
            <a:off x="10013800" y="2523023"/>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Middle 3">
            <a:extLst>
              <a:ext uri="{FF2B5EF4-FFF2-40B4-BE49-F238E27FC236}">
                <a16:creationId xmlns:a16="http://schemas.microsoft.com/office/drawing/2014/main" id="{25E42847-F3CF-4FD5-85CF-4A86560F5ED5}"/>
              </a:ext>
            </a:extLst>
          </p:cNvPr>
          <p:cNvSpPr/>
          <p:nvPr/>
        </p:nvSpPr>
        <p:spPr>
          <a:xfrm>
            <a:off x="6104543"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8" name="Table 1 - Original">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42634330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2 - Start">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119271079"/>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2" name="Table 3 - End">
            <a:extLst>
              <a:ext uri="{FF2B5EF4-FFF2-40B4-BE49-F238E27FC236}">
                <a16:creationId xmlns:a16="http://schemas.microsoft.com/office/drawing/2014/main" id="{F72B634A-1DA1-4296-84A5-B9ADDD4B3D2B}"/>
              </a:ext>
            </a:extLst>
          </p:cNvPr>
          <p:cNvGraphicFramePr>
            <a:graphicFrameLocks noGrp="1"/>
          </p:cNvGraphicFramePr>
          <p:nvPr>
            <p:extLst>
              <p:ext uri="{D42A27DB-BD31-4B8C-83A1-F6EECF244321}">
                <p14:modId xmlns:p14="http://schemas.microsoft.com/office/powerpoint/2010/main" val="23722713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3" name="Table 4 - Middle">
            <a:extLst>
              <a:ext uri="{FF2B5EF4-FFF2-40B4-BE49-F238E27FC236}">
                <a16:creationId xmlns:a16="http://schemas.microsoft.com/office/drawing/2014/main" id="{95B51599-7E48-4BED-B2BE-6FB94B5F2F1D}"/>
              </a:ext>
            </a:extLst>
          </p:cNvPr>
          <p:cNvGraphicFramePr>
            <a:graphicFrameLocks noGrp="1"/>
          </p:cNvGraphicFramePr>
          <p:nvPr>
            <p:extLst>
              <p:ext uri="{D42A27DB-BD31-4B8C-83A1-F6EECF244321}">
                <p14:modId xmlns:p14="http://schemas.microsoft.com/office/powerpoint/2010/main" val="28020621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5" name="Table 5 - False">
            <a:extLst>
              <a:ext uri="{FF2B5EF4-FFF2-40B4-BE49-F238E27FC236}">
                <a16:creationId xmlns:a16="http://schemas.microsoft.com/office/drawing/2014/main" id="{F43C32A7-50A6-4847-88F7-047D9B682315}"/>
              </a:ext>
            </a:extLst>
          </p:cNvPr>
          <p:cNvGraphicFramePr>
            <a:graphicFrameLocks noGrp="1"/>
          </p:cNvGraphicFramePr>
          <p:nvPr>
            <p:extLst>
              <p:ext uri="{D42A27DB-BD31-4B8C-83A1-F6EECF244321}">
                <p14:modId xmlns:p14="http://schemas.microsoft.com/office/powerpoint/2010/main" val="280199554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6" name="Table 6 - Start">
            <a:extLst>
              <a:ext uri="{FF2B5EF4-FFF2-40B4-BE49-F238E27FC236}">
                <a16:creationId xmlns:a16="http://schemas.microsoft.com/office/drawing/2014/main" id="{5B92BF09-378B-4142-8DD3-5D48FB1C4C61}"/>
              </a:ext>
            </a:extLst>
          </p:cNvPr>
          <p:cNvGraphicFramePr>
            <a:graphicFrameLocks noGrp="1"/>
          </p:cNvGraphicFramePr>
          <p:nvPr>
            <p:extLst>
              <p:ext uri="{D42A27DB-BD31-4B8C-83A1-F6EECF244321}">
                <p14:modId xmlns:p14="http://schemas.microsoft.com/office/powerpoint/2010/main" val="93051800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9" name="Start 4">
            <a:extLst>
              <a:ext uri="{FF2B5EF4-FFF2-40B4-BE49-F238E27FC236}">
                <a16:creationId xmlns:a16="http://schemas.microsoft.com/office/drawing/2014/main" id="{14D0CD86-B710-49E3-95F2-112C5F77D402}"/>
              </a:ext>
            </a:extLst>
          </p:cNvPr>
          <p:cNvSpPr/>
          <p:nvPr/>
        </p:nvSpPr>
        <p:spPr>
          <a:xfrm>
            <a:off x="7498513"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graphicFrame>
        <p:nvGraphicFramePr>
          <p:cNvPr id="18" name="Table 7 - Middle">
            <a:extLst>
              <a:ext uri="{FF2B5EF4-FFF2-40B4-BE49-F238E27FC236}">
                <a16:creationId xmlns:a16="http://schemas.microsoft.com/office/drawing/2014/main" id="{D30B3795-1D7E-41DE-964B-FDB727399068}"/>
              </a:ext>
            </a:extLst>
          </p:cNvPr>
          <p:cNvGraphicFramePr>
            <a:graphicFrameLocks noGrp="1"/>
          </p:cNvGraphicFramePr>
          <p:nvPr>
            <p:extLst>
              <p:ext uri="{D42A27DB-BD31-4B8C-83A1-F6EECF244321}">
                <p14:modId xmlns:p14="http://schemas.microsoft.com/office/powerpoint/2010/main" val="3978544265"/>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0" name="Middle 5">
            <a:extLst>
              <a:ext uri="{FF2B5EF4-FFF2-40B4-BE49-F238E27FC236}">
                <a16:creationId xmlns:a16="http://schemas.microsoft.com/office/drawing/2014/main" id="{2F4CAD13-C3C6-4667-81FD-801EAF386ED2}"/>
              </a:ext>
            </a:extLst>
          </p:cNvPr>
          <p:cNvSpPr/>
          <p:nvPr/>
        </p:nvSpPr>
        <p:spPr>
          <a:xfrm>
            <a:off x="859593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2" name="Table 8 - False">
            <a:extLst>
              <a:ext uri="{FF2B5EF4-FFF2-40B4-BE49-F238E27FC236}">
                <a16:creationId xmlns:a16="http://schemas.microsoft.com/office/drawing/2014/main" id="{222C94DD-1BF6-49B1-B056-8C5BE6E6EABF}"/>
              </a:ext>
            </a:extLst>
          </p:cNvPr>
          <p:cNvGraphicFramePr>
            <a:graphicFrameLocks noGrp="1"/>
          </p:cNvGraphicFramePr>
          <p:nvPr>
            <p:extLst>
              <p:ext uri="{D42A27DB-BD31-4B8C-83A1-F6EECF244321}">
                <p14:modId xmlns:p14="http://schemas.microsoft.com/office/powerpoint/2010/main" val="130978019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3" name="Table 9 - Start &amp; End">
            <a:extLst>
              <a:ext uri="{FF2B5EF4-FFF2-40B4-BE49-F238E27FC236}">
                <a16:creationId xmlns:a16="http://schemas.microsoft.com/office/drawing/2014/main" id="{A7E9F4C8-239B-49B8-8471-248D0115F0BF}"/>
              </a:ext>
            </a:extLst>
          </p:cNvPr>
          <p:cNvGraphicFramePr>
            <a:graphicFrameLocks noGrp="1"/>
          </p:cNvGraphicFramePr>
          <p:nvPr>
            <p:extLst>
              <p:ext uri="{D42A27DB-BD31-4B8C-83A1-F6EECF244321}">
                <p14:modId xmlns:p14="http://schemas.microsoft.com/office/powerpoint/2010/main" val="89114247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4" name="Table 10 - Middle">
            <a:extLst>
              <a:ext uri="{FF2B5EF4-FFF2-40B4-BE49-F238E27FC236}">
                <a16:creationId xmlns:a16="http://schemas.microsoft.com/office/drawing/2014/main" id="{2794626C-11E5-4BA2-83DF-3C6396C85285}"/>
              </a:ext>
            </a:extLst>
          </p:cNvPr>
          <p:cNvGraphicFramePr>
            <a:graphicFrameLocks noGrp="1"/>
          </p:cNvGraphicFramePr>
          <p:nvPr>
            <p:extLst>
              <p:ext uri="{D42A27DB-BD31-4B8C-83A1-F6EECF244321}">
                <p14:modId xmlns:p14="http://schemas.microsoft.com/office/powerpoint/2010/main" val="336952028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5" name="Table 11 - True">
            <a:extLst>
              <a:ext uri="{FF2B5EF4-FFF2-40B4-BE49-F238E27FC236}">
                <a16:creationId xmlns:a16="http://schemas.microsoft.com/office/drawing/2014/main" id="{D2782DCC-250D-4E63-B23F-DDA3A5C37C0C}"/>
              </a:ext>
            </a:extLst>
          </p:cNvPr>
          <p:cNvGraphicFramePr>
            <a:graphicFrameLocks noGrp="1"/>
          </p:cNvGraphicFramePr>
          <p:nvPr>
            <p:extLst>
              <p:ext uri="{D42A27DB-BD31-4B8C-83A1-F6EECF244321}">
                <p14:modId xmlns:p14="http://schemas.microsoft.com/office/powerpoint/2010/main" val="2898008178"/>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7" name="Start &amp; End 4">
            <a:extLst>
              <a:ext uri="{FF2B5EF4-FFF2-40B4-BE49-F238E27FC236}">
                <a16:creationId xmlns:a16="http://schemas.microsoft.com/office/drawing/2014/main" id="{203D538F-6F72-4AD5-865B-2F53CF95807D}"/>
              </a:ext>
            </a:extLst>
          </p:cNvPr>
          <p:cNvSpPr/>
          <p:nvPr/>
        </p:nvSpPr>
        <p:spPr>
          <a:xfrm>
            <a:off x="7026872" y="2523023"/>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sp>
        <p:nvSpPr>
          <p:cNvPr id="28" name="Middle 4">
            <a:extLst>
              <a:ext uri="{FF2B5EF4-FFF2-40B4-BE49-F238E27FC236}">
                <a16:creationId xmlns:a16="http://schemas.microsoft.com/office/drawing/2014/main" id="{52E0C4F2-7DAC-4CFD-BA19-DA3DA5DBB4C2}"/>
              </a:ext>
            </a:extLst>
          </p:cNvPr>
          <p:cNvSpPr/>
          <p:nvPr/>
        </p:nvSpPr>
        <p:spPr>
          <a:xfrm>
            <a:off x="734735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1520012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wipe(left)">
                                      <p:cBhvr>
                                        <p:cTn id="12" dur="1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10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wipe(left)">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left)">
                                      <p:cBhvr>
                                        <p:cTn id="33" dur="5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xEl>
                                              <p:pRg st="0" end="0"/>
                                            </p:txEl>
                                          </p:spTgt>
                                        </p:tgtEl>
                                        <p:attrNameLst>
                                          <p:attrName>style.visibility</p:attrName>
                                        </p:attrNameLst>
                                      </p:cBhvr>
                                      <p:to>
                                        <p:strVal val="visible"/>
                                      </p:to>
                                    </p:set>
                                    <p:animEffect transition="in" filter="wipe(left)">
                                      <p:cBhvr>
                                        <p:cTn id="38" dur="1500"/>
                                        <p:tgtEl>
                                          <p:spTgt spid="3">
                                            <p:txEl>
                                              <p:pRg st="0" end="0"/>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3">
                                            <p:txEl>
                                              <p:pRg st="1" end="1"/>
                                            </p:txEl>
                                          </p:spTgt>
                                        </p:tgtEl>
                                        <p:attrNameLst>
                                          <p:attrName>style.visibility</p:attrName>
                                        </p:attrNameLst>
                                      </p:cBhvr>
                                      <p:to>
                                        <p:strVal val="visible"/>
                                      </p:to>
                                    </p:set>
                                    <p:animEffect transition="in" filter="wipe(left)">
                                      <p:cBhvr>
                                        <p:cTn id="51" dur="1500"/>
                                        <p:tgtEl>
                                          <p:spTgt spid="3">
                                            <p:txEl>
                                              <p:pRg st="1" end="1"/>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3">
                                            <p:txEl>
                                              <p:pRg st="2" end="2"/>
                                            </p:txEl>
                                          </p:spTgt>
                                        </p:tgtEl>
                                        <p:attrNameLst>
                                          <p:attrName>style.visibility</p:attrName>
                                        </p:attrNameLst>
                                      </p:cBhvr>
                                      <p:to>
                                        <p:strVal val="visible"/>
                                      </p:to>
                                    </p:set>
                                    <p:animEffect transition="in" filter="wipe(left)">
                                      <p:cBhvr>
                                        <p:cTn id="61" dur="1500"/>
                                        <p:tgtEl>
                                          <p:spTgt spid="3">
                                            <p:txEl>
                                              <p:pRg st="2" end="2"/>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00"/>
                                        <p:tgtEl>
                                          <p:spTgt spid="16"/>
                                        </p:tgtEl>
                                      </p:cBhvr>
                                    </p:animEffect>
                                  </p:childTnLst>
                                </p:cTn>
                              </p:par>
                              <p:par>
                                <p:cTn id="67" presetID="22" presetClass="exit" presetSubtype="8" fill="hold" grpId="1" nodeType="withEffect">
                                  <p:stCondLst>
                                    <p:cond delay="0"/>
                                  </p:stCondLst>
                                  <p:childTnLst>
                                    <p:animEffect transition="out" filter="wipe(left)">
                                      <p:cBhvr>
                                        <p:cTn id="68" dur="500"/>
                                        <p:tgtEl>
                                          <p:spTgt spid="17"/>
                                        </p:tgtEl>
                                      </p:cBhvr>
                                    </p:animEffect>
                                    <p:set>
                                      <p:cBhvr>
                                        <p:cTn id="69" dur="1" fill="hold">
                                          <p:stCondLst>
                                            <p:cond delay="499"/>
                                          </p:stCondLst>
                                        </p:cTn>
                                        <p:tgtEl>
                                          <p:spTgt spid="17"/>
                                        </p:tgtEl>
                                        <p:attrNameLst>
                                          <p:attrName>style.visibility</p:attrName>
                                        </p:attrNameLst>
                                      </p:cBhvr>
                                      <p:to>
                                        <p:strVal val="hidden"/>
                                      </p:to>
                                    </p:set>
                                  </p:childTnLst>
                                </p:cTn>
                              </p:par>
                              <p:par>
                                <p:cTn id="70" presetID="22" presetClass="exit" presetSubtype="8" fill="hold" grpId="1" nodeType="withEffect">
                                  <p:stCondLst>
                                    <p:cond delay="0"/>
                                  </p:stCondLst>
                                  <p:childTnLst>
                                    <p:animEffect transition="out" filter="wipe(left)">
                                      <p:cBhvr>
                                        <p:cTn id="71" dur="500"/>
                                        <p:tgtEl>
                                          <p:spTgt spid="20"/>
                                        </p:tgtEl>
                                      </p:cBhvr>
                                    </p:animEffect>
                                    <p:set>
                                      <p:cBhvr>
                                        <p:cTn id="72" dur="1" fill="hold">
                                          <p:stCondLst>
                                            <p:cond delay="499"/>
                                          </p:stCondLst>
                                        </p:cTn>
                                        <p:tgtEl>
                                          <p:spTgt spid="20"/>
                                        </p:tgtEl>
                                        <p:attrNameLst>
                                          <p:attrName>style.visibility</p:attrName>
                                        </p:attrNameLst>
                                      </p:cBhvr>
                                      <p:to>
                                        <p:strVal val="hidden"/>
                                      </p:to>
                                    </p:set>
                                  </p:childTnLst>
                                </p:cTn>
                              </p:par>
                              <p:par>
                                <p:cTn id="73" presetID="22" presetClass="entr" presetSubtype="8"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wipe(left)">
                                      <p:cBhvr>
                                        <p:cTn id="75" dur="500"/>
                                        <p:tgtEl>
                                          <p:spTgt spid="29"/>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wipe(left)">
                                      <p:cBhvr>
                                        <p:cTn id="83" dur="500"/>
                                        <p:tgtEl>
                                          <p:spTgt spid="30"/>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childTnLst>
                                </p:cTn>
                              </p:par>
                              <p:par>
                                <p:cTn id="94" presetID="22" presetClass="exit" presetSubtype="8" fill="hold" grpId="1" nodeType="withEffect">
                                  <p:stCondLst>
                                    <p:cond delay="0"/>
                                  </p:stCondLst>
                                  <p:childTnLst>
                                    <p:animEffect transition="out" filter="wipe(left)">
                                      <p:cBhvr>
                                        <p:cTn id="95" dur="500"/>
                                        <p:tgtEl>
                                          <p:spTgt spid="19"/>
                                        </p:tgtEl>
                                      </p:cBhvr>
                                    </p:animEffect>
                                    <p:set>
                                      <p:cBhvr>
                                        <p:cTn id="96" dur="1" fill="hold">
                                          <p:stCondLst>
                                            <p:cond delay="499"/>
                                          </p:stCondLst>
                                        </p:cTn>
                                        <p:tgtEl>
                                          <p:spTgt spid="19"/>
                                        </p:tgtEl>
                                        <p:attrNameLst>
                                          <p:attrName>style.visibility</p:attrName>
                                        </p:attrNameLst>
                                      </p:cBhvr>
                                      <p:to>
                                        <p:strVal val="hidden"/>
                                      </p:to>
                                    </p:set>
                                  </p:childTnLst>
                                </p:cTn>
                              </p:par>
                              <p:par>
                                <p:cTn id="97" presetID="22" presetClass="exit" presetSubtype="8" fill="hold" grpId="1" nodeType="withEffect">
                                  <p:stCondLst>
                                    <p:cond delay="0"/>
                                  </p:stCondLst>
                                  <p:childTnLst>
                                    <p:animEffect transition="out" filter="wipe(left)">
                                      <p:cBhvr>
                                        <p:cTn id="98" dur="500"/>
                                        <p:tgtEl>
                                          <p:spTgt spid="30"/>
                                        </p:tgtEl>
                                      </p:cBhvr>
                                    </p:animEffect>
                                    <p:set>
                                      <p:cBhvr>
                                        <p:cTn id="99" dur="1" fill="hold">
                                          <p:stCondLst>
                                            <p:cond delay="499"/>
                                          </p:stCondLst>
                                        </p:cTn>
                                        <p:tgtEl>
                                          <p:spTgt spid="30"/>
                                        </p:tgtEl>
                                        <p:attrNameLst>
                                          <p:attrName>style.visibility</p:attrName>
                                        </p:attrNameLst>
                                      </p:cBhvr>
                                      <p:to>
                                        <p:strVal val="hidden"/>
                                      </p:to>
                                    </p:set>
                                  </p:childTnLst>
                                </p:cTn>
                              </p:par>
                              <p:par>
                                <p:cTn id="100" presetID="22" presetClass="exit" presetSubtype="8" fill="hold" grpId="1" nodeType="withEffect">
                                  <p:stCondLst>
                                    <p:cond delay="0"/>
                                  </p:stCondLst>
                                  <p:childTnLst>
                                    <p:animEffect transition="out" filter="wipe(left)">
                                      <p:cBhvr>
                                        <p:cTn id="101" dur="500"/>
                                        <p:tgtEl>
                                          <p:spTgt spid="29"/>
                                        </p:tgtEl>
                                      </p:cBhvr>
                                    </p:animEffect>
                                    <p:set>
                                      <p:cBhvr>
                                        <p:cTn id="102" dur="1" fill="hold">
                                          <p:stCondLst>
                                            <p:cond delay="499"/>
                                          </p:stCondLst>
                                        </p:cTn>
                                        <p:tgtEl>
                                          <p:spTgt spid="29"/>
                                        </p:tgtEl>
                                        <p:attrNameLst>
                                          <p:attrName>style.visibility</p:attrName>
                                        </p:attrNameLst>
                                      </p:cBhvr>
                                      <p:to>
                                        <p:strVal val="hidden"/>
                                      </p:to>
                                    </p:set>
                                  </p:childTnLst>
                                </p:cTn>
                              </p:par>
                              <p:par>
                                <p:cTn id="103" presetID="22" presetClass="entr" presetSubtype="8" fill="hold" grpId="0" nodeType="withEffect">
                                  <p:stCondLst>
                                    <p:cond delay="0"/>
                                  </p:stCondLst>
                                  <p:childTnLst>
                                    <p:set>
                                      <p:cBhvr>
                                        <p:cTn id="104" dur="1" fill="hold">
                                          <p:stCondLst>
                                            <p:cond delay="0"/>
                                          </p:stCondLst>
                                        </p:cTn>
                                        <p:tgtEl>
                                          <p:spTgt spid="27"/>
                                        </p:tgtEl>
                                        <p:attrNameLst>
                                          <p:attrName>style.visibility</p:attrName>
                                        </p:attrNameLst>
                                      </p:cBhvr>
                                      <p:to>
                                        <p:strVal val="visible"/>
                                      </p:to>
                                    </p:set>
                                    <p:animEffect transition="in" filter="wipe(left)">
                                      <p:cBhvr>
                                        <p:cTn id="105" dur="10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childTnLst>
                                </p:cTn>
                              </p:par>
                              <p:par>
                                <p:cTn id="111" presetID="22" presetClass="exit" presetSubtype="8" fill="hold" grpId="1" nodeType="withEffect">
                                  <p:stCondLst>
                                    <p:cond delay="0"/>
                                  </p:stCondLst>
                                  <p:childTnLst>
                                    <p:animEffect transition="out" filter="wipe(left)">
                                      <p:cBhvr>
                                        <p:cTn id="112" dur="1000"/>
                                        <p:tgtEl>
                                          <p:spTgt spid="27"/>
                                        </p:tgtEl>
                                      </p:cBhvr>
                                    </p:animEffect>
                                    <p:set>
                                      <p:cBhvr>
                                        <p:cTn id="113" dur="1" fill="hold">
                                          <p:stCondLst>
                                            <p:cond delay="999"/>
                                          </p:stCondLst>
                                        </p:cTn>
                                        <p:tgtEl>
                                          <p:spTgt spid="27"/>
                                        </p:tgtEl>
                                        <p:attrNameLst>
                                          <p:attrName>style.visibility</p:attrName>
                                        </p:attrNameLst>
                                      </p:cBhvr>
                                      <p:to>
                                        <p:strVal val="hidden"/>
                                      </p:to>
                                    </p:set>
                                  </p:childTnLst>
                                </p:cTn>
                              </p:par>
                              <p:par>
                                <p:cTn id="114" presetID="22" presetClass="entr" presetSubtype="8" fill="hold" grpId="0" nodeType="withEffect">
                                  <p:stCondLst>
                                    <p:cond delay="0"/>
                                  </p:stCondLst>
                                  <p:childTnLst>
                                    <p:set>
                                      <p:cBhvr>
                                        <p:cTn id="115" dur="1" fill="hold">
                                          <p:stCondLst>
                                            <p:cond delay="0"/>
                                          </p:stCondLst>
                                        </p:cTn>
                                        <p:tgtEl>
                                          <p:spTgt spid="28"/>
                                        </p:tgtEl>
                                        <p:attrNameLst>
                                          <p:attrName>style.visibility</p:attrName>
                                        </p:attrNameLst>
                                      </p:cBhvr>
                                      <p:to>
                                        <p:strVal val="visible"/>
                                      </p:to>
                                    </p:set>
                                    <p:animEffect transition="in" filter="wipe(left)">
                                      <p:cBhvr>
                                        <p:cTn id="116" dur="500"/>
                                        <p:tgtEl>
                                          <p:spTgt spid="28"/>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6" grpId="0"/>
      <p:bldP spid="21" grpId="0"/>
      <p:bldP spid="17" grpId="0"/>
      <p:bldP spid="17" grpId="1"/>
      <p:bldP spid="19" grpId="0"/>
      <p:bldP spid="19" grpId="1"/>
      <p:bldP spid="20" grpId="0"/>
      <p:bldP spid="20" grpId="1"/>
      <p:bldP spid="29" grpId="0"/>
      <p:bldP spid="29" grpId="1"/>
      <p:bldP spid="30" grpId="0"/>
      <p:bldP spid="30" grpId="1"/>
      <p:bldP spid="27" grpId="0"/>
      <p:bldP spid="27" grpId="1"/>
      <p:bldP spid="28" grpId="0"/>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3106476565"/>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826413223"/>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222</TotalTime>
  <Words>1640</Words>
  <Application>Microsoft Office PowerPoint</Application>
  <PresentationFormat>Widescreen</PresentationFormat>
  <Paragraphs>634</Paragraphs>
  <Slides>73</Slides>
  <Notes>30</Notes>
  <HiddenSlides>9</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73</vt:i4>
      </vt:variant>
    </vt:vector>
  </HeadingPairs>
  <TitlesOfParts>
    <vt:vector size="78"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Polymorphism</vt:lpstr>
      <vt:lpstr>Abstract Class</vt:lpstr>
      <vt:lpstr>Abstract Class</vt:lpstr>
      <vt:lpstr>SDD Implementation</vt:lpstr>
      <vt:lpstr>Style Guide</vt:lpstr>
      <vt:lpstr>Learning Intentions</vt:lpstr>
      <vt:lpstr>2D Arrays</vt:lpstr>
      <vt:lpstr>Learning Intentions</vt:lpstr>
      <vt:lpstr>Bubble Sort</vt:lpstr>
      <vt:lpstr>Bubble Sort</vt:lpstr>
      <vt:lpstr>Learning Intentions</vt:lpstr>
      <vt:lpstr>Insertion Sort</vt:lpstr>
      <vt:lpstr>Insertion Sort</vt:lpstr>
      <vt:lpstr>Learning Intentions</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354</cp:revision>
  <cp:lastPrinted>2022-12-12T09:57:02Z</cp:lastPrinted>
  <dcterms:created xsi:type="dcterms:W3CDTF">2020-11-23T14:36:09Z</dcterms:created>
  <dcterms:modified xsi:type="dcterms:W3CDTF">2026-09-14T12:11:13Z</dcterms:modified>
</cp:coreProperties>
</file>