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434" r:id="rId2"/>
    <p:sldId id="506" r:id="rId3"/>
    <p:sldId id="507" r:id="rId4"/>
    <p:sldId id="262" r:id="rId5"/>
    <p:sldId id="275" r:id="rId6"/>
    <p:sldId id="888" r:id="rId7"/>
    <p:sldId id="634" r:id="rId8"/>
    <p:sldId id="889" r:id="rId9"/>
    <p:sldId id="876" r:id="rId10"/>
    <p:sldId id="890" r:id="rId11"/>
    <p:sldId id="875" r:id="rId12"/>
    <p:sldId id="883" r:id="rId13"/>
    <p:sldId id="877" r:id="rId14"/>
    <p:sldId id="880" r:id="rId15"/>
    <p:sldId id="878" r:id="rId16"/>
    <p:sldId id="882" r:id="rId17"/>
    <p:sldId id="886" r:id="rId18"/>
    <p:sldId id="887" r:id="rId19"/>
    <p:sldId id="881" r:id="rId20"/>
    <p:sldId id="884" r:id="rId21"/>
    <p:sldId id="885" r:id="rId22"/>
    <p:sldId id="879" r:id="rId23"/>
    <p:sldId id="496" r:id="rId24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</p14:sldIdLst>
        </p14:section>
        <p14:section name="Analysis" id="{7C879B73-49D3-4B0B-8E84-ADEA941CE428}">
          <p14:sldIdLst>
            <p14:sldId id="262"/>
          </p14:sldIdLst>
        </p14:section>
        <p14:section name="Use Case Diagrams" id="{8FF03462-626E-4D1D-AC9E-9B36ACF6C895}">
          <p14:sldIdLst>
            <p14:sldId id="275"/>
            <p14:sldId id="888"/>
            <p14:sldId id="634"/>
            <p14:sldId id="889"/>
            <p14:sldId id="876"/>
            <p14:sldId id="890"/>
            <p14:sldId id="875"/>
            <p14:sldId id="883"/>
            <p14:sldId id="877"/>
            <p14:sldId id="880"/>
            <p14:sldId id="878"/>
          </p14:sldIdLst>
        </p14:section>
        <p14:section name="UML Class Diagrams" id="{7D4F1648-DAC2-4075-A6B4-FD4B3092EFED}">
          <p14:sldIdLst>
            <p14:sldId id="882"/>
            <p14:sldId id="886"/>
            <p14:sldId id="887"/>
            <p14:sldId id="881"/>
            <p14:sldId id="884"/>
            <p14:sldId id="885"/>
          </p14:sldIdLst>
        </p14:section>
        <p14:section name="Implementation" id="{5C392A03-E5F5-4672-87AF-87A2BB0C2FD8}">
          <p14:sldIdLst>
            <p14:sldId id="879"/>
          </p14:sldIdLst>
        </p14:section>
        <p14:section name="Standrad algorithms" id="{E51287A6-0098-4174-B5E3-AB1589BC3F19}">
          <p14:sldIdLst>
            <p14:sldId id="496"/>
          </p14:sldIdLst>
        </p14:section>
        <p14:section name="Testing" id="{89DD8F3D-7BDB-479D-BE4D-586144FA2248}">
          <p14:sldIdLst/>
        </p14:section>
        <p14:section name="Evaluation" id="{0F7A6070-A7E2-43C1-8140-267CAC25D84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4F"/>
    <a:srgbClr val="BDD7EE"/>
    <a:srgbClr val="0086B3"/>
    <a:srgbClr val="183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556" autoAdjust="0"/>
  </p:normalViewPr>
  <p:slideViewPr>
    <p:cSldViewPr snapToGrid="0" showGuides="1">
      <p:cViewPr varScale="1">
        <p:scale>
          <a:sx n="81" d="100"/>
          <a:sy n="81" d="100"/>
        </p:scale>
        <p:origin x="195" y="5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delSld modSld addSection delSection modSection">
      <pc:chgData name="Al Friend" userId="e5ed79da-d858-46d4-9eed-a7a24903f2de" providerId="ADAL" clId="{6CF5D3DD-A8C4-4611-8099-4AEB2E976A2E}" dt="2026-06-02T18:36:38.164" v="1046" actId="20577"/>
      <pc:docMkLst>
        <pc:docMk/>
      </pc:docMkLst>
      <pc:sldChg chg="modNotesTx">
        <pc:chgData name="Al Friend" userId="e5ed79da-d858-46d4-9eed-a7a24903f2de" providerId="ADAL" clId="{6CF5D3DD-A8C4-4611-8099-4AEB2E976A2E}" dt="2026-05-31T17:19:13.800" v="1036" actId="20577"/>
        <pc:sldMkLst>
          <pc:docMk/>
          <pc:sldMk cId="3792360079" sldId="634"/>
        </pc:sldMkLst>
      </pc:sldChg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modSp mod">
        <pc:chgData name="Al Friend" userId="e5ed79da-d858-46d4-9eed-a7a24903f2de" providerId="ADAL" clId="{6CF5D3DD-A8C4-4611-8099-4AEB2E976A2E}" dt="2026-06-02T18:35:19.448" v="1045" actId="1076"/>
        <pc:sldMkLst>
          <pc:docMk/>
          <pc:sldMk cId="3895107268" sldId="883"/>
        </pc:sldMkLst>
        <pc:spChg chg="add mod">
          <ac:chgData name="Al Friend" userId="e5ed79da-d858-46d4-9eed-a7a24903f2de" providerId="ADAL" clId="{6CF5D3DD-A8C4-4611-8099-4AEB2E976A2E}" dt="2026-05-31T17:24:44.112" v="1043" actId="1582"/>
          <ac:spMkLst>
            <pc:docMk/>
            <pc:sldMk cId="3895107268" sldId="883"/>
            <ac:spMk id="3" creationId="{6B73F8E2-351C-B873-7A2F-0D4291693A98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31T17:20:34.367" v="1039" actId="20577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31T17:10:46.164" v="979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6-02T18:35:19.448" v="1045" actId="1076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31T17:08:41.500" v="975" actId="120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31T17:08:22.106" v="974" actId="692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6-02T18:35:14.410" v="1044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modSp mod">
        <pc:chgData name="Al Friend" userId="e5ed79da-d858-46d4-9eed-a7a24903f2de" providerId="ADAL" clId="{6CF5D3DD-A8C4-4611-8099-4AEB2E976A2E}" dt="2026-06-02T18:36:38.164" v="1046" actId="20577"/>
        <pc:sldMkLst>
          <pc:docMk/>
          <pc:sldMk cId="1982100101" sldId="884"/>
        </pc:sldMkLst>
        <pc:spChg chg="mod">
          <ac:chgData name="Al Friend" userId="e5ed79da-d858-46d4-9eed-a7a24903f2de" providerId="ADAL" clId="{6CF5D3DD-A8C4-4611-8099-4AEB2E976A2E}" dt="2026-06-02T18:36:38.164" v="1046" actId="20577"/>
          <ac:spMkLst>
            <pc:docMk/>
            <pc:sldMk cId="1982100101" sldId="884"/>
            <ac:spMk id="23" creationId="{703AB56C-EA29-4B82-A3B9-946D93A89946}"/>
          </ac:spMkLst>
        </pc:spChg>
      </pc:sldChg>
      <pc:sldChg chg="modSp mod">
        <pc:chgData name="Al Friend" userId="e5ed79da-d858-46d4-9eed-a7a24903f2de" providerId="ADAL" clId="{6CF5D3DD-A8C4-4611-8099-4AEB2E976A2E}" dt="2026-05-31T11:43:21.196" v="892" actId="1076"/>
        <pc:sldMkLst>
          <pc:docMk/>
          <pc:sldMk cId="294841495" sldId="885"/>
        </pc:sldMkLst>
        <pc:spChg chg="mod">
          <ac:chgData name="Al Friend" userId="e5ed79da-d858-46d4-9eed-a7a24903f2de" providerId="ADAL" clId="{6CF5D3DD-A8C4-4611-8099-4AEB2E976A2E}" dt="2026-05-31T11:43:21.196" v="892" actId="1076"/>
          <ac:spMkLst>
            <pc:docMk/>
            <pc:sldMk cId="294841495" sldId="885"/>
            <ac:spMk id="45" creationId="{1E67091E-C2CE-47A7-9BCD-380A030776A4}"/>
          </ac:spMkLst>
        </pc:sp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47" creationId="{C30F19AF-9E3E-4F7A-ABB2-5682DFBA7145}"/>
          </ac:cxnSpMkLst>
        </pc:cxn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addSp modSp new mod">
        <pc:chgData name="Al Friend" userId="e5ed79da-d858-46d4-9eed-a7a24903f2de" providerId="ADAL" clId="{6CF5D3DD-A8C4-4611-8099-4AEB2E976A2E}" dt="2026-05-31T11:36:32.098" v="877" actId="20577"/>
        <pc:sldMkLst>
          <pc:docMk/>
          <pc:sldMk cId="272324595" sldId="886"/>
        </pc:sldMkLst>
        <pc:spChg chg="mod">
          <ac:chgData name="Al Friend" userId="e5ed79da-d858-46d4-9eed-a7a24903f2de" providerId="ADAL" clId="{6CF5D3DD-A8C4-4611-8099-4AEB2E976A2E}" dt="2026-05-31T10:58:04.045" v="434" actId="20577"/>
          <ac:spMkLst>
            <pc:docMk/>
            <pc:sldMk cId="272324595" sldId="886"/>
            <ac:spMk id="2" creationId="{C8B033F8-8680-772C-2AD4-139DAFC19DE1}"/>
          </ac:spMkLst>
        </pc:spChg>
        <pc:spChg chg="mod">
          <ac:chgData name="Al Friend" userId="e5ed79da-d858-46d4-9eed-a7a24903f2de" providerId="ADAL" clId="{6CF5D3DD-A8C4-4611-8099-4AEB2E976A2E}" dt="2026-05-31T11:04:59.369" v="597" actId="6549"/>
          <ac:spMkLst>
            <pc:docMk/>
            <pc:sldMk cId="272324595" sldId="886"/>
            <ac:spMk id="3" creationId="{B3E2F1BB-6BA1-D6E7-7BD1-FB75A801A75B}"/>
          </ac:spMkLst>
        </pc:spChg>
        <pc:spChg chg="add mod">
          <ac:chgData name="Al Friend" userId="e5ed79da-d858-46d4-9eed-a7a24903f2de" providerId="ADAL" clId="{6CF5D3DD-A8C4-4611-8099-4AEB2E976A2E}" dt="2026-05-31T11:36:32.098" v="877" actId="20577"/>
          <ac:spMkLst>
            <pc:docMk/>
            <pc:sldMk cId="272324595" sldId="886"/>
            <ac:spMk id="4" creationId="{C68ABF8D-9F1A-3687-71E2-6DAE03CF3F86}"/>
          </ac:spMkLst>
        </pc:spChg>
      </pc:sldChg>
      <pc:sldChg chg="addSp delSp modSp new mod modNotesTx">
        <pc:chgData name="Al Friend" userId="e5ed79da-d858-46d4-9eed-a7a24903f2de" providerId="ADAL" clId="{6CF5D3DD-A8C4-4611-8099-4AEB2E976A2E}" dt="2026-05-31T11:50:56.534" v="893" actId="20577"/>
        <pc:sldMkLst>
          <pc:docMk/>
          <pc:sldMk cId="2689299202" sldId="887"/>
        </pc:sldMkLst>
        <pc:spChg chg="mod">
          <ac:chgData name="Al Friend" userId="e5ed79da-d858-46d4-9eed-a7a24903f2de" providerId="ADAL" clId="{6CF5D3DD-A8C4-4611-8099-4AEB2E976A2E}" dt="2026-05-31T11:22:13.357" v="642" actId="20577"/>
          <ac:spMkLst>
            <pc:docMk/>
            <pc:sldMk cId="2689299202" sldId="887"/>
            <ac:spMk id="2" creationId="{F6E5DDAC-B7CC-945D-B74A-87246E8E6368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0" creationId="{1821B1EE-C09C-B44F-9763-691373B40A43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1" creationId="{5D10E706-C415-F069-6596-D6EB42794CEC}"/>
          </ac:spMkLst>
        </pc:spChg>
        <pc:spChg chg="add mod">
          <ac:chgData name="Al Friend" userId="e5ed79da-d858-46d4-9eed-a7a24903f2de" providerId="ADAL" clId="{6CF5D3DD-A8C4-4611-8099-4AEB2E976A2E}" dt="2026-05-31T11:27:12.525" v="713" actId="20577"/>
          <ac:spMkLst>
            <pc:docMk/>
            <pc:sldMk cId="2689299202" sldId="887"/>
            <ac:spMk id="22" creationId="{63D1B5CA-3293-8AB0-9AD8-32AAB374D400}"/>
          </ac:spMkLst>
        </pc:spChg>
        <pc:spChg chg="add mod">
          <ac:chgData name="Al Friend" userId="e5ed79da-d858-46d4-9eed-a7a24903f2de" providerId="ADAL" clId="{6CF5D3DD-A8C4-4611-8099-4AEB2E976A2E}" dt="2026-05-31T11:29:52.772" v="782" actId="1035"/>
          <ac:spMkLst>
            <pc:docMk/>
            <pc:sldMk cId="2689299202" sldId="887"/>
            <ac:spMk id="23" creationId="{E932A1AA-E488-B330-F5D4-C8F7E1AFEB79}"/>
          </ac:spMkLst>
        </pc:spChg>
        <pc:spChg chg="add mod">
          <ac:chgData name="Al Friend" userId="e5ed79da-d858-46d4-9eed-a7a24903f2de" providerId="ADAL" clId="{6CF5D3DD-A8C4-4611-8099-4AEB2E976A2E}" dt="2026-05-31T11:29:38.864" v="759" actId="1036"/>
          <ac:spMkLst>
            <pc:docMk/>
            <pc:sldMk cId="2689299202" sldId="887"/>
            <ac:spMk id="24" creationId="{ADBE2120-BC91-CBCB-2287-C05D78CF4327}"/>
          </ac:spMkLst>
        </pc:spChg>
        <pc:spChg chg="add mod">
          <ac:chgData name="Al Friend" userId="e5ed79da-d858-46d4-9eed-a7a24903f2de" providerId="ADAL" clId="{6CF5D3DD-A8C4-4611-8099-4AEB2E976A2E}" dt="2026-05-31T11:30:06.253" v="790" actId="20577"/>
          <ac:spMkLst>
            <pc:docMk/>
            <pc:sldMk cId="2689299202" sldId="887"/>
            <ac:spMk id="25" creationId="{1458AC3E-04C8-223F-64C1-CE57362A71C9}"/>
          </ac:spMkLst>
        </pc:spChg>
        <pc:spChg chg="add mod">
          <ac:chgData name="Al Friend" userId="e5ed79da-d858-46d4-9eed-a7a24903f2de" providerId="ADAL" clId="{6CF5D3DD-A8C4-4611-8099-4AEB2E976A2E}" dt="2026-05-31T11:30:43.988" v="805" actId="1076"/>
          <ac:spMkLst>
            <pc:docMk/>
            <pc:sldMk cId="2689299202" sldId="887"/>
            <ac:spMk id="26" creationId="{1B446702-FF50-E3E0-BBEC-4575EEF5350A}"/>
          </ac:spMkLst>
        </pc:spChg>
        <pc:spChg chg="add mod">
          <ac:chgData name="Al Friend" userId="e5ed79da-d858-46d4-9eed-a7a24903f2de" providerId="ADAL" clId="{6CF5D3DD-A8C4-4611-8099-4AEB2E976A2E}" dt="2026-05-31T11:32:26.350" v="819" actId="1582"/>
          <ac:spMkLst>
            <pc:docMk/>
            <pc:sldMk cId="2689299202" sldId="887"/>
            <ac:spMk id="27" creationId="{DE55E28E-12CA-4300-79D8-A465E7328BD1}"/>
          </ac:spMkLst>
        </pc:spChg>
        <pc:spChg chg="add mod">
          <ac:chgData name="Al Friend" userId="e5ed79da-d858-46d4-9eed-a7a24903f2de" providerId="ADAL" clId="{6CF5D3DD-A8C4-4611-8099-4AEB2E976A2E}" dt="2026-05-31T11:32:44.436" v="830" actId="1076"/>
          <ac:spMkLst>
            <pc:docMk/>
            <pc:sldMk cId="2689299202" sldId="887"/>
            <ac:spMk id="28" creationId="{7B412730-5CDA-D1F4-5FDC-B0A55A466C1D}"/>
          </ac:spMkLst>
        </pc:spChg>
        <pc:spChg chg="add mod">
          <ac:chgData name="Al Friend" userId="e5ed79da-d858-46d4-9eed-a7a24903f2de" providerId="ADAL" clId="{6CF5D3DD-A8C4-4611-8099-4AEB2E976A2E}" dt="2026-05-31T11:34:51.131" v="849" actId="1076"/>
          <ac:spMkLst>
            <pc:docMk/>
            <pc:sldMk cId="2689299202" sldId="887"/>
            <ac:spMk id="29" creationId="{41629774-E830-5865-08C7-3250472DAA8C}"/>
          </ac:spMkLst>
        </pc:spChg>
        <pc:picChg chg="add mod">
          <ac:chgData name="Al Friend" userId="e5ed79da-d858-46d4-9eed-a7a24903f2de" providerId="ADAL" clId="{6CF5D3DD-A8C4-4611-8099-4AEB2E976A2E}" dt="2026-05-31T11:24:57.711" v="653" actId="1076"/>
          <ac:picMkLst>
            <pc:docMk/>
            <pc:sldMk cId="2689299202" sldId="887"/>
            <ac:picMk id="5" creationId="{19D019E1-9343-7DD7-F11F-1ADFAEBF51C6}"/>
          </ac:picMkLst>
        </pc:picChg>
        <pc:picChg chg="add mod">
          <ac:chgData name="Al Friend" userId="e5ed79da-d858-46d4-9eed-a7a24903f2de" providerId="ADAL" clId="{6CF5D3DD-A8C4-4611-8099-4AEB2E976A2E}" dt="2026-05-31T11:25:00.405" v="654" actId="1076"/>
          <ac:picMkLst>
            <pc:docMk/>
            <pc:sldMk cId="2689299202" sldId="887"/>
            <ac:picMk id="9" creationId="{53CE0249-A61C-9215-8E46-9C5D4A4E0FCA}"/>
          </ac:picMkLst>
        </pc:picChg>
        <pc:picChg chg="add mod">
          <ac:chgData name="Al Friend" userId="e5ed79da-d858-46d4-9eed-a7a24903f2de" providerId="ADAL" clId="{6CF5D3DD-A8C4-4611-8099-4AEB2E976A2E}" dt="2026-05-31T11:21:56.870" v="623" actId="1076"/>
          <ac:picMkLst>
            <pc:docMk/>
            <pc:sldMk cId="2689299202" sldId="887"/>
            <ac:picMk id="11" creationId="{26930976-710A-9121-E6A9-E1F1CF7BB12B}"/>
          </ac:picMkLst>
        </pc:picChg>
        <pc:picChg chg="add mod">
          <ac:chgData name="Al Friend" userId="e5ed79da-d858-46d4-9eed-a7a24903f2de" providerId="ADAL" clId="{6CF5D3DD-A8C4-4611-8099-4AEB2E976A2E}" dt="2026-05-31T11:21:58.899" v="624" actId="1076"/>
          <ac:picMkLst>
            <pc:docMk/>
            <pc:sldMk cId="2689299202" sldId="887"/>
            <ac:picMk id="13" creationId="{24FB712A-84E3-D214-D829-76438CF1FF71}"/>
          </ac:picMkLst>
        </pc:picChg>
        <pc:picChg chg="add mod">
          <ac:chgData name="Al Friend" userId="e5ed79da-d858-46d4-9eed-a7a24903f2de" providerId="ADAL" clId="{6CF5D3DD-A8C4-4611-8099-4AEB2E976A2E}" dt="2026-05-31T11:30:11.771" v="791" actId="1076"/>
          <ac:picMkLst>
            <pc:docMk/>
            <pc:sldMk cId="2689299202" sldId="887"/>
            <ac:picMk id="15" creationId="{C2FC3120-4859-0E36-9B84-AD9C76B1AA36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7" creationId="{58687F61-8D2B-ED11-7BDD-4ACE86BAE362}"/>
          </ac:picMkLst>
        </pc:picChg>
        <pc:picChg chg="add mod">
          <ac:chgData name="Al Friend" userId="e5ed79da-d858-46d4-9eed-a7a24903f2de" providerId="ADAL" clId="{6CF5D3DD-A8C4-4611-8099-4AEB2E976A2E}" dt="2026-05-31T11:30:38.469" v="804" actId="1076"/>
          <ac:picMkLst>
            <pc:docMk/>
            <pc:sldMk cId="2689299202" sldId="887"/>
            <ac:picMk id="18" creationId="{C8ECCEDB-84CB-E10E-29A0-6A7C6A8F8723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9" creationId="{F77B082A-3A6A-6638-5522-14D3AAE6115F}"/>
          </ac:picMkLst>
        </pc:pic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0" creationId="{D24CFD43-E225-9A60-DD0D-39E2BF7507F3}"/>
          </ac:cxnSpMkLst>
        </pc:cxn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1" creationId="{1FEB3678-3EC2-9435-6703-DBA4673C5740}"/>
          </ac:cxnSpMkLst>
        </pc:cxnChg>
      </pc:sldChg>
      <pc:sldChg chg="modSp new mod">
        <pc:chgData name="Al Friend" userId="e5ed79da-d858-46d4-9eed-a7a24903f2de" providerId="ADAL" clId="{6CF5D3DD-A8C4-4611-8099-4AEB2E976A2E}" dt="2026-05-31T17:03:32.725" v="971" actId="20577"/>
        <pc:sldMkLst>
          <pc:docMk/>
          <pc:sldMk cId="2047793123" sldId="888"/>
        </pc:sldMkLst>
        <pc:spChg chg="mod">
          <ac:chgData name="Al Friend" userId="e5ed79da-d858-46d4-9eed-a7a24903f2de" providerId="ADAL" clId="{6CF5D3DD-A8C4-4611-8099-4AEB2E976A2E}" dt="2026-05-31T16:59:19.055" v="902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6CF5D3DD-A8C4-4611-8099-4AEB2E976A2E}" dt="2026-05-31T17:03:32.725" v="971" actId="20577"/>
          <ac:spMkLst>
            <pc:docMk/>
            <pc:sldMk cId="2047793123" sldId="888"/>
            <ac:spMk id="3" creationId="{246B11CC-3339-C315-0BE8-FA4C1D5275B4}"/>
          </ac:spMkLst>
        </pc:sp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6-02T12:12:29.680" v="3599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6-02T12:10:00.835" v="3569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6-02T12:12:29.680" v="3599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6-02T08:32:42.552" v="3463" actId="478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6-02T08:32:39.701" v="3462" actId="478"/>
          <ac:spMkLst>
            <pc:docMk/>
            <pc:sldMk cId="1159162935" sldId="877"/>
            <ac:spMk id="15" creationId="{A254E6C5-E390-440D-A8AE-CB82709F6CB5}"/>
          </ac:spMkLst>
        </pc:spChg>
        <pc:spChg chg="del">
          <ac:chgData name="Al Friend" userId="e5ed79da-d858-46d4-9eed-a7a24903f2de" providerId="ADAL" clId="{C674B5A1-E3B2-40E8-863B-82D707DB4736}" dt="2026-06-02T08:32:42.552" v="3463" actId="478"/>
          <ac:spMkLst>
            <pc:docMk/>
            <pc:sldMk cId="1159162935" sldId="877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delSp modSp add ord">
        <pc:chgData name="Al Friend" userId="e5ed79da-d858-46d4-9eed-a7a24903f2de" providerId="ADAL" clId="{C674B5A1-E3B2-40E8-863B-82D707DB4736}" dt="2026-06-02T08:32:55.109" v="3464" actId="478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6-02T08:32:55.109" v="3464" actId="478"/>
          <ac:spMkLst>
            <pc:docMk/>
            <pc:sldMk cId="519218123" sldId="880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5-27T12:08:38.466" v="3441" actId="103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27T12:08:31.623" v="3410" actId="1076"/>
          <ac:spMkLst>
            <pc:docMk/>
            <pc:sldMk cId="1900925123" sldId="881"/>
            <ac:spMk id="2" creationId="{DF81EF6B-9990-4895-9A8F-2103C304A52F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9" creationId="{AE75B9AD-FFA7-46C7-8C97-FBD2DEC6546A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20" creationId="{11F1C24C-E417-4481-B9E5-EE522678B769}"/>
          </ac:spMkLst>
        </pc:spChg>
        <pc:grpChg chg="add mod">
          <ac:chgData name="Al Friend" userId="e5ed79da-d858-46d4-9eed-a7a24903f2de" providerId="ADAL" clId="{C674B5A1-E3B2-40E8-863B-82D707DB4736}" dt="2026-05-27T12:08:38.466" v="3441" actId="1037"/>
          <ac:grpSpMkLst>
            <pc:docMk/>
            <pc:sldMk cId="1900925123" sldId="881"/>
            <ac:grpSpMk id="10" creationId="{399CD5E7-76CA-46D4-8759-2AB56AB29762}"/>
          </ac:grpSpMkLst>
        </pc:grp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5-20T11:22:14.990" v="1621" actId="20577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5-20T11:22:14.990" v="1621" actId="20577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6-02T08:37:58.918" v="3534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6-02T08:37:02.219" v="3500" actId="20577"/>
          <ac:spMkLst>
            <pc:docMk/>
            <pc:sldMk cId="3895107268" sldId="883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6-02T08:36:57.164" v="3490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6-02T08:35:38.237" v="3477" actId="1076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cxnChg chg="add mod">
          <ac:chgData name="Al Friend" userId="e5ed79da-d858-46d4-9eed-a7a24903f2de" providerId="ADAL" clId="{C674B5A1-E3B2-40E8-863B-82D707DB4736}" dt="2026-06-02T08:36:13.157" v="3478" actId="692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6-02T08:35:31.850" v="3476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addSp delSp modSp add modNotesTx">
        <pc:chgData name="Al Friend" userId="e5ed79da-d858-46d4-9eed-a7a24903f2de" providerId="ADAL" clId="{C674B5A1-E3B2-40E8-863B-82D707DB4736}" dt="2026-05-27T12:08:19.411" v="3408" actId="14100"/>
        <pc:sldMkLst>
          <pc:docMk/>
          <pc:sldMk cId="1982100101" sldId="884"/>
        </pc:sldMkLst>
        <pc:spChg chg="mod">
          <ac:chgData name="Al Friend" userId="e5ed79da-d858-46d4-9eed-a7a24903f2de" providerId="ADAL" clId="{C674B5A1-E3B2-40E8-863B-82D707DB4736}" dt="2026-05-27T10:44:51.356" v="2234" actId="14100"/>
          <ac:spMkLst>
            <pc:docMk/>
            <pc:sldMk cId="1982100101" sldId="884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3" creationId="{31DE4C51-5C31-4CFA-BE3D-731751DE74B0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4" creationId="{E5304D38-62A3-4A8C-98E0-6337163FA56E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5" creationId="{EFB1A153-6E9D-4603-B7E7-DB48DD6E2DE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6" creationId="{F9DA67FF-CA17-47F2-BE12-2F4EF7BC1D21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7" creationId="{AE596573-766B-4AFA-B34B-C56D5BA1BE63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21" creationId="{61BE2CD1-5F61-4B09-9AEC-39EA9BFBB6A9}"/>
          </ac:spMkLst>
        </pc:spChg>
        <pc:spChg chg="add mod">
          <ac:chgData name="Al Friend" userId="e5ed79da-d858-46d4-9eed-a7a24903f2de" providerId="ADAL" clId="{C674B5A1-E3B2-40E8-863B-82D707DB4736}" dt="2026-05-27T12:08:19.411" v="3408" actId="14100"/>
          <ac:spMkLst>
            <pc:docMk/>
            <pc:sldMk cId="1982100101" sldId="884"/>
            <ac:spMk id="22" creationId="{26E50561-9E7A-49B1-BF1B-897BB0D6CA6D}"/>
          </ac:spMkLst>
        </pc:spChg>
        <pc:spChg chg="add mod">
          <ac:chgData name="Al Friend" userId="e5ed79da-d858-46d4-9eed-a7a24903f2de" providerId="ADAL" clId="{C674B5A1-E3B2-40E8-863B-82D707DB4736}" dt="2026-05-27T10:55:50.955" v="2478" actId="20577"/>
          <ac:spMkLst>
            <pc:docMk/>
            <pc:sldMk cId="1982100101" sldId="884"/>
            <ac:spMk id="23" creationId="{703AB56C-EA29-4B82-A3B9-946D93A89946}"/>
          </ac:spMkLst>
        </pc:spChg>
        <pc:grpChg chg="mod">
          <ac:chgData name="Al Friend" userId="e5ed79da-d858-46d4-9eed-a7a24903f2de" providerId="ADAL" clId="{C674B5A1-E3B2-40E8-863B-82D707DB4736}" dt="2026-05-27T12:08:07.283" v="3406" actId="1037"/>
          <ac:grpSpMkLst>
            <pc:docMk/>
            <pc:sldMk cId="1982100101" sldId="884"/>
            <ac:grpSpMk id="10" creationId="{399CD5E7-76CA-46D4-8759-2AB56AB29762}"/>
          </ac:grpSpMkLst>
        </pc:grpChg>
        <pc:cxnChg chg="mod">
          <ac:chgData name="Al Friend" userId="e5ed79da-d858-46d4-9eed-a7a24903f2de" providerId="ADAL" clId="{C674B5A1-E3B2-40E8-863B-82D707DB4736}" dt="2026-05-27T10:43:52.189" v="2195" actId="1035"/>
          <ac:cxnSpMkLst>
            <pc:docMk/>
            <pc:sldMk cId="1982100101" sldId="884"/>
            <ac:cxnSpMk id="8" creationId="{0F620062-B2DF-4004-8305-6226A65C3AFF}"/>
          </ac:cxnSpMkLst>
        </pc:cxnChg>
      </pc:sldChg>
      <pc:sldChg chg="addSp delSp modSp add">
        <pc:chgData name="Al Friend" userId="e5ed79da-d858-46d4-9eed-a7a24903f2de" providerId="ADAL" clId="{C674B5A1-E3B2-40E8-863B-82D707DB4736}" dt="2026-05-27T12:09:51.602" v="3444" actId="14100"/>
        <pc:sldMkLst>
          <pc:docMk/>
          <pc:sldMk cId="294841495" sldId="885"/>
        </pc:sldMkLst>
        <pc:spChg chg="mod">
          <ac:chgData name="Al Friend" userId="e5ed79da-d858-46d4-9eed-a7a24903f2de" providerId="ADAL" clId="{C674B5A1-E3B2-40E8-863B-82D707DB4736}" dt="2026-05-27T10:57:34.683" v="2490" actId="20577"/>
          <ac:spMkLst>
            <pc:docMk/>
            <pc:sldMk cId="294841495" sldId="885"/>
            <ac:spMk id="2" creationId="{DF81EF6B-9990-4895-9A8F-2103C304A52F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4" creationId="{D68F3B12-91FF-4536-9BDF-3DFA0AD860B7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1:24:34.542" v="3334" actId="14100"/>
          <ac:spMkLst>
            <pc:docMk/>
            <pc:sldMk cId="294841495" sldId="885"/>
            <ac:spMk id="14" creationId="{E5304D38-62A3-4A8C-98E0-6337163FA56E}"/>
          </ac:spMkLst>
        </pc:spChg>
        <pc:spChg chg="mod topLvl">
          <ac:chgData name="Al Friend" userId="e5ed79da-d858-46d4-9eed-a7a24903f2de" providerId="ADAL" clId="{C674B5A1-E3B2-40E8-863B-82D707DB4736}" dt="2026-05-27T11:12:15.859" v="2990" actId="20577"/>
          <ac:spMkLst>
            <pc:docMk/>
            <pc:sldMk cId="294841495" sldId="885"/>
            <ac:spMk id="17" creationId="{AE596573-766B-4AFA-B34B-C56D5BA1BE63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18" creationId="{D3DE1068-9C54-4D92-A45F-8DEAD06D3824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0" creationId="{F9AD989B-F1AD-48F4-AEE9-9B57F69F844A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5" creationId="{38ED6BD4-D2B0-4DF3-BED1-47D309818666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6" creationId="{EC3E50A6-C1AB-4FE5-864D-16BBF061445C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C674B5A1-E3B2-40E8-863B-82D707DB4736}" dt="2026-05-27T11:07:45.928" v="2784" actId="20577"/>
          <ac:spMkLst>
            <pc:docMk/>
            <pc:sldMk cId="294841495" sldId="885"/>
            <ac:spMk id="32" creationId="{6F9E9482-EB24-4541-877E-068D4A0C3A11}"/>
          </ac:spMkLst>
        </pc:spChg>
        <pc:spChg chg="mod">
          <ac:chgData name="Al Friend" userId="e5ed79da-d858-46d4-9eed-a7a24903f2de" providerId="ADAL" clId="{C674B5A1-E3B2-40E8-863B-82D707DB4736}" dt="2026-05-27T11:12:57.037" v="3011" actId="14100"/>
          <ac:spMkLst>
            <pc:docMk/>
            <pc:sldMk cId="294841495" sldId="885"/>
            <ac:spMk id="33" creationId="{B31FDF04-E2F6-4383-9A71-B1E096B511B4}"/>
          </ac:spMkLst>
        </pc:spChg>
        <pc:spChg chg="mod">
          <ac:chgData name="Al Friend" userId="e5ed79da-d858-46d4-9eed-a7a24903f2de" providerId="ADAL" clId="{C674B5A1-E3B2-40E8-863B-82D707DB4736}" dt="2026-05-27T11:12:36.135" v="3008" actId="20577"/>
          <ac:spMkLst>
            <pc:docMk/>
            <pc:sldMk cId="294841495" sldId="885"/>
            <ac:spMk id="34" creationId="{33D21E20-5786-42ED-A48F-1F8E03BC725B}"/>
          </ac:spMkLst>
        </pc:spChg>
        <pc:spChg chg="add mod">
          <ac:chgData name="Al Friend" userId="e5ed79da-d858-46d4-9eed-a7a24903f2de" providerId="ADAL" clId="{C674B5A1-E3B2-40E8-863B-82D707DB4736}" dt="2026-05-27T12:09:51.602" v="3444" actId="14100"/>
          <ac:spMkLst>
            <pc:docMk/>
            <pc:sldMk cId="294841495" sldId="885"/>
            <ac:spMk id="35" creationId="{67882CB4-64C2-47C3-B796-954847CC112D}"/>
          </ac:spMkLst>
        </pc:spChg>
        <pc:spChg chg="add mod">
          <ac:chgData name="Al Friend" userId="e5ed79da-d858-46d4-9eed-a7a24903f2de" providerId="ADAL" clId="{C674B5A1-E3B2-40E8-863B-82D707DB4736}" dt="2026-05-27T11:24:43.134" v="3339" actId="1038"/>
          <ac:spMkLst>
            <pc:docMk/>
            <pc:sldMk cId="294841495" sldId="885"/>
            <ac:spMk id="40" creationId="{9AF9AC62-05E7-420C-B80B-20719B2841D3}"/>
          </ac:spMkLst>
        </pc:spChg>
        <pc:spChg chg="add mod">
          <ac:chgData name="Al Friend" userId="e5ed79da-d858-46d4-9eed-a7a24903f2de" providerId="ADAL" clId="{C674B5A1-E3B2-40E8-863B-82D707DB4736}" dt="2026-05-27T11:26:23.754" v="3366" actId="1076"/>
          <ac:spMkLst>
            <pc:docMk/>
            <pc:sldMk cId="294841495" sldId="885"/>
            <ac:spMk id="45" creationId="{1E67091E-C2CE-47A7-9BCD-380A030776A4}"/>
          </ac:spMkLst>
        </pc:spChg>
        <pc:grpChg chg="add mod">
          <ac:chgData name="Al Friend" userId="e5ed79da-d858-46d4-9eed-a7a24903f2de" providerId="ADAL" clId="{C674B5A1-E3B2-40E8-863B-82D707DB4736}" dt="2026-05-27T11:24:15.233" v="3315" actId="1038"/>
          <ac:grpSpMkLst>
            <pc:docMk/>
            <pc:sldMk cId="294841495" sldId="885"/>
            <ac:grpSpMk id="5" creationId="{9B282EDB-923B-43AA-A7A0-4FB78350E754}"/>
          </ac:grpSpMkLst>
        </pc:grpChg>
        <pc:grpChg chg="add mod">
          <ac:chgData name="Al Friend" userId="e5ed79da-d858-46d4-9eed-a7a24903f2de" providerId="ADAL" clId="{C674B5A1-E3B2-40E8-863B-82D707DB4736}" dt="2026-05-27T11:09:09.636" v="2830" actId="164"/>
          <ac:grpSpMkLst>
            <pc:docMk/>
            <pc:sldMk cId="294841495" sldId="885"/>
            <ac:grpSpMk id="6" creationId="{1AA28F7D-6FE7-4115-AE1B-CD86E306F984}"/>
          </ac:grpSpMkLst>
        </pc:grpChg>
        <pc:grpChg chg="add mod">
          <ac:chgData name="Al Friend" userId="e5ed79da-d858-46d4-9eed-a7a24903f2de" providerId="ADAL" clId="{C674B5A1-E3B2-40E8-863B-82D707DB4736}" dt="2026-05-27T11:24:22.547" v="3331" actId="1038"/>
          <ac:grpSpMkLst>
            <pc:docMk/>
            <pc:sldMk cId="294841495" sldId="885"/>
            <ac:grpSpMk id="29" creationId="{EB1001EF-2209-4669-BF53-AFCF59C6179D}"/>
          </ac:grpSpMkLst>
        </pc:grpChg>
        <pc:cxnChg chg="mod topLvl">
          <ac:chgData name="Al Friend" userId="e5ed79da-d858-46d4-9eed-a7a24903f2de" providerId="ADAL" clId="{C674B5A1-E3B2-40E8-863B-82D707DB4736}" dt="2026-05-27T11:09:09.636" v="2830" actId="164"/>
          <ac:cxnSpMkLst>
            <pc:docMk/>
            <pc:sldMk cId="294841495" sldId="885"/>
            <ac:cxnSpMk id="8" creationId="{0F620062-B2DF-4004-8305-6226A65C3AFF}"/>
          </ac:cxnSpMkLst>
        </pc:cxnChg>
        <pc:cxnChg chg="add mod">
          <ac:chgData name="Al Friend" userId="e5ed79da-d858-46d4-9eed-a7a24903f2de" providerId="ADAL" clId="{C674B5A1-E3B2-40E8-863B-82D707DB4736}" dt="2026-05-27T11:24:26.822" v="3332" actId="14100"/>
          <ac:cxnSpMkLst>
            <pc:docMk/>
            <pc:sldMk cId="294841495" sldId="885"/>
            <ac:cxnSpMk id="11" creationId="{DBDAE3C2-47DB-4DFA-ADA5-DF066664C0CD}"/>
          </ac:cxnSpMkLst>
        </pc:cxnChg>
        <pc:cxnChg chg="mod topLvl">
          <ac:chgData name="Al Friend" userId="e5ed79da-d858-46d4-9eed-a7a24903f2de" providerId="ADAL" clId="{C674B5A1-E3B2-40E8-863B-82D707DB4736}" dt="2026-05-27T11:07:18.181" v="2774" actId="164"/>
          <ac:cxnSpMkLst>
            <pc:docMk/>
            <pc:sldMk cId="294841495" sldId="885"/>
            <ac:cxnSpMk id="24" creationId="{FD737D40-1EBB-44CD-81E0-4959A8119A08}"/>
          </ac:cxnSpMkLst>
        </pc:cxnChg>
        <pc:cxnChg chg="add mod">
          <ac:chgData name="Al Friend" userId="e5ed79da-d858-46d4-9eed-a7a24903f2de" providerId="ADAL" clId="{C674B5A1-E3B2-40E8-863B-82D707DB4736}" dt="2026-05-27T11:24:30.015" v="3333" actId="14100"/>
          <ac:cxnSpMkLst>
            <pc:docMk/>
            <pc:sldMk cId="294841495" sldId="885"/>
            <ac:cxnSpMk id="37" creationId="{E6C4DA32-EB6F-48BC-BF59-481A03FDF3FA}"/>
          </ac:cxnSpMkLst>
        </pc:cxnChg>
        <pc:cxnChg chg="add mod">
          <ac:chgData name="Al Friend" userId="e5ed79da-d858-46d4-9eed-a7a24903f2de" providerId="ADAL" clId="{C674B5A1-E3B2-40E8-863B-82D707DB4736}" dt="2026-05-27T12:07:04.699" v="3384" actId="14100"/>
          <ac:cxnSpMkLst>
            <pc:docMk/>
            <pc:sldMk cId="294841495" sldId="885"/>
            <ac:cxnSpMk id="47" creationId="{C30F19AF-9E3E-4F7A-ABB2-5682DFBA7145}"/>
          </ac:cxnSpMkLst>
        </pc:cxnChg>
        <pc:cxnChg chg="add mod">
          <ac:chgData name="Al Friend" userId="e5ed79da-d858-46d4-9eed-a7a24903f2de" providerId="ADAL" clId="{C674B5A1-E3B2-40E8-863B-82D707DB4736}" dt="2026-05-27T12:07:00.138" v="3383" actId="14100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modSp modAnim">
        <pc:chgData name="Al Friend" userId="e5ed79da-d858-46d4-9eed-a7a24903f2de" providerId="ADAL" clId="{C674B5A1-E3B2-40E8-863B-82D707DB4736}" dt="2026-06-02T08:33:57.345" v="3475"/>
        <pc:sldMkLst>
          <pc:docMk/>
          <pc:sldMk cId="2047793123" sldId="888"/>
        </pc:sldMkLst>
        <pc:spChg chg="mod">
          <ac:chgData name="Al Friend" userId="e5ed79da-d858-46d4-9eed-a7a24903f2de" providerId="ADAL" clId="{C674B5A1-E3B2-40E8-863B-82D707DB4736}" dt="2026-06-02T08:31:37.863" v="3455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C674B5A1-E3B2-40E8-863B-82D707DB4736}" dt="2026-06-02T08:33:27.760" v="3465" actId="948"/>
          <ac:spMkLst>
            <pc:docMk/>
            <pc:sldMk cId="2047793123" sldId="888"/>
            <ac:spMk id="3" creationId="{246B11CC-3339-C315-0BE8-FA4C1D5275B4}"/>
          </ac:spMkLst>
        </pc:spChg>
      </pc:sldChg>
      <pc:sldChg chg="delSp add modTransition delAnim">
        <pc:chgData name="Al Friend" userId="e5ed79da-d858-46d4-9eed-a7a24903f2de" providerId="ADAL" clId="{C674B5A1-E3B2-40E8-863B-82D707DB4736}" dt="2026-06-02T12:07:28.274" v="3540" actId="478"/>
        <pc:sldMkLst>
          <pc:docMk/>
          <pc:sldMk cId="2643578820" sldId="889"/>
        </pc:sldMkLst>
        <pc:spChg chg="del">
          <ac:chgData name="Al Friend" userId="e5ed79da-d858-46d4-9eed-a7a24903f2de" providerId="ADAL" clId="{C674B5A1-E3B2-40E8-863B-82D707DB4736}" dt="2026-06-02T12:07:28.274" v="3540" actId="478"/>
          <ac:spMkLst>
            <pc:docMk/>
            <pc:sldMk cId="2643578820" sldId="889"/>
            <ac:spMk id="10" creationId="{3B047DC7-344F-4A56-83D8-286EB77BF4E1}"/>
          </ac:spMkLst>
        </pc:spChg>
        <pc:spChg chg="del">
          <ac:chgData name="Al Friend" userId="e5ed79da-d858-46d4-9eed-a7a24903f2de" providerId="ADAL" clId="{C674B5A1-E3B2-40E8-863B-82D707DB4736}" dt="2026-06-02T12:07:25.848" v="3539" actId="478"/>
          <ac:spMkLst>
            <pc:docMk/>
            <pc:sldMk cId="2643578820" sldId="889"/>
            <ac:spMk id="33" creationId="{20BD216E-3A07-4ACF-B399-9EE44B4195D2}"/>
          </ac:spMkLst>
        </pc:spChg>
        <pc:spChg chg="del">
          <ac:chgData name="Al Friend" userId="e5ed79da-d858-46d4-9eed-a7a24903f2de" providerId="ADAL" clId="{C674B5A1-E3B2-40E8-863B-82D707DB4736}" dt="2026-06-02T12:07:23.214" v="3537" actId="478"/>
          <ac:spMkLst>
            <pc:docMk/>
            <pc:sldMk cId="2643578820" sldId="889"/>
            <ac:spMk id="35" creationId="{4945BC8F-E969-47AB-AA94-0700AEF4950A}"/>
          </ac:spMkLst>
        </pc:spChg>
        <pc:spChg chg="del">
          <ac:chgData name="Al Friend" userId="e5ed79da-d858-46d4-9eed-a7a24903f2de" providerId="ADAL" clId="{C674B5A1-E3B2-40E8-863B-82D707DB4736}" dt="2026-06-02T12:07:24.365" v="3538" actId="478"/>
          <ac:spMkLst>
            <pc:docMk/>
            <pc:sldMk cId="2643578820" sldId="889"/>
            <ac:spMk id="36" creationId="{A596FB08-E7CA-4052-9B88-984FB2912E57}"/>
          </ac:spMkLst>
        </pc:spChg>
      </pc:sldChg>
      <pc:sldChg chg="delSp add delAnim">
        <pc:chgData name="Al Friend" userId="e5ed79da-d858-46d4-9eed-a7a24903f2de" providerId="ADAL" clId="{C674B5A1-E3B2-40E8-863B-82D707DB4736}" dt="2026-06-02T12:10:53.993" v="3574" actId="478"/>
        <pc:sldMkLst>
          <pc:docMk/>
          <pc:sldMk cId="975855965" sldId="890"/>
        </pc:sldMkLst>
        <pc:spChg chg="del topLvl">
          <ac:chgData name="Al Friend" userId="e5ed79da-d858-46d4-9eed-a7a24903f2de" providerId="ADAL" clId="{C674B5A1-E3B2-40E8-863B-82D707DB4736}" dt="2026-06-02T12:10:46.638" v="3571" actId="478"/>
          <ac:spMkLst>
            <pc:docMk/>
            <pc:sldMk cId="975855965" sldId="890"/>
            <ac:spMk id="10" creationId="{3B047DC7-344F-4A56-83D8-286EB77BF4E1}"/>
          </ac:spMkLst>
        </pc:spChg>
        <pc:spChg chg="del topLvl">
          <ac:chgData name="Al Friend" userId="e5ed79da-d858-46d4-9eed-a7a24903f2de" providerId="ADAL" clId="{C674B5A1-E3B2-40E8-863B-82D707DB4736}" dt="2026-06-02T12:10:53.993" v="3574" actId="478"/>
          <ac:spMkLst>
            <pc:docMk/>
            <pc:sldMk cId="975855965" sldId="890"/>
            <ac:spMk id="13" creationId="{0CAC0334-43B5-419F-AB51-243DA6DA4779}"/>
          </ac:spMkLst>
        </pc:spChg>
        <pc:spChg chg="del">
          <ac:chgData name="Al Friend" userId="e5ed79da-d858-46d4-9eed-a7a24903f2de" providerId="ADAL" clId="{C674B5A1-E3B2-40E8-863B-82D707DB4736}" dt="2026-06-02T12:10:48.363" v="3572" actId="478"/>
          <ac:spMkLst>
            <pc:docMk/>
            <pc:sldMk cId="975855965" sldId="890"/>
            <ac:spMk id="15" creationId="{A254E6C5-E390-440D-A8AE-CB82709F6CB5}"/>
          </ac:spMkLst>
        </pc:spChg>
        <pc:spChg chg="del">
          <ac:chgData name="Al Friend" userId="e5ed79da-d858-46d4-9eed-a7a24903f2de" providerId="ADAL" clId="{C674B5A1-E3B2-40E8-863B-82D707DB4736}" dt="2026-06-02T12:10:50.170" v="3573" actId="478"/>
          <ac:spMkLst>
            <pc:docMk/>
            <pc:sldMk cId="975855965" sldId="890"/>
            <ac:spMk id="17" creationId="{2F30E93A-CA2E-4A90-876C-B218CB0B7AAB}"/>
          </ac:spMkLst>
        </pc:spChg>
        <pc:grpChg chg="del">
          <ac:chgData name="Al Friend" userId="e5ed79da-d858-46d4-9eed-a7a24903f2de" providerId="ADAL" clId="{C674B5A1-E3B2-40E8-863B-82D707DB4736}" dt="2026-06-02T12:10:46.638" v="3571" actId="478"/>
          <ac:grpSpMkLst>
            <pc:docMk/>
            <pc:sldMk cId="975855965" sldId="890"/>
            <ac:grpSpMk id="6" creationId="{0BB39DF7-79D3-4D6E-AF0C-2E487668613E}"/>
          </ac:grpSpMkLst>
        </pc:grpChg>
        <pc:grpChg chg="del">
          <ac:chgData name="Al Friend" userId="e5ed79da-d858-46d4-9eed-a7a24903f2de" providerId="ADAL" clId="{C674B5A1-E3B2-40E8-863B-82D707DB4736}" dt="2026-06-02T12:10:53.993" v="3574" actId="478"/>
          <ac:grpSpMkLst>
            <pc:docMk/>
            <pc:sldMk cId="975855965" sldId="890"/>
            <ac:grpSpMk id="8" creationId="{B33DA13A-4070-4314-8B7C-AA37D17A2E41}"/>
          </ac:grpSpMkLst>
        </pc:grpChg>
        <pc:picChg chg="topLvl">
          <ac:chgData name="Al Friend" userId="e5ed79da-d858-46d4-9eed-a7a24903f2de" providerId="ADAL" clId="{C674B5A1-E3B2-40E8-863B-82D707DB4736}" dt="2026-06-02T12:10:46.638" v="3571" actId="478"/>
          <ac:picMkLst>
            <pc:docMk/>
            <pc:sldMk cId="975855965" sldId="890"/>
            <ac:picMk id="7" creationId="{B026E70D-B3FD-4141-85F9-75190461CDA3}"/>
          </ac:picMkLst>
        </pc:picChg>
        <pc:picChg chg="topLvl">
          <ac:chgData name="Al Friend" userId="e5ed79da-d858-46d4-9eed-a7a24903f2de" providerId="ADAL" clId="{C674B5A1-E3B2-40E8-863B-82D707DB4736}" dt="2026-06-02T12:10:53.993" v="3574" actId="478"/>
          <ac:picMkLst>
            <pc:docMk/>
            <pc:sldMk cId="975855965" sldId="890"/>
            <ac:picMk id="11" creationId="{32A0F86B-CA07-4894-B384-CE8C6EE159C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https://www.omg.org/spec/UML/2.5.1/PDF#page=681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590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900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Arrow points to what must be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https://www.omg.org/spec/UML/2.5.1/PDF#page=236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Similar to ERD</a:t>
            </a:r>
          </a:p>
          <a:p>
            <a:r>
              <a:rPr lang="en-GB"/>
              <a:t>https://www.edx.org/learn/software-engineering/ku-leuven-uml-class-diagrams-for-software-engineering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558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487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65233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374ED-F922-1F42-30DA-6139E3EE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B11CC-3339-C315-0BE8-FA4C1D527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GB" dirty="0"/>
              <a:t>a way to capture the requirements of a system</a:t>
            </a:r>
          </a:p>
          <a:p>
            <a:pPr>
              <a:spcAft>
                <a:spcPts val="1200"/>
              </a:spcAft>
            </a:pPr>
            <a:r>
              <a:rPr lang="en-GB" dirty="0"/>
              <a:t>a specification of behaviour</a:t>
            </a:r>
          </a:p>
          <a:p>
            <a:pPr>
              <a:spcAft>
                <a:spcPts val="1200"/>
              </a:spcAft>
            </a:pPr>
            <a:r>
              <a:rPr lang="en-GB" dirty="0"/>
              <a:t>an Actor is a role: a person, a thing, a database, …</a:t>
            </a:r>
          </a:p>
        </p:txBody>
      </p:sp>
    </p:spTree>
    <p:extLst>
      <p:ext uri="{BB962C8B-B14F-4D97-AF65-F5344CB8AC3E}">
        <p14:creationId xmlns:p14="http://schemas.microsoft.com/office/powerpoint/2010/main" val="20477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57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663" y="2712178"/>
            <a:ext cx="1482940" cy="29190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A0F86B-CA07-4894-B384-CE8C6EE15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4963" y="2712178"/>
            <a:ext cx="1482940" cy="291900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855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Pay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Select drink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265234"/>
            <a:ext cx="4261559" cy="59681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602927" y="2961325"/>
            <a:ext cx="1614545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«include»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612671" y="4302033"/>
            <a:ext cx="1554977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«extend»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73F8E2-351C-B873-7A2F-0D4291693A98}"/>
              </a:ext>
            </a:extLst>
          </p:cNvPr>
          <p:cNvSpPr/>
          <p:nvPr/>
        </p:nvSpPr>
        <p:spPr>
          <a:xfrm>
            <a:off x="838200" y="1537574"/>
            <a:ext cx="3812381" cy="5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33F8-8680-772C-2AD4-139DAFC19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2F1BB-6BA1-D6E7-7BD1-FB75A801A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template for objects with similar characteristics</a:t>
            </a:r>
          </a:p>
          <a:p>
            <a:r>
              <a:rPr lang="en-GB" dirty="0"/>
              <a:t>An object can be tangible or intangible</a:t>
            </a:r>
          </a:p>
          <a:p>
            <a:r>
              <a:rPr lang="en-GB" dirty="0"/>
              <a:t>Abstraction: ignore irrelevant characteristics*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8ABF8D-9F1A-3687-71E2-6DAE03CF3F86}"/>
              </a:ext>
            </a:extLst>
          </p:cNvPr>
          <p:cNvSpPr/>
          <p:nvPr/>
        </p:nvSpPr>
        <p:spPr>
          <a:xfrm>
            <a:off x="3072447" y="5969655"/>
            <a:ext cx="60471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* irrelevant from a design point of view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324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DDAC-B7CC-945D-B74A-87246E8E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– School Example</a:t>
            </a:r>
          </a:p>
        </p:txBody>
      </p:sp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19D019E1-9343-7DD7-F11F-1ADFAEBF51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1091" y="2935493"/>
            <a:ext cx="914400" cy="914400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53CE0249-A61C-9215-8E46-9C5D4A4E0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7254" y="2505499"/>
            <a:ext cx="914400" cy="914400"/>
          </a:xfrm>
          <a:prstGeom prst="rect">
            <a:avLst/>
          </a:prstGeom>
        </p:spPr>
      </p:pic>
      <p:pic>
        <p:nvPicPr>
          <p:cNvPr id="11" name="Graphic 10" descr="Woman outline">
            <a:extLst>
              <a:ext uri="{FF2B5EF4-FFF2-40B4-BE49-F238E27FC236}">
                <a16:creationId xmlns:a16="http://schemas.microsoft.com/office/drawing/2014/main" id="{26930976-710A-9121-E6A9-E1F1CF7BB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58562" y="2071279"/>
            <a:ext cx="914400" cy="914400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24FB712A-84E3-D214-D829-76438CF1F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67603" y="1617178"/>
            <a:ext cx="914400" cy="914400"/>
          </a:xfrm>
          <a:prstGeom prst="rect">
            <a:avLst/>
          </a:prstGeom>
        </p:spPr>
      </p:pic>
      <p:pic>
        <p:nvPicPr>
          <p:cNvPr id="15" name="Graphic 14" descr="Closed book with solid fill">
            <a:extLst>
              <a:ext uri="{FF2B5EF4-FFF2-40B4-BE49-F238E27FC236}">
                <a16:creationId xmlns:a16="http://schemas.microsoft.com/office/drawing/2014/main" id="{C2FC3120-4859-0E36-9B84-AD9C76B1A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4348" y="1752419"/>
            <a:ext cx="914400" cy="914400"/>
          </a:xfrm>
          <a:prstGeom prst="rect">
            <a:avLst/>
          </a:prstGeom>
        </p:spPr>
      </p:pic>
      <p:pic>
        <p:nvPicPr>
          <p:cNvPr id="17" name="Graphic 16" descr="Closed book outline">
            <a:extLst>
              <a:ext uri="{FF2B5EF4-FFF2-40B4-BE49-F238E27FC236}">
                <a16:creationId xmlns:a16="http://schemas.microsoft.com/office/drawing/2014/main" id="{58687F61-8D2B-ED11-7BDD-4ACE86BAE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11065" y="2917953"/>
            <a:ext cx="914400" cy="914400"/>
          </a:xfrm>
          <a:prstGeom prst="rect">
            <a:avLst/>
          </a:prstGeom>
        </p:spPr>
      </p:pic>
      <p:pic>
        <p:nvPicPr>
          <p:cNvPr id="18" name="Graphic 17" descr="Closed book with solid fill">
            <a:extLst>
              <a:ext uri="{FF2B5EF4-FFF2-40B4-BE49-F238E27FC236}">
                <a16:creationId xmlns:a16="http://schemas.microsoft.com/office/drawing/2014/main" id="{C8ECCEDB-84CB-E10E-29A0-6A7C6A8F8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05412" y="3129636"/>
            <a:ext cx="914400" cy="914400"/>
          </a:xfrm>
          <a:prstGeom prst="rect">
            <a:avLst/>
          </a:prstGeom>
        </p:spPr>
      </p:pic>
      <p:pic>
        <p:nvPicPr>
          <p:cNvPr id="19" name="Graphic 18" descr="Closed book outline">
            <a:extLst>
              <a:ext uri="{FF2B5EF4-FFF2-40B4-BE49-F238E27FC236}">
                <a16:creationId xmlns:a16="http://schemas.microsoft.com/office/drawing/2014/main" id="{F77B082A-3A6A-6638-5522-14D3AAE61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509" y="1899565"/>
            <a:ext cx="914400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821B1EE-C09C-B44F-9763-691373B40A43}"/>
              </a:ext>
            </a:extLst>
          </p:cNvPr>
          <p:cNvSpPr/>
          <p:nvPr/>
        </p:nvSpPr>
        <p:spPr>
          <a:xfrm>
            <a:off x="2185232" y="4046620"/>
            <a:ext cx="107914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10E706-C415-F069-6596-D6EB42794CEC}"/>
              </a:ext>
            </a:extLst>
          </p:cNvPr>
          <p:cNvSpPr/>
          <p:nvPr/>
        </p:nvSpPr>
        <p:spPr>
          <a:xfrm>
            <a:off x="8104778" y="4046620"/>
            <a:ext cx="13504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D1B5CA-3293-8AB0-9AD8-32AAB374D400}"/>
              </a:ext>
            </a:extLst>
          </p:cNvPr>
          <p:cNvSpPr/>
          <p:nvPr/>
        </p:nvSpPr>
        <p:spPr>
          <a:xfrm>
            <a:off x="4043317" y="2552355"/>
            <a:ext cx="2965492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 are enrolled</a:t>
            </a:r>
          </a:p>
          <a:p>
            <a:pPr algn="ctr"/>
            <a:r>
              <a:rPr lang="en-GB" sz="2800" b="1" dirty="0">
                <a:solidFill>
                  <a:srgbClr val="7030A0"/>
                </a:solidFill>
              </a:rPr>
              <a:t>on 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32A1AA-E488-B330-F5D4-C8F7E1AFEB79}"/>
              </a:ext>
            </a:extLst>
          </p:cNvPr>
          <p:cNvSpPr/>
          <p:nvPr/>
        </p:nvSpPr>
        <p:spPr>
          <a:xfrm>
            <a:off x="1124465" y="2659052"/>
            <a:ext cx="6751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7030A0"/>
                </a:solidFill>
              </a:rPr>
              <a:t>Leila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BE2120-BC91-CBCB-2287-C05D78CF4327}"/>
              </a:ext>
            </a:extLst>
          </p:cNvPr>
          <p:cNvSpPr/>
          <p:nvPr/>
        </p:nvSpPr>
        <p:spPr>
          <a:xfrm>
            <a:off x="2521096" y="3528010"/>
            <a:ext cx="8654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Archie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58AC3E-04C8-223F-64C1-CE57362A71C9}"/>
              </a:ext>
            </a:extLst>
          </p:cNvPr>
          <p:cNvSpPr/>
          <p:nvPr/>
        </p:nvSpPr>
        <p:spPr>
          <a:xfrm>
            <a:off x="7865627" y="1479980"/>
            <a:ext cx="81785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AH CS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446702-FF50-E3E0-BBEC-4575EEF5350A}"/>
              </a:ext>
            </a:extLst>
          </p:cNvPr>
          <p:cNvSpPr/>
          <p:nvPr/>
        </p:nvSpPr>
        <p:spPr>
          <a:xfrm>
            <a:off x="8617592" y="2859107"/>
            <a:ext cx="1217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N5 Maths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55E28E-12CA-4300-79D8-A465E7328BD1}"/>
              </a:ext>
            </a:extLst>
          </p:cNvPr>
          <p:cNvSpPr txBox="1"/>
          <p:nvPr/>
        </p:nvSpPr>
        <p:spPr>
          <a:xfrm>
            <a:off x="2084902" y="5058509"/>
            <a:ext cx="1279802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Pupil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412730-5CDA-D1F4-5FDC-B0A55A466C1D}"/>
              </a:ext>
            </a:extLst>
          </p:cNvPr>
          <p:cNvSpPr txBox="1"/>
          <p:nvPr/>
        </p:nvSpPr>
        <p:spPr>
          <a:xfrm>
            <a:off x="7978519" y="5058508"/>
            <a:ext cx="1540458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Courses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629774-E830-5865-08C7-3250472DAA8C}"/>
              </a:ext>
            </a:extLst>
          </p:cNvPr>
          <p:cNvSpPr/>
          <p:nvPr/>
        </p:nvSpPr>
        <p:spPr>
          <a:xfrm>
            <a:off x="4748532" y="5911197"/>
            <a:ext cx="190451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Abstraction</a:t>
            </a:r>
            <a:endParaRPr lang="en-GB" b="1" dirty="0">
              <a:solidFill>
                <a:srgbClr val="7030A0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4CFD43-E225-9A60-DD0D-39E2BF7507F3}"/>
              </a:ext>
            </a:extLst>
          </p:cNvPr>
          <p:cNvCxnSpPr>
            <a:cxnSpLocks/>
            <a:stCxn id="29" idx="0"/>
            <a:endCxn id="28" idx="1"/>
          </p:cNvCxnSpPr>
          <p:nvPr/>
        </p:nvCxnSpPr>
        <p:spPr>
          <a:xfrm flipV="1">
            <a:off x="5700790" y="5350896"/>
            <a:ext cx="2277729" cy="560301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EB3678-3EC2-9435-6703-DBA4673C5740}"/>
              </a:ext>
            </a:extLst>
          </p:cNvPr>
          <p:cNvCxnSpPr>
            <a:cxnSpLocks/>
            <a:stCxn id="29" idx="0"/>
            <a:endCxn id="27" idx="3"/>
          </p:cNvCxnSpPr>
          <p:nvPr/>
        </p:nvCxnSpPr>
        <p:spPr>
          <a:xfrm flipH="1" flipV="1">
            <a:off x="3364704" y="5350897"/>
            <a:ext cx="2336086" cy="560300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99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64592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74879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551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AE75B9AD-FFA7-46C7-8C97-FBD2DEC6546A}"/>
              </a:ext>
            </a:extLst>
          </p:cNvPr>
          <p:cNvSpPr/>
          <p:nvPr/>
        </p:nvSpPr>
        <p:spPr>
          <a:xfrm flipH="1">
            <a:off x="8566810" y="3031958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Nouns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11F1C24C-E417-4481-B9E5-EE522678B769}"/>
              </a:ext>
            </a:extLst>
          </p:cNvPr>
          <p:cNvSpPr/>
          <p:nvPr/>
        </p:nvSpPr>
        <p:spPr>
          <a:xfrm flipH="1">
            <a:off x="8566810" y="4452485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Verbs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48006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605790" y="487222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408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BE2CD1-5F61-4B09-9AEC-39EA9BFBB6A9}"/>
              </a:ext>
            </a:extLst>
          </p:cNvPr>
          <p:cNvSpPr/>
          <p:nvPr/>
        </p:nvSpPr>
        <p:spPr>
          <a:xfrm>
            <a:off x="7514503" y="1964487"/>
            <a:ext cx="16881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rgbClr val="7030A0"/>
                </a:solidFill>
              </a:rPr>
              <a:t> = public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rgbClr val="7030A0"/>
                </a:solidFill>
              </a:rPr>
              <a:t> = private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26E50561-9E7A-49B1-BF1B-897BB0D6CA6D}"/>
              </a:ext>
            </a:extLst>
          </p:cNvPr>
          <p:cNvSpPr/>
          <p:nvPr/>
        </p:nvSpPr>
        <p:spPr>
          <a:xfrm flipH="1">
            <a:off x="7149564" y="3983777"/>
            <a:ext cx="4669056" cy="946553"/>
          </a:xfrm>
          <a:prstGeom prst="callout1">
            <a:avLst>
              <a:gd name="adj1" fmla="val 50466"/>
              <a:gd name="adj2" fmla="val 100987"/>
              <a:gd name="adj3" fmla="val 51717"/>
              <a:gd name="adj4" fmla="val 1450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Constructor – uses class name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3AB56C-EA29-4B82-A3B9-946D93A89946}"/>
              </a:ext>
            </a:extLst>
          </p:cNvPr>
          <p:cNvSpPr/>
          <p:nvPr/>
        </p:nvSpPr>
        <p:spPr>
          <a:xfrm>
            <a:off x="1603054" y="6251111"/>
            <a:ext cx="89859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Private properties / methods only accessible to the object! 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100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Inheritance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555290" y="3301343"/>
            <a:ext cx="1668780" cy="458724"/>
          </a:xfrm>
          <a:prstGeom prst="callout1">
            <a:avLst>
              <a:gd name="adj1" fmla="val 50466"/>
              <a:gd name="adj2" fmla="val 100987"/>
              <a:gd name="adj3" fmla="val 224176"/>
              <a:gd name="adj4" fmla="val 1717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Inherits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A28F7D-6FE7-4115-AE1B-CD86E306F984}"/>
              </a:ext>
            </a:extLst>
          </p:cNvPr>
          <p:cNvGrpSpPr/>
          <p:nvPr/>
        </p:nvGrpSpPr>
        <p:grpSpPr>
          <a:xfrm>
            <a:off x="3931920" y="1419858"/>
            <a:ext cx="3600000" cy="2803345"/>
            <a:chOff x="3931920" y="1419858"/>
            <a:chExt cx="3600000" cy="28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931920" y="1419861"/>
              <a:ext cx="3600000" cy="280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931920" y="281675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931920" y="1419858"/>
              <a:ext cx="3600000" cy="46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Person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596573-766B-4AFA-B34B-C56D5BA1BE63}"/>
                </a:ext>
              </a:extLst>
            </p:cNvPr>
            <p:cNvSpPr txBox="1"/>
            <p:nvPr/>
          </p:nvSpPr>
          <p:spPr>
            <a:xfrm>
              <a:off x="4589619" y="1870149"/>
              <a:ext cx="22846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name: String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age: Integer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DE1068-9C54-4D92-A45F-8DEAD06D3824}"/>
                </a:ext>
              </a:extLst>
            </p:cNvPr>
            <p:cNvSpPr txBox="1"/>
            <p:nvPr/>
          </p:nvSpPr>
          <p:spPr>
            <a:xfrm>
              <a:off x="4589619" y="2838208"/>
              <a:ext cx="22846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person()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getName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getAge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B282EDB-923B-43AA-A7A0-4FB78350E754}"/>
              </a:ext>
            </a:extLst>
          </p:cNvPr>
          <p:cNvGrpSpPr/>
          <p:nvPr/>
        </p:nvGrpSpPr>
        <p:grpSpPr>
          <a:xfrm>
            <a:off x="697530" y="4762740"/>
            <a:ext cx="3600000" cy="1886237"/>
            <a:chOff x="7883190" y="3681709"/>
            <a:chExt cx="3600000" cy="18862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AD989B-F1AD-48F4-AEE9-9B57F69F844A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737D40-1EBB-44CD-81E0-4959A8119A08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ED6BD4-D2B0-4DF3-BED1-47D309818666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Pupil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3E50A6-C1AB-4FE5-864D-16BBF061445C}"/>
                </a:ext>
              </a:extLst>
            </p:cNvPr>
            <p:cNvSpPr txBox="1"/>
            <p:nvPr/>
          </p:nvSpPr>
          <p:spPr>
            <a:xfrm>
              <a:off x="8236278" y="4100464"/>
              <a:ext cx="30081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: String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BEA44BA-2065-4960-99BA-43573E7581B5}"/>
                </a:ext>
              </a:extLst>
            </p:cNvPr>
            <p:cNvSpPr txBox="1"/>
            <p:nvPr/>
          </p:nvSpPr>
          <p:spPr>
            <a:xfrm>
              <a:off x="82362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pupil()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1001EF-2209-4669-BF53-AFCF59C6179D}"/>
              </a:ext>
            </a:extLst>
          </p:cNvPr>
          <p:cNvGrpSpPr/>
          <p:nvPr/>
        </p:nvGrpSpPr>
        <p:grpSpPr>
          <a:xfrm>
            <a:off x="7105369" y="4737440"/>
            <a:ext cx="3600000" cy="1886237"/>
            <a:chOff x="7883190" y="3681709"/>
            <a:chExt cx="3600000" cy="18862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D47A08-40A4-41E1-A2C1-918C0388BB27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36A0A9-6448-4761-9F28-444BF419DD8E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F9E9482-EB24-4541-877E-068D4A0C3A11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Staff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31FDF04-E2F6-4383-9A71-B1E096B511B4}"/>
                </a:ext>
              </a:extLst>
            </p:cNvPr>
            <p:cNvSpPr txBox="1"/>
            <p:nvPr/>
          </p:nvSpPr>
          <p:spPr>
            <a:xfrm>
              <a:off x="8401377" y="4100464"/>
              <a:ext cx="25808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subject: String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D21E20-5786-42ED-A48F-1F8E03BC725B}"/>
                </a:ext>
              </a:extLst>
            </p:cNvPr>
            <p:cNvSpPr txBox="1"/>
            <p:nvPr/>
          </p:nvSpPr>
          <p:spPr>
            <a:xfrm>
              <a:off x="84013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staff() 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getSubject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67882CB4-64C2-47C3-B796-954847CC112D}"/>
              </a:ext>
            </a:extLst>
          </p:cNvPr>
          <p:cNvSpPr/>
          <p:nvPr/>
        </p:nvSpPr>
        <p:spPr>
          <a:xfrm>
            <a:off x="8189619" y="1793393"/>
            <a:ext cx="3030831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A subclass inherits: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properties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methods</a:t>
            </a:r>
          </a:p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of the superclass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DAE3C2-47DB-4DFA-ADA5-DF066664C0CD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497530" y="4211933"/>
            <a:ext cx="1434388" cy="5508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4DA32-EB6F-48BC-BF59-481A03FDF3FA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531918" y="4211933"/>
            <a:ext cx="1373451" cy="5255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9AF9AC62-05E7-420C-B80B-20719B2841D3}"/>
              </a:ext>
            </a:extLst>
          </p:cNvPr>
          <p:cNvSpPr/>
          <p:nvPr/>
        </p:nvSpPr>
        <p:spPr>
          <a:xfrm>
            <a:off x="971550" y="1794995"/>
            <a:ext cx="1806240" cy="458724"/>
          </a:xfrm>
          <a:prstGeom prst="callout1">
            <a:avLst>
              <a:gd name="adj1" fmla="val 50466"/>
              <a:gd name="adj2" fmla="val 100987"/>
              <a:gd name="adj3" fmla="val 69691"/>
              <a:gd name="adj4" fmla="val 1605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Superclass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67091E-C2CE-47A7-9BCD-380A030776A4}"/>
              </a:ext>
            </a:extLst>
          </p:cNvPr>
          <p:cNvSpPr/>
          <p:nvPr/>
        </p:nvSpPr>
        <p:spPr>
          <a:xfrm>
            <a:off x="4998322" y="4671520"/>
            <a:ext cx="146983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Subclass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0F19AF-9E3E-4F7A-ABB2-5682DFBA7145}"/>
              </a:ext>
            </a:extLst>
          </p:cNvPr>
          <p:cNvCxnSpPr>
            <a:cxnSpLocks/>
            <a:stCxn id="45" idx="2"/>
            <a:endCxn id="30" idx="1"/>
          </p:cNvCxnSpPr>
          <p:nvPr/>
        </p:nvCxnSpPr>
        <p:spPr>
          <a:xfrm>
            <a:off x="5733238" y="5194740"/>
            <a:ext cx="1372131" cy="4858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31073C-2961-45F8-BA70-83375DBBA138}"/>
              </a:ext>
            </a:extLst>
          </p:cNvPr>
          <p:cNvCxnSpPr>
            <a:cxnSpLocks/>
            <a:stCxn id="45" idx="2"/>
            <a:endCxn id="20" idx="3"/>
          </p:cNvCxnSpPr>
          <p:nvPr/>
        </p:nvCxnSpPr>
        <p:spPr>
          <a:xfrm flipH="1">
            <a:off x="4297530" y="5194740"/>
            <a:ext cx="1435708" cy="5111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414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663</Words>
  <Application>Microsoft Office PowerPoint</Application>
  <PresentationFormat>Widescreen</PresentationFormat>
  <Paragraphs>200</Paragraphs>
  <Slides>23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Advanced Higher CS</vt:lpstr>
      <vt:lpstr>Plan</vt:lpstr>
      <vt:lpstr>Assessment</vt:lpstr>
      <vt:lpstr>SDD Analysis</vt:lpstr>
      <vt:lpstr>Learning Intentions</vt:lpstr>
      <vt:lpstr>Use Case Diagram</vt:lpstr>
      <vt:lpstr>Use Case Diagram – Overview</vt:lpstr>
      <vt:lpstr>Use Case Diagram – Overview</vt:lpstr>
      <vt:lpstr>Actors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Class</vt:lpstr>
      <vt:lpstr>Classes – School Example</vt:lpstr>
      <vt:lpstr>UML Class Diagrams</vt:lpstr>
      <vt:lpstr>UML Class Diagrams</vt:lpstr>
      <vt:lpstr>UML Inheritance</vt:lpstr>
      <vt:lpstr>SDD Implementation</vt:lpstr>
      <vt:lpstr>Learning Intentions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314</cp:revision>
  <cp:lastPrinted>2022-12-12T09:57:02Z</cp:lastPrinted>
  <dcterms:created xsi:type="dcterms:W3CDTF">2020-11-23T14:36:09Z</dcterms:created>
  <dcterms:modified xsi:type="dcterms:W3CDTF">2026-06-02T18:36:48Z</dcterms:modified>
</cp:coreProperties>
</file>