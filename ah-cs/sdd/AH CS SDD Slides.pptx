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27.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30.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434" r:id="rId2"/>
    <p:sldId id="506" r:id="rId3"/>
    <p:sldId id="507" r:id="rId4"/>
    <p:sldId id="262" r:id="rId5"/>
    <p:sldId id="275" r:id="rId6"/>
    <p:sldId id="888" r:id="rId7"/>
    <p:sldId id="949" r:id="rId8"/>
    <p:sldId id="634" r:id="rId9"/>
    <p:sldId id="889" r:id="rId10"/>
    <p:sldId id="876" r:id="rId11"/>
    <p:sldId id="890" r:id="rId12"/>
    <p:sldId id="895" r:id="rId13"/>
    <p:sldId id="875" r:id="rId14"/>
    <p:sldId id="883" r:id="rId15"/>
    <p:sldId id="877" r:id="rId16"/>
    <p:sldId id="880" r:id="rId17"/>
    <p:sldId id="878" r:id="rId18"/>
    <p:sldId id="882" r:id="rId19"/>
    <p:sldId id="886" r:id="rId20"/>
    <p:sldId id="887" r:id="rId21"/>
    <p:sldId id="891" r:id="rId22"/>
    <p:sldId id="881" r:id="rId23"/>
    <p:sldId id="892" r:id="rId24"/>
    <p:sldId id="884" r:id="rId25"/>
    <p:sldId id="927" r:id="rId26"/>
    <p:sldId id="894" r:id="rId27"/>
    <p:sldId id="885" r:id="rId28"/>
    <p:sldId id="958" r:id="rId29"/>
    <p:sldId id="957" r:id="rId30"/>
    <p:sldId id="956" r:id="rId31"/>
    <p:sldId id="879" r:id="rId32"/>
    <p:sldId id="926" r:id="rId33"/>
    <p:sldId id="955" r:id="rId34"/>
    <p:sldId id="950" r:id="rId35"/>
    <p:sldId id="931" r:id="rId36"/>
    <p:sldId id="952" r:id="rId37"/>
    <p:sldId id="937" r:id="rId38"/>
    <p:sldId id="496" r:id="rId39"/>
    <p:sldId id="953" r:id="rId40"/>
    <p:sldId id="954" r:id="rId41"/>
    <p:sldId id="932" r:id="rId42"/>
    <p:sldId id="944" r:id="rId43"/>
    <p:sldId id="947" r:id="rId44"/>
    <p:sldId id="896" r:id="rId45"/>
    <p:sldId id="901" r:id="rId46"/>
    <p:sldId id="908" r:id="rId47"/>
    <p:sldId id="897" r:id="rId48"/>
    <p:sldId id="898" r:id="rId49"/>
    <p:sldId id="899" r:id="rId50"/>
    <p:sldId id="900" r:id="rId51"/>
    <p:sldId id="902" r:id="rId52"/>
    <p:sldId id="903" r:id="rId53"/>
    <p:sldId id="904" r:id="rId54"/>
    <p:sldId id="905" r:id="rId55"/>
    <p:sldId id="907" r:id="rId56"/>
    <p:sldId id="906" r:id="rId57"/>
    <p:sldId id="909" r:id="rId58"/>
    <p:sldId id="910" r:id="rId59"/>
    <p:sldId id="911" r:id="rId60"/>
    <p:sldId id="912" r:id="rId61"/>
    <p:sldId id="913" r:id="rId62"/>
    <p:sldId id="914" r:id="rId63"/>
    <p:sldId id="915" r:id="rId64"/>
    <p:sldId id="916" r:id="rId65"/>
    <p:sldId id="917" r:id="rId66"/>
    <p:sldId id="918" r:id="rId67"/>
    <p:sldId id="919" r:id="rId68"/>
    <p:sldId id="920" r:id="rId69"/>
    <p:sldId id="921" r:id="rId70"/>
    <p:sldId id="922" r:id="rId71"/>
    <p:sldId id="923" r:id="rId72"/>
    <p:sldId id="924" r:id="rId73"/>
    <p:sldId id="925" r:id="rId74"/>
  </p:sldIdLst>
  <p:sldSz cx="12192000" cy="6858000"/>
  <p:notesSz cx="6669088"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CD916D4-C61B-4DE1-BA53-06CFF0F5F6D1}">
          <p14:sldIdLst>
            <p14:sldId id="434"/>
            <p14:sldId id="506"/>
            <p14:sldId id="507"/>
          </p14:sldIdLst>
        </p14:section>
        <p14:section name="Analysis" id="{7C879B73-49D3-4B0B-8E84-ADEA941CE428}">
          <p14:sldIdLst>
            <p14:sldId id="262"/>
          </p14:sldIdLst>
        </p14:section>
        <p14:section name="Use Case Diagrams" id="{8FF03462-626E-4D1D-AC9E-9B36ACF6C895}">
          <p14:sldIdLst>
            <p14:sldId id="275"/>
            <p14:sldId id="888"/>
            <p14:sldId id="949"/>
            <p14:sldId id="634"/>
            <p14:sldId id="889"/>
            <p14:sldId id="876"/>
            <p14:sldId id="890"/>
            <p14:sldId id="895"/>
            <p14:sldId id="875"/>
            <p14:sldId id="883"/>
            <p14:sldId id="877"/>
            <p14:sldId id="880"/>
            <p14:sldId id="878"/>
          </p14:sldIdLst>
        </p14:section>
        <p14:section name="UML Class Diagrams" id="{7D4F1648-DAC2-4075-A6B4-FD4B3092EFED}">
          <p14:sldIdLst>
            <p14:sldId id="882"/>
            <p14:sldId id="886"/>
            <p14:sldId id="887"/>
            <p14:sldId id="891"/>
            <p14:sldId id="881"/>
            <p14:sldId id="892"/>
            <p14:sldId id="884"/>
            <p14:sldId id="927"/>
          </p14:sldIdLst>
        </p14:section>
        <p14:section name="Inheritance" id="{CDF11360-1310-480E-9F75-4AEDA98C8AEA}">
          <p14:sldIdLst>
            <p14:sldId id="894"/>
            <p14:sldId id="885"/>
          </p14:sldIdLst>
        </p14:section>
        <p14:section name="Polymorphism" id="{2F35D52D-5ED9-4275-9F70-7BF082A2859B}">
          <p14:sldIdLst>
            <p14:sldId id="958"/>
          </p14:sldIdLst>
        </p14:section>
        <p14:section name="Abstract class" id="{FCF5605D-5D92-432D-982C-18F2C81022A7}">
          <p14:sldIdLst>
            <p14:sldId id="957"/>
            <p14:sldId id="956"/>
          </p14:sldIdLst>
        </p14:section>
        <p14:section name="Implementation" id="{5C392A03-E5F5-4672-87AF-87A2BB0C2FD8}">
          <p14:sldIdLst>
            <p14:sldId id="879"/>
            <p14:sldId id="926"/>
          </p14:sldIdLst>
        </p14:section>
        <p14:section name="2D arrays" id="{27323A92-59D0-436A-9933-4D26ADE496F8}">
          <p14:sldIdLst>
            <p14:sldId id="955"/>
            <p14:sldId id="950"/>
          </p14:sldIdLst>
        </p14:section>
        <p14:section name="Bubble sort" id="{CB9E1CF7-E71F-466A-A5C7-98C75F4475C9}">
          <p14:sldIdLst>
            <p14:sldId id="931"/>
            <p14:sldId id="952"/>
            <p14:sldId id="937"/>
          </p14:sldIdLst>
        </p14:section>
        <p14:section name="Insertion sort" id="{02E12C54-831E-4A99-B743-31D5B861406D}">
          <p14:sldIdLst>
            <p14:sldId id="496"/>
            <p14:sldId id="953"/>
            <p14:sldId id="954"/>
          </p14:sldIdLst>
        </p14:section>
        <p14:section name="Binary search" id="{877E2555-C0E8-4F73-91B9-257005800B15}">
          <p14:sldIdLst>
            <p14:sldId id="932"/>
            <p14:sldId id="944"/>
            <p14:sldId id="947"/>
          </p14:sldIdLst>
        </p14:section>
        <p14:section name="Project" id="{4E127A96-9354-41A3-933B-B56E06D83780}">
          <p14:sldIdLst>
            <p14:sldId id="896"/>
            <p14:sldId id="901"/>
            <p14:sldId id="908"/>
            <p14:sldId id="897"/>
            <p14:sldId id="898"/>
            <p14:sldId id="899"/>
            <p14:sldId id="900"/>
            <p14:sldId id="902"/>
            <p14:sldId id="903"/>
            <p14:sldId id="904"/>
            <p14:sldId id="905"/>
            <p14:sldId id="907"/>
            <p14:sldId id="906"/>
            <p14:sldId id="909"/>
            <p14:sldId id="910"/>
            <p14:sldId id="911"/>
            <p14:sldId id="912"/>
            <p14:sldId id="913"/>
            <p14:sldId id="914"/>
            <p14:sldId id="915"/>
            <p14:sldId id="916"/>
            <p14:sldId id="917"/>
            <p14:sldId id="918"/>
            <p14:sldId id="919"/>
            <p14:sldId id="920"/>
            <p14:sldId id="921"/>
            <p14:sldId id="922"/>
            <p14:sldId id="923"/>
            <p14:sldId id="924"/>
            <p14:sldId id="925"/>
          </p14:sldIdLst>
        </p14:section>
        <p14:section name="Testing" id="{89DD8F3D-7BDB-479D-BE4D-586144FA2248}">
          <p14:sldIdLst/>
        </p14:section>
        <p14:section name="Evaluation" id="{0F7A6070-A7E2-43C1-8140-267CAC25D84D}">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6B3"/>
    <a:srgbClr val="FBE5D6"/>
    <a:srgbClr val="E9EBF5"/>
    <a:srgbClr val="FCAAAA"/>
    <a:srgbClr val="BDD7EE"/>
    <a:srgbClr val="00864F"/>
    <a:srgbClr val="1836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77" autoAdjust="0"/>
    <p:restoredTop sz="86216" autoAdjust="0"/>
  </p:normalViewPr>
  <p:slideViewPr>
    <p:cSldViewPr snapToGrid="0" showGuides="1">
      <p:cViewPr varScale="1">
        <p:scale>
          <a:sx n="57" d="100"/>
          <a:sy n="57" d="100"/>
        </p:scale>
        <p:origin x="884" y="48"/>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 Friend" userId="e5ed79da-d858-46d4-9eed-a7a24903f2de" providerId="ADAL" clId="{6CF5D3DD-A8C4-4611-8099-4AEB2E976A2E}"/>
    <pc:docChg chg="undo custSel addSld delSld modSld sldOrd addSection delSection modSection">
      <pc:chgData name="Al Friend" userId="e5ed79da-d858-46d4-9eed-a7a24903f2de" providerId="ADAL" clId="{6CF5D3DD-A8C4-4611-8099-4AEB2E976A2E}" dt="2026-09-12T13:56:20.129" v="6663" actId="1076"/>
      <pc:docMkLst>
        <pc:docMk/>
      </pc:docMkLst>
      <pc:sldChg chg="modSp mod">
        <pc:chgData name="Al Friend" userId="e5ed79da-d858-46d4-9eed-a7a24903f2de" providerId="ADAL" clId="{6CF5D3DD-A8C4-4611-8099-4AEB2E976A2E}" dt="2026-09-12T13:29:38.083" v="6315" actId="692"/>
        <pc:sldMkLst>
          <pc:docMk/>
          <pc:sldMk cId="237343473" sldId="875"/>
        </pc:sldMkLst>
        <pc:cxnChg chg="mod">
          <ac:chgData name="Al Friend" userId="e5ed79da-d858-46d4-9eed-a7a24903f2de" providerId="ADAL" clId="{6CF5D3DD-A8C4-4611-8099-4AEB2E976A2E}" dt="2026-09-12T13:29:38.083" v="6315" actId="692"/>
          <ac:cxnSpMkLst>
            <pc:docMk/>
            <pc:sldMk cId="237343473" sldId="875"/>
            <ac:cxnSpMk id="29" creationId="{FA43D775-B13A-41BA-A1F8-00B3CC6C3F2F}"/>
          </ac:cxnSpMkLst>
        </pc:cxnChg>
      </pc:sldChg>
      <pc:sldChg chg="delSp modSp mod">
        <pc:chgData name="Al Friend" userId="e5ed79da-d858-46d4-9eed-a7a24903f2de" providerId="ADAL" clId="{6CF5D3DD-A8C4-4611-8099-4AEB2E976A2E}" dt="2026-09-01T19:58:04.133" v="4894" actId="120"/>
        <pc:sldMkLst>
          <pc:docMk/>
          <pc:sldMk cId="3895107268" sldId="883"/>
        </pc:sldMkLst>
        <pc:spChg chg="mod">
          <ac:chgData name="Al Friend" userId="e5ed79da-d858-46d4-9eed-a7a24903f2de" providerId="ADAL" clId="{6CF5D3DD-A8C4-4611-8099-4AEB2E976A2E}" dt="2026-09-01T19:55:52.759" v="4847" actId="1076"/>
          <ac:spMkLst>
            <pc:docMk/>
            <pc:sldMk cId="3895107268" sldId="883"/>
            <ac:spMk id="9" creationId="{EE2EFB0E-AB56-4E96-9F15-7393AA54BFAA}"/>
          </ac:spMkLst>
        </pc:spChg>
        <pc:spChg chg="mod">
          <ac:chgData name="Al Friend" userId="e5ed79da-d858-46d4-9eed-a7a24903f2de" providerId="ADAL" clId="{6CF5D3DD-A8C4-4611-8099-4AEB2E976A2E}" dt="2026-09-01T19:56:43.216" v="4857" actId="1076"/>
          <ac:spMkLst>
            <pc:docMk/>
            <pc:sldMk cId="3895107268" sldId="883"/>
            <ac:spMk id="21" creationId="{65F9084E-A1EA-4464-9384-FDA12CD1EE06}"/>
          </ac:spMkLst>
        </pc:spChg>
        <pc:spChg chg="mod">
          <ac:chgData name="Al Friend" userId="e5ed79da-d858-46d4-9eed-a7a24903f2de" providerId="ADAL" clId="{6CF5D3DD-A8C4-4611-8099-4AEB2E976A2E}" dt="2026-09-01T19:56:34.014" v="4855" actId="1076"/>
          <ac:spMkLst>
            <pc:docMk/>
            <pc:sldMk cId="3895107268" sldId="883"/>
            <ac:spMk id="22" creationId="{CDAB617F-D868-4AAD-BA99-EFE6D44FFB55}"/>
          </ac:spMkLst>
        </pc:spChg>
        <pc:spChg chg="mod">
          <ac:chgData name="Al Friend" userId="e5ed79da-d858-46d4-9eed-a7a24903f2de" providerId="ADAL" clId="{6CF5D3DD-A8C4-4611-8099-4AEB2E976A2E}" dt="2026-09-01T19:56:24.052" v="4854" actId="1076"/>
          <ac:spMkLst>
            <pc:docMk/>
            <pc:sldMk cId="3895107268" sldId="883"/>
            <ac:spMk id="32" creationId="{85CDA261-9BB5-4CC4-B2DE-8D9152BEA2AF}"/>
          </ac:spMkLst>
        </pc:spChg>
        <pc:spChg chg="mod">
          <ac:chgData name="Al Friend" userId="e5ed79da-d858-46d4-9eed-a7a24903f2de" providerId="ADAL" clId="{6CF5D3DD-A8C4-4611-8099-4AEB2E976A2E}" dt="2026-09-01T19:56:38.999" v="4856" actId="1076"/>
          <ac:spMkLst>
            <pc:docMk/>
            <pc:sldMk cId="3895107268" sldId="883"/>
            <ac:spMk id="33" creationId="{5FA2AB05-D591-4DE1-930E-0EDCED894325}"/>
          </ac:spMkLst>
        </pc:spChg>
        <pc:spChg chg="mod">
          <ac:chgData name="Al Friend" userId="e5ed79da-d858-46d4-9eed-a7a24903f2de" providerId="ADAL" clId="{6CF5D3DD-A8C4-4611-8099-4AEB2E976A2E}" dt="2026-09-01T19:56:59.974" v="4861" actId="14100"/>
          <ac:spMkLst>
            <pc:docMk/>
            <pc:sldMk cId="3895107268" sldId="883"/>
            <ac:spMk id="39" creationId="{C90D3FE8-1169-4EDF-A2ED-2F943CD5C876}"/>
          </ac:spMkLst>
        </pc:spChg>
        <pc:spChg chg="mod">
          <ac:chgData name="Al Friend" userId="e5ed79da-d858-46d4-9eed-a7a24903f2de" providerId="ADAL" clId="{6CF5D3DD-A8C4-4611-8099-4AEB2E976A2E}" dt="2026-09-01T19:58:04.133" v="4894" actId="120"/>
          <ac:spMkLst>
            <pc:docMk/>
            <pc:sldMk cId="3895107268" sldId="883"/>
            <ac:spMk id="40" creationId="{F0D9822E-881E-4E96-ACB0-4C7728754CF3}"/>
          </ac:spMkLst>
        </pc:spChg>
        <pc:cxnChg chg="mod">
          <ac:chgData name="Al Friend" userId="e5ed79da-d858-46d4-9eed-a7a24903f2de" providerId="ADAL" clId="{6CF5D3DD-A8C4-4611-8099-4AEB2E976A2E}" dt="2026-09-01T19:56:43.216" v="4857" actId="1076"/>
          <ac:cxnSpMkLst>
            <pc:docMk/>
            <pc:sldMk cId="3895107268" sldId="883"/>
            <ac:cxnSpMk id="24" creationId="{440C0681-510B-4743-9A20-D172D0F4A65E}"/>
          </ac:cxnSpMkLst>
        </pc:cxnChg>
        <pc:cxnChg chg="mod">
          <ac:chgData name="Al Friend" userId="e5ed79da-d858-46d4-9eed-a7a24903f2de" providerId="ADAL" clId="{6CF5D3DD-A8C4-4611-8099-4AEB2E976A2E}" dt="2026-09-01T19:56:43.216" v="4857" actId="1076"/>
          <ac:cxnSpMkLst>
            <pc:docMk/>
            <pc:sldMk cId="3895107268" sldId="883"/>
            <ac:cxnSpMk id="27" creationId="{5FD594C9-5C27-4A4C-B85E-7B863E6D3F4E}"/>
          </ac:cxnSpMkLst>
        </pc:cxnChg>
      </pc:sldChg>
      <pc:sldChg chg="addSp delSp modSp mod addAnim delAnim modAnim">
        <pc:chgData name="Al Friend" userId="e5ed79da-d858-46d4-9eed-a7a24903f2de" providerId="ADAL" clId="{6CF5D3DD-A8C4-4611-8099-4AEB2E976A2E}" dt="2026-08-19T19:48:04.974" v="4073" actId="14100"/>
        <pc:sldMkLst>
          <pc:docMk/>
          <pc:sldMk cId="1982100101" sldId="884"/>
        </pc:sldMkLst>
        <pc:spChg chg="mod">
          <ac:chgData name="Al Friend" userId="e5ed79da-d858-46d4-9eed-a7a24903f2de" providerId="ADAL" clId="{6CF5D3DD-A8C4-4611-8099-4AEB2E976A2E}" dt="2026-08-19T19:42:05.881" v="3919" actId="552"/>
          <ac:spMkLst>
            <pc:docMk/>
            <pc:sldMk cId="1982100101" sldId="884"/>
            <ac:spMk id="17" creationId="{AE596573-766B-4AFA-B34B-C56D5BA1BE63}"/>
          </ac:spMkLst>
        </pc:spChg>
        <pc:spChg chg="mod">
          <ac:chgData name="Al Friend" userId="e5ed79da-d858-46d4-9eed-a7a24903f2de" providerId="ADAL" clId="{6CF5D3DD-A8C4-4611-8099-4AEB2E976A2E}" dt="2026-08-19T19:45:48.981" v="4030" actId="14100"/>
          <ac:spMkLst>
            <pc:docMk/>
            <pc:sldMk cId="1982100101" sldId="884"/>
            <ac:spMk id="18" creationId="{D3DE1068-9C54-4D92-A45F-8DEAD06D3824}"/>
          </ac:spMkLst>
        </pc:spChg>
        <pc:spChg chg="mod">
          <ac:chgData name="Al Friend" userId="e5ed79da-d858-46d4-9eed-a7a24903f2de" providerId="ADAL" clId="{6CF5D3DD-A8C4-4611-8099-4AEB2E976A2E}" dt="2026-08-19T19:46:07.436" v="4032" actId="1076"/>
          <ac:spMkLst>
            <pc:docMk/>
            <pc:sldMk cId="1982100101" sldId="884"/>
            <ac:spMk id="21" creationId="{61BE2CD1-5F61-4B09-9AEC-39EA9BFBB6A9}"/>
          </ac:spMkLst>
        </pc:spChg>
        <pc:spChg chg="mod">
          <ac:chgData name="Al Friend" userId="e5ed79da-d858-46d4-9eed-a7a24903f2de" providerId="ADAL" clId="{6CF5D3DD-A8C4-4611-8099-4AEB2E976A2E}" dt="2026-08-19T19:48:04.974" v="4073" actId="14100"/>
          <ac:spMkLst>
            <pc:docMk/>
            <pc:sldMk cId="1982100101" sldId="884"/>
            <ac:spMk id="22" creationId="{26E50561-9E7A-49B1-BF1B-897BB0D6CA6D}"/>
          </ac:spMkLst>
        </pc:spChg>
        <pc:spChg chg="add mod">
          <ac:chgData name="Al Friend" userId="e5ed79da-d858-46d4-9eed-a7a24903f2de" providerId="ADAL" clId="{6CF5D3DD-A8C4-4611-8099-4AEB2E976A2E}" dt="2026-08-19T19:46:49.168" v="4047" actId="1076"/>
          <ac:spMkLst>
            <pc:docMk/>
            <pc:sldMk cId="1982100101" sldId="884"/>
            <ac:spMk id="57" creationId="{572AD0FF-61D3-BD77-DA13-9B37EF2A319F}"/>
          </ac:spMkLst>
        </pc:spChg>
        <pc:spChg chg="add mod">
          <ac:chgData name="Al Friend" userId="e5ed79da-d858-46d4-9eed-a7a24903f2de" providerId="ADAL" clId="{6CF5D3DD-A8C4-4611-8099-4AEB2E976A2E}" dt="2026-08-19T19:47:27.403" v="4071" actId="14100"/>
          <ac:spMkLst>
            <pc:docMk/>
            <pc:sldMk cId="1982100101" sldId="884"/>
            <ac:spMk id="58" creationId="{99C5C3D1-F650-3BFA-305F-A465843E48F8}"/>
          </ac:spMkLst>
        </pc:spChg>
        <pc:grpChg chg="mod">
          <ac:chgData name="Al Friend" userId="e5ed79da-d858-46d4-9eed-a7a24903f2de" providerId="ADAL" clId="{6CF5D3DD-A8C4-4611-8099-4AEB2E976A2E}" dt="2026-08-19T19:45:54.108" v="4031" actId="14100"/>
          <ac:grpSpMkLst>
            <pc:docMk/>
            <pc:sldMk cId="1982100101" sldId="884"/>
            <ac:grpSpMk id="10" creationId="{399CD5E7-76CA-46D4-8759-2AB56AB29762}"/>
          </ac:grpSpMkLst>
        </pc:grpChg>
        <pc:inkChg chg="mod">
          <ac:chgData name="Al Friend" userId="e5ed79da-d858-46d4-9eed-a7a24903f2de" providerId="ADAL" clId="{6CF5D3DD-A8C4-4611-8099-4AEB2E976A2E}" dt="2026-08-19T19:44:44.360" v="4009"/>
          <ac:inkMkLst>
            <pc:docMk/>
            <pc:sldMk cId="1982100101" sldId="884"/>
            <ac:inkMk id="34" creationId="{29E9023C-59F0-1A99-64DB-3EB8247A9252}"/>
          </ac:inkMkLst>
        </pc:inkChg>
      </pc:sldChg>
      <pc:sldChg chg="modSp mod">
        <pc:chgData name="Al Friend" userId="e5ed79da-d858-46d4-9eed-a7a24903f2de" providerId="ADAL" clId="{6CF5D3DD-A8C4-4611-8099-4AEB2E976A2E}" dt="2026-08-19T19:53:30.058" v="4097" actId="14100"/>
        <pc:sldMkLst>
          <pc:docMk/>
          <pc:sldMk cId="294841495" sldId="885"/>
        </pc:sldMkLst>
        <pc:spChg chg="mod">
          <ac:chgData name="Al Friend" userId="e5ed79da-d858-46d4-9eed-a7a24903f2de" providerId="ADAL" clId="{6CF5D3DD-A8C4-4611-8099-4AEB2E976A2E}" dt="2026-08-19T19:52:44.463" v="4079" actId="20577"/>
          <ac:spMkLst>
            <pc:docMk/>
            <pc:sldMk cId="294841495" sldId="885"/>
            <ac:spMk id="18" creationId="{D3DE1068-9C54-4D92-A45F-8DEAD06D3824}"/>
          </ac:spMkLst>
        </pc:spChg>
        <pc:spChg chg="mod">
          <ac:chgData name="Al Friend" userId="e5ed79da-d858-46d4-9eed-a7a24903f2de" providerId="ADAL" clId="{6CF5D3DD-A8C4-4611-8099-4AEB2E976A2E}" dt="2026-08-19T19:53:30.058" v="4097" actId="14100"/>
          <ac:spMkLst>
            <pc:docMk/>
            <pc:sldMk cId="294841495" sldId="885"/>
            <ac:spMk id="26" creationId="{EC3E50A6-C1AB-4FE5-864D-16BBF061445C}"/>
          </ac:spMkLst>
        </pc:spChg>
        <pc:spChg chg="mod">
          <ac:chgData name="Al Friend" userId="e5ed79da-d858-46d4-9eed-a7a24903f2de" providerId="ADAL" clId="{6CF5D3DD-A8C4-4611-8099-4AEB2E976A2E}" dt="2026-08-19T19:53:07.830" v="4091" actId="14100"/>
          <ac:spMkLst>
            <pc:docMk/>
            <pc:sldMk cId="294841495" sldId="885"/>
            <ac:spMk id="27" creationId="{DBEA44BA-2065-4960-99BA-43573E7581B5}"/>
          </ac:spMkLst>
        </pc:spChg>
        <pc:spChg chg="mod">
          <ac:chgData name="Al Friend" userId="e5ed79da-d858-46d4-9eed-a7a24903f2de" providerId="ADAL" clId="{6CF5D3DD-A8C4-4611-8099-4AEB2E976A2E}" dt="2026-08-19T19:52:51.207" v="4082" actId="20577"/>
          <ac:spMkLst>
            <pc:docMk/>
            <pc:sldMk cId="294841495" sldId="885"/>
            <ac:spMk id="34" creationId="{33D21E20-5786-42ED-A48F-1F8E03BC725B}"/>
          </ac:spMkLst>
        </pc:spChg>
      </pc:sldChg>
      <pc:sldChg chg="delSp modSp add mod delAnim modShow">
        <pc:chgData name="Al Friend" userId="e5ed79da-d858-46d4-9eed-a7a24903f2de" providerId="ADAL" clId="{6CF5D3DD-A8C4-4611-8099-4AEB2E976A2E}" dt="2026-08-19T19:45:25.597" v="4020" actId="14100"/>
        <pc:sldMkLst>
          <pc:docMk/>
          <pc:sldMk cId="736868365" sldId="927"/>
        </pc:sldMkLst>
        <pc:spChg chg="mod">
          <ac:chgData name="Al Friend" userId="e5ed79da-d858-46d4-9eed-a7a24903f2de" providerId="ADAL" clId="{6CF5D3DD-A8C4-4611-8099-4AEB2E976A2E}" dt="2026-08-19T19:45:20.624" v="4019" actId="14100"/>
          <ac:spMkLst>
            <pc:docMk/>
            <pc:sldMk cId="736868365" sldId="927"/>
            <ac:spMk id="18" creationId="{FD89EA82-2CA8-B18C-C016-50912B2336A4}"/>
          </ac:spMkLst>
        </pc:spChg>
        <pc:grpChg chg="mod">
          <ac:chgData name="Al Friend" userId="e5ed79da-d858-46d4-9eed-a7a24903f2de" providerId="ADAL" clId="{6CF5D3DD-A8C4-4611-8099-4AEB2E976A2E}" dt="2026-08-19T19:45:25.597" v="4020" actId="14100"/>
          <ac:grpSpMkLst>
            <pc:docMk/>
            <pc:sldMk cId="736868365" sldId="927"/>
            <ac:grpSpMk id="10" creationId="{39C22189-5B47-3EBF-99B4-01525370E0DD}"/>
          </ac:grpSpMkLst>
        </pc:grpChg>
      </pc:sldChg>
      <pc:sldChg chg="addSp delSp modSp add mod delAnim modAnim modShow">
        <pc:chgData name="Al Friend" userId="e5ed79da-d858-46d4-9eed-a7a24903f2de" providerId="ADAL" clId="{6CF5D3DD-A8C4-4611-8099-4AEB2E976A2E}" dt="2026-09-07T21:05:03.195" v="6115"/>
        <pc:sldMkLst>
          <pc:docMk/>
          <pc:sldMk cId="1283248796" sldId="937"/>
        </pc:sldMkLst>
        <pc:spChg chg="add mod">
          <ac:chgData name="Al Friend" userId="e5ed79da-d858-46d4-9eed-a7a24903f2de" providerId="ADAL" clId="{6CF5D3DD-A8C4-4611-8099-4AEB2E976A2E}" dt="2026-09-07T21:04:41.130" v="6114" actId="20577"/>
          <ac:spMkLst>
            <pc:docMk/>
            <pc:sldMk cId="1283248796" sldId="937"/>
            <ac:spMk id="10" creationId="{CAD8D92C-8726-9286-8A41-08DBC19E013E}"/>
          </ac:spMkLst>
        </pc:spChg>
        <pc:spChg chg="add mod">
          <ac:chgData name="Al Friend" userId="e5ed79da-d858-46d4-9eed-a7a24903f2de" providerId="ADAL" clId="{6CF5D3DD-A8C4-4611-8099-4AEB2E976A2E}" dt="2026-09-07T21:04:12.534" v="6057" actId="1037"/>
          <ac:spMkLst>
            <pc:docMk/>
            <pc:sldMk cId="1283248796" sldId="937"/>
            <ac:spMk id="13" creationId="{5BC263F3-3776-C73E-D9E3-7F3E2504AD1D}"/>
          </ac:spMkLst>
        </pc:spChg>
        <pc:spChg chg="add mod">
          <ac:chgData name="Al Friend" userId="e5ed79da-d858-46d4-9eed-a7a24903f2de" providerId="ADAL" clId="{6CF5D3DD-A8C4-4611-8099-4AEB2E976A2E}" dt="2026-09-07T21:04:02.732" v="6055" actId="1038"/>
          <ac:spMkLst>
            <pc:docMk/>
            <pc:sldMk cId="1283248796" sldId="937"/>
            <ac:spMk id="15" creationId="{92E9566B-43BD-367B-308A-CA485931E54E}"/>
          </ac:spMkLst>
        </pc:spChg>
        <pc:graphicFrameChg chg="add mod">
          <ac:chgData name="Al Friend" userId="e5ed79da-d858-46d4-9eed-a7a24903f2de" providerId="ADAL" clId="{6CF5D3DD-A8C4-4611-8099-4AEB2E976A2E}" dt="2026-09-07T21:03:42.104" v="6047" actId="12788"/>
          <ac:graphicFrameMkLst>
            <pc:docMk/>
            <pc:sldMk cId="1283248796" sldId="937"/>
            <ac:graphicFrameMk id="6" creationId="{0CE737ED-D2A4-AC24-DD9E-76CD29E2821B}"/>
          </ac:graphicFrameMkLst>
        </pc:graphicFrameChg>
        <pc:graphicFrameChg chg="add mod modGraphic">
          <ac:chgData name="Al Friend" userId="e5ed79da-d858-46d4-9eed-a7a24903f2de" providerId="ADAL" clId="{6CF5D3DD-A8C4-4611-8099-4AEB2E976A2E}" dt="2026-09-07T21:03:45.023" v="6048" actId="12788"/>
          <ac:graphicFrameMkLst>
            <pc:docMk/>
            <pc:sldMk cId="1283248796" sldId="937"/>
            <ac:graphicFrameMk id="8" creationId="{60B6850D-DE92-A9C2-451A-7BBFD1D97F24}"/>
          </ac:graphicFrameMkLst>
        </pc:graphicFrameChg>
      </pc:sldChg>
      <pc:sldChg chg="modSp mod modAnim modShow">
        <pc:chgData name="Al Friend" userId="e5ed79da-d858-46d4-9eed-a7a24903f2de" providerId="ADAL" clId="{6CF5D3DD-A8C4-4611-8099-4AEB2E976A2E}" dt="2026-09-06T12:36:54.939" v="5321"/>
        <pc:sldMkLst>
          <pc:docMk/>
          <pc:sldMk cId="1520012242" sldId="944"/>
        </pc:sldMkLst>
        <pc:spChg chg="mod">
          <ac:chgData name="Al Friend" userId="e5ed79da-d858-46d4-9eed-a7a24903f2de" providerId="ADAL" clId="{6CF5D3DD-A8C4-4611-8099-4AEB2E976A2E}" dt="2026-09-06T12:35:24.353" v="5318" actId="1076"/>
          <ac:spMkLst>
            <pc:docMk/>
            <pc:sldMk cId="1520012242" sldId="944"/>
            <ac:spMk id="3" creationId="{6FFDD233-4C25-438E-92B3-B81ABA0277DB}"/>
          </ac:spMkLst>
        </pc:spChg>
      </pc:sldChg>
      <pc:sldChg chg="modSp mod ord modAnim modShow">
        <pc:chgData name="Al Friend" userId="e5ed79da-d858-46d4-9eed-a7a24903f2de" providerId="ADAL" clId="{6CF5D3DD-A8C4-4611-8099-4AEB2E976A2E}" dt="2026-09-06T12:34:48.926" v="5316"/>
        <pc:sldMkLst>
          <pc:docMk/>
          <pc:sldMk cId="2335467649" sldId="947"/>
        </pc:sldMkLst>
        <pc:spChg chg="mod">
          <ac:chgData name="Al Friend" userId="e5ed79da-d858-46d4-9eed-a7a24903f2de" providerId="ADAL" clId="{6CF5D3DD-A8C4-4611-8099-4AEB2E976A2E}" dt="2026-09-01T19:48:31.645" v="4834" actId="20577"/>
          <ac:spMkLst>
            <pc:docMk/>
            <pc:sldMk cId="2335467649" sldId="947"/>
            <ac:spMk id="12" creationId="{4EA2FE8F-A668-427E-BB67-6C067EA748C5}"/>
          </ac:spMkLst>
        </pc:spChg>
      </pc:sldChg>
      <pc:sldChg chg="addSp modSp new mod addAnim delAnim modAnim">
        <pc:chgData name="Al Friend" userId="e5ed79da-d858-46d4-9eed-a7a24903f2de" providerId="ADAL" clId="{6CF5D3DD-A8C4-4611-8099-4AEB2E976A2E}" dt="2026-09-12T13:42:12.039" v="6631"/>
        <pc:sldMkLst>
          <pc:docMk/>
          <pc:sldMk cId="1449326233" sldId="950"/>
        </pc:sldMkLst>
        <pc:spChg chg="mod">
          <ac:chgData name="Al Friend" userId="e5ed79da-d858-46d4-9eed-a7a24903f2de" providerId="ADAL" clId="{6CF5D3DD-A8C4-4611-8099-4AEB2E976A2E}" dt="2026-09-02T16:40:15.156" v="4908" actId="20577"/>
          <ac:spMkLst>
            <pc:docMk/>
            <pc:sldMk cId="1449326233" sldId="950"/>
            <ac:spMk id="2" creationId="{66A26E51-753D-CAD5-DC38-23677219D7D6}"/>
          </ac:spMkLst>
        </pc:spChg>
        <pc:spChg chg="mod">
          <ac:chgData name="Al Friend" userId="e5ed79da-d858-46d4-9eed-a7a24903f2de" providerId="ADAL" clId="{6CF5D3DD-A8C4-4611-8099-4AEB2E976A2E}" dt="2026-09-02T21:40:07.608" v="5185" actId="948"/>
          <ac:spMkLst>
            <pc:docMk/>
            <pc:sldMk cId="1449326233" sldId="950"/>
            <ac:spMk id="3" creationId="{971647AA-E834-6D5A-429A-B93A9ADC03B5}"/>
          </ac:spMkLst>
        </pc:spChg>
        <pc:spChg chg="add mod">
          <ac:chgData name="Al Friend" userId="e5ed79da-d858-46d4-9eed-a7a24903f2de" providerId="ADAL" clId="{6CF5D3DD-A8C4-4611-8099-4AEB2E976A2E}" dt="2026-09-12T13:36:12.793" v="6441" actId="1035"/>
          <ac:spMkLst>
            <pc:docMk/>
            <pc:sldMk cId="1449326233" sldId="950"/>
            <ac:spMk id="4" creationId="{76B920FE-8950-EDA2-7571-914C41D21E19}"/>
          </ac:spMkLst>
        </pc:spChg>
        <pc:graphicFrameChg chg="add mod modGraphic">
          <ac:chgData name="Al Friend" userId="e5ed79da-d858-46d4-9eed-a7a24903f2de" providerId="ADAL" clId="{6CF5D3DD-A8C4-4611-8099-4AEB2E976A2E}" dt="2026-09-12T13:36:22.172" v="6458" actId="1037"/>
          <ac:graphicFrameMkLst>
            <pc:docMk/>
            <pc:sldMk cId="1449326233" sldId="950"/>
            <ac:graphicFrameMk id="5" creationId="{14B69F77-D8C5-F348-FF63-4DC5F2EB2FEC}"/>
          </ac:graphicFrameMkLst>
        </pc:graphicFrameChg>
        <pc:cxnChg chg="add mod">
          <ac:chgData name="Al Friend" userId="e5ed79da-d858-46d4-9eed-a7a24903f2de" providerId="ADAL" clId="{6CF5D3DD-A8C4-4611-8099-4AEB2E976A2E}" dt="2026-09-12T13:36:51.872" v="6547" actId="1037"/>
          <ac:cxnSpMkLst>
            <pc:docMk/>
            <pc:sldMk cId="1449326233" sldId="950"/>
            <ac:cxnSpMk id="6" creationId="{EADD1197-9205-38C3-A022-8B2C31FC915E}"/>
          </ac:cxnSpMkLst>
        </pc:cxnChg>
        <pc:cxnChg chg="add mod">
          <ac:chgData name="Al Friend" userId="e5ed79da-d858-46d4-9eed-a7a24903f2de" providerId="ADAL" clId="{6CF5D3DD-A8C4-4611-8099-4AEB2E976A2E}" dt="2026-09-12T13:36:59.121" v="6570" actId="1038"/>
          <ac:cxnSpMkLst>
            <pc:docMk/>
            <pc:sldMk cId="1449326233" sldId="950"/>
            <ac:cxnSpMk id="7" creationId="{547170F2-3D54-B276-65BC-7896487A9B1B}"/>
          </ac:cxnSpMkLst>
        </pc:cxnChg>
      </pc:sldChg>
      <pc:sldChg chg="addSp delSp modSp add mod addAnim delAnim modAnim">
        <pc:chgData name="Al Friend" userId="e5ed79da-d858-46d4-9eed-a7a24903f2de" providerId="ADAL" clId="{6CF5D3DD-A8C4-4611-8099-4AEB2E976A2E}" dt="2026-09-08T16:55:08.743" v="6314" actId="113"/>
        <pc:sldMkLst>
          <pc:docMk/>
          <pc:sldMk cId="3726086763" sldId="952"/>
        </pc:sldMkLst>
        <pc:spChg chg="mod modVis">
          <ac:chgData name="Al Friend" userId="e5ed79da-d858-46d4-9eed-a7a24903f2de" providerId="ADAL" clId="{6CF5D3DD-A8C4-4611-8099-4AEB2E976A2E}" dt="2026-09-06T13:02:22.938" v="5350" actId="14429"/>
          <ac:spMkLst>
            <pc:docMk/>
            <pc:sldMk cId="3726086763" sldId="952"/>
            <ac:spMk id="2" creationId="{9CCCF8B0-4FED-D018-2103-8DE61C2832C6}"/>
          </ac:spMkLst>
        </pc:spChg>
        <pc:spChg chg="add mod modVis">
          <ac:chgData name="Al Friend" userId="e5ed79da-d858-46d4-9eed-a7a24903f2de" providerId="ADAL" clId="{6CF5D3DD-A8C4-4611-8099-4AEB2E976A2E}" dt="2026-09-08T16:49:06.545" v="6281" actId="14429"/>
          <ac:spMkLst>
            <pc:docMk/>
            <pc:sldMk cId="3726086763" sldId="952"/>
            <ac:spMk id="3" creationId="{095E1681-A91C-8BA9-CCE6-F748A2E6098C}"/>
          </ac:spMkLst>
        </pc:spChg>
        <pc:spChg chg="add mod ord modVis">
          <ac:chgData name="Al Friend" userId="e5ed79da-d858-46d4-9eed-a7a24903f2de" providerId="ADAL" clId="{6CF5D3DD-A8C4-4611-8099-4AEB2E976A2E}" dt="2026-09-07T20:52:42.546" v="5961" actId="108"/>
          <ac:spMkLst>
            <pc:docMk/>
            <pc:sldMk cId="3726086763" sldId="952"/>
            <ac:spMk id="5" creationId="{546FD6EB-0999-DFFC-F220-CB0C981B6495}"/>
          </ac:spMkLst>
        </pc:spChg>
        <pc:graphicFrameChg chg="add mod modVis modGraphic">
          <ac:chgData name="Al Friend" userId="e5ed79da-d858-46d4-9eed-a7a24903f2de" providerId="ADAL" clId="{6CF5D3DD-A8C4-4611-8099-4AEB2E976A2E}" dt="2026-09-06T15:21:14.932" v="5629" actId="12789"/>
          <ac:graphicFrameMkLst>
            <pc:docMk/>
            <pc:sldMk cId="3726086763" sldId="952"/>
            <ac:graphicFrameMk id="6" creationId="{F3CF83D5-A4D9-A61C-60C2-4FCC13C75C70}"/>
          </ac:graphicFrameMkLst>
        </pc:graphicFrameChg>
        <pc:graphicFrameChg chg="add mod modVis modGraphic">
          <ac:chgData name="Al Friend" userId="e5ed79da-d858-46d4-9eed-a7a24903f2de" providerId="ADAL" clId="{6CF5D3DD-A8C4-4611-8099-4AEB2E976A2E}" dt="2026-09-07T20:51:46.363" v="5960" actId="12789"/>
          <ac:graphicFrameMkLst>
            <pc:docMk/>
            <pc:sldMk cId="3726086763" sldId="952"/>
            <ac:graphicFrameMk id="7" creationId="{ADC564DE-D28F-4875-CA32-B21571AAD6A1}"/>
          </ac:graphicFrameMkLst>
        </pc:graphicFrameChg>
        <pc:graphicFrameChg chg="mod ord modVis modGraphic">
          <ac:chgData name="Al Friend" userId="e5ed79da-d858-46d4-9eed-a7a24903f2de" providerId="ADAL" clId="{6CF5D3DD-A8C4-4611-8099-4AEB2E976A2E}" dt="2026-09-07T20:51:46.363" v="5960" actId="12789"/>
          <ac:graphicFrameMkLst>
            <pc:docMk/>
            <pc:sldMk cId="3726086763" sldId="952"/>
            <ac:graphicFrameMk id="8" creationId="{1442AFA7-A27F-E85B-BD85-CDEC1C5338B1}"/>
          </ac:graphicFrameMkLst>
        </pc:graphicFrameChg>
        <pc:graphicFrameChg chg="add mod modVis modGraphic">
          <ac:chgData name="Al Friend" userId="e5ed79da-d858-46d4-9eed-a7a24903f2de" providerId="ADAL" clId="{6CF5D3DD-A8C4-4611-8099-4AEB2E976A2E}" dt="2026-09-06T16:06:06.686" v="5700" actId="962"/>
          <ac:graphicFrameMkLst>
            <pc:docMk/>
            <pc:sldMk cId="3726086763" sldId="952"/>
            <ac:graphicFrameMk id="9" creationId="{E4E9E986-6470-14A4-2D5D-0E7312543716}"/>
          </ac:graphicFrameMkLst>
        </pc:graphicFrameChg>
        <pc:graphicFrameChg chg="add mod modVis modGraphic">
          <ac:chgData name="Al Friend" userId="e5ed79da-d858-46d4-9eed-a7a24903f2de" providerId="ADAL" clId="{6CF5D3DD-A8C4-4611-8099-4AEB2E976A2E}" dt="2026-09-07T20:51:46.363" v="5960" actId="12789"/>
          <ac:graphicFrameMkLst>
            <pc:docMk/>
            <pc:sldMk cId="3726086763" sldId="952"/>
            <ac:graphicFrameMk id="10" creationId="{668A9850-CE7F-0250-D4D6-BBF711FFCB6B}"/>
          </ac:graphicFrameMkLst>
        </pc:graphicFrameChg>
        <pc:graphicFrameChg chg="add mod modVis modGraphic">
          <ac:chgData name="Al Friend" userId="e5ed79da-d858-46d4-9eed-a7a24903f2de" providerId="ADAL" clId="{6CF5D3DD-A8C4-4611-8099-4AEB2E976A2E}" dt="2026-09-07T20:51:46.363" v="5960" actId="12789"/>
          <ac:graphicFrameMkLst>
            <pc:docMk/>
            <pc:sldMk cId="3726086763" sldId="952"/>
            <ac:graphicFrameMk id="14" creationId="{31675B1A-890B-1891-9466-0125844A5701}"/>
          </ac:graphicFrameMkLst>
        </pc:graphicFrameChg>
        <pc:graphicFrameChg chg="add mod modVis modGraphic">
          <ac:chgData name="Al Friend" userId="e5ed79da-d858-46d4-9eed-a7a24903f2de" providerId="ADAL" clId="{6CF5D3DD-A8C4-4611-8099-4AEB2E976A2E}" dt="2026-09-06T15:34:30.246" v="5655" actId="12789"/>
          <ac:graphicFrameMkLst>
            <pc:docMk/>
            <pc:sldMk cId="3726086763" sldId="952"/>
            <ac:graphicFrameMk id="31" creationId="{DDEBB0F7-EBD0-2AE4-20B0-260DD31F66EE}"/>
          </ac:graphicFrameMkLst>
        </pc:graphicFrameChg>
        <pc:graphicFrameChg chg="add mod modVis modGraphic">
          <ac:chgData name="Al Friend" userId="e5ed79da-d858-46d4-9eed-a7a24903f2de" providerId="ADAL" clId="{6CF5D3DD-A8C4-4611-8099-4AEB2E976A2E}" dt="2026-09-06T16:06:13.755" v="5701" actId="962"/>
          <ac:graphicFrameMkLst>
            <pc:docMk/>
            <pc:sldMk cId="3726086763" sldId="952"/>
            <ac:graphicFrameMk id="32" creationId="{AFE8C52C-CA00-5185-0559-27AE766CDBB6}"/>
          </ac:graphicFrameMkLst>
        </pc:graphicFrameChg>
        <pc:graphicFrameChg chg="add mod modVis modGraphic">
          <ac:chgData name="Al Friend" userId="e5ed79da-d858-46d4-9eed-a7a24903f2de" providerId="ADAL" clId="{6CF5D3DD-A8C4-4611-8099-4AEB2E976A2E}" dt="2026-09-06T15:20:05.324" v="5615" actId="20577"/>
          <ac:graphicFrameMkLst>
            <pc:docMk/>
            <pc:sldMk cId="3726086763" sldId="952"/>
            <ac:graphicFrameMk id="33" creationId="{3F74E222-3FA1-846D-1AB3-FDE9283947B3}"/>
          </ac:graphicFrameMkLst>
        </pc:graphicFrameChg>
        <pc:graphicFrameChg chg="add mod modVis modGraphic">
          <ac:chgData name="Al Friend" userId="e5ed79da-d858-46d4-9eed-a7a24903f2de" providerId="ADAL" clId="{6CF5D3DD-A8C4-4611-8099-4AEB2E976A2E}" dt="2026-09-06T15:34:30.246" v="5655" actId="12789"/>
          <ac:graphicFrameMkLst>
            <pc:docMk/>
            <pc:sldMk cId="3726086763" sldId="952"/>
            <ac:graphicFrameMk id="34" creationId="{57995B92-B0FA-9779-BF95-5E29240AFD5D}"/>
          </ac:graphicFrameMkLst>
        </pc:graphicFrameChg>
        <pc:graphicFrameChg chg="add mod modVis modGraphic">
          <ac:chgData name="Al Friend" userId="e5ed79da-d858-46d4-9eed-a7a24903f2de" providerId="ADAL" clId="{6CF5D3DD-A8C4-4611-8099-4AEB2E976A2E}" dt="2026-09-06T15:21:14.932" v="5629" actId="12789"/>
          <ac:graphicFrameMkLst>
            <pc:docMk/>
            <pc:sldMk cId="3726086763" sldId="952"/>
            <ac:graphicFrameMk id="35" creationId="{5181D659-3B0C-B42F-D14C-A25F29985527}"/>
          </ac:graphicFrameMkLst>
        </pc:graphicFrameChg>
        <pc:graphicFrameChg chg="add mod modVis modGraphic">
          <ac:chgData name="Al Friend" userId="e5ed79da-d858-46d4-9eed-a7a24903f2de" providerId="ADAL" clId="{6CF5D3DD-A8C4-4611-8099-4AEB2E976A2E}" dt="2026-09-07T20:51:46.363" v="5960" actId="12789"/>
          <ac:graphicFrameMkLst>
            <pc:docMk/>
            <pc:sldMk cId="3726086763" sldId="952"/>
            <ac:graphicFrameMk id="36" creationId="{67AC3BC6-A40E-201E-1732-8DF41C115669}"/>
          </ac:graphicFrameMkLst>
        </pc:graphicFrameChg>
        <pc:graphicFrameChg chg="add mod modGraphic">
          <ac:chgData name="Al Friend" userId="e5ed79da-d858-46d4-9eed-a7a24903f2de" providerId="ADAL" clId="{6CF5D3DD-A8C4-4611-8099-4AEB2E976A2E}" dt="2026-09-06T15:21:14.932" v="5629" actId="12789"/>
          <ac:graphicFrameMkLst>
            <pc:docMk/>
            <pc:sldMk cId="3726086763" sldId="952"/>
            <ac:graphicFrameMk id="37" creationId="{DA4592A1-64F0-35A2-060A-10F9E3CF29FC}"/>
          </ac:graphicFrameMkLst>
        </pc:graphicFrameChg>
        <pc:graphicFrameChg chg="add mod modGraphic">
          <ac:chgData name="Al Friend" userId="e5ed79da-d858-46d4-9eed-a7a24903f2de" providerId="ADAL" clId="{6CF5D3DD-A8C4-4611-8099-4AEB2E976A2E}" dt="2026-09-06T15:34:30.246" v="5655" actId="12789"/>
          <ac:graphicFrameMkLst>
            <pc:docMk/>
            <pc:sldMk cId="3726086763" sldId="952"/>
            <ac:graphicFrameMk id="38" creationId="{B67EDDEC-7C64-7178-4A4D-B60959485E35}"/>
          </ac:graphicFrameMkLst>
        </pc:graphicFrameChg>
        <pc:graphicFrameChg chg="add mod modVis modGraphic">
          <ac:chgData name="Al Friend" userId="e5ed79da-d858-46d4-9eed-a7a24903f2de" providerId="ADAL" clId="{6CF5D3DD-A8C4-4611-8099-4AEB2E976A2E}" dt="2026-09-06T15:34:38.533" v="5661" actId="14429"/>
          <ac:graphicFrameMkLst>
            <pc:docMk/>
            <pc:sldMk cId="3726086763" sldId="952"/>
            <ac:graphicFrameMk id="39" creationId="{8FEF33E2-FDD5-18E9-29C3-79D8C253F025}"/>
          </ac:graphicFrameMkLst>
        </pc:graphicFrameChg>
        <pc:graphicFrameChg chg="add mod modVis modGraphic">
          <ac:chgData name="Al Friend" userId="e5ed79da-d858-46d4-9eed-a7a24903f2de" providerId="ADAL" clId="{6CF5D3DD-A8C4-4611-8099-4AEB2E976A2E}" dt="2026-09-06T16:06:23.781" v="5703" actId="962"/>
          <ac:graphicFrameMkLst>
            <pc:docMk/>
            <pc:sldMk cId="3726086763" sldId="952"/>
            <ac:graphicFrameMk id="40" creationId="{DD93CFA0-F1B8-A6BE-7E5A-5447C5D1C141}"/>
          </ac:graphicFrameMkLst>
        </pc:graphicFrameChg>
        <pc:graphicFrameChg chg="add mod modGraphic">
          <ac:chgData name="Al Friend" userId="e5ed79da-d858-46d4-9eed-a7a24903f2de" providerId="ADAL" clId="{6CF5D3DD-A8C4-4611-8099-4AEB2E976A2E}" dt="2026-09-06T15:43:14.089" v="5679" actId="962"/>
          <ac:graphicFrameMkLst>
            <pc:docMk/>
            <pc:sldMk cId="3726086763" sldId="952"/>
            <ac:graphicFrameMk id="41" creationId="{CFD8A320-1639-8930-0F58-13B9D4808F22}"/>
          </ac:graphicFrameMkLst>
        </pc:graphicFrameChg>
        <pc:graphicFrameChg chg="add mod modGraphic">
          <ac:chgData name="Al Friend" userId="e5ed79da-d858-46d4-9eed-a7a24903f2de" providerId="ADAL" clId="{6CF5D3DD-A8C4-4611-8099-4AEB2E976A2E}" dt="2026-09-07T20:51:46.363" v="5960" actId="12789"/>
          <ac:graphicFrameMkLst>
            <pc:docMk/>
            <pc:sldMk cId="3726086763" sldId="952"/>
            <ac:graphicFrameMk id="42" creationId="{3E62DBA6-F8EC-528C-1EFE-EE732F8135A6}"/>
          </ac:graphicFrameMkLst>
        </pc:graphicFrameChg>
        <pc:graphicFrameChg chg="add mod modGraphic">
          <ac:chgData name="Al Friend" userId="e5ed79da-d858-46d4-9eed-a7a24903f2de" providerId="ADAL" clId="{6CF5D3DD-A8C4-4611-8099-4AEB2E976A2E}" dt="2026-09-06T16:05:12.503" v="5694" actId="962"/>
          <ac:graphicFrameMkLst>
            <pc:docMk/>
            <pc:sldMk cId="3726086763" sldId="952"/>
            <ac:graphicFrameMk id="43" creationId="{DFE3958B-8E40-6AF1-12D5-18D44555E703}"/>
          </ac:graphicFrameMkLst>
        </pc:graphicFrameChg>
        <pc:graphicFrameChg chg="add mod modGraphic">
          <ac:chgData name="Al Friend" userId="e5ed79da-d858-46d4-9eed-a7a24903f2de" providerId="ADAL" clId="{6CF5D3DD-A8C4-4611-8099-4AEB2E976A2E}" dt="2026-09-06T16:05:58.277" v="5699" actId="962"/>
          <ac:graphicFrameMkLst>
            <pc:docMk/>
            <pc:sldMk cId="3726086763" sldId="952"/>
            <ac:graphicFrameMk id="44" creationId="{D6DF2BB4-4764-ED23-F94A-B0660FA4C2BB}"/>
          </ac:graphicFrameMkLst>
        </pc:graphicFrameChg>
        <pc:graphicFrameChg chg="add mod modGraphic">
          <ac:chgData name="Al Friend" userId="e5ed79da-d858-46d4-9eed-a7a24903f2de" providerId="ADAL" clId="{6CF5D3DD-A8C4-4611-8099-4AEB2E976A2E}" dt="2026-09-07T20:51:46.363" v="5960" actId="12789"/>
          <ac:graphicFrameMkLst>
            <pc:docMk/>
            <pc:sldMk cId="3726086763" sldId="952"/>
            <ac:graphicFrameMk id="45" creationId="{6F73FD2F-EA3E-81EC-4922-2B2C23F93E3E}"/>
          </ac:graphicFrameMkLst>
        </pc:graphicFrameChg>
        <pc:graphicFrameChg chg="add mod modGraphic">
          <ac:chgData name="Al Friend" userId="e5ed79da-d858-46d4-9eed-a7a24903f2de" providerId="ADAL" clId="{6CF5D3DD-A8C4-4611-8099-4AEB2E976A2E}" dt="2026-09-06T16:09:38.544" v="5715" actId="962"/>
          <ac:graphicFrameMkLst>
            <pc:docMk/>
            <pc:sldMk cId="3726086763" sldId="952"/>
            <ac:graphicFrameMk id="46" creationId="{960672DF-E730-BEBE-4431-7E6C30211D7C}"/>
          </ac:graphicFrameMkLst>
        </pc:graphicFrameChg>
        <pc:graphicFrameChg chg="add mod modGraphic">
          <ac:chgData name="Al Friend" userId="e5ed79da-d858-46d4-9eed-a7a24903f2de" providerId="ADAL" clId="{6CF5D3DD-A8C4-4611-8099-4AEB2E976A2E}" dt="2026-09-06T16:10:48.280" v="5725" actId="20577"/>
          <ac:graphicFrameMkLst>
            <pc:docMk/>
            <pc:sldMk cId="3726086763" sldId="952"/>
            <ac:graphicFrameMk id="47" creationId="{BA2C7143-8750-8A35-F03E-A664076FB02C}"/>
          </ac:graphicFrameMkLst>
        </pc:graphicFrameChg>
        <pc:graphicFrameChg chg="add mod modGraphic">
          <ac:chgData name="Al Friend" userId="e5ed79da-d858-46d4-9eed-a7a24903f2de" providerId="ADAL" clId="{6CF5D3DD-A8C4-4611-8099-4AEB2E976A2E}" dt="2026-09-06T16:19:00.049" v="5814" actId="962"/>
          <ac:graphicFrameMkLst>
            <pc:docMk/>
            <pc:sldMk cId="3726086763" sldId="952"/>
            <ac:graphicFrameMk id="48" creationId="{A6461179-82C0-E96B-42E6-6C250F7BF745}"/>
          </ac:graphicFrameMkLst>
        </pc:graphicFrameChg>
        <pc:graphicFrameChg chg="add mod modGraphic">
          <ac:chgData name="Al Friend" userId="e5ed79da-d858-46d4-9eed-a7a24903f2de" providerId="ADAL" clId="{6CF5D3DD-A8C4-4611-8099-4AEB2E976A2E}" dt="2026-09-07T20:51:46.363" v="5960" actId="12789"/>
          <ac:graphicFrameMkLst>
            <pc:docMk/>
            <pc:sldMk cId="3726086763" sldId="952"/>
            <ac:graphicFrameMk id="49" creationId="{EB1098E4-FF9A-543E-B7C7-F783B4C854D8}"/>
          </ac:graphicFrameMkLst>
        </pc:graphicFrameChg>
        <pc:graphicFrameChg chg="add mod modGraphic">
          <ac:chgData name="Al Friend" userId="e5ed79da-d858-46d4-9eed-a7a24903f2de" providerId="ADAL" clId="{6CF5D3DD-A8C4-4611-8099-4AEB2E976A2E}" dt="2026-09-06T16:12:40.234" v="5748" actId="962"/>
          <ac:graphicFrameMkLst>
            <pc:docMk/>
            <pc:sldMk cId="3726086763" sldId="952"/>
            <ac:graphicFrameMk id="50" creationId="{1DC1F667-54E7-735D-0041-3568D24447E3}"/>
          </ac:graphicFrameMkLst>
        </pc:graphicFrameChg>
        <pc:graphicFrameChg chg="add mod modGraphic">
          <ac:chgData name="Al Friend" userId="e5ed79da-d858-46d4-9eed-a7a24903f2de" providerId="ADAL" clId="{6CF5D3DD-A8C4-4611-8099-4AEB2E976A2E}" dt="2026-09-06T16:13:08.426" v="5755" actId="962"/>
          <ac:graphicFrameMkLst>
            <pc:docMk/>
            <pc:sldMk cId="3726086763" sldId="952"/>
            <ac:graphicFrameMk id="51" creationId="{5F716119-8B03-5178-1DF6-C45D3263019E}"/>
          </ac:graphicFrameMkLst>
        </pc:graphicFrameChg>
        <pc:graphicFrameChg chg="add mod modGraphic">
          <ac:chgData name="Al Friend" userId="e5ed79da-d858-46d4-9eed-a7a24903f2de" providerId="ADAL" clId="{6CF5D3DD-A8C4-4611-8099-4AEB2E976A2E}" dt="2026-09-06T16:18:53.083" v="5813" actId="962"/>
          <ac:graphicFrameMkLst>
            <pc:docMk/>
            <pc:sldMk cId="3726086763" sldId="952"/>
            <ac:graphicFrameMk id="52" creationId="{58756706-74B6-3319-666F-EB49C87533D3}"/>
          </ac:graphicFrameMkLst>
        </pc:graphicFrameChg>
        <pc:graphicFrameChg chg="add mod modGraphic">
          <ac:chgData name="Al Friend" userId="e5ed79da-d858-46d4-9eed-a7a24903f2de" providerId="ADAL" clId="{6CF5D3DD-A8C4-4611-8099-4AEB2E976A2E}" dt="2026-09-06T16:15:25.445" v="5770" actId="962"/>
          <ac:graphicFrameMkLst>
            <pc:docMk/>
            <pc:sldMk cId="3726086763" sldId="952"/>
            <ac:graphicFrameMk id="53" creationId="{72C5B3C4-1CB7-4D3D-F981-3119C0A0CC2C}"/>
          </ac:graphicFrameMkLst>
        </pc:graphicFrameChg>
        <pc:graphicFrameChg chg="add mod modVis modGraphic">
          <ac:chgData name="Al Friend" userId="e5ed79da-d858-46d4-9eed-a7a24903f2de" providerId="ADAL" clId="{6CF5D3DD-A8C4-4611-8099-4AEB2E976A2E}" dt="2026-09-08T16:49:11.106" v="6289" actId="14429"/>
          <ac:graphicFrameMkLst>
            <pc:docMk/>
            <pc:sldMk cId="3726086763" sldId="952"/>
            <ac:graphicFrameMk id="54" creationId="{708C21DD-5E6D-C2F4-BAEF-F9CF07BFC5EE}"/>
          </ac:graphicFrameMkLst>
        </pc:graphicFrameChg>
        <pc:graphicFrameChg chg="add mod modVis modGraphic">
          <ac:chgData name="Al Friend" userId="e5ed79da-d858-46d4-9eed-a7a24903f2de" providerId="ADAL" clId="{6CF5D3DD-A8C4-4611-8099-4AEB2E976A2E}" dt="2026-09-08T16:49:10.561" v="6288" actId="14429"/>
          <ac:graphicFrameMkLst>
            <pc:docMk/>
            <pc:sldMk cId="3726086763" sldId="952"/>
            <ac:graphicFrameMk id="55" creationId="{2C3D6250-FF24-11A8-414E-C4C50CAD957B}"/>
          </ac:graphicFrameMkLst>
        </pc:graphicFrameChg>
        <pc:graphicFrameChg chg="add mod modVis modGraphic">
          <ac:chgData name="Al Friend" userId="e5ed79da-d858-46d4-9eed-a7a24903f2de" providerId="ADAL" clId="{6CF5D3DD-A8C4-4611-8099-4AEB2E976A2E}" dt="2026-09-08T16:49:10.071" v="6287" actId="14429"/>
          <ac:graphicFrameMkLst>
            <pc:docMk/>
            <pc:sldMk cId="3726086763" sldId="952"/>
            <ac:graphicFrameMk id="56" creationId="{47D10CB2-E03C-E095-7411-D3AD458E301E}"/>
          </ac:graphicFrameMkLst>
        </pc:graphicFrameChg>
        <pc:graphicFrameChg chg="add mod modVis modGraphic">
          <ac:chgData name="Al Friend" userId="e5ed79da-d858-46d4-9eed-a7a24903f2de" providerId="ADAL" clId="{6CF5D3DD-A8C4-4611-8099-4AEB2E976A2E}" dt="2026-09-08T16:49:09.523" v="6286" actId="14429"/>
          <ac:graphicFrameMkLst>
            <pc:docMk/>
            <pc:sldMk cId="3726086763" sldId="952"/>
            <ac:graphicFrameMk id="57" creationId="{0FCBE045-60B3-A010-0561-48B629C076BA}"/>
          </ac:graphicFrameMkLst>
        </pc:graphicFrameChg>
        <pc:graphicFrameChg chg="add mod modVis">
          <ac:chgData name="Al Friend" userId="e5ed79da-d858-46d4-9eed-a7a24903f2de" providerId="ADAL" clId="{6CF5D3DD-A8C4-4611-8099-4AEB2E976A2E}" dt="2026-09-08T16:49:09.051" v="6285" actId="14429"/>
          <ac:graphicFrameMkLst>
            <pc:docMk/>
            <pc:sldMk cId="3726086763" sldId="952"/>
            <ac:graphicFrameMk id="58" creationId="{B351C213-0DCC-20BE-CB1C-A91DDAA3E5A7}"/>
          </ac:graphicFrameMkLst>
        </pc:graphicFrameChg>
        <pc:graphicFrameChg chg="add mod modVis modGraphic">
          <ac:chgData name="Al Friend" userId="e5ed79da-d858-46d4-9eed-a7a24903f2de" providerId="ADAL" clId="{6CF5D3DD-A8C4-4611-8099-4AEB2E976A2E}" dt="2026-09-08T16:49:08.415" v="6284" actId="14429"/>
          <ac:graphicFrameMkLst>
            <pc:docMk/>
            <pc:sldMk cId="3726086763" sldId="952"/>
            <ac:graphicFrameMk id="59" creationId="{6E629E7E-65A1-E1CE-ADF2-53B4E7E31598}"/>
          </ac:graphicFrameMkLst>
        </pc:graphicFrameChg>
        <pc:graphicFrameChg chg="add mod modVis modGraphic">
          <ac:chgData name="Al Friend" userId="e5ed79da-d858-46d4-9eed-a7a24903f2de" providerId="ADAL" clId="{6CF5D3DD-A8C4-4611-8099-4AEB2E976A2E}" dt="2026-09-08T16:49:08.009" v="6283" actId="14429"/>
          <ac:graphicFrameMkLst>
            <pc:docMk/>
            <pc:sldMk cId="3726086763" sldId="952"/>
            <ac:graphicFrameMk id="60" creationId="{36283355-3BAC-F5E7-C8CF-9E5CE6B873A1}"/>
          </ac:graphicFrameMkLst>
        </pc:graphicFrameChg>
        <pc:graphicFrameChg chg="add mod modVis modGraphic">
          <ac:chgData name="Al Friend" userId="e5ed79da-d858-46d4-9eed-a7a24903f2de" providerId="ADAL" clId="{6CF5D3DD-A8C4-4611-8099-4AEB2E976A2E}" dt="2026-09-08T16:55:08.743" v="6314" actId="113"/>
          <ac:graphicFrameMkLst>
            <pc:docMk/>
            <pc:sldMk cId="3726086763" sldId="952"/>
            <ac:graphicFrameMk id="61" creationId="{0346DFC3-E893-C634-07A6-903C9DC7600D}"/>
          </ac:graphicFrameMkLst>
        </pc:graphicFrameChg>
        <pc:graphicFrameChg chg="add mod ord modGraphic">
          <ac:chgData name="Al Friend" userId="e5ed79da-d858-46d4-9eed-a7a24903f2de" providerId="ADAL" clId="{6CF5D3DD-A8C4-4611-8099-4AEB2E976A2E}" dt="2026-09-06T16:46:27.048" v="5945" actId="1076"/>
          <ac:graphicFrameMkLst>
            <pc:docMk/>
            <pc:sldMk cId="3726086763" sldId="952"/>
            <ac:graphicFrameMk id="63" creationId="{8F6520B8-F584-6D77-C222-07A17DE06A25}"/>
          </ac:graphicFrameMkLst>
        </pc:graphicFrameChg>
        <pc:graphicFrameChg chg="add mod ord modVis modGraphic">
          <ac:chgData name="Al Friend" userId="e5ed79da-d858-46d4-9eed-a7a24903f2de" providerId="ADAL" clId="{6CF5D3DD-A8C4-4611-8099-4AEB2E976A2E}" dt="2026-09-08T16:49:11.755" v="6290" actId="14429"/>
          <ac:graphicFrameMkLst>
            <pc:docMk/>
            <pc:sldMk cId="3726086763" sldId="952"/>
            <ac:graphicFrameMk id="64" creationId="{982D7147-94A8-BC6A-7350-9669F2C86412}"/>
          </ac:graphicFrameMkLst>
        </pc:graphicFrameChg>
      </pc:sldChg>
      <pc:sldChg chg="addSp modSp mod modAnim">
        <pc:chgData name="Al Friend" userId="e5ed79da-d858-46d4-9eed-a7a24903f2de" providerId="ADAL" clId="{6CF5D3DD-A8C4-4611-8099-4AEB2E976A2E}" dt="2026-09-08T16:51:54.471" v="6306" actId="1037"/>
        <pc:sldMkLst>
          <pc:docMk/>
          <pc:sldMk cId="1613937805" sldId="953"/>
        </pc:sldMkLst>
        <pc:spChg chg="mod">
          <ac:chgData name="Al Friend" userId="e5ed79da-d858-46d4-9eed-a7a24903f2de" providerId="ADAL" clId="{6CF5D3DD-A8C4-4611-8099-4AEB2E976A2E}" dt="2026-09-08T16:35:53.661" v="6123" actId="1038"/>
          <ac:spMkLst>
            <pc:docMk/>
            <pc:sldMk cId="1613937805" sldId="953"/>
            <ac:spMk id="5" creationId="{546FD6EB-0999-DFFC-F220-CB0C981B6495}"/>
          </ac:spMkLst>
        </pc:spChg>
        <pc:spChg chg="add mod">
          <ac:chgData name="Al Friend" userId="e5ed79da-d858-46d4-9eed-a7a24903f2de" providerId="ADAL" clId="{6CF5D3DD-A8C4-4611-8099-4AEB2E976A2E}" dt="2026-09-08T16:47:47.839" v="6256" actId="1036"/>
          <ac:spMkLst>
            <pc:docMk/>
            <pc:sldMk cId="1613937805" sldId="953"/>
            <ac:spMk id="6" creationId="{54C2ECEF-5658-3BAD-A7EA-41AD468E8A4B}"/>
          </ac:spMkLst>
        </pc:spChg>
        <pc:grpChg chg="mod">
          <ac:chgData name="Al Friend" userId="e5ed79da-d858-46d4-9eed-a7a24903f2de" providerId="ADAL" clId="{6CF5D3DD-A8C4-4611-8099-4AEB2E976A2E}" dt="2026-09-08T16:51:22.035" v="6296" actId="1037"/>
          <ac:grpSpMkLst>
            <pc:docMk/>
            <pc:sldMk cId="1613937805" sldId="953"/>
            <ac:grpSpMk id="3" creationId="{F21DC3B0-1720-4C22-BFDC-AB8F60858349}"/>
          </ac:grpSpMkLst>
        </pc:grpChg>
        <pc:grpChg chg="mod">
          <ac:chgData name="Al Friend" userId="e5ed79da-d858-46d4-9eed-a7a24903f2de" providerId="ADAL" clId="{6CF5D3DD-A8C4-4611-8099-4AEB2E976A2E}" dt="2026-09-08T16:51:31.611" v="6299" actId="1037"/>
          <ac:grpSpMkLst>
            <pc:docMk/>
            <pc:sldMk cId="1613937805" sldId="953"/>
            <ac:grpSpMk id="75" creationId="{7DE69EEA-D0EE-4BA2-987E-C54939D22CA7}"/>
          </ac:grpSpMkLst>
        </pc:grpChg>
        <pc:grpChg chg="mod">
          <ac:chgData name="Al Friend" userId="e5ed79da-d858-46d4-9eed-a7a24903f2de" providerId="ADAL" clId="{6CF5D3DD-A8C4-4611-8099-4AEB2E976A2E}" dt="2026-09-08T16:51:37.220" v="6302" actId="1037"/>
          <ac:grpSpMkLst>
            <pc:docMk/>
            <pc:sldMk cId="1613937805" sldId="953"/>
            <ac:grpSpMk id="84" creationId="{7577C431-2A14-42E9-A4F3-C57A2417C6E4}"/>
          </ac:grpSpMkLst>
        </pc:grpChg>
        <pc:grpChg chg="mod">
          <ac:chgData name="Al Friend" userId="e5ed79da-d858-46d4-9eed-a7a24903f2de" providerId="ADAL" clId="{6CF5D3DD-A8C4-4611-8099-4AEB2E976A2E}" dt="2026-09-08T16:51:54.471" v="6306" actId="1037"/>
          <ac:grpSpMkLst>
            <pc:docMk/>
            <pc:sldMk cId="1613937805" sldId="953"/>
            <ac:grpSpMk id="93" creationId="{AF95ED76-73A3-4383-8955-ECE547FC326B}"/>
          </ac:grpSpMkLst>
        </pc:grpChg>
        <pc:graphicFrameChg chg="add mod modVis modGraphic">
          <ac:chgData name="Al Friend" userId="e5ed79da-d858-46d4-9eed-a7a24903f2de" providerId="ADAL" clId="{6CF5D3DD-A8C4-4611-8099-4AEB2E976A2E}" dt="2026-09-08T16:38:59.866" v="6149" actId="14429"/>
          <ac:graphicFrameMkLst>
            <pc:docMk/>
            <pc:sldMk cId="1613937805" sldId="953"/>
            <ac:graphicFrameMk id="4" creationId="{D22C4B69-F8DD-4EE8-CB91-6E13BBA6D337}"/>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8" creationId="{1442AFA7-A27F-E85B-BD85-CDEC1C5338B1}"/>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80" creationId="{85531682-6F12-4F78-805D-A240056D46B8}"/>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90" creationId="{1E48E83B-59BC-4937-9674-D5362ACD64B6}"/>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92" creationId="{C028E5CB-09B6-4038-B6E4-97FADF9924BF}"/>
          </ac:graphicFrameMkLst>
        </pc:graphicFrameChg>
        <pc:graphicFrameChg chg="mod">
          <ac:chgData name="Al Friend" userId="e5ed79da-d858-46d4-9eed-a7a24903f2de" providerId="ADAL" clId="{6CF5D3DD-A8C4-4611-8099-4AEB2E976A2E}" dt="2026-09-08T16:38:48.060" v="6145" actId="12789"/>
          <ac:graphicFrameMkLst>
            <pc:docMk/>
            <pc:sldMk cId="1613937805" sldId="953"/>
            <ac:graphicFrameMk id="99" creationId="{36E1999F-5A34-40DA-A492-8EAFA7E43537}"/>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101" creationId="{B13DA415-5DF1-4AAB-9A67-4B4777F2A886}"/>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103" creationId="{BB8185BC-698F-4581-B3EA-0C979CDDAD22}"/>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106" creationId="{404ADF59-C225-4736-90F1-6859C3441079}"/>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108" creationId="{732437D8-B6DF-4FE8-913A-ED41807CA2C0}"/>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109" creationId="{A91AA67F-C8F7-48D3-8B1F-72A6A58E9F48}"/>
          </ac:graphicFrameMkLst>
        </pc:graphicFrameChg>
        <pc:graphicFrameChg chg="mod">
          <ac:chgData name="Al Friend" userId="e5ed79da-d858-46d4-9eed-a7a24903f2de" providerId="ADAL" clId="{6CF5D3DD-A8C4-4611-8099-4AEB2E976A2E}" dt="2026-09-08T16:50:40.806" v="6294" actId="12789"/>
          <ac:graphicFrameMkLst>
            <pc:docMk/>
            <pc:sldMk cId="1613937805" sldId="953"/>
            <ac:graphicFrameMk id="112" creationId="{5F4BC2BE-BFD7-45FC-B618-D7E120D0E702}"/>
          </ac:graphicFrameMkLst>
        </pc:graphicFrameChg>
        <pc:graphicFrameChg chg="mod modVis">
          <ac:chgData name="Al Friend" userId="e5ed79da-d858-46d4-9eed-a7a24903f2de" providerId="ADAL" clId="{6CF5D3DD-A8C4-4611-8099-4AEB2E976A2E}" dt="2026-09-08T16:39:00.486" v="6150" actId="14429"/>
          <ac:graphicFrameMkLst>
            <pc:docMk/>
            <pc:sldMk cId="1613937805" sldId="953"/>
            <ac:graphicFrameMk id="113" creationId="{1EB03091-EA7E-47F3-8811-AE63FB000F8B}"/>
          </ac:graphicFrameMkLst>
        </pc:graphicFrameChg>
      </pc:sldChg>
      <pc:sldChg chg="modSp add mod">
        <pc:chgData name="Al Friend" userId="e5ed79da-d858-46d4-9eed-a7a24903f2de" providerId="ADAL" clId="{6CF5D3DD-A8C4-4611-8099-4AEB2E976A2E}" dt="2026-09-12T13:39:36.445" v="6598" actId="20577"/>
        <pc:sldMkLst>
          <pc:docMk/>
          <pc:sldMk cId="1837879928" sldId="955"/>
        </pc:sldMkLst>
        <pc:spChg chg="mod">
          <ac:chgData name="Al Friend" userId="e5ed79da-d858-46d4-9eed-a7a24903f2de" providerId="ADAL" clId="{6CF5D3DD-A8C4-4611-8099-4AEB2E976A2E}" dt="2026-09-12T13:39:36.445" v="6598" actId="20577"/>
          <ac:spMkLst>
            <pc:docMk/>
            <pc:sldMk cId="1837879928" sldId="955"/>
            <ac:spMk id="3" creationId="{FB306881-1780-A9BF-D1A4-584CDD0A6D9C}"/>
          </ac:spMkLst>
        </pc:spChg>
      </pc:sldChg>
      <pc:sldChg chg="addSp delSp modSp new mod modClrScheme chgLayout">
        <pc:chgData name="Al Friend" userId="e5ed79da-d858-46d4-9eed-a7a24903f2de" providerId="ADAL" clId="{6CF5D3DD-A8C4-4611-8099-4AEB2E976A2E}" dt="2026-09-12T13:56:20.129" v="6663" actId="1076"/>
        <pc:sldMkLst>
          <pc:docMk/>
          <pc:sldMk cId="947698220" sldId="956"/>
        </pc:sldMkLst>
        <pc:spChg chg="mod ord">
          <ac:chgData name="Al Friend" userId="e5ed79da-d858-46d4-9eed-a7a24903f2de" providerId="ADAL" clId="{6CF5D3DD-A8C4-4611-8099-4AEB2E976A2E}" dt="2026-09-12T13:54:25.042" v="6651" actId="700"/>
          <ac:spMkLst>
            <pc:docMk/>
            <pc:sldMk cId="947698220" sldId="956"/>
            <ac:spMk id="2" creationId="{82BECF7C-318C-AA39-2A97-1C1AFF5331C6}"/>
          </ac:spMkLst>
        </pc:spChg>
        <pc:spChg chg="add del mod ord">
          <ac:chgData name="Al Friend" userId="e5ed79da-d858-46d4-9eed-a7a24903f2de" providerId="ADAL" clId="{6CF5D3DD-A8C4-4611-8099-4AEB2E976A2E}" dt="2026-09-12T13:54:27.303" v="6652" actId="22"/>
          <ac:spMkLst>
            <pc:docMk/>
            <pc:sldMk cId="947698220" sldId="956"/>
            <ac:spMk id="3" creationId="{BBED805B-830F-FF59-B0D6-ADB6E871DE4E}"/>
          </ac:spMkLst>
        </pc:spChg>
        <pc:spChg chg="add del mod">
          <ac:chgData name="Al Friend" userId="e5ed79da-d858-46d4-9eed-a7a24903f2de" providerId="ADAL" clId="{6CF5D3DD-A8C4-4611-8099-4AEB2E976A2E}" dt="2026-09-12T13:56:10.876" v="6659" actId="22"/>
          <ac:spMkLst>
            <pc:docMk/>
            <pc:sldMk cId="947698220" sldId="956"/>
            <ac:spMk id="7" creationId="{6BBE4441-3119-8634-5C9C-425C69E50C43}"/>
          </ac:spMkLst>
        </pc:spChg>
        <pc:picChg chg="add del mod ord">
          <ac:chgData name="Al Friend" userId="e5ed79da-d858-46d4-9eed-a7a24903f2de" providerId="ADAL" clId="{6CF5D3DD-A8C4-4611-8099-4AEB2E976A2E}" dt="2026-09-12T13:54:50.517" v="6658" actId="478"/>
          <ac:picMkLst>
            <pc:docMk/>
            <pc:sldMk cId="947698220" sldId="956"/>
            <ac:picMk id="5" creationId="{C06FEE13-87A8-CCD6-11D5-2561948DE068}"/>
          </ac:picMkLst>
        </pc:picChg>
        <pc:picChg chg="add mod ord">
          <ac:chgData name="Al Friend" userId="e5ed79da-d858-46d4-9eed-a7a24903f2de" providerId="ADAL" clId="{6CF5D3DD-A8C4-4611-8099-4AEB2E976A2E}" dt="2026-09-12T13:56:20.129" v="6663" actId="1076"/>
          <ac:picMkLst>
            <pc:docMk/>
            <pc:sldMk cId="947698220" sldId="956"/>
            <ac:picMk id="9" creationId="{D6B28E56-819D-6A3B-D049-736BF8DDDA95}"/>
          </ac:picMkLst>
        </pc:picChg>
      </pc:sldChg>
    </pc:docChg>
  </pc:docChgLst>
  <pc:docChgLst>
    <pc:chgData name="Al Friend" userId="e5ed79da-d858-46d4-9eed-a7a24903f2de" providerId="ADAL" clId="{4885A6DF-90C9-4AE3-9F0B-92B3ECABFA28}"/>
    <pc:docChg chg="undo custSel addSld delSld modSld modSection">
      <pc:chgData name="Al Friend" userId="e5ed79da-d858-46d4-9eed-a7a24903f2de" providerId="ADAL" clId="{4885A6DF-90C9-4AE3-9F0B-92B3ECABFA28}" dt="2026-10-29T14:54:27.662" v="4382" actId="20577"/>
      <pc:docMkLst>
        <pc:docMk/>
      </pc:docMkLst>
      <pc:sldChg chg="modSp">
        <pc:chgData name="Al Friend" userId="e5ed79da-d858-46d4-9eed-a7a24903f2de" providerId="ADAL" clId="{4885A6DF-90C9-4AE3-9F0B-92B3ECABFA28}" dt="2026-10-29T14:54:27.662" v="4382" actId="20577"/>
        <pc:sldMkLst>
          <pc:docMk/>
          <pc:sldMk cId="4009330697" sldId="434"/>
        </pc:sldMkLst>
        <pc:spChg chg="mod">
          <ac:chgData name="Al Friend" userId="e5ed79da-d858-46d4-9eed-a7a24903f2de" providerId="ADAL" clId="{4885A6DF-90C9-4AE3-9F0B-92B3ECABFA28}" dt="2026-10-29T14:54:27.662" v="4382" actId="20577"/>
          <ac:spMkLst>
            <pc:docMk/>
            <pc:sldMk cId="4009330697" sldId="434"/>
            <ac:spMk id="2" creationId="{00000000-0000-0000-0000-000000000000}"/>
          </ac:spMkLst>
        </pc:spChg>
      </pc:sldChg>
      <pc:sldChg chg="modSp">
        <pc:chgData name="Al Friend" userId="e5ed79da-d858-46d4-9eed-a7a24903f2de" providerId="ADAL" clId="{4885A6DF-90C9-4AE3-9F0B-92B3ECABFA28}" dt="2026-08-31T08:44:12.480" v="524" actId="948"/>
        <pc:sldMkLst>
          <pc:docMk/>
          <pc:sldMk cId="3427172473" sldId="496"/>
        </pc:sldMkLst>
        <pc:spChg chg="mod">
          <ac:chgData name="Al Friend" userId="e5ed79da-d858-46d4-9eed-a7a24903f2de" providerId="ADAL" clId="{4885A6DF-90C9-4AE3-9F0B-92B3ECABFA28}" dt="2026-08-31T08:44:12.480" v="524" actId="948"/>
          <ac:spMkLst>
            <pc:docMk/>
            <pc:sldMk cId="3427172473" sldId="496"/>
            <ac:spMk id="3" creationId="{00000000-0000-0000-0000-000000000000}"/>
          </ac:spMkLst>
        </pc:spChg>
      </pc:sldChg>
      <pc:sldChg chg="addSp delSp modSp modNotesTx">
        <pc:chgData name="Al Friend" userId="e5ed79da-d858-46d4-9eed-a7a24903f2de" providerId="ADAL" clId="{4885A6DF-90C9-4AE3-9F0B-92B3ECABFA28}" dt="2026-09-18T09:30:22.954" v="4328" actId="207"/>
        <pc:sldMkLst>
          <pc:docMk/>
          <pc:sldMk cId="3792360079" sldId="634"/>
        </pc:sldMkLst>
        <pc:spChg chg="add del mod">
          <ac:chgData name="Al Friend" userId="e5ed79da-d858-46d4-9eed-a7a24903f2de" providerId="ADAL" clId="{4885A6DF-90C9-4AE3-9F0B-92B3ECABFA28}" dt="2026-09-18T09:10:24.448" v="4272" actId="478"/>
          <ac:spMkLst>
            <pc:docMk/>
            <pc:sldMk cId="3792360079" sldId="634"/>
            <ac:spMk id="3" creationId="{6CAB83AC-479B-4291-8D5E-3361D6F2F915}"/>
          </ac:spMkLst>
        </pc:spChg>
        <pc:spChg chg="mod">
          <ac:chgData name="Al Friend" userId="e5ed79da-d858-46d4-9eed-a7a24903f2de" providerId="ADAL" clId="{4885A6DF-90C9-4AE3-9F0B-92B3ECABFA28}" dt="2026-09-18T09:30:22.954" v="4328" actId="207"/>
          <ac:spMkLst>
            <pc:docMk/>
            <pc:sldMk cId="3792360079" sldId="634"/>
            <ac:spMk id="10" creationId="{3B047DC7-344F-4A56-83D8-286EB77BF4E1}"/>
          </ac:spMkLst>
        </pc:spChg>
        <pc:spChg chg="add mod">
          <ac:chgData name="Al Friend" userId="e5ed79da-d858-46d4-9eed-a7a24903f2de" providerId="ADAL" clId="{4885A6DF-90C9-4AE3-9F0B-92B3ECABFA28}" dt="2026-09-18T09:12:25.172" v="4323" actId="14100"/>
          <ac:spMkLst>
            <pc:docMk/>
            <pc:sldMk cId="3792360079" sldId="634"/>
            <ac:spMk id="13" creationId="{2F507C9B-D761-4CAC-97A9-BA44CF16B4A8}"/>
          </ac:spMkLst>
        </pc:spChg>
        <pc:spChg chg="add mod">
          <ac:chgData name="Al Friend" userId="e5ed79da-d858-46d4-9eed-a7a24903f2de" providerId="ADAL" clId="{4885A6DF-90C9-4AE3-9F0B-92B3ECABFA28}" dt="2026-09-18T09:12:20.224" v="4322" actId="20577"/>
          <ac:spMkLst>
            <pc:docMk/>
            <pc:sldMk cId="3792360079" sldId="634"/>
            <ac:spMk id="14" creationId="{AD73AC7B-FBDE-41C1-950A-7E318AC52F15}"/>
          </ac:spMkLst>
        </pc:spChg>
        <pc:spChg chg="mod">
          <ac:chgData name="Al Friend" userId="e5ed79da-d858-46d4-9eed-a7a24903f2de" providerId="ADAL" clId="{4885A6DF-90C9-4AE3-9F0B-92B3ECABFA28}" dt="2026-09-18T09:30:16.555" v="4327" actId="207"/>
          <ac:spMkLst>
            <pc:docMk/>
            <pc:sldMk cId="3792360079" sldId="634"/>
            <ac:spMk id="33" creationId="{20BD216E-3A07-4ACF-B399-9EE44B4195D2}"/>
          </ac:spMkLst>
        </pc:spChg>
        <pc:spChg chg="mod">
          <ac:chgData name="Al Friend" userId="e5ed79da-d858-46d4-9eed-a7a24903f2de" providerId="ADAL" clId="{4885A6DF-90C9-4AE3-9F0B-92B3ECABFA28}" dt="2026-09-18T09:30:12.619" v="4326" actId="207"/>
          <ac:spMkLst>
            <pc:docMk/>
            <pc:sldMk cId="3792360079" sldId="634"/>
            <ac:spMk id="35" creationId="{4945BC8F-E969-47AB-AA94-0700AEF4950A}"/>
          </ac:spMkLst>
        </pc:spChg>
        <pc:spChg chg="mod">
          <ac:chgData name="Al Friend" userId="e5ed79da-d858-46d4-9eed-a7a24903f2de" providerId="ADAL" clId="{4885A6DF-90C9-4AE3-9F0B-92B3ECABFA28}" dt="2026-09-18T09:30:09.020" v="4325" actId="207"/>
          <ac:spMkLst>
            <pc:docMk/>
            <pc:sldMk cId="3792360079" sldId="634"/>
            <ac:spMk id="36" creationId="{A596FB08-E7CA-4052-9B88-984FB2912E57}"/>
          </ac:spMkLst>
        </pc:spChg>
      </pc:sldChg>
      <pc:sldChg chg="addSp modSp modAnim">
        <pc:chgData name="Al Friend" userId="e5ed79da-d858-46d4-9eed-a7a24903f2de" providerId="ADAL" clId="{4885A6DF-90C9-4AE3-9F0B-92B3ECABFA28}" dt="2026-09-09T11:18:41.164" v="3755" actId="108"/>
        <pc:sldMkLst>
          <pc:docMk/>
          <pc:sldMk cId="515075891" sldId="876"/>
        </pc:sldMkLst>
        <pc:spChg chg="mod">
          <ac:chgData name="Al Friend" userId="e5ed79da-d858-46d4-9eed-a7a24903f2de" providerId="ADAL" clId="{4885A6DF-90C9-4AE3-9F0B-92B3ECABFA28}" dt="2026-09-09T11:18:41.164" v="3755" actId="108"/>
          <ac:spMkLst>
            <pc:docMk/>
            <pc:sldMk cId="515075891" sldId="876"/>
            <ac:spMk id="10" creationId="{3B047DC7-344F-4A56-83D8-286EB77BF4E1}"/>
          </ac:spMkLst>
        </pc:spChg>
        <pc:spChg chg="add mod">
          <ac:chgData name="Al Friend" userId="e5ed79da-d858-46d4-9eed-a7a24903f2de" providerId="ADAL" clId="{4885A6DF-90C9-4AE3-9F0B-92B3ECABFA28}" dt="2026-09-09T11:18:26.188" v="3754" actId="1076"/>
          <ac:spMkLst>
            <pc:docMk/>
            <pc:sldMk cId="515075891" sldId="876"/>
            <ac:spMk id="20" creationId="{2F1A47C7-E731-4809-8106-AEB0DAE10E97}"/>
          </ac:spMkLst>
        </pc:spChg>
        <pc:spChg chg="add mod">
          <ac:chgData name="Al Friend" userId="e5ed79da-d858-46d4-9eed-a7a24903f2de" providerId="ADAL" clId="{4885A6DF-90C9-4AE3-9F0B-92B3ECABFA28}" dt="2026-09-09T11:18:08.612" v="3753" actId="1076"/>
          <ac:spMkLst>
            <pc:docMk/>
            <pc:sldMk cId="515075891" sldId="876"/>
            <ac:spMk id="21" creationId="{897A90B6-2DC7-49BB-B5D7-B238F413E6B2}"/>
          </ac:spMkLst>
        </pc:spChg>
      </pc:sldChg>
      <pc:sldChg chg="addSp modSp modAnim">
        <pc:chgData name="Al Friend" userId="e5ed79da-d858-46d4-9eed-a7a24903f2de" providerId="ADAL" clId="{4885A6DF-90C9-4AE3-9F0B-92B3ECABFA28}" dt="2026-09-18T09:03:48.672" v="4200" actId="1076"/>
        <pc:sldMkLst>
          <pc:docMk/>
          <pc:sldMk cId="1900925123" sldId="881"/>
        </pc:sldMkLst>
        <pc:spChg chg="add mod">
          <ac:chgData name="Al Friend" userId="e5ed79da-d858-46d4-9eed-a7a24903f2de" providerId="ADAL" clId="{4885A6DF-90C9-4AE3-9F0B-92B3ECABFA28}" dt="2026-09-18T09:03:48.672" v="4200" actId="1076"/>
          <ac:spMkLst>
            <pc:docMk/>
            <pc:sldMk cId="1900925123" sldId="881"/>
            <ac:spMk id="21" creationId="{DF06B9C9-2841-40D1-A61B-DA36AD5357BC}"/>
          </ac:spMkLst>
        </pc:spChg>
      </pc:sldChg>
      <pc:sldChg chg="modSp">
        <pc:chgData name="Al Friend" userId="e5ed79da-d858-46d4-9eed-a7a24903f2de" providerId="ADAL" clId="{4885A6DF-90C9-4AE3-9F0B-92B3ECABFA28}" dt="2026-10-01T13:27:52.856" v="4365" actId="14100"/>
        <pc:sldMkLst>
          <pc:docMk/>
          <pc:sldMk cId="3895107268" sldId="883"/>
        </pc:sldMkLst>
        <pc:spChg chg="mod">
          <ac:chgData name="Al Friend" userId="e5ed79da-d858-46d4-9eed-a7a24903f2de" providerId="ADAL" clId="{4885A6DF-90C9-4AE3-9F0B-92B3ECABFA28}" dt="2026-10-01T13:27:42.137" v="4362" actId="14100"/>
          <ac:spMkLst>
            <pc:docMk/>
            <pc:sldMk cId="3895107268" sldId="883"/>
            <ac:spMk id="39" creationId="{C90D3FE8-1169-4EDF-A2ED-2F943CD5C876}"/>
          </ac:spMkLst>
        </pc:spChg>
        <pc:spChg chg="mod">
          <ac:chgData name="Al Friend" userId="e5ed79da-d858-46d4-9eed-a7a24903f2de" providerId="ADAL" clId="{4885A6DF-90C9-4AE3-9F0B-92B3ECABFA28}" dt="2026-10-01T13:27:52.856" v="4365" actId="14100"/>
          <ac:spMkLst>
            <pc:docMk/>
            <pc:sldMk cId="3895107268" sldId="883"/>
            <ac:spMk id="40" creationId="{F0D9822E-881E-4E96-ACB0-4C7728754CF3}"/>
          </ac:spMkLst>
        </pc:spChg>
      </pc:sldChg>
      <pc:sldChg chg="modSp">
        <pc:chgData name="Al Friend" userId="e5ed79da-d858-46d4-9eed-a7a24903f2de" providerId="ADAL" clId="{4885A6DF-90C9-4AE3-9F0B-92B3ECABFA28}" dt="2026-09-09T10:25:37.282" v="3646" actId="14100"/>
        <pc:sldMkLst>
          <pc:docMk/>
          <pc:sldMk cId="2689299202" sldId="887"/>
        </pc:sldMkLst>
        <pc:cxnChg chg="mod">
          <ac:chgData name="Al Friend" userId="e5ed79da-d858-46d4-9eed-a7a24903f2de" providerId="ADAL" clId="{4885A6DF-90C9-4AE3-9F0B-92B3ECABFA28}" dt="2026-09-09T10:25:37.282" v="3646" actId="14100"/>
          <ac:cxnSpMkLst>
            <pc:docMk/>
            <pc:sldMk cId="2689299202" sldId="887"/>
            <ac:cxnSpMk id="30" creationId="{D24CFD43-E225-9A60-DD0D-39E2BF7507F3}"/>
          </ac:cxnSpMkLst>
        </pc:cxnChg>
        <pc:cxnChg chg="mod">
          <ac:chgData name="Al Friend" userId="e5ed79da-d858-46d4-9eed-a7a24903f2de" providerId="ADAL" clId="{4885A6DF-90C9-4AE3-9F0B-92B3ECABFA28}" dt="2026-09-09T10:25:23.333" v="3644" actId="14100"/>
          <ac:cxnSpMkLst>
            <pc:docMk/>
            <pc:sldMk cId="2689299202" sldId="887"/>
            <ac:cxnSpMk id="31" creationId="{1FEB3678-3EC2-9435-6703-DBA4673C5740}"/>
          </ac:cxnSpMkLst>
        </pc:cxnChg>
      </pc:sldChg>
      <pc:sldChg chg="modSp modAnim">
        <pc:chgData name="Al Friend" userId="e5ed79da-d858-46d4-9eed-a7a24903f2de" providerId="ADAL" clId="{4885A6DF-90C9-4AE3-9F0B-92B3ECABFA28}" dt="2026-09-09T11:09:52.871" v="3679" actId="20577"/>
        <pc:sldMkLst>
          <pc:docMk/>
          <pc:sldMk cId="2047793123" sldId="888"/>
        </pc:sldMkLst>
        <pc:spChg chg="mod">
          <ac:chgData name="Al Friend" userId="e5ed79da-d858-46d4-9eed-a7a24903f2de" providerId="ADAL" clId="{4885A6DF-90C9-4AE3-9F0B-92B3ECABFA28}" dt="2026-09-09T11:09:52.871" v="3679" actId="20577"/>
          <ac:spMkLst>
            <pc:docMk/>
            <pc:sldMk cId="2047793123" sldId="888"/>
            <ac:spMk id="3" creationId="{246B11CC-3339-C315-0BE8-FA4C1D5275B4}"/>
          </ac:spMkLst>
        </pc:spChg>
      </pc:sldChg>
      <pc:sldChg chg="modSp">
        <pc:chgData name="Al Friend" userId="e5ed79da-d858-46d4-9eed-a7a24903f2de" providerId="ADAL" clId="{4885A6DF-90C9-4AE3-9F0B-92B3ECABFA28}" dt="2026-08-31T08:44:20.864" v="525" actId="948"/>
        <pc:sldMkLst>
          <pc:docMk/>
          <pc:sldMk cId="4118693558" sldId="931"/>
        </pc:sldMkLst>
        <pc:spChg chg="mod">
          <ac:chgData name="Al Friend" userId="e5ed79da-d858-46d4-9eed-a7a24903f2de" providerId="ADAL" clId="{4885A6DF-90C9-4AE3-9F0B-92B3ECABFA28}" dt="2026-08-31T08:44:20.864" v="525" actId="948"/>
          <ac:spMkLst>
            <pc:docMk/>
            <pc:sldMk cId="4118693558" sldId="931"/>
            <ac:spMk id="3" creationId="{00000000-0000-0000-0000-000000000000}"/>
          </ac:spMkLst>
        </pc:spChg>
      </pc:sldChg>
      <pc:sldChg chg="modSp">
        <pc:chgData name="Al Friend" userId="e5ed79da-d858-46d4-9eed-a7a24903f2de" providerId="ADAL" clId="{4885A6DF-90C9-4AE3-9F0B-92B3ECABFA28}" dt="2026-08-31T08:44:30.535" v="526" actId="948"/>
        <pc:sldMkLst>
          <pc:docMk/>
          <pc:sldMk cId="4175645854" sldId="932"/>
        </pc:sldMkLst>
        <pc:spChg chg="mod">
          <ac:chgData name="Al Friend" userId="e5ed79da-d858-46d4-9eed-a7a24903f2de" providerId="ADAL" clId="{4885A6DF-90C9-4AE3-9F0B-92B3ECABFA28}" dt="2026-08-31T08:44:30.535" v="526" actId="948"/>
          <ac:spMkLst>
            <pc:docMk/>
            <pc:sldMk cId="4175645854" sldId="932"/>
            <ac:spMk id="3" creationId="{00000000-0000-0000-0000-000000000000}"/>
          </ac:spMkLst>
        </pc:spChg>
      </pc:sldChg>
      <pc:sldChg chg="addSp modSp modAnim">
        <pc:chgData name="Al Friend" userId="e5ed79da-d858-46d4-9eed-a7a24903f2de" providerId="ADAL" clId="{4885A6DF-90C9-4AE3-9F0B-92B3ECABFA28}" dt="2026-09-15T12:20:32.765" v="4145" actId="6549"/>
        <pc:sldMkLst>
          <pc:docMk/>
          <pc:sldMk cId="1283248796" sldId="937"/>
        </pc:sldMkLst>
        <pc:spChg chg="add mod">
          <ac:chgData name="Al Friend" userId="e5ed79da-d858-46d4-9eed-a7a24903f2de" providerId="ADAL" clId="{4885A6DF-90C9-4AE3-9F0B-92B3ECABFA28}" dt="2026-09-15T12:20:32.765" v="4145" actId="6549"/>
          <ac:spMkLst>
            <pc:docMk/>
            <pc:sldMk cId="1283248796" sldId="937"/>
            <ac:spMk id="9" creationId="{2E709FBD-1231-49A6-A849-9185F56704D6}"/>
          </ac:spMkLst>
        </pc:spChg>
        <pc:spChg chg="mod">
          <ac:chgData name="Al Friend" userId="e5ed79da-d858-46d4-9eed-a7a24903f2de" providerId="ADAL" clId="{4885A6DF-90C9-4AE3-9F0B-92B3ECABFA28}" dt="2026-09-15T12:20:18.624" v="4141" actId="1076"/>
          <ac:spMkLst>
            <pc:docMk/>
            <pc:sldMk cId="1283248796" sldId="937"/>
            <ac:spMk id="10" creationId="{CAD8D92C-8726-9286-8A41-08DBC19E013E}"/>
          </ac:spMkLst>
        </pc:spChg>
        <pc:spChg chg="mod">
          <ac:chgData name="Al Friend" userId="e5ed79da-d858-46d4-9eed-a7a24903f2de" providerId="ADAL" clId="{4885A6DF-90C9-4AE3-9F0B-92B3ECABFA28}" dt="2026-09-15T12:20:25.761" v="4142" actId="1076"/>
          <ac:spMkLst>
            <pc:docMk/>
            <pc:sldMk cId="1283248796" sldId="937"/>
            <ac:spMk id="13" creationId="{5BC263F3-3776-C73E-D9E3-7F3E2504AD1D}"/>
          </ac:spMkLst>
        </pc:spChg>
        <pc:spChg chg="mod">
          <ac:chgData name="Al Friend" userId="e5ed79da-d858-46d4-9eed-a7a24903f2de" providerId="ADAL" clId="{4885A6DF-90C9-4AE3-9F0B-92B3ECABFA28}" dt="2026-09-15T12:20:25.761" v="4142" actId="1076"/>
          <ac:spMkLst>
            <pc:docMk/>
            <pc:sldMk cId="1283248796" sldId="937"/>
            <ac:spMk id="15" creationId="{92E9566B-43BD-367B-308A-CA485931E54E}"/>
          </ac:spMkLst>
        </pc:spChg>
        <pc:graphicFrameChg chg="mod">
          <ac:chgData name="Al Friend" userId="e5ed79da-d858-46d4-9eed-a7a24903f2de" providerId="ADAL" clId="{4885A6DF-90C9-4AE3-9F0B-92B3ECABFA28}" dt="2026-09-15T12:20:25.761" v="4142" actId="1076"/>
          <ac:graphicFrameMkLst>
            <pc:docMk/>
            <pc:sldMk cId="1283248796" sldId="937"/>
            <ac:graphicFrameMk id="6" creationId="{0CE737ED-D2A4-AC24-DD9E-76CD29E2821B}"/>
          </ac:graphicFrameMkLst>
        </pc:graphicFrameChg>
        <pc:graphicFrameChg chg="mod">
          <ac:chgData name="Al Friend" userId="e5ed79da-d858-46d4-9eed-a7a24903f2de" providerId="ADAL" clId="{4885A6DF-90C9-4AE3-9F0B-92B3ECABFA28}" dt="2026-09-15T12:20:25.761" v="4142" actId="1076"/>
          <ac:graphicFrameMkLst>
            <pc:docMk/>
            <pc:sldMk cId="1283248796" sldId="937"/>
            <ac:graphicFrameMk id="8" creationId="{60B6850D-DE92-A9C2-451A-7BBFD1D97F24}"/>
          </ac:graphicFrameMkLst>
        </pc:graphicFrameChg>
      </pc:sldChg>
      <pc:sldChg chg="addSp delSp modSp add modAnim">
        <pc:chgData name="Al Friend" userId="e5ed79da-d858-46d4-9eed-a7a24903f2de" providerId="ADAL" clId="{4885A6DF-90C9-4AE3-9F0B-92B3ECABFA28}" dt="2026-09-03T14:59:41.844" v="2797" actId="12789"/>
        <pc:sldMkLst>
          <pc:docMk/>
          <pc:sldMk cId="1520012242" sldId="944"/>
        </pc:sldMkLst>
        <pc:spChg chg="mod">
          <ac:chgData name="Al Friend" userId="e5ed79da-d858-46d4-9eed-a7a24903f2de" providerId="ADAL" clId="{4885A6DF-90C9-4AE3-9F0B-92B3ECABFA28}" dt="2026-09-01T14:14:00.706" v="771" actId="20577"/>
          <ac:spMkLst>
            <pc:docMk/>
            <pc:sldMk cId="1520012242" sldId="944"/>
            <ac:spMk id="2" creationId="{32562A35-8444-352D-484E-CB7ACC45B800}"/>
          </ac:spMkLst>
        </pc:spChg>
        <pc:spChg chg="add mod">
          <ac:chgData name="Al Friend" userId="e5ed79da-d858-46d4-9eed-a7a24903f2de" providerId="ADAL" clId="{4885A6DF-90C9-4AE3-9F0B-92B3ECABFA28}" dt="2026-09-03T14:53:27.328" v="2751" actId="962"/>
          <ac:spMkLst>
            <pc:docMk/>
            <pc:sldMk cId="1520012242" sldId="944"/>
            <ac:spMk id="3" creationId="{6FFDD233-4C25-438E-92B3-B81ABA0277DB}"/>
          </ac:spMkLst>
        </pc:spChg>
        <pc:spChg chg="add mod">
          <ac:chgData name="Al Friend" userId="e5ed79da-d858-46d4-9eed-a7a24903f2de" providerId="ADAL" clId="{4885A6DF-90C9-4AE3-9F0B-92B3ECABFA28}" dt="2026-09-03T14:59:41.844" v="2797" actId="12789"/>
          <ac:spMkLst>
            <pc:docMk/>
            <pc:sldMk cId="1520012242" sldId="944"/>
            <ac:spMk id="17" creationId="{72D8836E-A56D-4B4C-B1F2-7068DE144A6C}"/>
          </ac:spMkLst>
        </pc:spChg>
        <pc:spChg chg="add mod">
          <ac:chgData name="Al Friend" userId="e5ed79da-d858-46d4-9eed-a7a24903f2de" providerId="ADAL" clId="{4885A6DF-90C9-4AE3-9F0B-92B3ECABFA28}" dt="2026-09-03T14:59:41.844" v="2797" actId="12789"/>
          <ac:spMkLst>
            <pc:docMk/>
            <pc:sldMk cId="1520012242" sldId="944"/>
            <ac:spMk id="19" creationId="{492BB6DC-FB54-45DC-9594-6690B3E0CFBC}"/>
          </ac:spMkLst>
        </pc:spChg>
        <pc:spChg chg="add mod">
          <ac:chgData name="Al Friend" userId="e5ed79da-d858-46d4-9eed-a7a24903f2de" providerId="ADAL" clId="{4885A6DF-90C9-4AE3-9F0B-92B3ECABFA28}" dt="2026-09-03T14:59:41.844" v="2797" actId="12789"/>
          <ac:spMkLst>
            <pc:docMk/>
            <pc:sldMk cId="1520012242" sldId="944"/>
            <ac:spMk id="20" creationId="{25E42847-F3CF-4FD5-85CF-4A86560F5ED5}"/>
          </ac:spMkLst>
        </pc:spChg>
        <pc:spChg chg="add mod">
          <ac:chgData name="Al Friend" userId="e5ed79da-d858-46d4-9eed-a7a24903f2de" providerId="ADAL" clId="{4885A6DF-90C9-4AE3-9F0B-92B3ECABFA28}" dt="2026-09-03T14:36:00.534" v="2638" actId="1076"/>
          <ac:spMkLst>
            <pc:docMk/>
            <pc:sldMk cId="1520012242" sldId="944"/>
            <ac:spMk id="21" creationId="{2796F581-AE5A-4481-9A12-3254A56C8A10}"/>
          </ac:spMkLst>
        </pc:spChg>
        <pc:spChg chg="add mod">
          <ac:chgData name="Al Friend" userId="e5ed79da-d858-46d4-9eed-a7a24903f2de" providerId="ADAL" clId="{4885A6DF-90C9-4AE3-9F0B-92B3ECABFA28}" dt="2026-09-03T14:53:13.059" v="2750" actId="13244"/>
          <ac:spMkLst>
            <pc:docMk/>
            <pc:sldMk cId="1520012242" sldId="944"/>
            <ac:spMk id="26" creationId="{A3AF31AC-0988-40B2-A3E3-AF55111E8959}"/>
          </ac:spMkLst>
        </pc:spChg>
        <pc:spChg chg="add mod">
          <ac:chgData name="Al Friend" userId="e5ed79da-d858-46d4-9eed-a7a24903f2de" providerId="ADAL" clId="{4885A6DF-90C9-4AE3-9F0B-92B3ECABFA28}" dt="2026-09-03T14:59:41.844" v="2797" actId="12789"/>
          <ac:spMkLst>
            <pc:docMk/>
            <pc:sldMk cId="1520012242" sldId="944"/>
            <ac:spMk id="27" creationId="{203D538F-6F72-4AD5-865B-2F53CF95807D}"/>
          </ac:spMkLst>
        </pc:spChg>
        <pc:spChg chg="add mod">
          <ac:chgData name="Al Friend" userId="e5ed79da-d858-46d4-9eed-a7a24903f2de" providerId="ADAL" clId="{4885A6DF-90C9-4AE3-9F0B-92B3ECABFA28}" dt="2026-09-03T14:59:41.844" v="2797" actId="12789"/>
          <ac:spMkLst>
            <pc:docMk/>
            <pc:sldMk cId="1520012242" sldId="944"/>
            <ac:spMk id="28" creationId="{52E0C4F2-7DAC-4CFD-BA19-DA3DA5DBB4C2}"/>
          </ac:spMkLst>
        </pc:spChg>
        <pc:spChg chg="add mod">
          <ac:chgData name="Al Friend" userId="e5ed79da-d858-46d4-9eed-a7a24903f2de" providerId="ADAL" clId="{4885A6DF-90C9-4AE3-9F0B-92B3ECABFA28}" dt="2026-09-03T14:59:41.844" v="2797" actId="12789"/>
          <ac:spMkLst>
            <pc:docMk/>
            <pc:sldMk cId="1520012242" sldId="944"/>
            <ac:spMk id="29" creationId="{14D0CD86-B710-49E3-95F2-112C5F77D402}"/>
          </ac:spMkLst>
        </pc:spChg>
        <pc:spChg chg="add mod">
          <ac:chgData name="Al Friend" userId="e5ed79da-d858-46d4-9eed-a7a24903f2de" providerId="ADAL" clId="{4885A6DF-90C9-4AE3-9F0B-92B3ECABFA28}" dt="2026-09-03T14:59:41.844" v="2797" actId="12789"/>
          <ac:spMkLst>
            <pc:docMk/>
            <pc:sldMk cId="1520012242" sldId="944"/>
            <ac:spMk id="30" creationId="{2F4CAD13-C3C6-4667-81FD-801EAF386ED2}"/>
          </ac:spMkLst>
        </pc:spChg>
        <pc:graphicFrameChg chg="mod modGraphic">
          <ac:chgData name="Al Friend" userId="e5ed79da-d858-46d4-9eed-a7a24903f2de" providerId="ADAL" clId="{4885A6DF-90C9-4AE3-9F0B-92B3ECABFA28}" dt="2026-09-03T14:36:00.534" v="2638" actId="1076"/>
          <ac:graphicFrameMkLst>
            <pc:docMk/>
            <pc:sldMk cId="1520012242" sldId="944"/>
            <ac:graphicFrameMk id="8" creationId="{15C64F76-2908-C640-93C6-1C1CD349C3CF}"/>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11" creationId="{BE877BDE-E38F-4AD8-874A-B996A628EE8C}"/>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12" creationId="{F72B634A-1DA1-4296-84A5-B9ADDD4B3D2B}"/>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13" creationId="{95B51599-7E48-4BED-B2BE-6FB94B5F2F1D}"/>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15" creationId="{F43C32A7-50A6-4847-88F7-047D9B682315}"/>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16" creationId="{5B92BF09-378B-4142-8DD3-5D48FB1C4C61}"/>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18" creationId="{D30B3795-1D7E-41DE-964B-FDB727399068}"/>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22" creationId="{222C94DD-1BF6-49B1-B056-8C5BE6E6EABF}"/>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23" creationId="{A7E9F4C8-239B-49B8-8471-248D0115F0BF}"/>
          </ac:graphicFrameMkLst>
        </pc:graphicFrameChg>
        <pc:graphicFrameChg chg="add mod modGraphic">
          <ac:chgData name="Al Friend" userId="e5ed79da-d858-46d4-9eed-a7a24903f2de" providerId="ADAL" clId="{4885A6DF-90C9-4AE3-9F0B-92B3ECABFA28}" dt="2026-09-03T14:36:00.534" v="2638" actId="1076"/>
          <ac:graphicFrameMkLst>
            <pc:docMk/>
            <pc:sldMk cId="1520012242" sldId="944"/>
            <ac:graphicFrameMk id="24" creationId="{2794626C-11E5-4BA2-83DF-3C6396C85285}"/>
          </ac:graphicFrameMkLst>
        </pc:graphicFrameChg>
        <pc:graphicFrameChg chg="add mod modGraphic">
          <ac:chgData name="Al Friend" userId="e5ed79da-d858-46d4-9eed-a7a24903f2de" providerId="ADAL" clId="{4885A6DF-90C9-4AE3-9F0B-92B3ECABFA28}" dt="2026-09-03T14:53:07.113" v="2748"/>
          <ac:graphicFrameMkLst>
            <pc:docMk/>
            <pc:sldMk cId="1520012242" sldId="944"/>
            <ac:graphicFrameMk id="25" creationId="{D2782DCC-250D-4E63-B23F-DDA3A5C37C0C}"/>
          </ac:graphicFrameMkLst>
        </pc:graphicFrameChg>
      </pc:sldChg>
      <pc:sldChg chg="addSp delSp modSp modAnim">
        <pc:chgData name="Al Friend" userId="e5ed79da-d858-46d4-9eed-a7a24903f2de" providerId="ADAL" clId="{4885A6DF-90C9-4AE3-9F0B-92B3ECABFA28}" dt="2026-09-09T10:22:18.932" v="3637"/>
        <pc:sldMkLst>
          <pc:docMk/>
          <pc:sldMk cId="2335467649" sldId="947"/>
        </pc:sldMkLst>
        <pc:spChg chg="mod">
          <ac:chgData name="Al Friend" userId="e5ed79da-d858-46d4-9eed-a7a24903f2de" providerId="ADAL" clId="{4885A6DF-90C9-4AE3-9F0B-92B3ECABFA28}" dt="2026-09-01T14:37:52.089" v="1110" actId="20577"/>
          <ac:spMkLst>
            <pc:docMk/>
            <pc:sldMk cId="2335467649" sldId="947"/>
            <ac:spMk id="2" creationId="{0C4156B6-C758-1D26-23DF-527ACE431530}"/>
          </ac:spMkLst>
        </pc:spChg>
        <pc:spChg chg="add mod">
          <ac:chgData name="Al Friend" userId="e5ed79da-d858-46d4-9eed-a7a24903f2de" providerId="ADAL" clId="{4885A6DF-90C9-4AE3-9F0B-92B3ECABFA28}" dt="2026-09-01T15:27:00.709" v="1486" actId="20577"/>
          <ac:spMkLst>
            <pc:docMk/>
            <pc:sldMk cId="2335467649" sldId="947"/>
            <ac:spMk id="12" creationId="{4EA2FE8F-A668-427E-BB67-6C067EA748C5}"/>
          </ac:spMkLst>
        </pc:spChg>
        <pc:spChg chg="mod">
          <ac:chgData name="Al Friend" userId="e5ed79da-d858-46d4-9eed-a7a24903f2de" providerId="ADAL" clId="{4885A6DF-90C9-4AE3-9F0B-92B3ECABFA28}" dt="2026-09-01T15:26:30.894" v="1474" actId="1076"/>
          <ac:spMkLst>
            <pc:docMk/>
            <pc:sldMk cId="2335467649" sldId="947"/>
            <ac:spMk id="13" creationId="{5BC263F3-3776-C73E-D9E3-7F3E2504AD1D}"/>
          </ac:spMkLst>
        </pc:spChg>
        <pc:spChg chg="mod">
          <ac:chgData name="Al Friend" userId="e5ed79da-d858-46d4-9eed-a7a24903f2de" providerId="ADAL" clId="{4885A6DF-90C9-4AE3-9F0B-92B3ECABFA28}" dt="2026-09-01T15:26:26.322" v="1473" actId="1076"/>
          <ac:spMkLst>
            <pc:docMk/>
            <pc:sldMk cId="2335467649" sldId="947"/>
            <ac:spMk id="15" creationId="{92E9566B-43BD-367B-308A-CA485931E54E}"/>
          </ac:spMkLst>
        </pc:spChg>
        <pc:graphicFrameChg chg="add mod ord modGraphic">
          <ac:chgData name="Al Friend" userId="e5ed79da-d858-46d4-9eed-a7a24903f2de" providerId="ADAL" clId="{4885A6DF-90C9-4AE3-9F0B-92B3ECABFA28}" dt="2026-09-03T12:49:58.309" v="2163" actId="207"/>
          <ac:graphicFrameMkLst>
            <pc:docMk/>
            <pc:sldMk cId="2335467649" sldId="947"/>
            <ac:graphicFrameMk id="16" creationId="{D285B714-2947-4677-9B2E-DE1394DB2436}"/>
          </ac:graphicFrameMkLst>
        </pc:graphicFrameChg>
        <pc:graphicFrameChg chg="add mod ord modGraphic">
          <ac:chgData name="Al Friend" userId="e5ed79da-d858-46d4-9eed-a7a24903f2de" providerId="ADAL" clId="{4885A6DF-90C9-4AE3-9F0B-92B3ECABFA28}" dt="2026-09-03T12:50:02.870" v="2164" actId="207"/>
          <ac:graphicFrameMkLst>
            <pc:docMk/>
            <pc:sldMk cId="2335467649" sldId="947"/>
            <ac:graphicFrameMk id="17" creationId="{E2473FD1-75B6-4A61-B3FC-5EFBB71209C8}"/>
          </ac:graphicFrameMkLst>
        </pc:graphicFrameChg>
      </pc:sldChg>
      <pc:sldChg chg="addSp modSp add modAnim">
        <pc:chgData name="Al Friend" userId="e5ed79da-d858-46d4-9eed-a7a24903f2de" providerId="ADAL" clId="{4885A6DF-90C9-4AE3-9F0B-92B3ECABFA28}" dt="2026-09-18T09:04:11.878" v="4201" actId="1076"/>
        <pc:sldMkLst>
          <pc:docMk/>
          <pc:sldMk cId="3037259740" sldId="949"/>
        </pc:sldMkLst>
        <pc:spChg chg="mod">
          <ac:chgData name="Al Friend" userId="e5ed79da-d858-46d4-9eed-a7a24903f2de" providerId="ADAL" clId="{4885A6DF-90C9-4AE3-9F0B-92B3ECABFA28}" dt="2026-09-09T11:15:42.526" v="3731" actId="20577"/>
          <ac:spMkLst>
            <pc:docMk/>
            <pc:sldMk cId="3037259740" sldId="949"/>
            <ac:spMk id="3" creationId="{246B11CC-3339-C315-0BE8-FA4C1D5275B4}"/>
          </ac:spMkLst>
        </pc:spChg>
        <pc:spChg chg="add mod">
          <ac:chgData name="Al Friend" userId="e5ed79da-d858-46d4-9eed-a7a24903f2de" providerId="ADAL" clId="{4885A6DF-90C9-4AE3-9F0B-92B3ECABFA28}" dt="2026-09-18T09:04:11.878" v="4201" actId="1076"/>
          <ac:spMkLst>
            <pc:docMk/>
            <pc:sldMk cId="3037259740" sldId="949"/>
            <ac:spMk id="4" creationId="{07EBDAD5-D985-4D50-A9CC-26BBF17724DD}"/>
          </ac:spMkLst>
        </pc:spChg>
      </pc:sldChg>
      <pc:sldChg chg="modSp">
        <pc:chgData name="Al Friend" userId="e5ed79da-d858-46d4-9eed-a7a24903f2de" providerId="ADAL" clId="{4885A6DF-90C9-4AE3-9F0B-92B3ECABFA28}" dt="2026-09-09T10:21:14.225" v="3623" actId="20577"/>
        <pc:sldMkLst>
          <pc:docMk/>
          <pc:sldMk cId="3726086763" sldId="952"/>
        </pc:sldMkLst>
        <pc:spChg chg="mod">
          <ac:chgData name="Al Friend" userId="e5ed79da-d858-46d4-9eed-a7a24903f2de" providerId="ADAL" clId="{4885A6DF-90C9-4AE3-9F0B-92B3ECABFA28}" dt="2026-09-09T10:21:14.225" v="3623" actId="20577"/>
          <ac:spMkLst>
            <pc:docMk/>
            <pc:sldMk cId="3726086763" sldId="952"/>
            <ac:spMk id="3" creationId="{095E1681-A91C-8BA9-CCE6-F748A2E6098C}"/>
          </ac:spMkLst>
        </pc:spChg>
        <pc:graphicFrameChg chg="mod">
          <ac:chgData name="Al Friend" userId="e5ed79da-d858-46d4-9eed-a7a24903f2de" providerId="ADAL" clId="{4885A6DF-90C9-4AE3-9F0B-92B3ECABFA28}" dt="2026-09-08T13:18:04.193" v="2948" actId="12788"/>
          <ac:graphicFrameMkLst>
            <pc:docMk/>
            <pc:sldMk cId="3726086763" sldId="952"/>
            <ac:graphicFrameMk id="6" creationId="{F3CF83D5-A4D9-A61C-60C2-4FCC13C75C70}"/>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7" creationId="{ADC564DE-D28F-4875-CA32-B21571AAD6A1}"/>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8" creationId="{1442AFA7-A27F-E85B-BD85-CDEC1C5338B1}"/>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9" creationId="{E4E9E986-6470-14A4-2D5D-0E7312543716}"/>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10" creationId="{668A9850-CE7F-0250-D4D6-BBF711FFCB6B}"/>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14" creationId="{31675B1A-890B-1891-9466-0125844A5701}"/>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1" creationId="{DDEBB0F7-EBD0-2AE4-20B0-260DD31F66EE}"/>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2" creationId="{AFE8C52C-CA00-5185-0559-27AE766CDBB6}"/>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3" creationId="{3F74E222-3FA1-846D-1AB3-FDE9283947B3}"/>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4" creationId="{57995B92-B0FA-9779-BF95-5E29240AFD5D}"/>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5" creationId="{5181D659-3B0C-B42F-D14C-A25F29985527}"/>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6" creationId="{67AC3BC6-A40E-201E-1732-8DF41C115669}"/>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7" creationId="{DA4592A1-64F0-35A2-060A-10F9E3CF29FC}"/>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8" creationId="{B67EDDEC-7C64-7178-4A4D-B60959485E35}"/>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39" creationId="{8FEF33E2-FDD5-18E9-29C3-79D8C253F025}"/>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0" creationId="{DD93CFA0-F1B8-A6BE-7E5A-5447C5D1C141}"/>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1" creationId="{CFD8A320-1639-8930-0F58-13B9D4808F22}"/>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2" creationId="{3E62DBA6-F8EC-528C-1EFE-EE732F8135A6}"/>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3" creationId="{DFE3958B-8E40-6AF1-12D5-18D44555E703}"/>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4" creationId="{D6DF2BB4-4764-ED23-F94A-B0660FA4C2BB}"/>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5" creationId="{6F73FD2F-EA3E-81EC-4922-2B2C23F93E3E}"/>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6" creationId="{960672DF-E730-BEBE-4431-7E6C30211D7C}"/>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7" creationId="{BA2C7143-8750-8A35-F03E-A664076FB02C}"/>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8" creationId="{A6461179-82C0-E96B-42E6-6C250F7BF745}"/>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49" creationId="{EB1098E4-FF9A-543E-B7C7-F783B4C854D8}"/>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0" creationId="{1DC1F667-54E7-735D-0041-3568D24447E3}"/>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1" creationId="{5F716119-8B03-5178-1DF6-C45D3263019E}"/>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2" creationId="{58756706-74B6-3319-666F-EB49C87533D3}"/>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3" creationId="{72C5B3C4-1CB7-4D3D-F981-3119C0A0CC2C}"/>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4" creationId="{708C21DD-5E6D-C2F4-BAEF-F9CF07BFC5EE}"/>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5" creationId="{2C3D6250-FF24-11A8-414E-C4C50CAD957B}"/>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6" creationId="{47D10CB2-E03C-E095-7411-D3AD458E301E}"/>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7" creationId="{0FCBE045-60B3-A010-0561-48B629C076BA}"/>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8" creationId="{B351C213-0DCC-20BE-CB1C-A91DDAA3E5A7}"/>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59" creationId="{6E629E7E-65A1-E1CE-ADF2-53B4E7E31598}"/>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60" creationId="{36283355-3BAC-F5E7-C8CF-9E5CE6B873A1}"/>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61" creationId="{0346DFC3-E893-C634-07A6-903C9DC7600D}"/>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63" creationId="{8F6520B8-F584-6D77-C222-07A17DE06A25}"/>
          </ac:graphicFrameMkLst>
        </pc:graphicFrameChg>
        <pc:graphicFrameChg chg="mod">
          <ac:chgData name="Al Friend" userId="e5ed79da-d858-46d4-9eed-a7a24903f2de" providerId="ADAL" clId="{4885A6DF-90C9-4AE3-9F0B-92B3ECABFA28}" dt="2026-09-08T13:18:04.193" v="2948" actId="12788"/>
          <ac:graphicFrameMkLst>
            <pc:docMk/>
            <pc:sldMk cId="3726086763" sldId="952"/>
            <ac:graphicFrameMk id="64" creationId="{982D7147-94A8-BC6A-7350-9669F2C86412}"/>
          </ac:graphicFrameMkLst>
        </pc:graphicFrameChg>
      </pc:sldChg>
      <pc:sldChg chg="addSp delSp modSp delAnim modAnim">
        <pc:chgData name="Al Friend" userId="e5ed79da-d858-46d4-9eed-a7a24903f2de" providerId="ADAL" clId="{4885A6DF-90C9-4AE3-9F0B-92B3ECABFA28}" dt="2026-09-15T12:31:05.588" v="4167" actId="20577"/>
        <pc:sldMkLst>
          <pc:docMk/>
          <pc:sldMk cId="1613937805" sldId="953"/>
        </pc:sldMkLst>
        <pc:spChg chg="mod">
          <ac:chgData name="Al Friend" userId="e5ed79da-d858-46d4-9eed-a7a24903f2de" providerId="ADAL" clId="{4885A6DF-90C9-4AE3-9F0B-92B3ECABFA28}" dt="2026-09-08T13:17:18.134" v="2931" actId="20577"/>
          <ac:spMkLst>
            <pc:docMk/>
            <pc:sldMk cId="1613937805" sldId="953"/>
            <ac:spMk id="2" creationId="{9CCCF8B0-4FED-D018-2103-8DE61C2832C6}"/>
          </ac:spMkLst>
        </pc:spChg>
        <pc:spChg chg="mod">
          <ac:chgData name="Al Friend" userId="e5ed79da-d858-46d4-9eed-a7a24903f2de" providerId="ADAL" clId="{4885A6DF-90C9-4AE3-9F0B-92B3ECABFA28}" dt="2026-09-09T10:23:37.468" v="3639" actId="1076"/>
          <ac:spMkLst>
            <pc:docMk/>
            <pc:sldMk cId="1613937805" sldId="953"/>
            <ac:spMk id="5" creationId="{546FD6EB-0999-DFFC-F220-CB0C981B6495}"/>
          </ac:spMkLst>
        </pc:spChg>
        <pc:spChg chg="mod">
          <ac:chgData name="Al Friend" userId="e5ed79da-d858-46d4-9eed-a7a24903f2de" providerId="ADAL" clId="{4885A6DF-90C9-4AE3-9F0B-92B3ECABFA28}" dt="2026-09-15T12:31:05.588" v="4167" actId="20577"/>
          <ac:spMkLst>
            <pc:docMk/>
            <pc:sldMk cId="1613937805" sldId="953"/>
            <ac:spMk id="6" creationId="{54C2ECEF-5658-3BAD-A7EA-41AD468E8A4B}"/>
          </ac:spMkLst>
        </pc:spChg>
        <pc:spChg chg="mod topLvl">
          <ac:chgData name="Al Friend" userId="e5ed79da-d858-46d4-9eed-a7a24903f2de" providerId="ADAL" clId="{4885A6DF-90C9-4AE3-9F0B-92B3ECABFA28}" dt="2026-09-08T13:19:15.312" v="2958" actId="12789"/>
          <ac:spMkLst>
            <pc:docMk/>
            <pc:sldMk cId="1613937805" sldId="953"/>
            <ac:spMk id="66" creationId="{9077A7F2-8654-4C4B-B5F5-225A798FEA1A}"/>
          </ac:spMkLst>
        </pc:spChg>
        <pc:spChg chg="mod topLvl">
          <ac:chgData name="Al Friend" userId="e5ed79da-d858-46d4-9eed-a7a24903f2de" providerId="ADAL" clId="{4885A6DF-90C9-4AE3-9F0B-92B3ECABFA28}" dt="2026-09-08T13:19:15.312" v="2958" actId="12789"/>
          <ac:spMkLst>
            <pc:docMk/>
            <pc:sldMk cId="1613937805" sldId="953"/>
            <ac:spMk id="67" creationId="{303A3422-D571-41FF-AAEE-83617021B9FF}"/>
          </ac:spMkLst>
        </pc:spChg>
        <pc:spChg chg="mod">
          <ac:chgData name="Al Friend" userId="e5ed79da-d858-46d4-9eed-a7a24903f2de" providerId="ADAL" clId="{4885A6DF-90C9-4AE3-9F0B-92B3ECABFA28}" dt="2026-09-08T13:42:16.079" v="3285" actId="962"/>
          <ac:spMkLst>
            <pc:docMk/>
            <pc:sldMk cId="1613937805" sldId="953"/>
            <ac:spMk id="87" creationId="{C30F0223-B2F5-45C0-9250-013F073C1493}"/>
          </ac:spMkLst>
        </pc:spChg>
        <pc:spChg chg="mod">
          <ac:chgData name="Al Friend" userId="e5ed79da-d858-46d4-9eed-a7a24903f2de" providerId="ADAL" clId="{4885A6DF-90C9-4AE3-9F0B-92B3ECABFA28}" dt="2026-09-08T13:42:09.695" v="3284" actId="962"/>
          <ac:spMkLst>
            <pc:docMk/>
            <pc:sldMk cId="1613937805" sldId="953"/>
            <ac:spMk id="88" creationId="{A4E68FBB-A3CE-48BF-A464-504AEB109287}"/>
          </ac:spMkLst>
        </pc:spChg>
        <pc:grpChg chg="add mod">
          <ac:chgData name="Al Friend" userId="e5ed79da-d858-46d4-9eed-a7a24903f2de" providerId="ADAL" clId="{4885A6DF-90C9-4AE3-9F0B-92B3ECABFA28}" dt="2026-09-08T13:48:32.022" v="3344" actId="13244"/>
          <ac:grpSpMkLst>
            <pc:docMk/>
            <pc:sldMk cId="1613937805" sldId="953"/>
            <ac:grpSpMk id="3" creationId="{F21DC3B0-1720-4C22-BFDC-AB8F60858349}"/>
          </ac:grpSpMkLst>
        </pc:grpChg>
        <pc:grpChg chg="add mod">
          <ac:chgData name="Al Friend" userId="e5ed79da-d858-46d4-9eed-a7a24903f2de" providerId="ADAL" clId="{4885A6DF-90C9-4AE3-9F0B-92B3ECABFA28}" dt="2026-09-08T13:48:35.813" v="3345" actId="13244"/>
          <ac:grpSpMkLst>
            <pc:docMk/>
            <pc:sldMk cId="1613937805" sldId="953"/>
            <ac:grpSpMk id="75" creationId="{7DE69EEA-D0EE-4BA2-987E-C54939D22CA7}"/>
          </ac:grpSpMkLst>
        </pc:grpChg>
        <pc:grpChg chg="add mod">
          <ac:chgData name="Al Friend" userId="e5ed79da-d858-46d4-9eed-a7a24903f2de" providerId="ADAL" clId="{4885A6DF-90C9-4AE3-9F0B-92B3ECABFA28}" dt="2026-09-08T13:58:18.619" v="3468"/>
          <ac:grpSpMkLst>
            <pc:docMk/>
            <pc:sldMk cId="1613937805" sldId="953"/>
            <ac:grpSpMk id="84" creationId="{7577C431-2A14-42E9-A4F3-C57A2417C6E4}"/>
          </ac:grpSpMkLst>
        </pc:grpChg>
        <pc:grpChg chg="add mod">
          <ac:chgData name="Al Friend" userId="e5ed79da-d858-46d4-9eed-a7a24903f2de" providerId="ADAL" clId="{4885A6DF-90C9-4AE3-9F0B-92B3ECABFA28}" dt="2026-09-08T13:58:19.107" v="3469"/>
          <ac:grpSpMkLst>
            <pc:docMk/>
            <pc:sldMk cId="1613937805" sldId="953"/>
            <ac:grpSpMk id="93" creationId="{AF95ED76-73A3-4383-8955-ECE547FC326B}"/>
          </ac:grpSpMkLst>
        </pc:grpChg>
        <pc:graphicFrameChg chg="mod modGraphic">
          <ac:chgData name="Al Friend" userId="e5ed79da-d858-46d4-9eed-a7a24903f2de" providerId="ADAL" clId="{4885A6DF-90C9-4AE3-9F0B-92B3ECABFA28}" dt="2026-09-08T14:04:41.986" v="3552" actId="12789"/>
          <ac:graphicFrameMkLst>
            <pc:docMk/>
            <pc:sldMk cId="1613937805" sldId="953"/>
            <ac:graphicFrameMk id="8" creationId="{1442AFA7-A27F-E85B-BD85-CDEC1C5338B1}"/>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70" creationId="{4E68A82D-EF4E-4B0D-976E-826177EEB2B6}"/>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72" creationId="{E527C9DF-89C2-46A7-AA9E-C9821A8022DB}"/>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73" creationId="{484D6B59-125C-4BE3-87D9-EB0EBD342423}"/>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74" creationId="{D6A55EAC-C8B2-42BE-A8A0-27C791FE324E}"/>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80" creationId="{85531682-6F12-4F78-805D-A240056D46B8}"/>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81" creationId="{A13274D1-0C91-415F-BBFA-CAB6DAFD8D4A}"/>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82" creationId="{9385BB4A-5F5E-46CB-80E9-3DBC509A0394}"/>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83" creationId="{560854BA-424B-4F23-89F2-334350FC05BA}"/>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89" creationId="{0995934E-DE2B-4730-A971-71D6966192C4}"/>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90" creationId="{1E48E83B-59BC-4937-9674-D5362ACD64B6}"/>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91" creationId="{ED1ED488-5A81-458E-BE4E-0D4D0DDAD9EA}"/>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92" creationId="{C028E5CB-09B6-4038-B6E4-97FADF9924BF}"/>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98" creationId="{D1EEA4BD-41D7-4E88-88AB-DE66335BC219}"/>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99" creationId="{36E1999F-5A34-40DA-A492-8EAFA7E43537}"/>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0" creationId="{956AC1A4-9D93-4D20-9DD0-BA3833AA0B30}"/>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1" creationId="{B13DA415-5DF1-4AAB-9A67-4B4777F2A886}"/>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2" creationId="{0BB7FCF2-B337-422E-8BA2-D9D9D551E5F4}"/>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3" creationId="{BB8185BC-698F-4581-B3EA-0C979CDDAD22}"/>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4" creationId="{908DBC2B-494E-4748-BFE7-10EC099EB0E7}"/>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5" creationId="{F4A50C22-C766-4F29-A16E-35B828F0CDFF}"/>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6" creationId="{404ADF59-C225-4736-90F1-6859C3441079}"/>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7" creationId="{F9D8CEBE-56D8-46A8-AB2C-92FAD0B60670}"/>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8" creationId="{732437D8-B6DF-4FE8-913A-ED41807CA2C0}"/>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09" creationId="{A91AA67F-C8F7-48D3-8B1F-72A6A58E9F48}"/>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10" creationId="{5B28AA4C-9ACA-40A1-9A55-5EEC79A37290}"/>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11" creationId="{441B51C3-EFBB-476B-ADCB-F496A6CBCCC9}"/>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12" creationId="{5F4BC2BE-BFD7-45FC-B618-D7E120D0E702}"/>
          </ac:graphicFrameMkLst>
        </pc:graphicFrameChg>
        <pc:graphicFrameChg chg="add mod modGraphic">
          <ac:chgData name="Al Friend" userId="e5ed79da-d858-46d4-9eed-a7a24903f2de" providerId="ADAL" clId="{4885A6DF-90C9-4AE3-9F0B-92B3ECABFA28}" dt="2026-09-08T14:04:41.986" v="3552" actId="12789"/>
          <ac:graphicFrameMkLst>
            <pc:docMk/>
            <pc:sldMk cId="1613937805" sldId="953"/>
            <ac:graphicFrameMk id="113" creationId="{1EB03091-EA7E-47F3-8811-AE63FB000F8B}"/>
          </ac:graphicFrameMkLst>
        </pc:graphicFrameChg>
        <pc:cxnChg chg="mod topLvl">
          <ac:chgData name="Al Friend" userId="e5ed79da-d858-46d4-9eed-a7a24903f2de" providerId="ADAL" clId="{4885A6DF-90C9-4AE3-9F0B-92B3ECABFA28}" dt="2026-09-08T13:15:05.308" v="2836" actId="164"/>
          <ac:cxnSpMkLst>
            <pc:docMk/>
            <pc:sldMk cId="1613937805" sldId="953"/>
            <ac:cxnSpMk id="68" creationId="{3EEC7143-77E1-4E51-8ED8-5A46C818B353}"/>
          </ac:cxnSpMkLst>
        </pc:cxnChg>
        <pc:cxnChg chg="mod topLvl">
          <ac:chgData name="Al Friend" userId="e5ed79da-d858-46d4-9eed-a7a24903f2de" providerId="ADAL" clId="{4885A6DF-90C9-4AE3-9F0B-92B3ECABFA28}" dt="2026-09-08T13:15:05.308" v="2836" actId="164"/>
          <ac:cxnSpMkLst>
            <pc:docMk/>
            <pc:sldMk cId="1613937805" sldId="953"/>
            <ac:cxnSpMk id="69" creationId="{B3FD895A-2D81-4E25-8798-DF6862E199F3}"/>
          </ac:cxnSpMkLst>
        </pc:cxnChg>
        <pc:cxnChg chg="mod">
          <ac:chgData name="Al Friend" userId="e5ed79da-d858-46d4-9eed-a7a24903f2de" providerId="ADAL" clId="{4885A6DF-90C9-4AE3-9F0B-92B3ECABFA28}" dt="2026-09-08T13:42:30.545" v="3287" actId="962"/>
          <ac:cxnSpMkLst>
            <pc:docMk/>
            <pc:sldMk cId="1613937805" sldId="953"/>
            <ac:cxnSpMk id="85" creationId="{263815E6-9B51-42A4-BE6E-21A54CDBE84C}"/>
          </ac:cxnSpMkLst>
        </pc:cxnChg>
        <pc:cxnChg chg="mod">
          <ac:chgData name="Al Friend" userId="e5ed79da-d858-46d4-9eed-a7a24903f2de" providerId="ADAL" clId="{4885A6DF-90C9-4AE3-9F0B-92B3ECABFA28}" dt="2026-09-08T13:42:22.284" v="3286" actId="962"/>
          <ac:cxnSpMkLst>
            <pc:docMk/>
            <pc:sldMk cId="1613937805" sldId="953"/>
            <ac:cxnSpMk id="86" creationId="{74C9F86E-D4D6-4F8C-B757-FD6B288A2D72}"/>
          </ac:cxnSpMkLst>
        </pc:cxnChg>
      </pc:sldChg>
      <pc:sldChg chg="addSp delSp modSp add modTransition delAnim modAnim">
        <pc:chgData name="Al Friend" userId="e5ed79da-d858-46d4-9eed-a7a24903f2de" providerId="ADAL" clId="{4885A6DF-90C9-4AE3-9F0B-92B3ECABFA28}" dt="2026-09-09T10:24:10.006" v="3643" actId="1076"/>
        <pc:sldMkLst>
          <pc:docMk/>
          <pc:sldMk cId="1797484700" sldId="954"/>
        </pc:sldMkLst>
        <pc:spChg chg="mod">
          <ac:chgData name="Al Friend" userId="e5ed79da-d858-46d4-9eed-a7a24903f2de" providerId="ADAL" clId="{4885A6DF-90C9-4AE3-9F0B-92B3ECABFA28}" dt="2026-09-09T10:24:00.155" v="3642" actId="1076"/>
          <ac:spMkLst>
            <pc:docMk/>
            <pc:sldMk cId="1797484700" sldId="954"/>
            <ac:spMk id="5" creationId="{546FD6EB-0999-DFFC-F220-CB0C981B6495}"/>
          </ac:spMkLst>
        </pc:spChg>
        <pc:spChg chg="mod">
          <ac:chgData name="Al Friend" userId="e5ed79da-d858-46d4-9eed-a7a24903f2de" providerId="ADAL" clId="{4885A6DF-90C9-4AE3-9F0B-92B3ECABFA28}" dt="2026-09-09T10:22:07.558" v="3636" actId="20577"/>
          <ac:spMkLst>
            <pc:docMk/>
            <pc:sldMk cId="1797484700" sldId="954"/>
            <ac:spMk id="6" creationId="{54C2ECEF-5658-3BAD-A7EA-41AD468E8A4B}"/>
          </ac:spMkLst>
        </pc:spChg>
        <pc:grpChg chg="mod">
          <ac:chgData name="Al Friend" userId="e5ed79da-d858-46d4-9eed-a7a24903f2de" providerId="ADAL" clId="{4885A6DF-90C9-4AE3-9F0B-92B3ECABFA28}" dt="2026-09-09T10:24:10.006" v="3643" actId="1076"/>
          <ac:grpSpMkLst>
            <pc:docMk/>
            <pc:sldMk cId="1797484700" sldId="954"/>
            <ac:grpSpMk id="3" creationId="{F21DC3B0-1720-4C22-BFDC-AB8F60858349}"/>
          </ac:grpSpMkLst>
        </pc:grpChg>
        <pc:graphicFrameChg chg="mod">
          <ac:chgData name="Al Friend" userId="e5ed79da-d858-46d4-9eed-a7a24903f2de" providerId="ADAL" clId="{4885A6DF-90C9-4AE3-9F0B-92B3ECABFA28}" dt="2026-09-09T10:24:10.006" v="3643" actId="1076"/>
          <ac:graphicFrameMkLst>
            <pc:docMk/>
            <pc:sldMk cId="1797484700" sldId="954"/>
            <ac:graphicFrameMk id="8" creationId="{1442AFA7-A27F-E85B-BD85-CDEC1C5338B1}"/>
          </ac:graphicFrameMkLst>
        </pc:graphicFrameChg>
      </pc:sldChg>
      <pc:sldChg chg="modTransition modNotesTx">
        <pc:chgData name="Al Friend" userId="e5ed79da-d858-46d4-9eed-a7a24903f2de" providerId="ADAL" clId="{4885A6DF-90C9-4AE3-9F0B-92B3ECABFA28}" dt="2026-09-14T09:50:46.078" v="4122" actId="20577"/>
        <pc:sldMkLst>
          <pc:docMk/>
          <pc:sldMk cId="947698220" sldId="956"/>
        </pc:sldMkLst>
      </pc:sldChg>
      <pc:sldChg chg="addSp delSp modSp add">
        <pc:chgData name="Al Friend" userId="e5ed79da-d858-46d4-9eed-a7a24903f2de" providerId="ADAL" clId="{4885A6DF-90C9-4AE3-9F0B-92B3ECABFA28}" dt="2026-09-14T10:26:29.691" v="4139" actId="20577"/>
        <pc:sldMkLst>
          <pc:docMk/>
          <pc:sldMk cId="2201311961" sldId="957"/>
        </pc:sldMkLst>
        <pc:spChg chg="mod">
          <ac:chgData name="Al Friend" userId="e5ed79da-d858-46d4-9eed-a7a24903f2de" providerId="ADAL" clId="{4885A6DF-90C9-4AE3-9F0B-92B3ECABFA28}" dt="2026-09-14T09:39:00.491" v="3781" actId="20577"/>
          <ac:spMkLst>
            <pc:docMk/>
            <pc:sldMk cId="2201311961" sldId="957"/>
            <ac:spMk id="2" creationId="{DF81EF6B-9990-4895-9A8F-2103C304A52F}"/>
          </ac:spMkLst>
        </pc:spChg>
        <pc:spChg chg="mod">
          <ac:chgData name="Al Friend" userId="e5ed79da-d858-46d4-9eed-a7a24903f2de" providerId="ADAL" clId="{4885A6DF-90C9-4AE3-9F0B-92B3ECABFA28}" dt="2026-09-14T09:39:42.180" v="3826" actId="20577"/>
          <ac:spMkLst>
            <pc:docMk/>
            <pc:sldMk cId="2201311961" sldId="957"/>
            <ac:spMk id="9" creationId="{E06970F1-E4C6-493D-921A-F57A4EAA659D}"/>
          </ac:spMkLst>
        </pc:spChg>
        <pc:spChg chg="del mod">
          <ac:chgData name="Al Friend" userId="e5ed79da-d858-46d4-9eed-a7a24903f2de" providerId="ADAL" clId="{4885A6DF-90C9-4AE3-9F0B-92B3ECABFA28}" dt="2026-09-14T09:48:37.607" v="4099" actId="478"/>
          <ac:spMkLst>
            <pc:docMk/>
            <pc:sldMk cId="2201311961" sldId="957"/>
            <ac:spMk id="14" creationId="{E5304D38-62A3-4A8C-98E0-6337163FA56E}"/>
          </ac:spMkLst>
        </pc:spChg>
        <pc:spChg chg="mod">
          <ac:chgData name="Al Friend" userId="e5ed79da-d858-46d4-9eed-a7a24903f2de" providerId="ADAL" clId="{4885A6DF-90C9-4AE3-9F0B-92B3ECABFA28}" dt="2026-09-14T09:39:30.443" v="3815" actId="6549"/>
          <ac:spMkLst>
            <pc:docMk/>
            <pc:sldMk cId="2201311961" sldId="957"/>
            <ac:spMk id="17" creationId="{AE596573-766B-4AFA-B34B-C56D5BA1BE63}"/>
          </ac:spMkLst>
        </pc:spChg>
        <pc:spChg chg="mod">
          <ac:chgData name="Al Friend" userId="e5ed79da-d858-46d4-9eed-a7a24903f2de" providerId="ADAL" clId="{4885A6DF-90C9-4AE3-9F0B-92B3ECABFA28}" dt="2026-09-14T10:26:29.691" v="4139" actId="20577"/>
          <ac:spMkLst>
            <pc:docMk/>
            <pc:sldMk cId="2201311961" sldId="957"/>
            <ac:spMk id="18" creationId="{D3DE1068-9C54-4D92-A45F-8DEAD06D3824}"/>
          </ac:spMkLst>
        </pc:spChg>
        <pc:spChg chg="mod">
          <ac:chgData name="Al Friend" userId="e5ed79da-d858-46d4-9eed-a7a24903f2de" providerId="ADAL" clId="{4885A6DF-90C9-4AE3-9F0B-92B3ECABFA28}" dt="2026-09-14T09:41:05.957" v="3908" actId="20577"/>
          <ac:spMkLst>
            <pc:docMk/>
            <pc:sldMk cId="2201311961" sldId="957"/>
            <ac:spMk id="25" creationId="{38ED6BD4-D2B0-4DF3-BED1-47D309818666}"/>
          </ac:spMkLst>
        </pc:spChg>
        <pc:spChg chg="mod">
          <ac:chgData name="Al Friend" userId="e5ed79da-d858-46d4-9eed-a7a24903f2de" providerId="ADAL" clId="{4885A6DF-90C9-4AE3-9F0B-92B3ECABFA28}" dt="2026-09-14T09:41:53.818" v="3938" actId="20577"/>
          <ac:spMkLst>
            <pc:docMk/>
            <pc:sldMk cId="2201311961" sldId="957"/>
            <ac:spMk id="26" creationId="{EC3E50A6-C1AB-4FE5-864D-16BBF061445C}"/>
          </ac:spMkLst>
        </pc:spChg>
        <pc:spChg chg="mod">
          <ac:chgData name="Al Friend" userId="e5ed79da-d858-46d4-9eed-a7a24903f2de" providerId="ADAL" clId="{4885A6DF-90C9-4AE3-9F0B-92B3ECABFA28}" dt="2026-09-14T09:42:25.803" v="3968" actId="20577"/>
          <ac:spMkLst>
            <pc:docMk/>
            <pc:sldMk cId="2201311961" sldId="957"/>
            <ac:spMk id="27" creationId="{DBEA44BA-2065-4960-99BA-43573E7581B5}"/>
          </ac:spMkLst>
        </pc:spChg>
        <pc:spChg chg="mod">
          <ac:chgData name="Al Friend" userId="e5ed79da-d858-46d4-9eed-a7a24903f2de" providerId="ADAL" clId="{4885A6DF-90C9-4AE3-9F0B-92B3ECABFA28}" dt="2026-09-14T09:41:18.755" v="3918" actId="20577"/>
          <ac:spMkLst>
            <pc:docMk/>
            <pc:sldMk cId="2201311961" sldId="957"/>
            <ac:spMk id="32" creationId="{6F9E9482-EB24-4541-877E-068D4A0C3A11}"/>
          </ac:spMkLst>
        </pc:spChg>
        <pc:spChg chg="mod">
          <ac:chgData name="Al Friend" userId="e5ed79da-d858-46d4-9eed-a7a24903f2de" providerId="ADAL" clId="{4885A6DF-90C9-4AE3-9F0B-92B3ECABFA28}" dt="2026-09-14T09:42:42.669" v="3981" actId="1037"/>
          <ac:spMkLst>
            <pc:docMk/>
            <pc:sldMk cId="2201311961" sldId="957"/>
            <ac:spMk id="33" creationId="{B31FDF04-E2F6-4383-9A71-B1E096B511B4}"/>
          </ac:spMkLst>
        </pc:spChg>
        <pc:spChg chg="mod">
          <ac:chgData name="Al Friend" userId="e5ed79da-d858-46d4-9eed-a7a24903f2de" providerId="ADAL" clId="{4885A6DF-90C9-4AE3-9F0B-92B3ECABFA28}" dt="2026-09-14T09:42:51.835" v="3997" actId="20577"/>
          <ac:spMkLst>
            <pc:docMk/>
            <pc:sldMk cId="2201311961" sldId="957"/>
            <ac:spMk id="34" creationId="{33D21E20-5786-42ED-A48F-1F8E03BC725B}"/>
          </ac:spMkLst>
        </pc:spChg>
        <pc:spChg chg="mod">
          <ac:chgData name="Al Friend" userId="e5ed79da-d858-46d4-9eed-a7a24903f2de" providerId="ADAL" clId="{4885A6DF-90C9-4AE3-9F0B-92B3ECABFA28}" dt="2026-09-14T09:49:08.185" v="4109" actId="20577"/>
          <ac:spMkLst>
            <pc:docMk/>
            <pc:sldMk cId="2201311961" sldId="957"/>
            <ac:spMk id="35" creationId="{67882CB4-64C2-47C3-B796-954847CC112D}"/>
          </ac:spMkLst>
        </pc:spChg>
        <pc:spChg chg="add mod">
          <ac:chgData name="Al Friend" userId="e5ed79da-d858-46d4-9eed-a7a24903f2de" providerId="ADAL" clId="{4885A6DF-90C9-4AE3-9F0B-92B3ECABFA28}" dt="2026-09-14T09:50:23.832" v="4111" actId="1076"/>
          <ac:spMkLst>
            <pc:docMk/>
            <pc:sldMk cId="2201311961" sldId="957"/>
            <ac:spMk id="36" creationId="{13699B52-4CE7-42E4-8CC8-1E69E2D59335}"/>
          </ac:spMkLst>
        </pc:spChg>
        <pc:spChg chg="mod">
          <ac:chgData name="Al Friend" userId="e5ed79da-d858-46d4-9eed-a7a24903f2de" providerId="ADAL" clId="{4885A6DF-90C9-4AE3-9F0B-92B3ECABFA28}" dt="2026-09-14T09:43:51.302" v="4058" actId="14100"/>
          <ac:spMkLst>
            <pc:docMk/>
            <pc:sldMk cId="2201311961" sldId="957"/>
            <ac:spMk id="40" creationId="{9AF9AC62-05E7-420C-B80B-20719B2841D3}"/>
          </ac:spMkLst>
        </pc:spChg>
        <pc:spChg chg="del">
          <ac:chgData name="Al Friend" userId="e5ed79da-d858-46d4-9eed-a7a24903f2de" providerId="ADAL" clId="{4885A6DF-90C9-4AE3-9F0B-92B3ECABFA28}" dt="2026-09-14T09:48:23.465" v="4094" actId="478"/>
          <ac:spMkLst>
            <pc:docMk/>
            <pc:sldMk cId="2201311961" sldId="957"/>
            <ac:spMk id="45" creationId="{1E67091E-C2CE-47A7-9BCD-380A030776A4}"/>
          </ac:spMkLst>
        </pc:spChg>
        <pc:grpChg chg="mod">
          <ac:chgData name="Al Friend" userId="e5ed79da-d858-46d4-9eed-a7a24903f2de" providerId="ADAL" clId="{4885A6DF-90C9-4AE3-9F0B-92B3ECABFA28}" dt="2026-09-14T09:39:53.948" v="3844" actId="14100"/>
          <ac:grpSpMkLst>
            <pc:docMk/>
            <pc:sldMk cId="2201311961" sldId="957"/>
            <ac:grpSpMk id="6" creationId="{1AA28F7D-6FE7-4115-AE1B-CD86E306F984}"/>
          </ac:grpSpMkLst>
        </pc:grpChg>
        <pc:cxnChg chg="mod">
          <ac:chgData name="Al Friend" userId="e5ed79da-d858-46d4-9eed-a7a24903f2de" providerId="ADAL" clId="{4885A6DF-90C9-4AE3-9F0B-92B3ECABFA28}" dt="2026-09-14T09:40:15.642" v="3891" actId="1035"/>
          <ac:cxnSpMkLst>
            <pc:docMk/>
            <pc:sldMk cId="2201311961" sldId="957"/>
            <ac:cxnSpMk id="8" creationId="{0F620062-B2DF-4004-8305-6226A65C3AFF}"/>
          </ac:cxnSpMkLst>
        </pc:cxnChg>
        <pc:cxnChg chg="mod">
          <ac:chgData name="Al Friend" userId="e5ed79da-d858-46d4-9eed-a7a24903f2de" providerId="ADAL" clId="{4885A6DF-90C9-4AE3-9F0B-92B3ECABFA28}" dt="2026-09-14T09:44:17.617" v="4060" actId="14100"/>
          <ac:cxnSpMkLst>
            <pc:docMk/>
            <pc:sldMk cId="2201311961" sldId="957"/>
            <ac:cxnSpMk id="11" creationId="{DBDAE3C2-47DB-4DFA-ADA5-DF066664C0CD}"/>
          </ac:cxnSpMkLst>
        </pc:cxnChg>
        <pc:cxnChg chg="mod">
          <ac:chgData name="Al Friend" userId="e5ed79da-d858-46d4-9eed-a7a24903f2de" providerId="ADAL" clId="{4885A6DF-90C9-4AE3-9F0B-92B3ECABFA28}" dt="2026-09-14T09:44:21.137" v="4061" actId="14100"/>
          <ac:cxnSpMkLst>
            <pc:docMk/>
            <pc:sldMk cId="2201311961" sldId="957"/>
            <ac:cxnSpMk id="37" creationId="{E6C4DA32-EB6F-48BC-BF59-481A03FDF3FA}"/>
          </ac:cxnSpMkLst>
        </pc:cxnChg>
        <pc:cxnChg chg="del mod">
          <ac:chgData name="Al Friend" userId="e5ed79da-d858-46d4-9eed-a7a24903f2de" providerId="ADAL" clId="{4885A6DF-90C9-4AE3-9F0B-92B3ECABFA28}" dt="2026-09-14T09:48:21.933" v="4093" actId="478"/>
          <ac:cxnSpMkLst>
            <pc:docMk/>
            <pc:sldMk cId="2201311961" sldId="957"/>
            <ac:cxnSpMk id="47" creationId="{C30F19AF-9E3E-4F7A-ABB2-5682DFBA7145}"/>
          </ac:cxnSpMkLst>
        </pc:cxnChg>
        <pc:cxnChg chg="del mod">
          <ac:chgData name="Al Friend" userId="e5ed79da-d858-46d4-9eed-a7a24903f2de" providerId="ADAL" clId="{4885A6DF-90C9-4AE3-9F0B-92B3ECABFA28}" dt="2026-09-14T09:48:24.355" v="4095" actId="478"/>
          <ac:cxnSpMkLst>
            <pc:docMk/>
            <pc:sldMk cId="2201311961" sldId="957"/>
            <ac:cxnSpMk id="50" creationId="{5731073C-2961-45F8-BA70-83375DBBA138}"/>
          </ac:cxnSpMkLst>
        </pc:cxnChg>
      </pc:sldChg>
      <pc:sldChg chg="addSp modSp modNotesTx">
        <pc:chgData name="Al Friend" userId="e5ed79da-d858-46d4-9eed-a7a24903f2de" providerId="ADAL" clId="{4885A6DF-90C9-4AE3-9F0B-92B3ECABFA28}" dt="2026-09-14T10:08:37.407" v="4138" actId="20577"/>
        <pc:sldMkLst>
          <pc:docMk/>
          <pc:sldMk cId="1250227315" sldId="958"/>
        </pc:sldMkLst>
        <pc:spChg chg="mod">
          <ac:chgData name="Al Friend" userId="e5ed79da-d858-46d4-9eed-a7a24903f2de" providerId="ADAL" clId="{4885A6DF-90C9-4AE3-9F0B-92B3ECABFA28}" dt="2026-09-14T10:08:37.407" v="4138" actId="20577"/>
          <ac:spMkLst>
            <pc:docMk/>
            <pc:sldMk cId="1250227315" sldId="958"/>
            <ac:spMk id="2" creationId="{82BECF7C-318C-AA39-2A97-1C1AFF5331C6}"/>
          </ac:spMkLst>
        </pc:spChg>
        <pc:picChg chg="add mod">
          <ac:chgData name="Al Friend" userId="e5ed79da-d858-46d4-9eed-a7a24903f2de" providerId="ADAL" clId="{4885A6DF-90C9-4AE3-9F0B-92B3ECABFA28}" dt="2026-09-14T10:08:26.752" v="4126" actId="1076"/>
          <ac:picMkLst>
            <pc:docMk/>
            <pc:sldMk cId="1250227315" sldId="958"/>
            <ac:picMk id="3" creationId="{6578EF72-1A6B-4458-9615-C79C715BC2E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DFB80D-C2E8-416C-B522-D5F6D93F18D7}" type="doc">
      <dgm:prSet loTypeId="urn:microsoft.com/office/officeart/2005/8/layout/chevron2" loCatId="list" qsTypeId="urn:microsoft.com/office/officeart/2005/8/quickstyle/simple1#1" qsCatId="simple" csTypeId="urn:microsoft.com/office/officeart/2005/8/colors/accent1_2#1" csCatId="accent1" phldr="1"/>
      <dgm:spPr/>
      <dgm:t>
        <a:bodyPr/>
        <a:lstStyle/>
        <a:p>
          <a:endParaRPr lang="en-US"/>
        </a:p>
      </dgm:t>
    </dgm:pt>
    <dgm:pt modelId="{13A3E740-D063-442F-85E3-8C13FFBDAFFB}">
      <dgm:prSet phldrT="[Text]"/>
      <dgm:spPr/>
      <dgm:t>
        <a:bodyPr/>
        <a:lstStyle/>
        <a:p>
          <a:endParaRPr lang="en-US" dirty="0"/>
        </a:p>
      </dgm:t>
    </dgm:pt>
    <dgm:pt modelId="{055E1BD7-FB8E-4E56-9F39-EF9F6386A053}" type="parTrans" cxnId="{1B5B31EC-2D9A-481F-92B4-9BD3DD315797}">
      <dgm:prSet/>
      <dgm:spPr/>
      <dgm:t>
        <a:bodyPr/>
        <a:lstStyle/>
        <a:p>
          <a:endParaRPr lang="en-US"/>
        </a:p>
      </dgm:t>
    </dgm:pt>
    <dgm:pt modelId="{87670CDC-835B-4F9F-927F-1317C8E87F86}" type="sibTrans" cxnId="{1B5B31EC-2D9A-481F-92B4-9BD3DD315797}">
      <dgm:prSet/>
      <dgm:spPr/>
      <dgm:t>
        <a:bodyPr/>
        <a:lstStyle/>
        <a:p>
          <a:endParaRPr lang="en-US"/>
        </a:p>
      </dgm:t>
    </dgm:pt>
    <dgm:pt modelId="{AC2B0C85-A34A-449C-BDB1-A298878DE704}">
      <dgm:prSet phldrT="[Text]"/>
      <dgm:spPr/>
      <dgm:t>
        <a:bodyPr/>
        <a:lstStyle/>
        <a:p>
          <a:r>
            <a:rPr lang="en-US" dirty="0"/>
            <a:t>Software Design and Development</a:t>
          </a:r>
        </a:p>
      </dgm:t>
    </dgm:pt>
    <dgm:pt modelId="{E5225F41-044B-4F7C-A813-74912B7609F7}" type="parTrans" cxnId="{A2F04726-03B2-41D7-AC39-4EB0FD25F0DB}">
      <dgm:prSet/>
      <dgm:spPr/>
      <dgm:t>
        <a:bodyPr/>
        <a:lstStyle/>
        <a:p>
          <a:endParaRPr lang="en-US"/>
        </a:p>
      </dgm:t>
    </dgm:pt>
    <dgm:pt modelId="{C96E9F27-EE7F-4F89-BD19-DC4C6EA4193D}" type="sibTrans" cxnId="{A2F04726-03B2-41D7-AC39-4EB0FD25F0DB}">
      <dgm:prSet/>
      <dgm:spPr/>
      <dgm:t>
        <a:bodyPr/>
        <a:lstStyle/>
        <a:p>
          <a:endParaRPr lang="en-US"/>
        </a:p>
      </dgm:t>
    </dgm:pt>
    <dgm:pt modelId="{711BDD39-3FCE-427A-B0DC-2C28CEED9EDF}">
      <dgm:prSet phldrT="[Text]"/>
      <dgm:spPr/>
      <dgm:t>
        <a:bodyPr/>
        <a:lstStyle/>
        <a:p>
          <a:endParaRPr lang="en-US" dirty="0"/>
        </a:p>
      </dgm:t>
    </dgm:pt>
    <dgm:pt modelId="{2D0B9227-5F25-49F4-84E9-F7E211C285CA}" type="parTrans" cxnId="{07BC019F-EA5F-4290-A7F2-F044F5CF5F67}">
      <dgm:prSet/>
      <dgm:spPr/>
      <dgm:t>
        <a:bodyPr/>
        <a:lstStyle/>
        <a:p>
          <a:endParaRPr lang="en-US"/>
        </a:p>
      </dgm:t>
    </dgm:pt>
    <dgm:pt modelId="{56806687-EA3D-424E-8880-B9427A94FF7E}" type="sibTrans" cxnId="{07BC019F-EA5F-4290-A7F2-F044F5CF5F67}">
      <dgm:prSet/>
      <dgm:spPr/>
      <dgm:t>
        <a:bodyPr/>
        <a:lstStyle/>
        <a:p>
          <a:endParaRPr lang="en-US"/>
        </a:p>
      </dgm:t>
    </dgm:pt>
    <dgm:pt modelId="{856C5D97-053A-4768-924C-7BBED1694139}">
      <dgm:prSet phldrT="[Text]"/>
      <dgm:spPr/>
      <dgm:t>
        <a:bodyPr/>
        <a:lstStyle/>
        <a:p>
          <a:r>
            <a:rPr lang="en-US" dirty="0"/>
            <a:t>Database Design and Development</a:t>
          </a:r>
        </a:p>
      </dgm:t>
    </dgm:pt>
    <dgm:pt modelId="{5882EAA0-9B73-4D58-9B28-101A1A118DA7}" type="parTrans" cxnId="{5ED434D9-CD48-4632-9238-0AD1DC8B7F67}">
      <dgm:prSet/>
      <dgm:spPr/>
      <dgm:t>
        <a:bodyPr/>
        <a:lstStyle/>
        <a:p>
          <a:endParaRPr lang="en-US"/>
        </a:p>
      </dgm:t>
    </dgm:pt>
    <dgm:pt modelId="{FB282A4C-1B09-4A3E-BA59-953ECF9E16C0}" type="sibTrans" cxnId="{5ED434D9-CD48-4632-9238-0AD1DC8B7F67}">
      <dgm:prSet/>
      <dgm:spPr/>
      <dgm:t>
        <a:bodyPr/>
        <a:lstStyle/>
        <a:p>
          <a:endParaRPr lang="en-US"/>
        </a:p>
      </dgm:t>
    </dgm:pt>
    <dgm:pt modelId="{75E710BF-3292-4B3F-A454-B7E6BF72E2C7}">
      <dgm:prSet phldrT="[Text]"/>
      <dgm:spPr/>
      <dgm:t>
        <a:bodyPr/>
        <a:lstStyle/>
        <a:p>
          <a:r>
            <a:rPr lang="en-US" b="1"/>
            <a:t>Exam</a:t>
          </a:r>
        </a:p>
      </dgm:t>
    </dgm:pt>
    <dgm:pt modelId="{E03E4501-7796-49DD-B7C4-88D3AB91E6DB}" type="parTrans" cxnId="{F320287E-B3C2-4880-9516-FFD6695AE0E7}">
      <dgm:prSet/>
      <dgm:spPr/>
      <dgm:t>
        <a:bodyPr/>
        <a:lstStyle/>
        <a:p>
          <a:endParaRPr lang="en-US"/>
        </a:p>
      </dgm:t>
    </dgm:pt>
    <dgm:pt modelId="{7BCEDD18-C1A5-4D74-BD02-31A9F5C8DF2C}" type="sibTrans" cxnId="{F320287E-B3C2-4880-9516-FFD6695AE0E7}">
      <dgm:prSet/>
      <dgm:spPr/>
      <dgm:t>
        <a:bodyPr/>
        <a:lstStyle/>
        <a:p>
          <a:endParaRPr lang="en-US"/>
        </a:p>
      </dgm:t>
    </dgm:pt>
    <dgm:pt modelId="{9EC5D7E7-13E1-4749-A134-4C83AB922A61}">
      <dgm:prSet phldrT="[Text]"/>
      <dgm:spPr>
        <a:solidFill>
          <a:srgbClr val="FF0000"/>
        </a:solidFill>
        <a:ln>
          <a:solidFill>
            <a:srgbClr val="FF0000"/>
          </a:solidFill>
        </a:ln>
      </dgm:spPr>
      <dgm:t>
        <a:bodyPr/>
        <a:lstStyle/>
        <a:p>
          <a:endParaRPr lang="en-US"/>
        </a:p>
      </dgm:t>
    </dgm:pt>
    <dgm:pt modelId="{5C3B17FD-DFBE-4B56-9F97-5E041A0D5E90}" type="parTrans" cxnId="{4944EAFC-B2B0-4E7D-94E9-B17B5C2D380E}">
      <dgm:prSet/>
      <dgm:spPr/>
      <dgm:t>
        <a:bodyPr/>
        <a:lstStyle/>
        <a:p>
          <a:endParaRPr lang="en-US"/>
        </a:p>
      </dgm:t>
    </dgm:pt>
    <dgm:pt modelId="{B7023446-8BB7-45ED-9CB6-4F5FC1A1AF95}" type="sibTrans" cxnId="{4944EAFC-B2B0-4E7D-94E9-B17B5C2D380E}">
      <dgm:prSet/>
      <dgm:spPr/>
      <dgm:t>
        <a:bodyPr/>
        <a:lstStyle/>
        <a:p>
          <a:endParaRPr lang="en-US"/>
        </a:p>
      </dgm:t>
    </dgm:pt>
    <dgm:pt modelId="{FC5A123E-85C2-4161-8AE8-A28D09037A7C}">
      <dgm:prSet phldrT="[Text]"/>
      <dgm:spPr/>
      <dgm:t>
        <a:bodyPr/>
        <a:lstStyle/>
        <a:p>
          <a:endParaRPr lang="en-US" dirty="0"/>
        </a:p>
      </dgm:t>
    </dgm:pt>
    <dgm:pt modelId="{264D2E15-B315-419E-A85F-D22F681CCE64}" type="parTrans" cxnId="{3F8A9618-63F8-45D8-8038-02E03712CA20}">
      <dgm:prSet/>
      <dgm:spPr/>
      <dgm:t>
        <a:bodyPr/>
        <a:lstStyle/>
        <a:p>
          <a:endParaRPr lang="en-GB"/>
        </a:p>
      </dgm:t>
    </dgm:pt>
    <dgm:pt modelId="{30577CA3-F551-4257-9AE6-51B8188439A8}" type="sibTrans" cxnId="{3F8A9618-63F8-45D8-8038-02E03712CA20}">
      <dgm:prSet/>
      <dgm:spPr/>
      <dgm:t>
        <a:bodyPr/>
        <a:lstStyle/>
        <a:p>
          <a:endParaRPr lang="en-GB"/>
        </a:p>
      </dgm:t>
    </dgm:pt>
    <dgm:pt modelId="{0C004FD5-5139-4373-AA0D-F1DB8CE8BAC3}">
      <dgm:prSet/>
      <dgm:spPr/>
      <dgm:t>
        <a:bodyPr/>
        <a:lstStyle/>
        <a:p>
          <a:r>
            <a:rPr lang="en-GB" dirty="0"/>
            <a:t>Integration</a:t>
          </a:r>
        </a:p>
      </dgm:t>
    </dgm:pt>
    <dgm:pt modelId="{C5DAE1EC-E3D1-4C79-8EA7-6DC40CA6C97C}" type="parTrans" cxnId="{52A73344-3FD0-4C5C-A8E2-083EAACB2FBC}">
      <dgm:prSet/>
      <dgm:spPr/>
      <dgm:t>
        <a:bodyPr/>
        <a:lstStyle/>
        <a:p>
          <a:endParaRPr lang="en-GB"/>
        </a:p>
      </dgm:t>
    </dgm:pt>
    <dgm:pt modelId="{11D0AC2E-D65D-47AB-A4B6-7C7EAEAA83E6}" type="sibTrans" cxnId="{52A73344-3FD0-4C5C-A8E2-083EAACB2FBC}">
      <dgm:prSet/>
      <dgm:spPr/>
      <dgm:t>
        <a:bodyPr/>
        <a:lstStyle/>
        <a:p>
          <a:endParaRPr lang="en-GB"/>
        </a:p>
      </dgm:t>
    </dgm:pt>
    <dgm:pt modelId="{7EBBDEE6-A55E-47FA-9020-5BC46200AFFC}" type="pres">
      <dgm:prSet presAssocID="{AADFB80D-C2E8-416C-B522-D5F6D93F18D7}" presName="linearFlow" presStyleCnt="0">
        <dgm:presLayoutVars>
          <dgm:dir/>
          <dgm:animLvl val="lvl"/>
          <dgm:resizeHandles val="exact"/>
        </dgm:presLayoutVars>
      </dgm:prSet>
      <dgm:spPr/>
    </dgm:pt>
    <dgm:pt modelId="{C2DD6752-EEDA-4174-9D58-1EADF09490B5}" type="pres">
      <dgm:prSet presAssocID="{13A3E740-D063-442F-85E3-8C13FFBDAFFB}" presName="composite" presStyleCnt="0"/>
      <dgm:spPr/>
    </dgm:pt>
    <dgm:pt modelId="{DFA48299-B840-4714-A5F6-769C74D74113}" type="pres">
      <dgm:prSet presAssocID="{13A3E740-D063-442F-85E3-8C13FFBDAFFB}" presName="parentText" presStyleLbl="alignNode1" presStyleIdx="0" presStyleCnt="4">
        <dgm:presLayoutVars>
          <dgm:chMax val="1"/>
          <dgm:bulletEnabled val="1"/>
        </dgm:presLayoutVars>
      </dgm:prSet>
      <dgm:spPr/>
    </dgm:pt>
    <dgm:pt modelId="{19C32B8D-512E-49A1-A0E6-109384C61E4D}" type="pres">
      <dgm:prSet presAssocID="{13A3E740-D063-442F-85E3-8C13FFBDAFFB}" presName="descendantText" presStyleLbl="alignAcc1" presStyleIdx="0" presStyleCnt="4">
        <dgm:presLayoutVars>
          <dgm:bulletEnabled val="1"/>
        </dgm:presLayoutVars>
      </dgm:prSet>
      <dgm:spPr/>
    </dgm:pt>
    <dgm:pt modelId="{EB6649E3-7C43-464A-A458-4DE8A2D95277}" type="pres">
      <dgm:prSet presAssocID="{87670CDC-835B-4F9F-927F-1317C8E87F86}" presName="sp" presStyleCnt="0"/>
      <dgm:spPr/>
    </dgm:pt>
    <dgm:pt modelId="{B03EC7DE-1F17-45FD-8EC4-5657CB3CA06B}" type="pres">
      <dgm:prSet presAssocID="{711BDD39-3FCE-427A-B0DC-2C28CEED9EDF}" presName="composite" presStyleCnt="0"/>
      <dgm:spPr/>
    </dgm:pt>
    <dgm:pt modelId="{AAD30B60-88C6-4919-B6DD-9F480459E84E}" type="pres">
      <dgm:prSet presAssocID="{711BDD39-3FCE-427A-B0DC-2C28CEED9EDF}" presName="parentText" presStyleLbl="alignNode1" presStyleIdx="1" presStyleCnt="4">
        <dgm:presLayoutVars>
          <dgm:chMax val="1"/>
          <dgm:bulletEnabled val="1"/>
        </dgm:presLayoutVars>
      </dgm:prSet>
      <dgm:spPr/>
    </dgm:pt>
    <dgm:pt modelId="{0DFDFC6D-8604-4378-B6A3-6A6720006C95}" type="pres">
      <dgm:prSet presAssocID="{711BDD39-3FCE-427A-B0DC-2C28CEED9EDF}" presName="descendantText" presStyleLbl="alignAcc1" presStyleIdx="1" presStyleCnt="4">
        <dgm:presLayoutVars>
          <dgm:bulletEnabled val="1"/>
        </dgm:presLayoutVars>
      </dgm:prSet>
      <dgm:spPr/>
    </dgm:pt>
    <dgm:pt modelId="{8738B044-A46F-4E69-BD1E-16537D77F816}" type="pres">
      <dgm:prSet presAssocID="{56806687-EA3D-424E-8880-B9427A94FF7E}" presName="sp" presStyleCnt="0"/>
      <dgm:spPr/>
    </dgm:pt>
    <dgm:pt modelId="{B0E6FB59-8EDD-4C0F-9CC5-1D3DF89E0853}" type="pres">
      <dgm:prSet presAssocID="{FC5A123E-85C2-4161-8AE8-A28D09037A7C}" presName="composite" presStyleCnt="0"/>
      <dgm:spPr/>
    </dgm:pt>
    <dgm:pt modelId="{13389968-BA24-47B6-8473-359CF30A7B68}" type="pres">
      <dgm:prSet presAssocID="{FC5A123E-85C2-4161-8AE8-A28D09037A7C}" presName="parentText" presStyleLbl="alignNode1" presStyleIdx="2" presStyleCnt="4">
        <dgm:presLayoutVars>
          <dgm:chMax val="1"/>
          <dgm:bulletEnabled val="1"/>
        </dgm:presLayoutVars>
      </dgm:prSet>
      <dgm:spPr/>
    </dgm:pt>
    <dgm:pt modelId="{7B327266-A4CF-4A7C-A1A8-A8419A288BA3}" type="pres">
      <dgm:prSet presAssocID="{FC5A123E-85C2-4161-8AE8-A28D09037A7C}" presName="descendantText" presStyleLbl="alignAcc1" presStyleIdx="2" presStyleCnt="4">
        <dgm:presLayoutVars>
          <dgm:bulletEnabled val="1"/>
        </dgm:presLayoutVars>
      </dgm:prSet>
      <dgm:spPr/>
    </dgm:pt>
    <dgm:pt modelId="{057E7B99-679C-4AEB-93C6-B17456D3CB03}" type="pres">
      <dgm:prSet presAssocID="{30577CA3-F551-4257-9AE6-51B8188439A8}" presName="sp" presStyleCnt="0"/>
      <dgm:spPr/>
    </dgm:pt>
    <dgm:pt modelId="{5FCAE6DF-E40E-46F3-84CF-149E85A19097}" type="pres">
      <dgm:prSet presAssocID="{9EC5D7E7-13E1-4749-A134-4C83AB922A61}" presName="composite" presStyleCnt="0"/>
      <dgm:spPr/>
    </dgm:pt>
    <dgm:pt modelId="{EB2E52AE-8FCF-47D0-B499-CFCFAF1883A9}" type="pres">
      <dgm:prSet presAssocID="{9EC5D7E7-13E1-4749-A134-4C83AB922A61}" presName="parentText" presStyleLbl="alignNode1" presStyleIdx="3" presStyleCnt="4">
        <dgm:presLayoutVars>
          <dgm:chMax val="1"/>
          <dgm:bulletEnabled val="1"/>
        </dgm:presLayoutVars>
      </dgm:prSet>
      <dgm:spPr/>
    </dgm:pt>
    <dgm:pt modelId="{C92F1771-01AA-4FF3-B7EC-0229DB7A592C}" type="pres">
      <dgm:prSet presAssocID="{9EC5D7E7-13E1-4749-A134-4C83AB922A61}" presName="descendantText" presStyleLbl="alignAcc1" presStyleIdx="3" presStyleCnt="4">
        <dgm:presLayoutVars>
          <dgm:bulletEnabled val="1"/>
        </dgm:presLayoutVars>
      </dgm:prSet>
      <dgm:spPr/>
    </dgm:pt>
  </dgm:ptLst>
  <dgm:cxnLst>
    <dgm:cxn modelId="{E5B62907-DCED-49F9-A64B-CF87E5409CFC}" type="presOf" srcId="{FC5A123E-85C2-4161-8AE8-A28D09037A7C}" destId="{13389968-BA24-47B6-8473-359CF30A7B68}" srcOrd="0" destOrd="0" presId="urn:microsoft.com/office/officeart/2005/8/layout/chevron2"/>
    <dgm:cxn modelId="{B5BAA509-F012-4E82-9E50-DD70E5E7F1B2}" type="presOf" srcId="{AADFB80D-C2E8-416C-B522-D5F6D93F18D7}" destId="{7EBBDEE6-A55E-47FA-9020-5BC46200AFFC}" srcOrd="0" destOrd="0" presId="urn:microsoft.com/office/officeart/2005/8/layout/chevron2"/>
    <dgm:cxn modelId="{6521D611-0B51-48EB-B293-CE7ADA48FE29}" type="presOf" srcId="{711BDD39-3FCE-427A-B0DC-2C28CEED9EDF}" destId="{AAD30B60-88C6-4919-B6DD-9F480459E84E}" srcOrd="0" destOrd="0" presId="urn:microsoft.com/office/officeart/2005/8/layout/chevron2"/>
    <dgm:cxn modelId="{3F8A9618-63F8-45D8-8038-02E03712CA20}" srcId="{AADFB80D-C2E8-416C-B522-D5F6D93F18D7}" destId="{FC5A123E-85C2-4161-8AE8-A28D09037A7C}" srcOrd="2" destOrd="0" parTransId="{264D2E15-B315-419E-A85F-D22F681CCE64}" sibTransId="{30577CA3-F551-4257-9AE6-51B8188439A8}"/>
    <dgm:cxn modelId="{A2F04726-03B2-41D7-AC39-4EB0FD25F0DB}" srcId="{13A3E740-D063-442F-85E3-8C13FFBDAFFB}" destId="{AC2B0C85-A34A-449C-BDB1-A298878DE704}" srcOrd="0" destOrd="0" parTransId="{E5225F41-044B-4F7C-A813-74912B7609F7}" sibTransId="{C96E9F27-EE7F-4F89-BD19-DC4C6EA4193D}"/>
    <dgm:cxn modelId="{465C8D34-FC72-4D1A-9E65-4F4016ABC282}" type="presOf" srcId="{13A3E740-D063-442F-85E3-8C13FFBDAFFB}" destId="{DFA48299-B840-4714-A5F6-769C74D74113}" srcOrd="0" destOrd="0" presId="urn:microsoft.com/office/officeart/2005/8/layout/chevron2"/>
    <dgm:cxn modelId="{52A73344-3FD0-4C5C-A8E2-083EAACB2FBC}" srcId="{FC5A123E-85C2-4161-8AE8-A28D09037A7C}" destId="{0C004FD5-5139-4373-AA0D-F1DB8CE8BAC3}" srcOrd="0" destOrd="0" parTransId="{C5DAE1EC-E3D1-4C79-8EA7-6DC40CA6C97C}" sibTransId="{11D0AC2E-D65D-47AB-A4B6-7C7EAEAA83E6}"/>
    <dgm:cxn modelId="{F320287E-B3C2-4880-9516-FFD6695AE0E7}" srcId="{9EC5D7E7-13E1-4749-A134-4C83AB922A61}" destId="{75E710BF-3292-4B3F-A454-B7E6BF72E2C7}" srcOrd="0" destOrd="0" parTransId="{E03E4501-7796-49DD-B7C4-88D3AB91E6DB}" sibTransId="{7BCEDD18-C1A5-4D74-BD02-31A9F5C8DF2C}"/>
    <dgm:cxn modelId="{D36EDC8C-BDD1-4F1F-9AB5-8EDEF33F628F}" type="presOf" srcId="{75E710BF-3292-4B3F-A454-B7E6BF72E2C7}" destId="{C92F1771-01AA-4FF3-B7EC-0229DB7A592C}" srcOrd="0" destOrd="0" presId="urn:microsoft.com/office/officeart/2005/8/layout/chevron2"/>
    <dgm:cxn modelId="{07BC019F-EA5F-4290-A7F2-F044F5CF5F67}" srcId="{AADFB80D-C2E8-416C-B522-D5F6D93F18D7}" destId="{711BDD39-3FCE-427A-B0DC-2C28CEED9EDF}" srcOrd="1" destOrd="0" parTransId="{2D0B9227-5F25-49F4-84E9-F7E211C285CA}" sibTransId="{56806687-EA3D-424E-8880-B9427A94FF7E}"/>
    <dgm:cxn modelId="{5D30C5A4-8C4D-4539-9086-93AE645E9A5F}" type="presOf" srcId="{0C004FD5-5139-4373-AA0D-F1DB8CE8BAC3}" destId="{7B327266-A4CF-4A7C-A1A8-A8419A288BA3}" srcOrd="0" destOrd="0" presId="urn:microsoft.com/office/officeart/2005/8/layout/chevron2"/>
    <dgm:cxn modelId="{2AB70DB2-120D-4916-A542-8BD092D58E08}" type="presOf" srcId="{AC2B0C85-A34A-449C-BDB1-A298878DE704}" destId="{19C32B8D-512E-49A1-A0E6-109384C61E4D}" srcOrd="0" destOrd="0" presId="urn:microsoft.com/office/officeart/2005/8/layout/chevron2"/>
    <dgm:cxn modelId="{95BAE2D2-7669-469D-9AF0-D651B51FCE91}" type="presOf" srcId="{9EC5D7E7-13E1-4749-A134-4C83AB922A61}" destId="{EB2E52AE-8FCF-47D0-B499-CFCFAF1883A9}" srcOrd="0" destOrd="0" presId="urn:microsoft.com/office/officeart/2005/8/layout/chevron2"/>
    <dgm:cxn modelId="{5ED434D9-CD48-4632-9238-0AD1DC8B7F67}" srcId="{711BDD39-3FCE-427A-B0DC-2C28CEED9EDF}" destId="{856C5D97-053A-4768-924C-7BBED1694139}" srcOrd="0" destOrd="0" parTransId="{5882EAA0-9B73-4D58-9B28-101A1A118DA7}" sibTransId="{FB282A4C-1B09-4A3E-BA59-953ECF9E16C0}"/>
    <dgm:cxn modelId="{37E82DE3-0EF4-4A02-AA7D-36369B21C5B2}" type="presOf" srcId="{856C5D97-053A-4768-924C-7BBED1694139}" destId="{0DFDFC6D-8604-4378-B6A3-6A6720006C95}" srcOrd="0" destOrd="0" presId="urn:microsoft.com/office/officeart/2005/8/layout/chevron2"/>
    <dgm:cxn modelId="{1B5B31EC-2D9A-481F-92B4-9BD3DD315797}" srcId="{AADFB80D-C2E8-416C-B522-D5F6D93F18D7}" destId="{13A3E740-D063-442F-85E3-8C13FFBDAFFB}" srcOrd="0" destOrd="0" parTransId="{055E1BD7-FB8E-4E56-9F39-EF9F6386A053}" sibTransId="{87670CDC-835B-4F9F-927F-1317C8E87F86}"/>
    <dgm:cxn modelId="{4944EAFC-B2B0-4E7D-94E9-B17B5C2D380E}" srcId="{AADFB80D-C2E8-416C-B522-D5F6D93F18D7}" destId="{9EC5D7E7-13E1-4749-A134-4C83AB922A61}" srcOrd="3" destOrd="0" parTransId="{5C3B17FD-DFBE-4B56-9F97-5E041A0D5E90}" sibTransId="{B7023446-8BB7-45ED-9CB6-4F5FC1A1AF95}"/>
    <dgm:cxn modelId="{2CC3E848-3291-4CD0-B317-41F5D7C45A7F}" type="presParOf" srcId="{7EBBDEE6-A55E-47FA-9020-5BC46200AFFC}" destId="{C2DD6752-EEDA-4174-9D58-1EADF09490B5}" srcOrd="0" destOrd="0" presId="urn:microsoft.com/office/officeart/2005/8/layout/chevron2"/>
    <dgm:cxn modelId="{F2611B9D-ED34-4E48-B173-7425A1C12702}" type="presParOf" srcId="{C2DD6752-EEDA-4174-9D58-1EADF09490B5}" destId="{DFA48299-B840-4714-A5F6-769C74D74113}" srcOrd="0" destOrd="0" presId="urn:microsoft.com/office/officeart/2005/8/layout/chevron2"/>
    <dgm:cxn modelId="{0339950F-F790-4C54-B5C5-7E748C166A64}" type="presParOf" srcId="{C2DD6752-EEDA-4174-9D58-1EADF09490B5}" destId="{19C32B8D-512E-49A1-A0E6-109384C61E4D}" srcOrd="1" destOrd="0" presId="urn:microsoft.com/office/officeart/2005/8/layout/chevron2"/>
    <dgm:cxn modelId="{8C3B7F65-E991-4727-96FD-4A397BC99530}" type="presParOf" srcId="{7EBBDEE6-A55E-47FA-9020-5BC46200AFFC}" destId="{EB6649E3-7C43-464A-A458-4DE8A2D95277}" srcOrd="1" destOrd="0" presId="urn:microsoft.com/office/officeart/2005/8/layout/chevron2"/>
    <dgm:cxn modelId="{67686BDB-624B-4768-B17C-649608EC595D}" type="presParOf" srcId="{7EBBDEE6-A55E-47FA-9020-5BC46200AFFC}" destId="{B03EC7DE-1F17-45FD-8EC4-5657CB3CA06B}" srcOrd="2" destOrd="0" presId="urn:microsoft.com/office/officeart/2005/8/layout/chevron2"/>
    <dgm:cxn modelId="{E384677C-5D5C-4BA0-9373-811233886715}" type="presParOf" srcId="{B03EC7DE-1F17-45FD-8EC4-5657CB3CA06B}" destId="{AAD30B60-88C6-4919-B6DD-9F480459E84E}" srcOrd="0" destOrd="0" presId="urn:microsoft.com/office/officeart/2005/8/layout/chevron2"/>
    <dgm:cxn modelId="{990050CC-88AF-4BFD-BA57-27FA9CC550C6}" type="presParOf" srcId="{B03EC7DE-1F17-45FD-8EC4-5657CB3CA06B}" destId="{0DFDFC6D-8604-4378-B6A3-6A6720006C95}" srcOrd="1" destOrd="0" presId="urn:microsoft.com/office/officeart/2005/8/layout/chevron2"/>
    <dgm:cxn modelId="{577D7B9B-111D-49E5-8B31-17247683DAAB}" type="presParOf" srcId="{7EBBDEE6-A55E-47FA-9020-5BC46200AFFC}" destId="{8738B044-A46F-4E69-BD1E-16537D77F816}" srcOrd="3" destOrd="0" presId="urn:microsoft.com/office/officeart/2005/8/layout/chevron2"/>
    <dgm:cxn modelId="{355F3308-2CAC-4C44-9139-8A7FB06D58FF}" type="presParOf" srcId="{7EBBDEE6-A55E-47FA-9020-5BC46200AFFC}" destId="{B0E6FB59-8EDD-4C0F-9CC5-1D3DF89E0853}" srcOrd="4" destOrd="0" presId="urn:microsoft.com/office/officeart/2005/8/layout/chevron2"/>
    <dgm:cxn modelId="{6C3A4249-B84C-4748-9914-E4A334F7D9C9}" type="presParOf" srcId="{B0E6FB59-8EDD-4C0F-9CC5-1D3DF89E0853}" destId="{13389968-BA24-47B6-8473-359CF30A7B68}" srcOrd="0" destOrd="0" presId="urn:microsoft.com/office/officeart/2005/8/layout/chevron2"/>
    <dgm:cxn modelId="{3B3E2203-E648-4F39-B304-A26D949D0F81}" type="presParOf" srcId="{B0E6FB59-8EDD-4C0F-9CC5-1D3DF89E0853}" destId="{7B327266-A4CF-4A7C-A1A8-A8419A288BA3}" srcOrd="1" destOrd="0" presId="urn:microsoft.com/office/officeart/2005/8/layout/chevron2"/>
    <dgm:cxn modelId="{D37FD570-9638-48ED-928B-FA6680C13B8B}" type="presParOf" srcId="{7EBBDEE6-A55E-47FA-9020-5BC46200AFFC}" destId="{057E7B99-679C-4AEB-93C6-B17456D3CB03}" srcOrd="5" destOrd="0" presId="urn:microsoft.com/office/officeart/2005/8/layout/chevron2"/>
    <dgm:cxn modelId="{9C5603DB-FB5F-489A-A5FC-119F4545BE24}" type="presParOf" srcId="{7EBBDEE6-A55E-47FA-9020-5BC46200AFFC}" destId="{5FCAE6DF-E40E-46F3-84CF-149E85A19097}" srcOrd="6" destOrd="0" presId="urn:microsoft.com/office/officeart/2005/8/layout/chevron2"/>
    <dgm:cxn modelId="{F75C00D0-5E0F-413E-AC94-1D55800F95C3}" type="presParOf" srcId="{5FCAE6DF-E40E-46F3-84CF-149E85A19097}" destId="{EB2E52AE-8FCF-47D0-B499-CFCFAF1883A9}" srcOrd="0" destOrd="0" presId="urn:microsoft.com/office/officeart/2005/8/layout/chevron2"/>
    <dgm:cxn modelId="{3052A6C1-D8FE-443D-9D61-8901A566CBC1}" type="presParOf" srcId="{5FCAE6DF-E40E-46F3-84CF-149E85A19097}" destId="{C92F1771-01AA-4FF3-B7EC-0229DB7A592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8299-B840-4714-A5F6-769C74D74113}">
      <dsp:nvSpPr>
        <dsp:cNvPr id="0" name=""/>
        <dsp:cNvSpPr/>
      </dsp:nvSpPr>
      <dsp:spPr>
        <a:xfrm rot="5400000">
          <a:off x="-179747" y="180063"/>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rot="-5400000">
        <a:off x="1" y="419726"/>
        <a:ext cx="838822" cy="359495"/>
      </dsp:txXfrm>
    </dsp:sp>
    <dsp:sp modelId="{19C32B8D-512E-49A1-A0E6-109384C61E4D}">
      <dsp:nvSpPr>
        <dsp:cNvPr id="0" name=""/>
        <dsp:cNvSpPr/>
      </dsp:nvSpPr>
      <dsp:spPr>
        <a:xfrm rot="5400000">
          <a:off x="4083797" y="-3244660"/>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a:t>Software Design and Development</a:t>
          </a:r>
        </a:p>
      </dsp:txBody>
      <dsp:txXfrm rot="-5400000">
        <a:off x="838822" y="38338"/>
        <a:ext cx="7230834" cy="702860"/>
      </dsp:txXfrm>
    </dsp:sp>
    <dsp:sp modelId="{AAD30B60-88C6-4919-B6DD-9F480459E84E}">
      <dsp:nvSpPr>
        <dsp:cNvPr id="0" name=""/>
        <dsp:cNvSpPr/>
      </dsp:nvSpPr>
      <dsp:spPr>
        <a:xfrm rot="5400000">
          <a:off x="-179747" y="1230859"/>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rot="-5400000">
        <a:off x="1" y="1470522"/>
        <a:ext cx="838822" cy="359495"/>
      </dsp:txXfrm>
    </dsp:sp>
    <dsp:sp modelId="{0DFDFC6D-8604-4378-B6A3-6A6720006C95}">
      <dsp:nvSpPr>
        <dsp:cNvPr id="0" name=""/>
        <dsp:cNvSpPr/>
      </dsp:nvSpPr>
      <dsp:spPr>
        <a:xfrm rot="5400000">
          <a:off x="4083797" y="-2193863"/>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a:t>Database Design and Development</a:t>
          </a:r>
        </a:p>
      </dsp:txBody>
      <dsp:txXfrm rot="-5400000">
        <a:off x="838822" y="1089135"/>
        <a:ext cx="7230834" cy="702860"/>
      </dsp:txXfrm>
    </dsp:sp>
    <dsp:sp modelId="{13389968-BA24-47B6-8473-359CF30A7B68}">
      <dsp:nvSpPr>
        <dsp:cNvPr id="0" name=""/>
        <dsp:cNvSpPr/>
      </dsp:nvSpPr>
      <dsp:spPr>
        <a:xfrm rot="5400000">
          <a:off x="-179747" y="2281656"/>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endParaRPr lang="en-US" sz="2300" kern="1200" dirty="0"/>
        </a:p>
      </dsp:txBody>
      <dsp:txXfrm rot="-5400000">
        <a:off x="1" y="2521319"/>
        <a:ext cx="838822" cy="359495"/>
      </dsp:txXfrm>
    </dsp:sp>
    <dsp:sp modelId="{7B327266-A4CF-4A7C-A1A8-A8419A288BA3}">
      <dsp:nvSpPr>
        <dsp:cNvPr id="0" name=""/>
        <dsp:cNvSpPr/>
      </dsp:nvSpPr>
      <dsp:spPr>
        <a:xfrm rot="5400000">
          <a:off x="4083797" y="-1143067"/>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GB" sz="3600" kern="1200" dirty="0"/>
            <a:t>Integration</a:t>
          </a:r>
        </a:p>
      </dsp:txBody>
      <dsp:txXfrm rot="-5400000">
        <a:off x="838822" y="2139931"/>
        <a:ext cx="7230834" cy="702860"/>
      </dsp:txXfrm>
    </dsp:sp>
    <dsp:sp modelId="{EB2E52AE-8FCF-47D0-B499-CFCFAF1883A9}">
      <dsp:nvSpPr>
        <dsp:cNvPr id="0" name=""/>
        <dsp:cNvSpPr/>
      </dsp:nvSpPr>
      <dsp:spPr>
        <a:xfrm rot="5400000">
          <a:off x="-179747" y="3332452"/>
          <a:ext cx="1198317" cy="838822"/>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5400000">
        <a:off x="1" y="3572115"/>
        <a:ext cx="838822" cy="359495"/>
      </dsp:txXfrm>
    </dsp:sp>
    <dsp:sp modelId="{C92F1771-01AA-4FF3-B7EC-0229DB7A592C}">
      <dsp:nvSpPr>
        <dsp:cNvPr id="0" name=""/>
        <dsp:cNvSpPr/>
      </dsp:nvSpPr>
      <dsp:spPr>
        <a:xfrm rot="5400000">
          <a:off x="4083797" y="-92270"/>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a:lnSpc>
              <a:spcPct val="90000"/>
            </a:lnSpc>
            <a:spcBef>
              <a:spcPct val="0"/>
            </a:spcBef>
            <a:spcAft>
              <a:spcPct val="15000"/>
            </a:spcAft>
            <a:buChar char="•"/>
          </a:pPr>
          <a:r>
            <a:rPr lang="en-US" sz="3600" b="1" kern="1200"/>
            <a:t>Exam</a:t>
          </a:r>
        </a:p>
      </dsp:txBody>
      <dsp:txXfrm rot="-5400000">
        <a:off x="838822" y="3190728"/>
        <a:ext cx="7230834" cy="7028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47.713"/>
    </inkml:context>
    <inkml:brush xml:id="br0">
      <inkml:brushProperty name="width" value="0.035" units="cm"/>
      <inkml:brushProperty name="height" value="0.035" units="cm"/>
      <inkml:brushProperty name="color" value="#E71224"/>
    </inkml:brush>
  </inkml:definitions>
  <inkml:trace contextRef="#ctx0" brushRef="#br0">301 524 1840 0 0,'-1'-12'738'0'0,"-1"-1"0"0"0,0 1-1 0 0,-8-24 1 0 0,8 28-389 0 0,-16-47 2188 0 0,-5-17 3925 0 0,26 85-5446 0 0,-1 0 0 0 0,1 14 1 0 0,-2 63-820 0 0,-1-28 167 0 0,57 660 1429 0 0,-56-714-1848 0 0,8 46-438 0 0,-8-50 372 0 0,0 1-1 0 0,0-1 0 0 0,1 0 1 0 0,0 1-1 0 0,0-1 1 0 0,0 0-1 0 0,0 0 0 0 0,5 6 1 0 0,-7-9 93 0 0,1-1 0 0 0,-1 0-1 0 0,0 1 1 0 0,1-1 0 0 0,-1 0 0 0 0,1 1 0 0 0,-1-1 0 0 0,1 0-1 0 0,-1 0 1 0 0,0 0 0 0 0,1 1 0 0 0,-1-1 0 0 0,1 0 0 0 0,-1 0 0 0 0,1 0-1 0 0,-1 0 1 0 0,1 0 0 0 0,-1 0 0 0 0,1 0 0 0 0,-1 0 0 0 0,1 0 0 0 0,-1 0-1 0 0,1 0 1 0 0,-1 0 0 0 0,1 0 0 0 0,-1 0 0 0 0,1 0 0 0 0,-1-1-1 0 0,1 1 1 0 0,-1 0 0 0 0,1 0 0 0 0,-1-1 0 0 0,0 1 0 0 0,1 0 0 0 0,-1 0-1 0 0,1-1 1 0 0,-1 1 0 0 0,0-1 0 0 0,1 1 0 0 0,-1 0 0 0 0,0-1 0 0 0,0 1-1 0 0,1-1 1 0 0,-1 1 0 0 0,0 0 0 0 0,0-1 0 0 0,1 0 0 0 0,10-23-572 0 0,-6 6 726 0 0,-1-1 0 0 0,-1 1 1 0 0,-1-1-1 0 0,0 1 0 0 0,-1-32 0 0 0,-4 9 107 0 0,-11-62 0 0 0,-4 24 127 0 0,-36-104 1 0 0,-45-71 1334 0 0,51 147-285 0 0,-75-119 1 0 0,121 221-1337 0 0,0 2-26 0 0,1 1 0 0 0,0-1 1 0 0,-1 1-1 0 0,0 0 0 0 0,1 0 0 0 0,-1 0 0 0 0,0 0 1 0 0,0 0-1 0 0,-4-3 0 0 0,6 5-43 0 0,0 0 0 0 0,0 0 0 0 0,0 0 1 0 0,0 0-1 0 0,0-1 0 0 0,0 1 0 0 0,0 0 0 0 0,0 0 1 0 0,-1 0-1 0 0,1 0 0 0 0,0 0 0 0 0,0 0 0 0 0,0 0 1 0 0,0 0-1 0 0,0 0 0 0 0,0 0 0 0 0,0 0 0 0 0,-1 0 0 0 0,1 0 1 0 0,0 0-1 0 0,0 0 0 0 0,0 0 0 0 0,0 0 0 0 0,0 0 1 0 0,0 0-1 0 0,0 0 0 0 0,-1 0 0 0 0,1 0 0 0 0,0 0 1 0 0,0 0-1 0 0,0 0 0 0 0,0 0 0 0 0,0 0 0 0 0,0 0 0 0 0,0 0 1 0 0,-1 0-1 0 0,1 0 0 0 0,0 0 0 0 0,0 0 0 0 0,0 1 1 0 0,0-1-1 0 0,0 0 0 0 0,0 0 0 0 0,0 0 0 0 0,0 0 1 0 0,0 7 71 0 0,6 6-9 0 0,-4-9-69 0 0,1 0-1 0 0,0-1 1 0 0,0 1-1 0 0,0-1 1 0 0,1 0 0 0 0,-1 0-1 0 0,1 0 1 0 0,0 0-1 0 0,0-1 1 0 0,0 1 0 0 0,0-1-1 0 0,0 0 1 0 0,0 0-1 0 0,1-1 1 0 0,-1 1 0 0 0,1-1-1 0 0,-1 0 1 0 0,5 1-1 0 0,12 1-27 0 0,0-1-1 0 0,33-1 1 0 0,-53-1 28 0 0,65-2 47 0 0,1-3-1 0 0,69-15 1 0 0,131-38 208 0 0,-184 38-161 0 0,298-82 180 0 0,-335 90-650 0 0,-2 1-167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47.946"/>
    </inkml:context>
    <inkml:brush xml:id="br0">
      <inkml:brushProperty name="width" value="0.035" units="cm"/>
      <inkml:brushProperty name="height" value="0.035" units="cm"/>
      <inkml:brushProperty name="color" value="#E71224"/>
    </inkml:brush>
  </inkml:definitions>
  <inkml:trace contextRef="#ctx0" brushRef="#br0">24 205 14283 0 0,'-5'4'613'0'0,"3"-3"-546"0"0,1 0-1 0 0,0 0 1 0 0,-1 0 0 0 0,1 0 0 0 0,0 0-1 0 0,0 0 1 0 0,-1 0 0 0 0,1 1-1 0 0,0-1 1 0 0,0 0 0 0 0,0 1 0 0 0,1-1-1 0 0,-1 1 1 0 0,0-1 0 0 0,-1 3-1 0 0,6-1 567 0 0,0-1-1 0 0,-1 0 1 0 0,1 0-1 0 0,0 0 1 0 0,0 0 0 0 0,4 1-1 0 0,-1-1-617 0 0,-1 0 0 0 0,1-1 0 0 0,0 0 0 0 0,-1 0 0 0 0,1-1 0 0 0,0 0 0 0 0,0 0 0 0 0,-1 0 0 0 0,1-1 0 0 0,0 0 0 0 0,-1 0 0 0 0,1-1 0 0 0,9-3-1 0 0,8-5-299 0 0,-1 0-1 0 0,28-17 0 0 0,-24 12-61 0 0,17-8-94 0 0,221-111-2167 0 0,-209 109 1848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48.168"/>
    </inkml:context>
    <inkml:brush xml:id="br0">
      <inkml:brushProperty name="width" value="0.035" units="cm"/>
      <inkml:brushProperty name="height" value="0.035" units="cm"/>
      <inkml:brushProperty name="color" value="#E71224"/>
    </inkml:brush>
  </inkml:definitions>
  <inkml:trace contextRef="#ctx0" brushRef="#br0">9 52 17508 0 0,'-5'-8'776'0'0,"2"1"160"0"0,3 3-744 0 0,0-1-192 0 0,1 3 0 0 0,1 1 0 0 0,0-1 240 0 0,-1 0 16 0 0,3-1 0 0 0,1-2 0 0 0,2 1-480 0 0,-2-1-96 0 0,0 3-24 0 0,1 1 0 0 0,0 2 248 0 0,-2 1 96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48.322"/>
    </inkml:context>
    <inkml:brush xml:id="br0">
      <inkml:brushProperty name="width" value="0.035" units="cm"/>
      <inkml:brushProperty name="height" value="0.035" units="cm"/>
      <inkml:brushProperty name="color" value="#E71224"/>
    </inkml:brush>
  </inkml:definitions>
  <inkml:trace contextRef="#ctx0" brushRef="#br0">1 1 17972 0 0,'0'19'1600'0'0,"0"0"-1280"0"0,2-4-256 0 0,-1-5-64 0 0,3-1 360 0 0,-3 5 64 0 0,1 12 17 0 0,0 15-1 0 0,1 12-376 0 0,-1 3-64 0 0,1-5 0 0 0,1-9 0 0 0,-1-10-1241 0 0,3-7-199 0 0,0-5-48 0 0,0-8-9 0 0,-1-3 1233 0 0,0-7 264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48.569"/>
    </inkml:context>
    <inkml:brush xml:id="br0">
      <inkml:brushProperty name="width" value="0.035" units="cm"/>
      <inkml:brushProperty name="height" value="0.035" units="cm"/>
      <inkml:brushProperty name="color" value="#E71224"/>
    </inkml:brush>
  </inkml:definitions>
  <inkml:trace contextRef="#ctx0" brushRef="#br0">91 5 20276 0 0,'-10'-1'349'0'0,"6"0"-180"0"0,1 0-1 0 0,-1 0 0 0 0,0 1 1 0 0,1 0-1 0 0,-1-1 0 0 0,0 1 1 0 0,0 1-1 0 0,1-1 0 0 0,-1 1 0 0 0,-6 1 1 0 0,5 16-73 0 0,-3 9-158 0 0,2 0 1 0 0,0 0-1 0 0,2 1 1 0 0,-1 33 0 0 0,6 113-762 0 0,0-158 734 0 0,18 268-1301 0 0,-9-215 996 0 0,2-1 0 0 0,23 74-1 0 0,-27-118 186 0 0,1 0-1 0 0,12 24 1 0 0,-13-33-1450 0 0,0-1 0 0 0,12 14 0 0 0,7 5-4011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49.223"/>
    </inkml:context>
    <inkml:brush xml:id="br0">
      <inkml:brushProperty name="width" value="0.035" units="cm"/>
      <inkml:brushProperty name="height" value="0.035" units="cm"/>
      <inkml:brushProperty name="color" value="#E71224"/>
    </inkml:brush>
  </inkml:definitions>
  <inkml:trace contextRef="#ctx0" brushRef="#br0">169 510 16588 0 0,'-1'1'274'0'0,"0"-1"1"0"0,0 1 0 0 0,0 0 0 0 0,0 0-1 0 0,0 0 1 0 0,0 0 0 0 0,0 0 0 0 0,0 0-1 0 0,0 0 1 0 0,0 0 0 0 0,0 0 0 0 0,1 0-1 0 0,-1 1 1 0 0,0-1 0 0 0,1 0 0 0 0,-1 0 0 0 0,0 2-1 0 0,-10 27 596 0 0,10-27-853 0 0,0 0-1 0 0,1-1 0 0 0,-1 1 0 0 0,1 0 0 0 0,-1 0 1 0 0,1 0-1 0 0,0 0 0 0 0,0 0 0 0 0,0 0 0 0 0,0 0 0 0 0,1 0 1 0 0,0 0-1 0 0,-1 0 0 0 0,1 0 0 0 0,0 0 0 0 0,1 2 1 0 0,-1-3-41 0 0,0 0 0 0 0,0-1 0 0 0,1 1 0 0 0,-1-1 0 0 0,0 1 0 0 0,0-1 0 0 0,1 1 1 0 0,-1-1-1 0 0,1 0 0 0 0,-1 0 0 0 0,1 0 0 0 0,-1 0 0 0 0,1 0 0 0 0,0 0 1 0 0,0 0-1 0 0,-1-1 0 0 0,1 1 0 0 0,0-1 0 0 0,0 1 0 0 0,0-1 0 0 0,0 1 1 0 0,0-1-1 0 0,-1 0 0 0 0,1 0 0 0 0,3 0 0 0 0,2-1-112 0 0,-1-1 1 0 0,1 1-1 0 0,-1-1 0 0 0,0 0 1 0 0,0 0-1 0 0,0-1 0 0 0,0 0 1 0 0,0 0-1 0 0,-1 0 0 0 0,1-1 1 0 0,7-7-1 0 0,6-5-177 0 0,27-29 0 0 0,-33 30 153 0 0,-1 0-1 0 0,0 0 0 0 0,-1-1 0 0 0,12-23 1 0 0,-19 31 90 0 0,0 0 0 0 0,-1 0 0 0 0,0 0 1 0 0,0 0-1 0 0,-1 0 0 0 0,0-1 0 0 0,-1 1 0 0 0,1-1 0 0 0,-2 1 1 0 0,1-1-1 0 0,-1 1 0 0 0,-1-11 0 0 0,0 17 125 0 0,1 0 0 0 0,0 1 0 0 0,0-1 0 0 0,-1 1 0 0 0,1-1-1 0 0,0 1 1 0 0,-1-1 0 0 0,0 1 0 0 0,1-1 0 0 0,-1 1 0 0 0,0-1 0 0 0,0 1 0 0 0,0 0 0 0 0,0-1-1 0 0,0 1 1 0 0,0 0 0 0 0,0 0 0 0 0,0 0 0 0 0,-1 0 0 0 0,-1-2 0 0 0,1 3 16 0 0,1-1-1 0 0,-1 1 1 0 0,0-1 0 0 0,1 1 0 0 0,-1 0 0 0 0,0 0 0 0 0,1 0 0 0 0,-1 0-1 0 0,0 0 1 0 0,0 0 0 0 0,1 0 0 0 0,-1 0 0 0 0,0 1 0 0 0,1-1 0 0 0,-1 1-1 0 0,-1 0 1 0 0,-6 3 169 0 0,1 0 0 0 0,0 1-1 0 0,0 0 1 0 0,0 0 0 0 0,-10 10 0 0 0,-16 17-50 0 0,1 1 0 0 0,2 2 1 0 0,1 1-1 0 0,2 2 0 0 0,2 1 1 0 0,-31 58-1 0 0,6 11-189 0 0,44-90-38 0 0,1 1 1 0 0,1 0-1 0 0,0 0 1 0 0,-1 21 0 0 0,5-35 14 0 0,1 0 1 0 0,-1 0-1 0 0,1 0 1 0 0,1 0-1 0 0,-1 0 1 0 0,1 0-1 0 0,0 0 1 0 0,0 0-1 0 0,0-1 1 0 0,1 1-1 0 0,-1 0 1 0 0,1 0 0 0 0,1-1-1 0 0,3 8 1 0 0,-3-9 3 0 0,-1 0 0 0 0,1 0 0 0 0,0 0 1 0 0,0-1-1 0 0,0 1 0 0 0,1-1 0 0 0,-1 1 1 0 0,0-1-1 0 0,1 0 0 0 0,0 0 1 0 0,-1-1-1 0 0,1 1 0 0 0,0-1 0 0 0,0 0 1 0 0,0 0-1 0 0,0 0 0 0 0,0 0 1 0 0,6-1-1 0 0,6 1 36 0 0,-1-2 0 0 0,0 0 1 0 0,0 0-1 0 0,1-2 0 0 0,-1 0 1 0 0,-1 0-1 0 0,1-2 0 0 0,20-8 1 0 0,4-4 137 0 0,65-41 0 0 0,145-116-331 0 0,-12-17-3623 0 0,-148 117-73 0 0,72-68-5034 0 0,-123 104 6681 0 0,64-84 1 0 0,-98 117 2523 0 0,-1 1 0 0 0,0-1 1 0 0,-1 0-1 0 0,1 0 0 0 0,-1 0 1 0 0,1 0-1 0 0,-2 0 0 0 0,1-1 0 0 0,1-8 1 0 0,-2 11-12 0 0,-1 1 0 0 0,0 0 0 0 0,0-1 0 0 0,-1 1 0 0 0,1 0 0 0 0,0-1 0 0 0,-1 1 0 0 0,0 0 0 0 0,1-1 0 0 0,-1 1 0 0 0,0 0 0 0 0,0 0 0 0 0,0 0 0 0 0,0 0 0 0 0,-1 0 0 0 0,1 0 1 0 0,0 0-1 0 0,-1 0 0 0 0,1 0 0 0 0,-1 1 0 0 0,0-1 0 0 0,0 1 0 0 0,0-1 0 0 0,0 1 0 0 0,-2-2 0 0 0,-1 0 75 0 0,-1 0-1 0 0,0 1 1 0 0,-1 0-1 0 0,1-1 1 0 0,0 2 0 0 0,-1-1-1 0 0,1 1 1 0 0,-1 0 0 0 0,1 1-1 0 0,-1-1 1 0 0,1 1 0 0 0,-1 0-1 0 0,1 1 1 0 0,-1 0 0 0 0,-11 2-1 0 0,0 2-216 0 0,0 0 1 0 0,0 1-1 0 0,0 1 0 0 0,-20 12 1 0 0,-94 58-1683 0 0,109-62 1243 0 0,1 2 0 0 0,1 0 1 0 0,-30 32-1 0 0,47-44 473 0 0,-1 1 0 0 0,1-1 0 0 0,0 1 0 0 0,0 0 0 0 0,1 0 0 0 0,0 0 0 0 0,0 0-1 0 0,-4 13 1 0 0,7-17-120 0 0,-1 0 0 0 0,1-1 0 0 0,0 1-1 0 0,-1 0 1 0 0,1 0 0 0 0,0 0 0 0 0,0 0-1 0 0,1 0 1 0 0,-1 0 0 0 0,0 0-1 0 0,1-1 1 0 0,-1 1 0 0 0,1 0 0 0 0,-1 0-1 0 0,1 0 1 0 0,0-1 0 0 0,0 1-1 0 0,0 0 1 0 0,0-1 0 0 0,0 1 0 0 0,0-1-1 0 0,0 1 1 0 0,0-1 0 0 0,1 1 0 0 0,-1-1-1 0 0,0 0 1 0 0,1 0 0 0 0,0 1-1 0 0,-1-1 1 0 0,1 0 0 0 0,-1-1 0 0 0,1 1-1 0 0,0 0 1 0 0,0 0 0 0 0,0-1 0 0 0,2 1-1 0 0,11 4-13 0 0,-1-2-1 0 0,1 0 0 0 0,0-1 1 0 0,0 0-1 0 0,25-2 1 0 0,78-9-341 0 0,-91 6 365 0 0,14-2-123 0 0,123-9 374 0 0,-138 13-162 0 0,1 2 1 0 0,-1 0-1 0 0,0 2 1 0 0,30 7-1 0 0,-46-8-39 0 0,0 1-1 0 0,-1 1 0 0 0,1-1 1 0 0,-1 1-1 0 0,0 1 0 0 0,0 0 0 0 0,0 0 1 0 0,13 11-1 0 0,-20-14-89 0 0,0 0 0 0 0,1 0-1 0 0,-1 0 1 0 0,0 0 0 0 0,-1 1 0 0 0,1-1 0 0 0,0 0-1 0 0,-1 1 1 0 0,1-1 0 0 0,-1 1 0 0 0,0 0 0 0 0,0 0-1 0 0,0-1 1 0 0,0 1 0 0 0,0 0 0 0 0,-1 0 0 0 0,1 0-1 0 0,-1 0 1 0 0,0 0 0 0 0,0 0 0 0 0,0 0 0 0 0,0 0-1 0 0,0-1 1 0 0,-1 1 0 0 0,1 0 0 0 0,-1 0 0 0 0,0 0-1 0 0,0 0 1 0 0,0-1 0 0 0,0 1 0 0 0,-1 0 0 0 0,1-1-1 0 0,-3 5 1 0 0,2-4-58 0 0,0 0-1 0 0,0-1 0 0 0,0 1 0 0 0,0 0 1 0 0,0-1-1 0 0,-1 1 0 0 0,1-1 0 0 0,-1 0 1 0 0,0 0-1 0 0,1 0 0 0 0,-1 0 0 0 0,0 0 1 0 0,0-1-1 0 0,0 1 0 0 0,-1-1 1 0 0,1 0-1 0 0,0 0 0 0 0,0 0 0 0 0,-1 0 1 0 0,-3 0-1 0 0,3-1-914 0 0,0 0 0 0 0,0 0-1 0 0,0 0 1 0 0,0-1 0 0 0,0 0 0 0 0,-6-1 0 0 0,-4-3-5941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5.384"/>
    </inkml:context>
    <inkml:brush xml:id="br0">
      <inkml:brushProperty name="width" value="0.035" units="cm"/>
      <inkml:brushProperty name="height" value="0.035" units="cm"/>
      <inkml:brushProperty name="color" value="#E71224"/>
    </inkml:brush>
  </inkml:definitions>
  <inkml:trace contextRef="#ctx0" brushRef="#br0">183 3 7370 0 0,'0'0'33'0'0,"-1"-1"1"0"0,1 1 0 0 0,0 0-1 0 0,0 0 1 0 0,0 0 0 0 0,0 0-1 0 0,0 0 1 0 0,0 0-1 0 0,0-1 1 0 0,0 1 0 0 0,0 0-1 0 0,0 0 1 0 0,0 0 0 0 0,-1 0-1 0 0,1 0 1 0 0,0 0 0 0 0,0 0-1 0 0,0 0 1 0 0,0 0 0 0 0,0 0-1 0 0,0-1 1 0 0,-1 1 0 0 0,1 0-1 0 0,0 0 1 0 0,0 0 0 0 0,0 0-1 0 0,0 0 1 0 0,0 0 0 0 0,-1 0-1 0 0,1 0 1 0 0,0 0 0 0 0,0 0-1 0 0,0 0 1 0 0,0 0 0 0 0,0 0-1 0 0,-1 0 1 0 0,1 0 0 0 0,0 1-1 0 0,0-1 1 0 0,0 0 0 0 0,0 0-1 0 0,0 0 1 0 0,0 0-1 0 0,-1 0 1 0 0,1 0 0 0 0,0 0-1 0 0,-7 9 598 0 0,-3 12-171 0 0,-6 29-165 0 0,2 0-1 0 0,3 2 1 0 0,-7 57-1 0 0,6-30-14 0 0,-68 572 2998 0 0,72-489-2730 0 0,7 0 1 0 0,22 173 0 0 0,16-78-937 0 0,-12-149-3836 0 0,-3-37-851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5.870"/>
    </inkml:context>
    <inkml:brush xml:id="br0">
      <inkml:brushProperty name="width" value="0.035" units="cm"/>
      <inkml:brushProperty name="height" value="0.035" units="cm"/>
      <inkml:brushProperty name="color" value="#E71224"/>
    </inkml:brush>
  </inkml:definitions>
  <inkml:trace contextRef="#ctx0" brushRef="#br0">347 115 11979 0 0,'2'-27'1404'0'0,"-1"21"-824"0"0,-1 0 0 0 0,0 0 0 0 0,0 0 0 0 0,0 0 0 0 0,-1-7 0 0 0,0 11-510 0 0,1 0 0 0 0,-1 0 1 0 0,0 0-1 0 0,0 0 1 0 0,0 0-1 0 0,0 0 0 0 0,0 0 1 0 0,0 0-1 0 0,0 0 0 0 0,-1 0 1 0 0,1 1-1 0 0,-1-1 1 0 0,1 1-1 0 0,-1-1 0 0 0,0 1 1 0 0,1-1-1 0 0,-1 1 1 0 0,-3-1-1 0 0,2 0-48 0 0,-1 0 0 0 0,0 1 0 0 0,0 0-1 0 0,1 0 1 0 0,-1 0 0 0 0,0 0 0 0 0,0 0 0 0 0,0 1 0 0 0,0 0 0 0 0,0 0 0 0 0,0 0-1 0 0,0 0 1 0 0,0 1 0 0 0,0-1 0 0 0,0 1 0 0 0,0 0 0 0 0,0 0 0 0 0,0 1 0 0 0,1-1 0 0 0,-1 1-1 0 0,0 0 1 0 0,-4 3 0 0 0,-2 1-167 0 0,0 1-1 0 0,0 1 0 0 0,1 0 1 0 0,0 0-1 0 0,0 0 0 0 0,-9 13 1 0 0,1 2 196 0 0,1 0 0 0 0,1 2 1 0 0,1-1-1 0 0,1 2 0 0 0,-14 38 0 0 0,15-27 427 0 0,1 1-1 0 0,2 0 0 0 0,-6 55 0 0 0,13-76-320 0 0,0-1 0 0 0,2 1-1 0 0,0-1 1 0 0,0 1-1 0 0,2-1 1 0 0,4 19 0 0 0,-5-30-133 0 0,0-1 1 0 0,0 0 0 0 0,1 1-1 0 0,-1-1 1 0 0,1 0 0 0 0,0 0-1 0 0,0 0 1 0 0,1 0-1 0 0,-1-1 1 0 0,1 1 0 0 0,0 0-1 0 0,0-1 1 0 0,0 0 0 0 0,1 0-1 0 0,-1 0 1 0 0,1 0 0 0 0,-1 0-1 0 0,1-1 1 0 0,0 0 0 0 0,0 1-1 0 0,0-1 1 0 0,0-1-1 0 0,0 1 1 0 0,1-1 0 0 0,-1 1-1 0 0,8 0 1 0 0,-3-1-26 0 0,1-1 0 0 0,-1 0-1 0 0,0 0 1 0 0,0-1 0 0 0,1 0 0 0 0,-1-1-1 0 0,0 0 1 0 0,10-3 0 0 0,69-31-490 0 0,-86 36 472 0 0,34-18-1599 0 0,2-2-5414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6.245"/>
    </inkml:context>
    <inkml:brush xml:id="br0">
      <inkml:brushProperty name="width" value="0.035" units="cm"/>
      <inkml:brushProperty name="height" value="0.035" units="cm"/>
      <inkml:brushProperty name="color" value="#E71224"/>
    </inkml:brush>
  </inkml:definitions>
  <inkml:trace contextRef="#ctx0" brushRef="#br0">345 215 12443 0 0,'-2'-45'526'0'0,"2"27"-81"0"0,-1 1 1 0 0,0 0 0 0 0,-6-23 0 0 0,6 35-387 0 0,0 1 0 0 0,0 0 0 0 0,-1-1 0 0 0,0 1 0 0 0,0 0-1 0 0,0 0 1 0 0,0 0 0 0 0,-1 0 0 0 0,1 0 0 0 0,-1 1 0 0 0,0-1-1 0 0,0 1 1 0 0,-1-1 0 0 0,1 1 0 0 0,-1 0 0 0 0,1 1 0 0 0,-6-4-1 0 0,5 4-74 0 0,1 1 1 0 0,-1 0-1 0 0,1 0 0 0 0,-1 0 0 0 0,1 0 0 0 0,-1 1 0 0 0,0 0 0 0 0,0-1 0 0 0,1 1 1 0 0,-1 1-1 0 0,0-1 0 0 0,1 0 0 0 0,-1 1 0 0 0,1 0 0 0 0,-1 0 0 0 0,-5 2 0 0 0,-1 0-53 0 0,-1 2 0 0 0,1 0 0 0 0,0 0-1 0 0,-11 8 1 0 0,5-2-154 0 0,0 1 0 0 0,1 1 0 0 0,0 0 0 0 0,1 1-1 0 0,-15 20 1 0 0,24-27 239 0 0,-1 1 0 0 0,1 0 0 0 0,0 0 0 0 0,0 0 0 0 0,1 1 0 0 0,0-1 0 0 0,1 1 0 0 0,0 0 0 0 0,0 0 0 0 0,1 1 0 0 0,0-1 0 0 0,-1 18 0 0 0,3-23 104 0 0,1-1-1 0 0,-1 0 0 0 0,0 0 1 0 0,1 1-1 0 0,-1-1 0 0 0,1 0 0 0 0,0 0 1 0 0,0 0-1 0 0,1 0 0 0 0,-1 0 1 0 0,0 0-1 0 0,1 0 0 0 0,0 0 0 0 0,0-1 1 0 0,2 4-1 0 0,-1-3 60 0 0,1 0-1 0 0,-1 1 1 0 0,1-1-1 0 0,0-1 1 0 0,0 1 0 0 0,1 0-1 0 0,-1-1 1 0 0,0 0 0 0 0,6 2-1 0 0,8 1 320 0 0,0-1-1 0 0,1 0 1 0 0,-1-1-1 0 0,23 0 1 0 0,-33-2-389 0 0,37 2 442 0 0,52 5 30 0 0,-83-6-547 0 0,1 1 1 0 0,-1 0 0 0 0,1 2-1 0 0,19 7 1 0 0,-30-10-34 0 0,-1 0 0 0 0,1 0 1 0 0,-1 1-1 0 0,1-1 0 0 0,-1 1 1 0 0,0-1-1 0 0,0 1 0 0 0,0 0 1 0 0,0 1-1 0 0,0-1 1 0 0,-1 0-1 0 0,0 1 0 0 0,1-1 1 0 0,-1 1-1 0 0,-1 0 0 0 0,1 0 1 0 0,0-1-1 0 0,-1 1 0 0 0,0 0 1 0 0,0 1-1 0 0,0-1 1 0 0,0 0-1 0 0,-1 0 0 0 0,0 0 1 0 0,1 0-1 0 0,-1 1 0 0 0,-1 4 1 0 0,0-4-58 0 0,1-1 0 0 0,-1 1 1 0 0,0-1-1 0 0,-1 0 1 0 0,1 1-1 0 0,-1-1 0 0 0,1 0 1 0 0,-1 0-1 0 0,-1 1 1 0 0,1-2-1 0 0,0 1 0 0 0,-1 0 1 0 0,0 0-1 0 0,0-1 0 0 0,0 0 1 0 0,0 1-1 0 0,-1-1 1 0 0,1 0-1 0 0,-1-1 0 0 0,0 1 1 0 0,0-1-1 0 0,0 1 1 0 0,0-1-1 0 0,-8 3 0 0 0,3-3-352 0 0,1-1 0 0 0,-1 0 1 0 0,0 0-1 0 0,0-1 0 0 0,1 0 0 0 0,-1 0 0 0 0,0-1 0 0 0,-14-3 0 0 0,13 3-5627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6.711"/>
    </inkml:context>
    <inkml:brush xml:id="br0">
      <inkml:brushProperty name="width" value="0.035" units="cm"/>
      <inkml:brushProperty name="height" value="0.035" units="cm"/>
      <inkml:brushProperty name="color" value="#E71224"/>
    </inkml:brush>
  </inkml:definitions>
  <inkml:trace contextRef="#ctx0" brushRef="#br0">472 139 11058 0 0,'-5'-14'561'0'0,"-2"1"0"0"0,0 0 0 0 0,0 1 0 0 0,-14-17 0 0 0,17 24-388 0 0,-1 0 0 0 0,0 0 0 0 0,0 0 0 0 0,0 1 0 0 0,-1 0 0 0 0,0 0 0 0 0,1 0 0 0 0,-1 1 0 0 0,-1 0 0 0 0,1 0 0 0 0,-11-3 0 0 0,9 4-95 0 0,-1 0 0 0 0,0 1 0 0 0,1 0 0 0 0,-1 1 0 0 0,0 0 0 0 0,0 0 0 0 0,0 1 0 0 0,1 0 0 0 0,-1 0 0 0 0,0 1 0 0 0,1 0 0 0 0,-14 6 0 0 0,6-2-104 0 0,-1 2 0 0 0,1 0-1 0 0,0 1 1 0 0,1 1 0 0 0,-16 12 0 0 0,19-13-77 0 0,1 2 1 0 0,0-1 0 0 0,0 1-1 0 0,1 1 1 0 0,-12 18 0 0 0,18-23 53 0 0,0-1 1 0 0,0 1 0 0 0,0 1 0 0 0,1-1 0 0 0,0 0-1 0 0,0 1 1 0 0,1 0 0 0 0,0 0 0 0 0,0-1 0 0 0,1 1 0 0 0,-1 16-1 0 0,2-22 13 0 0,1 0-1 0 0,-1 0 1 0 0,0 0-1 0 0,0 0 1 0 0,1 0-1 0 0,-1-1 1 0 0,1 1-1 0 0,-1 0 1 0 0,1 0-1 0 0,0 0 0 0 0,0-1 1 0 0,0 1-1 0 0,0 0 1 0 0,0-1-1 0 0,0 1 1 0 0,0-1-1 0 0,0 1 1 0 0,1-1-1 0 0,-1 0 1 0 0,1 0-1 0 0,-1 1 1 0 0,1-1-1 0 0,-1 0 0 0 0,1 0 1 0 0,0 0-1 0 0,-1-1 1 0 0,1 1-1 0 0,0 0 1 0 0,0-1-1 0 0,-1 1 1 0 0,1-1-1 0 0,0 1 1 0 0,0-1-1 0 0,0 0 1 0 0,0 0-1 0 0,2 0 0 0 0,8 0-165 0 0,-1-1 0 0 0,0 0 0 0 0,1-1-1 0 0,18-5 1 0 0,-28 6 198 0 0,146-42-889 0 0,73-16 1537 0 0,-205 55 41 0 0,26 0-1 0 0,-36 3-289 0 0,-1 1 1 0 0,1 1-1 0 0,-1-1 0 0 0,1 1 0 0 0,-1 0 1 0 0,0 0-1 0 0,1 0 0 0 0,8 4 0 0 0,-13-4-304 0 0,1-1-1 0 0,-1 1 0 0 0,0 0 1 0 0,0-1-1 0 0,1 1 0 0 0,-1 0 1 0 0,0 0-1 0 0,0 0 0 0 0,0 0 1 0 0,0 0-1 0 0,0 0 0 0 0,0 0 1 0 0,0 0-1 0 0,-1 1 0 0 0,1-1 1 0 0,0 0-1 0 0,-1 0 0 0 0,1 1 1 0 0,0-1-1 0 0,-1 2 0 0 0,1-1-10 0 0,-1 0-1 0 0,0 0 1 0 0,0 0-1 0 0,0 1 0 0 0,0-1 1 0 0,-1 0-1 0 0,1 0 0 0 0,0 0 1 0 0,-1 0-1 0 0,0 0 1 0 0,1 0-1 0 0,-3 3 0 0 0,0 1-49 0 0,-1 0-1 0 0,1-1 0 0 0,-1 1 0 0 0,-1-1 0 0 0,1 1 0 0 0,-1-1 0 0 0,-9 7 0 0 0,-13 6-580 0 0,-1-1 1 0 0,-1-1-1 0 0,0-1 0 0 0,-37 12 1 0 0,0 2-264 0 0,61-27 630 0 0,-98 48-632 0 0,61-25-3727 0 0,18-9-605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6.974"/>
    </inkml:context>
    <inkml:brush xml:id="br0">
      <inkml:brushProperty name="width" value="0.035" units="cm"/>
      <inkml:brushProperty name="height" value="0.035" units="cm"/>
      <inkml:brushProperty name="color" value="#E71224"/>
    </inkml:brush>
  </inkml:definitions>
  <inkml:trace contextRef="#ctx0" brushRef="#br0">247 2 20276 0 0,'0'-1'57'0'0,"1"1"1"0"0,-1 0-1 0 0,0 0 0 0 0,0 0 0 0 0,1 0 0 0 0,-1 0 0 0 0,0 0 0 0 0,0 0 0 0 0,1 0 1 0 0,-1 0-1 0 0,0-1 0 0 0,0 1 0 0 0,1 0 0 0 0,-1 0 0 0 0,0 0 0 0 0,0 0 1 0 0,1 0-1 0 0,-1 1 0 0 0,0-1 0 0 0,0 0 0 0 0,1 0 0 0 0,-1 0 0 0 0,0 0 0 0 0,0 0 1 0 0,1 0-1 0 0,-1 0 0 0 0,0 0 0 0 0,0 1 0 0 0,0-1 0 0 0,1 0 0 0 0,-1 0 0 0 0,0 0 1 0 0,0 0-1 0 0,0 1 0 0 0,1-1 0 0 0,2 12 276 0 0,-5 14-609 0 0,-4 8-34 0 0,-3-1 0 0 0,0 0 0 0 0,-26 59 0 0 0,-58 91-3066 0 0,45-92 1603 0 0,8-10 1735 0 0,24-51 38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7.403"/>
    </inkml:context>
    <inkml:brush xml:id="br0">
      <inkml:brushProperty name="width" value="0.035" units="cm"/>
      <inkml:brushProperty name="height" value="0.035" units="cm"/>
      <inkml:brushProperty name="color" value="#E71224"/>
    </inkml:brush>
  </inkml:definitions>
  <inkml:trace contextRef="#ctx0" brushRef="#br0">105 313 11522 0 0,'-1'-2'39'0'0,"-12"-10"452"0"0,-13-18 1 0 0,23 25-452 0 0,-1 0 0 0 0,1 0 1 0 0,0 0-1 0 0,0-1 0 0 0,1 1 0 0 0,0-1 0 0 0,-4-11 0 0 0,-9-43 209 0 0,8 37-105 0 0,2-1-1 0 0,0 0 0 0 0,-2-26 0 0 0,7 47-109 0 0,1 0 1 0 0,-1-1-1 0 0,0 1 1 0 0,1-1-1 0 0,2-5 1 0 0,-3 9-25 0 0,0-1 0 0 0,0 1 1 0 0,0-1-1 0 0,0 1 1 0 0,1-1-1 0 0,-1 1 1 0 0,0 0-1 0 0,0-1 0 0 0,1 1 1 0 0,-1 0-1 0 0,0-1 1 0 0,0 1-1 0 0,1 0 0 0 0,-1-1 1 0 0,0 1-1 0 0,1 0 1 0 0,-1 0-1 0 0,1-1 1 0 0,-1 1-1 0 0,1 0 0 0 0,0 0 10 0 0,-1 0-1 0 0,1 0 0 0 0,-1 0 0 0 0,1 0 0 0 0,-1 0 0 0 0,0 1 1 0 0,1-1-1 0 0,-1 0 0 0 0,1 1 0 0 0,-1-1 0 0 0,1 0 0 0 0,-1 0 1 0 0,0 1-1 0 0,1-1 0 0 0,-1 1 0 0 0,0-1 0 0 0,1 0 0 0 0,-1 1 1 0 0,0-1-1 0 0,1 1 0 0 0,-1-1 0 0 0,0 1 0 0 0,0 0 0 0 0,5 9 198 0 0,-1 1-1 0 0,0 0 1 0 0,-1 0-1 0 0,0 1 0 0 0,-1-1 1 0 0,0 0-1 0 0,0 15 1 0 0,2 1 136 0 0,109 704 3944 0 0,-98-640-4312 0 0,29 154-2183 0 0,-34-201-4572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7.653"/>
    </inkml:context>
    <inkml:brush xml:id="br0">
      <inkml:brushProperty name="width" value="0.035" units="cm"/>
      <inkml:brushProperty name="height" value="0.035" units="cm"/>
      <inkml:brushProperty name="color" value="#E71224"/>
    </inkml:brush>
  </inkml:definitions>
  <inkml:trace contextRef="#ctx0" brushRef="#br0">1 303 19356 0 0,'85'-21'2372'0'0,"35"-10"-2353"0"0,-79 16-233 0 0,0-1 0 0 0,-1-3-1 0 0,-1-1 1 0 0,-1-1 0 0 0,0-2-1 0 0,60-51 1 0 0,-79 56-1361 0 0,-13 12 470 0 0,1-1 1 0 0,0 1-1 0 0,1 0 1 0 0,-1 1 0 0 0,12-7-1 0 0,-18 12 1100 0 0,1-1-1 0 0,-1 1 1 0 0,0 0-1 0 0,1-1 0 0 0,-1 1 1 0 0,0 0-1 0 0,1 0 1 0 0,-1 0-1 0 0,0 0 0 0 0,1 0 1 0 0,-1 0-1 0 0,1 0 1 0 0,-1 1-1 0 0,0-1 1 0 0,1 0-1 0 0,-1 1 0 0 0,0-1 1 0 0,0 1-1 0 0,1-1 1 0 0,-1 1-1 0 0,2 1 1 0 0,3 3 5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7.877"/>
    </inkml:context>
    <inkml:brush xml:id="br0">
      <inkml:brushProperty name="width" value="0.035" units="cm"/>
      <inkml:brushProperty name="height" value="0.035" units="cm"/>
      <inkml:brushProperty name="color" value="#E71224"/>
    </inkml:brush>
  </inkml:definitions>
  <inkml:trace contextRef="#ctx0" brushRef="#br0">8 13 19356 0 0,'-5'-5'1194'0'0,"2"1"-395"0"0,7 3-7 0 0,0 0-178 0 0,0 0-431 0 0,12 10-195 0 0,-13-6-5 0 0,28 18-391 0 0,34 19 0 0 0,-18-17-1848 0 0,0-3 0 0 0,95 28 0 0 0,-99-38-3483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8.094"/>
    </inkml:context>
    <inkml:brush xml:id="br0">
      <inkml:brushProperty name="width" value="0.035" units="cm"/>
      <inkml:brushProperty name="height" value="0.035" units="cm"/>
      <inkml:brushProperty name="color" value="#E71224"/>
    </inkml:brush>
  </inkml:definitions>
  <inkml:trace contextRef="#ctx0" brushRef="#br0">359 53 4145 0 0,'-6'-11'118'0'0,"4"6"-60"0"0,-1 0 0 0 0,0 0 0 0 0,0 0 0 0 0,-6-7 0 0 0,8 11 148 0 0,-1 0 0 0 0,1 0 1 0 0,-1 0-1 0 0,1 0 0 0 0,-1 0 0 0 0,1 0 1 0 0,-1 1-1 0 0,0-1 0 0 0,0 1 0 0 0,1-1 0 0 0,-1 1 1 0 0,0 0-1 0 0,0-1 0 0 0,1 1 0 0 0,-1 0 1 0 0,0 0-1 0 0,0 0 0 0 0,0 1 0 0 0,1-1 1 0 0,-1 0-1 0 0,0 1 0 0 0,0-1 0 0 0,1 1 0 0 0,-1-1 1 0 0,0 1-1 0 0,-2 2 0 0 0,-2 0 641 0 0,0 0-1 0 0,1 0 1 0 0,-1 1 0 0 0,1 0-1 0 0,0 0 1 0 0,-6 6-1 0 0,-13 19-375 0 0,1 2 0 0 0,2 0 0 0 0,-25 47-1 0 0,18-30-276 0 0,-27 51 23 0 0,46-81-608 0 0,0 2 0 0 0,2-1 0 0 0,-8 29 0 0 0,12-30-5592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8.321"/>
    </inkml:context>
    <inkml:brush xml:id="br0">
      <inkml:brushProperty name="width" value="0.035" units="cm"/>
      <inkml:brushProperty name="height" value="0.035" units="cm"/>
      <inkml:brushProperty name="color" value="#E71224"/>
    </inkml:brush>
  </inkml:definitions>
  <inkml:trace contextRef="#ctx0" brushRef="#br0">0 0 18892 0 0,'1'3'273'0'0,"-1"0"0"0"0,0 0 0 0 0,1 0 0 0 0,-1-1 0 0 0,1 1 0 0 0,2 5 0 0 0,-1-3-116 0 0,16 76 29 0 0,13 143 0 0 0,-19-111-232 0 0,49 287-1792 0 0,-2-137-2719 0 0,-37-183-1036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8.582"/>
    </inkml:context>
    <inkml:brush xml:id="br0">
      <inkml:brushProperty name="width" value="0.035" units="cm"/>
      <inkml:brushProperty name="height" value="0.035" units="cm"/>
      <inkml:brushProperty name="color" value="#E71224"/>
    </inkml:brush>
  </inkml:definitions>
  <inkml:trace contextRef="#ctx0" brushRef="#br0">1 263 16131 0 0,'3'-1'272'0'0,"0"0"0"0"0,0 1-1 0 0,0-1 1 0 0,1 1-1 0 0,-1 0 1 0 0,4 0-1 0 0,16-1 533 0 0,45-11-425 0 0,0-3 1 0 0,-1-3-1 0 0,88-37 1 0 0,-153 54-383 0 0,72-30-210 0 0,100-59-1 0 0,-120 54 214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0:58.816"/>
    </inkml:context>
    <inkml:brush xml:id="br0">
      <inkml:brushProperty name="width" value="0.035" units="cm"/>
      <inkml:brushProperty name="height" value="0.035" units="cm"/>
      <inkml:brushProperty name="color" value="#E71224"/>
    </inkml:brush>
  </inkml:definitions>
  <inkml:trace contextRef="#ctx0" brushRef="#br0">1 1 17972 0 0,'15'34'813'0'0,"30"50"1"0"0,-17-34-489 0 0,21 42-420 0 0,265 466-2026 0 0,-273-495 1498 0 0,58 95-2306 0 0,-76-116 1675 0 0,33 82 0 0 0,-48-103 1148 0 0,-2 0 1 0 0,0 1-1 0 0,-2 0 0 0 0,3 25 1 0 0,-6-34-29 0 0,0-1 0 0 0,-1 1 0 0 0,-1-1 0 0 0,0 1 0 0 0,-1-1 0 0 0,0 1 0 0 0,-1-1 0 0 0,-8 21 0 0 0,-3 0-274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00.009"/>
    </inkml:context>
    <inkml:brush xml:id="br0">
      <inkml:brushProperty name="width" value="0.035" units="cm"/>
      <inkml:brushProperty name="height" value="0.035" units="cm"/>
      <inkml:brushProperty name="color" value="#E71224"/>
    </inkml:brush>
  </inkml:definitions>
  <inkml:trace contextRef="#ctx0" brushRef="#br0">3 228 11058 0 0,'0'0'51'0'0,"0"0"-1"0"0,-1 1 0 0 0,1-1 1 0 0,0 0-1 0 0,0 0 0 0 0,0 1 1 0 0,-1-1-1 0 0,1 0 0 0 0,0 1 1 0 0,0-1-1 0 0,0 0 0 0 0,0 1 1 0 0,0-1-1 0 0,0 0 0 0 0,-1 1 0 0 0,1-1 1 0 0,0 0-1 0 0,0 1 0 0 0,0-1 1 0 0,0 0-1 0 0,0 1 0 0 0,0-1 1 0 0,0 0-1 0 0,1 1 0 0 0,-1-1 1 0 0,0 1-1 0 0,4 13 251 0 0,-1-3-48 0 0,20 135-203 0 0,24 132 111 0 0,-31-205-698 0 0,45 123 0 0 0,-60-190 423 0 0,1-1 0 0 0,0 1 0 0 0,1-1 0 0 0,-1 0 0 0 0,1 0 0 0 0,0 0 0 0 0,0 0 0 0 0,1 0 0 0 0,-1-1 0 0 0,8 8 0 0 0,-10-12 98 0 0,0 1-1 0 0,-1-1 1 0 0,1 0-1 0 0,-1 1 1 0 0,1-1-1 0 0,0 0 1 0 0,-1 1-1 0 0,1-1 0 0 0,0 0 1 0 0,-1 1-1 0 0,1-1 1 0 0,0 0-1 0 0,-1 0 1 0 0,1 0-1 0 0,0 0 1 0 0,-1 0-1 0 0,1 0 1 0 0,0 0-1 0 0,0 0 0 0 0,-1 0 1 0 0,1 0-1 0 0,0 0 1 0 0,-1 0-1 0 0,1-1 1 0 0,0 1-1 0 0,-1 0 1 0 0,1 0-1 0 0,0-1 1 0 0,-1 1-1 0 0,1 0 0 0 0,0-1 1 0 0,-1 1-1 0 0,1-1 1 0 0,-1 1-1 0 0,1-1 1 0 0,-1 1-1 0 0,1-1 1 0 0,-1 1-1 0 0,1-1 1 0 0,-1 1-1 0 0,0-1 0 0 0,1 0 1 0 0,-1 1-1 0 0,0-1 1 0 0,1 0-1 0 0,1-4 112 0 0,0 1-1 0 0,-1-1 0 0 0,1 1 1 0 0,-1-1-1 0 0,1-6 1 0 0,1-15 711 0 0,-2 1 1 0 0,0-1 0 0 0,-2 1-1 0 0,-1-1 1 0 0,-1 1 0 0 0,-1 0-1 0 0,-13-44 1 0 0,-9-11 624 0 0,-39-76 0 0 0,46 110-1170 0 0,2 8 28 0 0,-2-4 262 0 0,-24-79 1 0 0,40 108-488 0 0,0 1 1 0 0,1-1-1 0 0,0 0 1 0 0,1 0-1 0 0,0 0 0 0 0,1 0 1 0 0,1 1-1 0 0,0-1 1 0 0,0 0-1 0 0,2 0 0 0 0,3-15 1 0 0,-4 23-46 0 0,0 0 1 0 0,0 0-1 0 0,0 1 1 0 0,1-1-1 0 0,-1 0 1 0 0,1 1-1 0 0,0 0 1 0 0,1-1-1 0 0,-1 1 1 0 0,1 0-1 0 0,-1 1 1 0 0,7-6-1 0 0,-7 7-31 0 0,1 0-1 0 0,-1 0 0 0 0,1 1 0 0 0,-1-1 0 0 0,1 1 0 0 0,-1-1 0 0 0,1 1 0 0 0,0 0 0 0 0,0 1 0 0 0,0-1 0 0 0,0 1 0 0 0,-1-1 0 0 0,1 1 0 0 0,0 0 0 0 0,0 0 0 0 0,0 1 0 0 0,5 1 0 0 0,31 8-36 0 0,-1 2 1 0 0,54 25 0 0 0,7 3-21 0 0,11-4 2 0 0,125 49 146 0 0,-223-80-55 0 0,-1 2-1 0 0,0-1 0 0 0,-1 2 0 0 0,1-1 0 0 0,-2 2 0 0 0,1-1 0 0 0,-1 2 0 0 0,0-1 0 0 0,-1 1 0 0 0,10 13 1 0 0,-13-13-5 0 0,0 0 0 0 0,0 0 0 0 0,-1 1 0 0 0,0-1 0 0 0,-1 1 0 0 0,0 0 0 0 0,-1 0 1 0 0,0 0-1 0 0,-1 1 0 0 0,0-1 0 0 0,-1 1 0 0 0,0 14 0 0 0,-2-1-22 0 0,-1-1 0 0 0,0 1 0 0 0,-2-1 0 0 0,-1 0 0 0 0,-1 0 0 0 0,-1-1-1 0 0,-1 1 1 0 0,-1-1 0 0 0,-1-1 0 0 0,-1 0 0 0 0,-21 33 0 0 0,28-50-4 0 0,0 0 0 0 0,0-1 0 0 0,0 1 0 0 0,0-1 0 0 0,-1 0 0 0 0,0 0 0 0 0,0 0 0 0 0,0-1 0 0 0,0 1 0 0 0,-1-1 1 0 0,1 0-1 0 0,-1-1 0 0 0,0 1 0 0 0,-7 1 0 0 0,4-2-12 0 0,-1 0 0 0 0,1-1 1 0 0,0 0-1 0 0,-1-1 0 0 0,1 0 1 0 0,-1-1-1 0 0,1 1 0 0 0,-17-5 1 0 0,9 1-153 0 0,1 0 1 0 0,0-1-1 0 0,-30-15 1 0 0,32 13-952 0 0,1 0-1 0 0,-18-15 1 0 0,12 5-5616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00.393"/>
    </inkml:context>
    <inkml:brush xml:id="br0">
      <inkml:brushProperty name="width" value="0.035" units="cm"/>
      <inkml:brushProperty name="height" value="0.035" units="cm"/>
      <inkml:brushProperty name="color" value="#E71224"/>
    </inkml:brush>
  </inkml:definitions>
  <inkml:trace contextRef="#ctx0" brushRef="#br0">403 2 16131 0 0,'-6'-1'186'0'0,"0"1"0"0"0,0 0 0 0 0,0 0-1 0 0,0 1 1 0 0,0-1 0 0 0,0 1 0 0 0,1 1-1 0 0,-1-1 1 0 0,0 1 0 0 0,0 0 0 0 0,1 0-1 0 0,-1 1 1 0 0,-8 5 0 0 0,-16 8 174 0 0,2 2 1 0 0,0 0-1 0 0,1 2 0 0 0,-32 30 0 0 0,42-34-299 0 0,2 0 0 0 0,0 1 0 0 0,1 0 0 0 0,0 2 0 0 0,2-1 0 0 0,0 2 0 0 0,-12 27-1 0 0,21-39-42 0 0,-1 0-1 0 0,2 0 1 0 0,0 1-1 0 0,0-1 0 0 0,0 1 1 0 0,1-1-1 0 0,0 14 0 0 0,0-20-16 0 0,1 1 0 0 0,0-1 0 0 0,1 0 1 0 0,-1 0-1 0 0,0 0 0 0 0,1 0 0 0 0,-1 0 0 0 0,1 0 0 0 0,0 1 0 0 0,-1-1 0 0 0,1 0 0 0 0,0-1 0 0 0,0 1 0 0 0,1 0 0 0 0,-1 0 0 0 0,0 0 0 0 0,0-1 0 0 0,1 1 1 0 0,-1 0-1 0 0,1-1 0 0 0,0 0 0 0 0,-1 1 0 0 0,1-1 0 0 0,0 0 0 0 0,0 0 0 0 0,0 0 0 0 0,0 0 0 0 0,0 0 0 0 0,0 0 0 0 0,0-1 0 0 0,0 1 0 0 0,0 0 0 0 0,0-1 0 0 0,4 1 1 0 0,-1-1-15 0 0,0-1 0 0 0,0 1 0 0 0,0 0 0 0 0,0-1 0 0 0,0 0 0 0 0,0 0 1 0 0,0-1-1 0 0,0 0 0 0 0,0 1 0 0 0,-1-1 0 0 0,1-1 0 0 0,-1 1 0 0 0,7-5 1 0 0,5-5-115 0 0,30-27 0 0 0,-37 30 87 0 0,36-36-181 0 0,-3-3 0 0 0,65-92 0 0 0,-69 78 900 0 0,4-5 313 0 0,-42 67-975 0 0,0 0-1 0 0,0 0 1 0 0,0-1-1 0 0,0 1 0 0 0,0 0 1 0 0,0 0-1 0 0,0 0 1 0 0,0 0-1 0 0,0 0 0 0 0,0 0 1 0 0,0-1-1 0 0,1 1 1 0 0,-1 0-1 0 0,0 0 0 0 0,0 0 1 0 0,0 0-1 0 0,0 0 1 0 0,0 0-1 0 0,0 0 1 0 0,0 0-1 0 0,1 0 0 0 0,-1 0 1 0 0,0 0-1 0 0,0-1 1 0 0,0 1-1 0 0,0 0 0 0 0,0 0 1 0 0,1 0-1 0 0,-1 0 1 0 0,0 0-1 0 0,0 0 0 0 0,0 0 1 0 0,0 0-1 0 0,0 0 1 0 0,1 0-1 0 0,-1 0 1 0 0,0 0-1 0 0,0 0 0 0 0,0 1 1 0 0,0-1-1 0 0,0 0 1 0 0,0 0-1 0 0,1 0 0 0 0,-1 0 1 0 0,0 0-1 0 0,0 0 1 0 0,3 10 298 0 0,-1 22-303 0 0,-2-20 62 0 0,3 18-116 0 0,2 1 1 0 0,1-1 0 0 0,1 0 0 0 0,2-1-1 0 0,1 1 1 0 0,1-2 0 0 0,1 0 0 0 0,2 0 0 0 0,1-1-1 0 0,25 35 1 0 0,-33-53-180 0 0,0 0-1 0 0,1 0 1 0 0,1 0-1 0 0,-1-1 1 0 0,1-1 0 0 0,1 1-1 0 0,14 8 1 0 0,-15-11-1653 0 0,0-1 1 0 0,16 6-1 0 0,9-1-4614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00.622"/>
    </inkml:context>
    <inkml:brush xml:id="br0">
      <inkml:brushProperty name="width" value="0.035" units="cm"/>
      <inkml:brushProperty name="height" value="0.035" units="cm"/>
      <inkml:brushProperty name="color" value="#E71224"/>
    </inkml:brush>
  </inkml:definitions>
  <inkml:trace contextRef="#ctx0" brushRef="#br0">16 1 16588 0 0,'-3'8'286'0'0,"0"-1"1"0"0,1 2-1 0 0,-1-1 1 0 0,2 0 0 0 0,-2 13-1 0 0,2-1-219 0 0,3 27 0 0 0,9 122-260 0 0,18 218 693 0 0,29-4-5018 0 0,-43-312 864 0 0,-4-12-169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01.054"/>
    </inkml:context>
    <inkml:brush xml:id="br0">
      <inkml:brushProperty name="width" value="0.035" units="cm"/>
      <inkml:brushProperty name="height" value="0.035" units="cm"/>
      <inkml:brushProperty name="color" value="#E71224"/>
    </inkml:brush>
  </inkml:definitions>
  <inkml:trace contextRef="#ctx0" brushRef="#br0">1 315 19812 0 0,'0'-1'99'0'0,"1"0"0"0"0,-1 0 0 0 0,1 1 0 0 0,0-1-1 0 0,-1 0 1 0 0,1 1 0 0 0,0-1 0 0 0,-1 0 0 0 0,1 1 0 0 0,0-1 0 0 0,0 1-1 0 0,-1-1 1 0 0,1 1 0 0 0,0 0 0 0 0,0-1 0 0 0,0 1 0 0 0,0 0 0 0 0,0-1-1 0 0,0 1 1 0 0,-1 0 0 0 0,1 0 0 0 0,2 0 0 0 0,27-1-284 0 0,-17 1 390 0 0,43-3-1202 0 0,-1-1-1 0 0,1-4 0 0 0,-1-2 1 0 0,102-31-1 0 0,-10-20-2780 0 0,-128 52 3334 0 0,0-2 0 0 0,-1 0 0 0 0,0-1 0 0 0,-1-1 0 0 0,22-21 0 0 0,-26 17 756 0 0,-13 17-283 0 0,0 0 0 0 0,0 0 0 0 0,0 0 0 0 0,0 0 1 0 0,0 0-1 0 0,0 0 0 0 0,0 0 0 0 0,0 0 1 0 0,0 0-1 0 0,-1 0 0 0 0,1 0 0 0 0,0 0 0 0 0,0 0 1 0 0,0 0-1 0 0,0 0 0 0 0,0 0 0 0 0,0 0 1 0 0,0 0-1 0 0,0 0 0 0 0,0 0 0 0 0,0 0 0 0 0,0 0 1 0 0,0 0-1 0 0,0 0 0 0 0,0 0 0 0 0,0 0 1 0 0,0 0-1 0 0,0 0 0 0 0,0 0 0 0 0,0 0 0 0 0,0 0 1 0 0,0 0-1 0 0,0 0 0 0 0,0 0 0 0 0,0-1 1 0 0,0 1-1 0 0,0 0 0 0 0,0 0 0 0 0,0 0 0 0 0,0 0 1 0 0,0 0-1 0 0,0 0 0 0 0,0 0 0 0 0,0 0 1 0 0,0 0-1 0 0,0 0 0 0 0,0 0 0 0 0,0 0 0 0 0,0 0 1 0 0,0 0-1 0 0,0 0 0 0 0,0 0 0 0 0,0 0 0 0 0,0 0 1 0 0,0 0-1 0 0,0-1 0 0 0,0 1 0 0 0,0 0 1 0 0,0 0-1 0 0,0 0 0 0 0,0 0 0 0 0,0 0 0 0 0,0 0 1 0 0,0 0-1 0 0,0 0 0 0 0,-8 7 1775 0 0,-1 2-1104 0 0,1-1 0 0 0,1 2 0 0 0,0-1-1 0 0,0 1 1 0 0,1 0 0 0 0,0 0-1 0 0,-7 19 1 0 0,-24 80 906 0 0,34-99-1428 0 0,-5 19-22 0 0,0 0 0 0 0,-2 32 0 0 0,9-50-198 0 0,0 0 0 0 0,0 0 0 0 0,2-1 0 0 0,-1 1 0 0 0,1 0-1 0 0,1-1 1 0 0,0 1 0 0 0,0 0 0 0 0,5 10 0 0 0,-7-19 13 0 0,1 0 0 0 0,0 0 1 0 0,0 1-1 0 0,0-1 0 0 0,0-1 0 0 0,1 1 1 0 0,-1 0-1 0 0,0 0 0 0 0,1 0 1 0 0,-1-1-1 0 0,1 1 0 0 0,-1-1 0 0 0,1 1 1 0 0,0-1-1 0 0,0 0 0 0 0,0 1 1 0 0,0-1-1 0 0,0 0 0 0 0,0 0 1 0 0,0-1-1 0 0,0 1 0 0 0,0 0 0 0 0,4 0 1 0 0,-3-1-6 0 0,1 0 0 0 0,-1 0 0 0 0,1 0 1 0 0,-1-1-1 0 0,0 1 0 0 0,1-1 1 0 0,-1 0-1 0 0,1 0 0 0 0,-1 0 0 0 0,0-1 1 0 0,0 1-1 0 0,0-1 0 0 0,0 1 1 0 0,5-5-1 0 0,4-3 36 0 0,-1-1 0 0 0,1 0 0 0 0,-2-1 1 0 0,0 0-1 0 0,0 0 0 0 0,10-17 0 0 0,2-7 237 0 0,18-40 0 0 0,-30 57-338 0 0,-2-1-1 0 0,0 0 0 0 0,-2 0 1 0 0,0 0-1 0 0,-1-1 0 0 0,-1 0 1 0 0,0 0-1 0 0,-2 0 0 0 0,0-1 1 0 0,-3-38-1 0 0,-1 48 160 0 0,0 1 1 0 0,-1-1-1 0 0,0 1 1 0 0,0-1-1 0 0,-10-17 1 0 0,13 27-43 0 0,0 1-1 0 0,0-1 1 0 0,0 1 0 0 0,0 0 0 0 0,0-1-1 0 0,0 1 1 0 0,-1 0 0 0 0,1 0 0 0 0,0-1 0 0 0,0 1-1 0 0,0 0 1 0 0,0-1 0 0 0,-1 1 0 0 0,1 0 0 0 0,0 0-1 0 0,0-1 1 0 0,-1 1 0 0 0,1 0 0 0 0,0 0 0 0 0,0-1-1 0 0,-1 1 1 0 0,1 0 0 0 0,0 0 0 0 0,-1 0-1 0 0,1 0 1 0 0,0-1 0 0 0,-1 1 0 0 0,1 0 0 0 0,0 0-1 0 0,-1 0 1 0 0,1 0 0 0 0,-1 0 0 0 0,-3 11 305 0 0,3 18-78 0 0,2-3-212 0 0,2 0-1 0 0,1-1 1 0 0,1 1 0 0 0,8 25 0 0 0,-8-35-87 0 0,1-1 1 0 0,0 0-1 0 0,2-1 1 0 0,-1 1-1 0 0,1-2 1 0 0,1 1-1 0 0,18 20 1 0 0,-2-9-395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01.518"/>
    </inkml:context>
    <inkml:brush xml:id="br0">
      <inkml:brushProperty name="width" value="0.035" units="cm"/>
      <inkml:brushProperty name="height" value="0.035" units="cm"/>
      <inkml:brushProperty name="color" value="#E71224"/>
    </inkml:brush>
  </inkml:definitions>
  <inkml:trace contextRef="#ctx0" brushRef="#br0">40 7 16131 0 0,'-1'-1'230'0'0,"-14"-5"1066"0"0,15 6-1284 0 0,0 0 0 0 0,0 0 0 0 0,-1 0 0 0 0,1 1-1 0 0,0-1 1 0 0,0 0 0 0 0,-1 0 0 0 0,1 0 0 0 0,0 0-1 0 0,0 0 1 0 0,-1 0 0 0 0,1 0 0 0 0,0 0 0 0 0,0 1 0 0 0,-1-1-1 0 0,1 0 1 0 0,0 0 0 0 0,0 0 0 0 0,0 0 0 0 0,-1 1-1 0 0,1-1 1 0 0,0 0 0 0 0,0 0 0 0 0,0 0 0 0 0,0 1-1 0 0,0-1 1 0 0,-1 0 0 0 0,1 0 0 0 0,0 1 0 0 0,0-1-1 0 0,0 0 1 0 0,0 0 0 0 0,0 1 0 0 0,0-1 0 0 0,0 0 0 0 0,0 1-1 0 0,0-1 1 0 0,0 0 0 0 0,0 0 0 0 0,0 1 0 0 0,0-1-1 0 0,0 0 1 0 0,0 0 0 0 0,0 1 0 0 0,0-1 0 0 0,1 0-1 0 0,-1 0 1 0 0,0 1 0 0 0,0-1 0 0 0,0 1 66 0 0,0 1 0 0 0,0-1 0 0 0,0 0 1 0 0,0 0-1 0 0,0 1 0 0 0,-1-1 0 0 0,1 0 0 0 0,0 0 1 0 0,-1 1-1 0 0,1-1 0 0 0,-2 2 0 0 0,-2 7 173 0 0,0 7-314 0 0,2 1-1 0 0,-1-1 0 0 0,2 0 1 0 0,0 1-1 0 0,2-1 0 0 0,3 32 1 0 0,28 105-498 0 0,-25-129 475 0 0,91 319-1986 0 0,-75-280 1982 0 0,2-2-1 0 0,4 0 1 0 0,45 73-1 0 0,-58-110 726 0 0,31 36 0 0 0,-39-52-141 0 0,0 0-1 0 0,1-1 1 0 0,0 0 0 0 0,1 0 0 0 0,-1-1 0 0 0,19 10 0 0 0,-26-16-425 0 0,-1-1 0 0 0,0 1 0 0 0,1 0 0 0 0,-1-1 0 0 0,0 1 0 0 0,1-1 0 0 0,-1 0 0 0 0,0 1 0 0 0,1-1 0 0 0,-1 0 0 0 0,1 0 1 0 0,-1 0-1 0 0,1 0 0 0 0,-1 0 0 0 0,0 0 0 0 0,1 0 0 0 0,-1-1 0 0 0,3 1 0 0 0,-3-1-24 0 0,0 0 0 0 0,0 1 0 0 0,0-1 0 0 0,-1 0 0 0 0,1 0 0 0 0,0 1 0 0 0,0-1 0 0 0,0 0 0 0 0,-1 0 0 0 0,1 0 0 0 0,0 0 0 0 0,-1 0 0 0 0,1 0 0 0 0,0 0 0 0 0,-1 0 0 0 0,0 0 0 0 0,1-2 0 0 0,1-5 38 0 0,-1 1-1 0 0,0-1 0 0 0,0 0 0 0 0,-1 0 1 0 0,-1-9-1 0 0,1 14-87 0 0,-1-26-42 0 0,1-1 1 0 0,1 1-1 0 0,1 0 0 0 0,12-53 1 0 0,-11 72 5 0 0,0 1 1 0 0,0 0 0 0 0,1 0 0 0 0,0 0 0 0 0,1 1 0 0 0,0-1 0 0 0,12-15 0 0 0,-13 19 26 0 0,1 0 0 0 0,0 0 1 0 0,1 1-1 0 0,-1 0 0 0 0,1 0 1 0 0,0 0-1 0 0,0 0 0 0 0,0 1 1 0 0,0 0-1 0 0,1 0 0 0 0,-1 1 1 0 0,11-3-1 0 0,-9 3 21 0 0,1 0 1 0 0,0 1 0 0 0,-1 0-1 0 0,1 1 1 0 0,0 0 0 0 0,0 0-1 0 0,-1 0 1 0 0,1 1 0 0 0,0 1-1 0 0,0 0 1 0 0,9 3 0 0 0,-14-4-14 0 0,1 1 1 0 0,-1 0-1 0 0,0 0 1 0 0,0 0-1 0 0,0 1 1 0 0,0-1-1 0 0,0 1 1 0 0,0 0-1 0 0,-1 0 1 0 0,1 1-1 0 0,-1-1 1 0 0,0 1-1 0 0,0-1 1 0 0,0 1-1 0 0,-1 0 1 0 0,1 0-1 0 0,-1 0 1 0 0,0 0-1 0 0,0 1 1 0 0,0-1-1 0 0,-1 0 1 0 0,2 7-1 0 0,-2-2-86 0 0,1 0 0 0 0,-2 0 1 0 0,1 0-1 0 0,-1 0 0 0 0,-1 0 0 0 0,1 0 0 0 0,-2 0 0 0 0,-3 17 0 0 0,1-14-47 0 0,0 1 0 0 0,-2-1 0 0 0,1 1-1 0 0,-1-2 1 0 0,-12 18 0 0 0,5-11 130 0 0,-1-1 1 0 0,0-1-1 0 0,-1 0 1 0 0,-1 0-1 0 0,-1-2 0 0 0,0 0 1 0 0,-21 12-1 0 0,23-16 231 0 0,-1-1 0 0 0,0-1 0 0 0,0-1 0 0 0,-26 8 0 0 0,35-13-169 0 0,-1 0 1 0 0,1 0-1 0 0,-1-1 0 0 0,1 0 0 0 0,-1 0 0 0 0,0-1 0 0 0,1 0 0 0 0,-1 0 0 0 0,1-1 0 0 0,-1 0 1 0 0,1 0-1 0 0,-1-1 0 0 0,-7-2 0 0 0,-2-5-1074 0 0,3-3-4172 0 0,3-3-1836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02.217"/>
    </inkml:context>
    <inkml:brush xml:id="br0">
      <inkml:brushProperty name="width" value="0.035" units="cm"/>
      <inkml:brushProperty name="height" value="0.035" units="cm"/>
      <inkml:brushProperty name="color" value="#E71224"/>
    </inkml:brush>
  </inkml:definitions>
  <inkml:trace contextRef="#ctx0" brushRef="#br0">325 653 19812 0 0,'6'-8'370'0'0,"-2"2"-116"0"0,0 0 1 0 0,-1 1 0 0 0,1-1 0 0 0,-1-1-1 0 0,-1 1 1 0 0,3-8 0 0 0,-5 13-257 0 0,0-1 1 0 0,0 1-1 0 0,0-1 0 0 0,0 1 1 0 0,-1-1-1 0 0,1 1 1 0 0,0-1-1 0 0,-1 1 0 0 0,1-1 1 0 0,-1 1-1 0 0,0 0 1 0 0,1-1-1 0 0,-1 1 1 0 0,-1-2-1 0 0,-13-15-96 0 0,11 15 12 0 0,0 1-1 0 0,0-1 1 0 0,0 1-1 0 0,0 0 1 0 0,-1 0-1 0 0,1 0 1 0 0,-1 0-1 0 0,1 1 1 0 0,-1 0-1 0 0,1 0 1 0 0,-1 0-1 0 0,0 0 1 0 0,1 1-1 0 0,-1 0 1 0 0,0 0-1 0 0,0 0 1 0 0,1 0-1 0 0,-1 1 1 0 0,0 0-1 0 0,1 0 1 0 0,-1 0-1 0 0,-7 4 1 0 0,1-1-326 0 0,0 0 0 0 0,1 2 0 0 0,-1-1-1 0 0,1 1 1 0 0,1 1 0 0 0,-1 0 0 0 0,1 0 0 0 0,-9 9 0 0 0,6-3 279 0 0,0 1 1 0 0,1 1-1 0 0,1 0 1 0 0,0 0-1 0 0,1 1 1 0 0,1 0-1 0 0,-9 24 1 0 0,9-19 621 0 0,1 0 1 0 0,1 0 0 0 0,2 1 0 0 0,0 0 0 0 0,-2 36 0 0 0,8-14 472 0 0,-2-41-864 0 0,1 1 1 0 0,0-1-1 0 0,-1 0 0 0 0,1 1 0 0 0,1-1 1 0 0,-1 0-1 0 0,0 0 0 0 0,1 0 0 0 0,0 0 1 0 0,2 4-1 0 0,-3-6-73 0 0,0 0 0 0 0,0 0 1 0 0,0-1-1 0 0,0 1 0 0 0,0 0 0 0 0,0 0 1 0 0,0-1-1 0 0,0 1 0 0 0,0 0 0 0 0,0-1 1 0 0,0 1-1 0 0,0-1 0 0 0,0 0 0 0 0,1 1 1 0 0,-1-1-1 0 0,0 0 0 0 0,0 1 0 0 0,0-1 1 0 0,3 0-1 0 0,-2-1 3 0 0,1 1 0 0 0,0 0-1 0 0,-1-1 1 0 0,1 0 0 0 0,0 1 0 0 0,-1-1 0 0 0,1 0 0 0 0,3-3-1 0 0,3-1 17 0 0,-1-1-1 0 0,0 1 1 0 0,13-14-1 0 0,1-4-60 0 0,-1-1-1 0 0,-1 0 0 0 0,-2-2 0 0 0,26-43 1 0 0,49-120-805 0 0,-60 117 588 0 0,-9 20 238 0 0,47-91 631 0 0,-63 134-367 0 0,-7 16-37 0 0,-5 19-56 0 0,2-18-150 0 0,-29 156 380 0 0,29-144-461 0 0,1 0-1 0 0,1 0 1 0 0,0-1-1 0 0,1 1 0 0 0,2 0 1 0 0,5 27-1 0 0,-6-43-65 0 0,-1 0 0 0 0,0 0 0 0 0,1 1 0 0 0,0-1 0 0 0,0 0 0 0 0,0 0-1 0 0,0 0 1 0 0,1-1 0 0 0,-1 1 0 0 0,1-1 0 0 0,0 1 0 0 0,0-1 0 0 0,0 0 0 0 0,1 0 0 0 0,-1 0 0 0 0,8 4-1 0 0,-7-5-88 0 0,0 0 0 0 0,0-1-1 0 0,0 1 1 0 0,0-1-1 0 0,0 0 1 0 0,0-1-1 0 0,0 1 1 0 0,1-1-1 0 0,-1 1 1 0 0,0-1-1 0 0,0 0 1 0 0,1-1 0 0 0,-1 1-1 0 0,0-1 1 0 0,0 0-1 0 0,0 0 1 0 0,0 0-1 0 0,4-2 1 0 0,7-4-5 0 0,-1 0 0 0 0,0 0 0 0 0,0-2 1 0 0,-1 0-1 0 0,0 0 0 0 0,-1-1 0 0 0,20-21 0 0 0,0-3 1489 0 0,36-53 0 0 0,-15 10 674 0 0,-3-2 0 0 0,67-147 0 0 0,-112 217-1895 0 0,24-63 207 0 0,-27 65-221 0 0,0 1 1 0 0,0-1-1 0 0,-1 0 0 0 0,0 0 0 0 0,0 0 0 0 0,-1 0 0 0 0,0 0 1 0 0,-1-11-1 0 0,1 17-34 0 0,0-1 0 0 0,-1 1 1 0 0,1 0-1 0 0,0 0 0 0 0,0 0 1 0 0,-1 0-1 0 0,1 0 0 0 0,-1 0 1 0 0,1 0-1 0 0,-1 0 0 0 0,1 0 0 0 0,-1 0 1 0 0,0 0-1 0 0,1 0 0 0 0,-1 1 1 0 0,0-1-1 0 0,0 0 0 0 0,0 0 1 0 0,0 1-1 0 0,0-1 0 0 0,-1 0 0 0 0,0 0-19 0 0,1 1-1 0 0,-1-1 0 0 0,0 1 1 0 0,1 0-1 0 0,-1 0 0 0 0,0-1 1 0 0,0 1-1 0 0,1 0 0 0 0,-1 1 1 0 0,0-1-1 0 0,1 0 0 0 0,-4 1 0 0 0,-4 2-109 0 0,0 1 0 0 0,0 0 0 0 0,1 0-1 0 0,-10 6 1 0 0,13-7 73 0 0,-14 8-261 0 0,0 1 0 0 0,1 1 1 0 0,-25 22-1 0 0,37-30 256 0 0,0 1 1 0 0,0 1 0 0 0,1-1-1 0 0,-1 1 1 0 0,1 0-1 0 0,1 0 1 0 0,-1 1-1 0 0,1-1 1 0 0,1 1 0 0 0,0 0-1 0 0,0 0 1 0 0,-3 10-1 0 0,6-16 57 0 0,-1 1-1 0 0,1-1 0 0 0,0 0 1 0 0,-1 0-1 0 0,1 0 0 0 0,0 0 1 0 0,0 0-1 0 0,0 0 0 0 0,1 0 1 0 0,-1 1-1 0 0,0-1 0 0 0,1 0 1 0 0,0 0-1 0 0,-1 0 0 0 0,1 0 1 0 0,0 0-1 0 0,0 0 0 0 0,0-1 1 0 0,0 1-1 0 0,0 0 0 0 0,1 0 1 0 0,1 2-1 0 0,0-2 1 0 0,-1-1 1 0 0,1 1-1 0 0,0 0 0 0 0,0-1 0 0 0,0 0 0 0 0,0 1 1 0 0,0-1-1 0 0,0 0 0 0 0,0-1 0 0 0,1 1 1 0 0,-1 0-1 0 0,0-1 0 0 0,7 0 0 0 0,32-1-122 0 0,0-2 0 0 0,0-2 0 0 0,48-12 1 0 0,-40 7 15 0 0,-19 5 18 0 0,143-23-482 0 0,-146 26 593 0 0,-1 0 1 0 0,1 2-1 0 0,-1 1 1 0 0,38 6 0 0 0,-58-6 45 0 0,-1 1 1 0 0,0-1 0 0 0,0 1 0 0 0,-1 0 0 0 0,1 1 0 0 0,0-1-1 0 0,-1 1 1 0 0,11 6 0 0 0,-15-7-18 0 0,1-1 1 0 0,0 1-1 0 0,-1 0 0 0 0,1-1 1 0 0,-1 1-1 0 0,1 0 1 0 0,-1 0-1 0 0,0 0 0 0 0,0 0 1 0 0,1 0-1 0 0,-2 0 0 0 0,1 0 1 0 0,0 0-1 0 0,0 0 0 0 0,-1 0 1 0 0,1 1-1 0 0,-1-1 0 0 0,1 0 1 0 0,-1 0-1 0 0,0 1 0 0 0,0-1 1 0 0,0 0-1 0 0,0 1 0 0 0,-1-1 1 0 0,1 0-1 0 0,-2 5 0 0 0,-1 2-45 0 0,0 0 1 0 0,-1-1-1 0 0,-1 1 0 0 0,1-1 0 0 0,-1 0 0 0 0,0 0 0 0 0,-1 0 0 0 0,-8 8 0 0 0,-59 53-417 0 0,65-61 322 0 0,-29 23-188 0 0,-43 29 1 0 0,64-50 168 0 0,0 0 0 0 0,-1-1 0 0 0,0-1-1 0 0,-1 0 1 0 0,-31 9 0 0 0,25-13-1355 0 0,0-3-4822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02.579"/>
    </inkml:context>
    <inkml:brush xml:id="br0">
      <inkml:brushProperty name="width" value="0.035" units="cm"/>
      <inkml:brushProperty name="height" value="0.035" units="cm"/>
      <inkml:brushProperty name="color" value="#E71224"/>
    </inkml:brush>
  </inkml:definitions>
  <inkml:trace contextRef="#ctx0" brushRef="#br0">1 495 13363 0 0,'155'-50'6421'0'0,"-1"-10"-4109"0"0,-112 41-2292 0 0,-1-1 1 0 0,-1-2 0 0 0,-1-2 0 0 0,-1-1 0 0 0,39-35 0 0 0,-65 49-380 0 0,0-1 0 0 0,-1 0-1 0 0,19-26 1 0 0,-26 33 94 0 0,-1 1 0 0 0,-1-1-1 0 0,1 0 1 0 0,-1 0 0 0 0,1 0 0 0 0,-1 0-1 0 0,-1-1 1 0 0,1 1 0 0 0,-1 0-1 0 0,0-1 1 0 0,0 1 0 0 0,0-1-1 0 0,-1 1 1 0 0,0-1 0 0 0,-1-6 0 0 0,1 9 104 0 0,-1 1 0 0 0,1 0 0 0 0,-1-1 1 0 0,0 1-1 0 0,1 0 0 0 0,-1 0 0 0 0,-1-1 1 0 0,1 1-1 0 0,0 0 0 0 0,0 0 0 0 0,-1 0 1 0 0,1 0-1 0 0,-1 0 0 0 0,0 1 0 0 0,1-1 1 0 0,-4-2-1 0 0,2 2 54 0 0,0 1-1 0 0,0-1 1 0 0,0 0 0 0 0,-1 1 0 0 0,1 0 0 0 0,0 0 0 0 0,-1 0 0 0 0,1 0-1 0 0,-1 1 1 0 0,-4-1 0 0 0,-3 1 32 0 0,-1 0 1 0 0,1 1-1 0 0,-1 1 0 0 0,1-1 1 0 0,0 2-1 0 0,-12 3 0 0 0,-22 11 257 0 0,0 1 0 0 0,1 2 0 0 0,1 2 0 0 0,1 2-1 0 0,-52 39 1 0 0,73-47 212 0 0,1 0-1 0 0,1 1 0 0 0,0 2 1 0 0,1-1-1 0 0,1 2 0 0 0,-25 38 1 0 0,34-46-99 0 0,2 0 1 0 0,-1 0-1 0 0,1 0 1 0 0,1 1 0 0 0,1 0-1 0 0,-1 0 1 0 0,2 0-1 0 0,0 0 1 0 0,1 1-1 0 0,0-1 1 0 0,1 1-1 0 0,0 0 1 0 0,1-1-1 0 0,3 21 1 0 0,-2-26-181 0 0,1 1-1 0 0,0-1 1 0 0,1 0-1 0 0,0 0 1 0 0,0 0-1 0 0,1-1 1 0 0,0 1-1 0 0,0-1 1 0 0,1 1-1 0 0,-1-2 1 0 0,2 1-1 0 0,-1 0 1 0 0,1-1-1 0 0,11 9 1 0 0,-8-8-59 0 0,0 0 1 0 0,1-1 0 0 0,0 0 0 0 0,0-1-1 0 0,0 0 1 0 0,1 0 0 0 0,0-1 0 0 0,0-1-1 0 0,0 0 1 0 0,17 3 0 0 0,4-3-19 0 0,0-1 1 0 0,0-1-1 0 0,0-2 1 0 0,54-8-1 0 0,-30-1-48 0 0,99-31 0 0 0,145-81-2508 0 0,-190 73-4850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11:18.057"/>
    </inkml:context>
    <inkml:brush xml:id="br0">
      <inkml:brushProperty name="width" value="0.035" units="cm"/>
      <inkml:brushProperty name="height" value="0.035" units="cm"/>
      <inkml:brushProperty name="color" value="#E71224"/>
    </inkml:brush>
  </inkml:definitions>
  <inkml:trace contextRef="#ctx0" brushRef="#br0">12 1218 6913 0 0,'-12'-14'3735'0'0,"219"-26"-16"0"0,145-32-228 0 0,93-22-2182 0 0,178-90 104 0 0,-426 122-1183 0 0,328-114-44 0 0,-211 58-360 0 0,455-167-4349 0 0,-621 228 3708 0 0,-55 20 195 0 0,116-30-1 0 0,-198 64 258 0 0,1 0 0 0 0,0 1 0 0 0,0 0 0 0 0,0 1 0 0 0,0 0 0 0 0,21 2 1 0 0,-19 2-3923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6T13:46:04.809"/>
    </inkml:context>
    <inkml:brush xml:id="br0">
      <inkml:brushProperty name="width" value="0.035" units="cm"/>
      <inkml:brushProperty name="height" value="0.035" units="cm"/>
      <inkml:brushProperty name="color" value="#E71224"/>
    </inkml:brush>
  </inkml:definitions>
  <inkml:trace contextRef="#ctx0" brushRef="#br0">2 11 21661 0 0,'-2'-4'960'0'0,"2"1"192"0"0,0 1-920 0 0,2 0-232 0 0,3 2 0 0 0,-3 0 0 0 0,0 0-128 0 0,1 2-80 0 0,1 0-16 0 0,1 3-6057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4:28.697"/>
    </inkml:context>
    <inkml:brush xml:id="br0">
      <inkml:brushProperty name="width" value="0.035" units="cm"/>
      <inkml:brushProperty name="height" value="0.035" units="cm"/>
      <inkml:brushProperty name="color" value="#E71224"/>
    </inkml:brush>
  </inkml:definitions>
  <inkml:trace contextRef="#ctx0" brushRef="#br0">141 1 5401 0 0,'-12'15'288'0'0,"-26"29"0"0"0,36-44-288 0 0,0 1 0 0 0,0-1 0 0 0,0 1 0 0 0,1-1 0 0 0,-1 1 0 0 0,0-1 0 0 0,0 0 0 0 0,0 0 0 0 0,0 0 0 0 0,1 0 0 0 0,-1 0 0 0 0,0-1 0 0 0,-3 0 0 0 0,2 1 56 0 0,-1-1 149 0 0,0 1-1 0 0,0-1 1 0 0,0 0 0 0 0,1-1-1 0 0,-1 1 1 0 0,-5-3 0 0 0,9 4-79 0 0,-3-6-965 0 0,-9-16 793 0 0,7 6 1243 0 0,1 26 469 0 0,4-9-804 0 0,0 5-777 0 0,-2 34 59 0 0,2-40-132 0 0,0 1 1 0 0,0 0-1 0 0,1 0 0 0 0,-1 0 0 0 0,0 0 1 0 0,1-1-1 0 0,-1 1 0 0 0,1 0 0 0 0,-1 0 1 0 0,0-1-1 0 0,1 1 0 0 0,0 0 1 0 0,-1 0-1 0 0,1-1 0 0 0,-1 1 0 0 0,1-1 1 0 0,0 1-1 0 0,0-1 0 0 0,-1 1 1 0 0,1-1-1 0 0,0 1 0 0 0,0-1 0 0 0,-1 0 1 0 0,1 1-1 0 0,0-1 0 0 0,0 0 1 0 0,0 0-1 0 0,1 1 0 0 0,26 2 912 0 0,5-5 718 0 0,-23 1-976 0 0,0 0 0 0 0,0 1 0 0 0,15 1 0 0 0,8 3-372 0 0,23 3-71 0 0,-38-3 54 0 0,0-2 0 0 0,1 0 1 0 0,25-1-1 0 0,55-8 605 0 0,-30 1-712 0 0,23 7 50 0 0,8-2 487 0 0,-77 1-366 0 0,1 0 1 0 0,42 6-1 0 0,-18-1 50 0 0,-28-4-371 0 0,1-2 1 0 0,0 0-1 0 0,0-1 0 0 0,-1-2 0 0 0,40-10 1 0 0,-48 11-8 0 0,-12 3-13 0 0,26-7 59 0 0,34-3-1 0 0,-51 9-20 0 0,0 0 0 0 0,0 1 0 0 0,0 1 0 0 0,0-1 0 0 0,-1 1 0 0 0,1 1 0 0 0,16 4 0 0 0,34 15 76 0 0,-6-3 112 0 0,104 24 0 0 0,-135-40-221 0 0,0-1-1 0 0,1-1 1 0 0,-1-1 0 0 0,0-1-1 0 0,26-5 1 0 0,-16 2 10 0 0,44 0 0 0 0,-22 3 63 0 0,26 1-30 0 0,274 1-48 0 0,-328-1 4 0 0,19-2 37 0 0,1 2 1 0 0,67 8-1 0 0,-67-2-14 0 0,1-3-1 0 0,85-7 1 0 0,-87 2-1 0 0,-1 1-1 0 0,1 3 0 0 0,54 6 0 0 0,-13 15 32 0 0,-66-15-41 0 0,-1-2 1 0 0,1 0-1 0 0,1-2 1 0 0,34 3-1 0 0,-33-6-16 0 0,0-1 0 0 0,0-1 0 0 0,-1-1 0 0 0,32-8 0 0 0,-36 6 0 0 0,34-5 0 0 0,-48 10-70 0 0,1 0 1 0 0,-1 0-1 0 0,0 0 0 0 0,1 0 1 0 0,-1 1-1 0 0,0 0 0 0 0,1 0 1 0 0,-1 0-1 0 0,0 0 0 0 0,0 0 1 0 0,0 0-1 0 0,0 1 0 0 0,0 0 1 0 0,0 0-1 0 0,0-1 0 0 0,0 2 1 0 0,-1-1-1 0 0,1 0 0 0 0,3 4 1 0 0,3 5-500 0 0,-1 0 1 0 0,0 0 0 0 0,10 18 0 0 0,-13-19 324 0 0,41 76-4439 0 0,-32-53 4146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4:29.740"/>
    </inkml:context>
    <inkml:brush xml:id="br0">
      <inkml:brushProperty name="width" value="0.035" units="cm"/>
      <inkml:brushProperty name="height" value="0.035" units="cm"/>
      <inkml:brushProperty name="color" value="#E71224"/>
    </inkml:brush>
  </inkml:definitions>
  <inkml:trace contextRef="#ctx0" brushRef="#br0">213 179 6449 0 0,'-2'-1'180'0'0,"0"0"0"0"0,0 0-1 0 0,0 0 1 0 0,0-1 0 0 0,0 1 0 0 0,0 0-1 0 0,0-1 1 0 0,0 0 0 0 0,0 1-1 0 0,1-1 1 0 0,-1 0 0 0 0,1 0-1 0 0,-3-3 1 0 0,-1-2-114 0 0,0-1-34 0 0,0 0-1 0 0,1 1 0 0 0,0-2 0 0 0,0 1 1 0 0,1 0-1 0 0,-3-13 0 0 0,3 11 151 0 0,0 0 1 0 0,0 1-1 0 0,-1 0 0 0 0,-9-15 0 0 0,13 23 9 0 0,-1-1-1 0 0,0 1 1 0 0,0 0 0 0 0,0 0 0 0 0,0 0 0 0 0,0 0-1 0 0,0 0 1 0 0,0 0 0 0 0,0 1 0 0 0,0-1 0 0 0,-1 0-1 0 0,1 0 1 0 0,0 1 0 0 0,0-1 0 0 0,-1 1 0 0 0,1-1-1 0 0,-1 1 1 0 0,1 0 0 0 0,0-1 0 0 0,-2 1-1 0 0,0 0 134 0 0,1 0-1 0 0,0 0 1 0 0,-1 1-1 0 0,1-1 0 0 0,0 1 1 0 0,-1-1-1 0 0,1 1 0 0 0,0 0 1 0 0,0 0-1 0 0,0 0 0 0 0,-3 2 1 0 0,1-1-25 0 0,0 1 0 0 0,0 0 0 0 0,0 0 0 0 0,0 0 0 0 0,0 1 0 0 0,1 0 0 0 0,0-1 0 0 0,0 1 0 0 0,0 0 0 0 0,-5 9 0 0 0,5-6-281 0 0,1 1 0 0 0,-1 0 1 0 0,1 0-1 0 0,0 0 1 0 0,1 0-1 0 0,0 0 1 0 0,0 0-1 0 0,1 0 0 0 0,0 0 1 0 0,2 13-1 0 0,0-10 8 0 0,0 1 1 0 0,1-1-1 0 0,1 1 0 0 0,0-1 0 0 0,0 0 0 0 0,10 16 0 0 0,2-2 4 0 0,1 0-1 0 0,1-1 0 0 0,2-1 0 0 0,39 38 1 0 0,-30-37 87 0 0,1-1 0 0 0,1-1 0 0 0,40 21 0 0 0,-29-18-76 0 0,2 4-169 0 0,-28-18 227 0 0,0 0 0 0 0,0-1-1 0 0,1-1 1 0 0,0-1 0 0 0,24 9-1 0 0,-29-14-122 0 0,-8-2 32 0 0,0 0-1 0 0,0 0 0 0 0,0 0 0 0 0,0 0 1 0 0,5 4-1 0 0,-8-4-7 0 0,0 0 1 0 0,1 0-1 0 0,-1 0 0 0 0,0 0 1 0 0,0 0-1 0 0,0 0 0 0 0,0 0 1 0 0,0 1-1 0 0,0-1 1 0 0,-1 0-1 0 0,1 1 0 0 0,0-1 1 0 0,-1 1-1 0 0,1-1 0 0 0,0 0 1 0 0,-1 1-1 0 0,0-1 1 0 0,1 3-1 0 0,-1 2 0 0 0,1 0 0 0 0,-1 0 0 0 0,0 0 0 0 0,-1 0 0 0 0,-1 7 0 0 0,0 14 0 0 0,5-20 0 0 0,-1-6 0 0 0,-2 1 0 0 0,-8 1 0 0 0,7-3 0 0 0,-19 7 47 0 0,1 0 0 0 0,-38 21 0 0 0,15 1 4 0 0,1 3-1 0 0,-49 48 1 0 0,64-57-40 0 0,-55 54-581 0 0,-109 135 1 0 0,177-197-4776 0 0,0-1-1822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5:41.881"/>
    </inkml:context>
    <inkml:brush xml:id="br0">
      <inkml:brushProperty name="width" value="0.035" units="cm"/>
      <inkml:brushProperty name="height" value="0.035" units="cm"/>
      <inkml:brushProperty name="color" value="#E71224"/>
    </inkml:brush>
  </inkml:definitions>
  <inkml:trace contextRef="#ctx0" brushRef="#br0">90 371 4665 0 0,'-3'-1'67'0'0,"0"0"0"0"0,1-1 0 0 0,-1 1 0 0 0,1-1 0 0 0,-1 0-1 0 0,1 0 1 0 0,0 0 0 0 0,0 0 0 0 0,0 0 0 0 0,0-1 0 0 0,0 1 0 0 0,0-1 0 0 0,1 1 0 0 0,-2-4 0 0 0,-4-7 815 0 0,-7-22 0 0 0,12 30-596 0 0,2 4-285 0 0,-1 0 0 0 0,1 0 0 0 0,0 0 1 0 0,-1 0-1 0 0,1 0 0 0 0,0 0 0 0 0,-1 0 0 0 0,1 0 0 0 0,-1 0 1 0 0,1 0-1 0 0,-1 0 0 0 0,0 1 0 0 0,1-1 0 0 0,-1 0 0 0 0,0 0 1 0 0,0 1-1 0 0,1-1 0 0 0,-1 0 0 0 0,-1 0 0 0 0,1 1 32 0 0,0 1 0 0 0,0-1 0 0 0,0 1 0 0 0,0-1 0 0 0,0 0 0 0 0,0 1 1 0 0,0 0-1 0 0,0-1 0 0 0,1 1 0 0 0,-1 0 0 0 0,0-1 0 0 0,0 1 0 0 0,1 0 0 0 0,-1 0 0 0 0,0-1 0 0 0,1 1 0 0 0,-1 0 0 0 0,1 0 0 0 0,-1 2 0 0 0,1-3-57 0 0,-5 6 1674 0 0,6-6-1606 0 0,-1 0-1 0 0,0 0 0 0 0,0 0 0 0 0,0 0 0 0 0,0 0 1 0 0,0 0-1 0 0,0 0 0 0 0,0 0 0 0 0,0 0 0 0 0,0 0 0 0 0,1 0 1 0 0,-1 0-1 0 0,0 0 0 0 0,0 0 0 0 0,0 0 0 0 0,0 0 1 0 0,0 0-1 0 0,0 0 0 0 0,0 0 0 0 0,0 0 0 0 0,0 0 0 0 0,0 0 1 0 0,0 0-1 0 0,1 0 0 0 0,-1 1 0 0 0,0-1 0 0 0,0 0 1 0 0,0 0-1 0 0,0 0 0 0 0,0 0 0 0 0,0 0 0 0 0,0 0 0 0 0,0 0 1 0 0,0 0-1 0 0,0 0 0 0 0,0 0 0 0 0,0 0 0 0 0,0 0 1 0 0,0 1-1 0 0,0-1 0 0 0,0 0 0 0 0,0 0 0 0 0,0 0 0 0 0,0 0 1 0 0,0 0-1 0 0,0 0 0 0 0,0 0 0 0 0,0 0 0 0 0,0 0 1 0 0,0 1-1 0 0,0-1 0 0 0,0 0 0 0 0,0 0 0 0 0,1-1 72 0 0,0 1 36 0 0,2-4 17 0 0,0 1-101 0 0,0 1 1 0 0,0-1-1 0 0,0 1 1 0 0,0-1-1 0 0,0 1 1 0 0,1 0-1 0 0,-1 0 1 0 0,1 1 0 0 0,-1-1-1 0 0,1 1 1 0 0,0 0-1 0 0,0 0 1 0 0,5-1-1 0 0,212-26 2020 0 0,118-32-370 0 0,4 26-241 0 0,-225 24-1202 0 0,227-48 0 0 0,-22-6 834 0 0,-308 62-1485 0 0,-1 0 0 0 0,19 2 0 0 0,-7 2-4977 0 0,-8 1-755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5:42.675"/>
    </inkml:context>
    <inkml:brush xml:id="br0">
      <inkml:brushProperty name="width" value="0.035" units="cm"/>
      <inkml:brushProperty name="height" value="0.035" units="cm"/>
      <inkml:brushProperty name="color" value="#E71224"/>
    </inkml:brush>
  </inkml:definitions>
  <inkml:trace contextRef="#ctx0" brushRef="#br0">50 7 12899 0 0,'-2'-1'168'0'0,"1"0"1"0"0,-1 0-1 0 0,0 0 1 0 0,-1 1-1 0 0,1-1 1 0 0,0 1 0 0 0,0-1-1 0 0,0 1 1 0 0,0 0-1 0 0,0 0 1 0 0,-3 0-1 0 0,4 0-193 0 0,0 0-1 0 0,0 0 1 0 0,0 0-1 0 0,0 1 0 0 0,0-1 1 0 0,0 0-1 0 0,0 1 1 0 0,0-1-1 0 0,0 1 0 0 0,0-1 1 0 0,0 1-1 0 0,0 0 1 0 0,0-1-1 0 0,1 1 1 0 0,-1 0-1 0 0,0 0 0 0 0,0 1 1 0 0,0-1-134 0 0,0 1 0 0 0,0 0 0 0 0,1-1 0 0 0,-1 1-1 0 0,0 0 1 0 0,1 0 0 0 0,0-1 0 0 0,-1 1 0 0 0,1 0 0 0 0,0 0 0 0 0,0 0 0 0 0,0 0 0 0 0,0-1 0 0 0,0 1 0 0 0,1 0 0 0 0,-1 0 0 0 0,1 0 0 0 0,-1-1 0 0 0,1 1 0 0 0,-1 0-1 0 0,1 0 1 0 0,2 2 0 0 0,7 14 580 0 0,2 0-1 0 0,0-2 0 0 0,1 1 0 0 0,1-1 1 0 0,0-1-1 0 0,1-1 0 0 0,1 0 0 0 0,0-1 0 0 0,1 0 1 0 0,0-2-1 0 0,1 0 0 0 0,38 17 0 0 0,-30-17-75 0 0,2-1 0 0 0,-1-1-1 0 0,1-2 1 0 0,1-1-1 0 0,-1-1 1 0 0,1-1 0 0 0,0-1-1 0 0,52-3 1 0 0,39-14-541 0 0,10-1-867 0 0,-127 15 1027 0 0,0 0 11 0 0,1-1 0 0 0,-1 1 0 0 0,0 0 0 0 0,0 0 0 0 0,0 0 0 0 0,1 1 0 0 0,-1-1 0 0 0,0 1 0 0 0,0 0 0 0 0,0 0 0 0 0,4 1 0 0 0,-7-1 31 0 0,0-1 1 0 0,1 1 0 0 0,-1-1-1 0 0,0 1 1 0 0,0-1 0 0 0,1 1-1 0 0,-1 0 1 0 0,0-1 0 0 0,0 1-1 0 0,0-1 1 0 0,0 1-1 0 0,0-1 1 0 0,0 1 0 0 0,0 0-1 0 0,0-1 1 0 0,0 1 0 0 0,0-1-1 0 0,0 1 1 0 0,0 0 0 0 0,0-1-1 0 0,0 1 1 0 0,-1-1 0 0 0,1 1-1 0 0,0-1 1 0 0,0 1-1 0 0,-1-1 1 0 0,1 1 0 0 0,0-1-1 0 0,-1 1 1 0 0,1-1 0 0 0,0 1-1 0 0,-1-1 1 0 0,0 1 0 0 0,-15 16 383 0 0,-6 2-23 0 0,-48 30 1 0 0,9-9-274 0 0,13 0 196 0 0,2 3-1 0 0,-61 72 0 0 0,-32 29 54 0 0,87-99-1622 0 0,-2-2-1 0 0,-83 51 0 0 0,97-71-4819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6:32.682"/>
    </inkml:context>
    <inkml:brush xml:id="br0">
      <inkml:brushProperty name="width" value="0.035" units="cm"/>
      <inkml:brushProperty name="height" value="0.035" units="cm"/>
      <inkml:brushProperty name="color" value="#E71224"/>
    </inkml:brush>
  </inkml:definitions>
  <inkml:trace contextRef="#ctx0" brushRef="#br0">10 349 11058 0 0,'-2'-4'84'0'0,"1"-1"0"0"0,-1 1 0 0 0,1-1 0 0 0,0 1-1 0 0,0-1 1 0 0,0 0 0 0 0,1 0 0 0 0,0 1-1 0 0,0-1 1 0 0,1-9 0 0 0,-1 0-1786 0 0,0 16 1716 0 0,1-1 1 0 0,-1 0-1 0 0,1 0 0 0 0,0 0 0 0 0,-1 1 0 0 0,1-1 1 0 0,0 0-1 0 0,0 0 0 0 0,0 0 0 0 0,-1 0 1 0 0,1 0-1 0 0,0 0 0 0 0,1-1 0 0 0,-1 1 0 0 0,0 0 1 0 0,0 0-1 0 0,0-1 0 0 0,2 1 0 0 0,25 13 873 0 0,-28-13-880 0 0,17 5 419 0 0,0 0-1 0 0,1-1 1 0 0,-1-1-1 0 0,1-1 0 0 0,26 2 1 0 0,91-2 1286 0 0,231-20 1544 0 0,-287 13-3015 0 0,320-45 695 0 0,-6-37-928 0 0,68-72-4014 0 0,-433 148 3107 0 0,13-7-4718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6:33.501"/>
    </inkml:context>
    <inkml:brush xml:id="br0">
      <inkml:brushProperty name="width" value="0.035" units="cm"/>
      <inkml:brushProperty name="height" value="0.035" units="cm"/>
      <inkml:brushProperty name="color" value="#E71224"/>
    </inkml:brush>
  </inkml:definitions>
  <inkml:trace contextRef="#ctx0" brushRef="#br0">6 121 16588 0 0,'-5'-2'1684'0'0,"7"-2"-1125"0"0,5-2-238 0 0,2-3-688 0 0,0-1 0 0 0,0 1 0 0 0,1 1 0 0 0,1 0 0 0 0,0 0-1 0 0,0 1 1 0 0,0 0 0 0 0,1 1 0 0 0,0 1 0 0 0,0-1 0 0 0,0 2 0 0 0,17-5 0 0 0,-10 5 512 0 0,-1 1-1 0 0,1 0 1 0 0,-1 2 0 0 0,1 0 0 0 0,0 1 0 0 0,-1 0 0 0 0,1 2 0 0 0,20 3-1 0 0,20 7 892 0 0,0 2 0 0 0,-1 3 0 0 0,73 31 0 0 0,-113-40-884 0 0,-1 1-1 0 0,0 1 1 0 0,16 13 0 0 0,-25-18-142 0 0,-1 1 0 0 0,-1 0 0 0 0,1 0 0 0 0,-1 1 0 0 0,0 0 0 0 0,-1 0 0 0 0,0 0 0 0 0,9 16 0 0 0,-13-20-9 0 0,0 0 1 0 0,0 0-1 0 0,0 0 0 0 0,-1 0 0 0 0,1 0 0 0 0,-1 0 0 0 0,1 0 0 0 0,-1 1 0 0 0,0-1 0 0 0,-1 0 0 0 0,1 0 1 0 0,0 0-1 0 0,-1 0 0 0 0,0 0 0 0 0,0 0 0 0 0,0 0 0 0 0,0 0 0 0 0,0 0 0 0 0,-3 4 0 0 0,-3 5 40 0 0,0-1 0 0 0,-1 0 0 0 0,-12 13 0 0 0,11-14 1 0 0,-174 183 339 0 0,17-51-58 0 0,53-48-2033 0 0,41-27-3640 0 0,43-36-844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1.873"/>
    </inkml:context>
    <inkml:brush xml:id="br0">
      <inkml:brushProperty name="width" value="0.035" units="cm"/>
      <inkml:brushProperty name="height" value="0.035" units="cm"/>
      <inkml:brushProperty name="color" value="#E71224"/>
    </inkml:brush>
  </inkml:definitions>
  <inkml:trace contextRef="#ctx0" brushRef="#br0">1031 94 4609 0 0,'-177'-38'4669'0'0,"-91"-14"-2160"0"0,258 50-2344 0 0,0 1 0 0 0,1 1 0 0 0,-1 0 0 0 0,0 0 1 0 0,1 1-1 0 0,-1 0 0 0 0,1 1 0 0 0,-1 0 1 0 0,1 0-1 0 0,0 1 0 0 0,-1 0 0 0 0,2 1 1 0 0,-1 0-1 0 0,0 0 0 0 0,1 1 0 0 0,-1 0 1 0 0,1 0-1 0 0,1 1 0 0 0,-9 8 0 0 0,-7 8 17 0 0,0 1 0 0 0,2 2-1 0 0,1 0 1 0 0,0 1 0 0 0,-27 51-1 0 0,-59 149-253 0 0,79-160 156 0 0,3 0 1 0 0,3 2-1 0 0,3 0 1 0 0,3 1-1 0 0,-11 129 1 0 0,22-129 314 0 0,3 1 0 0 0,2-1 0 0 0,16 99 0 0 0,-10-134-194 0 0,0 0 0 0 0,3-1 1 0 0,19 47-1 0 0,-19-58-100 0 0,1-1 1 0 0,1 0-1 0 0,0-1 1 0 0,2-1-1 0 0,29 34 1 0 0,-31-41-41 0 0,2 1 1 0 0,-1-2-1 0 0,1 0 1 0 0,1-1 0 0 0,0 0-1 0 0,1-1 1 0 0,-1-1 0 0 0,2-1-1 0 0,-1 0 1 0 0,1-1-1 0 0,0 0 1 0 0,0-2 0 0 0,1 0-1 0 0,-1-1 1 0 0,1 0 0 0 0,0-2-1 0 0,0 0 1 0 0,31-3-1 0 0,-5-3 27 0 0,0-2-1 0 0,-1-2 0 0 0,0-2 1 0 0,0-2-1 0 0,54-24 0 0 0,-30 6 50 0 0,-2-3 0 0 0,90-61 0 0 0,-47 18-33 0 0,165-153-1 0 0,-227 185-96 0 0,-2-3 0 0 0,-2-1-1 0 0,62-96 1 0 0,-82 109 52 0 0,-2-1 0 0 0,-1-1 0 0 0,-2-1-1 0 0,-1 0 1 0 0,-3-1 0 0 0,16-74 0 0 0,-26 94-5 0 0,-1 1 1 0 0,0-1-1 0 0,-1 0 1 0 0,-2 0-1 0 0,0 0 1 0 0,-1 0 0 0 0,-1 1-1 0 0,-10-39 1 0 0,8 44-30 0 0,0 1 1 0 0,0 0 0 0 0,-1 0-1 0 0,-1 1 1 0 0,0 0 0 0 0,-1 0 0 0 0,0 1-1 0 0,-1 0 1 0 0,0 0 0 0 0,-1 1 0 0 0,0 0-1 0 0,-1 1 1 0 0,-17-13 0 0 0,7 10-19 0 0,0 0 0 0 0,-1 2 0 0 0,0 0 0 0 0,0 2-1 0 0,-1 0 1 0 0,0 1 0 0 0,0 2 0 0 0,-41-5 0 0 0,9 5-91 0 0,0 3-1 0 0,-93 7 1 0 0,-15 15-599 0 0,-208 53 0 0 0,283-52 15 0 0,8 0-123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2.992"/>
    </inkml:context>
    <inkml:brush xml:id="br0">
      <inkml:brushProperty name="width" value="0.035" units="cm"/>
      <inkml:brushProperty name="height" value="0.035" units="cm"/>
      <inkml:brushProperty name="color" value="#E71224"/>
    </inkml:brush>
  </inkml:definitions>
  <inkml:trace contextRef="#ctx0" brushRef="#br0">138 96 15667 0 0,'-2'9'417'0'0,"1"0"0"0"0,0 0 0 0 0,0 18 0 0 0,0 1-432 0 0,-34 332-197 0 0,25-270 44 0 0,8-65 110 0 0,-22 140-2297 0 0,25-164 2351 0 0,-1-1 0 0 0,0 0 0 0 0,0 0 0 0 0,0 1 0 0 0,0-1 0 0 0,0 0 0 0 0,0 1 0 0 0,0-1 1 0 0,0 0-1 0 0,0 1 0 0 0,0-1 0 0 0,-1 0 0 0 0,1 0 0 0 0,0 1 0 0 0,0-1 0 0 0,0 0 0 0 0,0 1 0 0 0,0-1 0 0 0,0 0 0 0 0,-1 0 0 0 0,1 1 0 0 0,0-1 0 0 0,0 0 0 0 0,0 0 0 0 0,-1 0 0 0 0,1 1 0 0 0,0-1 0 0 0,0 0 0 0 0,-1 0 0 0 0,1 0 0 0 0,0 0 1 0 0,0 1-1 0 0,-1-1 0 0 0,1 0 0 0 0,0 0 0 0 0,-1 0 0 0 0,1 0 0 0 0,-7-11 754 0 0,-4-27 1121 0 0,10 34-1757 0 0,-11-55 1146 0 0,-8-109 1 0 0,19 159-1227 0 0,-2-25 59 0 0,2 0 0 0 0,2 0 1 0 0,8-64-1 0 0,-6 82-137 0 0,0 1 0 0 0,1-1 0 0 0,1 1 0 0 0,0 0 0 0 0,1 1 0 0 0,0-1 0 0 0,2 1 0 0 0,-1 0 0 0 0,2 1 0 0 0,15-20 0 0 0,-22 31 2 0 0,-1 0-1 0 0,1 1 1 0 0,0-1-1 0 0,-1 0 1 0 0,1 1-1 0 0,0 0 1 0 0,0-1-1 0 0,0 1 1 0 0,0 0-1 0 0,0 0 1 0 0,3-1-1 0 0,-4 2 20 0 0,0 0 0 0 0,0 0 0 0 0,0 0 0 0 0,-1 0 0 0 0,1 0-1 0 0,0 0 1 0 0,0 0 0 0 0,0 0 0 0 0,0 0 0 0 0,-1 1 0 0 0,1-1 0 0 0,0 0 0 0 0,0 0 0 0 0,0 1 0 0 0,-1-1-1 0 0,1 1 1 0 0,0-1 0 0 0,-1 1 0 0 0,1-1 0 0 0,0 1 0 0 0,-1-1 0 0 0,1 1 0 0 0,0-1 0 0 0,-1 1 0 0 0,1 0 0 0 0,-1-1-1 0 0,1 1 1 0 0,-1 0 0 0 0,0 0 0 0 0,1-1 0 0 0,-1 1 0 0 0,1 1 0 0 0,3 10-7 0 0,-1-1-1 0 0,0 1 1 0 0,-1 0 0 0 0,0-1-1 0 0,0 1 1 0 0,-1 20-1 0 0,1-3 209 0 0,0 29 425 0 0,4 33 133 0 0,-5-80-670 0 0,1 0 0 0 0,0-1 1 0 0,1 1-1 0 0,0-1 1 0 0,1 1-1 0 0,5 9 0 0 0,-8-18-67 0 0,0 0 0 0 0,0 0-1 0 0,0 0 1 0 0,0 0 0 0 0,1-1-1 0 0,-1 1 1 0 0,1 0 0 0 0,-1-1-1 0 0,1 1 1 0 0,-1-1 0 0 0,1 1 0 0 0,0-1-1 0 0,0 0 1 0 0,0 0 0 0 0,0 0-1 0 0,-1 0 1 0 0,2 0 0 0 0,-1 0-1 0 0,2 0 1 0 0,-1 0-35 0 0,0-1 0 0 0,0 0 0 0 0,0 0 0 0 0,0 0 0 0 0,-1-1 0 0 0,1 1 0 0 0,0-1 0 0 0,0 1 0 0 0,0-1 0 0 0,-1 0 0 0 0,1 0 0 0 0,5-3 0 0 0,2-2-178 0 0,0-1 0 0 0,0 0 0 0 0,0-1 0 0 0,-1 0 1 0 0,14-15-1 0 0,1-4-414 0 0,-1-2 1 0 0,23-37 0 0 0,32-68-155 0 0,1 0 2544 0 0,-68 118-956 0 0,14-17-1 0 0,-21 28-595 0 0,-1 1 0 0 0,2 0 0 0 0,-1 0-1 0 0,0 0 1 0 0,1 1 0 0 0,0-1 0 0 0,0 1 0 0 0,6-3-1 0 0,-10 5-184 0 0,0 1-1 0 0,1-1 1 0 0,-1 1-1 0 0,0 0 1 0 0,0-1-1 0 0,1 1 0 0 0,-1 0 1 0 0,0 0-1 0 0,0 0 1 0 0,1 0-1 0 0,-1 0 1 0 0,0 0-1 0 0,0 0 0 0 0,1 1 1 0 0,-1-1-1 0 0,0 0 1 0 0,0 1-1 0 0,1-1 1 0 0,-1 0-1 0 0,0 1 0 0 0,2 1 1 0 0,-1-1-9 0 0,0 1-1 0 0,0 0 1 0 0,0 0 0 0 0,0 0 0 0 0,0 0-1 0 0,0 1 1 0 0,0-1 0 0 0,-1 0 0 0 0,2 4-1 0 0,2 5-59 0 0,-1-1 0 0 0,0 1-1 0 0,4 19 1 0 0,16 146-251 0 0,-12-59 244 0 0,-8-92-66 0 0,2 20 241 0 0,16 55 0 0 0,-19-86-374 0 0,2-1 0 0 0,-1 0 0 0 0,2-1 0 0 0,0 1 0 0 0,0-1 0 0 0,1-1 0 0 0,1 1 0 0 0,14 17 0 0 0,-2-11-6568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3.439"/>
    </inkml:context>
    <inkml:brush xml:id="br0">
      <inkml:brushProperty name="width" value="0.035" units="cm"/>
      <inkml:brushProperty name="height" value="0.035" units="cm"/>
      <inkml:brushProperty name="color" value="#E71224"/>
    </inkml:brush>
  </inkml:definitions>
  <inkml:trace contextRef="#ctx0" brushRef="#br0">506 191 5529 0 0,'-9'-24'1299'0'0,"-13"-31"-2161"0"0,15 36 5270 0 0,-1 0 5125 0 0,6 13-9363 0 0,-1 1-1 0 0,1-1 1 0 0,-1 1 0 0 0,0 0 0 0 0,-1 0 0 0 0,1 0-1 0 0,-1 1 1 0 0,0-1 0 0 0,-1 1 0 0 0,-5-6-1 0 0,7 8-205 0 0,1 1 0 0 0,-1-1 0 0 0,0 1-1 0 0,1-1 1 0 0,-1 1 0 0 0,0 0 0 0 0,0 0-1 0 0,0 0 1 0 0,0 1 0 0 0,0-1 0 0 0,0 1-1 0 0,0 0 1 0 0,0-1 0 0 0,0 1 0 0 0,0 1-1 0 0,0-1 1 0 0,0 0 0 0 0,0 1-1 0 0,0-1 1 0 0,0 1 0 0 0,0 0 0 0 0,-5 2-1 0 0,-1 2-377 0 0,0 0 0 0 0,0 0-1 0 0,1 1 1 0 0,-1 0-1 0 0,1 0 1 0 0,1 1 0 0 0,-13 14-1 0 0,-43 59-2962 0 0,23-22 1593 0 0,-33 65 0 0 0,54-87 2251 0 0,3 0-1 0 0,0 2 0 0 0,-12 49 0 0 0,25-74 51 0 0,0-1 1 0 0,1 0-1 0 0,1 0 0 0 0,0 1 0 0 0,1-1 0 0 0,0 1 0 0 0,1-1 0 0 0,3 17 0 0 0,-3-24-288 0 0,0 0-1 0 0,0-1 0 0 0,1 0 0 0 0,0 1 0 0 0,0-1 0 0 0,0 0 1 0 0,0 0-1 0 0,1 0 0 0 0,-1 0 0 0 0,7 7 0 0 0,-6-9-114 0 0,0 0 0 0 0,0 1 0 0 0,0-1 0 0 0,0 0 0 0 0,0 0 0 0 0,0-1 1 0 0,1 1-1 0 0,-1-1 0 0 0,1 1 0 0 0,-1-1 0 0 0,1 0 0 0 0,0-1 0 0 0,-1 1 0 0 0,1 0 0 0 0,5-1 0 0 0,-1 0-41 0 0,-1-1 1 0 0,1 0-1 0 0,0 0 0 0 0,-1-1 0 0 0,0 0 1 0 0,1 0-1 0 0,-1 0 0 0 0,0-1 1 0 0,0 0-1 0 0,0-1 0 0 0,7-4 0 0 0,4-4 29 0 0,0-1-1 0 0,26-25 0 0 0,-10 6-64 0 0,-1-3 0 0 0,31-42-1 0 0,-45 50-203 0 0,0 0-1 0 0,-2-1 0 0 0,25-60 1 0 0,-34 65 92 0 0,0-1 0 0 0,-2 0 0 0 0,-1 0 0 0 0,-1 0 0 0 0,-1-1 1 0 0,-1 0-1 0 0,-2-41 0 0 0,0 64 108 0 0,0 0 1 0 0,0 0-1 0 0,-1-1 1 0 0,1 1-1 0 0,0 0 1 0 0,-1 0-1 0 0,1 0 0 0 0,-1-1 1 0 0,0 1-1 0 0,0 0 1 0 0,0 0-1 0 0,-1-3 1 0 0,1 5-23 0 0,1 0 0 0 0,0 0 0 0 0,0 0 0 0 0,-1 0 0 0 0,1 0 0 0 0,0 0 0 0 0,0 0 0 0 0,0 0 1 0 0,-1 0-1 0 0,1 0 0 0 0,0 0 0 0 0,0 0 0 0 0,-1 0 0 0 0,1 0 0 0 0,0 0 0 0 0,0 0 0 0 0,-1 0 0 0 0,1 0 0 0 0,0 0 0 0 0,0 1 1 0 0,0-1-1 0 0,-1 0 0 0 0,1 0 0 0 0,0 0 0 0 0,0 0 0 0 0,0 0 0 0 0,-1 0 0 0 0,1 1 0 0 0,0-1 0 0 0,0 0 0 0 0,0 0 1 0 0,0 0-1 0 0,0 1 0 0 0,-1-1 0 0 0,1 0 0 0 0,0 0 0 0 0,0 1 0 0 0,-5 8 196 0 0,1 1-172 0 0,2 1 0 0 0,-1-1 1 0 0,1 1-1 0 0,1-1 0 0 0,0 1 1 0 0,0 14-1 0 0,8 64 141 0 0,-7-85-175 0 0,4 23-252 0 0,0 0 0 0 0,15 47 1 0 0,-14-58 117 0 0,1-2 1 0 0,0 1-1 0 0,1 0 0 0 0,1-1 1 0 0,0-1-1 0 0,12 15 1 0 0,-16-23-83 0 0,0 0 0 0 0,0-1 0 0 0,0 0 1 0 0,1 0-1 0 0,0 0 0 0 0,0-1 1 0 0,0 1-1 0 0,0-1 0 0 0,0 0 0 0 0,0-1 1 0 0,1 1-1 0 0,0-1 0 0 0,-1 0 1 0 0,1-1-1 0 0,0 1 0 0 0,6 0 0 0 0,19-1-6257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3.748"/>
    </inkml:context>
    <inkml:brush xml:id="br0">
      <inkml:brushProperty name="width" value="0.035" units="cm"/>
      <inkml:brushProperty name="height" value="0.035" units="cm"/>
      <inkml:brushProperty name="color" value="#E71224"/>
    </inkml:brush>
  </inkml:definitions>
  <inkml:trace contextRef="#ctx0" brushRef="#br0">77 107 8290 0 0,'0'0'80'0'0,"-1"1"1"0"0,0-1-1 0 0,0 0 1 0 0,0 1-1 0 0,1-1 1 0 0,-1 1 0 0 0,0 0-1 0 0,1-1 1 0 0,-1 1-1 0 0,0 0 1 0 0,1-1-1 0 0,-1 1 1 0 0,1 0-1 0 0,-1-1 1 0 0,1 1-1 0 0,-1 0 1 0 0,1 0-1 0 0,0 0 1 0 0,-1 0-1 0 0,1 0 1 0 0,-4 22 4741 0 0,2-10-2628 0 0,-27 126-1663 0 0,3-47-6851 0 0,22-76 2176 0 0,13-37 1613 0 0,-2 5 3938 0 0,25-78 5854 0 0,2-5-2948 0 0,-26 80-3350 0 0,0 0-1 0 0,1 1 0 0 0,14-19 0 0 0,-21 34-882 0 0,-1 1 1 0 0,1-1-1 0 0,0 1 0 0 0,0 0 0 0 0,0-1 0 0 0,1 1 1 0 0,-1 0-1 0 0,0 1 0 0 0,1-1 0 0 0,-1 0 0 0 0,1 1 1 0 0,0-1-1 0 0,0 1 0 0 0,-1 0 0 0 0,1 0 0 0 0,3-1 1 0 0,0 1-26 0 0,-1 1 0 0 0,1-1-1 0 0,-1 1 1 0 0,0 1 0 0 0,1-1 0 0 0,-1 1 0 0 0,0 0 0 0 0,8 2 0 0 0,1 0-284 0 0,1 0 1 0 0,0-1-1 0 0,0-1 1 0 0,-1 0-1 0 0,1-1 1 0 0,0-1 0 0 0,0 0-1 0 0,0-1 1 0 0,0-1-1 0 0,-1 0 1 0 0,1-1-1 0 0,-1 0 1 0 0,0-1-1 0 0,26-14 1 0 0,1-2-1698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4.278"/>
    </inkml:context>
    <inkml:brush xml:id="br0">
      <inkml:brushProperty name="width" value="0.035" units="cm"/>
      <inkml:brushProperty name="height" value="0.035" units="cm"/>
      <inkml:brushProperty name="color" value="#E71224"/>
    </inkml:brush>
  </inkml:definitions>
  <inkml:trace contextRef="#ctx0" brushRef="#br0">18 1 19812 0 0,'-1'0'36'0'0,"0"1"1"0"0,0 0-1 0 0,0 0 0 0 0,0-1 0 0 0,0 1 0 0 0,-1 0 0 0 0,1 0 1 0 0,1 0-1 0 0,-1 0 0 0 0,0 0 0 0 0,0 1 0 0 0,0-1 0 0 0,1 0 1 0 0,-1 0-1 0 0,0 1 0 0 0,1-1 0 0 0,-1 0 0 0 0,1 1 0 0 0,0-1 1 0 0,-1 0-1 0 0,1 1 0 0 0,0-1 0 0 0,0 0 0 0 0,0 1 0 0 0,0-1 1 0 0,0 1-1 0 0,0 1 0 0 0,1 6 207 0 0,0 1 1 0 0,1-1-1 0 0,3 11 1 0 0,0 2-78 0 0,35 205-240 0 0,26 128-68 0 0,-10-145-727 0 0,108 262 1 0 0,-152-439 790 0 0,1-2 0 0 0,2 0 0 0 0,0 0 0 0 0,23 31 0 0 0,-42-72 872 0 0,-1 1 0 0 0,-3-13 0 0 0,-1 0-473 0 0,-3-8-185 0 0,0-1 0 0 0,2 0 0 0 0,2-1 1 0 0,1 0-1 0 0,-6-62 0 0 0,12 70-105 0 0,1 0 0 0 0,2 0 0 0 0,0 0 0 0 0,1 0 0 0 0,1 1 0 0 0,2-1 0 0 0,0 1 0 0 0,17-41 0 0 0,-10 37 9 0 0,1 1 0 0 0,1 0 0 0 0,1 1 0 0 0,2 0 0 0 0,0 1 0 0 0,2 1 0 0 0,0 2 0 0 0,2-1 0 0 0,0 2 0 0 0,1 1 0 0 0,1 1 0 0 0,1 1 0 0 0,32-17 0 0 0,-52 32-44 0 0,25-12 5 0 0,-28 13-14 0 0,0 1 0 0 0,-1-1 1 0 0,1 1-1 0 0,0-1 0 0 0,0 1 1 0 0,0 0-1 0 0,-1 0 0 0 0,1-1 1 0 0,0 1-1 0 0,0 0 0 0 0,0 1 1 0 0,-1-1-1 0 0,1 0 0 0 0,2 1 1 0 0,-3 0 1 0 0,-1-1 0 0 0,1 0 0 0 0,0 1 1 0 0,-1 0-1 0 0,1-1 0 0 0,0 1 0 0 0,-1-1 0 0 0,1 1 0 0 0,-1 0 1 0 0,1-1-1 0 0,-1 1 0 0 0,0 0 0 0 0,1 0 0 0 0,-1-1 1 0 0,0 1-1 0 0,1 0 0 0 0,-1 0 0 0 0,0 0 0 0 0,0-1 1 0 0,0 1-1 0 0,0 0 0 0 0,0 0 0 0 0,0 0 0 0 0,0 0 1 0 0,0-1-1 0 0,0 3 0 0 0,-6 22-240 0 0,-17 38-58 0 0,-55 102 1 0 0,35-78 281 0 0,30-61 10 0 0,-57 129-39 0 0,55-118 93 0 0,2 1-1 0 0,-11 48 1 0 0,23-81-7 0 0,0 0-1 0 0,0 0 1 0 0,1 0-1 0 0,0 0 1 0 0,0 0-1 0 0,0 0 1 0 0,0 0-1 0 0,2 8 1 0 0,-2-11-19 0 0,1-1 1 0 0,-1 0-1 0 0,1 1 1 0 0,0-1-1 0 0,-1 1 1 0 0,1-1-1 0 0,0 0 1 0 0,0 1 0 0 0,0-1-1 0 0,0 0 1 0 0,0 0-1 0 0,0 0 1 0 0,0 0-1 0 0,1 0 1 0 0,-1 0-1 0 0,0 0 1 0 0,1 0-1 0 0,-1-1 1 0 0,0 1-1 0 0,1 0 1 0 0,-1-1-1 0 0,1 1 1 0 0,-1-1-1 0 0,1 1 1 0 0,-1-1-1 0 0,1 0 1 0 0,-1 0-1 0 0,1 0 1 0 0,-1 0-1 0 0,4 0 1 0 0,4 0 19 0 0,0-1-1 0 0,0 0 1 0 0,0-1 0 0 0,0 0 0 0 0,0-1-1 0 0,15-6 1 0 0,51-28 35 0 0,-59 28-35 0 0,244-147-258 0 0,-96 38-2681 0 0,-116 78-4503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4.617"/>
    </inkml:context>
    <inkml:brush xml:id="br0">
      <inkml:brushProperty name="width" value="0.035" units="cm"/>
      <inkml:brushProperty name="height" value="0.035" units="cm"/>
      <inkml:brushProperty name="color" value="#E71224"/>
    </inkml:brush>
  </inkml:definitions>
  <inkml:trace contextRef="#ctx0" brushRef="#br0">291 182 2304 0 0,'7'-27'-112'0'0,"-1"10"2250"0"0,-1 0 0 0 0,-1-1 0 0 0,-1 0 0 0 0,0 0-1 0 0,0-20 1 0 0,-3 36-2047 0 0,0 1-1 0 0,0 0 0 0 0,0 0 1 0 0,0 0-1 0 0,0-1 1 0 0,-1 1-1 0 0,1 0 1 0 0,0 0-1 0 0,-1 0 0 0 0,1-1 1 0 0,-1 1-1 0 0,1 0 1 0 0,-1 0-1 0 0,1 0 0 0 0,-1 0 1 0 0,0 0-1 0 0,0 0 1 0 0,1 0-1 0 0,-1 0 1 0 0,0 0-1 0 0,0 1 0 0 0,-1-2 1 0 0,0 1-41 0 0,1 1 0 0 0,0 0 0 0 0,-1-1 0 0 0,1 1 0 0 0,-1 0 0 0 0,1-1 1 0 0,-1 1-1 0 0,1 0 0 0 0,-1 0 0 0 0,1 0 0 0 0,-1 1 0 0 0,1-1 0 0 0,-1 0 0 0 0,1 0 0 0 0,-3 2 0 0 0,-4 1-104 0 0,1 0-1 0 0,-1 1 0 0 0,0 0 0 0 0,1 0 1 0 0,-8 7-1 0 0,-9 7-745 0 0,0 2 1 0 0,0 1-1 0 0,2 0 1 0 0,-33 43-1 0 0,45-50 833 0 0,0 0 0 0 0,1 0 0 0 0,1 1 0 0 0,0 1-1 0 0,1 0 1 0 0,0 0 0 0 0,2 0 0 0 0,0 0-1 0 0,0 1 1 0 0,-1 18 0 0 0,5-28 109 0 0,0 0 1 0 0,1 0-1 0 0,0 0 1 0 0,1 0-1 0 0,-1 0 1 0 0,1 0-1 0 0,1 0 0 0 0,-1 0 1 0 0,1 0-1 0 0,0 0 1 0 0,1-1-1 0 0,0 1 0 0 0,0-1 1 0 0,0 0-1 0 0,1 0 1 0 0,6 9-1 0 0,-4-8-65 0 0,1 1-1 0 0,1-1 1 0 0,-1-1-1 0 0,1 1 1 0 0,0-2-1 0 0,0 1 1 0 0,1-1-1 0 0,-1 0 1 0 0,1-1-1 0 0,1 1 1 0 0,10 2-1 0 0,20 4-93 0 0,1-2-1 0 0,0-1 0 0 0,61 2 1 0 0,27 5-273 0 0,-79-6 183 0 0,-1 2 0 0 0,1 2 0 0 0,65 28 0 0 0,-109-39 178 0 0,0 1 0 0 0,0 1-1 0 0,0-1 1 0 0,0 1 0 0 0,-1 0-1 0 0,1 0 1 0 0,-1 1 0 0 0,5 5-1 0 0,-8-8-22 0 0,-1-1-1 0 0,0 0 0 0 0,0 1 1 0 0,0 0-1 0 0,0-1 0 0 0,0 1 0 0 0,0 0 1 0 0,0-1-1 0 0,0 1 0 0 0,-1 0 1 0 0,1 0-1 0 0,-1 0 0 0 0,1 0 1 0 0,-1 0-1 0 0,0-1 0 0 0,0 1 1 0 0,0 0-1 0 0,0 0 0 0 0,0 0 1 0 0,0 0-1 0 0,0 0 0 0 0,-1 0 1 0 0,1 0-1 0 0,-1 0 0 0 0,1-1 1 0 0,-1 1-1 0 0,0 0 0 0 0,0 0 1 0 0,0-1-1 0 0,0 1 0 0 0,0 0 1 0 0,-2 2-1 0 0,-2 1 90 0 0,0 0 0 0 0,0-1-1 0 0,0 1 1 0 0,-1-1 0 0 0,1 0 0 0 0,-1-1-1 0 0,0 1 1 0 0,0-1 0 0 0,-1 0 0 0 0,1-1 0 0 0,-1 1-1 0 0,1-1 1 0 0,-9 1 0 0 0,-12 2 355 0 0,-53 3 0 0 0,72-8-478 0 0,-183-1 679 0 0,-13 1-2185 0 0,172 3-5943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4.922"/>
    </inkml:context>
    <inkml:brush xml:id="br0">
      <inkml:brushProperty name="width" value="0.035" units="cm"/>
      <inkml:brushProperty name="height" value="0.035" units="cm"/>
      <inkml:brushProperty name="color" value="#E71224"/>
    </inkml:brush>
  </inkml:definitions>
  <inkml:trace contextRef="#ctx0" brushRef="#br0">1 0 17972 0 0,'0'6'292'0'0,"1"-1"-1"0"0,0 1 1 0 0,0-1 0 0 0,0 1 0 0 0,1-1-1 0 0,2 6 1 0 0,6 20-826 0 0,50 385-2209 0 0,-28-158 2185 0 0,21 37 20 0 0,-37-229 345 0 0,3 0 0 0 0,39 87 0 0 0,-29-92-58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7:45.086"/>
    </inkml:context>
    <inkml:brush xml:id="br0">
      <inkml:brushProperty name="width" value="0.035" units="cm"/>
      <inkml:brushProperty name="height" value="0.035" units="cm"/>
      <inkml:brushProperty name="color" value="#E71224"/>
    </inkml:brush>
  </inkml:definitions>
  <inkml:trace contextRef="#ctx0" brushRef="#br0">1 25 21197 0 0,'0'-11'936'0'0,"3"4"200"0"0,2 2-912 0 0,3 4-224 0 0,0 2 0 0 0,-3-1 0 0 0,2 3 96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3.343"/>
    </inkml:context>
    <inkml:brush xml:id="br0">
      <inkml:brushProperty name="width" value="0.035" units="cm"/>
      <inkml:brushProperty name="height" value="0.035" units="cm"/>
      <inkml:brushProperty name="color" value="#E71224"/>
    </inkml:brush>
  </inkml:definitions>
  <inkml:trace contextRef="#ctx0" brushRef="#br0">312 713 8754 0 0,'-9'-8'156'0'0,"1"0"1"0"0,0 0-1 0 0,0-1 1 0 0,-12-18-1 0 0,15 18-174 0 0,-2 1-1 0 0,1-1 1 0 0,-1 1 0 0 0,-1 0-1 0 0,1 1 1 0 0,-12-8-1 0 0,19 14 38 0 0,0 1 0 0 0,0 0 0 0 0,0 0 0 0 0,0 0 1 0 0,-1-1-1 0 0,1 1 0 0 0,0 0 0 0 0,0 0 0 0 0,0 0 0 0 0,-1 0 0 0 0,1 0 0 0 0,0 0 0 0 0,0 0 0 0 0,-1-1 0 0 0,1 1 0 0 0,0 0 0 0 0,0 0 0 0 0,-1 0 0 0 0,1 0 0 0 0,0 0 0 0 0,0 0 0 0 0,-1 0 0 0 0,1 0 0 0 0,0 0 0 0 0,0 0 0 0 0,-1 0 0 0 0,1 0 0 0 0,0 1 0 0 0,0-1 0 0 0,0 0 0 0 0,-1 0 1 0 0,1 0-1 0 0,0 0 0 0 0,0 0 0 0 0,-1 0 0 0 0,1 1 0 0 0,0-1 0 0 0,0 0 0 0 0,-1 0 0 0 0,0 13 564 0 0,7 22 153 0 0,-4-29-620 0 0,95 632 5826 0 0,-82-514-5117 0 0,7 109 356 0 0,-19-198-905 0 0,-3-34-270 0 0,0 22 231 0 0,0-22-221 0 0,0-1-1 0 0,1 1 0 0 0,-1 0 1 0 0,0-1-1 0 0,0 1 1 0 0,0 0-1 0 0,-1-1 0 0 0,1 1 1 0 0,0 0-1 0 0,0-1 0 0 0,0 1 1 0 0,0 0-1 0 0,-1-1 0 0 0,1 1 1 0 0,0-1-1 0 0,-1 1 1 0 0,1 0-1 0 0,0-1 0 0 0,-1 1 1 0 0,1-1-1 0 0,-1 1 0 0 0,1-1 1 0 0,0 1-1 0 0,-1-1 1 0 0,0 0-1 0 0,1 1 0 0 0,-1-1 1 0 0,1 1-1 0 0,-1-1 0 0 0,-1 0 13 0 0,1-1 0 0 0,-1 0-1 0 0,1 0 1 0 0,0 0-1 0 0,-1 0 1 0 0,1 0-1 0 0,0 0 1 0 0,0 0 0 0 0,0 0-1 0 0,0 0 1 0 0,0 0-1 0 0,0-1 1 0 0,0 1-1 0 0,0 0 1 0 0,-1-4 0 0 0,0 2 26 0 0,-20-36 297 0 0,-34-82 0 0 0,24 49-255 0 0,24 54-98 0 0,-102-233-219 0 0,91 199 184 0 0,2-1 0 0 0,-20-103 1 0 0,36 144 25 0 0,0 0 1 0 0,0 0 0 0 0,1 0 0 0 0,0 1 0 0 0,1-1 0 0 0,4-20 0 0 0,-4 28 5 0 0,0 0 0 0 0,0 1 1 0 0,1-1-1 0 0,0 0 0 0 0,-1 1 0 0 0,1-1 1 0 0,0 1-1 0 0,1-1 0 0 0,-1 1 0 0 0,4-4 1 0 0,-4 5-2 0 0,0 0 0 0 0,0 1 1 0 0,0-1-1 0 0,0 1 1 0 0,1 0-1 0 0,-1 0 0 0 0,0-1 1 0 0,1 2-1 0 0,-1-1 1 0 0,0 0-1 0 0,1 0 0 0 0,0 1 1 0 0,-1-1-1 0 0,1 1 0 0 0,-1 0 1 0 0,1 0-1 0 0,3 0 1 0 0,0 0-9 0 0,-1 1 1 0 0,0 0 0 0 0,0 1 0 0 0,1-1 0 0 0,-1 1 0 0 0,0 0 0 0 0,0 0 0 0 0,0 1 0 0 0,4 3 0 0 0,42 30-20 0 0,-49-34 33 0 0,105 97 110 0 0,-37-32 64 0 0,-23-26-76 0 0,2-2 1 0 0,75 45 0 0 0,-85-61-50 0 0,2-1 1 0 0,0-3-1 0 0,1-1 1 0 0,45 12 0 0 0,-65-24-36 0 0,0-1 0 0 0,0-1 1 0 0,1 0-1 0 0,-1-2 0 0 0,1-1 1 0 0,-1 0-1 0 0,30-4 0 0 0,-40 1-1 0 0,0 0-1 0 0,0-1 0 0 0,0 0 0 0 0,-1 0 0 0 0,0-1 0 0 0,0-1 1 0 0,0 0-1 0 0,0-1 0 0 0,-1 0 0 0 0,1 0 0 0 0,-1-1 0 0 0,-1 0 1 0 0,0-1-1 0 0,0 0 0 0 0,11-13 0 0 0,-3-1 110 0 0,-1-2 0 0 0,-1 0 0 0 0,-1 0 0 0 0,-1-1 0 0 0,-1-1 0 0 0,-1 0 0 0 0,7-29 0 0 0,-5 3-55 0 0,-2 1-1 0 0,-2-2 0 0 0,3-81 1 0 0,-11 58-47 0 0,-17-139 1 0 0,10 175-21 0 0,-1 0 0 0 0,-17-49 0 0 0,18 70 0 0 0,-2 0 0 0 0,0 0 0 0 0,-1 1 0 0 0,0 0 0 0 0,-2 1 0 0 0,-18-23 0 0 0,24 33-5 0 0,-1 1 1 0 0,0 0-1 0 0,0 0 0 0 0,-1 0 0 0 0,1 1 1 0 0,-11-5-1 0 0,13 7-9 0 0,-1 1 0 0 0,0-1 0 0 0,0 1-1 0 0,0 1 1 0 0,0-1 0 0 0,0 1 0 0 0,0 0 0 0 0,0 0 0 0 0,0 0 0 0 0,0 1-1 0 0,-7 0 1 0 0,-21 4-359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3.903"/>
    </inkml:context>
    <inkml:brush xml:id="br0">
      <inkml:brushProperty name="width" value="0.035" units="cm"/>
      <inkml:brushProperty name="height" value="0.035" units="cm"/>
      <inkml:brushProperty name="color" value="#E71224"/>
    </inkml:brush>
  </inkml:definitions>
  <inkml:trace contextRef="#ctx0" brushRef="#br0">304 1 9218 0 0,'-17'9'1116'0'0,"8"-5"-1241"0"0,1 1 0 0 0,-15 11 1 0 0,20-14 1154 0 0,0 1 1 0 0,0 0 0 0 0,1 0 0 0 0,-1 0 0 0 0,1 0 0 0 0,-3 4 0 0 0,-22 36 2355 0 0,13-21-3209 0 0,-17 35 0 0 0,24-40-106 0 0,1 0-1 0 0,0 1 0 0 0,2-1 1 0 0,0 1-1 0 0,1 0 0 0 0,1 0 1 0 0,0 1-1 0 0,2-1 0 0 0,0 0 1 0 0,1 0-1 0 0,4 26 0 0 0,1-16-39 0 0,1 0 1 0 0,1 0-1 0 0,1-1 0 0 0,1 0 0 0 0,2 0 0 0 0,21 36 0 0 0,-24-49 0 0 0,0 0 1 0 0,1 0-1 0 0,1-1 0 0 0,0-1 0 0 0,0 0 1 0 0,2 0-1 0 0,-1-1 0 0 0,2 0 0 0 0,20 12 1 0 0,-27-19-6 0 0,0 0 1 0 0,0-1 0 0 0,1 0-1 0 0,0 0 1 0 0,-1-1 0 0 0,1 0-1 0 0,0 0 1 0 0,0-1 0 0 0,12 1-1 0 0,-14-2-14 0 0,0-1 0 0 0,1 1-1 0 0,-1-1 1 0 0,0-1-1 0 0,0 1 1 0 0,0-1-1 0 0,0 0 1 0 0,0 0 0 0 0,0 0-1 0 0,-1-1 1 0 0,1 0-1 0 0,-1 0 1 0 0,8-6 0 0 0,-5 2-3 0 0,-1 0 1 0 0,0 0 0 0 0,0 0-1 0 0,0-1 1 0 0,-1 0 0 0 0,0-1 0 0 0,-1 1-1 0 0,0-1 1 0 0,0 0 0 0 0,-1-1-1 0 0,5-14 1 0 0,-2 2 10 0 0,-1-1-1 0 0,-2 1 0 0 0,0-1 1 0 0,1-24-1 0 0,-4 28 2 0 0,-1 0-1 0 0,0-1 1 0 0,-2 1 0 0 0,0 0-1 0 0,-1 0 1 0 0,-1 0 0 0 0,-1 1-1 0 0,-13-36 1 0 0,13 44-8 0 0,1 0 0 0 0,-2 1-1 0 0,1 0 1 0 0,-1 0 0 0 0,0 0 0 0 0,-1 1-1 0 0,0 0 1 0 0,-1 0 0 0 0,1 1 0 0 0,-2 0 0 0 0,1 0-1 0 0,-1 1 1 0 0,1 0 0 0 0,-2 1 0 0 0,1-1-1 0 0,-1 2 1 0 0,-16-7 0 0 0,8 7 9 0 0,0 0 0 0 0,0 0 0 0 0,0 2 1 0 0,-1 0-1 0 0,1 1 0 0 0,-1 1 0 0 0,-30 4 0 0 0,-128 30-1053 0 0,153-28 579 0 0,-10 2-4915 0 0,5 1-1803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4.704"/>
    </inkml:context>
    <inkml:brush xml:id="br0">
      <inkml:brushProperty name="width" value="0.035" units="cm"/>
      <inkml:brushProperty name="height" value="0.035" units="cm"/>
      <inkml:brushProperty name="color" value="#E71224"/>
    </inkml:brush>
  </inkml:definitions>
  <inkml:trace contextRef="#ctx0" brushRef="#br0">60 70 14283 0 0,'-6'-3'374'0'0,"-2"-2"-157"0"0,0 0-1 0 0,0 0 1 0 0,1 0-1 0 0,-1-1 1 0 0,-5-7 0 0 0,12 13-147 0 0,1-1 0 0 0,0 0-1 0 0,0 1 1 0 0,-1-1 0 0 0,1 1 0 0 0,0-1 0 0 0,0 0 0 0 0,0 1 0 0 0,0-1 0 0 0,0 1 0 0 0,0-1-1 0 0,0 0 1 0 0,0 1 0 0 0,0-1 0 0 0,0 1 0 0 0,1-1 0 0 0,-1 0 0 0 0,0 1 0 0 0,0-1 0 0 0,0 1-1 0 0,1-1 1 0 0,-1 1 0 0 0,0-1 0 0 0,1 1 0 0 0,-1-1 0 0 0,0 1 0 0 0,1-1 0 0 0,-1 1 0 0 0,1-1 0 0 0,0 0 47 0 0,0 0 0 0 0,-1 0 1 0 0,1 1-1 0 0,0-1 1 0 0,0 0-1 0 0,0 0 0 0 0,0 1 1 0 0,0-1-1 0 0,0 1 1 0 0,0-1-1 0 0,0 0 1 0 0,0 1-1 0 0,0 0 0 0 0,0-1 1 0 0,1 1-1 0 0,0 0-124 0 0,1 0 0 0 0,-1 1 0 0 0,0-1 0 0 0,0 1 0 0 0,0 0 0 0 0,0-1 0 0 0,0 1 0 0 0,0 0 0 0 0,0 0 0 0 0,0 1 0 0 0,0-1 0 0 0,0 0 0 0 0,2 3 0 0 0,22 22-159 0 0,-4 2 6 0 0,-1 0 0 0 0,28 52-1 0 0,25 68-312 0 0,-37-70 268 0 0,329 741-44 0 0,-358-801 580 0 0,-2 0 0 0 0,-1 0 0 0 0,0 0 0 0 0,4 36 0 0 0,-8-54-286 0 0,-1 1 0 0 0,0 0 0 0 0,0 0 0 0 0,0 0 0 0 0,0-1 0 0 0,0 1 1 0 0,0 0-1 0 0,0 0 0 0 0,0-1 0 0 0,-1 1 0 0 0,1 0 0 0 0,0 0 0 0 0,0-1 0 0 0,-1 1 0 0 0,1 0 0 0 0,0 0 0 0 0,-1 0 1 0 0,1-1-13 0 0,-1 0 1 0 0,1 0 0 0 0,0 0-1 0 0,-1 0 1 0 0,1 0 0 0 0,0 1-1 0 0,0-1 1 0 0,-1 0 0 0 0,1 0-1 0 0,0 0 1 0 0,-1 0-1 0 0,1 0 1 0 0,0 0 0 0 0,-1 0-1 0 0,1-1 1 0 0,0 1 0 0 0,0 0-1 0 0,-1 0 1 0 0,1 0 0 0 0,0 0-1 0 0,-1 0 1 0 0,1 0 0 0 0,0-1-1 0 0,0 1 1 0 0,-1 0 0 0 0,1 0-1 0 0,-1-1 1 0 0,-1-1 83 0 0,-1-1 0 0 0,0 0 0 0 0,1 1-1 0 0,-1-1 1 0 0,-2-5 0 0 0,-2-5-79 0 0,0 0 0 0 0,0 0 0 0 0,1-1 0 0 0,1 0 0 0 0,0 0 0 0 0,1-1-1 0 0,1 1 1 0 0,0-1 0 0 0,-1-14 0 0 0,3 10-40 0 0,1 0 1 0 0,0 0-1 0 0,2 1 0 0 0,0-1 1 0 0,1 1-1 0 0,10-33 0 0 0,-7 31-6 0 0,1 1 1 0 0,2 0-1 0 0,-1 0 0 0 0,2 1 1 0 0,1 0-1 0 0,0 1 0 0 0,1 0 0 0 0,1 1 1 0 0,0 0-1 0 0,1 1 0 0 0,1 0 0 0 0,0 2 1 0 0,34-24-1 0 0,-31 27-18 0 0,1 1 0 0 0,0 0-1 0 0,0 2 1 0 0,0 0 0 0 0,1 1 0 0 0,0 1 0 0 0,0 1 0 0 0,1 1 0 0 0,-1 1 0 0 0,1 0-1 0 0,-1 2 1 0 0,1 0 0 0 0,0 1 0 0 0,-1 2 0 0 0,0 0 0 0 0,33 9 0 0 0,-46-10-167 0 0,-1 0 0 0 0,1 1 0 0 0,0 0 1 0 0,-1 0-1 0 0,1 0 0 0 0,-1 1 0 0 0,0 0 1 0 0,0 1-1 0 0,-1-1 0 0 0,1 1 0 0 0,-1 0 1 0 0,0 0-1 0 0,0 1 0 0 0,-1-1 0 0 0,1 1 1 0 0,-1 0-1 0 0,-1 0 0 0 0,1 1 0 0 0,-1-1 1 0 0,0 1-1 0 0,0-1 0 0 0,-1 1 0 0 0,0 0 1 0 0,0 0-1 0 0,-1 0 0 0 0,0 0 0 0 0,0 1 1 0 0,0-1-1 0 0,-2 11 0 0 0,0-3-86 0 0,-1 0 0 0 0,0 0-1 0 0,-1 0 1 0 0,-1-1 0 0 0,0 1-1 0 0,-12 25 1 0 0,6-18 845 0 0,-2 0 1 0 0,0-1-1 0 0,-22 27 1 0 0,26-38-144 0 0,0 0 0 0 0,-1 0 0 0 0,0-1 0 0 0,-1-1 0 0 0,0 1 0 0 0,0-2 0 0 0,0 1 0 0 0,-1-1 0 0 0,-1-1 0 0 0,-17 8 0 0 0,22-12-349 0 0,-1 1-1 0 0,0-1 1 0 0,1 0 0 0 0,-1-1 0 0 0,0 0-1 0 0,0 0 1 0 0,0 0 0 0 0,0-1-1 0 0,0-1 1 0 0,0 1 0 0 0,0-1 0 0 0,0-1-1 0 0,0 1 1 0 0,1-1 0 0 0,-1-1-1 0 0,1 1 1 0 0,-15-8 0 0 0,-5-7-1588 0 0,3-2-6054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5.058"/>
    </inkml:context>
    <inkml:brush xml:id="br0">
      <inkml:brushProperty name="width" value="0.035" units="cm"/>
      <inkml:brushProperty name="height" value="0.035" units="cm"/>
      <inkml:brushProperty name="color" value="#E71224"/>
    </inkml:brush>
  </inkml:definitions>
  <inkml:trace contextRef="#ctx0" brushRef="#br0">213 142 14747 0 0,'-2'4'97'0'0,"0"-1"0"0"0,0 1 0 0 0,0 0 0 0 0,1 0 0 0 0,0 1 0 0 0,0-1 0 0 0,0 0 0 0 0,0 0 0 0 0,0 0 0 0 0,1 1 0 0 0,0-1 0 0 0,0 0 0 0 0,0 1 0 0 0,0-1 0 0 0,2 7 0 0 0,0 6-247 0 0,-2-1 0 0 0,-1 31-1 0 0,-1 0-726 0 0,2-21-570 0 0,2 0 1 0 0,0 0-1 0 0,2 0 0 0 0,12 46 1 0 0,-20-74-2598 0 0,-7-9 2642 0 0,-12-15 2379 0 0,-20-28 2843 0 0,-55-75 5815 0 0,93 122-9214 0 0,-1 0 0 0 0,2 0 0 0 0,-1-1-1 0 0,1 1 1 0 0,1-1 0 0 0,-1 0 0 0 0,1 0 0 0 0,0 0 0 0 0,1 0 0 0 0,0-1 0 0 0,-1-16 0 0 0,3 23-376 0 0,0 1 0 0 0,0-1 0 0 0,1 0 0 0 0,-1 0 0 0 0,1 0 0 0 0,0 0 0 0 0,-1 1-1 0 0,1-1 1 0 0,0 0 0 0 0,0 1 0 0 0,0-1 0 0 0,0 0 0 0 0,1 1 0 0 0,-1-1 0 0 0,0 1 0 0 0,1 0 0 0 0,-1-1-1 0 0,1 1 1 0 0,-1 0 0 0 0,3-1 0 0 0,4-3 61 0 0,0 0 0 0 0,17-6 0 0 0,-17 7-57 0 0,-6 3-48 0 0,196-98-319 0 0,-157 73-269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5.439"/>
    </inkml:context>
    <inkml:brush xml:id="br0">
      <inkml:brushProperty name="width" value="0.035" units="cm"/>
      <inkml:brushProperty name="height" value="0.035" units="cm"/>
      <inkml:brushProperty name="color" value="#E71224"/>
    </inkml:brush>
  </inkml:definitions>
  <inkml:trace contextRef="#ctx0" brushRef="#br0">134 298 17508 0 0,'-7'5'713'0'0,"-4"2"387"0"0,20-10-1194 0 0,122-72-1054 0 0,-107 58 729 0 0,0-1 0 0 0,-1-1 0 0 0,21-23 1 0 0,-38 37 264 0 0,-1-1 1 0 0,0-1-1 0 0,0 1 1 0 0,-1-1-1 0 0,0 0 1 0 0,0 0 0 0 0,0 0-1 0 0,2-8 1 0 0,-5 13 63 0 0,-1 0 0 0 0,1 0 0 0 0,-1 0 1 0 0,1 0-1 0 0,-1 0 0 0 0,0 0 0 0 0,0 0 0 0 0,0 0 0 0 0,0 0 1 0 0,0 0-1 0 0,0 0 0 0 0,0 0 0 0 0,-1 0 0 0 0,1 0 1 0 0,-1 0-1 0 0,1 1 0 0 0,-1-1 0 0 0,0 0 0 0 0,0 0 1 0 0,0 0-1 0 0,0 0 0 0 0,0 1 0 0 0,0-1 0 0 0,-1 1 1 0 0,1-1-1 0 0,0 1 0 0 0,-1-1 0 0 0,1 1 0 0 0,-1 0 0 0 0,1-1 1 0 0,-1 1-1 0 0,0 0 0 0 0,0 0 0 0 0,1 0 0 0 0,-1 1 1 0 0,-3-2-1 0 0,0 0 127 0 0,-1 1 0 0 0,0 0 1 0 0,0 0-1 0 0,1 0 0 0 0,-1 0 0 0 0,0 1 1 0 0,0 0-1 0 0,0 1 0 0 0,1-1 0 0 0,-1 1 1 0 0,0 0-1 0 0,0 0 0 0 0,1 1 0 0 0,-1 0 1 0 0,-5 2-1 0 0,-8 4 577 0 0,1 1 1 0 0,-34 22-1 0 0,32-18-212 0 0,1 0 0 0 0,0 2 0 0 0,1 0 0 0 0,-24 28 0 0 0,33-33-163 0 0,1 1 0 0 0,0 0 0 0 0,1 0 0 0 0,0 1 0 0 0,1 0 0 0 0,0 0 1 0 0,1 1-1 0 0,0 0 0 0 0,-4 18 0 0 0,6-10 27 0 0,0-1 0 0 0,1 1 0 0 0,1-1 0 0 0,1 1 0 0 0,0 0 0 0 0,2-1 0 0 0,1 1 0 0 0,0-1 0 0 0,1 0 0 0 0,1 0 0 0 0,2 0 0 0 0,13 32 0 0 0,-13-39-208 0 0,-1-1-1 0 0,2 0 0 0 0,-1 0 0 0 0,2-1 1 0 0,-1 0-1 0 0,1-1 0 0 0,1 0 1 0 0,18 15-1 0 0,-20-19-58 0 0,1 0 1 0 0,1 0 0 0 0,-1-1 0 0 0,1 0-1 0 0,0 0 1 0 0,0-1 0 0 0,1-1-1 0 0,-1 0 1 0 0,1 0 0 0 0,0-1-1 0 0,20 2 1 0 0,-18-4-161 0 0,0 0 0 0 0,0-1 0 0 0,0 0 0 0 0,14-3 0 0 0,-16 1-1679 0 0,1 0-1 0 0,15-7 0 0 0,16-10-5108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5.859"/>
    </inkml:context>
    <inkml:brush xml:id="br0">
      <inkml:brushProperty name="width" value="0.035" units="cm"/>
      <inkml:brushProperty name="height" value="0.035" units="cm"/>
      <inkml:brushProperty name="color" value="#E71224"/>
    </inkml:brush>
  </inkml:definitions>
  <inkml:trace contextRef="#ctx0" brushRef="#br0">443 63 19812 0 0,'-119'28'1878'0'0,"68"-11"-3037"0"0,-68 32-1 0 0,108-44 735 0 0,1 0 0 0 0,0 1 1 0 0,1 0-1 0 0,-1 1 0 0 0,1 0 0 0 0,1 1 1 0 0,-1-1-1 0 0,1 2 0 0 0,1-1 0 0 0,-1 1 1 0 0,2 0-1 0 0,-1 1 0 0 0,1-1 0 0 0,0 1 1 0 0,-7 21-1 0 0,9-20 622 0 0,1 0 0 0 0,0 0 1 0 0,1 0-1 0 0,0 0 0 0 0,1 1 0 0 0,0-1 1 0 0,1 0-1 0 0,0 1 0 0 0,1-1 0 0 0,2 13 0 0 0,-1-11 187 0 0,1 0 0 0 0,1 1 0 0 0,0-2-1 0 0,0 1 1 0 0,2 0 0 0 0,-1-1-1 0 0,2 0 1 0 0,-1 0 0 0 0,2-1 0 0 0,8 11-1 0 0,-12-17-273 0 0,0-1 0 0 0,0 1 0 0 0,1-1 0 0 0,-1 0 0 0 0,1 0 0 0 0,0-1 0 0 0,0 1-1 0 0,1-1 1 0 0,-1 0 0 0 0,1-1 0 0 0,-1 1 0 0 0,1-1 0 0 0,0 0 0 0 0,0-1 0 0 0,0 1 0 0 0,0-1 0 0 0,0 0-1 0 0,0-1 1 0 0,0 1 0 0 0,0-1 0 0 0,0 0 0 0 0,0-1 0 0 0,1 0 0 0 0,6-1 0 0 0,-4-1-68 0 0,-1 0 0 0 0,0 0-1 0 0,1-1 1 0 0,-1 0 0 0 0,-1 0 0 0 0,1-1 0 0 0,-1 0 0 0 0,1 0 0 0 0,-1-1 0 0 0,-1 0 0 0 0,1 0 0 0 0,-1-1 0 0 0,0 0 0 0 0,-1 0 0 0 0,7-10 0 0 0,5-11 135 0 0,-1-1 1 0 0,21-55 0 0 0,-24 52-260 0 0,-2 0 0 0 0,-2-1 0 0 0,7-39 0 0 0,-13 53 37 0 0,-1 0 0 0 0,0-1 0 0 0,-2 1 0 0 0,0 0 0 0 0,-1 0 0 0 0,-1 0 0 0 0,-5-22 0 0 0,6 37 41 0 0,0 1 0 0 0,0-1 0 0 0,0 0 0 0 0,-1 1 0 0 0,1-1 0 0 0,-1 0 0 0 0,0 1 0 0 0,1 0 0 0 0,-2-1 0 0 0,1 1 0 0 0,0 0 0 0 0,-1 0 0 0 0,1 1 0 0 0,-1-1 0 0 0,-6-4 0 0 0,9 7 5 0 0,-1-1 1 0 0,1 1-1 0 0,0 0 1 0 0,-1 0-1 0 0,1 0 1 0 0,0 0-1 0 0,-1 0 1 0 0,1 0-1 0 0,-1 0 1 0 0,1 0-1 0 0,-1 0 1 0 0,1 0-1 0 0,0 0 1 0 0,-1 0-1 0 0,1 0 1 0 0,-1 0-1 0 0,1 0 1 0 0,0 0-1 0 0,-1 0 1 0 0,1 1-1 0 0,0-1 1 0 0,-1 0 0 0 0,1 0-1 0 0,0 0 1 0 0,-1 1-1 0 0,1-1 1 0 0,0 0-1 0 0,-1 0 1 0 0,1 1-1 0 0,0-1 1 0 0,0 0-1 0 0,-1 1 1 0 0,1-1-1 0 0,0 0 1 0 0,0 1-1 0 0,-1-1 1 0 0,1 0-1 0 0,0 1 1 0 0,0-1-1 0 0,0 1 1 0 0,0-1-1 0 0,0 0 1 0 0,0 1-1 0 0,0-1 1 0 0,0 1-1 0 0,0-1 1 0 0,0 0-1 0 0,0 1 1 0 0,-2 25-14 0 0,2-22 7 0 0,2 25-123 0 0,0 0 1 0 0,2 0-1 0 0,11 46 0 0 0,34 82-184 0 0,-46-148 312 0 0,-3-7-1 0 0,59 154-129 0 0,-49-134 65 0 0,1 0-1 0 0,1-1 1 0 0,0 0-1 0 0,29 35 0 0 0,-34-49-40 0 0,-1 0 0 0 0,1 0 0 0 0,1-1 0 0 0,-1 0 0 0 0,17 10 0 0 0,5-2-466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6.389"/>
    </inkml:context>
    <inkml:brush xml:id="br0">
      <inkml:brushProperty name="width" value="0.035" units="cm"/>
      <inkml:brushProperty name="height" value="0.035" units="cm"/>
      <inkml:brushProperty name="color" value="#E71224"/>
    </inkml:brush>
  </inkml:definitions>
  <inkml:trace contextRef="#ctx0" brushRef="#br0">4 0 19812 0 0,'-1'2'112'0'0,"1"-1"0"0"0,-1 1 0 0 0,1 0 0 0 0,-1 0 0 0 0,1-1 0 0 0,0 1-1 0 0,0 0 1 0 0,0 0 0 0 0,0-1 0 0 0,0 1 0 0 0,0 0 0 0 0,0-1 0 0 0,1 1 0 0 0,-1 0 0 0 0,0 0 0 0 0,1-1-1 0 0,0 1 1 0 0,-1-1 0 0 0,2 4 0 0 0,3 3-201 0 0,0-1 1 0 0,10 14-1 0 0,-3-6-2 0 0,127 203-1496 0 0,-14 9-91 0 0,-96-173 1230 0 0,67 127-1793 0 0,147 261-7121 0 0,-235-428 9089 0 0,50 77-636 0 0,-49-77 1894 0 0,2-1 1 0 0,-1 0 0 0 0,2-1 0 0 0,17 15-1 0 0,-28-26-695 0 0,0 0-1 0 0,0 0 0 0 0,0 0 0 0 0,0 0 0 0 0,0-1 0 0 0,0 1 1 0 0,0 0-1 0 0,1-1 0 0 0,-1 1 0 0 0,0-1 0 0 0,0 1 0 0 0,1-1 1 0 0,-1 0-1 0 0,0 1 0 0 0,1-1 0 0 0,-1 0 0 0 0,3 0 0 0 0,-3 0-119 0 0,0-1 0 0 0,-1 0-1 0 0,1 1 1 0 0,0-1 0 0 0,0 1-1 0 0,-1-1 1 0 0,1 0 0 0 0,-1 1-1 0 0,1-1 1 0 0,-1 0 0 0 0,1 0-1 0 0,-1 1 1 0 0,1-1 0 0 0,-1 0-1 0 0,1 0 1 0 0,-1 0 0 0 0,0 0-1 0 0,0 0 1 0 0,1 1 0 0 0,-1-1-1 0 0,0 0 1 0 0,0 0 0 0 0,0 0-1 0 0,0 0 1 0 0,0 0 0 0 0,0 0-1 0 0,-1-2 1 0 0,-1-18 335 0 0,0-1-1 0 0,-2 0 1 0 0,0 1-1 0 0,-11-30 1 0 0,1 4-297 0 0,-5-30-218 0 0,2-1 0 0 0,4-1 1 0 0,4 0-1 0 0,1-123 0 0 0,9 178 3 0 0,0 1 1 0 0,2-1-1 0 0,1 1 1 0 0,1 0-1 0 0,9-24 1 0 0,-11 38 5 0 0,0 0-1 0 0,1 0 1 0 0,0 1 0 0 0,1-1-1 0 0,0 1 1 0 0,0 0 0 0 0,1 0-1 0 0,0 1 1 0 0,0 0 0 0 0,0 0-1 0 0,1 0 1 0 0,0 1 0 0 0,1 0-1 0 0,0 0 1 0 0,10-6 0 0 0,-15 11-3 0 0,-1-1-1 0 0,1 1 1 0 0,0 0 0 0 0,0 0 0 0 0,0 0-1 0 0,1 0 1 0 0,-1 0 0 0 0,0 1 0 0 0,0 0-1 0 0,0-1 1 0 0,0 1 0 0 0,1 0 0 0 0,-1 0-1 0 0,0 1 1 0 0,0-1 0 0 0,0 1 0 0 0,0 0-1 0 0,0-1 1 0 0,0 1 0 0 0,6 3 0 0 0,-5-1-22 0 0,1 0 1 0 0,-1 0-1 0 0,0 0 1 0 0,0 1-1 0 0,0-1 1 0 0,-1 1-1 0 0,1 0 1 0 0,-1 0-1 0 0,0 0 1 0 0,0 1 0 0 0,5 8-1 0 0,1 6-372 0 0,-1 1 0 0 0,-1-1 0 0 0,-1 1 0 0 0,0 1 0 0 0,-2-1-1 0 0,4 35 1 0 0,-4-4-1246 0 0,-5 81 0 0 0,-7-25 848 0 0,-2 63 2401 0 0,10-139-700 0 0,2 1-1 0 0,1-1 1 0 0,9 42 0 0 0,-11-68-719 0 0,0 0 0 0 0,0 1 1 0 0,1-1-1 0 0,0 0 0 0 0,0 0 0 0 0,1 0 0 0 0,0 0 0 0 0,-1-1 1 0 0,7 9-1 0 0,-7-12-156 0 0,0 1 0 0 0,0-1 1 0 0,-1 1-1 0 0,1-1 0 0 0,0 0 1 0 0,0 1-1 0 0,0-1 0 0 0,1 0 1 0 0,-1 0-1 0 0,0-1 0 0 0,0 1 0 0 0,0 0 1 0 0,1-1-1 0 0,-1 1 0 0 0,0-1 1 0 0,0 0-1 0 0,1 0 0 0 0,-1 0 1 0 0,0 0-1 0 0,1 0 0 0 0,-1 0 1 0 0,0-1-1 0 0,1 1 0 0 0,-1-1 1 0 0,3-1-1 0 0,5-2-31 0 0,0 0-1 0 0,-1-1 1 0 0,1 0-1 0 0,-1 0 1 0 0,0-1-1 0 0,0 0 1 0 0,-1-1-1 0 0,0 0 1 0 0,14-16-1 0 0,4-8-176 0 0,27-42 1 0 0,-48 67 147 0 0,43-66-740 0 0,14-19-1438 0 0,-20 32-3364 0 0,-12 20-633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26.706"/>
    </inkml:context>
    <inkml:brush xml:id="br0">
      <inkml:brushProperty name="width" value="0.035" units="cm"/>
      <inkml:brushProperty name="height" value="0.035" units="cm"/>
      <inkml:brushProperty name="color" value="#E71224"/>
    </inkml:brush>
  </inkml:definitions>
  <inkml:trace contextRef="#ctx0" brushRef="#br0">208 392 3681 0 0,'4'-9'105'0'0,"3"-4"146"0"0,0 0 0 0 0,-2 0 0 0 0,1-1 0 0 0,-2 0 0 0 0,6-25 0 0 0,-10 37-159 0 0,12-111 3965 0 0,-11 100-3420 0 0,-1 0-1 0 0,-1 0 1 0 0,0 0 0 0 0,-1 0 0 0 0,0 1 0 0 0,-8-24 0 0 0,9 33-542 0 0,0 1 1 0 0,0-1-1 0 0,0 0 0 0 0,0 1 1 0 0,-1-1-1 0 0,1 1 0 0 0,-1-1 1 0 0,0 1-1 0 0,1 0 1 0 0,-1 0-1 0 0,0 0 0 0 0,0 0 1 0 0,-1 0-1 0 0,1 0 0 0 0,0 0 1 0 0,-1 1-1 0 0,1-1 0 0 0,-1 1 1 0 0,1 0-1 0 0,-1 0 0 0 0,0 0 1 0 0,1 0-1 0 0,-1 0 0 0 0,0 0 1 0 0,0 1-1 0 0,0-1 1 0 0,0 1-1 0 0,1 0 0 0 0,-1 0 1 0 0,0 0-1 0 0,0 0 0 0 0,0 1 1 0 0,0-1-1 0 0,0 1 0 0 0,-4 1 1 0 0,-2 1 27 0 0,0 1 0 0 0,0-1 0 0 0,0 2 0 0 0,1 0 0 0 0,0 0 0 0 0,-1 0 0 0 0,2 1 1 0 0,-1 0-1 0 0,1 0 0 0 0,0 1 0 0 0,0 0 0 0 0,1 0 0 0 0,0 1 0 0 0,0 0 0 0 0,0 0 0 0 0,1 0 0 0 0,1 1 1 0 0,0 0-1 0 0,0 0 0 0 0,-4 13 0 0 0,4-12-97 0 0,1 1-1 0 0,1-1 1 0 0,0 1 0 0 0,0 0 0 0 0,1 0-1 0 0,0 0 1 0 0,1 0 0 0 0,0 0 0 0 0,1 1-1 0 0,0-1 1 0 0,1-1 0 0 0,0 1 0 0 0,0 0-1 0 0,2 0 1 0 0,-1-1 0 0 0,1 0 0 0 0,9 17-1 0 0,-8-20-28 0 0,0 0 1 0 0,0-1-1 0 0,0 1 0 0 0,1-1 0 0 0,-1 0 0 0 0,2-1 0 0 0,-1 0 0 0 0,0 0 0 0 0,1 0 1 0 0,10 5-1 0 0,-6-5-48 0 0,0 0 0 0 0,1 0 1 0 0,0-2-1 0 0,0 1 0 0 0,0-1 0 0 0,14 1 1 0 0,13-1-195 0 0,0-2 1 0 0,0-2 0 0 0,51-7 0 0 0,-78 6 192 0 0,11 0 80 0 0,-1 1 0 0 0,0 0-1 0 0,1 2 1 0 0,-1 1 0 0 0,0 0-1 0 0,29 8 1 0 0,-42-7 70 0 0,1 0 1 0 0,-1 1-1 0 0,1 0 0 0 0,-1 0 1 0 0,-1 1-1 0 0,1 0 0 0 0,8 7 0 0 0,-11-8 45 0 0,-1 1 0 0 0,0 0-1 0 0,0 0 1 0 0,0 1-1 0 0,-1-1 1 0 0,0 1 0 0 0,0 0-1 0 0,0 0 1 0 0,-1 0-1 0 0,5 14 1 0 0,-6-16-75 0 0,-1 1-1 0 0,0 0 1 0 0,-1 0 0 0 0,1 1-1 0 0,-1-1 1 0 0,0 0 0 0 0,0 0 0 0 0,-1 0-1 0 0,0 0 1 0 0,1 0 0 0 0,-2 0-1 0 0,1 0 1 0 0,0 0 0 0 0,-1-1-1 0 0,0 1 1 0 0,-4 7 0 0 0,-3 3 19 0 0,0-1 0 0 0,0 0 0 0 0,-20 22 0 0 0,11-17-53 0 0,-1 0-1 0 0,-1-2 1 0 0,0 0 0 0 0,-1-1 0 0 0,-1-2-1 0 0,-24 14 1 0 0,14-12 13 0 0,0-1 0 0 0,-1-2 0 0 0,-69 17 0 0 0,61-20-893 0 0,-27 6-4759 0 0,33-5-1683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0.646"/>
    </inkml:context>
    <inkml:brush xml:id="br0">
      <inkml:brushProperty name="width" value="0.035" units="cm"/>
      <inkml:brushProperty name="height" value="0.035" units="cm"/>
      <inkml:brushProperty name="color" value="#E71224"/>
    </inkml:brush>
  </inkml:definitions>
  <inkml:trace contextRef="#ctx0" brushRef="#br0">139 504 8290 0 0,'-2'2'110'0'0,"1"-1"0"0"0,-1 1 0 0 0,1 0 0 0 0,-1-1 0 0 0,1 1 0 0 0,-1 0 0 0 0,1 0 0 0 0,0 0 0 0 0,0 0 1 0 0,0 0-1 0 0,-1 3 0 0 0,2-2 409 0 0,0 1 0 0 0,0 0 0 0 0,0-1 0 0 0,0 1 0 0 0,0-1 0 0 0,2 7 0 0 0,11 88 1647 0 0,4 27-2037 0 0,28 94 110 0 0,19 112-618 0 0,-63-328 379 0 0,2 20-276 0 0,0 24-1 0 0,-2-41 307 0 0,-1 0-1 0 0,-1-1 1 0 0,1 1-1 0 0,-1 0 1 0 0,0-1 0 0 0,0 1-1 0 0,-1-1 1 0 0,0 1-1 0 0,-4 9 1 0 0,6-14 39 0 0,-1 0-1 0 0,1 0 1 0 0,-1-1 0 0 0,1 1-1 0 0,-1 0 1 0 0,1 0 0 0 0,-1 0-1 0 0,0-1 1 0 0,1 1 0 0 0,-1 0-1 0 0,0-1 1 0 0,0 1-1 0 0,1 0 1 0 0,-1-1 0 0 0,0 1-1 0 0,0-1 1 0 0,0 1 0 0 0,0-1-1 0 0,0 0 1 0 0,0 1 0 0 0,0-1-1 0 0,1 0 1 0 0,-1 0 0 0 0,0 0-1 0 0,0 0 1 0 0,-2 0 0 0 0,1 0 83 0 0,0-1 0 0 0,1 1 1 0 0,-1-1-1 0 0,0 0 0 0 0,1 1 1 0 0,-1-1-1 0 0,0 0 0 0 0,1 0 0 0 0,-1 0 1 0 0,1-1-1 0 0,-1 1 0 0 0,1 0 1 0 0,-2-2-1 0 0,-3-5 248 0 0,0 0 0 0 0,0 0 0 0 0,1 0 0 0 0,-6-12 1 0 0,-5-14 20 0 0,2-2 1 0 0,-11-38 0 0 0,-13-77-277 0 0,36 143-123 0 0,-26-120-496 0 0,-19-234 0 0 0,46 344 413 0 0,-4-88-345 0 0,5 84 229 0 0,1 1-1 0 0,7-40 1 0 0,-7 56 206 0 0,1 1 0 0 0,-1 0 0 0 0,0 0 1 0 0,1 0-1 0 0,0 0 0 0 0,0 0 0 0 0,0 0 0 0 0,0 0 0 0 0,1 1 1 0 0,0-1-1 0 0,5-5 0 0 0,-6 7-10 0 0,-1 1 1 0 0,1 0-1 0 0,0-1 0 0 0,0 1 0 0 0,0 0 1 0 0,-1 0-1 0 0,1 0 0 0 0,0 1 1 0 0,0-1-1 0 0,0 0 0 0 0,1 1 0 0 0,-1-1 1 0 0,0 1-1 0 0,0 0 0 0 0,0-1 1 0 0,0 1-1 0 0,0 0 0 0 0,0 1 0 0 0,1-1 1 0 0,-1 0-1 0 0,0 0 0 0 0,0 1 0 0 0,0 0 1 0 0,0-1-1 0 0,0 1 0 0 0,2 1 1 0 0,2 1-7 0 0,-1 0-1 0 0,0 1 1 0 0,1-1 0 0 0,-2 1 0 0 0,1 0 0 0 0,0 0 0 0 0,-1 1 0 0 0,0-1 0 0 0,4 7 0 0 0,6 7-18 0 0,11 24 1 0 0,66 132 19 0 0,37 61 182 0 0,-84-165-91 0 0,3-2 0 0 0,61 65 1 0 0,-82-105-88 0 0,1-1 1 0 0,1-1 0 0 0,2-1 0 0 0,0-2 0 0 0,2-1-1 0 0,58 31 1 0 0,-75-46-2 0 0,0 0 0 0 0,0-2 1 0 0,1 0-1 0 0,0 0 0 0 0,0-2 0 0 0,0 0 0 0 0,0-1 0 0 0,1 0 1 0 0,29-2-1 0 0,-32-1 21 0 0,0-1 0 0 0,0 0 0 0 0,-1-1 0 0 0,1-1 0 0 0,-1 0 0 0 0,1-1 0 0 0,-1 0 1 0 0,-1-1-1 0 0,1 0 0 0 0,-1-1 0 0 0,21-15 0 0 0,-15 6 38 0 0,0 0 1 0 0,-2-1-1 0 0,0-1 1 0 0,0 0 0 0 0,-2-1-1 0 0,0-1 1 0 0,-1 0-1 0 0,-1-1 1 0 0,14-34-1 0 0,-13 22-20 0 0,-1-1 0 0 0,-2-1 0 0 0,-1 0-1 0 0,-2 0 1 0 0,5-62 0 0 0,-11 58 18 0 0,-1 0 1 0 0,-2 1-1 0 0,-2-1 0 0 0,-10-43 1 0 0,-51-147 103 0 0,50 186-164 0 0,-35-68 1 0 0,39 91-64 0 0,-1 1 0 0 0,0 0 0 0 0,-1 0 1 0 0,-2 1-1 0 0,-21-21 0 0 0,29 32-21 0 0,-1 0 0 0 0,0 1 0 0 0,-1-1 0 0 0,0 2 0 0 0,-16-9 0 0 0,21 12 11 0 0,1 0 0 0 0,-1 1 0 0 0,0 0 0 0 0,0 0 0 0 0,0 0 0 0 0,0 0 1 0 0,0 1-1 0 0,0-1 0 0 0,0 1 0 0 0,0 0 0 0 0,0 0 0 0 0,0 1 0 0 0,0-1 0 0 0,0 1 1 0 0,0 0-1 0 0,0 0 0 0 0,-7 3 0 0 0,4-1-261 0 0,1 1 0 0 0,0 0 0 0 0,0 0-1 0 0,0 0 1 0 0,1 1 0 0 0,-1 0 0 0 0,1 0 0 0 0,0 0 0 0 0,-6 9 0 0 0,-3 7-1914 0 0,-16 31 0 0 0,24-41 1732 0 0,-23 42-2271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1.026"/>
    </inkml:context>
    <inkml:brush xml:id="br0">
      <inkml:brushProperty name="width" value="0.035" units="cm"/>
      <inkml:brushProperty name="height" value="0.035" units="cm"/>
      <inkml:brushProperty name="color" value="#E71224"/>
    </inkml:brush>
  </inkml:definitions>
  <inkml:trace contextRef="#ctx0" brushRef="#br0">300 116 19356 0 0,'-9'-2'763'0'0,"6"2"-696"0"0,0-1-1 0 0,0 1 1 0 0,0-1 0 0 0,1 0-1 0 0,-1 0 1 0 0,0 0 0 0 0,0 0 0 0 0,1-1-1 0 0,-1 1 1 0 0,1-1 0 0 0,-1 1-1 0 0,1-1 1 0 0,-3-2 0 0 0,-1-2-374 0 0,-1 0 0 0 0,0 0 1 0 0,0 1-1 0 0,-1 0 1 0 0,-14-7-1 0 0,1 0-255 0 0,15 9 397 0 0,-5-4-315 0 0,0 0 1 0 0,0 1-1 0 0,-1 0 1 0 0,-17-4-1 0 0,27 9 327 0 0,0 0 0 0 0,-1 0 0 0 0,1 1 0 0 0,0-1 0 0 0,-1 1 0 0 0,1 0 0 0 0,-1 0 0 0 0,1 0 0 0 0,-1 0 0 0 0,1 0 0 0 0,-1 0-1 0 0,1 1 1 0 0,0-1 0 0 0,-1 1 0 0 0,1-1 0 0 0,0 1 0 0 0,-1 0 0 0 0,1 0 0 0 0,0 0 0 0 0,0 0 0 0 0,0 1 0 0 0,0-1 0 0 0,0 1 0 0 0,0-1 0 0 0,0 1 0 0 0,0-1 0 0 0,0 1 0 0 0,1 0 0 0 0,-1 0 0 0 0,-1 2 0 0 0,0 3-143 0 0,-1 1 0 0 0,1-1 0 0 0,0 1 1 0 0,1 0-1 0 0,0 0 0 0 0,0 0 0 0 0,0 0 0 0 0,0 12 1 0 0,1-1 24 0 0,1 0-1 0 0,3 28 1 0 0,2-20 620 0 0,0 0 0 0 0,1 0 0 0 0,2-1 0 0 0,1 0 0 0 0,0 0 1 0 0,2-1-1 0 0,1 0 0 0 0,2-1 0 0 0,0-1 0 0 0,1 0 0 0 0,1 0 0 0 0,1-2 0 0 0,30 29 0 0 0,-41-44-110 0 0,-1-1 0 0 0,1-1 0 0 0,1 1 0 0 0,-1-1 0 0 0,1 0 0 0 0,-1 0 0 0 0,1-1 0 0 0,0 0 0 0 0,12 3 1 0 0,-15-5-89 0 0,0 0 1 0 0,1 0 0 0 0,-1-1-1 0 0,1 0 1 0 0,0 0 0 0 0,-1 0-1 0 0,1 0 1 0 0,-1-1 0 0 0,1 1-1 0 0,-1-1 1 0 0,0 0 0 0 0,1-1-1 0 0,-1 1 1 0 0,0-1 0 0 0,0 0-1 0 0,0 0 1 0 0,5-3 0 0 0,-1-1 82 0 0,0 0 1 0 0,-1 0-1 0 0,0-1 1 0 0,0 0 0 0 0,-1 0-1 0 0,0-1 1 0 0,0 0-1 0 0,-1 0 1 0 0,1-1-1 0 0,-2 1 1 0 0,1-1-1 0 0,3-13 1 0 0,1-3 2 0 0,-2 0 1 0 0,0 0 0 0 0,3-38-1 0 0,-8 43-231 0 0,0-1-1 0 0,-2 0 1 0 0,-4-40-1 0 0,-6 10-5961 0 0,1 21-887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1.301"/>
    </inkml:context>
    <inkml:brush xml:id="br0">
      <inkml:brushProperty name="width" value="0.035" units="cm"/>
      <inkml:brushProperty name="height" value="0.035" units="cm"/>
      <inkml:brushProperty name="color" value="#E71224"/>
    </inkml:brush>
  </inkml:definitions>
  <inkml:trace contextRef="#ctx0" brushRef="#br0">13 1 20276 0 0,'-10'1'1658'0'0,"7"4"-947"0"0,12 10-506 0 0,-2-6 158 0 0,17 35-1264 0 0,-2 1 0 0 0,29 84-1 0 0,-46-114 717 0 0,153 539-11609 0 0,-95-309 6453 0 0,-27-116 5199 0 0,4 17 1959 0 0,-16-50 2802 0 0,-23-90-4100 0 0,0-3-161 0 0,-1-1 1 0 0,1 1-1 0 0,0 0 1 0 0,0 0-1 0 0,0 0 0 0 0,0-1 1 0 0,0 1-1 0 0,0 0 1 0 0,1-1-1 0 0,2 4 0 0 0,-2-7-334 0 0,-1-6-4782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1.506"/>
    </inkml:context>
    <inkml:brush xml:id="br0">
      <inkml:brushProperty name="width" value="0.035" units="cm"/>
      <inkml:brushProperty name="height" value="0.035" units="cm"/>
      <inkml:brushProperty name="color" value="#E71224"/>
    </inkml:brush>
  </inkml:definitions>
  <inkml:trace contextRef="#ctx0" brushRef="#br0">18 95 21197 0 0,'-2'1'470'0'0,"-14"3"1059"0"0,17-4-1520 0 0,-1 0 1 0 0,0 0 0 0 0,0 0-1 0 0,0 0 1 0 0,0 1 0 0 0,1-1-1 0 0,-1 0 1 0 0,0 0 0 0 0,0 0 0 0 0,0 0-1 0 0,0 0 1 0 0,1 0 0 0 0,-1 0-1 0 0,0 0 1 0 0,0 0 0 0 0,0 0 0 0 0,0 0-1 0 0,0 1 1 0 0,1-1 0 0 0,-1 0-1 0 0,0 0 1 0 0,0 0 0 0 0,0 0-1 0 0,0 0 1 0 0,0 0 0 0 0,0 1 0 0 0,0-1-1 0 0,0 0 1 0 0,0 0 0 0 0,0 0-1 0 0,1 0 1 0 0,-1 1 0 0 0,0-1 0 0 0,0 0-1 0 0,0 0 1 0 0,0 0 0 0 0,0 0-1 0 0,0 1 1 0 0,0-1 0 0 0,0 0 0 0 0,0 0-1 0 0,0 0 1 0 0,-1 0 0 0 0,1 1-1 0 0,0-1 1 0 0,0 0 0 0 0,0 0-1 0 0,0 0 1 0 0,0 0 0 0 0,0 1 0 0 0,0-1-1 0 0,0 0 1 0 0,0 0 0 0 0,0 0-1 0 0,-1 0 1 0 0,1 0 0 0 0,0 0 0 0 0,0 1-1 0 0,0-1 1 0 0,0 0 0 0 0,0 0-1 0 0,-1 0 1 0 0,1 0 0 0 0,0 0-1 0 0,1 1 56 0 0,-1-1 0 0 0,1 1 0 0 0,0-1 0 0 0,0 1 0 0 0,-1 0 0 0 0,1-1 0 0 0,0 1 0 0 0,-1 0 0 0 0,1-1-1 0 0,-1 1 1 0 0,1 0 0 0 0,-1 0 0 0 0,1 1 0 0 0,6 7 13 0 0,-3-7-108 0 0,0 1-1 0 0,0-1 1 0 0,0 0-1 0 0,1 0 1 0 0,-1 0-1 0 0,1-1 1 0 0,-1 0 0 0 0,1 1-1 0 0,0-2 1 0 0,-1 1-1 0 0,11 0 1 0 0,5-1-241 0 0,29-3 1 0 0,-44 3 232 0 0,66-11-1184 0 0,0-2-1 0 0,92-31 1 0 0,-89 23-2739 0 0,134-23 1 0 0,-154 38 2387 0 0,-1 1 963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2.139"/>
    </inkml:context>
    <inkml:brush xml:id="br0">
      <inkml:brushProperty name="width" value="0.035" units="cm"/>
      <inkml:brushProperty name="height" value="0.035" units="cm"/>
      <inkml:brushProperty name="color" value="#E71224"/>
    </inkml:brush>
  </inkml:definitions>
  <inkml:trace contextRef="#ctx0" brushRef="#br0">632 147 19356 0 0,'-14'-7'630'0'0,"0"-1"0"0"0,-24-17 0 0 0,-4-2-966 0 0,19 14 65 0 0,0 1 1 0 0,-1 1-1 0 0,0 1 0 0 0,-1 1 1 0 0,-51-11-1 0 0,66 18 95 0 0,0 1 1 0 0,0 0-1 0 0,0 0 1 0 0,0 1-1 0 0,-1 1 0 0 0,1-1 1 0 0,0 2-1 0 0,0-1 1 0 0,0 1-1 0 0,0 1 1 0 0,0 0-1 0 0,1 0 1 0 0,-1 1-1 0 0,1 0 0 0 0,0 1 1 0 0,0 0-1 0 0,0 0 1 0 0,-12 11-1 0 0,9-5 297 0 0,0 2 0 0 0,1-1 0 0 0,0 2-1 0 0,0-1 1 0 0,2 1 0 0 0,0 1 0 0 0,0 0 0 0 0,2 0 0 0 0,0 0-1 0 0,0 1 1 0 0,2 0 0 0 0,0 1 0 0 0,0-1 0 0 0,-2 22 0 0 0,5-21 86 0 0,0 0 0 0 0,1 0 0 0 0,1 0 0 0 0,1 0 0 0 0,0 0 0 0 0,1 0 0 0 0,1 0 0 0 0,0 0 0 0 0,1-1 0 0 0,1 1 0 0 0,1-1 0 0 0,0 0 0 0 0,1-1 0 0 0,11 18 0 0 0,-12-23-170 0 0,0-1 0 0 0,1 0 0 0 0,1 0 0 0 0,0-1 0 0 0,0 1 0 0 0,0-2 0 0 0,1 1 0 0 0,17 10 0 0 0,-21-15-25 0 0,1 0 0 0 0,0 0 0 0 0,-1-1 0 0 0,1 0 1 0 0,0 0-1 0 0,0 0 0 0 0,0-1 0 0 0,0 0 1 0 0,1 0-1 0 0,-1 0 0 0 0,0-1 0 0 0,0 0 0 0 0,0 0 1 0 0,1-1-1 0 0,-1 1 0 0 0,0-1 0 0 0,10-4 1 0 0,-4 1 23 0 0,0-1 0 0 0,0-1 0 0 0,-1 0 0 0 0,0-1 1 0 0,0 0-1 0 0,-1-1 0 0 0,0 0 0 0 0,0 0 0 0 0,-1-1 0 0 0,16-19 1 0 0,-7 5 79 0 0,-2-1 1 0 0,0 0-1 0 0,22-48 1 0 0,-26 46-32 0 0,-2-1 0 0 0,-1 0 0 0 0,0-1 0 0 0,5-38 0 0 0,-11 44-36 0 0,-1 0 0 0 0,0-1 0 0 0,-2 1 0 0 0,-1-1 0 0 0,0 1 0 0 0,-6-25 0 0 0,2 29 62 0 0,5 18-111 0 0,0 0 1 0 0,0 0-1 0 0,0 0 1 0 0,0 0 0 0 0,0 0-1 0 0,0 0 1 0 0,0 0-1 0 0,0 1 1 0 0,0-1-1 0 0,0 0 1 0 0,0 0-1 0 0,0 0 1 0 0,0 0 0 0 0,0 0-1 0 0,0 0 1 0 0,0 0-1 0 0,0 0 1 0 0,0 0-1 0 0,0 0 1 0 0,0 0-1 0 0,0 0 1 0 0,0 0-1 0 0,0 0 1 0 0,0 0 0 0 0,0 0-1 0 0,0 0 1 0 0,0 0-1 0 0,0 0 1 0 0,0 0-1 0 0,0 0 1 0 0,0 0-1 0 0,0 0 1 0 0,0 0 0 0 0,0 0-1 0 0,0 0 1 0 0,0 0-1 0 0,0 0 1 0 0,-1 0-1 0 0,1 0 1 0 0,0 0-1 0 0,0 0 1 0 0,0 0 0 0 0,0 0-1 0 0,0 0 1 0 0,0 0-1 0 0,0 0 1 0 0,0 0-1 0 0,0 0 1 0 0,0 0-1 0 0,0 0 1 0 0,0 0 0 0 0,0 0-1 0 0,0 0 1 0 0,0 0-1 0 0,0 0 1 0 0,0 12 1 0 0,6 36-21 0 0,1 1 1 0 0,3-1-1 0 0,28 82 0 0 0,-26-96 9 0 0,3 0 1 0 0,0-1-1 0 0,2-1 0 0 0,2 0 0 0 0,37 48 1 0 0,-49-71 12 0 0,1 0 1 0 0,1 0-1 0 0,-1-1 1 0 0,17 12-1 0 0,-20-16-90 0 0,0-1-1 0 0,1 0 1 0 0,-1-1 0 0 0,1 1-1 0 0,-1-1 1 0 0,1 0-1 0 0,0-1 1 0 0,0 1 0 0 0,0-1-1 0 0,0 0 1 0 0,6 0 0 0 0,9-2-741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2.396"/>
    </inkml:context>
    <inkml:brush xml:id="br0">
      <inkml:brushProperty name="width" value="0.035" units="cm"/>
      <inkml:brushProperty name="height" value="0.035" units="cm"/>
      <inkml:brushProperty name="color" value="#E71224"/>
    </inkml:brush>
  </inkml:definitions>
  <inkml:trace contextRef="#ctx0" brushRef="#br0">426 215 15667 0 0,'4'-10'287'0'0,"-1"1"0"0"0,0-1 0 0 0,0 0 0 0 0,0 0 0 0 0,-2 0 0 0 0,1 0 0 0 0,-1 0 0 0 0,-1-20 0 0 0,0 25-253 0 0,0 0 1 0 0,-1 1-1 0 0,1-1 0 0 0,-1 0 1 0 0,-1 1-1 0 0,1-1 0 0 0,0 1 1 0 0,-1-1-1 0 0,0 1 0 0 0,0 0 1 0 0,-1 0-1 0 0,1 0 0 0 0,-1 0 1 0 0,0 0-1 0 0,0 0 0 0 0,0 1 1 0 0,0-1-1 0 0,0 1 0 0 0,-1 0 1 0 0,0 0-1 0 0,-5-3 0 0 0,4 3-169 0 0,-1 1 0 0 0,1 0 0 0 0,-1 1 0 0 0,1-1-1 0 0,-1 1 1 0 0,0 0 0 0 0,1 1 0 0 0,-1-1 0 0 0,0 1 0 0 0,0 0-1 0 0,1 0 1 0 0,-1 1 0 0 0,0 0 0 0 0,0 0 0 0 0,1 0-1 0 0,-1 1 1 0 0,1 0 0 0 0,-8 3 0 0 0,-2 1-15 0 0,-1 2 1 0 0,1 0-1 0 0,0 1 0 0 0,-26 20 1 0 0,26-16 353 0 0,0 0 0 0 0,0 1 1 0 0,2 0-1 0 0,0 2 1 0 0,0-1-1 0 0,1 1 0 0 0,1 1 1 0 0,1 0-1 0 0,0 1 0 0 0,2 0 1 0 0,0 0-1 0 0,0 1 0 0 0,2 0 1 0 0,0 0-1 0 0,2 0 0 0 0,0 1 1 0 0,1 0-1 0 0,1 0 1 0 0,1 0-1 0 0,0 0 0 0 0,2 0 1 0 0,0 0-1 0 0,1 0 0 0 0,9 33 1 0 0,-7-37-97 0 0,1 0 0 0 0,1 0-1 0 0,0 0 1 0 0,1-1 0 0 0,16 27 0 0 0,-18-36-58 0 0,-1 0 1 0 0,1 0-1 0 0,1 0 0 0 0,-1 0 1 0 0,1-1-1 0 0,0 0 0 0 0,0 0 0 0 0,0 0 1 0 0,1-1-1 0 0,0 0 0 0 0,0 0 1 0 0,0-1-1 0 0,0 0 0 0 0,13 4 0 0 0,-8-4-29 0 0,-1-1 0 0 0,1 0 0 0 0,0-1-1 0 0,0-1 1 0 0,-1 1 0 0 0,1-2-1 0 0,0 0 1 0 0,18-4 0 0 0,-14 2-495 0 0,-1-2-1 0 0,1 0 1 0 0,-2 0 0 0 0,1-2-1 0 0,26-14 1 0 0,-8-1-6615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2.728"/>
    </inkml:context>
    <inkml:brush xml:id="br0">
      <inkml:brushProperty name="width" value="0.035" units="cm"/>
      <inkml:brushProperty name="height" value="0.035" units="cm"/>
      <inkml:brushProperty name="color" value="#E71224"/>
    </inkml:brush>
  </inkml:definitions>
  <inkml:trace contextRef="#ctx0" brushRef="#br0">225 0 20740 0 0,'-22'0'2250'0'0,"14"1"-2932"0"0,0 0 0 0 0,0 0 0 0 0,0 1 0 0 0,0 0-1 0 0,0 0 1 0 0,0 1 0 0 0,0 0 0 0 0,1 1 0 0 0,-1-1 0 0 0,1 2-1 0 0,-12 8 1 0 0,10-7 602 0 0,1 1-1 0 0,0 0 0 0 0,0 0 0 0 0,1 1 0 0 0,0 0 1 0 0,0 0-1 0 0,1 1 0 0 0,0 0 0 0 0,-5 10 0 0 0,7-9 316 0 0,0-1 0 0 0,1 1 0 0 0,0-1 0 0 0,1 1 0 0 0,0 0 0 0 0,1 0-1 0 0,0 0 1 0 0,0 1 0 0 0,1-1 0 0 0,1 0 0 0 0,0 0 0 0 0,0 0 0 0 0,1 0-1 0 0,0 0 1 0 0,0 0 0 0 0,1-1 0 0 0,7 17 0 0 0,-5-15 36 0 0,1 0 0 0 0,0 0 0 0 0,0-1 0 0 0,1 0 0 0 0,1 0 0 0 0,0-1 0 0 0,0 0 0 0 0,0 0 0 0 0,1 0 0 0 0,1-1 0 0 0,-1-1 0 0 0,1 0 0 0 0,1 0 0 0 0,13 6 0 0 0,-9-6-207 0 0,2 0 1 0 0,-1-2-1 0 0,1 0 1 0 0,0-1-1 0 0,0-1 0 0 0,23 2 1 0 0,-27-4-354 0 0,0-1-1 0 0,1 0 1 0 0,-1-1 0 0 0,0 0-1 0 0,0-1 1 0 0,0-1 0 0 0,0 0 0 0 0,22-9-1 0 0,-6-2-6987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3.183"/>
    </inkml:context>
    <inkml:brush xml:id="br0">
      <inkml:brushProperty name="width" value="0.035" units="cm"/>
      <inkml:brushProperty name="height" value="0.035" units="cm"/>
      <inkml:brushProperty name="color" value="#E71224"/>
    </inkml:brush>
  </inkml:definitions>
  <inkml:trace contextRef="#ctx0" brushRef="#br0">63 2 12899 0 0,'-41'1'7590'0'0,"32"3"-6921"0"0,7-2-657 0 0,1-1 1 0 0,0 1-1 0 0,0 0 1 0 0,0-1-1 0 0,0 1 0 0 0,0 0 1 0 0,0-1-1 0 0,0 1 1 0 0,1 0-1 0 0,-1 0 0 0 0,1 0 1 0 0,-1 0-1 0 0,1 0 1 0 0,0 0-1 0 0,-1 0 0 0 0,1 3 1 0 0,3 36-409 0 0,-1-30 329 0 0,2 20 130 0 0,2-1-1 0 0,1 0 1 0 0,2 0 0 0 0,1-1 0 0 0,1 0 0 0 0,1-1-1 0 0,1 0 1 0 0,2-1 0 0 0,1 0 0 0 0,26 33 0 0 0,-36-53 30 0 0,-1 0 0 0 0,1-1-1 0 0,0 1 1 0 0,0-1 0 0 0,1-1 0 0 0,0 1 0 0 0,13 7 0 0 0,-17-12-67 0 0,0 1-1 0 0,1-1 1 0 0,-1 0-1 0 0,0 0 1 0 0,1 0-1 0 0,-1 0 1 0 0,1-1-1 0 0,-1 1 1 0 0,1-1-1 0 0,-1 0 1 0 0,1 0-1 0 0,-1 0 1 0 0,1 0-1 0 0,-1-1 1 0 0,1 0-1 0 0,-1 1 0 0 0,1-1 1 0 0,-1-1-1 0 0,0 1 1 0 0,1 0-1 0 0,4-4 1 0 0,-1 1 10 0 0,0-1-1 0 0,-1 0 1 0 0,1-1 0 0 0,-1 1-1 0 0,-1-1 1 0 0,1 0 0 0 0,-1-1-1 0 0,0 0 1 0 0,0 1 0 0 0,6-14 0 0 0,1-5 109 0 0,17-49 0 0 0,-13 24-388 0 0,13-72 0 0 0,-15 5-3035 0 0,-12 87-3939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3.842"/>
    </inkml:context>
    <inkml:brush xml:id="br0">
      <inkml:brushProperty name="width" value="0.035" units="cm"/>
      <inkml:brushProperty name="height" value="0.035" units="cm"/>
      <inkml:brushProperty name="color" value="#E71224"/>
    </inkml:brush>
  </inkml:definitions>
  <inkml:trace contextRef="#ctx0" brushRef="#br0">86 192 14747 0 0,'11'2'246'0'0,"0"1"-1"0"0,-1 0 1 0 0,1 0 0 0 0,-1 1-1 0 0,1 1 1 0 0,-1 0 0 0 0,0 0-1 0 0,10 8 1 0 0,-14-8-331 0 0,0 0-1 0 0,-1 0 1 0 0,0 0-1 0 0,0 1 0 0 0,0-1 1 0 0,-1 1-1 0 0,1 0 1 0 0,-2 0-1 0 0,1 1 1 0 0,-1-1-1 0 0,1 1 1 0 0,-2 0-1 0 0,4 10 1 0 0,-3-4-165 0 0,0 0 0 0 0,-1 0 0 0 0,0 0 0 0 0,-1 0 0 0 0,-1 0 0 0 0,-1 14 0 0 0,1-23 368 0 0,0 1 0 0 0,-1 0 0 0 0,0-1 0 0 0,0 1 0 0 0,0-1 0 0 0,0 1 0 0 0,-1-1 0 0 0,0 1 0 0 0,0-1 0 0 0,0 0 0 0 0,0 0 0 0 0,0 0 0 0 0,-1 0 0 0 0,0 0 0 0 0,0-1 0 0 0,0 1 0 0 0,0-1 0 0 0,-1 0 0 0 0,1 0 0 0 0,-6 3 0 0 0,7-4 72 0 0,-1-1 0 0 0,0 0 0 0 0,0 0 1 0 0,0 0-1 0 0,1 0 0 0 0,-1 0 0 0 0,0-1 0 0 0,0 1 1 0 0,0-1-1 0 0,0 0 0 0 0,0 0 0 0 0,0 0 0 0 0,-5-1 1 0 0,2 0-20 0 0,1 0-1 0 0,0-1 1 0 0,-1 0 0 0 0,1 0 0 0 0,0 0 0 0 0,-9-6 0 0 0,2-1-41 0 0,1 1-1 0 0,-1-2 1 0 0,2 0 0 0 0,-17-19-1 0 0,19 21 14 0 0,1-1-1 0 0,0 0 0 0 0,0-1 0 0 0,-9-19 0 0 0,15 26-99 0 0,0 1 0 0 0,0 0 0 0 0,0-1 0 0 0,0 0 0 0 0,1 1-1 0 0,-1-1 1 0 0,1 1 0 0 0,-1-1 0 0 0,1 0 0 0 0,0 1-1 0 0,0-1 1 0 0,1 1 0 0 0,-1-1 0 0 0,0 0 0 0 0,1 1-1 0 0,0-1 1 0 0,-1 1 0 0 0,1-1 0 0 0,0 1 0 0 0,0-1 0 0 0,0 1-1 0 0,1 0 1 0 0,-1 0 0 0 0,1-1 0 0 0,-1 1 0 0 0,1 0-1 0 0,2-2 1 0 0,4-4 21 0 0,1 1-1 0 0,-1 1 1 0 0,1 0-1 0 0,0 0 1 0 0,16-7 0 0 0,54-19-70 0 0,-41 17 17 0 0,132-52-6 0 0,173-74-82 0 0,-338 139 74 0 0,4-2 62 0 0,-13 6 25 0 0,3-1-84 0 0,-25 14 47 0 0,1 0 0 0 0,-30 25-1 0 0,36-24-33 0 0,0 1 0 0 0,2 1-1 0 0,0 1 1 0 0,-26 36 0 0 0,35-40-6 0 0,-1-1 0 0 0,2 1 0 0 0,0 0 0 0 0,0 1 1 0 0,2 0-1 0 0,0 0 0 0 0,1 0 0 0 0,-3 19 0 0 0,5-22-7 0 0,1 0 0 0 0,0 0 0 0 0,1 1-1 0 0,0-1 1 0 0,1 0 0 0 0,3 14 0 0 0,-3-23 0 0 0,0-1 1 0 0,-1 1-1 0 0,1-1 1 0 0,1 0-1 0 0,-1 1 1 0 0,0-1-1 0 0,1 0 1 0 0,0 0-1 0 0,0 0 1 0 0,-1 0-1 0 0,2 0 1 0 0,-1 0-1 0 0,0-1 1 0 0,1 1-1 0 0,-1-1 0 0 0,1 1 1 0 0,0-1-1 0 0,0 0 1 0 0,-1 0-1 0 0,1 0 1 0 0,1-1-1 0 0,-1 1 1 0 0,0-1-1 0 0,0 0 1 0 0,1 1-1 0 0,-1-1 1 0 0,7 0-1 0 0,-4 0 8 0 0,-1-1 1 0 0,1-1-1 0 0,-1 1 1 0 0,1-1-1 0 0,-1 0 0 0 0,1 0 1 0 0,-1-1-1 0 0,0 1 1 0 0,0-1-1 0 0,1-1 0 0 0,-1 1 1 0 0,0-1-1 0 0,-1 1 1 0 0,1-1-1 0 0,8-8 0 0 0,5-4-10 0 0,-1-1 0 0 0,20-24-1 0 0,-36 39 3 0 0,17-20-108 0 0,0 0 1 0 0,-2-1 0 0 0,-1-1-1 0 0,0-1 1 0 0,16-38-1 0 0,-26 52 126 0 0,-1-1-1 0 0,-1 1 1 0 0,0-1-1 0 0,0 0 1 0 0,-1 0-1 0 0,0 0 1 0 0,-1-1-1 0 0,0 1 1 0 0,-1 0-1 0 0,0 0 1 0 0,-1-1-1 0 0,0 1 1 0 0,-1 0-1 0 0,0 0 1 0 0,-1 0-1 0 0,-5-13 1 0 0,7 21 24 0 0,0 0 0 0 0,-1 1 0 0 0,1-1 0 0 0,-1 0 0 0 0,0 1 0 0 0,0-1 0 0 0,-3-3 0 0 0,4 6-38 0 0,1-1 1 0 0,0 1-1 0 0,0 0 1 0 0,-1 0-1 0 0,1 0 1 0 0,0-1-1 0 0,-1 1 1 0 0,1 0 0 0 0,0 0-1 0 0,-1 0 1 0 0,1 0-1 0 0,0-1 1 0 0,-1 1-1 0 0,1 0 1 0 0,0 0-1 0 0,-1 0 1 0 0,1 0 0 0 0,0 0-1 0 0,-1 0 1 0 0,1 0-1 0 0,0 0 1 0 0,-1 0-1 0 0,1 0 1 0 0,-1 0-1 0 0,1 0 1 0 0,-1 1 0 0 0,1-1-2 0 0,-1 1 0 0 0,0 0-1 0 0,1-1 1 0 0,-1 1 0 0 0,1 0 0 0 0,-1-1 0 0 0,1 1 0 0 0,-1 0 0 0 0,1 0 0 0 0,0 0 0 0 0,-1-1 0 0 0,1 1 0 0 0,0 0 0 0 0,0 0 0 0 0,0 0 0 0 0,-1 1 0 0 0,-1 11-54 0 0,1 1 0 0 0,0-1 0 0 0,0 1 0 0 0,1-1-1 0 0,4 28 1 0 0,3-6-27 0 0,10 36-1 0 0,-7-39 52 0 0,1 0 0 0 0,2-1 0 0 0,23 43 0 0 0,-25-56 17 0 0,0 0 0 0 0,1 0 0 0 0,1-2 1 0 0,1 1-1 0 0,0-2 0 0 0,26 23 0 0 0,-34-33-42 0 0,-1-1 1 0 0,1 0-1 0 0,1 0 0 0 0,-1-1 0 0 0,0 1 1 0 0,1-2-1 0 0,0 1 0 0 0,-1 0 1 0 0,1-1-1 0 0,0-1 0 0 0,8 2 0 0 0,-9-2-991 0 0,-1-1 0 0 0,0 0 0 0 0,1 0-1 0 0,-1-1 1 0 0,9-1 0 0 0,11-6-6012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4.110"/>
    </inkml:context>
    <inkml:brush xml:id="br0">
      <inkml:brushProperty name="width" value="0.035" units="cm"/>
      <inkml:brushProperty name="height" value="0.035" units="cm"/>
      <inkml:brushProperty name="color" value="#E71224"/>
    </inkml:brush>
  </inkml:definitions>
  <inkml:trace contextRef="#ctx0" brushRef="#br0">26 19 8290 0 0,'-26'-19'1368'0'0,"39"38"9217"0"0,-2 6-8449 0 0,3 29-6309 0 0,-10-38 4906 0 0,47 248-4852 0 0,-19-85 3135 0 0,48 175 1184 0 0,26-9 1566 0 0,-44-200-120 0 0,-47-118-1093 0 0,0 0 0 0 0,2-1-1 0 0,21 25 1 0 0,-23-34-1563 0 0,-3-6-5580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4.339"/>
    </inkml:context>
    <inkml:brush xml:id="br0">
      <inkml:brushProperty name="width" value="0.035" units="cm"/>
      <inkml:brushProperty name="height" value="0.035" units="cm"/>
      <inkml:brushProperty name="color" value="#E71224"/>
    </inkml:brush>
  </inkml:definitions>
  <inkml:trace contextRef="#ctx0" brushRef="#br0">21 372 23045 0 0,'-3'3'472'0'0,"-9"8"846"0"0,11-11-1286 0 0,1 1 0 0 0,0-1 0 0 0,-1 0 0 0 0,1 1 1 0 0,0-1-1 0 0,-1 0 0 0 0,1 1 0 0 0,0-1 0 0 0,-1 1 0 0 0,1-1 0 0 0,0 1 0 0 0,0-1 0 0 0,-1 1 1 0 0,1-1-1 0 0,0 0 0 0 0,0 1 0 0 0,0-1 0 0 0,0 1 0 0 0,0-1 0 0 0,0 1 0 0 0,0 0 0 0 0,1 0-66 0 0,0-1 0 0 0,1 0-1 0 0,-1 0 1 0 0,1 1 0 0 0,-1-1 0 0 0,1 0-1 0 0,-1 0 1 0 0,1-1 0 0 0,-1 1-1 0 0,1 0 1 0 0,2-1 0 0 0,0 0-119 0 0,15-2-105 0 0,0-1 0 0 0,-1-1-1 0 0,0-1 1 0 0,0-1 0 0 0,0 0-1 0 0,18-11 1 0 0,98-66-2367 0 0,-53 31 332 0 0,-4 7 226 0 0,2 3 1 0 0,2 4 0 0 0,85-29 0 0 0,-128 56 2066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4.679"/>
    </inkml:context>
    <inkml:brush xml:id="br0">
      <inkml:brushProperty name="width" value="0.035" units="cm"/>
      <inkml:brushProperty name="height" value="0.035" units="cm"/>
      <inkml:brushProperty name="color" value="#E71224"/>
    </inkml:brush>
  </inkml:definitions>
  <inkml:trace contextRef="#ctx0" brushRef="#br0">119 350 18892 0 0,'-4'9'657'0'0,"3"-7"-575"0"0,1-1 0 0 0,-1 0 0 0 0,0 1-1 0 0,1-1 1 0 0,-1 1 0 0 0,0-1 0 0 0,1 1 0 0 0,0-1 0 0 0,-1 1 0 0 0,1-1-1 0 0,0 1 1 0 0,0-1 0 0 0,0 1 0 0 0,0 0 0 0 0,0-1 0 0 0,0 3-1 0 0,1-3-54 0 0,1-1-1 0 0,-1 1 1 0 0,0 0-1 0 0,0-1 0 0 0,0 1 1 0 0,1-1-1 0 0,-1 1 0 0 0,0-1 1 0 0,0 0-1 0 0,1 1 0 0 0,-1-1 1 0 0,0 0-1 0 0,1 0 0 0 0,-1 0 1 0 0,0 0-1 0 0,3 0 1 0 0,21-5 421 0 0,-11-2-612 0 0,1 1 0 0 0,-1-2 0 0 0,-1 0 0 0 0,1 0 0 0 0,21-20 0 0 0,-10 7-1742 0 0,39-46 0 0 0,-47 47-175 0 0,21-33 0 0 0,-33 46 1945 0 0,-1 0 0 0 0,-1 0 0 0 0,1-1-1 0 0,-1 1 1 0 0,0-1 0 0 0,-1 0 0 0 0,0 1 0 0 0,0-1-1 0 0,1-11 1 0 0,-3 16 284 0 0,0 0 1 0 0,0 0-1 0 0,0 0 0 0 0,-1 1 1 0 0,1-1-1 0 0,-1 0 0 0 0,1 0 1 0 0,-1 1-1 0 0,0-1 0 0 0,0 0 0 0 0,0 1 1 0 0,-1-1-1 0 0,1 1 0 0 0,0 0 1 0 0,-1-1-1 0 0,0 1 0 0 0,0 0 1 0 0,1 0-1 0 0,-1 0 0 0 0,0 0 1 0 0,-1 0-1 0 0,1 0 0 0 0,0 1 0 0 0,0-1 1 0 0,-1 1-1 0 0,1-1 0 0 0,-1 1 1 0 0,1 0-1 0 0,-6-1 0 0 0,2 0 55 0 0,-1 0-1 0 0,0 1 0 0 0,0-1 0 0 0,0 2 1 0 0,0-1-1 0 0,0 1 0 0 0,0 0 0 0 0,0 0 1 0 0,0 1-1 0 0,0 0 0 0 0,-6 2 0 0 0,-1 1-75 0 0,1 1-1 0 0,-1 0 1 0 0,1 0-1 0 0,1 2 1 0 0,-1-1-1 0 0,1 2 1 0 0,1 0-1 0 0,-1 0 0 0 0,-10 10 1 0 0,9-4 33 0 0,0-1-1 0 0,0 2 1 0 0,1 0-1 0 0,1 0 1 0 0,1 1-1 0 0,-10 20 1 0 0,7-8 24 0 0,1 0 1 0 0,1 1-1 0 0,2 0 1 0 0,1 1-1 0 0,2 0 1 0 0,0 0-1 0 0,2 0 1 0 0,0 38-1 0 0,4-52-137 0 0,0-1 0 0 0,2 1 1 0 0,-1-1-1 0 0,2 0 0 0 0,0 0 0 0 0,1 1 0 0 0,10 25 0 0 0,-11-33-11 0 0,1 1 1 0 0,1-2 0 0 0,0 1 0 0 0,0-1 0 0 0,0 1 0 0 0,1-1 0 0 0,0-1 0 0 0,0 1 0 0 0,1-1 0 0 0,-1 0-1 0 0,2-1 1 0 0,-1 0 0 0 0,0 0 0 0 0,16 7 0 0 0,-9-5 30 0 0,0-2-1 0 0,0 0 1 0 0,1-1 0 0 0,0 0-1 0 0,0-1 1 0 0,0-1 0 0 0,24 1 0 0 0,-17-3-4 0 0,-1-2 1 0 0,0 0 0 0 0,1-1 0 0 0,35-10 0 0 0,-8-3-64 0 0,-1-3-1 0 0,0-1 1 0 0,73-45 0 0 0,23-23-1904 0 0,-69 40-6102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9.310"/>
    </inkml:context>
    <inkml:brush xml:id="br0">
      <inkml:brushProperty name="width" value="0.035" units="cm"/>
      <inkml:brushProperty name="height" value="0.035" units="cm"/>
      <inkml:brushProperty name="color" value="#E71224"/>
    </inkml:brush>
  </inkml:definitions>
  <inkml:trace contextRef="#ctx0" brushRef="#br0">49 141 17972 0 0,'-7'-2'829'0'0,"6"1"-774"0"0,1 1 0 0 0,-1 0-1 0 0,0-1 1 0 0,1 1 0 0 0,-1 0 0 0 0,0 0-1 0 0,0 0 1 0 0,1-1 0 0 0,-1 1 0 0 0,0 0-1 0 0,0 0 1 0 0,1 0 0 0 0,-1 0 0 0 0,0 0 0 0 0,0 0-1 0 0,1 1 1 0 0,-1-1 0 0 0,-1 0 0 0 0,0 2-24 0 0,0 0 0 0 0,0 0 0 0 0,0 0 1 0 0,1 0-1 0 0,-1 1 0 0 0,1-1 1 0 0,-1 1-1 0 0,1-1 0 0 0,0 1 1 0 0,-1-1-1 0 0,2 1 0 0 0,-1-1 0 0 0,0 1 1 0 0,0 0-1 0 0,1 0 0 0 0,-1 3 1 0 0,-1 21 39 0 0,0-1 0 0 0,2 1 0 0 0,3 27 0 0 0,15 80-70 0 0,-18-133-1 0 0,93 441 598 0 0,-70-365-481 0 0,3-1-1 0 0,3-1 1 0 0,63 114-1 0 0,-79-166-79 0 0,2 0 0 0 0,1 0-1 0 0,0-2 1 0 0,33 33 0 0 0,-41-46-74 0 0,1 0 1 0 0,0-1 0 0 0,0-1 0 0 0,0 1 0 0 0,0-1 0 0 0,1-1 0 0 0,0 0-1 0 0,0 0 1 0 0,1-1 0 0 0,0 0 0 0 0,-1-1 0 0 0,1 0 0 0 0,0-1 0 0 0,11 1 0 0 0,-14-3-15 0 0,0 0 0 0 0,0 0 1 0 0,0-1-1 0 0,0 0 1 0 0,-1-1-1 0 0,1 1 1 0 0,-1-2-1 0 0,14-4 1 0 0,-9 1 0 0 0,-1 0 0 0 0,0 0 0 0 0,0-1 0 0 0,18-16 0 0 0,-11 6 173 0 0,0-1 0 0 0,-2 0 0 0 0,0-2-1 0 0,-1 1 1 0 0,12-24 0 0 0,-9 11 162 0 0,-2-1-1 0 0,0-1 1 0 0,15-54 0 0 0,18-109 149 0 0,-48 194-428 0 0,-1 1 0 0 0,1-1 1 0 0,-1 1-1 0 0,1 0 0 0 0,0-1 0 0 0,0 1 0 0 0,2-3 0 0 0,-3 5-3 0 0,0 0-1 0 0,0 0 1 0 0,0 0-1 0 0,0-1 0 0 0,0 1 1 0 0,1 0-1 0 0,-1 0 1 0 0,0 0-1 0 0,0 0 1 0 0,0 0-1 0 0,0 0 1 0 0,0 0-1 0 0,1 0 1 0 0,-1 0-1 0 0,0 0 1 0 0,0-1-1 0 0,0 1 1 0 0,0 0-1 0 0,1 0 1 0 0,-1 0-1 0 0,0 0 0 0 0,0 0 1 0 0,0 0-1 0 0,0 0 1 0 0,1 0-1 0 0,-1 1 1 0 0,0-1-1 0 0,0 0 1 0 0,0 0-1 0 0,0 0 1 0 0,1 0-1 0 0,-1 0 1 0 0,0 0-1 0 0,0 0 1 0 0,0 0-1 0 0,1 0 1 0 0,7 12 83 0 0,37 98 174 0 0,-11-23-136 0 0,-14-42-87 0 0,3-1-1 0 0,35 50 1 0 0,-43-72-53 0 0,2-1-1 0 0,0 0 1 0 0,1-1 0 0 0,1-2 0 0 0,39 32 0 0 0,-49-44-34 0 0,0 0 0 0 0,1-1 0 0 0,-1 0 0 0 0,1 0 0 0 0,0-1-1 0 0,1 0 1 0 0,19 4 0 0 0,-25-7-3 0 0,1 0 0 0 0,-1 0 0 0 0,1-1 0 0 0,0 0 0 0 0,-1 0 0 0 0,1 0 0 0 0,0-1 0 0 0,-1 0 0 0 0,1 0 0 0 0,-1-1 1 0 0,1 1-1 0 0,-1-1 0 0 0,0 0 0 0 0,1 0 0 0 0,-1-1 0 0 0,8-5 0 0 0,-5 2 16 0 0,0-1 0 0 0,-1 0 0 0 0,0-1 0 0 0,0 0-1 0 0,-1 0 1 0 0,1 0 0 0 0,-2-1 0 0 0,1 0 0 0 0,-1 0 0 0 0,-1 0 0 0 0,0 0 0 0 0,0-1 0 0 0,3-14 0 0 0,0-4 281 0 0,-2 1 1 0 0,0-1-1 0 0,0-47 1 0 0,-5 18 98 0 0,-3 1 1 0 0,-2 0-1 0 0,-23-104 1 0 0,-69-157 246 0 0,-7 73-555 0 0,83 204-186 0 0,-2 1 0 0 0,-2 1 0 0 0,-54-63-1 0 0,69 90 63 0 0,0 0-1 0 0,-1 1 0 0 0,0 0 0 0 0,0 1 0 0 0,-1 1 0 0 0,-18-11 0 0 0,25 16-21 0 0,0 1-1 0 0,-1 0 1 0 0,1 0 0 0 0,0 0 0 0 0,-1 1-1 0 0,1-1 1 0 0,-1 1 0 0 0,0 1-1 0 0,1-1 1 0 0,-1 1 0 0 0,0 0 0 0 0,1 0-1 0 0,-1 1 1 0 0,0-1 0 0 0,1 1-1 0 0,-1 1 1 0 0,1-1 0 0 0,-1 1 0 0 0,-8 3-1 0 0,-19 15-663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39.709"/>
    </inkml:context>
    <inkml:brush xml:id="br0">
      <inkml:brushProperty name="width" value="0.035" units="cm"/>
      <inkml:brushProperty name="height" value="0.035" units="cm"/>
      <inkml:brushProperty name="color" value="#E71224"/>
    </inkml:brush>
  </inkml:definitions>
  <inkml:trace contextRef="#ctx0" brushRef="#br0">278 366 17972 0 0,'1'-4'134'0'0,"16"-100"1216"0"0,-12 85-1734 0 0,-1 0-1 0 0,-1 0 0 0 0,-1-1 1 0 0,-1 0-1 0 0,0 1 1 0 0,-2-1-1 0 0,-3-27 1 0 0,3 43 297 0 0,0 0 1 0 0,0 0 0 0 0,0 0 0 0 0,0 0 0 0 0,-1 0 0 0 0,0 0 0 0 0,1 0-1 0 0,-1 1 1 0 0,-1-1 0 0 0,1 1 0 0 0,-1-1 0 0 0,1 1 0 0 0,-1 0 0 0 0,0 0 0 0 0,-4-3-1 0 0,4 4 17 0 0,1 0-1 0 0,-1 1 1 0 0,0-1-1 0 0,0 1 1 0 0,-1 0-1 0 0,1 0 1 0 0,0 0-1 0 0,0 0 1 0 0,0 0-1 0 0,-1 1 1 0 0,1 0-1 0 0,0-1 1 0 0,-1 1-1 0 0,1 0 1 0 0,0 1-1 0 0,-1-1 0 0 0,1 1 1 0 0,0-1-1 0 0,-5 3 1 0 0,-3 0 75 0 0,0 1 1 0 0,1 1-1 0 0,0 0 0 0 0,0 0 0 0 0,0 1 1 0 0,0 0-1 0 0,1 1 0 0 0,0 0 1 0 0,0 0-1 0 0,1 1 0 0 0,0 0 0 0 0,0 0 1 0 0,1 1-1 0 0,0 0 0 0 0,1 1 1 0 0,-11 19-1 0 0,10-13 325 0 0,0 1 1 0 0,0-1-1 0 0,2 1 1 0 0,0 1-1 0 0,1-1 1 0 0,1 1-1 0 0,0-1 0 0 0,1 1 1 0 0,1 0-1 0 0,2 20 1 0 0,1-9 181 0 0,2 0 1 0 0,1-1-1 0 0,1 0 1 0 0,13 40-1 0 0,-12-51-275 0 0,0 0 0 0 0,0 0-1 0 0,2-1 1 0 0,0 0-1 0 0,1 0 1 0 0,1-1 0 0 0,24 27-1 0 0,-30-37-184 0 0,0 0-1 0 0,0 0 1 0 0,1-1 0 0 0,-1 0-1 0 0,1 0 1 0 0,0-1-1 0 0,1 1 1 0 0,-1-1-1 0 0,0-1 1 0 0,1 1 0 0 0,0-1-1 0 0,11 2 1 0 0,-12-3-32 0 0,-1-1 1 0 0,1 0 0 0 0,0 0-1 0 0,-1 0 1 0 0,1-1 0 0 0,0 1 0 0 0,-1-2-1 0 0,1 1 1 0 0,-1 0 0 0 0,1-1-1 0 0,-1 0 1 0 0,0-1 0 0 0,0 1-1 0 0,0-1 1 0 0,9-6 0 0 0,-2 0 21 0 0,-1 0 0 0 0,0-1 0 0 0,-1-1 0 0 0,0 0 0 0 0,-1 0 0 0 0,0-1 0 0 0,10-17 0 0 0,-4 2 9 0 0,-1-1-1 0 0,15-42 1 0 0,-20 43-32 0 0,-1-1 1 0 0,-1 0-1 0 0,-2 0 0 0 0,-1 0 1 0 0,1-39-1 0 0,-5 52-107 0 0,-1 1 1 0 0,0-1-1 0 0,-1 0 1 0 0,-1 1-1 0 0,-5-17 1 0 0,-1 2-360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0.010"/>
    </inkml:context>
    <inkml:brush xml:id="br0">
      <inkml:brushProperty name="width" value="0.035" units="cm"/>
      <inkml:brushProperty name="height" value="0.035" units="cm"/>
      <inkml:brushProperty name="color" value="#E71224"/>
    </inkml:brush>
  </inkml:definitions>
  <inkml:trace contextRef="#ctx0" brushRef="#br0">0 266 15667 0 0,'7'6'567'0'0,"0"-1"1"0"0,0 1-1 0 0,-1 0 0 0 0,0 1 0 0 0,9 10 0 0 0,23 41 985 0 0,-27-40-1428 0 0,60 103 634 0 0,-30-38-3155 0 0,-44-89-269 0 0,-21-39 2486 0 0,21 36 332 0 0,-8-16 924 0 0,2 1 0 0 0,0-1 0 0 0,2-1 0 0 0,-6-38 0 0 0,13 61-997 0 0,0-1 1 0 0,-1 1 0 0 0,1-1-1 0 0,1 0 1 0 0,-1 1 0 0 0,0-1-1 0 0,1 1 1 0 0,0-1 0 0 0,0 1-1 0 0,0-1 1 0 0,0 1 0 0 0,1-1 0 0 0,-1 1-1 0 0,4-6 1 0 0,-1 5-21 0 0,-1 1 1 0 0,0-1-1 0 0,1 1 0 0 0,-1 0 1 0 0,1 0-1 0 0,0 0 1 0 0,0 1-1 0 0,0-1 0 0 0,1 1 1 0 0,6-3-1 0 0,40-16-5 0 0,55-26-3 0 0,-90 38-196 0 0,0 0 0 0 0,-1-1 0 0 0,0 0 0 0 0,20-20 0 0 0,-25 19-244 0 0,1 0 1 0 0,-1 0-1 0 0,12-20 0 0 0,-15 19-3028 0 0,11-25-1 0 0,-8 11-2899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0.478"/>
    </inkml:context>
    <inkml:brush xml:id="br0">
      <inkml:brushProperty name="width" value="0.035" units="cm"/>
      <inkml:brushProperty name="height" value="0.035" units="cm"/>
      <inkml:brushProperty name="color" value="#E71224"/>
    </inkml:brush>
  </inkml:definitions>
  <inkml:trace contextRef="#ctx0" brushRef="#br0">223 224 3225 0 0,'-5'-8'313'0'0,"-4"-8"-292"0"0,-16-21-1 0 0,6 15 2945 0 0,-22-21 655 0 0,27 27-1949 0 0,0 0 1 0 0,-2 1 0 0 0,0 0 0 0 0,-22-15 0 0 0,37 30-1604 0 0,0-1 1 0 0,1 1 0 0 0,-1-1-1 0 0,0 1 1 0 0,1-1 0 0 0,-1 1 0 0 0,0-1-1 0 0,0 1 1 0 0,1 0 0 0 0,-1 0-1 0 0,0-1 1 0 0,0 1 0 0 0,0 0 0 0 0,0 0-1 0 0,1 0 1 0 0,-1 0 0 0 0,0 0-1 0 0,0 0 1 0 0,0 0 0 0 0,0 0-1 0 0,1 0 1 0 0,-1 0 0 0 0,-1 1 0 0 0,1-1-15 0 0,1 1 1 0 0,-1-1 0 0 0,1 1 0 0 0,0 0 0 0 0,-1-1 0 0 0,1 1-1 0 0,-1 0 1 0 0,1-1 0 0 0,0 1 0 0 0,0 0 0 0 0,-1-1 0 0 0,1 1-1 0 0,0 0 1 0 0,0 0 0 0 0,0-1 0 0 0,0 1 0 0 0,0 0 0 0 0,0 0-1 0 0,0 1 1 0 0,1 5 84 0 0,-1 0 1 0 0,2-1-1 0 0,-1 1 0 0 0,3 7 1 0 0,14 33-134 0 0,2-2 1 0 0,38 64 0 0 0,-33-64-14 0 0,159 280-217 0 0,20-14-870 0 0,-83-162 230 0 0,-101-128 775 0 0,0-2 0 0 0,1 0 1 0 0,1-1-1 0 0,42 24 0 0 0,-59-38 172 0 0,18 8-8 0 0,-21-12-8 0 0,-1 1 1 0 0,0 0-1 0 0,1-1 0 0 0,-1 0 0 0 0,1 1 1 0 0,-1-1-1 0 0,0 0 0 0 0,1 0 1 0 0,-1 0-1 0 0,1 0 0 0 0,-1 0 1 0 0,1 0-1 0 0,2 0 0 0 0,-19-16 1128 0 0,-14-9-975 0 0,1-2 0 0 0,1-1-1 0 0,1-1 1 0 0,1-1 0 0 0,-24-41-1 0 0,38 53-257 0 0,1-1-1 0 0,1 0 0 0 0,0 0 0 0 0,2-1 1 0 0,1 0-1 0 0,0-1 0 0 0,1 1 1 0 0,1-1-1 0 0,1 0 0 0 0,1 0 1 0 0,1-27-1 0 0,2 23-107 0 0,1 0 1 0 0,1 0-1 0 0,2 0 1 0 0,0 1 0 0 0,1 0-1 0 0,11-26 1 0 0,-11 37 103 0 0,-1 0 1 0 0,2 1 0 0 0,0 0 0 0 0,0 0 0 0 0,1 0-1 0 0,0 1 1 0 0,1 0 0 0 0,0 1 0 0 0,1 0 0 0 0,0 0 0 0 0,1 1-1 0 0,17-11 1 0 0,-24 17 65 0 0,1 1 1 0 0,-1-1-1 0 0,0 1 0 0 0,1 1 0 0 0,-1-1 0 0 0,1 1 1 0 0,0-1-1 0 0,-1 1 0 0 0,1 0 0 0 0,0 1 0 0 0,9-1 1 0 0,-11 2 0 0 0,1-1 1 0 0,-1 1 0 0 0,0-1-1 0 0,0 1 1 0 0,1 0 0 0 0,-1 0 0 0 0,0 1-1 0 0,0-1 1 0 0,0 0 0 0 0,0 1-1 0 0,-1 0 1 0 0,1 0 0 0 0,0 0-1 0 0,-1 0 1 0 0,1 0 0 0 0,-1 1 0 0 0,0-1-1 0 0,3 4 1 0 0,1 3 15 0 0,-1 0 0 0 0,0 0 1 0 0,-1 0-1 0 0,1 1 0 0 0,-2-1 0 0 0,0 1 1 0 0,0 0-1 0 0,0 0 0 0 0,1 16 0 0 0,-1 12 109 0 0,0 46-1 0 0,-8 74-432 0 0,0 7-290 0 0,6-114 393 0 0,9 62 0 0 0,-8-102 151 0 0,0 0 1 0 0,0 1 0 0 0,1-1 0 0 0,1 0 0 0 0,5 13 0 0 0,-8-22 27 0 0,1 1 0 0 0,-1-1-1 0 0,1 1 1 0 0,0-1 0 0 0,0 1 0 0 0,0-1-1 0 0,0 0 1 0 0,0 0 0 0 0,0 0 0 0 0,1 0 0 0 0,2 2-1 0 0,-3-3 6 0 0,-1-1-1 0 0,1 1 1 0 0,0 0 0 0 0,1 0-1 0 0,-1-1 1 0 0,0 1-1 0 0,0-1 1 0 0,0 0 0 0 0,0 0-1 0 0,0 1 1 0 0,0-1-1 0 0,0-1 1 0 0,1 1-1 0 0,-1 0 1 0 0,0 0 0 0 0,0-1-1 0 0,3 0 1 0 0,3-2 49 0 0,0-1 1 0 0,-1 0-1 0 0,1 0 1 0 0,-1 0-1 0 0,0-1 1 0 0,0 0-1 0 0,12-11 0 0 0,41-47-341 0 0,-52 54-23 0 0,29-35-4705 0 0,2-2-1816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0.808"/>
    </inkml:context>
    <inkml:brush xml:id="br0">
      <inkml:brushProperty name="width" value="0.035" units="cm"/>
      <inkml:brushProperty name="height" value="0.035" units="cm"/>
      <inkml:brushProperty name="color" value="#E71224"/>
    </inkml:brush>
  </inkml:definitions>
  <inkml:trace contextRef="#ctx0" brushRef="#br0">55 548 9674 0 0,'-15'7'712'0'0,"10"-5"-356"0"0,0 0-1 0 0,0 0 1 0 0,0 0-1 0 0,1 1 1 0 0,0 0-1 0 0,-7 6 3600 0 0,10-9-3730 0 0,1 0-1 0 0,0 1 1 0 0,0-1 0 0 0,0 0 0 0 0,0 0 0 0 0,0 0 0 0 0,0 0 0 0 0,0 1 0 0 0,0-1 0 0 0,0 0 0 0 0,0 0 0 0 0,0 0 0 0 0,0 1 0 0 0,1 0 899 0 0,-1-1-899 0 0,7 3 1476 0 0,10-3-2033 0 0,-2-4 261 0 0,-1-2 0 0 0,0 0 0 0 0,-1 0 0 0 0,1-1 0 0 0,-1-1 0 0 0,17-13 0 0 0,3-5-1040 0 0,31-33 1 0 0,-30 26-396 0 0,-2-2 0 0 0,-1-1 0 0 0,-2-2 0 0 0,-2 0 1 0 0,-1-2-1 0 0,35-74 0 0 0,-56 103 1026 0 0,-1-1-1 0 0,4-15 1 0 0,-7 24 464 0 0,0 0 0 0 0,-1 0 0 0 0,1 0 1 0 0,-1 1-1 0 0,0-1 0 0 0,0 0 0 0 0,0 0 0 0 0,0 0 0 0 0,0 0 0 0 0,-1 0 0 0 0,1 0 0 0 0,-1 0 1 0 0,0 0-1 0 0,0 1 0 0 0,-1-5 0 0 0,1 7 82 0 0,1-1 1 0 0,-1 0-1 0 0,1 1 1 0 0,-1-1-1 0 0,1 1 1 0 0,-1-1-1 0 0,1 1 1 0 0,-1 0-1 0 0,1-1 1 0 0,-1 1-1 0 0,0-1 1 0 0,1 1-1 0 0,-1 0 1 0 0,0 0-1 0 0,1-1 1 0 0,-1 1-1 0 0,0 0 1 0 0,1 0-1 0 0,-1 0 1 0 0,0 0-1 0 0,0 0 1 0 0,1 0-1 0 0,-1 0 1 0 0,0 0-1 0 0,0 0 1 0 0,1 0-1 0 0,-1 0 1 0 0,0 0-1 0 0,1 0 1 0 0,-1 1-1 0 0,0-1 1 0 0,1 0-1 0 0,-1 1 1 0 0,0-1-1 0 0,-3 2 200 0 0,1 0 0 0 0,-1 1 0 0 0,1-1-1 0 0,0 0 1 0 0,-3 4 0 0 0,-11 11 692 0 0,2 0 0 0 0,-24 35 1 0 0,-21 45 881 0 0,44-69-1332 0 0,-18 27 1049 0 0,-37 88 0 0 0,63-123-1417 0 0,1-1 0 0 0,1 1 0 0 0,0 1 0 0 0,2-1 0 0 0,0 1 0 0 0,1-1 0 0 0,1 1 0 0 0,2 36 0 0 0,1-48-154 0 0,0 0 1 0 0,0 0-1 0 0,1 0 0 0 0,0 0 1 0 0,1 0-1 0 0,0-1 1 0 0,0 1-1 0 0,1-1 1 0 0,0 0-1 0 0,9 13 0 0 0,-9-16-49 0 0,-1-1 1 0 0,1 0-1 0 0,0 0 0 0 0,0 0 0 0 0,1 0 0 0 0,-1-1 0 0 0,1 1 0 0 0,0-1 0 0 0,-1-1 0 0 0,1 1 1 0 0,1-1-1 0 0,-1 1 0 0 0,0-1 0 0 0,1-1 0 0 0,-1 1 0 0 0,1-1 0 0 0,-1 0 0 0 0,8 0 1 0 0,-2 0-182 0 0,0-2 1 0 0,1 1-1 0 0,-1-2 1 0 0,0 1-1 0 0,-1-2 1 0 0,1 1-1 0 0,0-1 1 0 0,11-6-1 0 0,-1 0-782 0 0,0-1-1 0 0,36-23 0 0 0,-41 21 373 0 0,16-14 1 0 0,17-20 129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1.057"/>
    </inkml:context>
    <inkml:brush xml:id="br0">
      <inkml:brushProperty name="width" value="0.035" units="cm"/>
      <inkml:brushProperty name="height" value="0.035" units="cm"/>
      <inkml:brushProperty name="color" value="#E71224"/>
    </inkml:brush>
  </inkml:definitions>
  <inkml:trace contextRef="#ctx0" brushRef="#br0">286 51 4609 0 0,'1'-1'1'0'0,"9"-18"1073"0"0,-10 18-861 0 0,0 1 0 0 0,0-1-1 0 0,0 1 1 0 0,0-1 0 0 0,0 1 0 0 0,0-1-1 0 0,0 1 1 0 0,0-1 0 0 0,0 1 0 0 0,0 0-1 0 0,0-1 1 0 0,0 1 0 0 0,0-1 0 0 0,-1 1-1 0 0,1-1 1 0 0,0 1 0 0 0,0-1-1 0 0,-1 1 1 0 0,1 0 0 0 0,0-1 0 0 0,0 1-1 0 0,-1-1 1 0 0,1 1 0 0 0,0 0 0 0 0,-1-1-1 0 0,1 1 1 0 0,-1 0 0 0 0,1 0 0 0 0,0-1-1 0 0,-1 1 1 0 0,1 0 0 0 0,-1 0 0 0 0,1 0-1 0 0,-1-1 1 0 0,1 1 0 0 0,-1 0-1 0 0,1 0 1 0 0,-1 0 0 0 0,0 0 0 0 0,-20-5 346 0 0,0 1 1 0 0,-1 1-1 0 0,1 0 1 0 0,-38 2-1 0 0,53 1-533 0 0,0 1 0 0 0,0-1 1 0 0,0 1-1 0 0,1 1 0 0 0,-1-1 0 0 0,0 1 0 0 0,1 0 1 0 0,-1 0-1 0 0,1 1 0 0 0,0-1 0 0 0,-1 1 0 0 0,1 0 0 0 0,1 1 1 0 0,-1-1-1 0 0,0 1 0 0 0,1 0 0 0 0,0 0 0 0 0,0 1 0 0 0,0-1 1 0 0,0 1-1 0 0,1 0 0 0 0,-5 8 0 0 0,4-4 86 0 0,0 2 0 0 0,0-1 0 0 0,1 0 0 0 0,1 1 0 0 0,-1 0 0 0 0,2-1 0 0 0,-1 1 0 0 0,2 0 0 0 0,-1 0 0 0 0,2 0 0 0 0,-1 0 0 0 0,1 0 0 0 0,1-1 0 0 0,0 1 0 0 0,4 12 0 0 0,0-5 255 0 0,0 0 1 0 0,1 0-1 0 0,1-1 1 0 0,1 0-1 0 0,0-1 1 0 0,1 0-1 0 0,24 29 1 0 0,-29-39-346 0 0,0 0-1 0 0,1-1 1 0 0,0 0 0 0 0,0 0 0 0 0,0 0-1 0 0,0 0 1 0 0,0-1 0 0 0,1 0 0 0 0,0-1-1 0 0,0 1 1 0 0,0-1 0 0 0,0-1 0 0 0,1 1 0 0 0,-1-1-1 0 0,1-1 1 0 0,0 1 0 0 0,-1-1 0 0 0,1-1-1 0 0,0 1 1 0 0,-1-1 0 0 0,1 0 0 0 0,0-1-1 0 0,0 0 1 0 0,-1 0 0 0 0,1-1 0 0 0,-1 0 0 0 0,1 0-1 0 0,-1-1 1 0 0,0 0 0 0 0,9-5 0 0 0,1-2-18 0 0,0-1 1 0 0,-1 0-1 0 0,0-1 1 0 0,-1-1-1 0 0,-1 0 1 0 0,15-18-1 0 0,-3 1-394 0 0,-2-2 0 0 0,21-36 0 0 0,-20 25-595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1.293"/>
    </inkml:context>
    <inkml:brush xml:id="br0">
      <inkml:brushProperty name="width" value="0.035" units="cm"/>
      <inkml:brushProperty name="height" value="0.035" units="cm"/>
      <inkml:brushProperty name="color" value="#E71224"/>
    </inkml:brush>
  </inkml:definitions>
  <inkml:trace contextRef="#ctx0" brushRef="#br0">95 0 16131 0 0,'-7'1'501'0'0,"5"-1"-414"0"0,0-1 0 0 0,0 2 1 0 0,-1-1-1 0 0,1 0 0 0 0,0 0 0 0 0,0 1 0 0 0,-1-1 0 0 0,1 1 0 0 0,0-1 0 0 0,0 1 0 0 0,0 0 1 0 0,0 0-1 0 0,-3 2 0 0 0,3 12 1588 0 0,-9 7-1106 0 0,4-10-218 0 0,1 1 0 0 0,0 0 1 0 0,-5 16-1 0 0,7-10-467 0 0,1 0 1 0 0,1 0 0 0 0,0 0 0 0 0,1 0-1 0 0,1 0 1 0 0,1 1 0 0 0,1-1 0 0 0,1 0 0 0 0,9 35-1 0 0,4-1-292 0 0,2 1 0 0 0,29 55 0 0 0,-15-42 540 0 0,2-2 1 0 0,81 113-1 0 0,-85-139 84 0 0,1-2-1 0 0,1-2 1 0 0,2-1 0 0 0,1-1-1 0 0,59 41 1 0 0,-68-58-232 0 0,1 0 0 0 0,0-2 0 0 0,1-1-1 0 0,1-1 1 0 0,0-1 0 0 0,46 10 0 0 0,-18-10-442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1.760"/>
    </inkml:context>
    <inkml:brush xml:id="br0">
      <inkml:brushProperty name="width" value="0.035" units="cm"/>
      <inkml:brushProperty name="height" value="0.035" units="cm"/>
      <inkml:brushProperty name="color" value="#E71224"/>
    </inkml:brush>
  </inkml:definitions>
  <inkml:trace contextRef="#ctx0" brushRef="#br0">47 125 20740 0 0,'-6'-6'624'0'0,"4"5"-537"0"0,1-1 1 0 0,-1 1-1 0 0,1 0 0 0 0,0-1 0 0 0,-1 1 0 0 0,1 0 1 0 0,0-1-1 0 0,0 1 0 0 0,0-1 0 0 0,0 0 0 0 0,0 1 1 0 0,0-1-1 0 0,1 0 0 0 0,-1 0 0 0 0,0 0 0 0 0,1 1 1 0 0,0-1-1 0 0,-1-2 0 0 0,0 0-91 0 0,1 0 1 0 0,-1 0-1 0 0,0 1 1 0 0,-1-1-1 0 0,1 0 1 0 0,-3-5-1 0 0,-2-3 40 0 0,5 9 0 0 0,0 0-1 0 0,0-1 1 0 0,0 1 0 0 0,0 0 0 0 0,1 0 0 0 0,0-1 0 0 0,-1-5 0 0 0,1 9-32 0 0,0-1-1 0 0,0 1 1 0 0,1-1-1 0 0,-1 1 1 0 0,0-1-1 0 0,0 1 1 0 0,0-1 0 0 0,0 1-1 0 0,1-1 1 0 0,-1 1-1 0 0,0-1 1 0 0,0 1 0 0 0,1-1-1 0 0,-1 1 1 0 0,0 0-1 0 0,1-1 1 0 0,-1 1 0 0 0,1 0-1 0 0,-1-1 1 0 0,0 1-1 0 0,1 0 1 0 0,0-1 0 0 0,0 1-15 0 0,0 0 1 0 0,0-1 0 0 0,0 1 0 0 0,0 0 0 0 0,0 0 0 0 0,0 0 0 0 0,0 0 0 0 0,0 0 0 0 0,1 0 0 0 0,-1 1 0 0 0,0-1 0 0 0,0 0-1 0 0,0 0 1 0 0,2 2 0 0 0,4 0-46 0 0,0 2 1 0 0,0-1-1 0 0,-1 1 0 0 0,1 0 0 0 0,8 8 0 0 0,31 29-140 0 0,-27-24 122 0 0,88 85-63 0 0,83 74-30 0 0,78 46 191 0 0,-189-163-85 0 0,130 73-1 0 0,-58-44-3020 0 0,-113-66-3891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2.040"/>
    </inkml:context>
    <inkml:brush xml:id="br0">
      <inkml:brushProperty name="width" value="0.035" units="cm"/>
      <inkml:brushProperty name="height" value="0.035" units="cm"/>
      <inkml:brushProperty name="color" value="#E71224"/>
    </inkml:brush>
  </inkml:definitions>
  <inkml:trace contextRef="#ctx0" brushRef="#br0">291 24 19524 0 0,'-3'-3'163'0'0,"0"1"0"0"0,-1-1 1 0 0,1 1-1 0 0,-1 0 0 0 0,0 0 0 0 0,1 0 0 0 0,-1 0 0 0 0,0 1 0 0 0,0-1 0 0 0,-5 0 1 0 0,6 2-176 0 0,1 0-1 0 0,-1 0 1 0 0,1 0 0 0 0,-1 1 0 0 0,1-1 0 0 0,0 1 0 0 0,-1-1 0 0 0,1 1 0 0 0,-1 0 0 0 0,1 0-1 0 0,0 0 1 0 0,0 0 0 0 0,0 0 0 0 0,-1 0 0 0 0,1 1 0 0 0,0-1 0 0 0,1 1 0 0 0,-1 0 0 0 0,-3 3 0 0 0,-1 1-119 0 0,1 0 0 0 0,0 1 0 0 0,0 0 0 0 0,1 0 1 0 0,0 0-1 0 0,-3 8 0 0 0,-18 49-931 0 0,22-55 935 0 0,-14 47-453 0 0,2 0 0 0 0,-9 74-1 0 0,-2 120 488 0 0,19-176 483 0 0,-37 622 865 0 0,43-568-3169 0 0,4-97 736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2.618"/>
    </inkml:context>
    <inkml:brush xml:id="br0">
      <inkml:brushProperty name="width" value="0.035" units="cm"/>
      <inkml:brushProperty name="height" value="0.035" units="cm"/>
      <inkml:brushProperty name="color" value="#E71224"/>
    </inkml:brush>
  </inkml:definitions>
  <inkml:trace contextRef="#ctx0" brushRef="#br0">1 371 17052 0 0,'3'17'2977'0'0,"0"29"-2677"0"0,-3-43-235 0 0,38 431-935 0 0,-36-423 761 0 0,-1-3-38 0 0,0 1 0 0 0,0-1 0 0 0,1 1 0 0 0,1-1 0 0 0,5 15 0 0 0,-8-23 138 0 0,0 0-1 0 0,1 0 0 0 0,-1 1 1 0 0,0-1-1 0 0,0 0 1 0 0,0 1-1 0 0,0-1 0 0 0,0 0 1 0 0,1 0-1 0 0,-1 1 1 0 0,0-1-1 0 0,0 0 0 0 0,0 0 1 0 0,1 1-1 0 0,-1-1 0 0 0,0 0 1 0 0,0 0-1 0 0,1 0 1 0 0,-1 0-1 0 0,0 1 0 0 0,0-1 1 0 0,1 0-1 0 0,-1 0 1 0 0,0 0-1 0 0,1 0 0 0 0,-1 0 1 0 0,0 0-1 0 0,1 0 1 0 0,-1 0-1 0 0,0 0 0 0 0,1 0 1 0 0,-1 0-1 0 0,0 0 0 0 0,1 0 1 0 0,-1 0-1 0 0,0 0 1 0 0,0 0-1 0 0,1 0 0 0 0,-1 0 1 0 0,0 0-1 0 0,1 0 1 0 0,-1-1-1 0 0,0 1 0 0 0,0 0 1 0 0,1 0-1 0 0,-1 0 0 0 0,0 0 1 0 0,0-1-1 0 0,1 1 1 0 0,-1 0-1 0 0,0 0 0 0 0,0-1 1 0 0,0 1-1 0 0,1 0 1 0 0,-1 0-1 0 0,0-1 0 0 0,0 1 1 0 0,0 0-1 0 0,0-1 1 0 0,0 1-1 0 0,1 0 0 0 0,-1-1 1 0 0,8-20-155 0 0,-1-13 335 0 0,-1 0 0 0 0,-1-1 0 0 0,0-44 0 0 0,-9-107 1183 0 0,2 148-1028 0 0,1 15-116 0 0,-1-84 864 0 0,3 85-823 0 0,0 0 0 0 0,9-40 0 0 0,-9 58-227 0 0,0 0 0 0 0,1 0 1 0 0,-1 0-1 0 0,1 0 0 0 0,-1 0 1 0 0,1 0-1 0 0,4-5 0 0 0,-6 9-20 0 0,1-1 0 0 0,-1 1 0 0 0,1-1 0 0 0,-1 1 0 0 0,1-1 0 0 0,-1 1-1 0 0,1-1 1 0 0,0 1 0 0 0,-1-1 0 0 0,1 1 0 0 0,-1 0 0 0 0,1 0 0 0 0,0-1-1 0 0,-1 1 1 0 0,1 0 0 0 0,0 0 0 0 0,0 0 0 0 0,-1-1 0 0 0,1 1 0 0 0,0 0-1 0 0,0 1 3 0 0,1-1-1 0 0,-1 0 1 0 0,0 1-1 0 0,0-1 1 0 0,0 0-1 0 0,0 1 0 0 0,0 0 1 0 0,0-1-1 0 0,-1 1 1 0 0,1-1-1 0 0,0 1 1 0 0,0 0-1 0 0,0 0 0 0 0,0 0 1 0 0,-1-1-1 0 0,1 1 1 0 0,0 1-1 0 0,9 13 19 0 0,-1 0-1 0 0,11 27 0 0 0,-12-26-24 0 0,0 1 0 0 0,16 23-1 0 0,-20-35 2 0 0,-1-1 0 0 0,1 1 0 0 0,-1-1 0 0 0,1-1 1 0 0,1 1-1 0 0,-1 0 0 0 0,0-1 0 0 0,1 0 0 0 0,0 0 0 0 0,0 0 0 0 0,0-1 0 0 0,9 4 0 0 0,-10-5-2 0 0,-1 0 0 0 0,1 0 0 0 0,0 0 0 0 0,-1-1 0 0 0,1 0 0 0 0,0 0 0 0 0,0 0 0 0 0,-1 0 0 0 0,1 0 0 0 0,0-1 0 0 0,-1 1 0 0 0,1-1 1 0 0,0 0-1 0 0,4-2 0 0 0,-3 0-7 0 0,1 1 1 0 0,-1-1-1 0 0,0-1 0 0 0,0 1 1 0 0,0-1-1 0 0,0 0 1 0 0,-1 0-1 0 0,5-5 1 0 0,2-4-19 0 0,-1-1-1 0 0,0 0 1 0 0,-1-1 0 0 0,-1 1 0 0 0,8-21-1 0 0,-2-2-35 0 0,-1 0 0 0 0,7-42 0 0 0,14-44-197 0 0,-33 121 254 0 0,-1 1-1 0 0,1-1 1 0 0,-1 1-1 0 0,1-1 1 0 0,0 1-1 0 0,0-1 1 0 0,0 1-1 0 0,-1 0 1 0 0,1-1-1 0 0,0 1 1 0 0,1 0-1 0 0,-1 0 1 0 0,0 0-1 0 0,0-1 1 0 0,0 1-1 0 0,1 1 1 0 0,1-3-1 0 0,-1 3 4 0 0,-1 0 1 0 0,0 0-1 0 0,0 0 0 0 0,0 0 0 0 0,0 0 0 0 0,0 0 0 0 0,1 0 1 0 0,-1 1-1 0 0,0-1 0 0 0,0 0 0 0 0,0 1 0 0 0,0-1 0 0 0,0 1 0 0 0,0-1 1 0 0,0 1-1 0 0,0-1 0 0 0,0 1 0 0 0,0 0 0 0 0,0 0 0 0 0,0-1 1 0 0,0 1-1 0 0,-1 0 0 0 0,1 0 0 0 0,0 0 0 0 0,0 1 0 0 0,6 7 1 0 0,0 0 1 0 0,-1 0-1 0 0,0 1 0 0 0,7 18 0 0 0,15 46 61 0 0,-6-13 126 0 0,68 133 503 0 0,-77-172-933 0 0,0 0 1 0 0,2-1-1 0 0,0 0 0 0 0,1-1 1 0 0,1-1-1 0 0,26 23 1 0 0,-15-20-7235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18:43.367"/>
    </inkml:context>
    <inkml:brush xml:id="br0">
      <inkml:brushProperty name="width" value="0.035" units="cm"/>
      <inkml:brushProperty name="height" value="0.035" units="cm"/>
      <inkml:brushProperty name="color" value="#E71224"/>
    </inkml:brush>
  </inkml:definitions>
  <inkml:trace contextRef="#ctx0" brushRef="#br0">443 562 20276 0 0,'-13'-14'676'0'0,"4"4"-168"0"0,-1 1 0 0 0,-19-15 1 0 0,23 21-549 0 0,-1-1 1 0 0,0 2-1 0 0,0-1 1 0 0,-1 1-1 0 0,1 0 0 0 0,0 1 1 0 0,-1 0-1 0 0,-9-1 1 0 0,7 1-90 0 0,1 1-1 0 0,0 0 1 0 0,-1 1 0 0 0,1-1 0 0 0,0 2 0 0 0,0-1 0 0 0,0 1-1 0 0,0 1 1 0 0,0 0 0 0 0,0 0 0 0 0,1 0 0 0 0,-1 1 0 0 0,1 1 0 0 0,0-1-1 0 0,-10 9 1 0 0,7-5-114 0 0,1 2-1 0 0,0-1 1 0 0,0 1-1 0 0,1 1 1 0 0,0 0 0 0 0,1 0-1 0 0,0 1 1 0 0,1 0-1 0 0,-10 22 1 0 0,6-8 46 0 0,1 0 1 0 0,1 1 0 0 0,2 0 0 0 0,-9 53-1 0 0,15-65 307 0 0,-1-1 0 0 0,2 0 0 0 0,0 1 0 0 0,1-1 0 0 0,0 1 0 0 0,1-1 0 0 0,1 0 0 0 0,0 0-1 0 0,1 0 1 0 0,0 0 0 0 0,9 18 0 0 0,-9-25 52 0 0,0-1 0 0 0,0 0 1 0 0,0 0-1 0 0,0 0 0 0 0,1 0 0 0 0,0-1 0 0 0,0 0 0 0 0,1 0 0 0 0,-1 0 1 0 0,9 4-1 0 0,-10-6-100 0 0,-1-1 1 0 0,1 0-1 0 0,0-1 1 0 0,0 1-1 0 0,0-1 0 0 0,0 1 1 0 0,0-1-1 0 0,0 0 1 0 0,0-1-1 0 0,1 1 1 0 0,-1-1-1 0 0,0 0 1 0 0,0 0-1 0 0,1 0 1 0 0,-1 0-1 0 0,0-1 0 0 0,0 0 1 0 0,0 0-1 0 0,5-1 1 0 0,1-2-12 0 0,-1-1 1 0 0,1 0 0 0 0,-1-1-1 0 0,0 0 1 0 0,0 0 0 0 0,-1-1-1 0 0,0 0 1 0 0,0 0-1 0 0,0-1 1 0 0,11-15 0 0 0,-5 4-19 0 0,-2 0 1 0 0,1-1 0 0 0,17-42 0 0 0,-22 39-39 0 0,0 0 0 0 0,-2 0 0 0 0,0 0 1 0 0,-2-1-1 0 0,-1 0 0 0 0,0 0 0 0 0,-2-28 1 0 0,-2 14 133 0 0,-2 0 1 0 0,-2 0-1 0 0,-16-67 1 0 0,21 104-118 0 0,0 1 1 0 0,0-1-1 0 0,0 1 0 0 0,0-1 1 0 0,-1 1-1 0 0,1-1 1 0 0,0 0-1 0 0,0 1 1 0 0,0-1-1 0 0,-1 1 0 0 0,1-1 1 0 0,0 1-1 0 0,0-1 1 0 0,-1 1-1 0 0,1-1 1 0 0,0 1-1 0 0,-1-1 1 0 0,1 1-1 0 0,-1 0 0 0 0,1-1 1 0 0,-1 1-1 0 0,0-1 1 0 0,0 1-4 0 0,1 0 0 0 0,0 1 1 0 0,-1-1-1 0 0,1 0 0 0 0,-1 1 0 0 0,1-1 1 0 0,0 1-1 0 0,-1-1 0 0 0,1 0 0 0 0,0 1 1 0 0,0-1-1 0 0,-1 1 0 0 0,1-1 1 0 0,0 1-1 0 0,0-1 0 0 0,-1 1 0 0 0,1-1 1 0 0,0 1-1 0 0,0 0 0 0 0,-7 30 131 0 0,-5 128-274 0 0,11-129 76 0 0,2 0-1 0 0,2 0 1 0 0,7 39 0 0 0,-9-61 14 0 0,2 0 0 0 0,-1 0 0 0 0,1 0 0 0 0,0 0 0 0 0,0-1 0 0 0,1 1 1 0 0,9 12-1 0 0,-12-18-3 0 0,1 1 0 0 0,0-1 0 0 0,-1 0 0 0 0,1 0 0 0 0,0-1 0 0 0,0 1 0 0 0,0 0 0 0 0,1-1 0 0 0,-1 1 0 0 0,0-1 0 0 0,1 0 0 0 0,-1 0 0 0 0,0 0 0 0 0,1 0 1 0 0,-1 0-1 0 0,1 0 0 0 0,0 0 0 0 0,-1-1 0 0 0,1 0 0 0 0,0 1 0 0 0,-1-1 0 0 0,1 0 0 0 0,0 0 0 0 0,-1-1 0 0 0,1 1 0 0 0,-1 0 0 0 0,1-1 0 0 0,3 0 0 0 0,1-3-136 0 0,1 1 0 0 0,-1-1 0 0 0,0 0 0 0 0,1 0 0 0 0,-2-1-1 0 0,1 0 1 0 0,-1-1 0 0 0,1 1 0 0 0,-2-1 0 0 0,11-12-1 0 0,3-7-113 0 0,22-39-1 0 0,-40 62 300 0 0,23-41-91 0 0,-1-1 0 0 0,16-47-1 0 0,26-98 55 0 0,-15 40 459 0 0,36-95 4537 0 0,-102 291-4721 0 0,14-37-369 0 0,0-1 0 0 0,0 1 0 0 0,1 0 0 0 0,1-1 0 0 0,-1 1 0 0 0,2 0 0 0 0,1 15-1 0 0,-1-21 70 0 0,0 1-1 0 0,0-1 1 0 0,1 0-1 0 0,-1 0 0 0 0,1 0 1 0 0,0 0-1 0 0,0 0 0 0 0,0-1 1 0 0,0 1-1 0 0,1 0 0 0 0,-1-1 1 0 0,1 0-1 0 0,0 0 0 0 0,0 0 1 0 0,1 0-1 0 0,-1 0 0 0 0,0 0 1 0 0,1-1-1 0 0,5 3 1 0 0,1 0-5 0 0,0-1 1 0 0,0-1-1 0 0,0 1 1 0 0,1-2-1 0 0,-1 0 1 0 0,1 0 0 0 0,-1 0-1 0 0,14-1 1 0 0,90-7 8 0 0,-73 2 113 0 0,54-5 86 0 0,52-4 300 0 0,-120 12-261 0 0,0 2 1 0 0,0 0-1 0 0,37 8 1 0 0,-55-8-114 0 0,0 2-1 0 0,1-1 1 0 0,-1 1-1 0 0,0 1 1 0 0,-1 0 0 0 0,1 0-1 0 0,-1 1 1 0 0,1 0-1 0 0,9 8 1 0 0,-13-9-31 0 0,0 1-1 0 0,0 0 1 0 0,0 0 0 0 0,-1 1-1 0 0,1-1 1 0 0,-2 1 0 0 0,1 0-1 0 0,0 0 1 0 0,-1 1 0 0 0,0-1 0 0 0,-1 1-1 0 0,0-1 1 0 0,3 12 0 0 0,-3-6-6 0 0,-1 1 0 0 0,0 0 0 0 0,0 0 0 0 0,-2 1 0 0 0,1-1 0 0 0,-2 0 0 0 0,0-1 0 0 0,0 1 0 0 0,-1 0 0 0 0,-6 15 0 0 0,2-9-100 0 0,-1 0 0 0 0,-1-1 0 0 0,0 0 0 0 0,-1 0 0 0 0,-24 30 0 0 0,18-30-377 0 0,0-1 1 0 0,-2-1-1 0 0,1-1 1 0 0,-2 0-1 0 0,0-1 1 0 0,-1-1-1 0 0,0-1 1 0 0,-1-1-1 0 0,-22 9 1 0 0,5-5-6360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4.856"/>
    </inkml:context>
    <inkml:brush xml:id="br0">
      <inkml:brushProperty name="width" value="0.035" units="cm"/>
      <inkml:brushProperty name="height" value="0.035" units="cm"/>
      <inkml:brushProperty name="color" value="#E71224"/>
    </inkml:brush>
  </inkml:definitions>
  <inkml:trace contextRef="#ctx0" brushRef="#br0">214 42 17972 0 0,'-2'-4'489'0'0,"-2"-6"778"0"0,4 10-1270 0 0,0 0 0 0 0,0 0-1 0 0,0-1 1 0 0,0 1 0 0 0,0 0 0 0 0,0 0 0 0 0,0 0 0 0 0,0-1 0 0 0,0 1-1 0 0,0 0 1 0 0,0 0 0 0 0,0-1 0 0 0,0 1 0 0 0,0 0 0 0 0,0 0 0 0 0,0-1-1 0 0,0 1 1 0 0,1 0 0 0 0,-1 0 0 0 0,0 0 0 0 0,0-1 0 0 0,0 1 0 0 0,0 0 0 0 0,0 0-1 0 0,1 0 1 0 0,-1 0 0 0 0,0 0 0 0 0,0-1 0 0 0,0 1 0 0 0,1 0 0 0 0,-1 0-1 0 0,0 0 1 0 0,0 0 0 0 0,0 0 0 0 0,1 0 0 0 0,0-1-113 0 0,0 0 0 0 0,0 1 0 0 0,0-1 0 0 0,0 0 1 0 0,0 0-1 0 0,0 1 0 0 0,0-1 0 0 0,-1 0 0 0 0,1 0 0 0 0,1-2 1 0 0,8-7-40 0 0,-10 10 151 0 0,1 0 1 0 0,0 0 0 0 0,-1 0 0 0 0,1 0-1 0 0,-1 0 1 0 0,1 0 0 0 0,-1 0 0 0 0,1 0 0 0 0,-1 0-1 0 0,1 0 1 0 0,-1 0 0 0 0,1 0 0 0 0,-1 1 0 0 0,1-1-1 0 0,-1 0 1 0 0,1 0 0 0 0,-1 1 0 0 0,0-1 0 0 0,1 0-1 0 0,-1 1 1 0 0,1-1 0 0 0,-1 0 0 0 0,0 1-1 0 0,1-1 1 0 0,-1 1 0 0 0,0-1 0 0 0,1 0 0 0 0,-1 1-1 0 0,0 0 1 0 0,4 6-21 0 0,0 0-1 0 0,-1 0 1 0 0,0 1 0 0 0,-1-1-1 0 0,0 1 1 0 0,0-1 0 0 0,0 1-1 0 0,0 11 1 0 0,-1-13-14 0 0,32 390-1368 0 0,-23-209 1352 0 0,-4-88 68 0 0,11 115 604 0 0,-19-257 3041 0 0,-44-189-1686 0 0,29 169-2086 0 0,-41-98 0 0 0,-150-273-96 0 0,203 422 492 0 0,5 8-17 0 0,2 4-241 0 0,-1 0 1 0 0,0 0-1 0 0,0 0 1 0 0,0 0-1 0 0,0 0 1 0 0,0 1-1 0 0,1-1 1 0 0,-1 0-1 0 0,0 1 1 0 0,0-1-1 0 0,1 1 1 0 0,10 4-69 0 0,103 31 43 0 0,-24-8 0 0 0,98 45 0 0 0,-1 22-1 0 0,-137-64-55 0 0,74 56 1 0 0,-108-73-52 0 0,-1 1 1 0 0,0 1-1 0 0,-1 1 0 0 0,-1 0 0 0 0,-1 0 1 0 0,0 2-1 0 0,-1-1 0 0 0,-1 2 1 0 0,-1-1-1 0 0,0 1 0 0 0,12 41 1 0 0,-18-48 30 0 0,-1 1 1 0 0,0 1 0 0 0,0-1 0 0 0,-2 0 0 0 0,0 1 0 0 0,-1-1 0 0 0,0 1 0 0 0,-1-1 0 0 0,0 0 0 0 0,-1 1 0 0 0,-1-1 0 0 0,-1 0 0 0 0,0 0-1 0 0,0-1 1 0 0,-1 1 0 0 0,-1-1 0 0 0,0 0 0 0 0,-1 0 0 0 0,-11 15 0 0 0,11-19 247 0 0,-1 0 0 0 0,0 0 0 0 0,0-1 0 0 0,-1 0 0 0 0,0 0 0 0 0,0-1 0 0 0,-1-1 0 0 0,0 1 0 0 0,0-1 0 0 0,-12 5 0 0 0,6-5-51 0 0,-1 0-1 0 0,1-1 1 0 0,-1-1 0 0 0,0 0-1 0 0,0-2 1 0 0,-20 2 0 0 0,3-3-39 0 0,0-2 0 0 0,-45-5 0 0 0,-59-19 16 0 0,21-5-712 0 0,69 13-5344 0 0,18 4-1188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5.292"/>
    </inkml:context>
    <inkml:brush xml:id="br0">
      <inkml:brushProperty name="width" value="0.035" units="cm"/>
      <inkml:brushProperty name="height" value="0.035" units="cm"/>
      <inkml:brushProperty name="color" value="#E71224"/>
    </inkml:brush>
  </inkml:definitions>
  <inkml:trace contextRef="#ctx0" brushRef="#br0">2 442 17972 0 0,'0'0'97'0'0,"0"1"1"0"0,-1 0-1 0 0,1 0 0 0 0,0-1 1 0 0,0 1-1 0 0,0 0 0 0 0,0 0 1 0 0,0 0-1 0 0,0 0 0 0 0,0-1 1 0 0,0 1-1 0 0,0 0 1 0 0,1 0-1 0 0,-1-1 0 0 0,0 1 1 0 0,0 0-1 0 0,1 0 0 0 0,-1-1 1 0 0,0 1-1 0 0,1 0 0 0 0,-1 0 1 0 0,1-1-1 0 0,-1 1 1 0 0,1-1-1 0 0,-1 1 0 0 0,1 0 1 0 0,-1-1-1 0 0,1 1 0 0 0,0-1 1 0 0,-1 1-1 0 0,1-1 0 0 0,1 1 1 0 0,29 15 798 0 0,-21-11-1018 0 0,-4-2 72 0 0,1 0 0 0 0,-1-1 0 0 0,0 0 0 0 0,1 0 0 0 0,-1 0 0 0 0,1-1 0 0 0,-1 0 0 0 0,1 0 0 0 0,0-1 0 0 0,0 0-1 0 0,6-1 1 0 0,-4 0-114 0 0,0-1 0 0 0,0 0-1 0 0,-1 0 1 0 0,1-1-1 0 0,-1 0 1 0 0,1 0-1 0 0,14-10 1 0 0,-4 1-486 0 0,-1-1 0 0 0,0 0 0 0 0,0-2 1 0 0,26-28-1 0 0,-15 8-1034 0 0,36-50 0 0 0,-50 62 1364 0 0,-1 0 1 0 0,14-32-1 0 0,-24 45 861 0 0,1 0 0 0 0,-2 0 0 0 0,0-1 0 0 0,0 0-1 0 0,-1 1 1 0 0,0-1 0 0 0,-1 0 0 0 0,0-15-1 0 0,-1 24-390 0 0,0 0 0 0 0,0 0-1 0 0,0 0 1 0 0,-1 0 0 0 0,1 0-1 0 0,0 0 1 0 0,-1 1 0 0 0,1-1 0 0 0,-1 0-1 0 0,0 0 1 0 0,0 1 0 0 0,0-1-1 0 0,0 0 1 0 0,0 1 0 0 0,0-1-1 0 0,0 1 1 0 0,0-1 0 0 0,-1 1-1 0 0,1 0 1 0 0,-2-2 0 0 0,1 2-20 0 0,-1 0-1 0 0,1 0 1 0 0,-1 0 0 0 0,1 0 0 0 0,-1 0 0 0 0,1 0 0 0 0,-1 1-1 0 0,1-1 1 0 0,-1 1 0 0 0,0 0 0 0 0,1 0 0 0 0,-5 0 0 0 0,-3 1 22 0 0,0 1 1 0 0,0 0-1 0 0,0 0 1 0 0,0 1-1 0 0,1 0 0 0 0,-13 7 1 0 0,7-2-94 0 0,1 0 0 0 0,0 1 0 0 0,1 1 0 0 0,0 0 0 0 0,1 1 0 0 0,0 1 0 0 0,0 0 0 0 0,-19 26 0 0 0,16-17-142 0 0,1 1 0 0 0,1 1 1 0 0,1 0-1 0 0,-17 48 0 0 0,24-56 1 0 0,0 0 0 0 0,1 0 0 0 0,1 0 0 0 0,1 0 0 0 0,0 0-1 0 0,0 20 1 0 0,2-30 77 0 0,0-1 0 0 0,1 1 0 0 0,-1-1-1 0 0,1 1 1 0 0,0-1 0 0 0,0 0 0 0 0,0 1 0 0 0,1-1-1 0 0,0 0 1 0 0,-1 0 0 0 0,1 0 0 0 0,1 0-1 0 0,-1 0 1 0 0,1 0 0 0 0,-1-1 0 0 0,1 1-1 0 0,0-1 1 0 0,0 0 0 0 0,0 0 0 0 0,1 0 0 0 0,-1 0-1 0 0,1 0 1 0 0,0-1 0 0 0,0 0 0 0 0,7 4 0 0 0,0-3 32 0 0,0 1 0 0 0,0-2 1 0 0,0 0-1 0 0,0 0 0 0 0,0-1 1 0 0,0 0-1 0 0,0-1 1 0 0,1 0-1 0 0,-1-1 0 0 0,13-3 1 0 0,7-2-357 0 0,1-1 0 0 0,36-15 0 0 0,-8-1-4957 0 0,0-4-1868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5.595"/>
    </inkml:context>
    <inkml:brush xml:id="br0">
      <inkml:brushProperty name="width" value="0.035" units="cm"/>
      <inkml:brushProperty name="height" value="0.035" units="cm"/>
      <inkml:brushProperty name="color" value="#E71224"/>
    </inkml:brush>
  </inkml:definitions>
  <inkml:trace contextRef="#ctx0" brushRef="#br0">361 53 10594 0 0,'-3'-4'773'0'0,"-1"0"0"0"0,1 1-1 0 0,-1-1 1 0 0,1 0 0 0 0,-1 1-1 0 0,0 0 1 0 0,-1 0 0 0 0,1 0-1 0 0,0 1 1 0 0,-1-1 0 0 0,-5-1-1 0 0,3 1-428 0 0,-1 1-1 0 0,1 0 1 0 0,-1 0-1 0 0,0 1 0 0 0,0 0 1 0 0,-13 0-1 0 0,9 1-444 0 0,-1 1 1 0 0,1 0-1 0 0,0 1 0 0 0,-1 1 1 0 0,1 0-1 0 0,1 0 0 0 0,-1 1 1 0 0,0 1-1 0 0,-11 6 0 0 0,13-5-246 0 0,0 0-1 0 0,1 0 1 0 0,0 1 0 0 0,1 0-1 0 0,-1 1 1 0 0,-13 16-1 0 0,19-20 137 0 0,-1 1-1 0 0,1-1 1 0 0,0 1-1 0 0,0 0 1 0 0,1 0-1 0 0,-1 0 1 0 0,1 1-1 0 0,0-1 1 0 0,0 1-1 0 0,1-1 1 0 0,0 1-1 0 0,0-1 1 0 0,0 1-1 0 0,1 0 1 0 0,0 7-1 0 0,0-10 139 0 0,0 0 0 0 0,1 0-1 0 0,0 0 1 0 0,-1-1 0 0 0,1 1-1 0 0,0 0 1 0 0,0 0 0 0 0,1 0-1 0 0,-1-1 1 0 0,1 1 0 0 0,-1-1-1 0 0,1 1 1 0 0,0-1 0 0 0,3 3-1 0 0,-2-1-9 0 0,1-1-1 0 0,0 0 0 0 0,1 0 0 0 0,-1 0 1 0 0,0-1-1 0 0,1 1 0 0 0,8 2 0 0 0,2 0-37 0 0,0-1 0 0 0,0-1-1 0 0,0-1 1 0 0,25 2 0 0 0,94-4 1284 0 0,11 1 132 0 0,-122 0-1012 0 0,0 2 1 0 0,0 0 0 0 0,0 2 0 0 0,26 8 0 0 0,-46-12-200 0 0,0 0 0 0 0,0 1 0 0 0,0-1 1 0 0,0 0-1 0 0,0 1 0 0 0,0 0 1 0 0,0 0-1 0 0,-1 0 0 0 0,1 0 0 0 0,-1 0 1 0 0,1 0-1 0 0,-1 1 0 0 0,0-1 0 0 0,0 1 1 0 0,0-1-1 0 0,0 1 0 0 0,3 5 0 0 0,-5-5 2 0 0,1 0 0 0 0,0 0 0 0 0,-1 0 0 0 0,1 0 0 0 0,-1 0-1 0 0,0 0 1 0 0,0 0 0 0 0,0 0 0 0 0,0 0 0 0 0,-1 0 0 0 0,1-1-1 0 0,-1 1 1 0 0,0 0 0 0 0,1 0 0 0 0,-1 0 0 0 0,-1 0 0 0 0,1-1-1 0 0,0 1 1 0 0,-1-1 0 0 0,-1 4 0 0 0,-4 4 137 0 0,-1 0 0 0 0,0-1 0 0 0,0 0-1 0 0,-1 0 1 0 0,0-1 0 0 0,0 0 0 0 0,-18 11 0 0 0,5-5-20 0 0,1-2-1 0 0,-44 17 1 0 0,56-26-136 0 0,-1 0 1 0 0,1 0-1 0 0,-1-1 0 0 0,0 0 1 0 0,0-1-1 0 0,0 0 0 0 0,-13 0 1 0 0,16-1-275 0 0,0-1 1 0 0,0 0 0 0 0,0-1 0 0 0,-11-2 0 0 0,13 2-650 0 0,0-1 1 0 0,-1 1 0 0 0,1-1-1 0 0,0 0 1 0 0,0 0 0 0 0,-5-4-1 0 0,-7-9-6096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5.802"/>
    </inkml:context>
    <inkml:brush xml:id="br0">
      <inkml:brushProperty name="width" value="0.035" units="cm"/>
      <inkml:brushProperty name="height" value="0.035" units="cm"/>
      <inkml:brushProperty name="color" value="#E71224"/>
    </inkml:brush>
  </inkml:definitions>
  <inkml:trace contextRef="#ctx0" brushRef="#br0">1 190 10138 0 0,'1'-28'340'0'0,"8"-40"0"0"0,-5 42 153 0 0,1-41 1 0 0,-9 75-783 0 0,-1 9-1657 0 0,5-1 431 0 0,1 1-19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5.963"/>
    </inkml:context>
    <inkml:brush xml:id="br0">
      <inkml:brushProperty name="width" value="0.035" units="cm"/>
      <inkml:brushProperty name="height" value="0.035" units="cm"/>
      <inkml:brushProperty name="color" value="#E71224"/>
    </inkml:brush>
  </inkml:definitions>
  <inkml:trace contextRef="#ctx0" brushRef="#br0">1 1 13827 0 0,'9'8'1224'0'0,"-2"0"-976"0"0,1 2-248 0 0,0 0 0 0 0,1-2 992 0 0,-5-1 161 0 0,1-1 23 0 0,5 7 8 0 0,3 12-832 0 0,5 6-160 0 0,0 8-32 0 0,0 6 0 0 0,-4-1-976 0 0,-5-3-192 0 0,1-2-40 0 0,-7-13-8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6.495"/>
    </inkml:context>
    <inkml:brush xml:id="br0">
      <inkml:brushProperty name="width" value="0.035" units="cm"/>
      <inkml:brushProperty name="height" value="0.035" units="cm"/>
      <inkml:brushProperty name="color" value="#E71224"/>
    </inkml:brush>
  </inkml:definitions>
  <inkml:trace contextRef="#ctx0" brushRef="#br0">242 33 20740 0 0,'-9'0'339'0'0,"0"-1"0"0"0,1 1-1 0 0,-16 3 1 0 0,21-3-280 0 0,0 1 1 0 0,0 0 0 0 0,0 0-1 0 0,0 0 1 0 0,0 0-1 0 0,0 1 1 0 0,1-1 0 0 0,-1 1-1 0 0,0 0 1 0 0,1 0-1 0 0,0-1 1 0 0,-1 2 0 0 0,1-1-1 0 0,-3 4 1 0 0,-20 25-396 0 0,2 1 0 0 0,-23 40-1 0 0,37-55 111 0 0,1-1 0 0 0,0 1 0 0 0,1 0 0 0 0,1 1 0 0 0,1 0 0 0 0,-5 33 0 0 0,9-44-45 0 0,0 0-1 0 0,1 0 1 0 0,0 0 0 0 0,0 0 0 0 0,1 0 0 0 0,0 0 0 0 0,0 0 0 0 0,1 0 0 0 0,0-1 0 0 0,0 1 0 0 0,4 8-1 0 0,-5-13 105 0 0,1 1-1 0 0,0 0 1 0 0,-1-1-1 0 0,1 1 0 0 0,0-1 1 0 0,0 0-1 0 0,1 1 1 0 0,-1-1-1 0 0,0 0 0 0 0,1 0 1 0 0,-1-1-1 0 0,1 1 0 0 0,0 0 1 0 0,0-1-1 0 0,-1 0 1 0 0,1 1-1 0 0,0-1 0 0 0,0 0 1 0 0,0-1-1 0 0,0 1 0 0 0,0-1 1 0 0,1 1-1 0 0,-1-1 1 0 0,0 0-1 0 0,0 0 0 0 0,6-1 1 0 0,1 0-105 0 0,0-1-1 0 0,0 0 1 0 0,0-1 0 0 0,0 0 0 0 0,-1-1 0 0 0,1 0-1 0 0,-1 0 1 0 0,16-11 0 0 0,-6 2 204 0 0,-1-1 1 0 0,33-31-1 0 0,-35 28 620 0 0,0-1-1 0 0,-2-1 1 0 0,0 0-1 0 0,16-28 1 0 0,-22 33 322 0 0,-1-1 0 0 0,0-1 0 0 0,-1 1 0 0 0,-1-1 0 0 0,0 0 0 0 0,-2 0 0 0 0,3-17 0 0 0,-5 29-688 0 0,-1 0 0 0 0,0 0 0 0 0,0 0 0 0 0,0 0 0 0 0,0 0 0 0 0,-1 0 0 0 0,1 0 0 0 0,-1 0 0 0 0,0 0 0 0 0,-1 0 0 0 0,1 1 0 0 0,-1-1 0 0 0,1 0 0 0 0,-1 1 0 0 0,0-1 0 0 0,0 1 0 0 0,-1 0 1 0 0,-4-6-1 0 0,4 6-146 0 0,-1 0 0 0 0,0 0 0 0 0,0 0 0 0 0,0 1 0 0 0,0-1 0 0 0,-1 1 1 0 0,1 0-1 0 0,-1 0 0 0 0,1 1 0 0 0,-1-1 0 0 0,0 1 0 0 0,1 0 1 0 0,-1 0-1 0 0,0 1 0 0 0,-6-1 0 0 0,5 1-84 0 0,0-1 1 0 0,0 2-1 0 0,0-1 0 0 0,-1 1 1 0 0,1 0-1 0 0,0 0 0 0 0,0 0 0 0 0,0 1 1 0 0,0 0-1 0 0,1 0 0 0 0,-1 1 1 0 0,0 0-1 0 0,1 0 0 0 0,0 0 1 0 0,-1 0-1 0 0,1 1 0 0 0,1 0 0 0 0,-1 0 1 0 0,1 0-1 0 0,-1 1 0 0 0,1-1 1 0 0,0 1-1 0 0,1 0 0 0 0,-1 0 1 0 0,1 1-1 0 0,0-1 0 0 0,0 1 0 0 0,1-1 1 0 0,0 1-1 0 0,0 0 0 0 0,0 0 1 0 0,0 0-1 0 0,1 0 0 0 0,0 0 1 0 0,1 0-1 0 0,-1 0 0 0 0,1 1 0 0 0,1 10 1 0 0,0-9 21 0 0,1 0-1 0 0,0-1 1 0 0,0 1 0 0 0,0 0 0 0 0,1-1 0 0 0,0 1 0 0 0,1-1 0 0 0,0 0-1 0 0,7 11 1 0 0,-3-8 34 0 0,0 0 0 0 0,1-1-1 0 0,0 1 1 0 0,0-2 0 0 0,16 11-1 0 0,7 2 115 0 0,2-1 0 0 0,69 29 0 0 0,-100-48-123 0 0,240 88 23 0 0,-9-3-100 0 0,-210-76 56 0 0,0 2 1 0 0,-1 0-1 0 0,0 1 0 0 0,36 29 0 0 0,-51-36 14 0 0,-1 1 0 0 0,0 0 0 0 0,0 0-1 0 0,0 1 1 0 0,-1 0 0 0 0,0 0-1 0 0,0 0 1 0 0,-1 1 0 0 0,0 0 0 0 0,-1 0-1 0 0,1 0 1 0 0,-2 1 0 0 0,0-1-1 0 0,0 1 1 0 0,2 13 0 0 0,-4-6-17 0 0,0 0 0 0 0,-2 1 0 0 0,0-1 0 0 0,-1 0 0 0 0,0 0 0 0 0,-2 0 0 0 0,0 0 0 0 0,0-1 0 0 0,-2 1 0 0 0,0-1 1 0 0,-1-1-1 0 0,-15 26 0 0 0,6-14-18 0 0,-2-1 0 0 0,0-1 0 0 0,-2-1 0 0 0,-1-1 0 0 0,-1 0 0 0 0,-28 23 1 0 0,13-17 64 0 0,-1-1 0 0 0,-1-2 0 0 0,-1-2 0 0 0,-48 22 0 0 0,64-36 69 0 0,-1 0 0 0 0,0-1 0 0 0,0-2 0 0 0,-1-1 0 0 0,0 0 0 0 0,0-2 0 0 0,0-1 0 0 0,-51-1 0 0 0,60-4-198 0 0,1 0-1 0 0,-1-1 1 0 0,0 0 0 0 0,1-2-1 0 0,0 0 1 0 0,0-1-1 0 0,0 0 1 0 0,1-1-1 0 0,0-1 1 0 0,-25-17 0 0 0,5-2-7579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6.899"/>
    </inkml:context>
    <inkml:brush xml:id="br0">
      <inkml:brushProperty name="width" value="0.035" units="cm"/>
      <inkml:brushProperty name="height" value="0.035" units="cm"/>
      <inkml:brushProperty name="color" value="#E71224"/>
    </inkml:brush>
  </inkml:definitions>
  <inkml:trace contextRef="#ctx0" brushRef="#br0">0 3 17052 0 0,'0'0'39'0'0,"0"0"1"0"0,0 0 0 0 0,0 0 0 0 0,1-1 0 0 0,-1 1-1 0 0,0 0 1 0 0,0 0 0 0 0,0 0 0 0 0,0 0 0 0 0,0 0-1 0 0,0 0 1 0 0,0-1 0 0 0,0 1 0 0 0,1 0-1 0 0,-1 0 1 0 0,0 0 0 0 0,0 0 0 0 0,0 0 0 0 0,0 0-1 0 0,1 0 1 0 0,-1 0 0 0 0,0 0 0 0 0,0 0 0 0 0,0 0-1 0 0,0 0 1 0 0,1-1 0 0 0,-1 1 0 0 0,0 0 0 0 0,0 0-1 0 0,0 0 1 0 0,0 1 0 0 0,1-1 0 0 0,-1 0-1 0 0,0 0 1 0 0,0 0 0 0 0,0 0 0 0 0,0 0 0 0 0,1 0-1 0 0,-1 0 1 0 0,0 0 0 0 0,0 0 0 0 0,0 0 0 0 0,0 0-1 0 0,1 0 1 0 0,7 9 1263 0 0,3 13 238 0 0,-6-8-1557 0 0,0 1 0 0 0,-1-1 0 0 0,-1 0 1 0 0,-1 1-1 0 0,0 0 0 0 0,0 21 0 0 0,-2 6-722 0 0,-7 43 0 0 0,-30 128-7084 0 0,36-207 7114 0 0,-1-6 489 0 0,1-11 820 0 0,0-22 1792 0 0,1 31-2234 0 0,1-44 2607 0 0,7-57-1 0 0,-6 85-2509 0 0,2 1 0 0 0,0-1 0 0 0,1 1 0 0 0,0 0 0 0 0,2 0 0 0 0,10-20 0 0 0,-14 31-260 0 0,0 1 1 0 0,1 0-1 0 0,-1 1 0 0 0,1-1 1 0 0,0 1-1 0 0,1-1 0 0 0,-1 1 1 0 0,1 0-1 0 0,-1 1 0 0 0,1-1 1 0 0,0 1-1 0 0,1 0 0 0 0,-1 0 1 0 0,0 1-1 0 0,1-1 0 0 0,0 1 1 0 0,-1 1-1 0 0,1-1 0 0 0,0 1 1 0 0,0 0-1 0 0,0 0 1 0 0,0 0-1 0 0,0 1 0 0 0,0 0 1 0 0,0 0-1 0 0,0 1 0 0 0,0 0 1 0 0,0 0-1 0 0,0 0 0 0 0,0 1 1 0 0,0 0-1 0 0,-1 0 0 0 0,1 0 1 0 0,10 6-1 0 0,0 2-14 0 0,-1 0 0 0 0,0 1 0 0 0,0 1 1 0 0,14 14-1 0 0,47 58 277 0 0,11 9-316 0 0,-74-82-154 0 0,-1 0 0 0 0,2-1 0 0 0,-1 0 0 0 0,1-1-1 0 0,26 12 1 0 0,-12-10-1732 0 0,0-1-4847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7.589"/>
    </inkml:context>
    <inkml:brush xml:id="br0">
      <inkml:brushProperty name="width" value="0.035" units="cm"/>
      <inkml:brushProperty name="height" value="0.035" units="cm"/>
      <inkml:brushProperty name="color" value="#E71224"/>
    </inkml:brush>
  </inkml:definitions>
  <inkml:trace contextRef="#ctx0" brushRef="#br0">617 129 15203 0 0,'-7'-10'92'0'0,"0"1"0"0"0,0-1 0 0 0,-1 1 0 0 0,0 1-1 0 0,-1-1 1 0 0,0 1 0 0 0,0 1 0 0 0,0 0 0 0 0,-1 0 0 0 0,0 1-1 0 0,-1 0 1 0 0,1 1 0 0 0,-20-8 0 0 0,18 10-41 0 0,1-1 1 0 0,-1 2-1 0 0,0 0 1 0 0,0 0-1 0 0,0 1 1 0 0,1 0-1 0 0,-1 1 1 0 0,0 1-1 0 0,0-1 1 0 0,-23 6-1 0 0,20-2 160 0 0,0 1-1 0 0,1 0 1 0 0,0 1-1 0 0,0 0 1 0 0,1 1-1 0 0,0 1 1 0 0,-25 18 0 0 0,22-12 17 0 0,0 1 1 0 0,0 0 0 0 0,2 1-1 0 0,0 1 1 0 0,1 0 0 0 0,0 1-1 0 0,1 0 1 0 0,2 1 0 0 0,0 0 0 0 0,0 0-1 0 0,2 1 1 0 0,-8 27 0 0 0,12-29-154 0 0,0-1 0 0 0,1 1 0 0 0,1 0 0 0 0,0 0 0 0 0,1 0 0 0 0,1 0 1 0 0,3 23-1 0 0,-1-34-44 0 0,-1 0 0 0 0,1 0 0 0 0,0 0 0 0 0,0-1 0 0 0,1 1-1 0 0,0 0 1 0 0,0-1 0 0 0,1 0 0 0 0,4 8 0 0 0,-4-10-21 0 0,-1 0-1 0 0,1 0 1 0 0,0-1-1 0 0,0 1 1 0 0,0-1 0 0 0,0 0-1 0 0,1 0 1 0 0,0 0-1 0 0,-1-1 1 0 0,1 1-1 0 0,0-1 1 0 0,0 0-1 0 0,8 2 1 0 0,-2-2-5 0 0,-1-1-1 0 0,0 0 1 0 0,0 0 0 0 0,0-1 0 0 0,1-1 0 0 0,-1 1-1 0 0,0-2 1 0 0,0 1 0 0 0,0-1 0 0 0,0-1 0 0 0,0 0-1 0 0,-1 0 1 0 0,1-1 0 0 0,9-6 0 0 0,-1 1 9 0 0,0-1-1 0 0,-1-2 1 0 0,0 1 0 0 0,-1-2-1 0 0,0 0 1 0 0,15-18 0 0 0,-21 20-50 0 0,0 0-1 0 0,-1-1 1 0 0,-1-1 0 0 0,0 1-1 0 0,0-1 1 0 0,-1-1 0 0 0,-1 1-1 0 0,0-1 1 0 0,-1 0 0 0 0,0 0 0 0 0,-2-1-1 0 0,1 0 1 0 0,-2 1 0 0 0,0-1-1 0 0,-1 0 1 0 0,0 0 0 0 0,-2-21-1 0 0,-15-104 325 0 0,15 127-275 0 0,1 11-32 0 0,0 0 0 0 0,0 0-1 0 0,-1-1 1 0 0,1 1 0 0 0,0 0 0 0 0,-1 0 0 0 0,0 0-1 0 0,1 0 1 0 0,-1 0 0 0 0,-1-3 0 0 0,1 8-151 0 0,0-1-1 0 0,0 1 1 0 0,0-1 0 0 0,0 1-1 0 0,1 0 1 0 0,-1-1 0 0 0,1 1 0 0 0,-1 4-1 0 0,2 7 207 0 0,0 0 0 0 0,1-1-1 0 0,1 1 1 0 0,0-1-1 0 0,0 1 1 0 0,8 17 0 0 0,39 74 1300 0 0,-41-90-1264 0 0,0 0 0 0 0,1 0 0 0 0,1-1 0 0 0,0-1 0 0 0,0 0 0 0 0,22 18 1 0 0,-4-7 22 0 0,64 39 0 0 0,-75-51-175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8.209"/>
    </inkml:context>
    <inkml:brush xml:id="br0">
      <inkml:brushProperty name="width" value="0.035" units="cm"/>
      <inkml:brushProperty name="height" value="0.035" units="cm"/>
      <inkml:brushProperty name="color" value="#E71224"/>
    </inkml:brush>
  </inkml:definitions>
  <inkml:trace contextRef="#ctx0" brushRef="#br0">0 0 18892 0 0,'6'7'101'0'0,"-1"1"0"0"0,0 0 0 0 0,0 0 0 0 0,-1 0 1 0 0,0 0-1 0 0,0 0 0 0 0,-1 1 0 0 0,4 14 0 0 0,0-3 8 0 0,33 109-541 0 0,25 142 0 0 0,5 139-265 0 0,-29-159-105 0 0,-3-67 457 0 0,-25-139-560 0 0,37 87 1 0 0,-42-112-4632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8.505"/>
    </inkml:context>
    <inkml:brush xml:id="br0">
      <inkml:brushProperty name="width" value="0.035" units="cm"/>
      <inkml:brushProperty name="height" value="0.035" units="cm"/>
      <inkml:brushProperty name="color" value="#E71224"/>
    </inkml:brush>
  </inkml:definitions>
  <inkml:trace contextRef="#ctx0" brushRef="#br0">7 0 17972 0 0,'-1'0'52'0'0,"1"0"0"0"0,0 0 0 0 0,-1 0-1 0 0,1 0 1 0 0,0 1 0 0 0,0-1 0 0 0,-1 0 0 0 0,1 0 0 0 0,0 0 0 0 0,0 0 0 0 0,-1 0 0 0 0,1 1-1 0 0,0-1 1 0 0,0 0 0 0 0,-1 0 0 0 0,1 0 0 0 0,0 1 0 0 0,0-1 0 0 0,0 0 0 0 0,0 0 0 0 0,-1 1-1 0 0,1-1 1 0 0,0 0 0 0 0,0 1 0 0 0,0-1 0 0 0,0 0 0 0 0,0 0 0 0 0,0 1 0 0 0,0-1 0 0 0,0 0 0 0 0,0 1-1 0 0,0-1 1 0 0,0 0 0 0 0,0 0 0 0 0,0 1 0 0 0,0-1 0 0 0,0 0 0 0 0,0 1 0 0 0,0-1 0 0 0,0 0-1 0 0,0 0 1 0 0,0 1 0 0 0,1-1 0 0 0,6 22 470 0 0,-3-9-173 0 0,106 460-2979 0 0,68 232 2973 0 0,-153-626-2472 0 0,-13-49-3947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9.255"/>
    </inkml:context>
    <inkml:brush xml:id="br0">
      <inkml:brushProperty name="width" value="0.035" units="cm"/>
      <inkml:brushProperty name="height" value="0.035" units="cm"/>
      <inkml:brushProperty name="color" value="#E71224"/>
    </inkml:brush>
  </inkml:definitions>
  <inkml:trace contextRef="#ctx0" brushRef="#br0">697 151 15667 0 0,'-9'-9'165'0'0,"-1"1"0"0"0,0 0 1 0 0,-1 0-1 0 0,0 1 0 0 0,0 0 0 0 0,0 1 0 0 0,-1 1 0 0 0,-19-7 0 0 0,9 6-356 0 0,0 1-1 0 0,-1 1 1 0 0,0 0 0 0 0,1 2-1 0 0,-27 1 1 0 0,33 2-70 0 0,-1 1-1 0 0,1 0 1 0 0,-1 1-1 0 0,1 1 1 0 0,0 0-1 0 0,0 2 1 0 0,-28 12 0 0 0,24-7 88 0 0,1 0 1 0 0,0 2 0 0 0,1 0 0 0 0,0 0 0 0 0,1 2-1 0 0,1 0 1 0 0,0 1 0 0 0,1 1 0 0 0,1 0-1 0 0,-13 21 1 0 0,18-25 424 0 0,1 1 0 0 0,1 0 0 0 0,0 0 0 0 0,1 0 0 0 0,1 1 0 0 0,0 0 0 0 0,1 0 0 0 0,0 0 0 0 0,1 0 0 0 0,1 1 0 0 0,1-1 0 0 0,0 1 0 0 0,1-1 0 0 0,0 1 0 0 0,4 18 0 0 0,-3-28-107 0 0,0 0-1 0 0,1 0 0 0 0,0 0 0 0 0,0 0 1 0 0,0 0-1 0 0,1-1 0 0 0,-1 1 0 0 0,1-1 0 0 0,1 1 1 0 0,-1-1-1 0 0,9 9 0 0 0,-10-12-99 0 0,1 0-1 0 0,-1 0 0 0 0,1 1 1 0 0,0-2-1 0 0,0 1 1 0 0,0 0-1 0 0,0-1 1 0 0,0 1-1 0 0,1-1 0 0 0,-1 0 1 0 0,0 0-1 0 0,1 0 1 0 0,-1 0-1 0 0,0-1 1 0 0,1 0-1 0 0,-1 1 0 0 0,1-1 1 0 0,-1 0-1 0 0,1-1 1 0 0,-1 1-1 0 0,1-1 1 0 0,5-1-1 0 0,1-1 51 0 0,1-1 0 0 0,-1-1-1 0 0,0 1 1 0 0,0-2 0 0 0,-1 1 0 0 0,0-1 0 0 0,0-1-1 0 0,0 1 1 0 0,-1-2 0 0 0,12-11 0 0 0,1-5 147 0 0,-1 0 0 0 0,23-39-1 0 0,-23 30-337 0 0,-2 0-1 0 0,-1-1 1 0 0,14-43-1 0 0,26-111 550 0 0,-55 179-240 0 0,10-30 393 0 0,-11 36-566 0 0,0 0 0 0 0,0 1 0 0 0,1-1 0 0 0,-1 1 0 0 0,1-1 1 0 0,-1 1-1 0 0,1-1 0 0 0,0 1 0 0 0,0 0 0 0 0,4-3 0 0 0,-6 4-51 0 0,0 1 0 0 0,0 0 0 0 0,1 0 0 0 0,-1 0 0 0 0,0-1 0 0 0,0 1 0 0 0,0 0 0 0 0,1 0 0 0 0,-1 0 0 0 0,0 0 0 0 0,0 0 0 0 0,1 0 0 0 0,-1-1 0 0 0,0 1-1 0 0,1 0 1 0 0,-1 0 0 0 0,0 0 0 0 0,0 0 0 0 0,1 0 0 0 0,-1 0 0 0 0,0 0 0 0 0,0 0 0 0 0,1 0 0 0 0,-1 0 0 0 0,0 0 0 0 0,1 1 0 0 0,-1-1 0 0 0,0 0 0 0 0,0 0 0 0 0,1 0 0 0 0,-1 0 0 0 0,0 0-1 0 0,0 0 1 0 0,1 1 0 0 0,-1-1 0 0 0,0 0 0 0 0,0 0 0 0 0,1 1 0 0 0,2 12-399 0 0,-3 20-375 0 0,0-31 708 0 0,-13 278-549 0 0,14-207 970 0 0,20 132 0 0 0,-10-132 504 0 0,4 123 0 0 0,-16-150-971 0 0,-1 1-1 0 0,-2-1 1 0 0,-19 81 0 0 0,22-123 104 0 0,-6 25 48 0 0,-6 46-1 0 0,12-75-6 0 0,1 1 0 0 0,0 0 0 0 0,0-1-1 0 0,0 1 1 0 0,0-1 0 0 0,0 1 0 0 0,0-1-1 0 0,0 1 1 0 0,0-1 0 0 0,0 1 0 0 0,0-1-1 0 0,0 1 1 0 0,0 0 0 0 0,0-1 0 0 0,1 1-1 0 0,-1-1 1 0 0,0 1 0 0 0,0-1 0 0 0,1 1-1 0 0,-1-1 1 0 0,0 0 0 0 0,1 1 0 0 0,-1-1 0 0 0,0 1-1 0 0,1 0 1 0 0,0-1-1 0 0,-1 0 0 0 0,1 0 0 0 0,0 0 0 0 0,-1 0 0 0 0,1 0 0 0 0,-1 0 1 0 0,1 0-1 0 0,0 0 0 0 0,-1-1 0 0 0,1 1 0 0 0,-1 0 0 0 0,1 0 0 0 0,-1 0 0 0 0,1-1 0 0 0,0 1 0 0 0,-1 0 0 0 0,1-1 0 0 0,0 0 0 0 0,3-2 58 0 0,0-1-1 0 0,0 1 0 0 0,6-9 0 0 0,110-161-245 0 0,-12 13-1162 0 0,-5 37-403 0 0,-97 116 1330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39.596"/>
    </inkml:context>
    <inkml:brush xml:id="br0">
      <inkml:brushProperty name="width" value="0.035" units="cm"/>
      <inkml:brushProperty name="height" value="0.035" units="cm"/>
      <inkml:brushProperty name="color" value="#E71224"/>
    </inkml:brush>
  </inkml:definitions>
  <inkml:trace contextRef="#ctx0" brushRef="#br0">50 32 14891 0 0,'-2'0'70'0'0,"1"0"-1"0"0,-1 0 1 0 0,1 1 0 0 0,-1-1-1 0 0,0 1 1 0 0,1-1-1 0 0,-1 1 1 0 0,1 0 0 0 0,-1 0-1 0 0,1-1 1 0 0,0 1-1 0 0,-1 0 1 0 0,1 0-1 0 0,0 1 1 0 0,-1-1 0 0 0,1 0-1 0 0,0 0 1 0 0,0 0-1 0 0,-1 3 1 0 0,0 0-56 0 0,0 0 0 0 0,1 1 0 0 0,-1-1 0 0 0,1 0 0 0 0,1 0 0 0 0,-2 5 0 0 0,0 5-526 0 0,-1 5-94 0 0,0-1 0 0 0,1 1 0 0 0,1 0 1 0 0,1 0-1 0 0,4 32 0 0 0,-3-44 442 0 0,0 1 0 0 0,1-1-1 0 0,0 1 1 0 0,0-1 0 0 0,0 0 0 0 0,1 0-1 0 0,1 0 1 0 0,-1 0 0 0 0,1 0 0 0 0,0-1-1 0 0,0 0 1 0 0,1 0 0 0 0,0 0 0 0 0,0 0 0 0 0,0-1-1 0 0,13 10 1 0 0,-13-12 385 0 0,0 0 0 0 0,1 0 0 0 0,0-1 0 0 0,-1 0-1 0 0,1 0 1 0 0,0 0 0 0 0,0-1 0 0 0,0 0 0 0 0,0 0 0 0 0,0 0 0 0 0,0-1 0 0 0,0 0 0 0 0,1 0-1 0 0,-1-1 1 0 0,0 0 0 0 0,0 0 0 0 0,0 0 0 0 0,0-1 0 0 0,0 1 0 0 0,6-4 0 0 0,2-1 577 0 0,-1 0 0 0 0,0-1 0 0 0,0 0 0 0 0,0-1 0 0 0,-1-1 0 0 0,0 0 1 0 0,13-13-1 0 0,0-3-32 0 0,-1-1 0 0 0,28-41-1 0 0,-39 48-723 0 0,-1 0-1 0 0,-1-1 0 0 0,0-1 0 0 0,12-37 0 0 0,-16 34-1627 0 0,-5 4-6066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0.180"/>
    </inkml:context>
    <inkml:brush xml:id="br0">
      <inkml:brushProperty name="width" value="0.035" units="cm"/>
      <inkml:brushProperty name="height" value="0.035" units="cm"/>
      <inkml:brushProperty name="color" value="#E71224"/>
    </inkml:brush>
  </inkml:definitions>
  <inkml:trace contextRef="#ctx0" brushRef="#br0">47 344 20276 0 0,'79'-17'2537'0'0,"-11"-8"-1294"0"0,-50 17-2286 0 0,0-1-1 0 0,-1 0 1 0 0,0-1-1 0 0,15-13 1 0 0,-24 17 378 0 0,-1 0 0 0 0,-1 0 1 0 0,1-1-1 0 0,-1 0 1 0 0,0 0-1 0 0,-1-1 0 0 0,1 0 1 0 0,3-8-1 0 0,-6 10 453 0 0,0-1 1 0 0,-1 1-1 0 0,0 0 0 0 0,0-1 0 0 0,-1 1 0 0 0,0-1 0 0 0,0 0 1 0 0,0 1-1 0 0,-1-1 0 0 0,0 0 0 0 0,0 0 0 0 0,-2-9 0 0 0,1 12 202 0 0,0 0-1 0 0,0-1 0 0 0,0 1 0 0 0,-1 0 0 0 0,1 0 0 0 0,-1 0 0 0 0,0 0 0 0 0,0 0 0 0 0,-1 1 0 0 0,1-1 0 0 0,-1 0 0 0 0,1 1 0 0 0,-1 0 0 0 0,-4-4 0 0 0,5 6 13 0 0,0-1-1 0 0,-1 0 0 0 0,1 1 0 0 0,0-1 1 0 0,-1 1-1 0 0,1 0 0 0 0,-1 0 0 0 0,0 0 0 0 0,1 0 1 0 0,-1 1-1 0 0,0-1 0 0 0,1 1 0 0 0,-1-1 1 0 0,0 1-1 0 0,0 0 0 0 0,1 0 0 0 0,-1 0 0 0 0,0 0 1 0 0,0 1-1 0 0,1-1 0 0 0,-1 1 0 0 0,0 0 1 0 0,-2 1-1 0 0,-8 3 834 0 0,0 1-1 0 0,1 1 1 0 0,0 0 0 0 0,0 1 0 0 0,0 0 0 0 0,1 1 0 0 0,1 1-1 0 0,-1-1 1 0 0,2 1 0 0 0,-16 20 0 0 0,7-5-13 0 0,1 1 0 0 0,1 0 0 0 0,-22 53-1 0 0,28-57-681 0 0,2 1 1 0 0,-10 42-1 0 0,16-54-174 0 0,0 0 1 0 0,1 1 0 0 0,0-1 0 0 0,1 0 0 0 0,0 0-1 0 0,1 1 1 0 0,0-1 0 0 0,3 13 0 0 0,-3-20-1 0 0,0 0 0 0 0,1 0 0 0 0,-1 0 0 0 0,1-1-1 0 0,-1 1 1 0 0,1-1 0 0 0,0 1 0 0 0,0-1 0 0 0,1 0 0 0 0,-1 1 0 0 0,1-1 0 0 0,0-1 0 0 0,-1 1 0 0 0,1 0 0 0 0,1-1 0 0 0,3 4 0 0 0,-2-4-61 0 0,-1 0 0 0 0,1 0 1 0 0,0 0-1 0 0,0 0 0 0 0,0-1 1 0 0,0 0-1 0 0,0 0 0 0 0,0 0 0 0 0,1-1 1 0 0,-1 0-1 0 0,5 0 0 0 0,7-2-273 0 0,0 0 0 0 0,0-1-1 0 0,0-1 1 0 0,-1-1-1 0 0,1 0 1 0 0,22-12 0 0 0,-3 0-860 0 0,0-3 1 0 0,45-32-1 0 0,61-58-3604 0 0,-86 66 2784 0 0,-9 7 2 0 0,106-77 3312 0 0,-147 110-449 0 0,0 0 0 0 0,0 1-1 0 0,0 0 1 0 0,1 0 0 0 0,-1 1-1 0 0,8-2 1 0 0,-13 3-609 0 0,0 1-1 0 0,0 0 0 0 0,0 0 0 0 0,0 0 1 0 0,0 0-1 0 0,0 0 0 0 0,0 0 1 0 0,0 0-1 0 0,1 0 0 0 0,-1 0 0 0 0,0 0 1 0 0,0 1-1 0 0,0-1 0 0 0,0 1 1 0 0,0-1-1 0 0,0 0 0 0 0,0 1 0 0 0,1 0 1 0 0,-1 0-93 0 0,0 1 1 0 0,0-1-1 0 0,-1 0 1 0 0,1 0 0 0 0,-1 0-1 0 0,1 0 1 0 0,0 0-1 0 0,-1 1 1 0 0,0-1-1 0 0,1 0 1 0 0,-1 1-1 0 0,0-1 1 0 0,0 0-1 0 0,0 0 1 0 0,0 1 0 0 0,0-1-1 0 0,0 0 1 0 0,0 1-1 0 0,0 1 1 0 0,-4 15-648 0 0,0 0 0 0 0,-1 0 0 0 0,-1-1 1 0 0,0 0-1 0 0,-2 0 0 0 0,-9 16 0 0 0,4-6-3222 0 0,-11 30-1 0 0,23-47 4902 0 0,8-21 3190 0 0,-1 2-2852 0 0,2-3-178 0 0,53-73 4509 0 0,-42 62-4964 0 0,33-34 0 0 0,-43 48-947 0 0,0 1 1 0 0,1 0 0 0 0,0 0 0 0 0,1 1 0 0 0,0 0 0 0 0,0 1-1 0 0,0 0 1 0 0,0 1 0 0 0,1 0 0 0 0,0 1 0 0 0,0 0 0 0 0,0 1-1 0 0,1 0 1 0 0,18-2 0 0 0,-17 5-1718 0 0,-1 2-5503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0.356"/>
    </inkml:context>
    <inkml:brush xml:id="br0">
      <inkml:brushProperty name="width" value="0.035" units="cm"/>
      <inkml:brushProperty name="height" value="0.035" units="cm"/>
      <inkml:brushProperty name="color" value="#E71224"/>
    </inkml:brush>
  </inkml:definitions>
  <inkml:trace contextRef="#ctx0" brushRef="#br0">49 22 22117 0 0,'-8'-11'984'0'0,"5"6"200"0"0,3 2-952 0 0,0 1-232 0 0,3 2 0 0 0,-3 2 0 0 0,2-1-160 0 0,-2 2-72 0 0,1 4-24 0 0,-1 1 0 0 0,-1 5-808 0 0,-3 5-168 0 0,-4 2-33 0 0,-5 0-7 0 0,-5-4 984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0.536"/>
    </inkml:context>
    <inkml:brush xml:id="br0">
      <inkml:brushProperty name="width" value="0.035" units="cm"/>
      <inkml:brushProperty name="height" value="0.035" units="cm"/>
      <inkml:brushProperty name="color" value="#E71224"/>
    </inkml:brush>
  </inkml:definitions>
  <inkml:trace contextRef="#ctx0" brushRef="#br0">0 1 20276 0 0,'0'8'897'0'0,"0"0"191"0"0,2 4-872 0 0,1-1-216 0 0,0-3 0 0 0,1-1 0 0 0,1 1 64 0 0,0 5-64 0 0,3 9 64 0 0,2 5-64 0 0,1 8-496 0 0,1-1-144 0 0,-4-3-25 0 0,-3-3-7 0 0,0-2 560 0 0,-2-4 112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0.915"/>
    </inkml:context>
    <inkml:brush xml:id="br0">
      <inkml:brushProperty name="width" value="0.035" units="cm"/>
      <inkml:brushProperty name="height" value="0.035" units="cm"/>
      <inkml:brushProperty name="color" value="#E71224"/>
    </inkml:brush>
  </inkml:definitions>
  <inkml:trace contextRef="#ctx0" brushRef="#br0">14 529 15203 0 0,'0'1'58'0'0,"-1"-1"-1"0"0,1 0 0 0 0,-1 0 1 0 0,1 0-1 0 0,0 0 0 0 0,-1 0 1 0 0,1 0-1 0 0,-1 0 0 0 0,1 0 1 0 0,-1 0-1 0 0,1 0 0 0 0,-1 0 0 0 0,1 0 1 0 0,0-1-1 0 0,-1 1 0 0 0,1 0 1 0 0,-1 0-1 0 0,1 0 0 0 0,-1-1 1 0 0,1 1-1 0 0,0 0 0 0 0,-1 0 1 0 0,1-1-1 0 0,0 1 0 0 0,-1 0 1 0 0,1-1-1 0 0,0 1 0 0 0,0 0 1 0 0,-1-1-1 0 0,1 1 0 0 0,0 0 1 0 0,0-1-1 0 0,-1 1 0 0 0,1-1 1 0 0,0 1-1 0 0,0-1 0 0 0,0 1 1 0 0,0 0-1 0 0,0-1 0 0 0,0 1 1 0 0,0-1-1 0 0,0 1 0 0 0,0-1 1 0 0,0 1-1 0 0,0-1 0 0 0,0 1 1 0 0,0 0-1 0 0,0-1 0 0 0,0 1 0 0 0,0-1 1 0 0,0 1-1 0 0,0-1 0 0 0,1 1 1 0 0,-1 0-1 0 0,0-1 0 0 0,0 1 1 0 0,1-1-1 0 0,-1 1 0 0 0,0 0 1 0 0,0-1-1 0 0,1 1 0 0 0,-1 0 1 0 0,0-1-1 0 0,1 1 0 0 0,10-13-759 0 0,0 1 0 0 0,1 1-1 0 0,0 0 1 0 0,1 0-1 0 0,14-8 1 0 0,-3 1-394 0 0,76-57-3075 0 0,149-125 1837 0 0,-240 192 2356 0 0,35-36 1318 0 0,-39 39-899 0 0,-1-1-1 0 0,1 0 1 0 0,-1 0-1 0 0,-1 0 1 0 0,1 0-1 0 0,3-10 1 0 0,-6 15-351 0 0,-1 0 1 0 0,0 0-1 0 0,1 0 0 0 0,-1 0 1 0 0,0 0-1 0 0,0 0 1 0 0,1 0-1 0 0,-1 0 0 0 0,0 0 1 0 0,0 0-1 0 0,0 0 1 0 0,0 0-1 0 0,-1 0 0 0 0,1 0 1 0 0,0 0-1 0 0,0 0 1 0 0,0 0-1 0 0,-1 0 1 0 0,1 0-1 0 0,-1 0 0 0 0,1 0 1 0 0,-1 0-1 0 0,0-1 1 0 0,-1 1 19 0 0,1 0 0 0 0,0-1 1 0 0,-1 1-1 0 0,1 1 1 0 0,-1-1-1 0 0,1 0 1 0 0,-1 0-1 0 0,0 0 0 0 0,1 1 1 0 0,-1-1-1 0 0,0 1 1 0 0,-2-1-1 0 0,-5 0 145 0 0,0 0 0 0 0,0 1 1 0 0,-1 0-1 0 0,-9 2 0 0 0,1 1-240 0 0,0 0 1 0 0,1 2-1 0 0,0 0 1 0 0,0 1-1 0 0,0 0 0 0 0,0 1 1 0 0,-18 12-1 0 0,10-4-697 0 0,1 1 0 0 0,1 1 0 0 0,-37 35 0 0 0,46-38 828 0 0,0 1 0 0 0,1 1 0 0 0,0 0 0 0 0,-11 21 0 0 0,18-27 232 0 0,1 0-1 0 0,0 1 1 0 0,0 0 0 0 0,1 0-1 0 0,0 0 1 0 0,1 0 0 0 0,0 1-1 0 0,-1 17 1 0 0,3-24-291 0 0,1-1 0 0 0,0 0 0 0 0,0 0 1 0 0,1 1-1 0 0,-1-1 0 0 0,1 0 0 0 0,0 0 0 0 0,0 1 0 0 0,0-1 0 0 0,1 0 0 0 0,0 0 0 0 0,-1 0 0 0 0,1-1 0 0 0,1 1 1 0 0,-1 0-1 0 0,0-1 0 0 0,1 1 0 0 0,0-1 0 0 0,0 0 0 0 0,0 0 0 0 0,0 0 0 0 0,0 0 0 0 0,1 0 0 0 0,-1-1 0 0 0,1 0 1 0 0,-1 1-1 0 0,1-1 0 0 0,0-1 0 0 0,0 1 0 0 0,0 0 0 0 0,0-1 0 0 0,0 0 0 0 0,1 0 0 0 0,-1 0 0 0 0,7 0 1 0 0,4-1-345 0 0,1 0 1 0 0,-1-1 0 0 0,0-1 0 0 0,1 0-1 0 0,-1-1 1 0 0,0-1 0 0 0,19-7 0 0 0,7-2-6624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1.206"/>
    </inkml:context>
    <inkml:brush xml:id="br0">
      <inkml:brushProperty name="width" value="0.035" units="cm"/>
      <inkml:brushProperty name="height" value="0.035" units="cm"/>
      <inkml:brushProperty name="color" value="#E71224"/>
    </inkml:brush>
  </inkml:definitions>
  <inkml:trace contextRef="#ctx0" brushRef="#br0">28 282 5065 0 0,'9'-8'-16'0'0,"101"-88"1213"0"0,-96 83-756 0 0,-2-1-1 0 0,0-1 1 0 0,0 0 0 0 0,-1 0-1 0 0,14-28 1 0 0,-23 40-340 0 0,-1 0 1 0 0,0-1-1 0 0,1 1 0 0 0,-1 0 1 0 0,-1-1-1 0 0,1 1 1 0 0,0-1-1 0 0,-1 1 0 0 0,1-5 1 0 0,-2 7-74 0 0,1 0 0 0 0,0 0 1 0 0,0-1-1 0 0,0 1 0 0 0,-1 0 1 0 0,1 0-1 0 0,0 0 0 0 0,-1 0 1 0 0,1 0-1 0 0,-1 0 0 0 0,1 1 1 0 0,-1-1-1 0 0,0 0 0 0 0,1 0 0 0 0,-1 0 1 0 0,0 0-1 0 0,1 1 0 0 0,-1-1 1 0 0,0 0-1 0 0,0 1 0 0 0,0-1 1 0 0,0 0-1 0 0,0 1 0 0 0,0-1 1 0 0,0 1-1 0 0,0 0 0 0 0,0-1 0 0 0,0 1 1 0 0,0 0-1 0 0,0-1 0 0 0,0 1 1 0 0,0 0-1 0 0,-2 0 0 0 0,-3 0-4 0 0,-1 0 0 0 0,1 0 0 0 0,-1 1 0 0 0,1 0 0 0 0,-1 0 0 0 0,1 1-1 0 0,0 0 1 0 0,0 0 0 0 0,0 0 0 0 0,0 1 0 0 0,-7 4 0 0 0,2-1-117 0 0,1 0-1 0 0,0 1 1 0 0,1 0 0 0 0,-1 1-1 0 0,-9 11 1 0 0,11-11 115 0 0,2 0 0 0 0,-1 1 0 0 0,1 0-1 0 0,0 0 1 0 0,1 1 0 0 0,0-1 0 0 0,0 1 0 0 0,1 1 0 0 0,-5 19 0 0 0,8-25 101 0 0,0 0 0 0 0,0 0 0 0 0,0 0 0 0 0,1 1 0 0 0,0-1 0 0 0,0 0 0 0 0,0 1 0 0 0,1-1 1 0 0,-1 0-1 0 0,1 0 0 0 0,1 0 0 0 0,-1 0 0 0 0,1 1 0 0 0,0-2 0 0 0,0 1 0 0 0,0 0 0 0 0,1 0 0 0 0,-1-1 1 0 0,1 1-1 0 0,0-1 0 0 0,1 0 0 0 0,4 5 0 0 0,0-2-27 0 0,0-1-1 0 0,0 0 1 0 0,1 0-1 0 0,0-1 1 0 0,0 0 0 0 0,1 0-1 0 0,18 6 1 0 0,75 15-212 0 0,-55-16 171 0 0,-13-2-60 0 0,135 37 208 0 0,-141-35 37 0 0,1 1 1 0 0,-2 1 0 0 0,43 25-1 0 0,-63-32-104 0 0,0 0 0 0 0,-1 1-1 0 0,1 0 1 0 0,-1 0 0 0 0,-1 0-1 0 0,8 9 1 0 0,-13-13-114 0 0,1-1 1 0 0,-1 1-1 0 0,1 1 0 0 0,-1-1 1 0 0,0 0-1 0 0,0 0 0 0 0,0 0 1 0 0,0 1-1 0 0,0-1 0 0 0,-1 0 1 0 0,1 1-1 0 0,-1-1 0 0 0,1 1 1 0 0,-1-1-1 0 0,0 1 0 0 0,0-1 1 0 0,0 1-1 0 0,0-1 0 0 0,0 1 1 0 0,-1-1-1 0 0,1 0 0 0 0,-1 1 1 0 0,1-1-1 0 0,-1 1 0 0 0,0-1 1 0 0,0 0-1 0 0,-2 3 0 0 0,-1 1-160 0 0,-1 0 0 0 0,0 0 0 0 0,0-1 0 0 0,0 0 0 0 0,0 0 0 0 0,-1 0 0 0 0,0-1 0 0 0,0 1 0 0 0,0-1 0 0 0,-13 5 0 0 0,-5 2-2630 0 0,-42 12 1 0 0,22-10-1573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5.017"/>
    </inkml:context>
    <inkml:brush xml:id="br0">
      <inkml:brushProperty name="width" value="0.035" units="cm"/>
      <inkml:brushProperty name="height" value="0.035" units="cm"/>
      <inkml:brushProperty name="color" value="#E71224"/>
    </inkml:brush>
  </inkml:definitions>
  <inkml:trace contextRef="#ctx0" brushRef="#br0">5486 537 11979 0 0,'-13'-11'1594'0'0,"1"-1"1"0"0,-17-22 0 0 0,-5-6-2200 0 0,11 18-331 0 0,0 0-1 0 0,-1 2 1 0 0,-31-21-1 0 0,13 17 2372 0 0,-2 1-1 0 0,-88-32 1 0 0,46 24-794 0 0,-1 4 0 0 0,-1 3 0 0 0,-1 5 0 0 0,0 3 0 0 0,-131-6 0 0 0,-101 19-1162 0 0,29 0 767 0 0,100 0 403 0 0,-79-2 142 0 0,193-1-528 0 0,-113-21 1 0 0,94 11-221 0 0,-143-3 0 0 0,141 13-34 0 0,-19 1-9 0 0,-1 4 0 0 0,-214 29 0 0 0,-33 29-546 0 0,156-23 308 0 0,-55 7 318 0 0,232-36-79 0 0,-214 34 68 0 0,167-23-40 0 0,-82 29 0 0 0,114-27-78 0 0,2 1 0 0 0,0 3 0 0 0,-44 27 0 0 0,23-6-212 0 0,-73 61 0 0 0,123-89 212 0 0,1 0 0 0 0,0 1 0 0 0,1 1 1 0 0,1 0-1 0 0,1 1 0 0 0,-15 24 0 0 0,10-8-50 0 0,1 0 0 0 0,-21 67 0 0 0,25-62 81 0 0,2 2-1 0 0,2 0 1 0 0,1 0-1 0 0,-3 64 1 0 0,11-75-30 0 0,0 1 0 0 0,2-1 0 0 0,2 0 0 0 0,0-1 0 0 0,2 1 0 0 0,1-1 0 0 0,12 31 0 0 0,-4-24 17 0 0,2 0 0 0 0,2-1 0 0 0,1 0 0 0 0,1-2 0 0 0,2-1 0 0 0,1 0 0 0 0,48 46 0 0 0,-16-25 70 0 0,2-3 1 0 0,2-2-1 0 0,68 40 1 0 0,-76-56-38 0 0,2-3 0 0 0,57 22 0 0 0,118 35-91 0 0,-153-59 44 0 0,143 44 220 0 0,3-9 0 0 0,3-10 0 0 0,321 33 0 0 0,-263-60 373 0 0,1-13 1 0 0,463-37-1 0 0,-45-84-314 0 0,-397 40-135 0 0,-29 6-76 0 0,-234 54-7 0 0,340-68 26 0 0,3 25-46 0 0,-73 24 4 0 0,93-6 0 0 0,-299 25-99 0 0,113-25 0 0 0,-163 22 68 0 0,0-3 0 0 0,-2-2-1 0 0,91-42 1 0 0,-123 48 105 0 0,-1-1-1 0 0,0-1 1 0 0,-1-1-1 0 0,0 0 1 0 0,-2-2-1 0 0,32-32 1 0 0,-39 35-15 0 0,0 0 1 0 0,-1-1 0 0 0,-1 0-1 0 0,0 0 1 0 0,-1-1 0 0 0,-1 0-1 0 0,0 0 1 0 0,-1-1 0 0 0,-1 0-1 0 0,7-31 1 0 0,-9 20 1 0 0,0-1 1 0 0,-2 0-1 0 0,-1 1 0 0 0,-2-1 1 0 0,0 0-1 0 0,-2 1 0 0 0,-1 0 1 0 0,-1-1-1 0 0,-13-36 0 0 0,5 27-64 0 0,-2 1 0 0 0,-1 0 0 0 0,-1 1-1 0 0,-2 1 1 0 0,-1 1 0 0 0,-29-33 0 0 0,26 38 7 0 0,-1 2 0 0 0,-2 0 1 0 0,0 2-1 0 0,-2 1 0 0 0,-59-37 1 0 0,42 35 20 0 0,-1 1 0 0 0,-1 3 1 0 0,-76-23-1 0 0,32 19 30 0 0,-102-15 0 0 0,-92 1-3 0 0,285 39-52 0 0,-250-28-51 0 0,-225-31-103 0 0,61 10-2184 0 0,315 42-5457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5.922"/>
    </inkml:context>
    <inkml:brush xml:id="br0">
      <inkml:brushProperty name="width" value="0.035" units="cm"/>
      <inkml:brushProperty name="height" value="0.035" units="cm"/>
      <inkml:brushProperty name="color" value="#E71224"/>
    </inkml:brush>
  </inkml:definitions>
  <inkml:trace contextRef="#ctx0" brushRef="#br0">669 189 18892 0 0,'-9'-16'1766'0'0,"-1"-9"-3276"0"0,-2-4 707 0 0,6 17 683 0 0,0 1 1 0 0,-1-1-1 0 0,-1 1 0 0 0,0 1 0 0 0,-14-16 0 0 0,18 22 60 0 0,0 1-1 0 0,0-1 1 0 0,-1 1 0 0 0,1 0-1 0 0,-1 0 1 0 0,0 1-1 0 0,0-1 1 0 0,0 1 0 0 0,-1 0-1 0 0,1 0 1 0 0,0 1 0 0 0,-1 0-1 0 0,1 0 1 0 0,-1 0-1 0 0,1 0 1 0 0,-7 1 0 0 0,-1 1 54 0 0,0 0 1 0 0,1 1 0 0 0,-1 0 0 0 0,1 1-1 0 0,-1 1 1 0 0,1 0 0 0 0,0 1 0 0 0,1 0-1 0 0,-16 8 1 0 0,-5 7 684 0 0,-55 42 0 0 0,61-40-542 0 0,1 0-1 0 0,1 1 0 0 0,-34 44 1 0 0,44-48-185 0 0,0 0 1 0 0,2 1 0 0 0,0 1-1 0 0,1 0 1 0 0,-14 43 0 0 0,22-56 8 0 0,1-1 1 0 0,0 1-1 0 0,0 0 1 0 0,1 0 0 0 0,0 1-1 0 0,1-1 1 0 0,0 0-1 0 0,0 0 1 0 0,2 12 0 0 0,-1-16 26 0 0,0 1 0 0 0,1-1 0 0 0,-1 0 0 0 0,1 0 0 0 0,0 0 0 0 0,0 0 0 0 0,0 0 0 0 0,0 0 0 0 0,1 0 0 0 0,0-1 0 0 0,0 1 0 0 0,0-1 0 0 0,0 0 0 0 0,0 0 1 0 0,0 0-1 0 0,1 0 0 0 0,0 0 0 0 0,5 2 0 0 0,2 1 1 0 0,0-2 0 0 0,0 0 0 0 0,0 0 0 0 0,0-1-1 0 0,1 0 1 0 0,-1-1 0 0 0,23 2 0 0 0,86-4 60 0 0,-99-1-36 0 0,166-11-640 0 0,129 0-3866 0 0,-289 13 3824 0 0,49 8 0 0 0,-66-7 716 0 0,-1 1-1 0 0,1 0 1 0 0,0 0-1 0 0,-1 1 0 0 0,0 0 1 0 0,0 0-1 0 0,0 1 1 0 0,8 6-1 0 0,-12-7 148 0 0,-1-1 0 0 0,-1 1 0 0 0,1 0 0 0 0,0 0-1 0 0,-1 1 1 0 0,0-1 0 0 0,0 1 0 0 0,0-1 0 0 0,-1 1 0 0 0,0 0 0 0 0,0 0-1 0 0,0 0 1 0 0,0 1 0 0 0,-1-1 0 0 0,0 0 0 0 0,0 1 0 0 0,0-1 0 0 0,0 0-1 0 0,-1 1 1 0 0,0-1 0 0 0,0 1 0 0 0,-1-1 0 0 0,0 1 0 0 0,0-1 0 0 0,0 0-1 0 0,0 1 1 0 0,-1-1 0 0 0,0 0 0 0 0,0 0 0 0 0,0 0 0 0 0,-1 0 0 0 0,0-1-1 0 0,0 1 1 0 0,0 0 0 0 0,-5 5 0 0 0,-7 5 128 0 0,0 0 0 0 0,-1-1 0 0 0,-1-1 0 0 0,0 0 0 0 0,0-2 0 0 0,-38 20 0 0 0,-121 40 462 0 0,126-56-540 0 0,0-2 1 0 0,-1-2-1 0 0,0-2 1 0 0,-1-2-1 0 0,-75-1 1 0 0,85-5-1781 0 0,2-1-6146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6.302"/>
    </inkml:context>
    <inkml:brush xml:id="br0">
      <inkml:brushProperty name="width" value="0.035" units="cm"/>
      <inkml:brushProperty name="height" value="0.035" units="cm"/>
      <inkml:brushProperty name="color" value="#E71224"/>
    </inkml:brush>
  </inkml:definitions>
  <inkml:trace contextRef="#ctx0" brushRef="#br0">1 115 21661 0 0,'72'-3'-68'0'0,"108"-20"0"0"0,-103 12-2252 0 0,10-3-2485 0 0,126-35-1 0 0,-164 35 653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6.550"/>
    </inkml:context>
    <inkml:brush xml:id="br0">
      <inkml:brushProperty name="width" value="0.035" units="cm"/>
      <inkml:brushProperty name="height" value="0.035" units="cm"/>
      <inkml:brushProperty name="color" value="#E71224"/>
    </inkml:brush>
  </inkml:definitions>
  <inkml:trace contextRef="#ctx0" brushRef="#br0">47 1 21197 0 0,'-3'7'454'0'0,"1"1"1"0"0,1-1 0 0 0,-1 1 0 0 0,0 10-1 0 0,2 5-825 0 0,2 30 0 0 0,1 3-634 0 0,-7 88-1523 0 0,-12 76-5906 0 0,-1 2 415 0 0,13-75 6357 0 0,4-138 1662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7.005"/>
    </inkml:context>
    <inkml:brush xml:id="br0">
      <inkml:brushProperty name="width" value="0.035" units="cm"/>
      <inkml:brushProperty name="height" value="0.035" units="cm"/>
      <inkml:brushProperty name="color" value="#E71224"/>
    </inkml:brush>
  </inkml:definitions>
  <inkml:trace contextRef="#ctx0" brushRef="#br0">111 297 20740 0 0,'-2'4'214'0'0,"0"1"0"0"0,1 0 0 0 0,-1 0-1 0 0,1 0 1 0 0,0 0 0 0 0,1 0-1 0 0,-1 0 1 0 0,1 0 0 0 0,0 0-1 0 0,0 0 1 0 0,1 10 0 0 0,0 18-246 0 0,-5 65-2033 0 0,-33 381-12931 0 0,30-422 14264 0 0,-5 25 2024 0 0,8-59 2194 0 0,-10 32 0 0 0,13-53-3238 0 0,1-1 0 0 0,-1 1-1 0 0,1-1 1 0 0,-1 1 0 0 0,0-1-1 0 0,1 0 1 0 0,-1 0 0 0 0,0 1-1 0 0,0-1 1 0 0,-1 1 0 0 0,2-1-187 0 0,0-1 1 0 0,0 0 0 0 0,-1 0-1 0 0,1 0 1 0 0,0 0-1 0 0,0 0 1 0 0,0 0 0 0 0,-1 0-1 0 0,1 0 1 0 0,0 0 0 0 0,0 0-1 0 0,0 0 1 0 0,-1 0-1 0 0,1 0 1 0 0,0 0 0 0 0,0 0-1 0 0,0 0 1 0 0,0 0 0 0 0,-1 0-1 0 0,1 0 1 0 0,0 0-1 0 0,0 0 1 0 0,0 0 0 0 0,-1 0-1 0 0,1 0 1 0 0,0 0 0 0 0,0-1-1 0 0,0 1 1 0 0,0 0-1 0 0,-1 0 1 0 0,1 0 0 0 0,0 0-1 0 0,0 0 1 0 0,0-1 0 0 0,0 1-1 0 0,0 0 1 0 0,0 0 0 0 0,0 0-1 0 0,-1 0 1 0 0,1-1-1 0 0,0 1 1 0 0,-1-3 135 0 0,0 0-1 0 0,0 0 1 0 0,0-1-1 0 0,0 1 1 0 0,0 0 0 0 0,1-1-1 0 0,-1-3 1 0 0,0-60-916 0 0,8-85-1 0 0,-3 101 233 0 0,31-276-3262 0 0,-24 264 3367 0 0,3 0 0 0 0,3 2 0 0 0,27-69 0 0 0,-33 105 575 0 0,0 0-1 0 0,2 0 1 0 0,1 2 0 0 0,1-1-1 0 0,19-22 1 0 0,-27 37 7 0 0,0 1 0 0 0,1 0 1 0 0,0 1-1 0 0,0 0 0 0 0,0 0 1 0 0,1 1-1 0 0,0 0 0 0 0,0 0 1 0 0,1 1-1 0 0,-1 0 0 0 0,1 1 1 0 0,0 0-1 0 0,0 1 0 0 0,1 0 0 0 0,20-3 1 0 0,-25 5-201 0 0,-1 1 1 0 0,0 0-1 0 0,1 1 1 0 0,-1-1-1 0 0,1 1 1 0 0,-1 0 0 0 0,0 0-1 0 0,0 1 1 0 0,1 0-1 0 0,-1 0 1 0 0,0 0-1 0 0,0 0 1 0 0,-1 1-1 0 0,1-1 1 0 0,0 1-1 0 0,-1 1 1 0 0,0-1-1 0 0,0 1 1 0 0,0-1-1 0 0,0 1 1 0 0,0 0-1 0 0,-1 1 1 0 0,0-1 0 0 0,4 7-1 0 0,5 9 24 0 0,-2 1-1 0 0,0 1 1 0 0,-1-1 0 0 0,7 31-1 0 0,-15-49-9 0 0,69 261 1065 0 0,-25-82-711 0 0,-21-97-218 0 0,-2-11 199 0 0,22 134 0 0 0,-42-182-349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7.263"/>
    </inkml:context>
    <inkml:brush xml:id="br0">
      <inkml:brushProperty name="width" value="0.035" units="cm"/>
      <inkml:brushProperty name="height" value="0.035" units="cm"/>
      <inkml:brushProperty name="color" value="#E71224"/>
    </inkml:brush>
  </inkml:definitions>
  <inkml:trace contextRef="#ctx0" brushRef="#br0">0 337 22581 0 0,'11'-1'737'0'0,"0"0"1"0"0,16-3-1 0 0,46-15-2249 0 0,-54 13 1248 0 0,161-60-3292 0 0,-4-15 2701 0 0,-147 68 897 0 0,68-28-443 0 0,140-38 0 0 0,-196 66 244 0 0,-1 1-32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7.616"/>
    </inkml:context>
    <inkml:brush xml:id="br0">
      <inkml:brushProperty name="width" value="0.035" units="cm"/>
      <inkml:brushProperty name="height" value="0.035" units="cm"/>
      <inkml:brushProperty name="color" value="#E71224"/>
    </inkml:brush>
  </inkml:definitions>
  <inkml:trace contextRef="#ctx0" brushRef="#br0">640 52 16588 0 0,'-13'-9'1633'0'0,"9"6"-1605"0"0,0 0 0 0 0,0 0 0 0 0,0 0-1 0 0,0 1 1 0 0,-8-3 0 0 0,-4-1-64 0 0,-1 2 0 0 0,0 0 0 0 0,0 0 0 0 0,-1 2 0 0 0,1 0 0 0 0,0 1 0 0 0,-1 1 0 0 0,1 0 0 0 0,-1 2 0 0 0,1 0 0 0 0,0 1 0 0 0,0 0 0 0 0,0 2 0 0 0,0 0 0 0 0,1 0 0 0 0,-1 2 0 0 0,2 0 0 0 0,-1 1 0 0 0,-19 13 0 0 0,18-9 341 0 0,1 1 1 0 0,0 0-1 0 0,1 1 1 0 0,0 1-1 0 0,1 1 1 0 0,1 0-1 0 0,1 0 1 0 0,0 2-1 0 0,1-1 1 0 0,1 1-1 0 0,-15 36 1 0 0,12-19 220 0 0,1 1-1 0 0,2 0 1 0 0,1 0 0 0 0,2 1-1 0 0,-4 65 1 0 0,11-79-547 0 0,0-1 1 0 0,1 1-1 0 0,1-1 1 0 0,0 1-1 0 0,2-1 1 0 0,7 22-1 0 0,-6-30 3 0 0,0 0 0 0 0,0-1 0 0 0,1 0 0 0 0,1 0 0 0 0,1 0 0 0 0,-1 0 0 0 0,2-1 0 0 0,0-1 0 0 0,0 0 0 0 0,15 14 0 0 0,-16-17 41 0 0,1-1 0 0 0,0 1 0 0 0,1-1 0 0 0,0-1 0 0 0,0 0 0 0 0,1 0 0 0 0,-1-1 0 0 0,1 0 0 0 0,0-1 0 0 0,0-1 0 0 0,1 1 0 0 0,-1-2 0 0 0,1 1-1 0 0,0-2 1 0 0,0 0 0 0 0,-1 0 0 0 0,1-1 0 0 0,0 0 0 0 0,0-1 0 0 0,19-4 0 0 0,-6-1-324 0 0,-1-1 0 0 0,0-1 1 0 0,29-15-1 0 0,-7 1-775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8.009"/>
    </inkml:context>
    <inkml:brush xml:id="br0">
      <inkml:brushProperty name="width" value="0.035" units="cm"/>
      <inkml:brushProperty name="height" value="0.035" units="cm"/>
      <inkml:brushProperty name="color" value="#E71224"/>
    </inkml:brush>
  </inkml:definitions>
  <inkml:trace contextRef="#ctx0" brushRef="#br0">602 140 11979 0 0,'1'-1'207'0'0,"0"-1"0"0"0,0 1 1 0 0,0 0-1 0 0,0-1 0 0 0,0 1 1 0 0,-1-1-1 0 0,1 1 1 0 0,-1-1-1 0 0,1 1 0 0 0,-1-1 1 0 0,1 0-1 0 0,-1 1 0 0 0,0-1 1 0 0,0 1-1 0 0,0-1 1 0 0,0 0-1 0 0,0 1 0 0 0,0-4 1 0 0,-1 2 16 0 0,0 0 1 0 0,0 0 0 0 0,0 0 0 0 0,-1 1-1 0 0,1-1 1 0 0,-1 0 0 0 0,1 1-1 0 0,-1-1 1 0 0,-3-3 0 0 0,-2 0-557 0 0,1 0 0 0 0,-1 0-1 0 0,0 0 1 0 0,0 1 0 0 0,0 0 0 0 0,-10-4 0 0 0,3 3 138 0 0,0 0 1 0 0,-1 1-1 0 0,0 1 1 0 0,1 0-1 0 0,-1 1 1 0 0,-1 1 0 0 0,-25-1-1 0 0,21 2-1130 0 0,1 2 1 0 0,0 1-1 0 0,-1 0 0 0 0,1 1 0 0 0,-32 10 1 0 0,35-7 2238 0 0,1 0-1 0 0,0 1 1 0 0,0 1 0 0 0,1 1 0 0 0,0 0 0 0 0,0 0 0 0 0,1 2 0 0 0,1-1-1 0 0,-1 2 1 0 0,2 0 0 0 0,0 0 0 0 0,-18 26 0 0 0,21-26-579 0 0,1 0 1 0 0,0 1-1 0 0,1 0 1 0 0,0 0-1 0 0,-4 17 1 0 0,8-25-351 0 0,1 1-1 0 0,-1 0 1 0 0,1 0-1 0 0,1-1 1 0 0,-1 1-1 0 0,1 0 1 0 0,0 0 0 0 0,0 0-1 0 0,0 0 1 0 0,1 0-1 0 0,0 0 1 0 0,0-1-1 0 0,1 1 1 0 0,0 0-1 0 0,0-1 1 0 0,0 1 0 0 0,0-1-1 0 0,1 0 1 0 0,0 1-1 0 0,0-1 1 0 0,0-1-1 0 0,1 1 1 0 0,0 0 0 0 0,0-1-1 0 0,0 0 1 0 0,0 0-1 0 0,1 0 1 0 0,-1 0-1 0 0,1-1 1 0 0,0 0 0 0 0,0 0-1 0 0,0 0 1 0 0,10 3-1 0 0,2 1-58 0 0,1-2 0 0 0,0 0-1 0 0,0-1 1 0 0,26 2 0 0 0,76 1 332 0 0,-65-6-14 0 0,-45 0-203 0 0,196 13 965 0 0,-173-9-778 0 0,-1 1-1 0 0,0 1 1 0 0,-1 1 0 0 0,40 17 0 0 0,-64-22-148 0 0,1 1 0 0 0,-1 0-1 0 0,0 0 1 0 0,0 0-1 0 0,0 1 1 0 0,-1 0-1 0 0,1 0 1 0 0,8 11-1 0 0,-13-14-68 0 0,0 0 0 0 0,0 1 0 0 0,-1-1-1 0 0,1 1 1 0 0,-1-1 0 0 0,1 1 0 0 0,-1 0-1 0 0,0-1 1 0 0,0 1 0 0 0,-1 0-1 0 0,1 0 1 0 0,0 0 0 0 0,-1 0 0 0 0,0 0-1 0 0,0-1 1 0 0,0 1 0 0 0,0 0 0 0 0,0 0-1 0 0,0 0 1 0 0,-1 0 0 0 0,1 0 0 0 0,-1 0-1 0 0,0-1 1 0 0,0 1 0 0 0,0 0 0 0 0,0 0-1 0 0,-2 2 1 0 0,-2 3-71 0 0,0-1-1 0 0,-1 0 1 0 0,1 0 0 0 0,-2 0 0 0 0,1-1-1 0 0,0 0 1 0 0,-1 0 0 0 0,0-1-1 0 0,-1 0 1 0 0,-14 8 0 0 0,-4 0-168 0 0,0-2 0 0 0,-30 10 1 0 0,-20 2-160 0 0,-1-4 0 0 0,-93 12 0 0 0,112-24-45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3:48.604"/>
    </inkml:context>
    <inkml:brush xml:id="br0">
      <inkml:brushProperty name="width" value="0.035" units="cm"/>
      <inkml:brushProperty name="height" value="0.035" units="cm"/>
      <inkml:brushProperty name="color" value="#E71224"/>
    </inkml:brush>
  </inkml:definitions>
  <inkml:trace contextRef="#ctx0" brushRef="#br0">1 295 19356 0 0,'0'-8'1292'0'0,"9"-10"-4400"0"0,-7 12 3024 0 0,4-7-1027 0 0,1 1 0 0 0,0-1-1 0 0,0 1 1 0 0,18-20 0 0 0,-20 27 1079 0 0,0-1-1 0 0,0 2 1 0 0,1-1 0 0 0,9-6-1 0 0,-9 8 586 0 0,0 0 0 0 0,0 0-1 0 0,0 0 1 0 0,1 1-1 0 0,9-2 1 0 0,125-29 3134 0 0,67-27-3456 0 0,-151 41-819 0 0,0-1-224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2.760"/>
    </inkml:context>
    <inkml:brush xml:id="br0">
      <inkml:brushProperty name="width" value="0.035" units="cm"/>
      <inkml:brushProperty name="height" value="0.035" units="cm"/>
      <inkml:brushProperty name="color" value="#E71224"/>
    </inkml:brush>
  </inkml:definitions>
  <inkml:trace contextRef="#ctx0" brushRef="#br0">101 330 16588 0 0,'6'19'1417'0'0,"-1"-5"-2068"0"0,10 65 1176 0 0,-2 2-1 0 0,1 91 1 0 0,-7-5-521 0 0,-4-59-20 0 0,24 151 0 0 0,-25-247 62 0 0,0 0-1 0 0,2 0 1 0 0,-1 0 0 0 0,1 0 0 0 0,1-1-1 0 0,11 22 1 0 0,-16-33-18 0 0,0 0 0 0 0,0 0 0 0 0,0 0 0 0 0,0-1-1 0 0,0 1 1 0 0,0 0 0 0 0,0 0 0 0 0,0 0 0 0 0,0 0 0 0 0,0 0 0 0 0,0 0-1 0 0,0 0 1 0 0,1 0 0 0 0,-1 0 0 0 0,0 0 0 0 0,0 0 0 0 0,0 0-1 0 0,0 0 1 0 0,0 0 0 0 0,0 0 0 0 0,0 0 0 0 0,0 0 0 0 0,0 0 0 0 0,0 0-1 0 0,0 0 1 0 0,0 0 0 0 0,0 0 0 0 0,0 0 0 0 0,0 0 0 0 0,1 0 0 0 0,-1 0-1 0 0,0 0 1 0 0,0 0 0 0 0,0 1 0 0 0,0-1 0 0 0,0 0 0 0 0,0 0 0 0 0,0 0-1 0 0,0 0 1 0 0,0 0 0 0 0,-3-11 618 0 0,-6-16 63 0 0,-43-93-238 0 0,18 44 49 0 0,-37-121 1 0 0,52 126-491 0 0,-16-125 0 0 0,32 168-20 0 0,1 0 1 0 0,1 0-1 0 0,2 0 1 0 0,1-1-1 0 0,1 2 1 0 0,1-1-1 0 0,14-46 1 0 0,-11 57 30 0 0,0 1 0 0 0,1-1 0 0 0,0 2 0 0 0,2-1 0 0 0,0 1 0 0 0,0 0 0 0 0,2 1 0 0 0,0 0 0 0 0,0 1 0 0 0,28-22 0 0 0,-8 11 25 0 0,1 1 0 0 0,0 2 0 0 0,72-32 0 0 0,-83 42-39 0 0,0 2 0 0 0,2 0 0 0 0,-1 2 0 0 0,1 0 0 0 0,40-5 1 0 0,-61 11-46 0 0,0 1 0 0 0,0 0 0 0 0,0 0 0 0 0,0 0 0 0 0,0 0 0 0 0,0 1 0 0 0,0-1 0 0 0,0 1 0 0 0,-1 0 0 0 0,1 0 0 0 0,0 0 0 0 0,0 0 0 0 0,2 2 0 0 0,-3-2 2 0 0,-1 0 0 0 0,0 0 0 0 0,1 1 0 0 0,-1-1 0 0 0,0 1 0 0 0,1-1-1 0 0,-1 1 1 0 0,0-1 0 0 0,0 1 0 0 0,0 0 0 0 0,-1 0 0 0 0,1-1 0 0 0,0 1 0 0 0,-1 0 0 0 0,1 0 0 0 0,-1 0-1 0 0,1 0 1 0 0,-1 0 0 0 0,0 0 0 0 0,0 2 0 0 0,-1 16-87 0 0,0 0 0 0 0,-2-1-1 0 0,0 1 1 0 0,-1-1 0 0 0,-9 25 0 0 0,2-8 74 0 0,-76 272-127 0 0,82-287 170 0 0,1 0 0 0 0,1 0 0 0 0,1 0 1 0 0,1 0-1 0 0,1 27 0 0 0,19 104 33 0 0,-17-136-48 0 0,2 0 1 0 0,-1-1-1 0 0,2 1 1 0 0,7 18-1 0 0,-10-30 2 0 0,-1 0-1 0 0,1-1 1 0 0,0 0 0 0 0,0 1-1 0 0,1-1 1 0 0,-1 0-1 0 0,1 0 1 0 0,-1 0 0 0 0,1 0-1 0 0,0 0 1 0 0,0-1 0 0 0,0 1-1 0 0,1-1 1 0 0,-1 0 0 0 0,0 0-1 0 0,1 0 1 0 0,-1-1 0 0 0,1 1-1 0 0,0-1 1 0 0,0 0 0 0 0,0 0-1 0 0,6 1 1 0 0,13-1 20 0 0,-1-1-1 0 0,1-2 1 0 0,-1 0 0 0 0,1-2-1 0 0,40-11 1 0 0,-39 8-227 0 0,-1-1 1 0 0,0-1-1 0 0,42-24 0 0 0,-1-7-3580 0 0,-3-1-5820 0 0,-47 33 6085 0 0,-11 7 2053 0 0,-9 7 1060 0 0,-107 75-1047 0 0,82-61 5014 0 0,42-22 2039 0 0,19-5-3386 0 0,26-12 389 0 0,105-51 1 0 0,-119 50-2413 0 0,296-165 1268 0 0,-333 182-1442 0 0,64-45 346 0 0,-62 43-304 0 0,0-2 0 0 0,0 1 1 0 0,-1-1-1 0 0,0 0 0 0 0,0 0 0 0 0,9-15 0 0 0,-14 20-65 0 0,0 0-1 0 0,0 0 1 0 0,0 0-1 0 0,0 1 1 0 0,0-2-1 0 0,-1 1 1 0 0,1 0-1 0 0,-1 0 0 0 0,1 0 1 0 0,-1 0-1 0 0,0 0 1 0 0,0 0-1 0 0,1 0 1 0 0,-2-1-1 0 0,1 1 1 0 0,0 0-1 0 0,0 0 0 0 0,-1 0 1 0 0,1 0-1 0 0,-1 0 1 0 0,0 0-1 0 0,0 0 1 0 0,-1-4-1 0 0,0 4-14 0 0,0 0 0 0 0,0 0 0 0 0,0 0 0 0 0,0 0 0 0 0,0 0 0 0 0,0 1 0 0 0,-1-1 0 0 0,1 1 0 0 0,0 0 0 0 0,-1-1 0 0 0,1 1 0 0 0,-1 0 0 0 0,0 0 0 0 0,1 1 0 0 0,-1-1 0 0 0,0 0 0 0 0,1 1 0 0 0,-5-1 0 0 0,-4 1-41 0 0,0 0 1 0 0,0 1-1 0 0,0 0 1 0 0,0 1-1 0 0,1 0 1 0 0,-1 0-1 0 0,-14 6 1 0 0,-6 4 288 0 0,-33 19 0 0 0,44-20-105 0 0,1 1 0 0 0,1 1 0 0 0,0 0 0 0 0,0 2-1 0 0,1 0 1 0 0,1 1 0 0 0,1 0 0 0 0,0 1 0 0 0,1 1-1 0 0,-16 28 1 0 0,14-19-18 0 0,1 1 0 0 0,2 1 0 0 0,1 0 0 0 0,1 1 0 0 0,2 0 0 0 0,-12 60-1 0 0,19-76-87 0 0,0 0 0 0 0,1 0 0 0 0,1 0 0 0 0,0 1 0 0 0,1-1-1 0 0,0 0 1 0 0,1 0 0 0 0,6 19 0 0 0,-6-26-5 0 0,0-1 1 0 0,1 1 0 0 0,0-1-1 0 0,0 0 1 0 0,0 0-1 0 0,1 0 1 0 0,0 0 0 0 0,0-1-1 0 0,0 1 1 0 0,1-1-1 0 0,0 0 1 0 0,0 0 0 0 0,0-1-1 0 0,1 1 1 0 0,0-1-1 0 0,-1-1 1 0 0,1 1 0 0 0,13 5-1 0 0,-8-5-38 0 0,0-1 0 0 0,0 0 0 0 0,0 0 1 0 0,1-1-1 0 0,0-1 0 0 0,-1 0 0 0 0,1 0 0 0 0,16-2 0 0 0,-4-2-379 0 0,1 0 1 0 0,45-14-1 0 0,-21 2-563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3.318"/>
    </inkml:context>
    <inkml:brush xml:id="br0">
      <inkml:brushProperty name="width" value="0.035" units="cm"/>
      <inkml:brushProperty name="height" value="0.035" units="cm"/>
      <inkml:brushProperty name="color" value="#E71224"/>
    </inkml:brush>
  </inkml:definitions>
  <inkml:trace contextRef="#ctx0" brushRef="#br0">55 225 6913 0 0,'1'-6'283'0'0,"5"-29"440"0"0,-6 33-642 0 0,1 0 0 0 0,-1 1 0 0 0,1-1 0 0 0,0 0 0 0 0,0 1 0 0 0,-1-1 0 0 0,1 0 0 0 0,0 1 0 0 0,0-1 0 0 0,1 1 0 0 0,-1 0 0 0 0,0-1 0 0 0,0 1-1 0 0,1 0 1 0 0,-1 0 0 0 0,3-2 0 0 0,-4 3-61 0 0,0 0-1 0 0,0 0 0 0 0,1 0 1 0 0,-1 0-1 0 0,0 0 0 0 0,0 0 1 0 0,0 0-1 0 0,0 0 0 0 0,0 0 0 0 0,1 0 1 0 0,-1 0-1 0 0,0 0 0 0 0,0 0 1 0 0,0 0-1 0 0,0 0 0 0 0,0 0 1 0 0,1 0-1 0 0,-1 0 0 0 0,0 0 1 0 0,0 0-1 0 0,0 0 0 0 0,0 0 1 0 0,0 0-1 0 0,1 0 0 0 0,-1 0 0 0 0,0 0 1 0 0,0 1-1 0 0,0-1 0 0 0,0 0 1 0 0,0 0-1 0 0,0 0 0 0 0,0 0 1 0 0,1 0-1 0 0,-1 0 0 0 0,0 0 1 0 0,0 1-1 0 0,0-1 0 0 0,0 0 1 0 0,2 9 432 0 0,-1 9 63 0 0,-7 47 1013 0 0,-24 105 1 0 0,7-53-112 0 0,-6 78 1632 0 0,42-326-1469 0 0,-2 45-2244 0 0,42-235 198 0 0,-52 317 487 0 0,11-37 371 0 0,-12 38-339 0 0,1 1-1 0 0,0-1 0 0 0,1 1 1 0 0,-1-1-1 0 0,0 1 1 0 0,1 0-1 0 0,-1-1 0 0 0,1 1 1 0 0,0 0-1 0 0,-1 0 0 0 0,1 0 1 0 0,3-2-1 0 0,-5 4-47 0 0,0 0 1 0 0,1 0-1 0 0,-1 0 0 0 0,0-1 1 0 0,1 1-1 0 0,-1 0 0 0 0,0 0 1 0 0,1 0-1 0 0,-1 0 0 0 0,0 0 0 0 0,1 0 1 0 0,-1 0-1 0 0,0 0 0 0 0,1 0 1 0 0,-1 0-1 0 0,0 0 0 0 0,1 0 1 0 0,-1 1-1 0 0,0-1 0 0 0,1 0 1 0 0,-1 0-1 0 0,0 0 0 0 0,0 0 1 0 0,1 0-1 0 0,-1 1 0 0 0,0-1 1 0 0,1 0-1 0 0,-1 0 0 0 0,0 1 1 0 0,0-1-1 0 0,0 0 0 0 0,1 0 1 0 0,-1 1-1 0 0,0-1 0 0 0,0 0 0 0 0,0 0 1 0 0,0 1-1 0 0,1-1 0 0 0,-1 0 1 0 0,0 1-1 0 0,0 0 0 0 0,5 15-149 0 0,-5-13 138 0 0,5 19-220 0 0,1 39 0 0 0,-6-46 134 0 0,1 1 0 0 0,1-1 0 0 0,0 0 1 0 0,1 0-1 0 0,1 0 0 0 0,7 17 0 0 0,-10-29 60 0 0,0 0-1 0 0,1 0 0 0 0,-1 0 1 0 0,1-1-1 0 0,0 1 0 0 0,0 0 1 0 0,0-1-1 0 0,0 0 0 0 0,0 1 0 0 0,0-1 1 0 0,1 0-1 0 0,-1 0 0 0 0,1 0 1 0 0,-1-1-1 0 0,1 1 0 0 0,0-1 1 0 0,0 1-1 0 0,0-1 0 0 0,-1 0 0 0 0,6 1 1 0 0,-5-1-2 0 0,1-1 1 0 0,0 0-1 0 0,0 0 0 0 0,0 0 1 0 0,0 0-1 0 0,0-1 1 0 0,0 0-1 0 0,0 0 0 0 0,-1 0 1 0 0,1 0-1 0 0,0 0 1 0 0,-1-1-1 0 0,1 1 1 0 0,-1-1-1 0 0,1 0 0 0 0,2-3 1 0 0,3-1 6 0 0,0-2 0 0 0,-1 1 0 0 0,0-1 0 0 0,-1 0 1 0 0,1 0-1 0 0,-2-1 0 0 0,1 0 0 0 0,6-13 0 0 0,38-84-221 0 0,-41 82 234 0 0,8-20-21 0 0,-8 19 32 0 0,24-45 1 0 0,-32 67 82 0 0,-1 1 1 0 0,1 0-1 0 0,-1 0 0 0 0,1 0 1 0 0,0 0-1 0 0,0 0 1 0 0,0 1-1 0 0,4-4 1 0 0,-6 5-57 0 0,1 0 1 0 0,-1 0 0 0 0,1-1 0 0 0,-1 1 0 0 0,1 0 0 0 0,-1 0 0 0 0,1 0 0 0 0,-1 0 0 0 0,1 0 0 0 0,-1 0 0 0 0,0 0 0 0 0,1 0 0 0 0,-1 0 0 0 0,1 0 0 0 0,-1 0 0 0 0,1 0 0 0 0,-1 0 0 0 0,1 0 0 0 0,-1 0 0 0 0,2 1 0 0 0,-2-1-5 0 0,1 1 1 0 0,-1-1-1 0 0,1 1 1 0 0,-1-1-1 0 0,1 1 1 0 0,-1-1-1 0 0,1 1 1 0 0,-1 0-1 0 0,1-1 0 0 0,-1 1 1 0 0,0 0-1 0 0,1 0 1 0 0,-1-1-1 0 0,0 1 1 0 0,0 0-1 0 0,1 0 1 0 0,-1 0-1 0 0,2 14-98 0 0,-1 0 1 0 0,0 1-1 0 0,-1-1 1 0 0,0 0-1 0 0,-4 18 0 0 0,1 1-16 0 0,-6 85-266 0 0,-5 84-912 0 0,14-190 1131 0 0,0-1 1 0 0,0 1-1 0 0,1-1 1 0 0,1 0-1 0 0,0 1 1 0 0,1-1-1 0 0,0 0 1 0 0,6 15-1 0 0,0-10-59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3.663"/>
    </inkml:context>
    <inkml:brush xml:id="br0">
      <inkml:brushProperty name="width" value="0.035" units="cm"/>
      <inkml:brushProperty name="height" value="0.035" units="cm"/>
      <inkml:brushProperty name="color" value="#E71224"/>
    </inkml:brush>
  </inkml:definitions>
  <inkml:trace contextRef="#ctx0" brushRef="#br0">77 15 19356 0 0,'-1'-2'148'0'0,"-9"-11"1766"0"0,10 16-1980 0 0,0-1 0 0 0,-1 1 0 0 0,1-1 0 0 0,-1 1 0 0 0,0-1 0 0 0,0 1 1 0 0,-1 2-1 0 0,-2 7-153 0 0,2-2 173 0 0,-34 147-2870 0 0,29-120 1933 0 0,2 1 1 0 0,0 47 0 0 0,5-75 1061 0 0,0 1 0 0 0,1-1-1 0 0,0 0 1 0 0,1 0 0 0 0,0 0-1 0 0,0 0 1 0 0,7 16 0 0 0,-7-23 43 0 0,-1 0 0 0 0,1 0 1 0 0,0 0-1 0 0,0 0 0 0 0,0 0 1 0 0,0 0-1 0 0,0 0 0 0 0,1-1 1 0 0,-1 1-1 0 0,1-1 0 0 0,-1 0 1 0 0,1 0-1 0 0,0 0 0 0 0,0 0 1 0 0,0 0-1 0 0,0-1 0 0 0,0 1 1 0 0,1-1-1 0 0,-1 0 0 0 0,0 0 1 0 0,1 0-1 0 0,-1 0 0 0 0,1-1 1 0 0,-1 1-1 0 0,7-1 0 0 0,-2-1 84 0 0,1 1 0 0 0,-1-2 0 0 0,0 1 0 0 0,-1-1 0 0 0,1-1 0 0 0,0 1-1 0 0,0-1 1 0 0,-1-1 0 0 0,0 1 0 0 0,1-1 0 0 0,8-7 0 0 0,-3 1 58 0 0,1 0 0 0 0,-1-2 0 0 0,-1 1 0 0 0,16-19-1 0 0,-18 17-208 0 0,0-1 0 0 0,0 0-1 0 0,-2 0 1 0 0,1-1-1 0 0,-2 0 1 0 0,0 0 0 0 0,-1-1-1 0 0,6-24 1 0 0,-9 27-37 0 0,-1-1 1 0 0,0 0 0 0 0,0 0 0 0 0,-2 0-1 0 0,0 0 1 0 0,0 0 0 0 0,-1 1 0 0 0,-1-1-1 0 0,0 0 1 0 0,-7-21 0 0 0,7 30-58 0 0,0 0 1 0 0,0 1-1 0 0,0-1 1 0 0,0 0-1 0 0,0 1 1 0 0,-1 0 0 0 0,0-1-1 0 0,-6-6 1 0 0,7 10-824 0 0,0-1 0 0 0,0 0 1 0 0,0 0-1 0 0,-1 1 1 0 0,1-1-1 0 0,-4-1 1 0 0,-9-2-6317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3.972"/>
    </inkml:context>
    <inkml:brush xml:id="br0">
      <inkml:brushProperty name="width" value="0.035" units="cm"/>
      <inkml:brushProperty name="height" value="0.035" units="cm"/>
      <inkml:brushProperty name="color" value="#E71224"/>
    </inkml:brush>
  </inkml:definitions>
  <inkml:trace contextRef="#ctx0" brushRef="#br0">0 43 21661 0 0,'2'-1'2093'0'0,"2"5"-1679"0"0,2 5-652 0 0,22 127-3256 0 0,-1-1-627 0 0,-26-131 4081 0 0,1 0-1 0 0,-1-1 0 0 0,1 1 0 0 0,-1 0 0 0 0,1-1 0 0 0,0 1 1 0 0,0-1-1 0 0,5 5 0 0 0,-6-7 151 0 0,0 1 0 0 0,0-1 0 0 0,0 0 0 0 0,0-1 1 0 0,1 1-1 0 0,-1 0 0 0 0,0 0 0 0 0,1 0 0 0 0,-1-1 0 0 0,1 1 0 0 0,-1-1 1 0 0,1 1-1 0 0,-1-1 0 0 0,1 1 0 0 0,-1-1 0 0 0,1 0 0 0 0,-1 0 0 0 0,1 0 0 0 0,-1 0 1 0 0,1 0-1 0 0,0 0 0 0 0,-1 0 0 0 0,1-1 0 0 0,2 0 0 0 0,2-1 160 0 0,0-1 0 0 0,1 0 0 0 0,-1 0 0 0 0,-1 0 0 0 0,1-1 0 0 0,0 0 0 0 0,-1 0 0 0 0,0-1 0 0 0,0 1 0 0 0,0-1-1 0 0,0 0 1 0 0,-1 0 0 0 0,0-1 0 0 0,0 0 0 0 0,-1 1 0 0 0,4-7 0 0 0,5-13-90 0 0,-1 0 1 0 0,13-42-1 0 0,-23 62-102 0 0,32-128-788 0 0,-30 120-88 0 0,2-13-7224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4.345"/>
    </inkml:context>
    <inkml:brush xml:id="br0">
      <inkml:brushProperty name="width" value="0.035" units="cm"/>
      <inkml:brushProperty name="height" value="0.035" units="cm"/>
      <inkml:brushProperty name="color" value="#E71224"/>
    </inkml:brush>
  </inkml:definitions>
  <inkml:trace contextRef="#ctx0" brushRef="#br0">83 461 21661 0 0,'9'-3'511'0'0,"0"1"0"0"0,1 0 0 0 0,13-1 0 0 0,19-5-1957 0 0,-17-1 1165 0 0,0 0 0 0 0,-1-2 1 0 0,1 0-1 0 0,-2-2 0 0 0,0 0 0 0 0,29-24 0 0 0,-36 24-574 0 0,-1 0 0 0 0,0-1 0 0 0,20-26 0 0 0,-27 28-333 0 0,1 0 0 0 0,-1-1 1 0 0,-1 0-1 0 0,0 0 0 0 0,7-21 0 0 0,-12 27 740 0 0,0 0 1 0 0,0 0-1 0 0,-1 0 0 0 0,0 0 1 0 0,0 0-1 0 0,0 0 0 0 0,-1-1 1 0 0,0 1-1 0 0,-2-13 0 0 0,1 16 512 0 0,0 1 0 0 0,0-1 0 0 0,0 0 0 0 0,-1 1 0 0 0,1-1 0 0 0,-1 1 0 0 0,0-1 0 0 0,0 1 0 0 0,0 0 0 0 0,0 0 0 0 0,0-1 0 0 0,-1 2-1 0 0,0-1 1 0 0,1 0 0 0 0,-1 0 0 0 0,0 1 0 0 0,0 0 0 0 0,-1 0 0 0 0,-5-4 0 0 0,2 4 229 0 0,1-1 0 0 0,-1 1 1 0 0,0 0-1 0 0,1 0 0 0 0,-1 1 0 0 0,0 0 1 0 0,0 1-1 0 0,0-1 0 0 0,0 1 0 0 0,0 0 0 0 0,0 1 1 0 0,0 0-1 0 0,0 0 0 0 0,0 0 0 0 0,0 1 0 0 0,0 0 1 0 0,1 1-1 0 0,-1-1 0 0 0,-6 4 0 0 0,-5 4 317 0 0,0 0 0 0 0,1 1 0 0 0,0 1 0 0 0,1 1 0 0 0,-20 19-1 0 0,15-10-282 0 0,0 1-1 0 0,2 1 1 0 0,1 1-1 0 0,1 1 1 0 0,1 0 0 0 0,1 1-1 0 0,1 1 1 0 0,2 0-1 0 0,1 1 1 0 0,1 0-1 0 0,-9 43 1 0 0,17-61-301 0 0,0 0 0 0 0,0 1 0 0 0,1-1 0 0 0,0 1 0 0 0,1-1 1 0 0,1 1-1 0 0,0-1 0 0 0,3 18 0 0 0,-3-24 3 0 0,1 0 1 0 0,0 0-1 0 0,-1-1 0 0 0,1 1 1 0 0,1-1-1 0 0,-1 1 1 0 0,1-1-1 0 0,0 0 0 0 0,0 0 1 0 0,0 0-1 0 0,0 0 0 0 0,1 0 1 0 0,-1-1-1 0 0,1 0 1 0 0,0 0-1 0 0,0 0 0 0 0,1 0 1 0 0,-1 0-1 0 0,0-1 0 0 0,1 0 1 0 0,8 3-1 0 0,-1-1 63 0 0,-1-2 1 0 0,1 1-1 0 0,0-2 0 0 0,0 1 1 0 0,0-2-1 0 0,0 0 0 0 0,24-2 1 0 0,-11-2 105 0 0,-1 0 0 0 0,45-15 1 0 0,-1-8-872 0 0,76-40 0 0 0,-86 38-6799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5.660"/>
    </inkml:context>
    <inkml:brush xml:id="br0">
      <inkml:brushProperty name="width" value="0.035" units="cm"/>
      <inkml:brushProperty name="height" value="0.035" units="cm"/>
      <inkml:brushProperty name="color" value="#E71224"/>
    </inkml:brush>
  </inkml:definitions>
  <inkml:trace contextRef="#ctx0" brushRef="#br0">53 39 13827 0 0,'-32'-30'1595'0'0,"32"30"-1520"0"0,0 0 1 0 0,0 0-1 0 0,0 0 0 0 0,0 0 1 0 0,0 0-1 0 0,0-1 0 0 0,-1 1 1 0 0,1 0-1 0 0,0 0 0 0 0,0 0 1 0 0,0 0-1 0 0,0 0 0 0 0,-1 0 1 0 0,1 0-1 0 0,0 0 0 0 0,0 0 1 0 0,0 0-1 0 0,-1 0 0 0 0,1 0 1 0 0,0 0-1 0 0,0 0 0 0 0,0 0 1 0 0,0 0-1 0 0,-1 0 0 0 0,1 0 1 0 0,0 0-1 0 0,0 0 0 0 0,0 0 1 0 0,-1 0-1 0 0,1 0 0 0 0,0 0 1 0 0,0 0-1 0 0,0 0 0 0 0,0 0 1 0 0,-1 1-1 0 0,-4 6 99 0 0,0 12-937 0 0,3-3 543 0 0,0 0 1 0 0,2 0-1 0 0,0 0 0 0 0,1 0 1 0 0,3 20-1 0 0,21 80-294 0 0,-12-72 600 0 0,1-1 0 0 0,2-1 0 0 0,23 44 0 0 0,-29-67 109 0 0,1 0-1 0 0,1-1 1 0 0,0 0-1 0 0,2-1 1 0 0,0-1-1 0 0,1 0 1 0 0,0 0-1 0 0,27 20 1 0 0,-34-31-117 0 0,0 0 1 0 0,0 0 0 0 0,0-1-1 0 0,0 0 1 0 0,1-1 0 0 0,0 0-1 0 0,-1 0 1 0 0,1-1 0 0 0,0 0-1 0 0,1 0 1 0 0,15 0-1 0 0,-13-2 49 0 0,0 0 0 0 0,0-2 0 0 0,0 1 0 0 0,0-2 0 0 0,0 1 0 0 0,0-2 0 0 0,-1 0-1 0 0,13-5 1 0 0,0-3 168 0 0,-2-1 0 0 0,1-1 0 0 0,-2-1-1 0 0,0 0 1 0 0,-1-2 0 0 0,0 0 0 0 0,28-35-1 0 0,-30 30-200 0 0,-1 0 0 0 0,-1-2 0 0 0,-1 0-1 0 0,-1 0 1 0 0,-1-1 0 0 0,16-47 0 0 0,-22 50-92 0 0,0-1 1 0 0,-2 0-1 0 0,0 0 1 0 0,-2-1-1 0 0,-1 1 1 0 0,0-1-1 0 0,-2 0 1 0 0,-3-32-1 0 0,-3 25-230 0 0,-1 1-101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6.105"/>
    </inkml:context>
    <inkml:brush xml:id="br0">
      <inkml:brushProperty name="width" value="0.035" units="cm"/>
      <inkml:brushProperty name="height" value="0.035" units="cm"/>
      <inkml:brushProperty name="color" value="#E71224"/>
    </inkml:brush>
  </inkml:definitions>
  <inkml:trace contextRef="#ctx0" brushRef="#br0">142 0 16588 0 0,'-5'15'447'0'0,"0"-1"1"0"0,1 1-1 0 0,-3 25 1 0 0,-1 4-578 0 0,-42 167-1415 0 0,-10 54-3333 0 0,58-248 5172 0 0,2-17-268 0 0,0 0 0 0 0,0 0 0 0 0,0 0 0 0 0,0 0 0 0 0,0 0 0 0 0,0 0 0 0 0,0 0-1 0 0,0 0 1 0 0,0 0 0 0 0,0 0 0 0 0,0 0 0 0 0,0 0 0 0 0,0 0 0 0 0,0 0 0 0 0,0 0 0 0 0,0 0 0 0 0,1 0 0 0 0,-1 0 0 0 0,0 0-1 0 0,0 0 1 0 0,0 0 0 0 0,0 0 0 0 0,0 0 0 0 0,0 0 0 0 0,0 0 0 0 0,0 0 0 0 0,0 0 0 0 0,0 0 0 0 0,0 0 0 0 0,0 0 0 0 0,0 0-1 0 0,0 0 1 0 0,0 0 0 0 0,0 0 0 0 0,0 0 0 0 0,0 0 0 0 0,0 0 0 0 0,0 0 0 0 0,0 0 0 0 0,0 0 0 0 0,0 0 0 0 0,0 0 0 0 0,0 1 0 0 0,0-1-1 0 0,0 0 1 0 0,0 0 0 0 0,0 0 0 0 0,0 0 0 0 0,0 0 0 0 0,0 0 0 0 0,0 0 0 0 0,0 0 0 0 0,0 0 0 0 0,0 0 0 0 0,0 0 0 0 0,0 0-1 0 0,0 0 1 0 0,4-9 1793 0 0,26-118 2712 0 0,-10-2-3403 0 0,-8 49-1444 0 0,24-88 0 0 0,-18 117 134 0 0,-17 46 169 0 0,1 1 0 0 0,0 0 0 0 0,1 0 0 0 0,-1 0 0 0 0,1 0 0 0 0,-1 0 0 0 0,1 0 0 0 0,0 1 0 0 0,6-5 0 0 0,-9 7 12 0 0,1 1 0 0 0,-1 0 1 0 0,1-1-1 0 0,0 1 0 0 0,-1 0 0 0 0,1 0 0 0 0,0-1 0 0 0,-1 1 0 0 0,1 0 0 0 0,0 0 0 0 0,-1 0 0 0 0,1 0 0 0 0,0 0 1 0 0,-1 0-1 0 0,1 0 0 0 0,0 0 0 0 0,0 0 0 0 0,-1 0 0 0 0,1 0 0 0 0,0 0 0 0 0,-1 0 0 0 0,1 1 0 0 0,0-1 1 0 0,-1 0-1 0 0,1 0 0 0 0,0 1 0 0 0,-1-1 0 0 0,1 1 0 0 0,-1-1 0 0 0,1 0 0 0 0,-1 1 0 0 0,1-1 0 0 0,-1 1 0 0 0,1-1 1 0 0,-1 1-1 0 0,1 0 0 0 0,-1-1 0 0 0,1 1 0 0 0,-1-1 0 0 0,0 1 0 0 0,0 0 0 0 0,1-1 0 0 0,-1 2 0 0 0,3 3-9 0 0,-1 0 0 0 0,0 1 0 0 0,3 10 0 0 0,25 149 158 0 0,-11-48-44 0 0,-15-97-498 0 0,18 74 896 0 0,-17-78-3470 0 0,12 28 0 0 0,-2-17-3258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6.816"/>
    </inkml:context>
    <inkml:brush xml:id="br0">
      <inkml:brushProperty name="width" value="0.035" units="cm"/>
      <inkml:brushProperty name="height" value="0.035" units="cm"/>
      <inkml:brushProperty name="color" value="#E71224"/>
    </inkml:brush>
  </inkml:definitions>
  <inkml:trace contextRef="#ctx0" brushRef="#br0">0 242 13827 0 0,'1'-7'453'0'0,"0"0"0"0"0,0 1 0 0 0,1-1 0 0 0,-1 1 0 0 0,1-1 1 0 0,1 1-1 0 0,3-7 0 0 0,-6 13-440 0 0,0 0 0 0 0,0 0 1 0 0,0 0-1 0 0,0 1 0 0 0,0-1 0 0 0,0 0 1 0 0,0 0-1 0 0,0 0 0 0 0,0 0 0 0 0,0 0 1 0 0,0 0-1 0 0,1 1 0 0 0,-1-1 1 0 0,0 0-1 0 0,0 0 0 0 0,0 0 0 0 0,0 0 1 0 0,0 0-1 0 0,0 0 0 0 0,0 0 0 0 0,1 0 1 0 0,-1 0-1 0 0,0 1 0 0 0,0-1 1 0 0,0 0-1 0 0,0 0 0 0 0,0 0 0 0 0,0 0 1 0 0,1 0-1 0 0,-1 0 0 0 0,0 0 0 0 0,0 0 1 0 0,0 0-1 0 0,0 0 0 0 0,1 0 0 0 0,-1 0 1 0 0,0 0-1 0 0,0 0 0 0 0,0 0 1 0 0,0 0-1 0 0,0 0 0 0 0,0 0 0 0 0,1-1 1 0 0,-1 1-1 0 0,0 0 0 0 0,0 0 0 0 0,0 0 1 0 0,0 0-1 0 0,0 0 0 0 0,0 0 1 0 0,1 0-1 0 0,-1 0 0 0 0,0-1 0 0 0,0 20 42 0 0,0-15-9 0 0,0 42-105 0 0,-1 6 139 0 0,7 53 1 0 0,-4-89 22 0 0,0 0-1 0 0,1-1 0 0 0,1 1 0 0 0,1-1 1 0 0,0 0-1 0 0,1 0 0 0 0,14 25 0 0 0,-17-35-54 0 0,1 1 0 0 0,-1-1-1 0 0,1 0 1 0 0,1 0-1 0 0,-1 0 1 0 0,1-1-1 0 0,0 1 1 0 0,0-1-1 0 0,0 0 1 0 0,0-1-1 0 0,1 1 1 0 0,0-1 0 0 0,0 0-1 0 0,-1-1 1 0 0,10 4-1 0 0,-9-5 6 0 0,1 1 1 0 0,0-1-1 0 0,0-1 0 0 0,0 1 1 0 0,0-1-1 0 0,0 0 0 0 0,0-1 1 0 0,0 1-1 0 0,0-2 0 0 0,0 1 1 0 0,-1-1-1 0 0,1 0 0 0 0,0 0 0 0 0,7-4 1 0 0,3-2 102 0 0,-1-2-1 0 0,1 0 1 0 0,-2-1 0 0 0,1 0 0 0 0,-1-1 0 0 0,-1-1 0 0 0,-1 0-1 0 0,0-1 1 0 0,0 0 0 0 0,-1-1 0 0 0,13-24 0 0 0,-11 16-56 0 0,-1 0-1 0 0,-1-1 1 0 0,-2-1 0 0 0,0 0 0 0 0,-2-1 0 0 0,0 0 0 0 0,6-41-1 0 0,-12 44-50 0 0,0 0 1 0 0,-2 0-1 0 0,-3-34 0 0 0,-4 3-6627 0 0,2 28-737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7.566"/>
    </inkml:context>
    <inkml:brush xml:id="br0">
      <inkml:brushProperty name="width" value="0.035" units="cm"/>
      <inkml:brushProperty name="height" value="0.035" units="cm"/>
      <inkml:brushProperty name="color" value="#E71224"/>
    </inkml:brush>
  </inkml:definitions>
  <inkml:trace contextRef="#ctx0" brushRef="#br0">551 7 13827 0 0,'-5'-2'418'0'0,"-1"1"-1"0"0,0 0 1 0 0,0 0 0 0 0,0 0 0 0 0,0 0-1 0 0,0 1 1 0 0,-12 1 0 0 0,-3 0 105 0 0,-15-1-616 0 0,0 3 1 0 0,0 0-1 0 0,0 2 1 0 0,-48 14-1 0 0,64-13-471 0 0,1 0 1 0 0,0 1-1 0 0,1 1 0 0 0,0 1 0 0 0,0 1 1 0 0,1 0-1 0 0,0 1 0 0 0,1 1 1 0 0,-23 21-1 0 0,35-28 689 0 0,-1-1 0 0 0,1 1 0 0 0,1 0 1 0 0,-1-1-1 0 0,1 2 0 0 0,0-1 0 0 0,0 0 1 0 0,0 1-1 0 0,1-1 0 0 0,-4 12 0 0 0,5-14 29 0 0,1 1-1 0 0,-1-1 0 0 0,1 1 0 0 0,0 0 1 0 0,0-1-1 0 0,0 1 0 0 0,1-1 1 0 0,-1 1-1 0 0,1-1 0 0 0,0 1 1 0 0,0-1-1 0 0,0 1 0 0 0,0-1 1 0 0,1 0-1 0 0,-1 1 0 0 0,1-1 0 0 0,0 0 1 0 0,0 0-1 0 0,4 5 0 0 0,1-1-6 0 0,1 1 0 0 0,-1-2 0 0 0,1 1 0 0 0,0-1-1 0 0,1 0 1 0 0,-1-1 0 0 0,1 0 0 0 0,0 0-1 0 0,19 7 1 0 0,7-1-80 0 0,53 10 1 0 0,-29-8-264 0 0,-47-11 155 0 0,-1 1 1 0 0,1 1-1 0 0,-1 0 0 0 0,0 1 0 0 0,0 0 0 0 0,11 8 0 0 0,-19-11 34 0 0,-1 0-1 0 0,1 0 1 0 0,0 0-1 0 0,-1 0 1 0 0,0 0-1 0 0,0 1 1 0 0,1-1-1 0 0,-1 1 1 0 0,-1-1 0 0 0,1 1-1 0 0,0 0 1 0 0,-1 0-1 0 0,1 0 1 0 0,-1 0-1 0 0,0 0 1 0 0,0 0-1 0 0,0 0 1 0 0,0 0 0 0 0,-1 0-1 0 0,1 1 1 0 0,-1-1-1 0 0,0 0 1 0 0,0 1-1 0 0,0-1 1 0 0,0 0 0 0 0,-1 0-1 0 0,0 4 1 0 0,0-3 71 0 0,-1 0 0 0 0,1 0 0 0 0,-1 0 1 0 0,0 0-1 0 0,0-1 0 0 0,0 1 0 0 0,-1-1 1 0 0,1 1-1 0 0,-1-1 0 0 0,0 0 0 0 0,0 0 1 0 0,0 0-1 0 0,0-1 0 0 0,-1 1 1 0 0,1-1-1 0 0,-1 0 0 0 0,1 1 0 0 0,-1-1 1 0 0,0-1-1 0 0,0 1 0 0 0,1-1 0 0 0,-8 2 1 0 0,1 0 101 0 0,0-1 1 0 0,1 0 0 0 0,-1-1-1 0 0,-1 0 1 0 0,1 0 0 0 0,0-1-1 0 0,0 0 1 0 0,-13-3 0 0 0,17 2-115 0 0,0-1 0 0 0,0 1 0 0 0,0-1 0 0 0,0 0 0 0 0,0-1 0 0 0,1 0 0 0 0,-1 0 1 0 0,1 0-1 0 0,-1 0 0 0 0,1-1 0 0 0,0 0 0 0 0,-7-7 0 0 0,-1-4-315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7.975"/>
    </inkml:context>
    <inkml:brush xml:id="br0">
      <inkml:brushProperty name="width" value="0.035" units="cm"/>
      <inkml:brushProperty name="height" value="0.035" units="cm"/>
      <inkml:brushProperty name="color" value="#E71224"/>
    </inkml:brush>
  </inkml:definitions>
  <inkml:trace contextRef="#ctx0" brushRef="#br0">177 400 20276 0 0,'0'0'60'0'0,"0"-1"0"0"0,-1 1 0 0 0,1 0 0 0 0,0 0 0 0 0,0-1 0 0 0,0 1 0 0 0,0 0 0 0 0,0 0 0 0 0,0-1 0 0 0,0 1 0 0 0,0 0 0 0 0,0 0 0 0 0,0-1 0 0 0,0 1 0 0 0,0 0 0 0 0,0 0 0 0 0,0-1 0 0 0,0 1 0 0 0,0 0 0 0 0,0 0 0 0 0,0-1 0 0 0,0 1 0 0 0,1 0 0 0 0,-1 0 0 0 0,0-1 0 0 0,0 1 0 0 0,0 0 0 0 0,0 0 0 0 0,1-1 0 0 0,9-6 405 0 0,20-7-1287 0 0,-15 8 720 0 0,11-8-1585 0 0,43-31 0 0 0,-45 28-265 0 0,-2-1 0 0 0,-1-1 0 0 0,0-1-1 0 0,-1-1 1 0 0,-1-1 0 0 0,-1-1 0 0 0,18-30 0 0 0,-33 47 1882 0 0,1 0 1 0 0,-1-1-1 0 0,0 1 0 0 0,-1-1 0 0 0,0 0 1 0 0,0 0-1 0 0,2-10 0 0 0,-4 15 258 0 0,0 0-1 0 0,1 0 0 0 0,-1 1 0 0 0,0-1 0 0 0,-1 0 0 0 0,1 0 0 0 0,0 1 0 0 0,0-1 0 0 0,-1 0 0 0 0,1 0 0 0 0,-1 1 0 0 0,1-1 0 0 0,-1 0 1 0 0,0 1-1 0 0,0-1 0 0 0,1 1 0 0 0,-1-1 0 0 0,0 1 0 0 0,-1 0 0 0 0,1-1 0 0 0,0 1 0 0 0,0 0 0 0 0,0 0 0 0 0,-1-1 0 0 0,1 1 0 0 0,-1 0 1 0 0,1 0-1 0 0,-1 1 0 0 0,1-1 0 0 0,-1 0 0 0 0,1 0 0 0 0,-1 1 0 0 0,0-1 0 0 0,0 1 0 0 0,-2-1 0 0 0,-2 0 367 0 0,-1 0 0 0 0,0 1 0 0 0,0 0 0 0 0,0 0 0 0 0,0 1 0 0 0,0 0 0 0 0,0 0 1 0 0,0 0-1 0 0,-12 5 0 0 0,-1 2 265 0 0,1 0 0 0 0,-19 11 0 0 0,11-4-385 0 0,1 2 0 0 0,1 0 0 0 0,0 2-1 0 0,2 1 1 0 0,0 1 0 0 0,-27 32 0 0 0,33-32-374 0 0,0 1 1 0 0,2 0-1 0 0,0 1 0 0 0,2 1 0 0 0,0 0 1 0 0,2 1-1 0 0,-13 38 0 0 0,20-51-34 0 0,1 1-1 0 0,0 0 1 0 0,1 0-1 0 0,1 0 0 0 0,0 0 1 0 0,1 25-1 0 0,1-32 2 0 0,0 0 0 0 0,0 0 0 0 0,0-1-1 0 0,1 1 1 0 0,0 0 0 0 0,0-1 0 0 0,0 1 0 0 0,0-1-1 0 0,1 0 1 0 0,0 0 0 0 0,0 0 0 0 0,1 0-1 0 0,0 0 1 0 0,-1-1 0 0 0,1 0 0 0 0,1 0 0 0 0,7 7-1 0 0,-5-7 0 0 0,1 1-1 0 0,-1-1 1 0 0,1 0-1 0 0,0-1 0 0 0,0 0 1 0 0,0 0-1 0 0,0 0 1 0 0,1-1-1 0 0,13 1 0 0 0,-7-1-477 0 0,0-2 0 0 0,1 0 0 0 0,-1 0 0 0 0,24-5-1 0 0,5-4-6405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8.269"/>
    </inkml:context>
    <inkml:brush xml:id="br0">
      <inkml:brushProperty name="width" value="0.035" units="cm"/>
      <inkml:brushProperty name="height" value="0.035" units="cm"/>
      <inkml:brushProperty name="color" value="#E71224"/>
    </inkml:brush>
  </inkml:definitions>
  <inkml:trace contextRef="#ctx0" brushRef="#br0">533 9 18892 0 0,'-6'-3'833'0'0,"5"2"-748"0"0,-1 1 0 0 0,1-1 0 0 0,-1 0 0 0 0,1 1 0 0 0,-1-1 0 0 0,1 1 0 0 0,-1-1 0 0 0,1 1 0 0 0,-1 0 0 0 0,1 0 0 0 0,-1 0 0 0 0,0 0 0 0 0,1 0 0 0 0,-1 0 0 0 0,1 0 0 0 0,-4 1 0 0 0,3 0-11 0 0,-1 0 0 0 0,0-1 0 0 0,1 1 0 0 0,-1-1-1 0 0,0 1 1 0 0,-4-1 0 0 0,-7 1-38 0 0,-18 6-723 0 0,-1 0-1 0 0,1 2 0 0 0,1 2 0 0 0,0 1 1 0 0,-56 30-1 0 0,70-33 594 0 0,0 2 0 0 0,0 1 0 0 0,1 0 1 0 0,0 1-1 0 0,1 0 0 0 0,1 1 0 0 0,0 1 0 0 0,1 1 0 0 0,0 0 1 0 0,-19 34-1 0 0,27-40 274 0 0,0 0 0 0 0,1 1 0 0 0,0 0 0 0 0,1-1 0 0 0,0 2 0 0 0,0-1 0 0 0,2 0 1 0 0,-1 0-1 0 0,1 1 0 0 0,1 14 0 0 0,1-19-81 0 0,-1-1-1 0 0,1 1 1 0 0,1-1 0 0 0,-1 0-1 0 0,1 0 1 0 0,0 1 0 0 0,0-1 0 0 0,1 0-1 0 0,-1-1 1 0 0,1 1 0 0 0,1 0 0 0 0,-1-1-1 0 0,1 0 1 0 0,0 0 0 0 0,0 0-1 0 0,1 0 1 0 0,-1-1 0 0 0,1 1 0 0 0,8 5-1 0 0,-5-5-1 0 0,0-1-1 0 0,1 1 0 0 0,-1-1 0 0 0,1-1 0 0 0,0 0 1 0 0,0 0-1 0 0,0 0 0 0 0,1-1 0 0 0,11 1 0 0 0,-7-2-34 0 0,1-1 0 0 0,-1 0-1 0 0,0-1 1 0 0,0-1 0 0 0,22-5-1 0 0,-4-2-98 0 0,0-2 1 0 0,0-1-1 0 0,-2-2 0 0 0,42-24 1 0 0,-48 24-746 0 0,0-1 1 0 0,-1-1-1 0 0,-1 0 1 0 0,40-40-1 0 0,-33 22-5753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8.511"/>
    </inkml:context>
    <inkml:brush xml:id="br0">
      <inkml:brushProperty name="width" value="0.035" units="cm"/>
      <inkml:brushProperty name="height" value="0.035" units="cm"/>
      <inkml:brushProperty name="color" value="#E71224"/>
    </inkml:brush>
  </inkml:definitions>
  <inkml:trace contextRef="#ctx0" brushRef="#br0">12 1 15667 0 0,'0'0'46'0'0,"-1"-1"0"0"0,1 1 0 0 0,0 0 1 0 0,-1 0-1 0 0,1 0 0 0 0,0 0 0 0 0,-1 0 0 0 0,1 0 0 0 0,-1 0 0 0 0,1 1 0 0 0,0-1 0 0 0,-1 0 0 0 0,1 0 0 0 0,-1 0 0 0 0,1 0 0 0 0,0 0 0 0 0,-1 1 0 0 0,1-1 0 0 0,0 0 0 0 0,-1 0 0 0 0,1 0 0 0 0,0 1 0 0 0,-1-1 0 0 0,1 0 0 0 0,0 1 0 0 0,0-1 0 0 0,-1 0 0 0 0,1 1 0 0 0,0-1 1 0 0,0 0-1 0 0,0 1 0 0 0,0-1 0 0 0,-1 0 0 0 0,1 1 0 0 0,0-1 0 0 0,0 0 0 0 0,0 1 0 0 0,0 0 0 0 0,4 16 514 0 0,0-5 77 0 0,11 75-768 0 0,44 137 1 0 0,-41-172 130 0 0,3-2 0 0 0,1 0 0 0 0,55 87 0 0 0,-39-80 147 0 0,3-2 0 0 0,79 81 0 0 0,-82-98-557 0 0,2-2-1 0 0,2-2 1 0 0,87 55-1 0 0,-110-79-558 0 0,0 0-1 0 0,21 8 1 0 0,-5-8-534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9.578"/>
    </inkml:context>
    <inkml:brush xml:id="br0">
      <inkml:brushProperty name="width" value="0.035" units="cm"/>
      <inkml:brushProperty name="height" value="0.035" units="cm"/>
      <inkml:brushProperty name="color" value="#E71224"/>
    </inkml:brush>
  </inkml:definitions>
  <inkml:trace contextRef="#ctx0" brushRef="#br0">676 238 11522 0 0,'-13'-14'632'0'0,"-1"1"-1"0"0,0 0 0 0 0,-1 1 0 0 0,0 1 0 0 0,-31-18 0 0 0,11 10-109 0 0,-66-24 0 0 0,81 35-186 0 0,-2 2 1 0 0,1 0-1 0 0,-1 1 1 0 0,0 0-1 0 0,0 2 1 0 0,0 1-1 0 0,-24 1 1 0 0,38 1-242 0 0,-1 1 0 0 0,0 0 0 0 0,0 0 0 0 0,1 1 0 0 0,-1 0 0 0 0,1 0 0 0 0,0 1 0 0 0,0 1 1 0 0,0-1-1 0 0,0 1 0 0 0,0 0 0 0 0,1 1 0 0 0,-1 0 0 0 0,1 0 0 0 0,1 1 0 0 0,-1-1 0 0 0,1 1 1 0 0,0 1-1 0 0,0-1 0 0 0,-9 15 0 0 0,7-7-65 0 0,0 1 0 0 0,1 0 0 0 0,0 0 0 0 0,2 1 0 0 0,-1-1 0 0 0,2 1 0 0 0,0 1 0 0 0,1-1 0 0 0,-1 21 0 0 0,3-24 2 0 0,1 0-1 0 0,0 1 1 0 0,1-1 0 0 0,0 0 0 0 0,1 1 0 0 0,1-1 0 0 0,0 0 0 0 0,1 0 0 0 0,0-1 0 0 0,1 1 0 0 0,12 22 0 0 0,-14-30-32 0 0,0 0 1 0 0,1-1-1 0 0,-1 1 1 0 0,1-1 0 0 0,0 1-1 0 0,0-1 1 0 0,1 0-1 0 0,-1-1 1 0 0,1 1 0 0 0,0-1-1 0 0,0 0 1 0 0,0 0-1 0 0,0 0 1 0 0,0-1-1 0 0,1 0 1 0 0,5 2 0 0 0,-2-2-21 0 0,-1-1 0 0 0,1 0 0 0 0,0 0 0 0 0,-1-1 1 0 0,1 0-1 0 0,0-1 0 0 0,-1 1 0 0 0,1-2 0 0 0,0 1 0 0 0,9-4 1 0 0,5-2-21 0 0,-1-2 0 0 0,-1 0 1 0 0,1-1-1 0 0,-2-1 1 0 0,1-1-1 0 0,35-28 1 0 0,-28 17-120 0 0,-1-2 0 0 0,-1-1 0 0 0,40-50 0 0 0,-52 56 124 0 0,0-1-1 0 0,-2 0 0 0 0,0 0 0 0 0,11-28 0 0 0,-17 32 232 0 0,0 0 0 0 0,-1 0 0 0 0,-1 0 0 0 0,-1 0 0 0 0,0-1 0 0 0,0-27 0 0 0,-3 42-123 0 0,1 2-22 0 0,-1-1 0 0 0,0 0 0 0 0,0 0 0 0 0,0 0 0 0 0,0 1 1 0 0,-1-1-1 0 0,1 0 0 0 0,0 0 0 0 0,-1 1 0 0 0,1-1 0 0 0,-2-2 0 0 0,1 5-95 0 0,0 0 0 0 0,0 1-1 0 0,0-1 1 0 0,0 0 0 0 0,0 1-1 0 0,1-1 1 0 0,-1 1 0 0 0,0-1-1 0 0,1 1 1 0 0,-1-1-1 0 0,0 3 1 0 0,1-4 7 0 0,-10 36-1364 0 0,1 1 1 0 0,-8 58-1 0 0,4 77 1260 0 0,10-118 83 0 0,2-49 62 0 0,-9 343 1611 0 0,10-332-1203 0 0,1 1-1 0 0,4 17 1 0 0,-4-30-304 0 0,0 0 0 0 0,0 1 1 0 0,0-1-1 0 0,1 0 1 0 0,-1 0-1 0 0,1-1 1 0 0,0 1-1 0 0,0 0 1 0 0,1-1-1 0 0,-1 1 0 0 0,1-1 1 0 0,-1 1-1 0 0,6 3 1 0 0,-7-6-82 0 0,0 0 1 0 0,1 0-1 0 0,-1 0 1 0 0,0 0-1 0 0,1 0 0 0 0,-1-1 1 0 0,0 1-1 0 0,1 0 1 0 0,-1-1-1 0 0,1 1 1 0 0,-1-1-1 0 0,1 0 1 0 0,-1 0-1 0 0,1 1 1 0 0,0-1-1 0 0,-1 0 1 0 0,1 0-1 0 0,-1 0 1 0 0,1 0-1 0 0,-1-1 0 0 0,3 1 1 0 0,-2-1-1 0 0,1-1 0 0 0,-1 1 0 0 0,1 0-1 0 0,-1-1 1 0 0,0 1 0 0 0,1-1 0 0 0,-1 1 0 0 0,0-1 0 0 0,0 0 0 0 0,0 0-1 0 0,1-3 1 0 0,5-4 80 0 0,-1-2 0 0 0,-1 1 0 0 0,0-1 0 0 0,5-13 0 0 0,-5 11-207 0 0,54-114 205 0 0,-23 67-1992 0 0,-24 42-824 0 0,18-19 0 0 0,-22 27-3305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09.897"/>
    </inkml:context>
    <inkml:brush xml:id="br0">
      <inkml:brushProperty name="width" value="0.035" units="cm"/>
      <inkml:brushProperty name="height" value="0.035" units="cm"/>
      <inkml:brushProperty name="color" value="#E71224"/>
    </inkml:brush>
  </inkml:definitions>
  <inkml:trace contextRef="#ctx0" brushRef="#br0">34 1 20740 0 0,'-1'0'56'0'0,"0"0"-1"0"0,1 0 1 0 0,-1 0-1 0 0,1 0 0 0 0,-1 0 1 0 0,1 0-1 0 0,-1 0 0 0 0,0 0 1 0 0,1 0-1 0 0,-1 0 1 0 0,1 0-1 0 0,-1 0 0 0 0,0 0 1 0 0,1 0-1 0 0,-1 0 0 0 0,1 1 1 0 0,-1-1-1 0 0,1 0 1 0 0,-1 0-1 0 0,1 1 0 0 0,-1-1 1 0 0,1 0-1 0 0,-1 1 1 0 0,1-1-1 0 0,-1 1 0 0 0,1-1 1 0 0,0 0-1 0 0,-1 1 0 0 0,1-1 1 0 0,-1 1-1 0 0,1-1 1 0 0,0 1-1 0 0,0-1 0 0 0,-1 1 1 0 0,1-1-1 0 0,0 1 0 0 0,0 0 1 0 0,0-1-1 0 0,0 1 1 0 0,-1-1-1 0 0,1 2 0 0 0,-5 32-890 0 0,4-22 866 0 0,-3 17-1479 0 0,1 1-1 0 0,2-1 1 0 0,1 1-1 0 0,1 0 1 0 0,2-1-1 0 0,8 40 1 0 0,-9-61 1000 0 0,0 1 1 0 0,1-1 0 0 0,0 1 0 0 0,1-1 0 0 0,7 13 0 0 0,-9-17 512 0 0,0-1 0 0 0,1 0 1 0 0,-1 0-1 0 0,1 0 0 0 0,-1-1 1 0 0,1 1-1 0 0,0-1 0 0 0,0 1 1 0 0,0-1-1 0 0,1 0 0 0 0,-1 0 1 0 0,0-1-1 0 0,1 1 0 0 0,-1 0 1 0 0,8 1-1 0 0,-5-2 356 0 0,0 0-1 0 0,1 0 1 0 0,0 0 0 0 0,-1-1-1 0 0,1 0 1 0 0,-1-1 0 0 0,1 1-1 0 0,-1-1 1 0 0,1 0 0 0 0,7-3-1 0 0,-4 1 208 0 0,0-1-1 0 0,-1 0 1 0 0,0-1-1 0 0,0 0 1 0 0,17-12-1 0 0,-9 3-27 0 0,-1-1-1 0 0,0-1 0 0 0,-1 0 0 0 0,-1-1 1 0 0,19-28-1 0 0,-13 14-311 0 0,26-52-1 0 0,-26 31-6765 0 0,-13 28-642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0.459"/>
    </inkml:context>
    <inkml:brush xml:id="br0">
      <inkml:brushProperty name="width" value="0.035" units="cm"/>
      <inkml:brushProperty name="height" value="0.035" units="cm"/>
      <inkml:brushProperty name="color" value="#E71224"/>
    </inkml:brush>
  </inkml:definitions>
  <inkml:trace contextRef="#ctx0" brushRef="#br0">0 443 20276 0 0,'3'-2'250'0'0,"0"0"-1"0"0,0 1 1 0 0,-1-1-1 0 0,1 1 1 0 0,0 0-1 0 0,1 0 1 0 0,-1 0-1 0 0,4-1 1 0 0,15-4-295 0 0,-3-2-24 0 0,132-55-789 0 0,-108 43-710 0 0,57-38-1 0 0,-78 44-81 0 0,0-1-1 0 0,-2 0 1 0 0,0-2-1 0 0,0-1 1 0 0,-2 0-1 0 0,0-2 1 0 0,22-31-1 0 0,-36 44 1347 0 0,0 1 0 0 0,-1-1 0 0 0,1 0 0 0 0,-2 0 0 0 0,5-13 1 0 0,-7 19 484 0 0,1-1 0 0 0,-1 0 1 0 0,1 0-1 0 0,-1 0 1 0 0,0 1-1 0 0,0-1 1 0 0,0 0-1 0 0,0 0 0 0 0,0 0 1 0 0,0 0-1 0 0,0 0 1 0 0,-1 1-1 0 0,1-1 1 0 0,-1 0-1 0 0,1 0 0 0 0,-1 1 1 0 0,0-1-1 0 0,0 0 1 0 0,1 1-1 0 0,-1-1 1 0 0,0 0-1 0 0,-1 1 1 0 0,1 0-1 0 0,0-1 0 0 0,0 1 1 0 0,-1 0-1 0 0,1-1 1 0 0,-2 0-1 0 0,1 1 119 0 0,0 0-1 0 0,0 1 1 0 0,0-1-1 0 0,0 1 1 0 0,-1 0-1 0 0,1-1 1 0 0,0 1-1 0 0,0 0 1 0 0,0 0 0 0 0,0 0-1 0 0,-1 1 1 0 0,1-1-1 0 0,0 0 1 0 0,0 1-1 0 0,0 0 1 0 0,0-1-1 0 0,0 1 1 0 0,-4 2-1 0 0,-5 2 1043 0 0,-20 14 0 0 0,27-17-991 0 0,-13 10-74 0 0,0 0 0 0 0,1 1 0 0 0,1 1 0 0 0,0 0 0 0 0,1 1 0 0 0,1 1 0 0 0,-22 32 0 0 0,26-33-311 0 0,0 0-1 0 0,1 1 1 0 0,1 0-1 0 0,1 0 1 0 0,0 1-1 0 0,1 0 1 0 0,0 0-1 0 0,2 0 1 0 0,-3 26-1 0 0,6-38 17 0 0,-1 0-1 0 0,1 0 0 0 0,1 0 1 0 0,-1 0-1 0 0,1 0 1 0 0,0 0-1 0 0,0-1 1 0 0,0 1-1 0 0,1 0 0 0 0,2 6 1 0 0,-2-9 5 0 0,-1 0 1 0 0,0 0-1 0 0,0 0 1 0 0,1-1-1 0 0,0 1 1 0 0,-1 0-1 0 0,1 0 1 0 0,0-1-1 0 0,0 1 1 0 0,-1-1-1 0 0,1 0 1 0 0,0 1-1 0 0,1-1 1 0 0,-1 0-1 0 0,0 0 1 0 0,0 0-1 0 0,0-1 1 0 0,1 1-1 0 0,-1 0 1 0 0,0-1-1 0 0,1 0 1 0 0,-1 1-1 0 0,3-1 1 0 0,5 0-100 0 0,-1-1 1 0 0,1 0-1 0 0,-1-1 1 0 0,0 0-1 0 0,1 0 0 0 0,-1-1 1 0 0,0 0-1 0 0,16-8 1 0 0,-2-1-569 0 0,-1-1 0 0 0,22-17 1 0 0,14-16-1768 0 0,81-85 1 0 0,-71 63 2412 0 0,-64 65 50 0 0,25-22 178 0 0,-27 24 172 0 0,0 0 1 0 0,-1-1-1 0 0,1 1 0 0 0,0 1 1 0 0,0-1-1 0 0,0 0 1 0 0,0 0-1 0 0,0 1 0 0 0,0-1 1 0 0,0 1-1 0 0,0 0 1 0 0,0-1-1 0 0,0 1 0 0 0,0 0 1 0 0,4 0-1 0 0,-6 1-151 0 0,1-1 0 0 0,0 1 0 0 0,0-1 0 0 0,0 0-1 0 0,0 1 1 0 0,0 0 0 0 0,-1-1 0 0 0,1 1 0 0 0,0-1 0 0 0,0 1-1 0 0,-1 0 1 0 0,1 0 0 0 0,0-1 0 0 0,-1 1 0 0 0,1 0 0 0 0,-1 0-1 0 0,1 0 1 0 0,-1 0 0 0 0,0-1 0 0 0,1 1 0 0 0,-1 0 0 0 0,0 0-1 0 0,1 0 1 0 0,-1 0 0 0 0,0 0 0 0 0,0 0 0 0 0,0 0 0 0 0,0 0-1 0 0,0 0 1 0 0,0 0 0 0 0,0 0 0 0 0,0 0 0 0 0,-1 2 0 0 0,0 4 54 0 0,0 0 1 0 0,-1 0 0 0 0,-3 9-1 0 0,5-14-291 0 0,-7 15-666 0 0,0 1 0 0 0,-1-1 0 0 0,-1 0-1 0 0,-11 15 1 0 0,-47 60-4468 0 0,61-84 6390 0 0,7-12 1143 0 0,11-14 546 0 0,2 3-2510 0 0,0 0 1 0 0,1 1 0 0 0,1 1 0 0 0,0 1 0 0 0,19-12 0 0 0,94-47-1186 0 0,-52 31-197 0 0,-56 28-1020 0 0,-3 2-5925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0.629"/>
    </inkml:context>
    <inkml:brush xml:id="br0">
      <inkml:brushProperty name="width" value="0.035" units="cm"/>
      <inkml:brushProperty name="height" value="0.035" units="cm"/>
      <inkml:brushProperty name="color" value="#E71224"/>
    </inkml:brush>
  </inkml:definitions>
  <inkml:trace contextRef="#ctx0" brushRef="#br0">72 12 21197 0 0,'-8'-7'936'0'0,"3"4"200"0"0,2 1-912 0 0,1 2-224 0 0,2 2 0 0 0,-1 0 0 0 0,-3 3-120 0 0,0 1 16 0 0,-6 9-4049 0 0,-5 1-808 0 0,-5 6-160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0.818"/>
    </inkml:context>
    <inkml:brush xml:id="br0">
      <inkml:brushProperty name="width" value="0.035" units="cm"/>
      <inkml:brushProperty name="height" value="0.035" units="cm"/>
      <inkml:brushProperty name="color" value="#E71224"/>
    </inkml:brush>
  </inkml:definitions>
  <inkml:trace contextRef="#ctx0" brushRef="#br0">1 1 18892 0 0,'3'5'1680'0'0,"0"0"-1344"0"0,2 3-272 0 0,-1-1-64 0 0,0-1 425 0 0,0-1 71 0 0,-1 2 16 0 0,2 2 0 0 0,1 8-512 0 0,4 4 0 0 0,0 5 0 0 0,0 1-104 0 0,-3-3-1240 0 0,-1-1-241 0 0,-3-3-47 0 0,2-7-16 0 0,0-5 1303 0 0,-2-3 265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1.547"/>
    </inkml:context>
    <inkml:brush xml:id="br0">
      <inkml:brushProperty name="width" value="0.035" units="cm"/>
      <inkml:brushProperty name="height" value="0.035" units="cm"/>
      <inkml:brushProperty name="color" value="#E71224"/>
    </inkml:brush>
  </inkml:definitions>
  <inkml:trace contextRef="#ctx0" brushRef="#br0">89 474 4145 0 0,'-12'10'1971'0'0,"1"0"0"0"0,-1 0 0 0 0,-10 14 0 0 0,1-2-124 0 0,11-10 647 0 0,11-8-664 0 0,8-4-1205 0 0,8-4-843 0 0,0-2-1 0 0,0 0 0 0 0,20-10 1 0 0,47-30-449 0 0,-68 37 587 0 0,55-33 558 0 0,-2-3 1 0 0,92-79 0 0 0,-141 106 81 0 0,0-1 1 0 0,17-23-1 0 0,-29 33-484 0 0,-1 0 0 0 0,-1-1 0 0 0,0 0 0 0 0,0 0 0 0 0,-1 0 0 0 0,0-1 0 0 0,4-16-1 0 0,-8 23-115 0 0,0 1 0 0 0,0-1 0 0 0,-1 1-1 0 0,0-1 1 0 0,0 0 0 0 0,0 1 0 0 0,0-1-1 0 0,0 0 1 0 0,-1 1 0 0 0,0-1-1 0 0,1 1 1 0 0,-1-1 0 0 0,-1 1 0 0 0,1-1-1 0 0,0 1 1 0 0,-3-5 0 0 0,2 6 2 0 0,1 1-1 0 0,0-1 1 0 0,0 0 0 0 0,-1 1 0 0 0,1-1 0 0 0,-1 1 0 0 0,1 0 0 0 0,-1 0-1 0 0,0-1 1 0 0,0 1 0 0 0,1 0 0 0 0,-1 0 0 0 0,0 1 0 0 0,0-1 0 0 0,0 0-1 0 0,0 1 1 0 0,0-1 0 0 0,0 1 0 0 0,0-1 0 0 0,0 1 0 0 0,0 0 0 0 0,0 0 0 0 0,0 0-1 0 0,0 0 1 0 0,-1 0 0 0 0,1 1 0 0 0,0-1 0 0 0,0 1 0 0 0,0-1 0 0 0,-2 2-1 0 0,-5 1 19 0 0,0 1 0 0 0,0 1-1 0 0,0 0 1 0 0,0 0 0 0 0,1 1-1 0 0,0 0 1 0 0,0 0-1 0 0,0 1 1 0 0,-12 14 0 0 0,1 2-47 0 0,-33 51 0 0 0,32-43 270 0 0,-30 68 0 0 0,44-85-143 0 0,0 0 1 0 0,1 1-1 0 0,1-1 0 0 0,1 1 0 0 0,0 0 1 0 0,1 0-1 0 0,0 26 0 0 0,2-37-45 0 0,0 0 0 0 0,0 0 0 0 0,1 0-1 0 0,0 0 1 0 0,-1 0 0 0 0,2 0 0 0 0,-1 0 0 0 0,0 0-1 0 0,1 0 1 0 0,0 0 0 0 0,0-1 0 0 0,0 1 0 0 0,0-1-1 0 0,4 6 1 0 0,-3-7-7 0 0,-1 0-1 0 0,1 0 0 0 0,-1 0 0 0 0,1 0 1 0 0,-1-1-1 0 0,1 1 0 0 0,0-1 1 0 0,0 0-1 0 0,0 1 0 0 0,0-1 1 0 0,0-1-1 0 0,0 1 0 0 0,0 0 0 0 0,0-1 1 0 0,0 1-1 0 0,1-1 0 0 0,-1 0 1 0 0,0 0-1 0 0,5-1 0 0 0,3-1-136 0 0,1 0-1 0 0,-1-1 0 0 0,0 0 1 0 0,0-1-1 0 0,19-9 0 0 0,50-32-1210 0 0,-78 43 1306 0 0,57-36-4581 0 0,88-75 0 0 0,41-61-1062 0 0,-172 160 5776 0 0,26-29 2398 0 0,-36 37-1008 0 0,-1 0 0 0 0,0-1 0 0 0,0 0 1 0 0,7-13-1 0 0,-12 19-1294 0 0,1 0 0 0 0,-1 0 0 0 0,1 0-1 0 0,-1 1 1 0 0,0-1 0 0 0,1 0 0 0 0,-1 0 0 0 0,0 0 0 0 0,0 0 0 0 0,0 0 0 0 0,0 0 0 0 0,0 0 0 0 0,0 0 0 0 0,0 0 0 0 0,0 0 0 0 0,0 0 0 0 0,0 0-1 0 0,0 0 1 0 0,-1 0 0 0 0,1-1 0 0 0,-1 1-50 0 0,1 1 0 0 0,-1-1 0 0 0,1 1 0 0 0,-1-1 0 0 0,0 1 0 0 0,1-1-1 0 0,-1 1 1 0 0,0-1 0 0 0,1 1 0 0 0,-1-1 0 0 0,0 1 0 0 0,0 0 0 0 0,1 0 0 0 0,-1-1 0 0 0,0 1 0 0 0,0 0-1 0 0,1 0 1 0 0,-3 0 0 0 0,-2-1 94 0 0,0 2 0 0 0,0-1 0 0 0,0 0 0 0 0,-1 1 0 0 0,1 0 0 0 0,-5 2 0 0 0,-7 2-385 0 0,1 1 1 0 0,-1 0 0 0 0,1 1-1 0 0,-24 16 1 0 0,32-18-108 0 0,-1 1 0 0 0,1 1 0 0 0,0-1 0 0 0,0 1 0 0 0,1 1-1 0 0,0 0 1 0 0,0 0 0 0 0,-11 17 0 0 0,17-23 212 0 0,-1 1-1 0 0,1-1 0 0 0,0 0 1 0 0,0 1-1 0 0,0-1 1 0 0,0 0-1 0 0,1 1 0 0 0,-1-1 1 0 0,1 1-1 0 0,-1-1 1 0 0,1 1-1 0 0,0 0 0 0 0,0-1 1 0 0,0 1-1 0 0,0-1 1 0 0,2 5-1 0 0,-1-4 44 0 0,-1-1 0 0 0,2 0 0 0 0,-1 0 0 0 0,0 0-1 0 0,0 0 1 0 0,1 0 0 0 0,-1 0 0 0 0,1 0 0 0 0,0-1 0 0 0,-1 1 0 0 0,1 0 0 0 0,0-1-1 0 0,0 1 1 0 0,0-1 0 0 0,0 0 0 0 0,0 0 0 0 0,5 2 0 0 0,5 2 183 0 0,0-1 0 0 0,1 0 0 0 0,0-1 0 0 0,0 0-1 0 0,0-1 1 0 0,17 1 0 0 0,83-4 8 0 0,-85 0-224 0 0,107-11-229 0 0,-70 6-553 0 0,67 1 0 0 0,-125 5 809 0 0,1 1-1 0 0,0-1 0 0 0,-1 2 0 0 0,1-1 0 0 0,0 1 0 0 0,-1 0 1 0 0,1 1-1 0 0,-1-1 0 0 0,8 6 0 0 0,-13-7-22 0 0,1 0 1 0 0,-1 1-1 0 0,0-1 0 0 0,0 1 1 0 0,0 0-1 0 0,0-1 0 0 0,-1 1 1 0 0,1 0-1 0 0,0 0 0 0 0,-1 0 0 0 0,1 1 1 0 0,-1-1-1 0 0,0 0 0 0 0,0 0 1 0 0,0 1-1 0 0,0-1 0 0 0,0 1 0 0 0,0-1 1 0 0,-1 1-1 0 0,1-1 0 0 0,-1 1 1 0 0,0-1-1 0 0,0 1 0 0 0,0 0 0 0 0,0-1 1 0 0,0 1-1 0 0,0-1 0 0 0,-1 1 1 0 0,1-1-1 0 0,-2 5 0 0 0,-1 2-77 0 0,0-1 0 0 0,-1 0 0 0 0,0 0 0 0 0,0 0 0 0 0,-1 0 0 0 0,0 0 0 0 0,0-1 0 0 0,-1 0 0 0 0,0 0 0 0 0,0-1 0 0 0,-1 1 0 0 0,0-2 0 0 0,-12 10 0 0 0,1-4 286 0 0,1 0 0 0 0,-1-2-1 0 0,0 0 1 0 0,-1-1 0 0 0,-20 6 0 0 0,7-4 593 0 0,1-2 1 0 0,-2-1-1 0 0,-60 6 1 0 0,58-13-623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2.458"/>
    </inkml:context>
    <inkml:brush xml:id="br0">
      <inkml:brushProperty name="width" value="0.035" units="cm"/>
      <inkml:brushProperty name="height" value="0.035" units="cm"/>
      <inkml:brushProperty name="color" value="#E71224"/>
    </inkml:brush>
  </inkml:definitions>
  <inkml:trace contextRef="#ctx0" brushRef="#br0">459 2115 18892 0 0,'-1'-1'131'0'0,"0"-1"-1"0"0,0 1 1 0 0,0-1 0 0 0,0 0 0 0 0,0 0-1 0 0,0 1 1 0 0,1-1 0 0 0,-1 0 0 0 0,0 0-1 0 0,1 0 1 0 0,0 1 0 0 0,-1-1-1 0 0,1 0 1 0 0,0 0 0 0 0,0 0 0 0 0,1-2-1 0 0,-2-11 57 0 0,-17-177 745 0 0,-3-20-862 0 0,-74-327-1023 0 0,-30 6-449 0 0,-1 117 2717 0 0,100 361-517 0 0,19 41-500 0 0,0-1 0 0 0,0 1 0 0 0,2-1 1 0 0,-6-23-1 0 0,10 37-285 0 0,1 1-1 0 0,0-1 1 0 0,0 0 0 0 0,0 0 0 0 0,0 1 0 0 0,0-1 0 0 0,0 0 0 0 0,0 0-1 0 0,0 1 1 0 0,0-1 0 0 0,1 0 0 0 0,-1 0 0 0 0,0 1 0 0 0,0-1-1 0 0,1 0 1 0 0,-1 1 0 0 0,0-1 0 0 0,1 0 0 0 0,-1 1 0 0 0,1-1 0 0 0,-1 0-1 0 0,1 1 1 0 0,-1-1 0 0 0,1 1 0 0 0,-1-1 0 0 0,1 1 0 0 0,0-1 0 0 0,-1 1-1 0 0,1 0 1 0 0,0-1 0 0 0,-1 1 0 0 0,1 0 0 0 0,0-1 0 0 0,0 1-1 0 0,-1 0 1 0 0,2-1 0 0 0,3 0-3 0 0,1 1 0 0 0,-1-1 0 0 0,0 1-1 0 0,8 0 1 0 0,-3 0 15 0 0,12 0-25 0 0,0 2 0 0 0,42 7 0 0 0,-14-2 0 0 0,239 12 127 0 0,0-21-2145 0 0,-225 0-5941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3.091"/>
    </inkml:context>
    <inkml:brush xml:id="br0">
      <inkml:brushProperty name="width" value="0.035" units="cm"/>
      <inkml:brushProperty name="height" value="0.035" units="cm"/>
      <inkml:brushProperty name="color" value="#E71224"/>
    </inkml:brush>
  </inkml:definitions>
  <inkml:trace contextRef="#ctx0" brushRef="#br0">62 400 9674 0 0,'-7'2'357'0'0,"2"-1"-188"0"0,0 1 0 0 0,0 0 0 0 0,-9 4-1 0 0,8-3 1155 0 0,-13 9 870 0 0,19-12-2182 0 0,0 0 1 0 0,0 0-1 0 0,0 0 1 0 0,0 0-1 0 0,0 0 1 0 0,0 1-1 0 0,0-1 1 0 0,0 0-1 0 0,0 0 1 0 0,0 0-1 0 0,0 0 1 0 0,0 0-1 0 0,0 0 1 0 0,0 0-1 0 0,0 0 1 0 0,0 0-1 0 0,0 0 1 0 0,0 0-1 0 0,0 0 1 0 0,0 0-1 0 0,0 0 1 0 0,0 0-1 0 0,0 0 1 0 0,0 0-1 0 0,0 0 1 0 0,0 0-1 0 0,0 0 1 0 0,0 1-1 0 0,0-1 1 0 0,0 0-1 0 0,0 0 1 0 0,0 0-1 0 0,0 0 1 0 0,0 0-1 0 0,0 0 1 0 0,0 0-1 0 0,0 0 1 0 0,0 0-1 0 0,0 0 1 0 0,0 0-1 0 0,0 0 1 0 0,0 0-1 0 0,0 0 1 0 0,0 0-1 0 0,14-5 283 0 0,36-17-572 0 0,62-37 0 0 0,-42 20-271 0 0,-9 5 35 0 0,66-32-263 0 0,-108 58 792 0 0,0 1 1 0 0,0 0 0 0 0,1 2-1 0 0,39-7 1 0 0,-55 11 148 0 0,0 1 1 0 0,1 0 0 0 0,-1 0-1 0 0,0 0 1 0 0,0 0 0 0 0,0 1 0 0 0,0-1-1 0 0,1 1 1 0 0,-1 0 0 0 0,7 3-1 0 0,-9-2 62 0 0,1-1 1 0 0,-1 0-1 0 0,0 1 0 0 0,0 0 0 0 0,0 0 0 0 0,0-1 0 0 0,0 1 1 0 0,0 0-1 0 0,0 1 0 0 0,-1-1 0 0 0,1 0 0 0 0,-1 0 0 0 0,0 1 1 0 0,1-1-1 0 0,-1 1 0 0 0,0-1 0 0 0,1 6 0 0 0,2 12 557 0 0,0 0 0 0 0,1 29-1 0 0,-3-29-681 0 0,0 0-1 0 0,10 37 0 0 0,12 11-244 0 0,-20-61 129 0 0,-1 0 0 0 0,1 0 0 0 0,0-1-1 0 0,0 1 1 0 0,1-1 0 0 0,-1 0 0 0 0,9 7-1 0 0,-11-11 20 0 0,-1-1-1 0 0,1 0 0 0 0,0 0 0 0 0,-1 0 0 0 0,1 0 0 0 0,0 0 1 0 0,0 0-1 0 0,0 0 0 0 0,0-1 0 0 0,0 1 0 0 0,0-1 1 0 0,0 1-1 0 0,0-1 0 0 0,0 0 0 0 0,2 0 0 0 0,-3 0-1 0 0,0 0 1 0 0,0 0-1 0 0,0 0 0 0 0,0 0 0 0 0,0-1 1 0 0,0 1-1 0 0,0 0 0 0 0,0-1 0 0 0,0 1 0 0 0,0-1 1 0 0,0 1-1 0 0,0-1 0 0 0,0 1 0 0 0,0-1 1 0 0,-1 0-1 0 0,1 1 0 0 0,0-1 0 0 0,0 0 0 0 0,-1 0 1 0 0,1 1-1 0 0,0-1 0 0 0,-1 0 0 0 0,1 0 1 0 0,-1 0-1 0 0,1 0 0 0 0,-1 0 0 0 0,1 0 0 0 0,-1 0 1 0 0,1-1-1 0 0,7-31 509 0 0,37-127 48 0 0,-37 139-471 0 0,1 0-1 0 0,0 0 0 0 0,2 1 0 0 0,0 1 0 0 0,20-26 1 0 0,-21 33-40 0 0,0-1 0 0 0,1 2 0 0 0,1-1 0 0 0,-1 2 1 0 0,17-12-1 0 0,-30 29-318 0 0,-6 5 68 0 0,-3 4 213 0 0,0 1 0 0 0,0 1 0 0 0,2 0 0 0 0,1 0 0 0 0,0 0 0 0 0,1 1 0 0 0,-9 38 1 0 0,14-45 13 0 0,-1 1 0 0 0,2 0 0 0 0,0 0 1 0 0,0 0-1 0 0,1 0 0 0 0,1 0 1 0 0,0 0-1 0 0,1 0 0 0 0,0-1 0 0 0,1 1 1 0 0,1-1-1 0 0,-1 1 0 0 0,9 15 1 0 0,-9-22-23 0 0,0-1 0 0 0,0 1 1 0 0,1-1-1 0 0,0 0 0 0 0,0-1 1 0 0,0 1-1 0 0,0 0 0 0 0,1-1 1 0 0,0 0-1 0 0,0 0 1 0 0,0-1-1 0 0,0 1 0 0 0,0-1 1 0 0,1 0-1 0 0,0-1 0 0 0,7 3 1 0 0,-6-2-19 0 0,1-2 1 0 0,0 1 0 0 0,0-1-1 0 0,0 0 1 0 0,0-1 0 0 0,0 0-1 0 0,0 0 1 0 0,0 0 0 0 0,0-1-1 0 0,0-1 1 0 0,0 1 0 0 0,9-4-1 0 0,3-3-48 0 0,1 0 0 0 0,-2-1 0 0 0,1-1 0 0 0,-1-1 0 0 0,28-21 0 0 0,-20 12-59 0 0,-2-2 0 0 0,-1-1 0 0 0,22-26 1 0 0,-30 30 46 0 0,-1 0 1 0 0,-1-1 0 0 0,0 0-1 0 0,19-41 1 0 0,-29 53 133 0 0,-1 0 0 0 0,0 0 0 0 0,-1 0 1 0 0,0 0-1 0 0,0 0 0 0 0,0-1 0 0 0,-1 1 0 0 0,-1 0 1 0 0,1-1-1 0 0,-1 1 0 0 0,-1-1 0 0 0,1 1 0 0 0,-1 0 0 0 0,-1-1 1 0 0,0 1-1 0 0,0 0 0 0 0,-5-13 0 0 0,4 16-56 0 0,0-1-1 0 0,-1 1 1 0 0,1 0-1 0 0,-1-1 0 0 0,-1 2 1 0 0,1-1-1 0 0,0 0 1 0 0,-1 1-1 0 0,0 0 1 0 0,0 0-1 0 0,-9-5 1 0 0,-7-3-350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3.649"/>
    </inkml:context>
    <inkml:brush xml:id="br0">
      <inkml:brushProperty name="width" value="0.035" units="cm"/>
      <inkml:brushProperty name="height" value="0.035" units="cm"/>
      <inkml:brushProperty name="color" value="#E71224"/>
    </inkml:brush>
  </inkml:definitions>
  <inkml:trace contextRef="#ctx0" brushRef="#br0">17 209 19812 0 0,'2'0'105'0'0,"1"1"1"0"0,-1 0-1 0 0,0-1 0 0 0,0 1 0 0 0,0 0 1 0 0,0 0-1 0 0,0 0 0 0 0,-1 1 0 0 0,1-1 0 0 0,0 0 1 0 0,0 1-1 0 0,-1-1 0 0 0,1 1 0 0 0,-1-1 0 0 0,1 1 1 0 0,-1 0-1 0 0,0 0 0 0 0,0 0 0 0 0,1 0 1 0 0,-2 0-1 0 0,3 3 0 0 0,0 4-269 0 0,0 1 0 0 0,0 0 1 0 0,2 14-1 0 0,-3-11 269 0 0,2 5-489 0 0,-2 0 1 0 0,-1 0 0 0 0,0 0-1 0 0,-1 1 1 0 0,-1-1 0 0 0,-5 31-1 0 0,1-25-1604 0 0,-1 0 0 0 0,-1 0 0 0 0,-1-1 0 0 0,-17 34 0 0 0,13-38 620 0 0,6-13 3605 0 0,6-6-2171 0 0,-1 0 1 0 0,1 0-1 0 0,0 0 1 0 0,0 0-1 0 0,0 0 0 0 0,0 0 1 0 0,0 0-1 0 0,0 0 0 0 0,0 0 1 0 0,0 0-1 0 0,0 0 0 0 0,0 0 1 0 0,0 0-1 0 0,0 0 0 0 0,0 0 1 0 0,-1 0-1 0 0,1 0 0 0 0,0 0 1 0 0,0 0-1 0 0,0 0 1 0 0,0 0-1 0 0,0 0 0 0 0,0 0 1 0 0,0 0-1 0 0,-1-1 598 0 0,1 1-598 0 0,0 0 0 0 0,0 0 1 0 0,0 0-1 0 0,0 0 0 0 0,0 0 1 0 0,0 0-1 0 0,0 0 0 0 0,0 0 1 0 0,0 0-1 0 0,0 0 0 0 0,0 0 1 0 0,0 0-1 0 0,0 0 1 0 0,0-1-1 0 0,0 1 0 0 0,0 0 1 0 0,0 0-1 0 0,0 0 0 0 0,0 0 1 0 0,1-7 1766 0 0,2-6-62 0 0,59-132 2139 0 0,43-66-4893 0 0,-59 119 660 0 0,-44 89 435 0 0,-1 0-1 0 0,1 0 1 0 0,0-1-1 0 0,1 2 0 0 0,-1-1 1 0 0,4-4-1 0 0,-4 7-71 0 0,-2 5-25 0 0,-3 7-41 0 0,3-10 7 0 0,-2 9-207 0 0,0 0 1 0 0,0 1-1 0 0,1-1 1 0 0,1 1-1 0 0,0-1 1 0 0,1 0-1 0 0,0 1 1 0 0,1-1-1 0 0,3 12 1 0 0,-5-22 138 0 0,0 1 1 0 0,1-1-1 0 0,-1 1 1 0 0,1-1 0 0 0,0 1-1 0 0,-1-1 1 0 0,1 0 0 0 0,0 0-1 0 0,0 1 1 0 0,0-1 0 0 0,0 0-1 0 0,0 0 1 0 0,0 0 0 0 0,0 0-1 0 0,0 0 1 0 0,0 0-1 0 0,0 0 1 0 0,1 0 0 0 0,-1-1-1 0 0,0 1 1 0 0,3 1 0 0 0,-2-2 24 0 0,0 0 1 0 0,0 0-1 0 0,0 0 0 0 0,0 0 1 0 0,0 0-1 0 0,0 0 1 0 0,-1 0-1 0 0,1-1 0 0 0,0 1 1 0 0,0-1-1 0 0,0 1 1 0 0,0-1-1 0 0,0 0 1 0 0,2-1-1 0 0,5-3 159 0 0,0-1 0 0 0,0-1 0 0 0,0 0 1 0 0,11-11-1 0 0,-20 18-97 0 0,30-32 493 0 0,-1-1-1 0 0,-2-2 1 0 0,26-43 0 0 0,-5 8-89 0 0,-48 70-404 0 0,15-18-122 0 0,-15 18 119 0 0,0-1 0 0 0,1 1 0 0 0,-1 0 0 0 0,0 0 0 0 0,0 0 0 0 0,0 0 0 0 0,1-1 0 0 0,-1 1 0 0 0,0 0 0 0 0,0 0 0 0 0,0 0 0 0 0,1 0 0 0 0,-1 0 0 0 0,0 0-1 0 0,0 0 1 0 0,1 0 0 0 0,-1 0 0 0 0,0 0 0 0 0,0 0 0 0 0,0 0 0 0 0,1 0 0 0 0,-1 0 0 0 0,0 0 0 0 0,0 0 0 0 0,1 0 0 0 0,-1 0 0 0 0,0 0 0 0 0,1 0 0 0 0,-1 1 0 0 0,0-1 0 0 0,1 1-1 0 0,-1 0 1 0 0,0-1 0 0 0,1 1 0 0 0,-1-1 0 0 0,0 1-1 0 0,0 0 1 0 0,0-1 0 0 0,0 1 0 0 0,1 0 0 0 0,-1-1 0 0 0,0 1-1 0 0,0 0 1 0 0,0-1 0 0 0,-1 2 0 0 0,0 84-31 0 0,-1-30-905 0 0,3-1 0 0 0,11 88 1 0 0,-8-123-2236 0 0,12 37 0 0 0,-8-34-655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6.131"/>
    </inkml:context>
    <inkml:brush xml:id="br0">
      <inkml:brushProperty name="width" value="0.035" units="cm"/>
      <inkml:brushProperty name="height" value="0.035" units="cm"/>
      <inkml:brushProperty name="color" value="#E71224"/>
    </inkml:brush>
  </inkml:definitions>
  <inkml:trace contextRef="#ctx0" brushRef="#br0">56 291 11522 0 0,'-30'-58'6142'0'0,"24"44"-5225"0"0,1 1 1 0 0,-5-21-1 0 0,7 22-571 0 0,4 23-342 0 0,1 10-14 0 0,-4 44 192 0 0,0-28 207 0 0,3 44 1 0 0,0-70-336 0 0,1 1 0 0 0,0-1 1 0 0,0 0-1 0 0,1 0 0 0 0,1 0 0 0 0,-1-1 0 0 0,2 1 1 0 0,6 12-1 0 0,-9-21-51 0 0,-1 1 1 0 0,1 0 0 0 0,0-1-1 0 0,0 1 1 0 0,0-1 0 0 0,1 1-1 0 0,-1-1 1 0 0,0 0 0 0 0,1 0-1 0 0,-1 0 1 0 0,1 0 0 0 0,0-1-1 0 0,0 1 1 0 0,0-1 0 0 0,0 1-1 0 0,0-1 1 0 0,3 1 0 0 0,-1-2 9 0 0,-1 1 1 0 0,1-1-1 0 0,0 1 0 0 0,0-1 1 0 0,-1-1-1 0 0,1 1 0 0 0,0-1 1 0 0,-1 0-1 0 0,1 0 0 0 0,6-2 1 0 0,6-4 32 0 0,0-1 0 0 0,0 0 0 0 0,-1-1 1 0 0,26-21-1 0 0,0-2 17 0 0,-25 17-91 0 0,1 2 0 0 0,23-14 1 0 0,-40 26 29 0 0,0 1 1 0 0,0-1 0 0 0,0 1-1 0 0,0 0 1 0 0,0-1 0 0 0,0 1-1 0 0,0 0 1 0 0,-1 0 0 0 0,1 0-1 0 0,0 0 1 0 0,0-1-1 0 0,0 1 1 0 0,0 1 0 0 0,0-1-1 0 0,0 0 1 0 0,0 0 0 0 0,0 0-1 0 0,0 0 1 0 0,0 1-1 0 0,0-1 1 0 0,0 0 0 0 0,0 1-1 0 0,0-1 1 0 0,0 1 0 0 0,-1-1-1 0 0,1 1 1 0 0,0 0 0 0 0,0-1-1 0 0,0 1 1 0 0,-1 0-1 0 0,1-1 1 0 0,0 1 0 0 0,-1 0-1 0 0,1 0 1 0 0,0 0 0 0 0,2 5 48 0 0,0 0 1 0 0,0 0-1 0 0,0 0 1 0 0,3 8 0 0 0,-3-5-21 0 0,3 5-1 0 0,0-1 0 0 0,0 1 0 0 0,1-2 0 0 0,15 21 0 0 0,-18-28-29 0 0,0-1-1 0 0,0 1 1 0 0,0-1 0 0 0,1 0-1 0 0,-1-1 1 0 0,1 1 0 0 0,0-1-1 0 0,0 0 1 0 0,0 0 0 0 0,1-1-1 0 0,-1 1 1 0 0,1-1 0 0 0,-1 0-1 0 0,11 2 1 0 0,-9-3 5 0 0,1 0-1 0 0,0-1 1 0 0,-1 1-1 0 0,1-1 1 0 0,0-1-1 0 0,-1 0 1 0 0,1 0 0 0 0,0 0-1 0 0,-1-1 1 0 0,0 0-1 0 0,15-6 1 0 0,-13 3 27 0 0,1 0 0 0 0,-1-1 0 0 0,0 0 0 0 0,0 0 1 0 0,0-1-1 0 0,-1 0 0 0 0,14-16 0 0 0,-12 11 25 0 0,0-1 1 0 0,-1 0-1 0 0,-1 0 0 0 0,0-1 1 0 0,-1 0-1 0 0,-1 0 0 0 0,0-1 1 0 0,0 1-1 0 0,-2-1 0 0 0,0-1 1 0 0,4-28-1 0 0,-7 27-43 0 0,-1 0 0 0 0,-1 1 0 0 0,-1-1 0 0 0,0 0 0 0 0,-1 1 0 0 0,-1 0 0 0 0,0-1 0 0 0,-1 1 0 0 0,-1 1 0 0 0,0-1-1 0 0,-2 1 1 0 0,1 0 0 0 0,-2 1 0 0 0,-15-22 0 0 0,22 34-168 0 0,0 0-1 0 0,0 0 1 0 0,0 0 0 0 0,0 0-1 0 0,0 0 1 0 0,-1 0 0 0 0,1 1-1 0 0,-1-1 1 0 0,1 1 0 0 0,-1-1-1 0 0,0 1 1 0 0,1 0-1 0 0,-1 0 1 0 0,0 0 0 0 0,0 1-1 0 0,-3-1 1 0 0,-13 1-7722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6.524"/>
    </inkml:context>
    <inkml:brush xml:id="br0">
      <inkml:brushProperty name="width" value="0.035" units="cm"/>
      <inkml:brushProperty name="height" value="0.035" units="cm"/>
      <inkml:brushProperty name="color" value="#E71224"/>
    </inkml:brush>
  </inkml:definitions>
  <inkml:trace contextRef="#ctx0" brushRef="#br0">1 101 14747 0 0,'1'0'49'0'0,"-1"0"0"0"0,1 0 0 0 0,0 0 0 0 0,0 0 1 0 0,0 0-1 0 0,0 0 0 0 0,-1 0 0 0 0,1 1 0 0 0,0-1 0 0 0,0 0 0 0 0,0 0 0 0 0,0 1 0 0 0,-1-1 0 0 0,1 0 0 0 0,0 1 0 0 0,-1-1 0 0 0,1 1 0 0 0,0-1 0 0 0,0 1 1 0 0,-1-1-1 0 0,1 1 0 0 0,-1-1 0 0 0,1 1 0 0 0,-1 0 0 0 0,1-1 0 0 0,-1 1 0 0 0,1 0 0 0 0,-1 0 0 0 0,1-1 0 0 0,-1 1 0 0 0,0 0 0 0 0,0 0 0 0 0,1-1 1 0 0,-1 1-1 0 0,0 0 0 0 0,0 0 0 0 0,0 0 0 0 0,0 1 0 0 0,2 5-65 0 0,-1 0 1 0 0,-1 1 0 0 0,0 8-1 0 0,0-14 57 0 0,-1 32-411 0 0,-9 46 0 0 0,6-55-9 0 0,1 0 0 0 0,1 0 0 0 0,1 1 0 0 0,2 26-1 0 0,-1-48 377 0 0,1-1 0 0 0,0 1 0 0 0,0-1 0 0 0,0 1 0 0 0,0-1 0 0 0,1 0-1 0 0,-1 1 1 0 0,1-1 0 0 0,0 0 0 0 0,2 4 0 0 0,-3-7 28 0 0,-1 1 0 0 0,1 0 0 0 0,0-1 0 0 0,-1 1 0 0 0,1 0 0 0 0,0-1-1 0 0,-1 1 1 0 0,1-1 0 0 0,0 0 0 0 0,0 1 0 0 0,-1-1 0 0 0,1 0 0 0 0,0 1 0 0 0,0-1 0 0 0,0 0 0 0 0,0 0 0 0 0,-1 1 0 0 0,3-1 0 0 0,-2 0 39 0 0,0-1 0 0 0,0 1 1 0 0,0 0-1 0 0,0-1 1 0 0,0 1-1 0 0,0-1 1 0 0,0 1-1 0 0,1-1 0 0 0,-1 1 1 0 0,-1-1-1 0 0,1 0 1 0 0,0 1-1 0 0,0-1 1 0 0,0 0-1 0 0,0 0 0 0 0,0 0 1 0 0,1-1-1 0 0,0-3 102 0 0,1 1-1 0 0,0 0 0 0 0,-1-1 0 0 0,0 1 1 0 0,0-1-1 0 0,0 0 0 0 0,1-5 0 0 0,6-39 577 0 0,-7 35-442 0 0,2-11 291 0 0,-2-1 0 0 0,-1-46 0 0 0,-11-51 318 0 0,9 117-874 0 0,0-5 33 0 0,-3-38 395 0 0,4 46-432 0 0,0 0-1 0 0,0 0 1 0 0,1 0 0 0 0,-1 0-1 0 0,1 0 1 0 0,-1 0 0 0 0,1 1-1 0 0,0-1 1 0 0,0 0 0 0 0,1 0 0 0 0,-1 1-1 0 0,0-1 1 0 0,3-3 0 0 0,-4 6-35 0 0,1-1 0 0 0,-1 1 0 0 0,1 0 0 0 0,0-1 0 0 0,-1 1 0 0 0,1-1 0 0 0,-1 1 0 0 0,1 0 0 0 0,0-1 0 0 0,-1 1 0 0 0,1 0 0 0 0,0 0 0 0 0,-1 0 0 0 0,1-1 0 0 0,0 1 0 0 0,0 0 0 0 0,-1 0 1 0 0,1 0-1 0 0,0 0 0 0 0,-1 0 0 0 0,1 0 0 0 0,0 0 0 0 0,0 1 0 0 0,-1-1 0 0 0,1 0 0 0 0,0 0 0 0 0,-1 1 0 0 0,1-1 0 0 0,0 0 0 0 0,0 1 0 0 0,22 15-588 0 0,-15-9 281 0 0,5 1-598 0 0,-1-1 1 0 0,19 7-1 0 0,-19-9-5542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6.732"/>
    </inkml:context>
    <inkml:brush xml:id="br0">
      <inkml:brushProperty name="width" value="0.035" units="cm"/>
      <inkml:brushProperty name="height" value="0.035" units="cm"/>
      <inkml:brushProperty name="color" value="#E71224"/>
    </inkml:brush>
  </inkml:definitions>
  <inkml:trace contextRef="#ctx0" brushRef="#br0">43 7 21661 0 0,'-8'-5'1920'0'0,"3"4"-1536"0"0,5 2-304 0 0,2 1-80 0 0,-1-1 0 0 0,1 1 0 0 0,-4 1-96 0 0,-1 2 96 0 0,-2 2-768 0 0,-3 4-88 0 0,0 6-16 0 0,0-3-9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6.879"/>
    </inkml:context>
    <inkml:brush xml:id="br0">
      <inkml:brushProperty name="width" value="0.035" units="cm"/>
      <inkml:brushProperty name="height" value="0.035" units="cm"/>
      <inkml:brushProperty name="color" value="#E71224"/>
    </inkml:brush>
  </inkml:definitions>
  <inkml:trace contextRef="#ctx0" brushRef="#br0">0 1 19356 0 0,'5'9'856'0'0,"-2"1"177"0"0,1 2-825 0 0,-1-2-208 0 0,2-4 0 0 0,-2-1 0 0 0,2 2 72 0 0,1 4-72 0 0,6 7 80 0 0,3 5-80 0 0,1 5-256 0 0,0 0-97 0 0,2-4-15 0 0,-1-6-8 0 0,-1-8 288 0 0,1-10 88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7.135"/>
    </inkml:context>
    <inkml:brush xml:id="br0">
      <inkml:brushProperty name="width" value="0.035" units="cm"/>
      <inkml:brushProperty name="height" value="0.035" units="cm"/>
      <inkml:brushProperty name="color" value="#E71224"/>
    </inkml:brush>
  </inkml:definitions>
  <inkml:trace contextRef="#ctx0" brushRef="#br0">42 0 19812 0 0,'-2'1'154'0'0,"-1"-1"-1"0"0,1 1 0 0 0,-1-1 0 0 0,1 1 1 0 0,0 0-1 0 0,-1 0 0 0 0,1 0 1 0 0,0 0-1 0 0,0 0 0 0 0,0 1 1 0 0,-4 2-1 0 0,5-3-142 0 0,0 0 0 0 0,0 1-1 0 0,0-1 1 0 0,0 1 0 0 0,0-1 0 0 0,1 1 0 0 0,-1-1 0 0 0,0 1 0 0 0,1 0-1 0 0,-1-1 1 0 0,1 1 0 0 0,-1 0 0 0 0,1-1 0 0 0,0 1 0 0 0,0 0-1 0 0,0-1 1 0 0,0 1 0 0 0,0 3 0 0 0,6 151-3504 0 0,0 7 1924 0 0,26 137-1556 0 0,-14-135 1550 0 0,-16-145 1429 0 0,29 206-1790 0 0,-28-214 1931 0 0,0 0 0 0 0,1 0 0 0 0,9 22 0 0 0,-1-14 5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7.306"/>
    </inkml:context>
    <inkml:brush xml:id="br0">
      <inkml:brushProperty name="width" value="0.035" units="cm"/>
      <inkml:brushProperty name="height" value="0.035" units="cm"/>
      <inkml:brushProperty name="color" value="#E71224"/>
    </inkml:brush>
  </inkml:definitions>
  <inkml:trace contextRef="#ctx0" brushRef="#br0">4 215 20740 0 0,'0'0'45'0'0,"0"0"-1"0"0,0 0 0 0 0,-1 0 0 0 0,1 0 0 0 0,0 0 0 0 0,0 0 1 0 0,0 0-1 0 0,0 0 0 0 0,0 0 0 0 0,0 0 0 0 0,-1 0 0 0 0,1 0 1 0 0,0 0-1 0 0,0 0 0 0 0,0-1 0 0 0,0 1 0 0 0,0 0 0 0 0,0 0 1 0 0,0 0-1 0 0,-1 0 0 0 0,1 0 0 0 0,0 0 0 0 0,0 0 1 0 0,0-1-1 0 0,0 1 0 0 0,0 0 0 0 0,0 0 0 0 0,0 0 0 0 0,0 0 1 0 0,0 0-1 0 0,0 0 0 0 0,0-1 0 0 0,0 1 0 0 0,0 0 0 0 0,0 0 1 0 0,0 0-1 0 0,0 0 0 0 0,0-1 0 0 0,6-2 592 0 0,23 0-1030 0 0,-7 0 294 0 0,9-5-739 0 0,-1-1 0 0 0,46-20 0 0 0,-44 13-1301 0 0,0 0 1 0 0,-1-2-1 0 0,-1-2 1 0 0,31-25-1 0 0,-15 5 1064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7.631"/>
    </inkml:context>
    <inkml:brush xml:id="br0">
      <inkml:brushProperty name="width" value="0.035" units="cm"/>
      <inkml:brushProperty name="height" value="0.035" units="cm"/>
      <inkml:brushProperty name="color" value="#E71224"/>
    </inkml:brush>
  </inkml:definitions>
  <inkml:trace contextRef="#ctx0" brushRef="#br0">87 187 17972 0 0,'-5'2'602'0'0,"-14"10"565"0"0,18-11-1131 0 0,0 0 0 0 0,0-1 0 0 0,1 1 0 0 0,-1 0 0 0 0,0 0 0 0 0,1 0 0 0 0,-1 0 1 0 0,1-1-1 0 0,-1 1 0 0 0,1 0 0 0 0,-1 0 0 0 0,1 0 0 0 0,-1 0 0 0 0,1 0 1 0 0,0 0-1 0 0,0 0 0 0 0,-1 0 0 0 0,1 2 0 0 0,0-2 73 0 0,-1 1 1 0 0,1 0-1 0 0,-1 0 0 0 0,0-1 1 0 0,1 1-1 0 0,-1-1 0 0 0,0 1 1 0 0,0 0-1 0 0,0-1 1 0 0,0 0-1 0 0,-3 3 0 0 0,-1 3 127 0 0,-2 2-174 0 0,4-5-96 0 0,0 0 0 0 0,0 0 0 0 0,0 0 0 0 0,1 0 0 0 0,-1 1 0 0 0,1-1 0 0 0,0 1 0 0 0,1 0 0 0 0,-1 0 0 0 0,-1 5 0 0 0,3-10 7 0 0,0 0 1 0 0,0 1-1 0 0,0-1 0 0 0,0 1 0 0 0,0-1 0 0 0,1 0 1 0 0,-1 1-1 0 0,0-1 0 0 0,0 1 0 0 0,0-1 0 0 0,0 0 0 0 0,0 1 1 0 0,0-1-1 0 0,1 0 0 0 0,-1 1 0 0 0,0-1 0 0 0,0 0 0 0 0,0 1 1 0 0,1-1-1 0 0,-1 0 0 0 0,0 1 0 0 0,1-1 0 0 0,-1 0 1 0 0,0 0-1 0 0,1 1 0 0 0,-1-1 0 0 0,0 0 0 0 0,1 0 0 0 0,-1 0 1 0 0,0 1-1 0 0,1-1 0 0 0,-1 0 0 0 0,1 0 0 0 0,-1 0 0 0 0,0 0 1 0 0,1 0-1 0 0,-1 0 0 0 0,0 0 0 0 0,1 0 0 0 0,-1 0 1 0 0,1 0-1 0 0,-1 0 0 0 0,0 0 0 0 0,1 0 0 0 0,-1 0 0 0 0,1 0 1 0 0,-1-1-1 0 0,1 1 0 0 0,19-9-922 0 0,-2-3 26 0 0,-1 0-1 0 0,0 0 1 0 0,-1-2 0 0 0,-1 0-1 0 0,18-21 1 0 0,-25 27 677 0 0,-1-2 1 0 0,0 1-1 0 0,0-1 1 0 0,-1 0 0 0 0,-1 0-1 0 0,1 0 1 0 0,-2-1-1 0 0,0 0 1 0 0,0 0-1 0 0,-1 0 1 0 0,2-13-1 0 0,-4 21 317 0 0,-1 0-1 0 0,0 0 0 0 0,0 0 1 0 0,0-1-1 0 0,0 1 0 0 0,-1 0 0 0 0,1 0 1 0 0,-1 0-1 0 0,0 0 0 0 0,0-1 1 0 0,0 1-1 0 0,0 0 0 0 0,0 1 0 0 0,-1-1 1 0 0,0 0-1 0 0,1 0 0 0 0,-1 1 1 0 0,-4-5-1 0 0,4 5 85 0 0,1 1 0 0 0,-1-1 0 0 0,0 1 0 0 0,0 0 1 0 0,0 0-1 0 0,0-1 0 0 0,0 1 0 0 0,0 1 0 0 0,0-1 0 0 0,-1 0 0 0 0,1 0 0 0 0,0 1 1 0 0,0 0-1 0 0,-1-1 0 0 0,1 1 0 0 0,0 0 0 0 0,0 0 0 0 0,-1 0 0 0 0,1 0 0 0 0,0 1 0 0 0,-1-1 1 0 0,1 0-1 0 0,0 1 0 0 0,0 0 0 0 0,-1-1 0 0 0,-3 3 0 0 0,-2 2 50 0 0,0 0-1 0 0,0 0 1 0 0,0 1 0 0 0,0 0-1 0 0,1 0 1 0 0,0 1 0 0 0,0 0-1 0 0,1 0 1 0 0,0 1-1 0 0,0-1 1 0 0,0 1 0 0 0,1 1-1 0 0,1-1 1 0 0,-8 17 0 0 0,6-9 118 0 0,0 0 0 0 0,1 1 0 0 0,1 0 0 0 0,1-1 0 0 0,0 1 0 0 0,1 0 1 0 0,0 28-1 0 0,2-35-553 0 0,1 1 1 0 0,0 0-1 0 0,1-1 1 0 0,0 1-1 0 0,1-1 1 0 0,0 1-1 0 0,0-1 1 0 0,1 0-1 0 0,10 18 1 0 0,-11-22-63 0 0,1-1 0 0 0,0 0 0 0 0,0 0 0 0 0,1 0-1 0 0,-1 0 1 0 0,1-1 0 0 0,0 0 0 0 0,0 0 0 0 0,0 0 0 0 0,1 0 0 0 0,-1-1 0 0 0,1 0 0 0 0,0 0 0 0 0,0-1 0 0 0,0 0 0 0 0,0 0 0 0 0,12 2-1 0 0,10 0-5965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8.081"/>
    </inkml:context>
    <inkml:brush xml:id="br0">
      <inkml:brushProperty name="width" value="0.035" units="cm"/>
      <inkml:brushProperty name="height" value="0.035" units="cm"/>
      <inkml:brushProperty name="color" value="#E71224"/>
    </inkml:brush>
  </inkml:definitions>
  <inkml:trace contextRef="#ctx0" brushRef="#br0">104 184 10594 0 0,'-93'-122'5073'0'0,"93"121"-5030"0"0,0 1 0 0 0,0 0-1 0 0,0-1 1 0 0,-1 1 0 0 0,1 0-1 0 0,0-1 1 0 0,0 1 0 0 0,-1 0-1 0 0,1-1 1 0 0,0 1-1 0 0,-1 0 1 0 0,1 0 0 0 0,0-1-1 0 0,-1 1 1 0 0,1 0 0 0 0,0 0-1 0 0,-1 0 1 0 0,1 0 0 0 0,0-1-1 0 0,-1 1 1 0 0,0 0 0 0 0,-2 6 756 0 0,3 18 273 0 0,1-20-929 0 0,0 60 1319 0 0,4 46-42 0 0,-3-91-1239 0 0,1 1 1 0 0,0-1-1 0 0,11 29 0 0 0,-12-42-155 0 0,0 0-1 0 0,0-1 1 0 0,1 1-1 0 0,0-1 0 0 0,0 0 1 0 0,1 0-1 0 0,-1 0 1 0 0,1 0-1 0 0,0-1 0 0 0,1 1 1 0 0,-1-1-1 0 0,1 0 1 0 0,7 5-1 0 0,-7-7-15 0 0,-1 1 0 0 0,1-1-1 0 0,-1 0 1 0 0,1 0 0 0 0,0-1 0 0 0,0 1-1 0 0,0-1 1 0 0,-1 0 0 0 0,1-1 0 0 0,1 1-1 0 0,-1-1 1 0 0,0 0 0 0 0,0 0 0 0 0,0-1-1 0 0,0 1 1 0 0,8-3 0 0 0,0-1 26 0 0,0-1 0 0 0,-1 0 1 0 0,0-1-1 0 0,0 0 0 0 0,0 0 1 0 0,-1-2-1 0 0,0 1 0 0 0,0-1 1 0 0,13-14-1 0 0,1-3 2 0 0,-1-1-1 0 0,28-40 1 0 0,-32 37-329 0 0,-2-2 1 0 0,0 0-1 0 0,-2 0 1 0 0,-2-2-1 0 0,11-34 1 0 0,-11 27-7413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4:18.501"/>
    </inkml:context>
    <inkml:brush xml:id="br0">
      <inkml:brushProperty name="width" value="0.035" units="cm"/>
      <inkml:brushProperty name="height" value="0.035" units="cm"/>
      <inkml:brushProperty name="color" value="#E71224"/>
    </inkml:brush>
  </inkml:definitions>
  <inkml:trace contextRef="#ctx0" brushRef="#br0">84 256 11979 0 0,'3'83'1033'0'0,"-11"118"0"0"0,3-130-811 0 0,-14 304-745 0 0,3 1-6413 0 0,14-352 9449 0 0,1-19 971 0 0,3-17-60 0 0,2-32-2391 0 0,-1-1 0 0 0,-4-46 1 0 0,-14-90 1857 0 0,9 124-2642 0 0,-16-291 81 0 0,21 261-127 0 0,23-172 0 0 0,-19 238-105 0 0,1 1 0 0 0,1-1 0 0 0,1 1 0 0 0,0 1 0 0 0,2-1 1 0 0,0 1-1 0 0,15-25 0 0 0,-19 38-92 0 0,0 0 0 0 0,0 0 0 0 0,1 0 0 0 0,-1 1 0 0 0,1 0 0 0 0,0 0 0 0 0,1 0 0 0 0,-1 1 0 0 0,1-1 0 0 0,0 2 0 0 0,0-1 0 0 0,0 0 0 0 0,1 1 1 0 0,-1 0-1 0 0,1 1 0 0 0,0-1 0 0 0,-1 1 0 0 0,1 1 0 0 0,0-1 0 0 0,1 1 0 0 0,-1 0 0 0 0,0 1 0 0 0,0 0 0 0 0,13 1 0 0 0,-15-1-51 0 0,1 1 1 0 0,-1 0-1 0 0,0 1 0 0 0,0-1 0 0 0,0 1 0 0 0,0 0 0 0 0,0 0 1 0 0,-1 0-1 0 0,1 1 0 0 0,-1 0 0 0 0,1 0 0 0 0,6 5 0 0 0,-6-2-4 0 0,0-1-1 0 0,0 1 0 0 0,0 0 0 0 0,-1 1 0 0 0,1-1 0 0 0,-1 1 0 0 0,5 13 1 0 0,-2-3-8 0 0,-2 1 1 0 0,0 0 0 0 0,-1 0 0 0 0,-1 1 0 0 0,-1-1-1 0 0,1 27 1 0 0,-4-15-33 0 0,0 0-1 0 0,-2 0 1 0 0,-1-1-1 0 0,-2 0 1 0 0,0 0-1 0 0,-12 31 1 0 0,10-40-125 0 0,0-1 0 0 0,0 1 1 0 0,-2-1-1 0 0,-1-1 1 0 0,0 0-1 0 0,-1 0 1 0 0,-1-2-1 0 0,0 1 1 0 0,-22 19-1 0 0,27-29-237 0 0,-1 0-1 0 0,0 0 1 0 0,0-1-1 0 0,-18 9 0 0 0,7-7-354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1.882"/>
    </inkml:context>
    <inkml:brush xml:id="br0">
      <inkml:brushProperty name="width" value="0.035" units="cm"/>
      <inkml:brushProperty name="height" value="0.035" units="cm"/>
      <inkml:brushProperty name="color" value="#E71224"/>
    </inkml:brush>
  </inkml:definitions>
  <inkml:trace contextRef="#ctx0" brushRef="#br0">42 420 12443 0 0,'-7'-9'848'0'0,"0"-1"0"0"0,1 0 0 0 0,0 0 0 0 0,-8-19 1 0 0,14 28-833 0 0,-1 1 0 0 0,1-1 0 0 0,0 1 0 0 0,0-1 0 0 0,0 0 0 0 0,0 1 0 0 0,-1-1 0 0 0,1 1 0 0 0,0-1 0 0 0,0 1 0 0 0,0-1 0 0 0,0 0 0 0 0,0 1 0 0 0,0-1 0 0 0,1 1 0 0 0,-1-1 0 0 0,0 1 0 0 0,0-1 0 0 0,0 1 1 0 0,1-2-1 0 0,-1 2-12 0 0,0 0 1 0 0,1 0 0 0 0,-1 0-1 0 0,0-1 1 0 0,0 1-1 0 0,1 0 1 0 0,-1 0 0 0 0,0 0-1 0 0,1 0 1 0 0,-1 0 0 0 0,0 0-1 0 0,1-1 1 0 0,-1 1 0 0 0,1 0-1 0 0,-1 0 1 0 0,0 0 0 0 0,1 0-1 0 0,-1 0 1 0 0,0 0-1 0 0,1 0 1 0 0,-1 1 0 0 0,0-1-1 0 0,1 0 1 0 0,1 0-5 0 0,0 1 0 0 0,-1 0 0 0 0,1-1 0 0 0,-1 1 0 0 0,1 0 0 0 0,-1 0 0 0 0,1 0 0 0 0,-1 0 0 0 0,1 0 0 0 0,-1 0 0 0 0,3 3 0 0 0,9 16 39 0 0,-1 1 1 0 0,-1 0 0 0 0,9 25-1 0 0,-3-8 172 0 0,13 27 132 0 0,80 153 887 0 0,-97-196-1099 0 0,2-1-1 0 0,0 0 1 0 0,1 0-1 0 0,1-2 0 0 0,1 0 1 0 0,1-2-1 0 0,26 21 1 0 0,-30-28-68 0 0,1-1 0 0 0,-1-1 1 0 0,2 0-1 0 0,-1-1 1 0 0,1-1-1 0 0,0 0 1 0 0,0-1-1 0 0,0-1 0 0 0,1-1 1 0 0,-1-1-1 0 0,1 0 1 0 0,0-1-1 0 0,0-1 1 0 0,-1-1-1 0 0,25-3 0 0 0,-23 1 47 0 0,0-1 0 0 0,-1 0 0 0 0,1-2 1 0 0,-1 0-1 0 0,0-1 0 0 0,0-1 0 0 0,-1 0 0 0 0,0-2 0 0 0,-1 0 0 0 0,0 0 0 0 0,0-2 0 0 0,-1 0 0 0 0,26-27 0 0 0,-20 13 32 0 0,-1 0 1 0 0,-2-1 0 0 0,0-1-1 0 0,-2 0 1 0 0,-1-1 0 0 0,21-59-1 0 0,-23 50 20 0 0,-3-1 0 0 0,-1 0 0 0 0,-1 0 0 0 0,-3-1 0 0 0,1-51 0 0 0,-6 58-104 0 0,-1 0 1 0 0,-9-51-1 0 0,7 67-81 0 0,-1 1-1 0 0,-1-1 0 0 0,0 1 1 0 0,-1 0-1 0 0,-1 1 1 0 0,-15-28-1 0 0,19 39-51 0 0,0 0-1 0 0,0-1 0 0 0,0 1 1 0 0,-1 0-1 0 0,0 1 0 0 0,1-1 1 0 0,-1 1-1 0 0,0 0 0 0 0,-1 0 1 0 0,1 0-1 0 0,0 0 0 0 0,-1 1 1 0 0,0-1-1 0 0,-6-1 1 0 0,7 3-877 0 0,0 0 0 0 0,0 0 0 0 0,-1 1 0 0 0,1-1 0 0 0,0 1 0 0 0,-8 1 1 0 0,-13 3-6311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2.332"/>
    </inkml:context>
    <inkml:brush xml:id="br0">
      <inkml:brushProperty name="width" value="0.035" units="cm"/>
      <inkml:brushProperty name="height" value="0.035" units="cm"/>
      <inkml:brushProperty name="color" value="#E71224"/>
    </inkml:brush>
  </inkml:definitions>
  <inkml:trace contextRef="#ctx0" brushRef="#br0">190 1 17972 0 0,'-9'1'293'0'0,"0"1"0"0"0,0 0-1 0 0,0 1 1 0 0,0 0 0 0 0,1 1 0 0 0,-11 5 0 0 0,-10 12-2793 0 0,17-11 1472 0 0,0 0 0 0 0,0 2 0 0 0,1-1 0 0 0,1 1 0 0 0,-16 23 0 0 0,25-34 896 0 0,1 0 0 0 0,-1 0 0 0 0,1 0 0 0 0,-1 0-1 0 0,1 1 1 0 0,-1-1 0 0 0,1 0 0 0 0,0 0-1 0 0,-1 0 1 0 0,1 0 0 0 0,0 1 0 0 0,0-1 0 0 0,0 0-1 0 0,0 0 1 0 0,0 0 0 0 0,0 1 0 0 0,1 1-1 0 0,-1-2-33 0 0,1-1-1 0 0,-1 1 0 0 0,1 0 0 0 0,-1 0 0 0 0,1-1 0 0 0,-1 1 0 0 0,1 0 0 0 0,-1-1 0 0 0,1 1 0 0 0,0-1 1 0 0,0 1-1 0 0,-1 0 0 0 0,1-1 0 0 0,0 0 0 0 0,0 1 0 0 0,0-1 0 0 0,-1 1 0 0 0,2-1 0 0 0,4 2-472 0 0,1-1 0 0 0,-1 0 0 0 0,0-1-1 0 0,0 1 1 0 0,9-2 0 0 0,-8 1 859 0 0,53 0-347 0 0,130 2 919 0 0,-96 5 2346 0 0,0 8 3343 0 0,-90-15-6133 0 0,1 2 1 0 0,-1-1-1 0 0,1 0 0 0 0,-1 1 1 0 0,0 0-1 0 0,1 0 1 0 0,-1 0-1 0 0,0 0 0 0 0,4 4 1 0 0,-7-5-267 0 0,0 0 0 0 0,0 0 0 0 0,0 0 0 0 0,0 0 0 0 0,0 0 0 0 0,0 0 1 0 0,0 1-1 0 0,0-1 0 0 0,-1 0 0 0 0,1 1 0 0 0,0-1 0 0 0,-1 1 0 0 0,1-1 1 0 0,-1 1-1 0 0,0-1 0 0 0,1 1 0 0 0,-1-1 0 0 0,0 1 0 0 0,0-1 0 0 0,0 1 1 0 0,0-1-1 0 0,0 1 0 0 0,0-1 0 0 0,0 1 0 0 0,-1-1 0 0 0,1 1 0 0 0,-1-1 0 0 0,1 1 1 0 0,-1-1-1 0 0,1 0 0 0 0,-2 2 0 0 0,-1 4 45 0 0,-1-1 1 0 0,0 0-1 0 0,-1 0 0 0 0,1 0 1 0 0,-1 0-1 0 0,-11 9 0 0 0,-39 28 250 0 0,30-25-241 0 0,-157 105 336 0 0,178-120-481 0 0,1-1 1 0 0,-1 0-1 0 0,1 0 0 0 0,-1-1 0 0 0,0 1 0 0 0,0-1 0 0 0,0 0 0 0 0,0 0 0 0 0,-8 1 0 0 0,12-2-30 0 0,-1 0-1 0 0,1 0 1 0 0,0 0 0 0 0,0 0-1 0 0,-1 0 1 0 0,1 0 0 0 0,0 0-1 0 0,0 0 1 0 0,-1 0 0 0 0,1 0-1 0 0,0 0 1 0 0,0 0 0 0 0,-1 0-1 0 0,1-1 1 0 0,0 1 0 0 0,0 0-1 0 0,-1 0 1 0 0,1 0 0 0 0,0 0 0 0 0,0-1-1 0 0,0 1 1 0 0,0 0 0 0 0,-1 0-1 0 0,1 0 1 0 0,0-1 0 0 0,0 1-1 0 0,0 0 1 0 0,0 0 0 0 0,0-1-1 0 0,0 1 1 0 0,-1 0 0 0 0,1 0-1 0 0,0-1 1 0 0,0 1 0 0 0,0 0-1 0 0,0-1 1 0 0,0 1 0 0 0,0 0-1 0 0,0-1 1 0 0,2-11-1023 0 0,-1 9 872 0 0,4-16-752 0 0,0-8 573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2.733"/>
    </inkml:context>
    <inkml:brush xml:id="br0">
      <inkml:brushProperty name="width" value="0.035" units="cm"/>
      <inkml:brushProperty name="height" value="0.035" units="cm"/>
      <inkml:brushProperty name="color" value="#E71224"/>
    </inkml:brush>
  </inkml:definitions>
  <inkml:trace contextRef="#ctx0" brushRef="#br0">240 233 17972 0 0,'-5'2'323'0'0,"2"-1"-206"0"0,0 0 0 0 0,0 1 0 0 0,1-1 0 0 0,-1 1 1 0 0,0 0-1 0 0,1-1 0 0 0,-1 1 0 0 0,1 0 0 0 0,0 1 0 0 0,0-1 0 0 0,0 0 1 0 0,0 1-1 0 0,-2 2 0 0 0,-13 24 21 0 0,13-25-96 0 0,1 1 0 0 0,0 1 0 0 0,0-1 0 0 0,0 0 0 0 0,1 1 0 0 0,-1-1 0 0 0,2 1 0 0 0,-1 0 0 0 0,0 0-1 0 0,1 0 1 0 0,-1 6 0 0 0,2-11-85 0 0,0 0 0 0 0,0 0-1 0 0,0-1 1 0 0,0 1 0 0 0,0 0-1 0 0,1 0 1 0 0,-1 0-1 0 0,0 0 1 0 0,0-1 0 0 0,0 1-1 0 0,1 0 1 0 0,-1 0 0 0 0,0-1-1 0 0,1 1 1 0 0,-1 0-1 0 0,1 0 1 0 0,-1-1 0 0 0,1 1-1 0 0,-1 0 1 0 0,1-1 0 0 0,0 1-1 0 0,-1-1 1 0 0,1 1-1 0 0,-1-1 1 0 0,2 1 0 0 0,0 0-70 0 0,-1-1 0 0 0,1 1 1 0 0,-1-1-1 0 0,1 0 1 0 0,-1 1-1 0 0,1-1 0 0 0,0 0 1 0 0,-1 0-1 0 0,1 0 0 0 0,-1-1 1 0 0,1 1-1 0 0,2-1 0 0 0,4-1-600 0 0,1-1-1 0 0,-1 0 1 0 0,14-7-1 0 0,-21 10 634 0 0,29-17-823 0 0,0 0-1 0 0,33-26 1 0 0,-38 23 1345 0 0,-1 0-1 0 0,0-2 1 0 0,-2-1 0 0 0,37-47-1 0 0,-55 63-275 0 0,1 0-1 0 0,-1-1 1 0 0,-1 1-1 0 0,1-1 1 0 0,-1 1-1 0 0,0-1 1 0 0,-1 0-1 0 0,2-10 1 0 0,-3 16-80 0 0,-1 0 0 0 0,0 0 0 0 0,0 0 0 0 0,1 0 0 0 0,-1 0 0 0 0,0 0 0 0 0,0 0 0 0 0,-1 0 0 0 0,1 1 0 0 0,0-1 0 0 0,-1 0 0 0 0,1 0 0 0 0,-1 0 0 0 0,0 0 0 0 0,1 1 0 0 0,-1-1 0 0 0,0 0 0 0 0,0 0 0 0 0,0 1 0 0 0,0-1 0 0 0,0 1 0 0 0,-1-1 0 0 0,1 1 0 0 0,0 0 0 0 0,-1-1 0 0 0,1 1 0 0 0,-1 0 0 0 0,1 0 0 0 0,-1 0 0 0 0,0 0 0 0 0,0 0 0 0 0,1 0 0 0 0,-1 0 0 0 0,0 1 0 0 0,0-1 0 0 0,0 1 0 0 0,0-1 0 0 0,1 1 0 0 0,-1 0 0 0 0,-4 0 0 0 0,-1-1 114 0 0,-1 2-1 0 0,0-1 0 0 0,0 1 1 0 0,1 0-1 0 0,-1 0 1 0 0,0 1-1 0 0,1 0 0 0 0,-10 4 1 0 0,-57 29 398 0 0,57-26-422 0 0,-20 10-115 0 0,1 2 1 0 0,1 1-1 0 0,-49 41 1 0 0,71-51-49 0 0,0 0 0 0 0,0 1 1 0 0,1 0-1 0 0,1 0 0 0 0,0 2 0 0 0,1-1 1 0 0,0 1-1 0 0,2 1 0 0 0,0 0 1 0 0,-11 29-1 0 0,16-37 40 0 0,1 0 0 0 0,1-1 1 0 0,-1 1-1 0 0,1 0 1 0 0,1 0-1 0 0,-1 0 0 0 0,2 0 1 0 0,-1 0-1 0 0,3 15 0 0 0,-2-18-25 0 0,1 0 0 0 0,-1-1 0 0 0,1 1 0 0 0,0 0 0 0 0,0-1-1 0 0,1 0 1 0 0,-1 1 0 0 0,1-1 0 0 0,0 0 0 0 0,0 0 0 0 0,0-1 0 0 0,1 1-1 0 0,-1-1 1 0 0,1 1 0 0 0,0-1 0 0 0,0 0 0 0 0,5 2 0 0 0,1 0-61 0 0,0 0 0 0 0,0-1 0 0 0,1 0 0 0 0,0-1 0 0 0,0 0 0 0 0,0-1 0 0 0,0 0 1 0 0,21 1-1 0 0,0-3 23 0 0,57-6 1 0 0,-43-1 109 0 0,67-19-1 0 0,40-22-2016 0 0,-95 28-5799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3.496"/>
    </inkml:context>
    <inkml:brush xml:id="br0">
      <inkml:brushProperty name="width" value="0.035" units="cm"/>
      <inkml:brushProperty name="height" value="0.035" units="cm"/>
      <inkml:brushProperty name="color" value="#E71224"/>
    </inkml:brush>
  </inkml:definitions>
  <inkml:trace contextRef="#ctx0" brushRef="#br0">3 342 17508 0 0,'-1'-10'391'0'0,"0"-1"1"0"0,0 1-1 0 0,1 0 1 0 0,3-20-1 0 0,-1 1-188 0 0,-2 20-136 0 0,0 4-2 0 0,0 0-1 0 0,1-1 1 0 0,-1 1-1 0 0,1 0 0 0 0,2-7 1 0 0,-1 11-73 0 0,0 6-35 0 0,0 10-32 0 0,-6 193-1152 0 0,0-113 862 0 0,0 260 472 0 0,29-1-81 0 0,-24-346-34 0 0,14 78-368 0 0,-12-77 358 0 0,-1 1 0 0 0,2-1 0 0 0,-1 1 0 0 0,1-1 0 0 0,1 0 0 0 0,7 12 0 0 0,-11-20 27 0 0,-1 0-1 0 0,1 0 1 0 0,-1 0 0 0 0,1-1 0 0 0,0 1 0 0 0,-1 0 0 0 0,1-1 0 0 0,0 1 0 0 0,-1-1 0 0 0,1 1 0 0 0,0-1 0 0 0,-1 1 0 0 0,1-1 0 0 0,0 1 0 0 0,0-1 0 0 0,0 0 0 0 0,0 1 0 0 0,1-1 0 0 0,-2 0 20 0 0,1 0-1 0 0,-1 0 0 0 0,1 0 1 0 0,0 0-1 0 0,-1-1 0 0 0,1 1 0 0 0,-1 0 1 0 0,1 0-1 0 0,0-1 0 0 0,-1 1 1 0 0,1 0-1 0 0,-1 0 0 0 0,1-1 1 0 0,-1 1-1 0 0,1-1 0 0 0,-1 1 1 0 0,1-1-1 0 0,-1 1 0 0 0,1-1 1 0 0,2-3 154 0 0,-1 0 0 0 0,1-1 1 0 0,-1 1-1 0 0,0 0 0 0 0,1-6 1 0 0,-2 9-164 0 0,9-33 147 0 0,0 0-1 0 0,-2 0 1 0 0,-2-1 0 0 0,-1 0-1 0 0,0-43 1 0 0,-13-180 1002 0 0,1 120-929 0 0,10-182-738 0 0,4 233 271 0 0,30-141 0 0 0,-36 223 245 0 0,11-38 130 0 0,-10 39-106 0 0,-1 1 0 0 0,0 0 1 0 0,1-1-1 0 0,0 1 0 0 0,0 0 1 0 0,0 0-1 0 0,0 0 0 0 0,0 0 1 0 0,5-4-1 0 0,-6 6-25 0 0,-1 1 0 0 0,1 0 0 0 0,-1-1 0 0 0,1 1 0 0 0,0-1-1 0 0,-1 1 1 0 0,1 0 0 0 0,0-1 0 0 0,-1 1 0 0 0,1 0 0 0 0,0 0 0 0 0,0 0 0 0 0,-1-1 0 0 0,1 1-1 0 0,0 0 1 0 0,0 0 0 0 0,-1 0 0 0 0,1 0 0 0 0,0 0 0 0 0,0 0 0 0 0,-1 1 0 0 0,1-1 0 0 0,0 0 0 0 0,-1 0-1 0 0,1 0 1 0 0,0 1 0 0 0,-1-1 0 0 0,1 0 0 0 0,0 1 0 0 0,-1-1 0 0 0,1 1 0 0 0,0-1 0 0 0,-1 1 0 0 0,1-1-1 0 0,-1 1 1 0 0,1-1 0 0 0,-1 1 0 0 0,1-1 0 0 0,-1 1 0 0 0,0-1 0 0 0,1 1 0 0 0,-1 0 0 0 0,0-1 0 0 0,1 2-1 0 0,2 3 28 0 0,0 1-1 0 0,-1 0 1 0 0,0-1-1 0 0,2 8 1 0 0,9 45 102 0 0,-3 0 0 0 0,3 63 0 0 0,-5-49-87 0 0,40 266-113 0 0,-33-266 10 0 0,4 0 1 0 0,43 111-1 0 0,-47-147-254 0 0,2-1 0 0 0,2 0-1 0 0,1-1 1 0 0,1-1 0 0 0,35 40 0 0 0,-44-61-609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3.706"/>
    </inkml:context>
    <inkml:brush xml:id="br0">
      <inkml:brushProperty name="width" value="0.035" units="cm"/>
      <inkml:brushProperty name="height" value="0.035" units="cm"/>
      <inkml:brushProperty name="color" value="#E71224"/>
    </inkml:brush>
  </inkml:definitions>
  <inkml:trace contextRef="#ctx0" brushRef="#br0">39 370 21661 0 0,'-39'2'2305'0'0,"72"-19"-5853"0"0,169-71 2821 0 0,190-95-4410 0 0,-316 140 2627 0 0,-3 2-2180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3.940"/>
    </inkml:context>
    <inkml:brush xml:id="br0">
      <inkml:brushProperty name="width" value="0.035" units="cm"/>
      <inkml:brushProperty name="height" value="0.035" units="cm"/>
      <inkml:brushProperty name="color" value="#E71224"/>
    </inkml:brush>
  </inkml:definitions>
  <inkml:trace contextRef="#ctx0" brushRef="#br0">0 20 13827 0 0,'1'-1'158'0'0,"-1"-1"-1"0"0,0 0 1 0 0,1 0 0 0 0,-1 0 0 0 0,1 1-1 0 0,0-1 1 0 0,1-3 0 0 0,-1 5-145 0 0,-1 0 0 0 0,0-1 0 0 0,0 1 0 0 0,0 0 1 0 0,0 0-1 0 0,1 0 0 0 0,-1-1 0 0 0,0 1 0 0 0,0 0 0 0 0,0 0 0 0 0,1 0 0 0 0,-1 0 1 0 0,0 0-1 0 0,0 0 0 0 0,0 0 0 0 0,1 0 0 0 0,-1-1 0 0 0,0 1 0 0 0,0 0 0 0 0,1 0 1 0 0,-1 0-1 0 0,0 0 0 0 0,0 0 0 0 0,1 0 0 0 0,-1 0 0 0 0,0 0 0 0 0,9 8 99 0 0,-3 2 66 0 0,-1 0-1 0 0,0 0 1 0 0,0 1-1 0 0,-1 0 1 0 0,-1-1-1 0 0,4 15 1 0 0,8 71 899 0 0,-12-69-931 0 0,19 164 686 0 0,40 238 215 0 0,-43-351-1916 0 0,-10-48-150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4.152"/>
    </inkml:context>
    <inkml:brush xml:id="br0">
      <inkml:brushProperty name="width" value="0.035" units="cm"/>
      <inkml:brushProperty name="height" value="0.035" units="cm"/>
      <inkml:brushProperty name="color" value="#E71224"/>
    </inkml:brush>
  </inkml:definitions>
  <inkml:trace contextRef="#ctx0" brushRef="#br0">9 287 18436 0 0,'-3'-3'633'0'0,"3"3"-580"0"0,-1 0 1 0 0,1-1 0 0 0,0 1-1 0 0,-1 0 1 0 0,1-1-1 0 0,0 1 1 0 0,-1 0 0 0 0,1-1-1 0 0,0 1 1 0 0,-1-1-1 0 0,1 1 1 0 0,0 0-1 0 0,0-1 1 0 0,-1 1 0 0 0,1-1-1 0 0,0 1 1 0 0,0-1-1 0 0,0 1 1 0 0,0-1 0 0 0,0 1-1 0 0,-1-1 1 0 0,1 1-1 0 0,0-1 1 0 0,0 1 0 0 0,0-1-1 0 0,0 1 1 0 0,1-1-1 0 0,-1 1 1 0 0,0-1 0 0 0,0 1-1 0 0,0-1 1 0 0,0 1-1 0 0,0-1 1 0 0,1 0-1 0 0,0 0 58 0 0,0-1 0 0 0,-1 0 0 0 0,1 1 0 0 0,0-1 0 0 0,-1 0 0 0 0,1 0 0 0 0,-1 1 0 0 0,0-1 0 0 0,0 0 0 0 0,1 0 0 0 0,-1-3 0 0 0,1-10 346 0 0,1 10-527 0 0,0 0 0 0 0,0 0 0 0 0,1 0-1 0 0,-1 0 1 0 0,1 0 0 0 0,0 1 0 0 0,0-1 0 0 0,1 1 0 0 0,0 0 0 0 0,-1 0 0 0 0,1 0-1 0 0,6-4 1 0 0,7-5-656 0 0,34-19-1 0 0,-36 24 522 0 0,46-26-1836 0 0,34-21-1099 0 0,-58 31 1729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4.457"/>
    </inkml:context>
    <inkml:brush xml:id="br0">
      <inkml:brushProperty name="width" value="0.035" units="cm"/>
      <inkml:brushProperty name="height" value="0.035" units="cm"/>
      <inkml:brushProperty name="color" value="#E71224"/>
    </inkml:brush>
  </inkml:definitions>
  <inkml:trace contextRef="#ctx0" brushRef="#br0">245 309 3681 0 0,'-18'-5'135'0'0,"7"2"-98"0"0,-1 1 1 0 0,1-2-1 0 0,0 0 1 0 0,0 0-1 0 0,1-1 1 0 0,-1 0-1 0 0,-10-8 1 0 0,6 1-27 0 0,0-1 1 0 0,1 0 0 0 0,0-1 0 0 0,-18-23 0 0 0,27 31-14 0 0,1-1 1 0 0,0 1 0 0 0,0-1 0 0 0,0 0 0 0 0,1 0 0 0 0,0 0 0 0 0,0-1 0 0 0,1 1 0 0 0,0 0 0 0 0,0-1 0 0 0,1 0-1 0 0,0 1 1 0 0,0-1 0 0 0,1-11 0 0 0,0 16 57 0 0,1 0 0 0 0,-1 0 0 0 0,1 0 0 0 0,-1 0 0 0 0,1 1 0 0 0,0-1 0 0 0,0 0 0 0 0,0 0 0 0 0,0 1-1 0 0,1-1 1 0 0,-1 1 0 0 0,1-1 0 0 0,0 1 0 0 0,0 0 0 0 0,-1-1 0 0 0,6-3 0 0 0,-6 6 207 0 0,0-1 0 0 0,1 0 0 0 0,-1 0 1 0 0,1 1-1 0 0,0-1 0 0 0,-1 0 0 0 0,1 1 0 0 0,-1 0 1 0 0,1-1-1 0 0,0 1 0 0 0,-1 0 0 0 0,1 0 1 0 0,0 0-1 0 0,-1 0 0 0 0,1 0 0 0 0,0 0 0 0 0,-1 1 1 0 0,1-1-1 0 0,0 0 0 0 0,-1 1 0 0 0,1-1 0 0 0,-1 1 1 0 0,1 0-1 0 0,0-1 0 0 0,-1 1 0 0 0,0 0 0 0 0,1 0 1 0 0,-1 0-1 0 0,0 0 0 0 0,3 2 0 0 0,2 4 390 0 0,1-1 0 0 0,-1 1 0 0 0,-1 0 0 0 0,1 0 0 0 0,-1 1 0 0 0,0-1 0 0 0,-1 1 0 0 0,6 14 0 0 0,22 74 693 0 0,-25-74-950 0 0,15 61 400 0 0,19 140 0 0 0,-14 89-582 0 0,-23-233-292 0 0,23 120-1 0 0,-21-172-378 0 0,1 0 1 0 0,1 0-1 0 0,1-1 0 0 0,2 0 0 0 0,1-1 0 0 0,0 0 0 0 0,2 0 0 0 0,17 22 0 0 0,-23-37-6220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8.068"/>
    </inkml:context>
    <inkml:brush xml:id="br0">
      <inkml:brushProperty name="width" value="0.035" units="cm"/>
      <inkml:brushProperty name="height" value="0.035" units="cm"/>
      <inkml:brushProperty name="color" value="#E71224"/>
    </inkml:brush>
  </inkml:definitions>
  <inkml:trace contextRef="#ctx0" brushRef="#br0">288 196 8178 0 0,'-28'13'385'0'0,"0"2"0"0"0,-33 23 0 0 0,44-27-73 0 0,-3 1 277 0 0,1 2 0 0 0,0 0 0 0 0,-22 22 0 0 0,36-30-323 0 0,0 0 0 0 0,-1 0 0 0 0,2 0 0 0 0,-1 0-1 0 0,1 1 1 0 0,0 0 0 0 0,1 0 0 0 0,-1 0 0 0 0,1 0 0 0 0,1 1 0 0 0,-1-1 0 0 0,1 1-1 0 0,-1 13 1 0 0,2-10-44 0 0,0 0-1 0 0,1 0 1 0 0,1 0-1 0 0,-1 0 1 0 0,2 0-1 0 0,0 0 1 0 0,0 0-1 0 0,1 0 0 0 0,0-1 1 0 0,1 0-1 0 0,0 1 1 0 0,1-1-1 0 0,0 0 1 0 0,1-1-1 0 0,0 0 1 0 0,0 0-1 0 0,1 0 0 0 0,11 12 1 0 0,-9-11-131 0 0,1-2 1 0 0,-1 1-1 0 0,1-1 1 0 0,1-1-1 0 0,-1 0 1 0 0,1 0-1 0 0,1-1 1 0 0,17 7-1 0 0,-21-10-52 0 0,1 0-1 0 0,-1-1 1 0 0,0 0-1 0 0,1-1 1 0 0,-1 0-1 0 0,1 0 0 0 0,0-1 1 0 0,-1 0-1 0 0,1 0 1 0 0,-1-1-1 0 0,1 0 1 0 0,-1-1-1 0 0,14-3 1 0 0,-7-1-6 0 0,-1-1 1 0 0,0 0-1 0 0,0 0 1 0 0,-1-1 0 0 0,0-1-1 0 0,-1-1 1 0 0,1 0-1 0 0,-2 0 1 0 0,0-1-1 0 0,12-14 1 0 0,-2-1-39 0 0,-1-2 0 0 0,-1 0 0 0 0,25-50 0 0 0,-28 45-67 0 0,-1 0 0 0 0,-2-1 1 0 0,-2-1-1 0 0,9-40 0 0 0,-17 59 122 0 0,0-1 1 0 0,-1 0-1 0 0,-1 0 0 0 0,0 0 0 0 0,-2 0 1 0 0,0 1-1 0 0,0-1 0 0 0,-2 0 0 0 0,0 0 1 0 0,-1 1-1 0 0,-7-18 0 0 0,10 29 22 0 0,-1 1-1 0 0,-1 0 1 0 0,1 0 0 0 0,0 0 0 0 0,-1 0-1 0 0,0 0 1 0 0,0 1 0 0 0,-4-5 0 0 0,6 7-61 0 0,0 1 1 0 0,1-1-1 0 0,-1 1 1 0 0,0-1-1 0 0,1 1 0 0 0,-1 0 1 0 0,0-1-1 0 0,0 1 1 0 0,0-1-1 0 0,1 1 1 0 0,-1 0-1 0 0,0 0 1 0 0,0 0-1 0 0,0-1 1 0 0,0 1-1 0 0,0 0 1 0 0,1 0-1 0 0,-1 0 1 0 0,-2 1-1 0 0,2-1-6 0 0,0 1-1 0 0,0-1 1 0 0,0 1 0 0 0,0 0 0 0 0,0-1-1 0 0,0 1 1 0 0,0 0 0 0 0,0 0-1 0 0,0 0 1 0 0,0 0 0 0 0,0 0-1 0 0,1 0 1 0 0,-1 0 0 0 0,0 0-1 0 0,1 0 1 0 0,-1 0 0 0 0,1 0 0 0 0,-1 2-1 0 0,-3 7 4 0 0,1 0 0 0 0,1-1 0 0 0,0 1 0 0 0,0 0 0 0 0,1 1 0 0 0,0-1 0 0 0,1 0 0 0 0,0 0 0 0 0,2 15 1 0 0,1-2-8 0 0,2 1 1 0 0,13 43 0 0 0,-9-41-11 0 0,1-1 1 0 0,1 0-1 0 0,1-1 1 0 0,1 0-1 0 0,2-1 1 0 0,0-1 0 0 0,1 0-1 0 0,30 30 1 0 0,-31-37-32 0 0,2 0 0 0 0,-1-2 0 0 0,2 0 0 0 0,0 0 0 0 0,0-2 0 0 0,1-1 0 0 0,0 0 0 0 0,1-1 1 0 0,0-1-1 0 0,1-1 0 0 0,24 5 0 0 0,-20-7-332 0 0,47 3 1 0 0,-23-7-295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8.342"/>
    </inkml:context>
    <inkml:brush xml:id="br0">
      <inkml:brushProperty name="width" value="0.035" units="cm"/>
      <inkml:brushProperty name="height" value="0.035" units="cm"/>
      <inkml:brushProperty name="color" value="#E71224"/>
    </inkml:brush>
  </inkml:definitions>
  <inkml:trace contextRef="#ctx0" brushRef="#br0">94 0 9218 0 0,'-11'0'402'0'0,"-24"1"79"0"0,32-1-435 0 0,1 0 0 0 0,-1 1 0 0 0,1-1 0 0 0,-1 1 0 0 0,1 0 0 0 0,-1-1 0 0 0,1 1-1 0 0,-1 0 1 0 0,1 1 0 0 0,-3 1 0 0 0,4-2 681 0 0,0 1-1 0 0,0 0 0 0 0,0 0 0 0 0,0 0 0 0 0,0 1 1 0 0,0-1-1 0 0,1 0 0 0 0,-1 0 0 0 0,1 0 1 0 0,0 1-1 0 0,0-1 0 0 0,-1 4 0 0 0,0 3 444 0 0,-3 35-1312 0 0,2-1 1 0 0,1 1 0 0 0,2 0 0 0 0,2-1 0 0 0,3 0 0 0 0,18 78 0 0 0,97 248-1767 0 0,-114-351 1847 0 0,38 101-942 0 0,5-1 0 0 0,116 195 0 0 0,-147-283 459 0 0,23 35-583 0 0,-11-24-3482 0 0,-22-31 727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8.541"/>
    </inkml:context>
    <inkml:brush xml:id="br0">
      <inkml:brushProperty name="width" value="0.035" units="cm"/>
      <inkml:brushProperty name="height" value="0.035" units="cm"/>
      <inkml:brushProperty name="color" value="#E71224"/>
    </inkml:brush>
  </inkml:definitions>
  <inkml:trace contextRef="#ctx0" brushRef="#br0">83 376 21661 0 0,'-26'-4'819'0'0,"13"2"-311"0"0,0 0 1 0 0,-15-6-1 0 0,28 8-521 0 0,-1 0 0 0 0,1-1 0 0 0,0 1 0 0 0,0 0 0 0 0,0 0 0 0 0,-1-1 0 0 0,1 1 0 0 0,0 0 0 0 0,0-1 0 0 0,0 1 0 0 0,0 0 0 0 0,0-1 0 0 0,-1 1 0 0 0,1 0 0 0 0,0-1 0 0 0,0 1 0 0 0,0 0 0 0 0,0-1 0 0 0,0 1 0 0 0,0 0 0 0 0,0-1 0 0 0,0 1 0 0 0,0 0 0 0 0,1-1 0 0 0,-1 1 0 0 0,0 0 0 0 0,0-1 0 0 0,0 1 0 0 0,0 0 0 0 0,0-1 0 0 0,1 1 0 0 0,5-12-340 0 0,-4 10 368 0 0,1-1 0 0 0,0 0 1 0 0,-1 1-1 0 0,1 0 0 0 0,1 0 0 0 0,-1 0 1 0 0,0 0-1 0 0,6-2 0 0 0,32-10 182 0 0,-31 11-191 0 0,123-35-345 0 0,86-27-109 0 0,179-96-2755 0 0,-325 127-3908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8.750"/>
    </inkml:context>
    <inkml:brush xml:id="br0">
      <inkml:brushProperty name="width" value="0.035" units="cm"/>
      <inkml:brushProperty name="height" value="0.035" units="cm"/>
      <inkml:brushProperty name="color" value="#E71224"/>
    </inkml:brush>
  </inkml:definitions>
  <inkml:trace contextRef="#ctx0" brushRef="#br0">48 18 17508 0 0,'-8'-4'305'0'0,"6"2"-160"0"0,-1 0 1 0 0,0 0-1 0 0,0 1 1 0 0,0 0-1 0 0,0-1 0 0 0,-1 1 1 0 0,1 1-1 0 0,0-1 0 0 0,0 0 1 0 0,-7 0-1 0 0,13 23-73 0 0,10 35 278 0 0,23 61-1 0 0,30 53 366 0 0,66 138-2320 0 0,-94-221-5309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9.064"/>
    </inkml:context>
    <inkml:brush xml:id="br0">
      <inkml:brushProperty name="width" value="0.035" units="cm"/>
      <inkml:brushProperty name="height" value="0.035" units="cm"/>
      <inkml:brushProperty name="color" value="#E71224"/>
    </inkml:brush>
  </inkml:definitions>
  <inkml:trace contextRef="#ctx0" brushRef="#br0">158 158 17052 0 0,'-5'8'183'0'0,"1"1"0"0"0,1 0 0 0 0,0 0 0 0 0,0 0 0 0 0,1 0 0 0 0,0 0 0 0 0,0 1 0 0 0,0 14 0 0 0,-2 7 18 0 0,-48 219-4302 0 0,40-214 1633 0 0,10-33 2108 0 0,1 0 0 0 0,0 0-1 0 0,-1 0 1 0 0,0-1 0 0 0,0 1 0 0 0,1-1-1 0 0,-2 1 1 0 0,1-1 0 0 0,-3 3 0 0 0,5-4 287 0 0,-1-1 1 0 0,1 0 0 0 0,0 1 0 0 0,-1-1 0 0 0,1 0 0 0 0,-1 0 0 0 0,1 0 0 0 0,0 1 0 0 0,-1-1 0 0 0,1 0 0 0 0,-1 0 0 0 0,1 0 0 0 0,0 0 0 0 0,-1 0 0 0 0,1 0 0 0 0,-1 0 0 0 0,1 0 0 0 0,-1 0-1 0 0,1 0 1 0 0,-1 0 0 0 0,1 0 0 0 0,0 0 0 0 0,-1 0 0 0 0,1 0 0 0 0,-1-1 0 0 0,1 1 0 0 0,0 0 0 0 0,-1-1 0 0 0,-9-11 714 0 0,1-17 3131 0 0,4 4-2193 0 0,2-1 0 0 0,1 1 0 0 0,0 0 0 0 0,2-1 0 0 0,5-42 0 0 0,-2 53-1338 0 0,0 0 0 0 0,0 0 0 0 0,2 0 0 0 0,0 0 0 0 0,0 1 0 0 0,2 0 1 0 0,-1 0-1 0 0,2 1 0 0 0,0-1 0 0 0,17-20 0 0 0,-6 13-184 0 0,1 0-1 0 0,1 2 1 0 0,1 0-1 0 0,25-16 1 0 0,-17 15-1384 0 0,39-18-1 0 0,-42 24-6190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9.224"/>
    </inkml:context>
    <inkml:brush xml:id="br0">
      <inkml:brushProperty name="width" value="0.035" units="cm"/>
      <inkml:brushProperty name="height" value="0.035" units="cm"/>
      <inkml:brushProperty name="color" value="#E71224"/>
    </inkml:brush>
  </inkml:definitions>
  <inkml:trace contextRef="#ctx0" brushRef="#br0">33 110 7370 0 0,'-5'-14'320'0'0,"0"2"80"0"0,2 2-320 0 0,1 4-80 0 0,1 3 0 0 0,-1 1 0 0 0,0 0 1400 0 0,1-3 264 0 0,-3-3 49 0 0,1 0 15 0 0,2 0-768 0 0,-1 0-143 0 0,2 3-33 0 0,2 1-8 0 0,1 1-616 0 0,-6 0-160 0 0,-1-5 0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9.390"/>
    </inkml:context>
    <inkml:brush xml:id="br0">
      <inkml:brushProperty name="width" value="0.035" units="cm"/>
      <inkml:brushProperty name="height" value="0.035" units="cm"/>
      <inkml:brushProperty name="color" value="#E71224"/>
    </inkml:brush>
  </inkml:definitions>
  <inkml:trace contextRef="#ctx0" brushRef="#br0">0 1 21661 0 0,'7'16'1920'0'0,"1"1"-1536"0"0,0-1-304 0 0,-1-6-80 0 0,2 0-128 0 0,1 1-32 0 0,7 10-16 0 0,10 15 0 0 0,8 12 8 0 0,4 3 0 0 0,-1-1 0 0 0,-4-7 0 0 0,-6-9 104 0 0,-8-9 64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39.850"/>
    </inkml:context>
    <inkml:brush xml:id="br0">
      <inkml:brushProperty name="width" value="0.035" units="cm"/>
      <inkml:brushProperty name="height" value="0.035" units="cm"/>
      <inkml:brushProperty name="color" value="#E71224"/>
    </inkml:brush>
  </inkml:definitions>
  <inkml:trace contextRef="#ctx0" brushRef="#br0">24 0 17972 0 0,'-3'3'175'0'0,"1"0"-1"0"0,-1 1 1 0 0,1-1 0 0 0,0 1-1 0 0,0-1 1 0 0,1 1 0 0 0,-1-1-1 0 0,1 1 1 0 0,0 0 0 0 0,0 0-1 0 0,0 0 1 0 0,-1 6 0 0 0,2 2 86 0 0,0 1 1 0 0,3 21-1 0 0,-1-8 239 0 0,77 686-3183 0 0,-77-698 2553 0 0,23 133-2321 0 0,-20-125 1843 0 0,1 0 0 0 0,1 0 0 0 0,1-1 0 0 0,16 31 0 0 0,-21-46 542 0 0,0-1 1 0 0,0 0-1 0 0,1-1 1 0 0,0 1-1 0 0,0-1 1 0 0,0 1 0 0 0,0-1-1 0 0,1 0 1 0 0,9 6-1 0 0,-12-9 174 0 0,0 0-1 0 0,0 0 1 0 0,0 0-1 0 0,0 0 1 0 0,0 0-1 0 0,1-1 1 0 0,-1 1-1 0 0,0-1 1 0 0,0 0-1 0 0,0 1 1 0 0,0-1-1 0 0,1 0 1 0 0,-1 0 0 0 0,0 0-1 0 0,0-1 1 0 0,0 1-1 0 0,1 0 1 0 0,-1-1-1 0 0,0 0 1 0 0,0 1-1 0 0,0-1 1 0 0,0 0-1 0 0,0 0 1 0 0,0 0-1 0 0,0 0 1 0 0,0 0-1 0 0,-1-1 1 0 0,1 1-1 0 0,2-3 1 0 0,1-1 377 0 0,0 0 0 0 0,-1 0 0 0 0,0-1 0 0 0,0 0 0 0 0,0 0 0 0 0,4-10-1 0 0,15-43 1506 0 0,-9 20-1345 0 0,0 5-394 0 0,2 1 0 0 0,1 0 0 0 0,1 2 0 0 0,24-32 0 0 0,-33 52-298 0 0,0 0 1 0 0,0 0 0 0 0,1 1-1 0 0,0 0 1 0 0,1 1 0 0 0,0 0-1 0 0,1 1 1 0 0,0 0 0 0 0,0 1-1 0 0,0 0 1 0 0,1 1-1 0 0,0 1 1 0 0,22-7 0 0 0,-30 11 38 0 0,0 0-1 0 0,1 0 1 0 0,-1 0 0 0 0,0 1 0 0 0,1 0-1 0 0,-1 0 1 0 0,1 0 0 0 0,-1 1 0 0 0,1-1-1 0 0,-1 1 1 0 0,0 1 0 0 0,0-1 0 0 0,1 1-1 0 0,8 4 1 0 0,-11-4 19 0 0,0 0 0 0 0,0 0 0 0 0,0 0 0 0 0,0 1 0 0 0,0-1 0 0 0,0 1 0 0 0,-1 0 0 0 0,1 0 0 0 0,-1 0 0 0 0,0 0 0 0 0,0 0-1 0 0,0 0 1 0 0,0 1 0 0 0,-1-1 0 0 0,1 1 0 0 0,-1-1 0 0 0,0 1 0 0 0,0-1 0 0 0,0 1 0 0 0,-1 0 0 0 0,1 0 0 0 0,-1 3 0 0 0,0 7-1 0 0,0-1 0 0 0,-1 0 1 0 0,-1 1-1 0 0,0-1 1 0 0,-1 0-1 0 0,-1 0 0 0 0,-5 14 1 0 0,-1-2-90 0 0,-1 0 0 0 0,-22 35 0 0 0,10-25 106 0 0,-1-1 0 0 0,-2-1 0 0 0,-2-1 0 0 0,0-1 0 0 0,-66 52 0 0 0,92-81-22 0 0,-16 12 242 0 0,-31 19 1 0 0,45-31-209 0 0,0 1 1 0 0,0-1-1 0 0,-1 0 1 0 0,1 0 0 0 0,-1 0-1 0 0,1-1 1 0 0,-1 0-1 0 0,0 0 1 0 0,0 0-1 0 0,1 0 1 0 0,-1-1-1 0 0,0 0 1 0 0,-10 0-1 0 0,5-4-1602 0 0,0-3-6305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0.068"/>
    </inkml:context>
    <inkml:brush xml:id="br0">
      <inkml:brushProperty name="width" value="0.035" units="cm"/>
      <inkml:brushProperty name="height" value="0.035" units="cm"/>
      <inkml:brushProperty name="color" value="#E71224"/>
    </inkml:brush>
  </inkml:definitions>
  <inkml:trace contextRef="#ctx0" brushRef="#br0">1 109 5985 0 0,'8'-6'-235'0'0,"-1"1"1533"0"0,1 1 0 0 0,0-1 1 0 0,0 1-1 0 0,0 1 0 0 0,9-4 1 0 0,-15 7-951 0 0,0-1 1 0 0,0 1 0 0 0,0 0 0 0 0,0-1 0 0 0,0 1-1 0 0,0 0 1 0 0,0 0 0 0 0,1 0 0 0 0,-1 1-1 0 0,0-1 1 0 0,0 1 0 0 0,0-1 0 0 0,0 1-1 0 0,2 0 1 0 0,-2 0-307 0 0,0 0 0 0 0,0 1 0 0 0,-1-1 0 0 0,1 0 0 0 0,0 0 0 0 0,-1 1 0 0 0,1-1-1 0 0,-1 1 1 0 0,1 0 0 0 0,0 1 0 0 0,9 15 347 0 0,11 23 0 0 0,-16-29-243 0 0,-1 0 1 0 0,2-1 0 0 0,0 1-1 0 0,0-2 1 0 0,1 1 0 0 0,15 14 0 0 0,-18-20-119 0 0,1 0 0 0 0,0 0 0 0 0,1-1 0 0 0,-1 0 0 0 0,1 0 0 0 0,-1 0 0 0 0,1-1 1 0 0,1 0-1 0 0,-1-1 0 0 0,0 0 0 0 0,0 0 0 0 0,1 0 0 0 0,0-1 0 0 0,9 1 1 0 0,-8-2 10 0 0,0 0-1 0 0,0-1 1 0 0,0 0 0 0 0,0-1 0 0 0,-1 0 0 0 0,1 0 0 0 0,-1-1 0 0 0,1 0 0 0 0,-1 0 0 0 0,0-1 0 0 0,0 0 0 0 0,9-6 0 0 0,-4 0-64 0 0,0 0 0 0 0,0-1-1 0 0,0 0 1 0 0,-2-1 0 0 0,1 0 0 0 0,-2-1 0 0 0,0 0 0 0 0,0 0 0 0 0,-1-1 0 0 0,-1-1 0 0 0,0 0 0 0 0,-1 0 0 0 0,-1 0-1 0 0,0-1 1 0 0,5-22 0 0 0,-6 13-646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0.298"/>
    </inkml:context>
    <inkml:brush xml:id="br0">
      <inkml:brushProperty name="width" value="0.035" units="cm"/>
      <inkml:brushProperty name="height" value="0.035" units="cm"/>
      <inkml:brushProperty name="color" value="#E71224"/>
    </inkml:brush>
  </inkml:definitions>
  <inkml:trace contextRef="#ctx0" brushRef="#br0">26 67 15667 0 0,'-6'-7'811'0'0,"-9"-15"-121"0"0,15 21-615 0 0,-1 0 1 0 0,1-1-1 0 0,-1 1 0 0 0,0 0 0 0 0,1 0 1 0 0,0 0-1 0 0,-1 0 0 0 0,1-1 0 0 0,0 1 1 0 0,0 0-1 0 0,-1 0 0 0 0,1-1 0 0 0,0 1 0 0 0,0 0 1 0 0,1-3-1 0 0,-1 3 25 0 0,0 1 1 0 0,0-1-1 0 0,0 0 1 0 0,1 0 0 0 0,-1 1-1 0 0,0-1 1 0 0,1 0-1 0 0,-1 1 1 0 0,0-1-1 0 0,1 0 1 0 0,-1 1-1 0 0,1-1 1 0 0,-1 1-1 0 0,1-1 1 0 0,-1 0-1 0 0,1 1 1 0 0,-1-1-1 0 0,1 1 1 0 0,0 0-1 0 0,-1-1 1 0 0,1 1-1 0 0,0-1 1 0 0,-1 1-1 0 0,1 0 1 0 0,0 0-1 0 0,0-1 1 0 0,-1 1-1 0 0,1 0 1 0 0,0 0-1 0 0,0 0 1 0 0,-1 0-1 0 0,1 0 1 0 0,0 0-1 0 0,0 0 1 0 0,-1 0-1 0 0,1 0 1 0 0,0 0-1 0 0,0 0 1 0 0,1 1-1 0 0,0 0-137 0 0,0 0 0 0 0,0 0 0 0 0,0 0 0 0 0,-1 1 0 0 0,1-1 0 0 0,0 0 0 0 0,0 1 0 0 0,-1-1-1 0 0,1 1 1 0 0,-1 0 0 0 0,1-1 0 0 0,1 4 0 0 0,7 16 7 0 0,0 0 0 0 0,-2 1 0 0 0,-1 0 0 0 0,8 37 0 0 0,-10-39 29 0 0,90 523 1071 0 0,-53-201-3385 0 0,-34-293-5084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0.499"/>
    </inkml:context>
    <inkml:brush xml:id="br0">
      <inkml:brushProperty name="width" value="0.035" units="cm"/>
      <inkml:brushProperty name="height" value="0.035" units="cm"/>
      <inkml:brushProperty name="color" value="#E71224"/>
    </inkml:brush>
  </inkml:definitions>
  <inkml:trace contextRef="#ctx0" brushRef="#br0">3 389 20276 0 0,'0'-1'94'0'0,"0"0"-1"0"0,-1 1 1 0 0,1-1-1 0 0,0 0 1 0 0,0 1-1 0 0,-1-1 0 0 0,1 0 1 0 0,0 1-1 0 0,0-1 1 0 0,0 0-1 0 0,0 1 1 0 0,0-1-1 0 0,0 0 1 0 0,0 1-1 0 0,0-1 0 0 0,0 0 1 0 0,0 1-1 0 0,1-1 1 0 0,-1 0-1 0 0,0 1 1 0 0,0-1-1 0 0,1 0 1 0 0,0 0-1 0 0,13-8-36 0 0,0 1 116 0 0,13-11-149 0 0,58-28 0 0 0,35-7-29 0 0,28-14-1262 0 0,-87 36-34 0 0,-11 7 9 0 0,69-46 0 0 0,-70 32 1256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0.822"/>
    </inkml:context>
    <inkml:brush xml:id="br0">
      <inkml:brushProperty name="width" value="0.035" units="cm"/>
      <inkml:brushProperty name="height" value="0.035" units="cm"/>
      <inkml:brushProperty name="color" value="#E71224"/>
    </inkml:brush>
  </inkml:definitions>
  <inkml:trace contextRef="#ctx0" brushRef="#br0">47 558 17508 0 0,'0'1'52'0'0,"-1"0"149"0"0,0 1 0 0 0,1 0-1 0 0,-1 0 1 0 0,1 0 0 0 0,-1 0 0 0 0,1 0 0 0 0,0-1 0 0 0,0 1-1 0 0,0 3 1 0 0,0-5-177 0 0,0 0-1 0 0,0 1 1 0 0,0-1 0 0 0,0 0-1 0 0,0 0 1 0 0,0 0-1 0 0,1 1 1 0 0,-1-1 0 0 0,0 0-1 0 0,0 0 1 0 0,0 1-1 0 0,1-1 1 0 0,-1 0 0 0 0,0 0-1 0 0,0 0 1 0 0,0 0-1 0 0,1 0 1 0 0,-1 1 0 0 0,0-1-1 0 0,0 0 1 0 0,1 0-1 0 0,-1 0 1 0 0,0 0 0 0 0,0 0-1 0 0,1 0 1 0 0,13-1 1384 0 0,11-6-1409 0 0,-1-1 0 0 0,0 0 0 0 0,-1-2 0 0 0,43-24 0 0 0,-35 14-738 0 0,-1-2-1 0 0,-1-1 1 0 0,27-28 0 0 0,-33 28-1084 0 0,-1-2-1 0 0,-1-1 0 0 0,30-47 0 0 0,-42 57 604 0 0,-1 0 0 0 0,0-1 1 0 0,11-32-1 0 0,-17 41 1080 0 0,0 1 0 0 0,0-1 0 0 0,-1 1 1 0 0,0-1-1 0 0,0 1 0 0 0,-1-1 0 0 0,0 0 1 0 0,0 1-1 0 0,-1-1 0 0 0,0 1 0 0 0,0-1 1 0 0,-3-7-1 0 0,3 12 268 0 0,0 1 0 0 0,0-1 0 0 0,0 0-1 0 0,-1 0 1 0 0,1 1 0 0 0,-1-1 0 0 0,0 1 0 0 0,0 0 0 0 0,0-1-1 0 0,0 1 1 0 0,0 0 0 0 0,0 0 0 0 0,0 0 0 0 0,-1 0 0 0 0,1 1-1 0 0,-1-1 1 0 0,1 0 0 0 0,-1 1 0 0 0,0 0 0 0 0,1 0 0 0 0,-1 0-1 0 0,-4-1 1 0 0,1 1 178 0 0,1 1 0 0 0,0-1 0 0 0,-1 1 0 0 0,1 0 0 0 0,-1 1 0 0 0,1-1 0 0 0,0 1 0 0 0,0 0 0 0 0,-1 1 0 0 0,1-1 0 0 0,0 1 0 0 0,-5 2-1 0 0,-12 7 369 0 0,0 1 0 0 0,0 1 0 0 0,1 1 0 0 0,1 1 0 0 0,0 0 0 0 0,-17 20 0 0 0,4-2 698 0 0,2 1 0 0 0,-36 53 0 0 0,51-63-1177 0 0,1 0 0 0 0,1 0 0 0 0,1 1 0 0 0,2 1-1 0 0,0 0 1 0 0,-12 48 0 0 0,20-57-176 0 0,0-1 0 0 0,1 0-1 0 0,1 0 1 0 0,0 1 0 0 0,3 24 0 0 0,0-30 10 0 0,-1 0-1 0 0,2 1 1 0 0,0-1 0 0 0,0 0 0 0 0,1 0-1 0 0,0 0 1 0 0,1-1 0 0 0,9 16-1 0 0,-9-19 9 0 0,0 1-1 0 0,1-1 0 0 0,0-1 0 0 0,0 1 0 0 0,0-1 1 0 0,0 0-1 0 0,1-1 0 0 0,0 1 0 0 0,1-1 1 0 0,-1-1-1 0 0,10 5 0 0 0,-7-4 7 0 0,1-1 0 0 0,0-1 0 0 0,0 1 0 0 0,0-2 0 0 0,1 0 0 0 0,-1 0 0 0 0,21 0 0 0 0,-8-3-19 0 0,1-1 0 0 0,-1-1 0 0 0,1-1 1 0 0,-1-2-1 0 0,0 0 0 0 0,-1-1 0 0 0,32-15 1 0 0,-1-2-269 0 0,0-4-115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1.422"/>
    </inkml:context>
    <inkml:brush xml:id="br0">
      <inkml:brushProperty name="width" value="0.035" units="cm"/>
      <inkml:brushProperty name="height" value="0.035" units="cm"/>
      <inkml:brushProperty name="color" value="#E71224"/>
    </inkml:brush>
  </inkml:definitions>
  <inkml:trace contextRef="#ctx0" brushRef="#br0">58 192 19812 0 0,'-7'-13'935'0'0,"4"8"-758"0"0,1 0 0 0 0,0 0 0 0 0,0 0-1 0 0,0 0 1 0 0,0 0 0 0 0,-1-7 0 0 0,2-21 427 0 0,1 29-569 0 0,-5-22-297 0 0,-14-41-1 0 0,15 61 9 0 0,1 7-62 0 0,0 12-82 0 0,4 35-261 0 0,7 65 0 0 0,-2-53 378 0 0,-5-45 263 0 0,74 788 1012 0 0,-62-693-987 0 0,4-1 0 0 0,47 155-1 0 0,-56-238-157 0 0,-2-9-133 0 0,-1-1 1 0 0,0 1-1 0 0,-1 0 1 0 0,-1 1-1 0 0,0-1 0 0 0,-1 20 1 0 0,-4-23-1692 0 0,-2-3-4080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2.001"/>
    </inkml:context>
    <inkml:brush xml:id="br0">
      <inkml:brushProperty name="width" value="0.035" units="cm"/>
      <inkml:brushProperty name="height" value="0.035" units="cm"/>
      <inkml:brushProperty name="color" value="#E71224"/>
    </inkml:brush>
  </inkml:definitions>
  <inkml:trace contextRef="#ctx0" brushRef="#br0">33 381 18892 0 0,'-6'-5'365'0'0,"3"3"-245"0"0,1 0 0 0 0,0 0 0 0 0,0 0 1 0 0,0 0-1 0 0,0 0 0 0 0,0-1 1 0 0,0 1-1 0 0,0-1 0 0 0,1 1 0 0 0,-1-1 1 0 0,1 0-1 0 0,0 1 0 0 0,-1-5 0 0 0,2 6-124 0 0,1-1-1 0 0,0 1 0 0 0,-1 0 0 0 0,1-1 0 0 0,0 1 1 0 0,0 0-1 0 0,0 0 0 0 0,0-1 0 0 0,0 1 0 0 0,0 0 0 0 0,1 0 1 0 0,1-1-1 0 0,4-5-57 0 0,10-9-167 0 0,0 1-1 0 0,0 1 0 0 0,1 0 1 0 0,35-19-1 0 0,85-36-1521 0 0,-32 20-853 0 0,129-41 0 0 0,-232 89 2613 0 0,7-2 471 0 0,0 0 0 0 0,0 1 0 0 0,-1 0-1 0 0,1 0 1 0 0,13 1 0 0 0,-21 1-392 0 0,0 0 1 0 0,0 0-1 0 0,0 0 0 0 0,0 0 1 0 0,-1 1-1 0 0,1-1 1 0 0,0 1-1 0 0,0-1 1 0 0,0 1-1 0 0,-1 0 0 0 0,1-1 1 0 0,0 1-1 0 0,-1 0 1 0 0,1 0-1 0 0,-1 0 1 0 0,1 1-1 0 0,-1-1 0 0 0,1 0 1 0 0,-1 0-1 0 0,0 1 1 0 0,1-1-1 0 0,-1 1 0 0 0,0-1 1 0 0,0 1-1 0 0,0 0 1 0 0,-1-1-1 0 0,1 1 1 0 0,0 0-1 0 0,0 0 0 0 0,-1-1 1 0 0,1 1-1 0 0,-1 0 1 0 0,0 0-1 0 0,0 0 1 0 0,1 2-1 0 0,0 29 921 0 0,0 0 1 0 0,-7 49-1 0 0,0 7-364 0 0,6-75-629 0 0,2 97 101 0 0,-1-99-123 0 0,1-1 0 0 0,0 1 0 0 0,1-1 0 0 0,0 1 0 0 0,0-1 0 0 0,1 0 0 0 0,7 13 0 0 0,-9-20-18 0 0,0-1 0 0 0,0 0 0 0 0,0 0-1 0 0,1 0 1 0 0,-1 0 0 0 0,1 0 0 0 0,0 0 0 0 0,-1-1-1 0 0,1 1 1 0 0,0-1 0 0 0,1 0 0 0 0,-1 0 0 0 0,0 0 0 0 0,1 0-1 0 0,4 1 1 0 0,-3-1 6 0 0,-1-1 1 0 0,1 0-1 0 0,0-1 0 0 0,-1 1 0 0 0,1-1 0 0 0,-1 0 1 0 0,1 0-1 0 0,0-1 0 0 0,-1 1 0 0 0,1-1 0 0 0,5-2 1 0 0,1 0 12 0 0,0-2 1 0 0,0 1-1 0 0,-1-1 1 0 0,1-1-1 0 0,-1 0 1 0 0,-1 0-1 0 0,1-1 1 0 0,-1 0-1 0 0,10-11 1 0 0,-4 2 93 0 0,0 0 0 0 0,-2-1 0 0 0,0-1 0 0 0,-1 0 0 0 0,-1-1 0 0 0,-1 0 0 0 0,0 0 0 0 0,-1-1 0 0 0,-2 0 0 0 0,0-1 0 0 0,-1 0 0 0 0,-1 0 1 0 0,4-36-1 0 0,-8 47 47 0 0,-1-1 0 0 0,0 1 0 0 0,-1 0 0 0 0,-3-13 0 0 0,3 17-47 0 0,0 1 0 0 0,-1 0-1 0 0,0-1 1 0 0,0 1 0 0 0,0 0 0 0 0,-1 0 0 0 0,1 1 0 0 0,-1-1 0 0 0,-6-7 0 0 0,8 11-78 0 0,1 0-1 0 0,-1 0 1 0 0,0 0-1 0 0,0 0 1 0 0,-1 0-1 0 0,1 1 1 0 0,0-1-1 0 0,0 0 0 0 0,0 1 1 0 0,0-1-1 0 0,-1 0 1 0 0,1 1-1 0 0,0-1 1 0 0,-1 1-1 0 0,1 0 1 0 0,0-1-1 0 0,-1 1 1 0 0,1 0-1 0 0,0 0 1 0 0,-2 0-1 0 0,1 0-30 0 0,-1 1 0 0 0,1-1 0 0 0,0 1 0 0 0,0 0 0 0 0,0-1-1 0 0,1 1 1 0 0,-1 0 0 0 0,0 0 0 0 0,0 0 0 0 0,0 0 0 0 0,1 1 0 0 0,-3 1 0 0 0,1 0-43 0 0,-1 0-1 0 0,1 1 1 0 0,0-1 0 0 0,0 1 0 0 0,1 0-1 0 0,-1 0 1 0 0,1 0 0 0 0,0 0 0 0 0,0 0 0 0 0,0 0-1 0 0,-1 7 1 0 0,2-6 35 0 0,0 0 1 0 0,1 0-1 0 0,0 0 0 0 0,1 0 1 0 0,-1 0-1 0 0,1 0 0 0 0,0 0 0 0 0,0-1 1 0 0,0 1-1 0 0,1 0 0 0 0,-1 0 1 0 0,1-1-1 0 0,0 1 0 0 0,5 7 1 0 0,4 4-39 0 0,0 1 0 0 0,18 18 1 0 0,-27-33 52 0 0,51 55-182 0 0,2-2 0 0 0,80 61 1 0 0,74 74-439 0 0,-197-178 577 0 0,122 128-527 0 0,-121-123 543 0 0,0 1 1 0 0,0 0-1 0 0,-2 1 1 0 0,0 0-1 0 0,-1 1 1 0 0,12 37-1 0 0,-18-46 38 0 0,-2 0 0 0 0,1 1 0 0 0,-2-1 0 0 0,1 1 0 0 0,-2-1 0 0 0,0 1-1 0 0,0-1 1 0 0,-1 1 0 0 0,0-1 0 0 0,-1 1 0 0 0,-4 13 0 0 0,1-9-32 0 0,0-1 0 0 0,-2 0 0 0 0,0-1 1 0 0,0 0-1 0 0,-2 0 0 0 0,1 0 0 0 0,-15 16 0 0 0,3-7-11 0 0,-1-1-1 0 0,-1-1 1 0 0,-29 21-1 0 0,-74 43 285 0 0,95-68 12 0 0,-1-1 0 0 0,0-1-1 0 0,0-2 1 0 0,-2-1 0 0 0,-59 13-1 0 0,75-21-147 0 0,-1-2-1 0 0,1 0 1 0 0,0-1 0 0 0,0-1-1 0 0,-1 0 1 0 0,1-1 0 0 0,0-1-1 0 0,0-1 1 0 0,0 0 0 0 0,0-1-1 0 0,0-1 1 0 0,1-1-1 0 0,-21-10 1 0 0,23 9-101 0 0,1-1 0 0 0,-1 0-1 0 0,2 0 1 0 0,-1-2 0 0 0,2 1-1 0 0,-22-23 1 0 0,3-7-286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2.435"/>
    </inkml:context>
    <inkml:brush xml:id="br0">
      <inkml:brushProperty name="width" value="0.035" units="cm"/>
      <inkml:brushProperty name="height" value="0.035" units="cm"/>
      <inkml:brushProperty name="color" value="#E71224"/>
    </inkml:brush>
  </inkml:definitions>
  <inkml:trace contextRef="#ctx0" brushRef="#br0">122 143 17972 0 0,'0'0'49'0'0,"1"0"0"0"0,-1 0 0 0 0,0 0 0 0 0,0 0 0 0 0,0 0 0 0 0,0-1 0 0 0,1 1 0 0 0,-1 0 0 0 0,0 0 0 0 0,0 0 0 0 0,0 0 0 0 0,0 0 0 0 0,1 0 0 0 0,-1 0 0 0 0,0 0 0 0 0,0 0 0 0 0,0 0 0 0 0,1 0 0 0 0,-1-1 0 0 0,0 1 0 0 0,0 0 0 0 0,1 0 0 0 0,-1 0 0 0 0,0 1 0 0 0,0-1 0 0 0,0 0 0 0 0,1 0 0 0 0,-1 0 0 0 0,0 0 0 0 0,0 0 0 0 0,0 0 0 0 0,1 0 0 0 0,-1 0 0 0 0,0 0 0 0 0,0 0 0 0 0,0 1 0 0 0,6 8 737 0 0,1 14 593 0 0,3 37-1312 0 0,-3 0 0 0 0,-1 78-1 0 0,-5-98-99 0 0,6 124-398 0 0,0 25-2036 0 0,-5-63-3871 0 0,-1-126 6323 0 0,-1 0-1 0 0,0 0 0 0 0,0 0 0 0 0,0 1 0 0 0,0-1 0 0 0,0 0 0 0 0,0 0 0 0 0,0 0 0 0 0,0 1 1 0 0,0-1-1 0 0,0 0 0 0 0,0 0 0 0 0,0 0 0 0 0,0 0 0 0 0,0 1 0 0 0,0-1 0 0 0,0 0 1 0 0,0 0-1 0 0,0 0 0 0 0,0 1 0 0 0,0-1 0 0 0,0 0 0 0 0,0 0 0 0 0,0 0 0 0 0,-1 0 0 0 0,1 1 1 0 0,0-1-1 0 0,0 0 0 0 0,0 0 0 0 0,0 0 0 0 0,0 0 0 0 0,0 0 0 0 0,-1 0 0 0 0,1 1 1 0 0,0-1-1 0 0,0 0 0 0 0,0 0 0 0 0,0 0 0 0 0,-1 0 0 0 0,1 0 0 0 0,0 0 0 0 0,0 0 0 0 0,0 0 1 0 0,-7-7 574 0 0,-5-15 1339 0 0,-27-78 3839 0 0,-6-57-3263 0 0,22 70-1896 0 0,16 63-484 0 0,-8-30 98 0 0,-11-64 0 0 0,24 101-175 0 0,0 1 0 0 0,1 0 0 0 0,1-1 1 0 0,0 1-1 0 0,1 0 0 0 0,1-1 0 0 0,1 1 0 0 0,7-26 0 0 0,-6 32-6 0 0,1 0 0 0 0,0 0 0 0 0,0 0 0 0 0,1 1 0 0 0,0 0 0 0 0,1 0 0 0 0,0 0 0 0 0,1 1 0 0 0,0 0 0 0 0,0 0-1 0 0,0 1 1 0 0,1 0 0 0 0,0 1 0 0 0,0 0 0 0 0,12-6 0 0 0,7-2-48 0 0,0 2 0 0 0,1 0 1 0 0,0 2-1 0 0,37-7 0 0 0,-49 13-46 0 0,0 0 0 0 0,1 2 0 0 0,-1 0 0 0 0,0 1-1 0 0,34 3 1 0 0,-45-2 45 0 0,0 1-1 0 0,0 1 1 0 0,0-1-1 0 0,0 1 1 0 0,-1 0-1 0 0,1 0 0 0 0,-1 1 1 0 0,1-1-1 0 0,5 5 1 0 0,-8-5 9 0 0,0 1-1 0 0,0-1 1 0 0,-1 1 0 0 0,1 0 0 0 0,0 0 0 0 0,-1 0-1 0 0,0 0 1 0 0,0 0 0 0 0,0 0 0 0 0,0 1 0 0 0,0-1 0 0 0,-1 1-1 0 0,1-1 1 0 0,-1 1 0 0 0,1 6 0 0 0,-1-3-22 0 0,0 1 0 0 0,-1-1 0 0 0,0 1 1 0 0,0-1-1 0 0,-1 1 0 0 0,0-1 0 0 0,0 0 0 0 0,-1 1 0 0 0,0-1 0 0 0,0 0 1 0 0,-1 0-1 0 0,0 0 0 0 0,-6 12 0 0 0,-3 0-153 0 0,0-1 0 0 0,0 0 0 0 0,-23 23 0 0 0,13-16 30 0 0,-2-1 0 0 0,0-1 0 0 0,-2-2 1 0 0,0 0-1 0 0,-2-2 0 0 0,-42 24 0 0 0,42-31-1217 0 0,2-4-5259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0:28:43.091"/>
    </inkml:context>
    <inkml:brush xml:id="br0">
      <inkml:brushProperty name="width" value="0.035" units="cm"/>
      <inkml:brushProperty name="height" value="0.035" units="cm"/>
      <inkml:brushProperty name="color" value="#E71224"/>
    </inkml:brush>
  </inkml:definitions>
  <inkml:trace contextRef="#ctx0" brushRef="#br0">0 711 20276 0 0,'1'2'279'0'0,"-1"1"0"0"0,1 0-1 0 0,0 0 1 0 0,-1-1 0 0 0,1 1 0 0 0,1 0-1 0 0,1 4 1 0 0,-1-6-281 0 0,-1 0 0 0 0,0 1 0 0 0,0-1 0 0 0,1 0 0 0 0,-1 0 0 0 0,0 0 0 0 0,1 0 0 0 0,-1-1 1 0 0,1 1-1 0 0,-1 0 0 0 0,1-1 0 0 0,0 1 0 0 0,-1-1 0 0 0,4 1 0 0 0,26 7 2 0 0,-16-3 0 0 0,0-2 0 0 0,22 3 0 0 0,-16-5-66 0 0,1-1 0 0 0,-1-1 0 0 0,0-1 0 0 0,0-1 0 0 0,0-1 0 0 0,0-1 0 0 0,-1-1 0 0 0,24-9 0 0 0,-12 2-308 0 0,0-2 0 0 0,-1-1 0 0 0,-1-2 0 0 0,35-26 1 0 0,-29 15-11 0 0,-1-2 1 0 0,-1-1 0 0 0,-2-2 0 0 0,-1-1 0 0 0,-2-1 0 0 0,39-64 0 0 0,-56 80 943 0 0,13-31 1 0 0,-21 41-270 0 0,-1 1 1 0 0,0-1 0 0 0,0 0 0 0 0,-1 0-1 0 0,2-18 1 0 0,-4 26-224 0 0,0 0 1 0 0,0 0-1 0 0,0 0 0 0 0,0 0 1 0 0,0 0-1 0 0,0 0 1 0 0,-1 0-1 0 0,1 0 0 0 0,-1 0 1 0 0,1 0-1 0 0,-1 0 0 0 0,0 0 1 0 0,0 0-1 0 0,0 1 0 0 0,0-1 1 0 0,0 0-1 0 0,0 1 0 0 0,0-1 1 0 0,-1 0-1 0 0,1 1 1 0 0,0 0-1 0 0,-3-3 0 0 0,2 3-31 0 0,-1 0 0 0 0,1 0 0 0 0,0 0 0 0 0,0 1 0 0 0,-1-1 0 0 0,1 1 0 0 0,-1-1 0 0 0,1 1 0 0 0,0 0-1 0 0,-1 0 1 0 0,1 0 0 0 0,-1 0 0 0 0,1 0 0 0 0,0 0 0 0 0,-1 1 0 0 0,1-1 0 0 0,-1 1 0 0 0,-1 1 0 0 0,-18 6 22 0 0,0 1 0 0 0,1 1 1 0 0,0 0-1 0 0,-24 18 0 0 0,-72 62-438 0 0,83-60 81 0 0,1 1 0 0 0,2 2 0 0 0,1 1 0 0 0,1 1 0 0 0,2 1 0 0 0,-35 64 0 0 0,57-90 274 0 0,0 1-1 0 0,0-1 1 0 0,1 1-1 0 0,0 1 1 0 0,-3 19-1 0 0,6-28 70 0 0,1 0 0 0 0,0 1 0 0 0,0-1-1 0 0,0 1 1 0 0,0-1 0 0 0,0 0 0 0 0,1 1 0 0 0,0-1 0 0 0,-1 0-1 0 0,3 6 1 0 0,-2-8 22 0 0,0 1 0 0 0,0 0 0 0 0,1 0 0 0 0,-1 0 0 0 0,0 0 0 0 0,1-1 0 0 0,-1 1 0 0 0,1-1 0 0 0,0 1 0 0 0,-1-1 0 0 0,1 1 0 0 0,0-1 0 0 0,0 0 0 0 0,0 0-1 0 0,0 0 1 0 0,0 0 0 0 0,3 1 0 0 0,2 0 15 0 0,1-1 0 0 0,-1 0-1 0 0,0 0 1 0 0,1 0 0 0 0,-1-1 0 0 0,0 0-1 0 0,1 0 1 0 0,-1-1 0 0 0,0 0-1 0 0,9-2 1 0 0,8-4 55 0 0,37-14 1 0 0,-13 1-165 0 0,-1-3 0 0 0,-1-2-1 0 0,51-36 1 0 0,121-104-820 0 0,-154 115 444 0 0,104-77-1104 0 0,11-8 1001 0 0,-64 40 3238 0 0,-101 79-1933 0 0,-14 16-790 0 0,0 0-1 0 0,1 0 0 0 0,-1-1 0 0 0,0 1 1 0 0,0 0-1 0 0,0 0 0 0 0,0 0 0 0 0,0 0 1 0 0,0 0-1 0 0,0 0 0 0 0,0 0 0 0 0,0 0 1 0 0,0 0-1 0 0,0 0 0 0 0,0 0 1 0 0,0 0-1 0 0,0-1 0 0 0,0 1 0 0 0,0 0 1 0 0,0 0-1 0 0,0 0 0 0 0,0 0 0 0 0,0 0 1 0 0,0 0-1 0 0,0 0 0 0 0,0 0 0 0 0,0 0 1 0 0,0 0-1 0 0,0 0 0 0 0,-1 0 1 0 0,1-1-1 0 0,0 1 0 0 0,0 0 0 0 0,0 0 1 0 0,0 0-1 0 0,0 0 0 0 0,0 0 0 0 0,0 0 1 0 0,0 0-1 0 0,0 0 0 0 0,0 0 0 0 0,0 0 1 0 0,0 0-1 0 0,0 0 0 0 0,0 0 1 0 0,-1 0-1 0 0,1 0 0 0 0,0 0 0 0 0,0 0 1 0 0,0 0-1 0 0,0 0 0 0 0,0 0 0 0 0,0 0 1 0 0,0 0-1 0 0,0 0 0 0 0,0 0 0 0 0,0 0 1 0 0,-1 0-1 0 0,-11 4 164 0 0,-15 11-284 0 0,1 1 0 0 0,1 1 0 0 0,0 2 1 0 0,1 0-1 0 0,-33 35 0 0 0,47-44 49 0 0,1 0 0 0 0,0 1 0 0 0,1 0 0 0 0,0 0 0 0 0,0 1 0 0 0,1 0 0 0 0,-9 22 0 0 0,14-29 67 0 0,0-1 1 0 0,1 1-1 0 0,0 0 1 0 0,0-1-1 0 0,0 1 1 0 0,0 0-1 0 0,1 0 1 0 0,0 0-1 0 0,0-1 1 0 0,0 1 0 0 0,1 0-1 0 0,-1 0 1 0 0,1 0-1 0 0,0-1 1 0 0,1 1-1 0 0,-1-1 1 0 0,1 1-1 0 0,0-1 1 0 0,0 1-1 0 0,0-1 1 0 0,0 0-1 0 0,1 0 1 0 0,0 0-1 0 0,0 0 1 0 0,5 5-1 0 0,-2-4-3 0 0,0 0 0 0 0,0 0 0 0 0,1-1 0 0 0,-1 0 0 0 0,1 0 0 0 0,0-1 0 0 0,0 0 0 0 0,1 0 0 0 0,-1-1 0 0 0,10 3 0 0 0,12 1-70 0 0,39 2-1 0 0,-46-6-7 0 0,13 2-6 0 0,78 11-266 0 0,-102-13 335 0 0,1 1 0 0 0,0 1 0 0 0,-1 0 0 0 0,1 0 0 0 0,-1 1 0 0 0,-1 1 0 0 0,12 7 0 0 0,-20-12 28 0 0,0 0-1 0 0,0 0 1 0 0,-1 0 0 0 0,1 1 0 0 0,0-1 0 0 0,-1 1 0 0 0,1-1 0 0 0,-1 1 0 0 0,0 0 0 0 0,0-1-1 0 0,1 1 1 0 0,-1 0 0 0 0,0 0 0 0 0,-1 0 0 0 0,1 0 0 0 0,0 0 0 0 0,0 0 0 0 0,-1 0 0 0 0,1 0-1 0 0,-1 2 1 0 0,0-1 5 0 0,0 0 1 0 0,-1-1-1 0 0,1 1 0 0 0,-1 0 0 0 0,0-1 0 0 0,0 1 0 0 0,0-1 0 0 0,0 1 0 0 0,-1-1 0 0 0,1 1 1 0 0,0-1-1 0 0,-1 0 0 0 0,0 0 0 0 0,1 1 0 0 0,-4 1 0 0 0,-2 4-8 0 0,-2-1 0 0 0,1 0 0 0 0,-1 0-1 0 0,0-1 1 0 0,0 0 0 0 0,0-1 0 0 0,-13 6 0 0 0,-74 25-19 0 0,80-31 12 0 0,-27 9-148 0 0,-45 9 0 0 0,74-20-52 0 0,0-1 1 0 0,0-1-1 0 0,0 0 1 0 0,0 0-1 0 0,-1-2 1 0 0,1 0-1 0 0,-23-4 0 0 0,1-6 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3.944"/>
    </inkml:context>
    <inkml:brush xml:id="br0">
      <inkml:brushProperty name="width" value="0.035" units="cm"/>
      <inkml:brushProperty name="height" value="0.035" units="cm"/>
      <inkml:brushProperty name="color" value="#E71224"/>
    </inkml:brush>
  </inkml:definitions>
  <inkml:trace contextRef="#ctx0" brushRef="#br0">74 312 8290 0 0,'-4'-1'541'0'0,"3"1"-452"0"0,1 0 0 0 0,-1 0 1 0 0,1 0-1 0 0,-1 0 0 0 0,1 0 0 0 0,-1 0 1 0 0,0 0-1 0 0,1 0 0 0 0,-1 1 0 0 0,1-1 1 0 0,-1 0-1 0 0,1 0 0 0 0,-1 0 1 0 0,1 1-1 0 0,-1-1 0 0 0,1 0 0 0 0,-1 0 1 0 0,1 1-1 0 0,0-1 0 0 0,-1 0 0 0 0,1 1 1 0 0,-1-1-1 0 0,1 1 0 0 0,-1 0 0 0 0,0-1 120 0 0,0 1 0 0 0,1 0 0 0 0,-1-1 0 0 0,0 1 0 0 0,0-1 0 0 0,0 1 0 0 0,0-1 0 0 0,0 0 0 0 0,0 1 0 0 0,0-1 0 0 0,-2 0 0 0 0,3 0-207 0 0,-1 0 1 0 0,1 0 0 0 0,-1 1 0 0 0,1-1-1 0 0,-1 0 1 0 0,1 0 0 0 0,-1 0 0 0 0,1 0-1 0 0,-1 0 1 0 0,1 1 0 0 0,-1-1 0 0 0,1 0-1 0 0,0 0 1 0 0,-1 1 0 0 0,1-1 0 0 0,-1 0-1 0 0,1 1 1 0 0,0-1 0 0 0,-1 0 0 0 0,1 1-1 0 0,0-1 1 0 0,-1 0 0 0 0,1 1 0 0 0,0-1-1 0 0,-1 1 1 0 0,1-1 0 0 0,0 1 0 0 0,0-1-1 0 0,0 1 1 0 0,0-1 0 0 0,-1 1-1 0 0,1-1 1 0 0,0 1 0 0 0,0-1 0 0 0,0 1-1 0 0,0-1 1 0 0,0 1 0 0 0,0-1 0 0 0,0 1-1 0 0,0-1 1 0 0,0 1 0 0 0,1-1 0 0 0,-1 1-1 0 0,0-1 1 0 0,0 1 0 0 0,0-1 0 0 0,0 1-1 0 0,1-1 1 0 0,-1 1 0 0 0,45 152 110 0 0,147 442 4541 0 0,-164-515-4468 0 0,-26-73-184 0 0,15 49 105 0 0,-15-52-94 0 0,-2 1 1 0 0,1-1-1 0 0,0 0 0 0 0,-1 1 0 0 0,0-1 0 0 0,0 0 1 0 0,0 1-1 0 0,-1-1 0 0 0,1 1 0 0 0,-3 6 1 0 0,3-11 12 0 0,0 1 1 0 0,-1 0-1 0 0,1 0 1 0 0,-1 0-1 0 0,1 0 1 0 0,0-1-1 0 0,-1 1 1 0 0,0 0-1 0 0,1 0 1 0 0,-1-1-1 0 0,1 1 1 0 0,-1 0-1 0 0,0-1 1 0 0,0 1-1 0 0,1-1 1 0 0,-1 1-1 0 0,0-1 1 0 0,0 1-1 0 0,1-1 1 0 0,-1 0-1 0 0,0 1 1 0 0,-1-1-1 0 0,0 0 14 0 0,0 1 1 0 0,1-1-1 0 0,-1 0 1 0 0,0 0-1 0 0,1-1 0 0 0,-1 1 1 0 0,0 0-1 0 0,0-1 1 0 0,1 1-1 0 0,-1-1 0 0 0,-1 0 1 0 0,-3-1 32 0 0,1-1 1 0 0,0 0 0 0 0,0 0-1 0 0,0-1 1 0 0,1 1 0 0 0,-6-6-1 0 0,-2-4 64 0 0,1-1-1 0 0,0 1 1 0 0,1-2-1 0 0,1 0 0 0 0,0 0 1 0 0,-7-19-1 0 0,-35-103 458 0 0,46 121-542 0 0,-24-82 68 0 0,4-1 0 0 0,5-2 0 0 0,-9-123 0 0 0,27 211-126 0 0,1-1 1 0 0,1 0-1 0 0,0 0 0 0 0,1 1 1 0 0,0-1-1 0 0,1 0 1 0 0,1 1-1 0 0,0-1 0 0 0,1 1 1 0 0,0 0-1 0 0,1 0 1 0 0,1 0-1 0 0,0 1 0 0 0,14-22 1 0 0,-2 10-79 0 0,0 1 0 0 0,1 0 0 0 0,1 2 0 0 0,1 0 0 0 0,1 2 0 0 0,35-25 0 0 0,-41 34 65 0 0,0 0-1 0 0,1 0 0 0 0,0 2 1 0 0,1 0-1 0 0,-1 1 0 0 0,1 1 0 0 0,1 0 1 0 0,-1 2-1 0 0,1 0 0 0 0,37-3 1 0 0,-45 7 19 0 0,0 0 0 0 0,0 1 0 0 0,0 0 0 0 0,0 1 0 0 0,-1 0 0 0 0,1 1 0 0 0,-1 0 0 0 0,19 9 0 0 0,-24-11 0 0 0,-1 2 0 0 0,0-1 0 0 0,-1 0 0 0 0,1 1 0 0 0,0-1 0 0 0,-1 1 0 0 0,1 0 0 0 0,-1 0 0 0 0,0 1 0 0 0,0-1 0 0 0,0 1 0 0 0,-1-1 0 0 0,1 1 0 0 0,-1 0 0 0 0,0 0 0 0 0,0 0 0 0 0,0 0 0 0 0,0 1 0 0 0,-1-1 0 0 0,0 0 0 0 0,0 1 0 0 0,0-1 0 0 0,0 9 0 0 0,-1-2 1 0 0,-1 0 1 0 0,0 0 0 0 0,-1 1-1 0 0,0-1 1 0 0,-1 0 0 0 0,0 0-1 0 0,-1-1 1 0 0,0 1 0 0 0,-1-1-1 0 0,0 1 1 0 0,0-2 0 0 0,-1 1-1 0 0,-8 9 1 0 0,-2 2-42 0 0,-2 0 0 0 0,0-2 0 0 0,-1 0 1 0 0,-32 24-1 0 0,-5-5 6 0 0,-2-1 0 0 0,-64 29-1 0 0,19-11-2027 0 0,86-45-4903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4.680"/>
    </inkml:context>
    <inkml:brush xml:id="br0">
      <inkml:brushProperty name="width" value="0.035" units="cm"/>
      <inkml:brushProperty name="height" value="0.035" units="cm"/>
      <inkml:brushProperty name="color" value="#E71224"/>
    </inkml:brush>
  </inkml:definitions>
  <inkml:trace contextRef="#ctx0" brushRef="#br0">22 163 14283 0 0,'-8'-13'1672'0'0,"-5"-8"-1086"0"0,26 69-880 0 0,-6-28 159 0 0,0 1-1 0 0,2-1 0 0 0,0-1 0 0 0,14 23 0 0 0,-19-37 146 0 0,-1 0 0 0 0,1 0 0 0 0,0 0-1 0 0,0 0 1 0 0,0-1 0 0 0,1 0 0 0 0,0 1 0 0 0,0-2 0 0 0,0 1-1 0 0,0-1 1 0 0,0 1 0 0 0,1-1 0 0 0,-1-1 0 0 0,1 1 0 0 0,0-1-1 0 0,0 0 1 0 0,0 0 0 0 0,0-1 0 0 0,9 2 0 0 0,-11-3 34 0 0,1 0 0 0 0,0 0 1 0 0,0-1-1 0 0,0 1 1 0 0,-1-1-1 0 0,1 0 0 0 0,0 0 1 0 0,-1-1-1 0 0,1 1 1 0 0,-1-1-1 0 0,1 0 0 0 0,4-3 1 0 0,-3 1 84 0 0,0-1 0 0 0,0 1 0 0 0,0-1 0 0 0,-1 0 0 0 0,0-1 0 0 0,0 1 0 0 0,5-8 0 0 0,-1-1 154 0 0,-1 1 0 0 0,0-1-1 0 0,-1-1 1 0 0,-1 1 0 0 0,-1-1 0 0 0,7-26-1 0 0,-9 29-130 0 0,-1 0-1 0 0,0 0 0 0 0,-1-1 1 0 0,0 1-1 0 0,-2-23 0 0 0,0 31-98 0 0,1 0 1 0 0,-1 0-1 0 0,0 0 1 0 0,0 0-1 0 0,0 0 1 0 0,0 0-1 0 0,-1 0 1 0 0,1 0-1 0 0,-1 1 0 0 0,0-1 1 0 0,0 1-1 0 0,0-1 1 0 0,-1 1-1 0 0,1 0 1 0 0,-1 0-1 0 0,0 0 0 0 0,0 0 1 0 0,0 0-1 0 0,0 1 1 0 0,0-1-1 0 0,-5-2 1 0 0,7 5-20 0 0,-1-1 1 0 0,1 0-1 0 0,-1 0 1 0 0,1 1-1 0 0,-1-1 1 0 0,1 1-1 0 0,-1 0 1 0 0,1-1-1 0 0,-1 1 1 0 0,1 0-1 0 0,-1 0 1 0 0,0 0-1 0 0,1 0 1 0 0,-1 0-1 0 0,1 0 1 0 0,-1 0-1 0 0,-2 1 1 0 0,3 0-20 0 0,0-1 1 0 0,0 1-1 0 0,0-1 0 0 0,0 1 1 0 0,0 0-1 0 0,1 0 0 0 0,-1-1 1 0 0,0 1-1 0 0,0 0 0 0 0,1 0 0 0 0,-1 0 1 0 0,0 0-1 0 0,1 0 0 0 0,-1 0 1 0 0,1 0-1 0 0,-1 0 0 0 0,1 0 1 0 0,-1 2-1 0 0,0 2-11 0 0,0-1 1 0 0,1 1-1 0 0,-1 0 0 0 0,1 0 1 0 0,0 0-1 0 0,0-1 0 0 0,1 1 1 0 0,-1 0-1 0 0,1 0 0 0 0,2 4 1 0 0,2 7-14 0 0,2 0 1 0 0,0-1-1 0 0,0 1 1 0 0,1-2-1 0 0,1 1 0 0 0,1-1 1 0 0,0-1-1 0 0,1 1 1 0 0,12 11-1 0 0,17 13-11 0 0,63 46-1 0 0,-68-57 12 0 0,101 69 9 0 0,-86-63 0 0 0,-2 1 0 0 0,53 49 0 0 0,-93-74 2 0 0,0-1-1 0 0,0 1 1 0 0,-1 1 0 0 0,0-1 0 0 0,0 1-1 0 0,-1 1 1 0 0,0-1 0 0 0,-1 1 0 0 0,-1 0-1 0 0,1 0 1 0 0,4 21 0 0 0,-8-24 0 0 0,0 0 0 0 0,0 0 0 0 0,-1 0 0 0 0,1 1 1 0 0,-2-1-1 0 0,1 0 0 0 0,-1 0 0 0 0,-1 0 0 0 0,0 0 0 0 0,0 0 1 0 0,0 0-1 0 0,-1 0 0 0 0,0 0 0 0 0,0-1 0 0 0,-1 1 0 0 0,0-1 1 0 0,-9 12-1 0 0,0-4 41 0 0,-1 0 0 0 0,0-1 0 0 0,-1 0 1 0 0,0-1-1 0 0,-1-1 0 0 0,0-1 0 0 0,-1 0 0 0 0,-1-1 0 0 0,1-1 1 0 0,-37 14-1 0 0,23-13 41 0 0,0-1 1 0 0,-1-1 0 0 0,0-2-1 0 0,0-1 1 0 0,0-2-1 0 0,-33 0 1 0 0,44-3-4 0 0,1-1 1 0 0,0 0-1 0 0,-33-8 1 0 0,45 7-240 0 0,0-1 1 0 0,0 1-1 0 0,0-1 0 0 0,0-1 1 0 0,1 0-1 0 0,-1 0 0 0 0,1 0 1 0 0,0-1-1 0 0,0 0 0 0 0,0 0 1 0 0,-7-9-1 0 0,-7-11-7661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4.999"/>
    </inkml:context>
    <inkml:brush xml:id="br0">
      <inkml:brushProperty name="width" value="0.035" units="cm"/>
      <inkml:brushProperty name="height" value="0.035" units="cm"/>
      <inkml:brushProperty name="color" value="#E71224"/>
    </inkml:brush>
  </inkml:definitions>
  <inkml:trace contextRef="#ctx0" brushRef="#br0">64 1 15667 0 0,'-8'2'500'0'0,"-22"6"509"0"0,28-7-981 0 0,0 0 0 0 0,0 0-1 0 0,0 0 1 0 0,0 0 0 0 0,0 0-1 0 0,0 0 1 0 0,0 0 0 0 0,1 1 0 0 0,-1-1-1 0 0,-3 4 1 0 0,5-4 170 0 0,-1 0-1 0 0,1 1 0 0 0,0-1 1 0 0,0 0-1 0 0,0 1 1 0 0,0-1-1 0 0,0 0 1 0 0,0 0-1 0 0,0 1 1 0 0,0-1-1 0 0,0 0 0 0 0,0 1 1 0 0,1-1-1 0 0,0 2 1 0 0,1 7 261 0 0,2 24-1117 0 0,2 1 0 0 0,2-1 0 0 0,23 63 0 0 0,52 94-478 0 0,-66-154 910 0 0,235 480-1460 0 0,-75-158 3148 0 0,-168-342-1102 0 0,-5-10-38 0 0,-1-1 0 0 0,0 1-1 0 0,0-1 1 0 0,3 12 0 0 0,-6-15-396 0 0,-2-1-165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5.183"/>
    </inkml:context>
    <inkml:brush xml:id="br0">
      <inkml:brushProperty name="width" value="0.035" units="cm"/>
      <inkml:brushProperty name="height" value="0.035" units="cm"/>
      <inkml:brushProperty name="color" value="#E71224"/>
    </inkml:brush>
  </inkml:definitions>
  <inkml:trace contextRef="#ctx0" brushRef="#br0">37 467 17052 0 0,'-4'-1'253'0'0,"1"1"-108"0"0,0-1 0 0 0,1 0 0 0 0,-1 0 0 0 0,0 0 0 0 0,1 0 0 0 0,-1 0 0 0 0,1 0 0 0 0,-1 0 0 0 0,1-1 0 0 0,-5-3 0 0 0,8 4-122 0 0,0 0 0 0 0,0 0-1 0 0,0 0 1 0 0,0 0 0 0 0,0 0 0 0 0,0 0 0 0 0,0 0-1 0 0,1 0 1 0 0,-1 0 0 0 0,2 0 0 0 0,1-2 78 0 0,33-20 285 0 0,76-36-1 0 0,-45 25-229 0 0,8-8-999 0 0,-2-4 0 0 0,-2-3 0 0 0,104-92 1 0 0,-128 98-5292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5.650"/>
    </inkml:context>
    <inkml:brush xml:id="br0">
      <inkml:brushProperty name="width" value="0.035" units="cm"/>
      <inkml:brushProperty name="height" value="0.035" units="cm"/>
      <inkml:brushProperty name="color" value="#E71224"/>
    </inkml:brush>
  </inkml:definitions>
  <inkml:trace contextRef="#ctx0" brushRef="#br0">4 0 4145 0 0,'-3'24'-271'0'0,"3"-19"1160"0"0,1 1 1 0 0,-1-1-1 0 0,1 0 0 0 0,3 9 0 0 0,2 2 3842 0 0,14 26-1 0 0,-5-10-4767 0 0,363 767 897 0 0,-224-471-607 0 0,-138-301 49 0 0,-11-19-9 0 0,-1-1-1 0 0,0 0 1 0 0,-1 1-1 0 0,5 12 1 0 0,-8-19-269 0 0,0-1 1 0 0,0 0 0 0 0,0 1-1 0 0,0-1 1 0 0,1 0 0 0 0,-1 1-1 0 0,0-1 1 0 0,0 0 0 0 0,0 1-1 0 0,0-1 1 0 0,0 0 0 0 0,0 1-1 0 0,0-1 1 0 0,0 0 0 0 0,0 1 0 0 0,0-1-1 0 0,0 0 1 0 0,0 1 0 0 0,0-1-1 0 0,-1 0 1 0 0,1 1 0 0 0,0-1-1 0 0,0 0 1 0 0,0 0 0 0 0,0 1-1 0 0,-1-1 1 0 0,1 0 0 0 0,0 1-1 0 0,0-1 1 0 0,0 0 0 0 0,-1 0-1 0 0,1 0 1 0 0,0 1 0 0 0,0-1-1 0 0,-1 0 1 0 0,1 0 0 0 0,0 0-1 0 0,-1 1 1 0 0,1-1 0 0 0,0 0-1 0 0,-1 0 1 0 0,1 0 0 0 0,0 0-1 0 0,-1 0 1 0 0,1 0 0 0 0,0 0-1 0 0,-1 0 1 0 0,1 0 0 0 0,0 0-1 0 0,-1 0 1 0 0,1 0 0 0 0,0 0-1 0 0,-1 0 1 0 0,1 0 0 0 0,0 0-1 0 0,-1 0 1 0 0,1 0 0 0 0,0-1-1 0 0,0 1 1 0 0,-1 0 0 0 0,0 0 0 0 0,-18-10 424 0 0,12 3-431 0 0,0 0 1 0 0,1 0 0 0 0,0-1-1 0 0,0 1 1 0 0,1-1-1 0 0,0 0 1 0 0,1-1-1 0 0,-7-14 1 0 0,2-2 23 0 0,-12-49 1 0 0,13 34-204 0 0,1 0-1 0 0,-1-42 1 0 0,7 62 69 0 0,1 1 0 0 0,0-1-1 0 0,2 1 1 0 0,1-1 0 0 0,0 1 0 0 0,8-26-1 0 0,-9 41 55 0 0,-1-1-1 0 0,1 1 1 0 0,0 0-1 0 0,0 0 1 0 0,1-1 0 0 0,-1 2-1 0 0,1-1 1 0 0,0 0-1 0 0,0 0 1 0 0,0 1-1 0 0,0 0 1 0 0,1 0-1 0 0,5-4 1 0 0,-7 5 48 0 0,1 1-1 0 0,0-1 1 0 0,-1 1-1 0 0,1 0 1 0 0,0 0 0 0 0,0 0-1 0 0,0 1 1 0 0,0-1 0 0 0,0 0-1 0 0,0 1 1 0 0,0 0-1 0 0,0 0 1 0 0,-1 0 0 0 0,1 0-1 0 0,0 0 1 0 0,0 1-1 0 0,0-1 1 0 0,0 1 0 0 0,0 0-1 0 0,0 0 1 0 0,3 2 0 0 0,2 0 53 0 0,-1 1 0 0 0,0 1 0 0 0,0-1 0 0 0,-1 1 0 0 0,1 0 0 0 0,-1 1 0 0 0,0-1 0 0 0,0 1 0 0 0,5 8 0 0 0,6 9 99 0 0,18 32 1 0 0,-25-38-136 0 0,35 60 113 0 0,43 66-145 0 0,-82-134-70 0 0,0-1-1 0 0,1 0 1 0 0,0 0-1 0 0,1-1 1 0 0,-1 0-1 0 0,1 0 1 0 0,11 6-1 0 0,-15-11-115 0 0,0 1 1 0 0,1-1-1 0 0,-1 0 0 0 0,1 0 0 0 0,0-1 0 0 0,-1 1 1 0 0,1-1-1 0 0,0 0 0 0 0,0-1 0 0 0,0 1 1 0 0,0-1-1 0 0,0 0 0 0 0,0 0 0 0 0,0 0 0 0 0,0-1 1 0 0,0 0-1 0 0,5-1 0 0 0,-3 0 94 0 0,0 0-1 0 0,0-1 1 0 0,0 0 0 0 0,-1-1 0 0 0,1 1-1 0 0,-1-1 1 0 0,0 0 0 0 0,0-1 0 0 0,-1 0-1 0 0,1 0 1 0 0,-1 0 0 0 0,0 0-1 0 0,0-1 1 0 0,0 0 0 0 0,5-9 0 0 0,11-20 37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5.956"/>
    </inkml:context>
    <inkml:brush xml:id="br0">
      <inkml:brushProperty name="width" value="0.035" units="cm"/>
      <inkml:brushProperty name="height" value="0.035" units="cm"/>
      <inkml:brushProperty name="color" value="#E71224"/>
    </inkml:brush>
  </inkml:definitions>
  <inkml:trace contextRef="#ctx0" brushRef="#br0">266 222 4145 0 0,'2'-13'854'0'0,"-1"1"0"0"0,0-1 0 0 0,-1 1 0 0 0,-1 0 0 0 0,1-1 0 0 0,-2 1 0 0 0,0-1 0 0 0,0 1 0 0 0,-5-13 0 0 0,4 17-808 0 0,-1-1 1 0 0,0 0-1 0 0,0 1 1 0 0,-6-9-1 0 0,9 15-28 0 0,0 1 0 0 0,0-1 0 0 0,0 0 0 0 0,-1 0 0 0 0,1 1 0 0 0,0-1 0 0 0,-1 1 0 0 0,0-1 0 0 0,1 1 0 0 0,-1 0 0 0 0,0 0 0 0 0,0 0 0 0 0,1 0 0 0 0,-1 0 0 0 0,0 0 0 0 0,0 0 0 0 0,0 0 0 0 0,0 1-1 0 0,0-1 1 0 0,0 1 0 0 0,-1 0 0 0 0,1-1 0 0 0,0 1 0 0 0,0 0 0 0 0,0 0 0 0 0,0 0 0 0 0,-3 1 0 0 0,1 0-1 0 0,-1 1 0 0 0,1 0 0 0 0,-1 0 0 0 0,1 0 0 0 0,0 0 0 0 0,0 0 0 0 0,0 1 0 0 0,0 0 0 0 0,1 0 0 0 0,-1 0 0 0 0,-4 5 0 0 0,-4 6 146 0 0,0 1 1 0 0,2 0-1 0 0,-1 0 0 0 0,2 1 0 0 0,0 0 1 0 0,1 1-1 0 0,0 0 0 0 0,2 0 0 0 0,-7 25 1 0 0,5-7 382 0 0,1 1 1 0 0,2 0 0 0 0,-2 66 0 0 0,7-70-56 0 0,1 1 1 0 0,9 57 0 0 0,-8-79-327 0 0,1 0 1 0 0,0 0 0 0 0,0-1-1 0 0,1 1 1 0 0,0-1 0 0 0,1 0 0 0 0,0 0-1 0 0,0 0 1 0 0,1-1 0 0 0,1 0-1 0 0,13 16 1 0 0,-17-22-117 0 0,0-1 0 0 0,-1 0 0 0 0,1 1 0 0 0,0-1 1 0 0,0 0-1 0 0,1-1 0 0 0,-1 1 0 0 0,0-1 0 0 0,0 1 0 0 0,1-1 0 0 0,-1 0 0 0 0,1 0 0 0 0,-1 0 0 0 0,1-1 0 0 0,-1 1 0 0 0,1-1 0 0 0,0 0 0 0 0,-1 0 1 0 0,1 0-1 0 0,0 0 0 0 0,-1-1 0 0 0,1 1 0 0 0,-1-1 0 0 0,1 0 0 0 0,-1 0 0 0 0,1 0 0 0 0,-1-1 0 0 0,0 1 0 0 0,6-5 0 0 0,0 1-3 0 0,0-2-1 0 0,0 1 1 0 0,-1-1-1 0 0,0-1 1 0 0,-1 0-1 0 0,0 0 1 0 0,0 0-1 0 0,11-18 1 0 0,-1-4-16 0 0,-2-1 0 0 0,-1 0-1 0 0,-2 0 1 0 0,0-2 0 0 0,-3 1 0 0 0,-1-1 0 0 0,-1-1-1 0 0,-1 1 1 0 0,-3-1 0 0 0,1-49 0 0 0,-5 59-84 0 0,-1 0 0 0 0,0 0-1 0 0,-8-30 1 0 0,7 45 33 0 0,1 0-1 0 0,-1 0 0 0 0,0 1 0 0 0,-1-1 1 0 0,0 1-1 0 0,-1 0 0 0 0,1 0 0 0 0,-1 0 1 0 0,-1 0-1 0 0,0 1 0 0 0,-10-10 1 0 0,15 15-24 0 0,-1 1 1 0 0,0-1 0 0 0,0 1 0 0 0,0 0 0 0 0,0 0 0 0 0,0-1 0 0 0,0 2 0 0 0,0-1-1 0 0,0 0 1 0 0,0 0 0 0 0,-1 0 0 0 0,1 1 0 0 0,0-1 0 0 0,-4 1 0 0 0,4 0-442 0 0,1 0 1 0 0,0 0 0 0 0,0 0-1 0 0,-1 1 1 0 0,1-1-1 0 0,0 0 1 0 0,0 1-1 0 0,0-1 1 0 0,0 1 0 0 0,-1 0-1 0 0,0 0 1 0 0,-8 8-6458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6.333"/>
    </inkml:context>
    <inkml:brush xml:id="br0">
      <inkml:brushProperty name="width" value="0.035" units="cm"/>
      <inkml:brushProperty name="height" value="0.035" units="cm"/>
      <inkml:brushProperty name="color" value="#E71224"/>
    </inkml:brush>
  </inkml:definitions>
  <inkml:trace contextRef="#ctx0" brushRef="#br0">100 1 19356 0 0,'-1'1'161'0'0,"0"0"1"0"0,0 1-1 0 0,0-1 0 0 0,0 0 1 0 0,1 1-1 0 0,-1-1 0 0 0,0 1 1 0 0,1-1-1 0 0,-1 1 0 0 0,1 0 1 0 0,-1-1-1 0 0,1 1 0 0 0,0 3 1 0 0,0 24-482 0 0,1-12 330 0 0,-1 3-116 0 0,-3 178-2335 0 0,-7-66-2059 0 0,9-128 4408 0 0,-3 23-1004 0 0,3-26 1095 0 0,1 0 0 0 0,0 1 0 0 0,-1-1 0 0 0,1 0 0 0 0,-1 0 0 0 0,1 1 0 0 0,-1-1 0 0 0,0 0 0 0 0,1 0 0 0 0,-1 0 0 0 0,0 0 0 0 0,0 0 0 0 0,0 0 0 0 0,0 0 0 0 0,0 0 0 0 0,-1 1 0 0 0,1-2 113 0 0,1 0-1 0 0,-1 0 0 0 0,1 0 0 0 0,-1 0 0 0 0,1 0 0 0 0,-1 0 1 0 0,1 0-1 0 0,-1 0 0 0 0,1 0 0 0 0,-1 0 0 0 0,1 0 0 0 0,-1 0 0 0 0,1 0 1 0 0,-1 0-1 0 0,1-1 0 0 0,0 1 0 0 0,-1 0 0 0 0,1 0 0 0 0,-1-1 0 0 0,1 1 1 0 0,-1 0-1 0 0,1 0 0 0 0,0-1 0 0 0,-1 1 0 0 0,1-1 0 0 0,0 1 0 0 0,-1 0 1 0 0,1-1-1 0 0,0 1 0 0 0,0-1 0 0 0,-1 0 0 0 0,-8-15 1461 0 0,9 14-1431 0 0,-7-16 376 0 0,0-1 1 0 0,2 0 0 0 0,0 0-1 0 0,1 0 1 0 0,-1-25 0 0 0,0-100-549 0 0,5 122 122 0 0,0 20-97 0 0,3-57-239 0 0,-3 53 255 0 0,1 0-1 0 0,0 0 1 0 0,1 1 0 0 0,-1-1-1 0 0,1 0 1 0 0,0 1-1 0 0,0 0 1 0 0,4-6 0 0 0,-6 10-8 0 0,0 1 1 0 0,1-1-1 0 0,-1 1 1 0 0,1-1-1 0 0,-1 0 1 0 0,1 1-1 0 0,-1-1 1 0 0,1 1 0 0 0,-1-1-1 0 0,1 1 1 0 0,-1 0-1 0 0,1-1 1 0 0,0 1-1 0 0,-1-1 1 0 0,1 1-1 0 0,0 0 1 0 0,-1 0-1 0 0,1-1 1 0 0,0 1 0 0 0,-1 0-1 0 0,1 0 1 0 0,0 0-1 0 0,-1 0 1 0 0,1 0-1 0 0,1 0 1 0 0,-1 0 6 0 0,1 1 0 0 0,-1-1 0 0 0,1 0 0 0 0,-1 1 1 0 0,1 0-1 0 0,-1-1 0 0 0,0 1 0 0 0,1 0 0 0 0,-1 0 0 0 0,0 0 0 0 0,2 1 1 0 0,3 4 33 0 0,0 1 0 0 0,-1-1 0 0 0,7 11 0 0 0,-9-14-39 0 0,28 42-44 0 0,54 69-271 0 0,-74-101 264 0 0,1 0 0 0 0,1 0 0 0 0,0-1 0 0 0,1-1 0 0 0,28 18 0 0 0,-34-25-175 0 0,0 0-1 0 0,0-1 1 0 0,0 0-1 0 0,1 0 0 0 0,-1-1 1 0 0,1 0-1 0 0,0 0 1 0 0,0-1-1 0 0,0 0 0 0 0,0-1 1 0 0,-1 0-1 0 0,1 0 0 0 0,9-2 1 0 0,12-3-6296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7.833"/>
    </inkml:context>
    <inkml:brush xml:id="br0">
      <inkml:brushProperty name="width" value="0.035" units="cm"/>
      <inkml:brushProperty name="height" value="0.035" units="cm"/>
      <inkml:brushProperty name="color" value="#E71224"/>
    </inkml:brush>
  </inkml:definitions>
  <inkml:trace contextRef="#ctx0" brushRef="#br0">22 182 8754 0 0,'-7'-2'634'0'0,"-7"-1"2821"0"0,21 3-3564 0 0,0-1 1 0 0,0 0-1 0 0,1 0 0 0 0,-1-1 1 0 0,13-5-1 0 0,38-18 15 0 0,-18 7 374 0 0,126-60 1749 0 0,-114 52-2891 0 0,-16 8-3968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8.787"/>
    </inkml:context>
    <inkml:brush xml:id="br0">
      <inkml:brushProperty name="width" value="0.035" units="cm"/>
      <inkml:brushProperty name="height" value="0.035" units="cm"/>
      <inkml:brushProperty name="color" value="#E71224"/>
    </inkml:brush>
  </inkml:definitions>
  <inkml:trace contextRef="#ctx0" brushRef="#br0">511 53 11522 0 0,'-9'-7'222'0'0,"0"1"-1"0"0,0 0 0 0 0,-1 1 0 0 0,0 0 0 0 0,0 1 0 0 0,-1 0 1 0 0,1 0-1 0 0,-1 1 0 0 0,0 1 0 0 0,0-1 0 0 0,0 2 0 0 0,0 0 1 0 0,0 0-1 0 0,0 1 0 0 0,0 0 0 0 0,-14 3 0 0 0,11-1-299 0 0,1 1 0 0 0,-1 1 0 0 0,1 0 0 0 0,0 1 0 0 0,0 0 0 0 0,0 1 0 0 0,1 0 0 0 0,0 1-1 0 0,0 1 1 0 0,1 0 0 0 0,0 1 0 0 0,-17 16 0 0 0,14-10 257 0 0,1 1 0 0 0,0 1 1 0 0,1 0-1 0 0,1 1 0 0 0,1 0 0 0 0,0 0 1 0 0,2 1-1 0 0,0 1 0 0 0,1-1 0 0 0,-5 25 0 0 0,4-13 252 0 0,3 1-1 0 0,0 0 0 0 0,2 0 0 0 0,2 1 0 0 0,4 60 0 0 0,-1-81-385 0 0,-1 1 0 0 0,2-1 0 0 0,0 1 0 0 0,0-1 0 0 0,1 0 0 0 0,1-1 0 0 0,0 1 0 0 0,0-1 0 0 0,11 17 0 0 0,-11-22-153 0 0,0 1 1 0 0,0-1-1 0 0,1 0 0 0 0,0 0 0 0 0,0 0 0 0 0,0-1 0 0 0,1 0 0 0 0,-1 0 0 0 0,1-1 0 0 0,1 0 0 0 0,-1 0 0 0 0,0-1 0 0 0,1 0 0 0 0,0 0 0 0 0,12 3 0 0 0,10-1-6184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9.389"/>
    </inkml:context>
    <inkml:brush xml:id="br0">
      <inkml:brushProperty name="width" value="0.035" units="cm"/>
      <inkml:brushProperty name="height" value="0.035" units="cm"/>
      <inkml:brushProperty name="color" value="#E71224"/>
    </inkml:brush>
  </inkml:definitions>
  <inkml:trace contextRef="#ctx0" brushRef="#br0">254 202 16588 0 0,'-26'-34'617'0'0,"13"15"-118"0"0,-1 0-1 0 0,-30-29 0 0 0,42 46-532 0 0,0 0 0 0 0,0 0 0 0 0,0 1 1 0 0,-1-1-1 0 0,1 1 0 0 0,0-1 0 0 0,-1 1 0 0 0,1 0 0 0 0,-1 0 0 0 0,1 0 0 0 0,-1 0 1 0 0,1 1-1 0 0,-1-1 0 0 0,-4 0 0 0 0,4 1-2 0 0,1 1-1 0 0,0-1 1 0 0,0 1 0 0 0,0-1 0 0 0,0 1 0 0 0,0-1-1 0 0,0 1 1 0 0,0 0 0 0 0,0 0 0 0 0,0 0 0 0 0,0 0-1 0 0,1 1 1 0 0,-1-1 0 0 0,0 0 0 0 0,1 1 0 0 0,-1-1-1 0 0,1 1 1 0 0,-1-1 0 0 0,0 3 0 0 0,-6 7-288 0 0,1 0 0 0 0,0 1-1 0 0,1 0 1 0 0,0 0 0 0 0,1 0 0 0 0,1 0 0 0 0,-5 21 0 0 0,1 5 363 0 0,-4 51 1 0 0,7-43 1015 0 0,4 74 0 0 0,2-103-709 0 0,0 0 0 0 0,2 0 1 0 0,0 1-1 0 0,1-2 0 0 0,0 1 0 0 0,2 0 0 0 0,10 22 1 0 0,-13-33-247 0 0,0-1 0 0 0,0 0 0 0 0,0 0 1 0 0,1 0-1 0 0,0-1 0 0 0,0 1 1 0 0,0-1-1 0 0,0 0 0 0 0,10 7 0 0 0,-12-10-65 0 0,1 1-1 0 0,-1-1 0 0 0,1 0 0 0 0,-1 1 1 0 0,1-2-1 0 0,0 1 0 0 0,0 0 1 0 0,-1 0-1 0 0,1-1 0 0 0,0 1 0 0 0,0-1 1 0 0,0 0-1 0 0,0 0 0 0 0,0 0 0 0 0,0-1 1 0 0,-1 1-1 0 0,1 0 0 0 0,0-1 1 0 0,0 0-1 0 0,0 0 0 0 0,-1 0 0 0 0,4-1 1 0 0,2-3 20 0 0,1 0 0 0 0,-1 0 0 0 0,0-1 0 0 0,-1 0 0 0 0,1-1 0 0 0,-1 0 0 0 0,-1 0 1 0 0,1 0-1 0 0,7-12 0 0 0,0-2 2 0 0,-1-1 1 0 0,16-34 0 0 0,-15 23-117 0 0,-1-1-1 0 0,-2 0 1 0 0,-1 0 0 0 0,5-37-1 0 0,-12 47-106 0 0,0-1-1 0 0,-1 0 0 0 0,-2 0 1 0 0,0 0-1 0 0,-2 1 0 0 0,-8-42 1 0 0,7 53 156 0 0,-1 1 1 0 0,-9-24 0 0 0,10 30 109 0 0,0 1 1 0 0,0-1 0 0 0,0 1 0 0 0,-1-1 0 0 0,0 1 0 0 0,0 0 0 0 0,-9-8 0 0 0,13 13-89 0 0,0 0 0 0 0,-1-1 0 0 0,1 1 0 0 0,0 0 0 0 0,0 0-1 0 0,-1-1 1 0 0,1 1 0 0 0,-1 0 0 0 0,1 0 0 0 0,0 0 0 0 0,-1-1 0 0 0,1 1 0 0 0,0 0 0 0 0,-1 0 0 0 0,1 0 0 0 0,-1 0 0 0 0,1 0 0 0 0,0 0 0 0 0,-1 0 0 0 0,1 0 0 0 0,-1 0 0 0 0,1 0 0 0 0,0 0 0 0 0,-1 0 0 0 0,1 0 0 0 0,-1 0 0 0 0,1 0 0 0 0,0 0 0 0 0,-1 1 0 0 0,1-1 0 0 0,0 0 0 0 0,-1 0 0 0 0,0 1-10 0 0,0 0 1 0 0,0 0-1 0 0,1 0 0 0 0,-1 0 0 0 0,1 0 1 0 0,-1 0-1 0 0,0 0 0 0 0,1 0 1 0 0,-1 0-1 0 0,1 0 0 0 0,-1 2 1 0 0,0 2-75 0 0,0 1 1 0 0,0 0-1 0 0,0 10 1 0 0,1 2-65 0 0,2-1 1 0 0,0 1-1 0 0,1-1 1 0 0,1 0-1 0 0,0 0 1 0 0,1 0-1 0 0,1 0 0 0 0,14 27 1 0 0,-10-25 152 0 0,1-1 1 0 0,0-1 0 0 0,2 0-1 0 0,0 0 1 0 0,0-1 0 0 0,2-1-1 0 0,17 15 1 0 0,-25-24 26 0 0,1-1-1 0 0,-1 1 1 0 0,1-1-1 0 0,0-1 1 0 0,1 1 0 0 0,10 3-1 0 0,-13-6-210 0 0,0 0-1 0 0,0-1 1 0 0,0 0 0 0 0,0 0-1 0 0,0 0 1 0 0,1-1-1 0 0,-1 0 1 0 0,0 0 0 0 0,0 0-1 0 0,9-2 1 0 0,5-3-6721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9.661"/>
    </inkml:context>
    <inkml:brush xml:id="br0">
      <inkml:brushProperty name="width" value="0.035" units="cm"/>
      <inkml:brushProperty name="height" value="0.035" units="cm"/>
      <inkml:brushProperty name="color" value="#E71224"/>
    </inkml:brush>
  </inkml:definitions>
  <inkml:trace contextRef="#ctx0" brushRef="#br0">15 329 11058 0 0,'-11'-14'1288'0'0,"8"9"2184"0"0,8 16-550 0 0,31 79-2716 0 0,3 4-979 0 0,-33-83 719 0 0,0 0 0 0 0,0-1 0 0 0,1 0 0 0 0,0-1 0 0 0,1 0 0 0 0,13 13-1 0 0,-19-20 149 0 0,1 1 0 0 0,0-1 0 0 0,1 0 0 0 0,-1 1 0 0 0,0-2-1 0 0,1 1 1 0 0,-1 0 0 0 0,1-1 0 0 0,-1 1 0 0 0,1-1-1 0 0,0 0 1 0 0,-1 0 0 0 0,7 0 0 0 0,-8-1 36 0 0,1 0 0 0 0,-1 0 0 0 0,1 0 0 0 0,-1-1 1 0 0,1 1-1 0 0,-1-1 0 0 0,0 0 0 0 0,1 1 0 0 0,-1-1 0 0 0,1 0 1 0 0,-1 0-1 0 0,0-1 0 0 0,0 1 0 0 0,0 0 0 0 0,0-1 0 0 0,0 1 1 0 0,0-1-1 0 0,0 0 0 0 0,0 1 0 0 0,-1-1 0 0 0,3-3 0 0 0,1-4 45 0 0,0 1 0 0 0,0-1-1 0 0,-1 0 1 0 0,0 0 0 0 0,0 0-1 0 0,3-17 1 0 0,8-60 134 0 0,-13 77-258 0 0,1-29-201 0 0,-1 0-1 0 0,-1 1 0 0 0,-2-1 0 0 0,-2 1 0 0 0,-2-1 0 0 0,-1 1 0 0 0,-1 0 1 0 0,-15-39-1 0 0,15 56-960 0 0,1 5-275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39.911"/>
    </inkml:context>
    <inkml:brush xml:id="br0">
      <inkml:brushProperty name="width" value="0.035" units="cm"/>
      <inkml:brushProperty name="height" value="0.035" units="cm"/>
      <inkml:brushProperty name="color" value="#E71224"/>
    </inkml:brush>
  </inkml:definitions>
  <inkml:trace contextRef="#ctx0" brushRef="#br0">199 84 456 0 0,'1'-3'328'0'0,"1"0"0"0"0,-1 0 0 0 0,0 0 0 0 0,0 1 0 0 0,-1-1 0 0 0,1 0 0 0 0,0 0-1 0 0,-1 0 1 0 0,0 0 0 0 0,0 0 0 0 0,0 0 0 0 0,0 0 0 0 0,0 0 0 0 0,-1 0 0 0 0,0-3 0 0 0,0 4-83 0 0,1 0 0 0 0,-1 0 0 0 0,0 0-1 0 0,0 0 1 0 0,0 0 0 0 0,0 1 0 0 0,-1-1 0 0 0,1 0 0 0 0,0 1 0 0 0,-1-1-1 0 0,1 1 1 0 0,-1 0 0 0 0,1-1 0 0 0,-1 1 0 0 0,0 0 0 0 0,1 0 0 0 0,-1 0 0 0 0,0 0-1 0 0,0 0 1 0 0,0 0 0 0 0,0 1 0 0 0,0-1 0 0 0,-3 0 0 0 0,1 1-4 0 0,0-1 1 0 0,0 1 0 0 0,0 0-1 0 0,-1 0 1 0 0,1 1 0 0 0,0-1-1 0 0,0 1 1 0 0,0 0-1 0 0,0 0 1 0 0,0 0 0 0 0,0 1-1 0 0,0 0 1 0 0,0-1 0 0 0,1 1-1 0 0,-1 0 1 0 0,0 1-1 0 0,1-1 1 0 0,0 1 0 0 0,0 0-1 0 0,-6 5 1 0 0,1 0 96 0 0,1 1 0 0 0,0 0 1 0 0,0 0-1 0 0,1 0 0 0 0,0 1 0 0 0,-8 17 0 0 0,9-13-194 0 0,0 0-1 0 0,1 0 0 0 0,0 0 1 0 0,2 1-1 0 0,-1-1 0 0 0,2 1 1 0 0,0 0-1 0 0,0-1 0 0 0,3 16 1 0 0,-1-19-137 0 0,0 0 1 0 0,1 0 0 0 0,0-1 0 0 0,1 1 0 0 0,0 0 0 0 0,1-1-1 0 0,0 0 1 0 0,1 0 0 0 0,0 0 0 0 0,1-1 0 0 0,-1 1 0 0 0,13 14-1 0 0,-15-21-96 0 0,0 0 1 0 0,0-1-1 0 0,0 1 0 0 0,0 0 0 0 0,0-1 0 0 0,1 0 0 0 0,-1 0 0 0 0,1 0 0 0 0,0 0 0 0 0,-1 0 0 0 0,1-1 1 0 0,0 0-1 0 0,0 1 0 0 0,0-2 0 0 0,0 1 0 0 0,0 0 0 0 0,0-1 0 0 0,0 1 0 0 0,0-1 0 0 0,0-1 0 0 0,0 1 0 0 0,0 0 1 0 0,0-1-1 0 0,0 0 0 0 0,0 0 0 0 0,7-2 0 0 0,4-5-607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0.258"/>
    </inkml:context>
    <inkml:brush xml:id="br0">
      <inkml:brushProperty name="width" value="0.035" units="cm"/>
      <inkml:brushProperty name="height" value="0.035" units="cm"/>
      <inkml:brushProperty name="color" value="#E71224"/>
    </inkml:brush>
  </inkml:definitions>
  <inkml:trace contextRef="#ctx0" brushRef="#br0">6 10 7834 0 0,'0'0'31'0'0,"-1"-1"1"0"0,1 1-1 0 0,0 0 1 0 0,-1 0 0 0 0,1 0-1 0 0,0-1 1 0 0,-1 1 0 0 0,1 0-1 0 0,0-1 1 0 0,0 1-1 0 0,-1 0 1 0 0,1-1 0 0 0,0 1-1 0 0,0 0 1 0 0,0-1-1 0 0,-1 1 1 0 0,1 0 0 0 0,0-1-1 0 0,0 1 1 0 0,0-1-1 0 0,0 1 1 0 0,0 0 0 0 0,0-1-1 0 0,0 1 1 0 0,0-1-1 0 0,9 2 560 0 0,16 9-443 0 0,-10 0-248 0 0,0 0 0 0 0,-1 1-1 0 0,0 0 1 0 0,24 26 0 0 0,44 61 1352 0 0,-79-94-1209 0 0,108 141 1551 0 0,66 84 1056 0 0,-21-35 457 0 0,-114-135-1861 0 0,49 90 1 0 0,-64-102-1526 0 0,-7-10-5342 0 0,-10-18-461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0.512"/>
    </inkml:context>
    <inkml:brush xml:id="br0">
      <inkml:brushProperty name="width" value="0.035" units="cm"/>
      <inkml:brushProperty name="height" value="0.035" units="cm"/>
      <inkml:brushProperty name="color" value="#E71224"/>
    </inkml:brush>
  </inkml:definitions>
  <inkml:trace contextRef="#ctx0" brushRef="#br0">16 545 17508 0 0,'-4'-3'392'0'0,"3"2"-286"0"0,0 0 1 0 0,0 1-1 0 0,0-1 1 0 0,0 0-1 0 0,0 0 0 0 0,1 0 1 0 0,-1 1-1 0 0,0-1 1 0 0,0 0-1 0 0,1 0 1 0 0,-1 0-1 0 0,0-2 1 0 0,1 2-72 0 0,0 0 1 0 0,0 0-1 0 0,0 0 1 0 0,0-1-1 0 0,1 1 1 0 0,-1 0 0 0 0,0 0-1 0 0,1 0 1 0 0,-1 0-1 0 0,1 0 1 0 0,-1 0-1 0 0,1 0 1 0 0,0 0-1 0 0,-1 0 1 0 0,2-1-1 0 0,17-22 35 0 0,1 1 0 0 0,1 1 0 0 0,33-28 0 0 0,78-50 98 0 0,300-175-1459 0 0,-404 259 510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0.686"/>
    </inkml:context>
    <inkml:brush xml:id="br0">
      <inkml:brushProperty name="width" value="0.035" units="cm"/>
      <inkml:brushProperty name="height" value="0.035" units="cm"/>
      <inkml:brushProperty name="color" value="#E71224"/>
    </inkml:brush>
  </inkml:definitions>
  <inkml:trace contextRef="#ctx0" brushRef="#br0">61 9 19356 0 0,'-21'-3'1721'0'0,"6"-1"-1377"0"0,4 3-280 0 0,4 1-64 0 0,5 0 552 0 0,4 0 96 0 0,-2 1 24 0 0,-2 1 0 0 0,1 1-776 0 0,-1 1-152 0 0,0 2-32 0 0,6 9-5985 0 0,-1-5-1201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0.874"/>
    </inkml:context>
    <inkml:brush xml:id="br0">
      <inkml:brushProperty name="width" value="0.035" units="cm"/>
      <inkml:brushProperty name="height" value="0.035" units="cm"/>
      <inkml:brushProperty name="color" value="#E71224"/>
    </inkml:brush>
  </inkml:definitions>
  <inkml:trace contextRef="#ctx0" brushRef="#br0">1 1 20740 0 0,'0'21'921'0'0,"2"-3"183"0"0,1 2-880 0 0,2-6-224 0 0,1-2 0 0 0,-1-6 0 0 0,2 4 0 0 0,3 8 0 0 0,8 10-96 0 0,3 8 96 0 0,4 3-800 0 0,-4 1-96 0 0,-2-4-17 0 0,-2-13-7 0 0,-2-12 696 0 0,-4-8 128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1.172"/>
    </inkml:context>
    <inkml:brush xml:id="br0">
      <inkml:brushProperty name="width" value="0.035" units="cm"/>
      <inkml:brushProperty name="height" value="0.035" units="cm"/>
      <inkml:brushProperty name="color" value="#E71224"/>
    </inkml:brush>
  </inkml:definitions>
  <inkml:trace contextRef="#ctx0" brushRef="#br0">170 134 20740 0 0,'-8'-5'386'0'0,"5"3"-242"0"0,0-1-1 0 0,-1 1 0 0 0,1 1 0 0 0,-1-1 1 0 0,1 0-1 0 0,-1 1 0 0 0,1 0 1 0 0,-1 0-1 0 0,0 0 0 0 0,0 0 0 0 0,0 1 1 0 0,-3-1-1 0 0,4 2-113 0 0,0 0 0 0 0,0 1 0 0 0,1-1 0 0 0,-1 1-1 0 0,0-1 1 0 0,1 1 0 0 0,0 0 0 0 0,-4 3 0 0 0,2-1 13 0 0,-3 3-53 0 0,0 0 1 0 0,0 1-1 0 0,0 1 1 0 0,1-1-1 0 0,1 1 1 0 0,-1 0-1 0 0,1 0 1 0 0,1 0-1 0 0,0 1 1 0 0,0-1-1 0 0,1 1 1 0 0,-4 17-1 0 0,4-12-69 0 0,1 1 1 0 0,0-1-1 0 0,1 0 0 0 0,1 0 1 0 0,0 1-1 0 0,1-1 0 0 0,1 0 0 0 0,3 17 1 0 0,-2-22-3 0 0,0 0 0 0 0,1 0 0 0 0,0 0 1 0 0,1 0-1 0 0,0 0 0 0 0,0-1 0 0 0,1 0 0 0 0,0 0 1 0 0,1 0-1 0 0,0-1 0 0 0,0 0 0 0 0,1 0 0 0 0,0-1 0 0 0,0 0 1 0 0,15 9-1 0 0,-16-12 48 0 0,1 1 1 0 0,0-1-1 0 0,-1-1 1 0 0,1 0-1 0 0,0 0 1 0 0,1 0-1 0 0,-1-1 1 0 0,0 0 0 0 0,1-1-1 0 0,-1 0 1 0 0,1 0-1 0 0,0-1 1 0 0,-1 0-1 0 0,1 0 1 0 0,-1-1-1 0 0,1-1 1 0 0,-1 1-1 0 0,1-1 1 0 0,-1 0-1 0 0,9-4 1 0 0,-5 0 128 0 0,0 0 0 0 0,-1-1 0 0 0,1 0 0 0 0,-1-1 1 0 0,-1 0-1 0 0,1-1 0 0 0,-1 0 0 0 0,-1 0 0 0 0,14-17 0 0 0,-11 9 130 0 0,0 0 0 0 0,-1 0-1 0 0,-1-1 1 0 0,-1 0-1 0 0,12-32 1 0 0,-17 36-126 0 0,0 0 1 0 0,-1 0-1 0 0,-1 0 0 0 0,0-1 0 0 0,0 1 1 0 0,-2-1-1 0 0,0 1 0 0 0,0-1 1 0 0,-2 1-1 0 0,0-1 0 0 0,-7-26 1 0 0,7 32-84 0 0,-1 0 1 0 0,0 0 0 0 0,-1 0 0 0 0,0 1-1 0 0,-1 0 1 0 0,1-1 0 0 0,-2 1 0 0 0,1 1 0 0 0,-1-1-1 0 0,0 1 1 0 0,-1 0 0 0 0,1 0 0 0 0,-1 1-1 0 0,-1 0 1 0 0,1 0 0 0 0,-1 1 0 0 0,0 0-1 0 0,0 0 1 0 0,-10-3 0 0 0,15 7-194 0 0,-1-1-1 0 0,1 1 1 0 0,-1 0 0 0 0,0 0-1 0 0,1 1 1 0 0,-1-1 0 0 0,0 1-1 0 0,0 0 1 0 0,1 0 0 0 0,-1 0 0 0 0,0 0-1 0 0,0 1 1 0 0,1-1 0 0 0,-6 3-1 0 0,-3 3-7663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1.544"/>
    </inkml:context>
    <inkml:brush xml:id="br0">
      <inkml:brushProperty name="width" value="0.035" units="cm"/>
      <inkml:brushProperty name="height" value="0.035" units="cm"/>
      <inkml:brushProperty name="color" value="#E71224"/>
    </inkml:brush>
  </inkml:definitions>
  <inkml:trace contextRef="#ctx0" brushRef="#br0">1 116 13363 0 0,'3'6'642'0'0,"0"0"0"0"0,0 0 0 0 0,0 0 0 0 0,-1 0 0 0 0,3 13 0 0 0,5 37 1707 0 0,-7-32-2269 0 0,22 196 900 0 0,-16-133-1173 0 0,-5-58-375 0 0,-8-49 876 0 0,1 0 0 0 0,0 0 0 0 0,1-23 0 0 0,5-67 221 0 0,0 43-455 0 0,3-69-87 0 0,-3 111-72 0 0,0 0 0 0 0,2 1 0 0 0,11-34 0 0 0,-16 56 91 0 0,1-1 1 0 0,0 1-1 0 0,0 0 1 0 0,0-1-1 0 0,1 1 1 0 0,-1 0-1 0 0,0 0 1 0 0,1 0-1 0 0,0 0 1 0 0,-1 0-1 0 0,5-3 1 0 0,-6 5 11 0 0,1-1-1 0 0,0 1 1 0 0,0-1 0 0 0,0 1-1 0 0,0 0 1 0 0,0 0 0 0 0,0-1 0 0 0,0 1-1 0 0,0 0 1 0 0,0 0 0 0 0,0 0 0 0 0,0 0-1 0 0,-1 0 1 0 0,1 0 0 0 0,0 0-1 0 0,0 0 1 0 0,0 1 0 0 0,0-1 0 0 0,0 0-1 0 0,0 0 1 0 0,0 1 0 0 0,0-1 0 0 0,0 1-1 0 0,-1-1 1 0 0,1 1 0 0 0,0-1 0 0 0,0 1-1 0 0,-1 0 1 0 0,1-1 0 0 0,0 1-1 0 0,0 0 1 0 0,-1-1 0 0 0,1 1 0 0 0,0 1-1 0 0,6 8 43 0 0,0 0-1 0 0,-1 0 1 0 0,0 1-1 0 0,0 0 1 0 0,7 22 0 0 0,-2-6-16 0 0,8 16-168 0 0,36 56 1 0 0,-41-77 47 0 0,0-1-1 0 0,2-1 0 0 0,1 0 1 0 0,23 21-1 0 0,-33-35-55 0 0,0 0 0 0 0,0 0 1 0 0,1-1-1 0 0,0 0 0 0 0,0-1 0 0 0,0 0 0 0 0,1 0 0 0 0,-1-1 0 0 0,1 1 0 0 0,11 1 0 0 0,-14-4-4 0 0,1 0 1 0 0,0 0-1 0 0,0-1 1 0 0,0 0-1 0 0,0 0 0 0 0,-1 0 1 0 0,1-1-1 0 0,0 0 0 0 0,0-1 1 0 0,-1 1-1 0 0,1-1 0 0 0,-1-1 1 0 0,1 1-1 0 0,7-5 0 0 0,10-10 115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1.835"/>
    </inkml:context>
    <inkml:brush xml:id="br0">
      <inkml:brushProperty name="width" value="0.035" units="cm"/>
      <inkml:brushProperty name="height" value="0.035" units="cm"/>
      <inkml:brushProperty name="color" value="#E71224"/>
    </inkml:brush>
  </inkml:definitions>
  <inkml:trace contextRef="#ctx0" brushRef="#br0">56 47 9218 0 0,'-53'-35'1398'0'0,"50"26"9062"0"0,4 9-10464 0 0,-1 0-1 0 0,0 0 0 0 0,0 0 0 0 0,0 0 0 0 0,0 1 0 0 0,0-1 0 0 0,0 0 0 0 0,0 0 0 0 0,0 0 0 0 0,1 0 1 0 0,-1 0-1 0 0,0 0 0 0 0,0 0 0 0 0,0 0 0 0 0,0 0 0 0 0,0 0 0 0 0,0 0 0 0 0,0 0 0 0 0,1 0 0 0 0,-1 0 1 0 0,0 0-1 0 0,0 0 0 0 0,0 0 0 0 0,0 0 0 0 0,0 0 0 0 0,1 0 0 0 0,-1 0 0 0 0,0 0 0 0 0,0 0 0 0 0,0 0 0 0 0,0 0 1 0 0,0 0-1 0 0,0 0 0 0 0,1 0 0 0 0,-1 0 0 0 0,0 0 0 0 0,0 0 0 0 0,0 0 0 0 0,0 0 0 0 0,0-1 0 0 0,0 1 1 0 0,0 0-1 0 0,0 0 0 0 0,1 0 0 0 0,-1 0 0 0 0,0 0 0 0 0,0 0 0 0 0,0 0 0 0 0,0-1 0 0 0,0 1 0 0 0,0 0 0 0 0,0 0 1 0 0,0 0-1 0 0,0 0 0 0 0,0 0 0 0 0,0 0 0 0 0,0-1 0 0 0,0 1 0 0 0,0 0 0 0 0,0 0 0 0 0,0 0 0 0 0,5 5-460 0 0,1 0-1 0 0,-1 1 1 0 0,-1 0-1 0 0,1-1 1 0 0,-1 2-1 0 0,4 6 1 0 0,20 45-618 0 0,-19-38 801 0 0,72 150-805 0 0,51 81 3779 0 0,18-11-1933 0 0,-38-88-5281 0 0,-80-111-1491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2.014"/>
    </inkml:context>
    <inkml:brush xml:id="br0">
      <inkml:brushProperty name="width" value="0.035" units="cm"/>
      <inkml:brushProperty name="height" value="0.035" units="cm"/>
      <inkml:brushProperty name="color" value="#E71224"/>
    </inkml:brush>
  </inkml:definitions>
  <inkml:trace contextRef="#ctx0" brushRef="#br0">24 48 23965 0 0,'-8'-4'1056'0'0,"1"1"225"0"0,2 2-1025 0 0,2-1-256 0 0,3 0 0 0 0,2 1 0 0 0,-1-3 0 0 0,1 1 0 0 0,-1-4 0 0 0,1-1 0 0 0,0 2-608 0 0,-1-1-169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3.559"/>
    </inkml:context>
    <inkml:brush xml:id="br0">
      <inkml:brushProperty name="width" value="0.035" units="cm"/>
      <inkml:brushProperty name="height" value="0.035" units="cm"/>
      <inkml:brushProperty name="color" value="#E71224"/>
    </inkml:brush>
  </inkml:definitions>
  <inkml:trace contextRef="#ctx0" brushRef="#br0">63 553 5065 0 0,'-27'-29'683'0'0,"25"27"-210"0"0,1-1 1 0 0,0 1-1 0 0,-1 0 0 0 0,1-1 1 0 0,0 0-1 0 0,0 1 0 0 0,1-1 1 0 0,-2-5-1 0 0,-1-4-49 0 0,-4-6 144 0 0,4 13-119 0 0,1 0 0 0 0,0 0 0 0 0,0-1 0 0 0,1 1 0 0 0,-1 0 0 0 0,0-11 0 0 0,2 16-427 0 0,0 0-1 0 0,0 0 1 0 0,0 0 0 0 0,0 0 0 0 0,0 1-1 0 0,0-1 1 0 0,0 0 0 0 0,0 0 0 0 0,0 0-1 0 0,0 0 1 0 0,0 0 0 0 0,0 0-1 0 0,0 0 1 0 0,0 0 0 0 0,0 0 0 0 0,0 0-1 0 0,0 0 1 0 0,0 0 0 0 0,0 1-1 0 0,0-1 1 0 0,0 0 0 0 0,1 0 0 0 0,-1 0-1 0 0,0 0 1 0 0,0 0 0 0 0,0 0 0 0 0,0 0-1 0 0,0 0 1 0 0,0 0 0 0 0,0 0-1 0 0,0 0 1 0 0,0 0 0 0 0,0 0 0 0 0,0 0-1 0 0,1 0 1 0 0,-1 0 0 0 0,0 0-1 0 0,0 0 1 0 0,0 0 0 0 0,0 0 0 0 0,0 0-1 0 0,0 0 1 0 0,0 0 0 0 0,0 0 0 0 0,0 0-1 0 0,0 0 1 0 0,1 0 0 0 0,-1 0-1 0 0,0 0 1 0 0,0 0 0 0 0,0 0 0 0 0,0 0-1 0 0,0 0 1 0 0,0-1 0 0 0,0 1-1 0 0,0 0 1 0 0,0 0 0 0 0,0 0 0 0 0,0 0-1 0 0,0 0 1 0 0,0 0 0 0 0,0 0 0 0 0,0 0-1 0 0,0 0 1 0 0,1 0 0 0 0,-1-1-1 0 0,4 8 391 0 0,11 33 312 0 0,-1 0 0 0 0,13 70 0 0 0,-19-72-491 0 0,71 274 791 0 0,-55-235-858 0 0,3-1 0 0 0,38 72 1 0 0,-62-144-74 0 0,-2-10 48 0 0,-2-13 72 0 0,1 18-210 0 0,-6-45 4 0 0,-16-64-1 0 0,-22-45-54 0 0,-11-47-44 0 0,48 166 80 0 0,2 1 0 0 0,0-1 0 0 0,2-63-1 0 0,4 75 13 0 0,5-24 0 0 0,-4 39 0 0 0,0 0 0 0 0,0 0 0 0 0,1 0 0 0 0,0 0 0 0 0,7-13 0 0 0,-9 21-2 0 0,-1 0 0 0 0,1 0 1 0 0,-1 0-1 0 0,1 0 0 0 0,0 0 0 0 0,-1 0 0 0 0,1 0 0 0 0,0 0 0 0 0,0 1 0 0 0,-1-1 0 0 0,1 0 0 0 0,0 0 0 0 0,0 1 1 0 0,0-1-1 0 0,0 1 0 0 0,0-1 0 0 0,0 1 0 0 0,0-1 0 0 0,0 1 0 0 0,0-1 0 0 0,2 1 0 0 0,-2 0-3 0 0,0 0 0 0 0,1 0 0 0 0,-1 0 0 0 0,0 1 0 0 0,0-1 0 0 0,0 1 0 0 0,0-1 0 0 0,0 0 0 0 0,0 1 0 0 0,0 0 0 0 0,0-1 0 0 0,0 1 0 0 0,0 0-1 0 0,0-1 1 0 0,0 1 0 0 0,1 1 0 0 0,3 4-8 0 0,0 1 1 0 0,0-1-1 0 0,-1 1 0 0 0,6 11 0 0 0,14 35 349 0 0,19 35 469 0 0,-37-77-741 0 0,1-1 1 0 0,0 0 0 0 0,0 0-1 0 0,1 0 1 0 0,15 13 0 0 0,-19-20-60 0 0,-1 0 0 0 0,0-1 0 0 0,1 1 0 0 0,-1-1 0 0 0,1 0 0 0 0,0 0 0 0 0,-1 0 0 0 0,1 0 0 0 0,0-1 0 0 0,0 1 0 0 0,0-1 0 0 0,1 0 0 0 0,-1-1 0 0 0,6 1 0 0 0,-6-1-28 0 0,-1 0 1 0 0,1-1-1 0 0,0 1 0 0 0,-1-1 0 0 0,1 0 0 0 0,-1-1 0 0 0,1 1 0 0 0,-1 0 0 0 0,1-1 0 0 0,-1 0 1 0 0,0 0-1 0 0,0 0 0 0 0,0 0 0 0 0,0 0 0 0 0,0-1 0 0 0,3-3 0 0 0,1-2-111 0 0,0-1 1 0 0,-1 1-1 0 0,0-1 0 0 0,0 0 0 0 0,-1 0 0 0 0,0-1 0 0 0,-1 0 0 0 0,4-10 1 0 0,-1-5-362 0 0,0 1 1 0 0,3-33 0 0 0,-6 18 323 0 0,-2 0 0 0 0,-7-77-1 0 0,0-19 2778 0 0,6 127-2442 0 0,0 0 0 0 0,0 0 0 0 0,0 0-1 0 0,1 0 1 0 0,0 0 0 0 0,1 0 0 0 0,0 0-1 0 0,4-9 1 0 0,-6 15-150 0 0,0 1 0 0 0,0-1 0 0 0,0 0 0 0 0,0 0 0 0 0,1 0 0 0 0,-1 1-1 0 0,0-1 1 0 0,1 1 0 0 0,-1-1 0 0 0,1 1 0 0 0,0 0 0 0 0,-1-1 0 0 0,1 1 0 0 0,0 0 0 0 0,0 0 0 0 0,0 0 0 0 0,0 0 0 0 0,0 0-1 0 0,0 1 1 0 0,0-1 0 0 0,0 1 0 0 0,0-1 0 0 0,0 1 0 0 0,0 0 0 0 0,0 0 0 0 0,0 0 0 0 0,0 0 0 0 0,0 0 0 0 0,1 0-1 0 0,-1 0 1 0 0,0 1 0 0 0,0-1 0 0 0,0 1 0 0 0,0 0 0 0 0,0-1 0 0 0,3 3 0 0 0,0 0-27 0 0,0 0 0 0 0,0 0 0 0 0,0 1 0 0 0,-1-1 0 0 0,1 1 0 0 0,-1 0-1 0 0,0 0 1 0 0,6 8 0 0 0,25 43-185 0 0,-20-31 159 0 0,57 91 21 0 0,56 84 105 0 0,-90-145-69 0 0,71 77-1 0 0,-61-83-82 0 0,22 24-851 0 0,-47-43 19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3.841"/>
    </inkml:context>
    <inkml:brush xml:id="br0">
      <inkml:brushProperty name="width" value="0.035" units="cm"/>
      <inkml:brushProperty name="height" value="0.035" units="cm"/>
      <inkml:brushProperty name="color" value="#E71224"/>
    </inkml:brush>
  </inkml:definitions>
  <inkml:trace contextRef="#ctx0" brushRef="#br0">6 438 12443 0 0,'-1'1'136'0'0,"1"-1"0"0"0,-1 1 1 0 0,1-1-1 0 0,-1 1 1 0 0,1 0-1 0 0,-1-1 0 0 0,1 1 1 0 0,0 0-1 0 0,0-1 1 0 0,-1 1-1 0 0,1 0 0 0 0,0 0 1 0 0,0-1-1 0 0,0 1 0 0 0,-1 0 1 0 0,1 0-1 0 0,0-1 1 0 0,0 1-1 0 0,0 0 0 0 0,0 0 1 0 0,1-1-1 0 0,-1 1 1 0 0,0 0-1 0 0,0-1 0 0 0,0 1 1 0 0,1 0-1 0 0,-1 0 0 0 0,0-1 1 0 0,0 1-1 0 0,1 0 1 0 0,-1-1-1 0 0,1 1 0 0 0,-1-1 1 0 0,1 2-1 0 0,3 2 1216 0 0,0 1 0 0 0,0-1 1 0 0,9 6-1 0 0,0 1-1558 0 0,2 3 235 0 0,122 108 158 0 0,-121-110-394 0 0,0-1 0 0 0,1 0 0 0 0,0-1 1 0 0,1-1-1 0 0,0 0 0 0 0,0-2 0 0 0,23 7 0 0 0,-36-13 154 0 0,0 1-1 0 0,0-1 0 0 0,0-1 1 0 0,0 1-1 0 0,0-1 0 0 0,0 1 1 0 0,0-1-1 0 0,0-1 0 0 0,1 1 1 0 0,-1-1-1 0 0,0 0 0 0 0,0 0 1 0 0,0-1-1 0 0,0 1 0 0 0,-1-1 0 0 0,1 0 1 0 0,0 0-1 0 0,-1-1 0 0 0,1 1 1 0 0,-1-1-1 0 0,0 0 0 0 0,0 0 1 0 0,0-1-1 0 0,0 1 0 0 0,-1-1 1 0 0,1 0-1 0 0,-1 0 0 0 0,0 0 0 0 0,0 0 1 0 0,3-7-1 0 0,4-9 197 0 0,-1 1-1 0 0,-1-2 0 0 0,-1 1 1 0 0,-1-1-1 0 0,-1 0 1 0 0,-1-1-1 0 0,-1 1 0 0 0,0-1 1 0 0,-2 1-1 0 0,-2-42 1 0 0,-5 2 268 0 0,-3 1 1 0 0,-26-96 0 0 0,27 129-1319 0 0,-15-35-1 0 0,13 43-6376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4.166"/>
    </inkml:context>
    <inkml:brush xml:id="br0">
      <inkml:brushProperty name="width" value="0.035" units="cm"/>
      <inkml:brushProperty name="height" value="0.035" units="cm"/>
      <inkml:brushProperty name="color" value="#E71224"/>
    </inkml:brush>
  </inkml:definitions>
  <inkml:trace contextRef="#ctx0" brushRef="#br0">0 106 12899 0 0,'52'-106'5424'0'0,"-57"120"-5521"0"0,0 1 0 0 0,0-1 0 0 0,2 1 0 0 0,0-1 0 0 0,1 1 0 0 0,-1 27 0 0 0,2-12-248 0 0,1 1 0 0 0,8 52 0 0 0,-5-69 463 0 0,0 0 0 0 0,1 0-1 0 0,7 19 1 0 0,-9-29-14 0 0,-1 0 1 0 0,1 0-1 0 0,0 0 0 0 0,0-1 0 0 0,0 1 1 0 0,1-1-1 0 0,0 1 0 0 0,-1-1 0 0 0,1 0 1 0 0,0 0-1 0 0,0 0 0 0 0,1 0 0 0 0,-1-1 1 0 0,1 1-1 0 0,6 3 0 0 0,-7-6-14 0 0,-1 1-1 0 0,1-1 1 0 0,0 1 0 0 0,0-1 0 0 0,-1 0-1 0 0,1 0 1 0 0,0 0 0 0 0,-1-1-1 0 0,1 1 1 0 0,0-1 0 0 0,-1 1-1 0 0,1-1 1 0 0,0 0 0 0 0,-1 0 0 0 0,1 0-1 0 0,2-2 1 0 0,21-6 758 0 0,-26 9-836 0 0,0 0 1 0 0,1 0-1 0 0,-1 0 1 0 0,0 0-1 0 0,1 0 1 0 0,-1 0 0 0 0,0 0-1 0 0,1 0 1 0 0,-1 0-1 0 0,0 0 1 0 0,1 0-1 0 0,-1 0 1 0 0,0 0 0 0 0,1 1-1 0 0,-1-1 1 0 0,0 0-1 0 0,1 0 1 0 0,-1 0-1 0 0,0 0 1 0 0,0 0 0 0 0,1 1-1 0 0,-1-1 1 0 0,0 0-1 0 0,0 0 1 0 0,1 0 0 0 0,-1 1-1 0 0,0-1 1 0 0,0 0-1 0 0,1 0 1 0 0,-1 1-1 0 0,0-1 1 0 0,0 13 138 0 0,-9 11-30 0 0,9-24-117 0 0,-79 157 610 0 0,78-154-608 0 0,-1 0-187 0 0,1 0 0 0 0,-1 1 0 0 0,0-1 0 0 0,-1 0 0 0 0,1 0 0 0 0,0 0 0 0 0,-1-1 0 0 0,-5 5 0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4.433"/>
    </inkml:context>
    <inkml:brush xml:id="br0">
      <inkml:brushProperty name="width" value="0.035" units="cm"/>
      <inkml:brushProperty name="height" value="0.035" units="cm"/>
      <inkml:brushProperty name="color" value="#E71224"/>
    </inkml:brush>
  </inkml:definitions>
  <inkml:trace contextRef="#ctx0" brushRef="#br0">8 2 17508 0 0,'-7'-1'1583'0'0,"9"2"-1171"0"0,8 8-367 0 0,8 16-528 0 0,0 1 0 0 0,-2 0 1 0 0,0 1-1 0 0,14 38 0 0 0,-17-37 290 0 0,80 202-1011 0 0,-16 5 787 0 0,22 63 1829 0 0,-87-266-740 0 0,17 30 0 0 0,-7-25-5472 0 0,-17-31-898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44.645"/>
    </inkml:context>
    <inkml:brush xml:id="br0">
      <inkml:brushProperty name="width" value="0.035" units="cm"/>
      <inkml:brushProperty name="height" value="0.035" units="cm"/>
      <inkml:brushProperty name="color" value="#E71224"/>
    </inkml:brush>
  </inkml:definitions>
  <inkml:trace contextRef="#ctx0" brushRef="#br0">56 379 20276 0 0,'-55'7'2289'0'0,"69"-17"-876"0"0,-6 4-1450 0 0,43-29-373 0 0,93-69-220 0 0,21-55-2342 0 0,-141 135 1782 0 0,23-23-5698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58.321"/>
    </inkml:context>
    <inkml:brush xml:id="br0">
      <inkml:brushProperty name="width" value="0.035" units="cm"/>
      <inkml:brushProperty name="height" value="0.035" units="cm"/>
      <inkml:brushProperty name="color" value="#E71224"/>
    </inkml:brush>
  </inkml:definitions>
  <inkml:trace contextRef="#ctx0" brushRef="#br0">215 0 5065 0 0,'-9'7'117'0'0,"-1"1"0"0"0,1 0 0 0 0,-14 17 0 0 0,3-4-106 0 0,-1 0 297 0 0,1 2 1 0 0,-21 31-1 0 0,30-38 251 0 0,2 0-1 0 0,0 0 0 0 0,0 1 0 0 0,-11 34 1 0 0,19-46-324 0 0,0-1 1 0 0,0 1 0 0 0,1-1-1 0 0,-1 1 1 0 0,1-1 0 0 0,0 1-1 0 0,0 0 1 0 0,1-1 0 0 0,-1 1-1 0 0,1-1 1 0 0,0 1 0 0 0,2 4-1 0 0,-1-2 68 0 0,1 0 0 0 0,0-1 0 0 0,1 1 0 0 0,-1-1 0 0 0,1 0 0 0 0,1 0 0 0 0,4 6 0 0 0,0-3 45 0 0,-1 0 1 0 0,2-1-1 0 0,-1 0 0 0 0,1 0 0 0 0,0-1 1 0 0,1-1-1 0 0,-1 1 0 0 0,21 7 0 0 0,-20-10-107 0 0,1 0 0 0 0,0-1-1 0 0,0-1 1 0 0,0 0 0 0 0,1 0-1 0 0,-1-2 1 0 0,25 0-1 0 0,-20-2-69 0 0,0 0 0 0 0,-1-1-1 0 0,1-1 1 0 0,-1-1 0 0 0,22-9-1 0 0,-17 5-172 0 0,-2-1-1 0 0,1 0 0 0 0,-1-2 1 0 0,-1 0-1 0 0,0-1 0 0 0,-1-1 1 0 0,-1-1-1 0 0,0 0 0 0 0,19-24 0 0 0,-24 24-713 0 0,-1-1 0 0 0,0 1 0 0 0,-2-2 0 0 0,0 1 0 0 0,7-21 0 0 0,-6 9-5406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59.346"/>
    </inkml:context>
    <inkml:brush xml:id="br0">
      <inkml:brushProperty name="width" value="0.035" units="cm"/>
      <inkml:brushProperty name="height" value="0.035" units="cm"/>
      <inkml:brushProperty name="color" value="#E71224"/>
    </inkml:brush>
  </inkml:definitions>
  <inkml:trace contextRef="#ctx0" brushRef="#br0">1 0 11058 0 0,'-1'1'110'0'0,"1"0"0"0"0,0 0 0 0 0,0 0 0 0 0,0 0 0 0 0,0 0 0 0 0,0 0 0 0 0,0 0 0 0 0,0-1 0 0 0,1 1 0 0 0,-1 0 0 0 0,0 0 0 0 0,0 0 0 0 0,1 0 0 0 0,-1 0 0 0 0,0-1 0 0 0,1 1 0 0 0,-1 0 0 0 0,1 0 0 0 0,-1-1 0 0 0,1 1 0 0 0,-1 0 0 0 0,2 0 0 0 0,17 20 3149 0 0,-10-13-2476 0 0,74 77-216 0 0,113 88 0 0 0,31 28-135 0 0,-160-130-46 0 0,-25-26-142 0 0,47 39 1 0 0,-58-60-1055 0 0,19 16-2960 0 0,-45-35 1967 0 0,1 1-1 0 0,-1-1 1 0 0,5 9 0 0 0,-9-12 1558 0 0,0 0 1 0 0,0 0 0 0 0,0 0 0 0 0,0 0-1 0 0,0 0 1 0 0,-1 0 0 0 0,1 0-1 0 0,-1 0 1 0 0,1 1 0 0 0,-1-1 0 0 0,0 0-1 0 0,0 0 1 0 0,0 0 0 0 0,0 4-1 0 0,-1-3 700 0 0,1 0-1 0 0,-1 1 0 0 0,0-1 0 0 0,0 0 1 0 0,-3 5-1 0 0,7-16 4297 0 0,-2 6-4438 0 0,0 0 0 0 0,0-1 0 0 0,0 1-1 0 0,0 0 1 0 0,0 0 0 0 0,0 0 0 0 0,1 0 0 0 0,-1 0 0 0 0,1 0-1 0 0,1-2 1 0 0,19-13 1488 0 0,35-21-1 0 0,-41 29-1485 0 0,0-1-1 0 0,-1-1 1 0 0,-1 0 0 0 0,0-1 0 0 0,23-25-1 0 0,-17 12-67 0 0,-1-2-1 0 0,19-36 0 0 0,-29 47-235 0 0,-2-1-1 0 0,0 1 1 0 0,0-1 0 0 0,-2-1 0 0 0,6-28-1 0 0,-10 39-78 0 0,0 0 0 0 0,-1 0-1 0 0,0 1 1 0 0,0-1 0 0 0,0 0-1 0 0,-1 0 1 0 0,0 0 0 0 0,-1 0-1 0 0,1 0 1 0 0,-5-10-1 0 0,5 14 46 0 0,-1 0 0 0 0,1 0 0 0 0,-1 1-1 0 0,0-1 1 0 0,0 0 0 0 0,0 1 0 0 0,0-1-1 0 0,0 1 1 0 0,0 0 0 0 0,-1 0 0 0 0,1 0-1 0 0,-1 0 1 0 0,1 0 0 0 0,-1 0-1 0 0,0 1 1 0 0,0-1 0 0 0,0 1 0 0 0,1 0-1 0 0,-2 0 1 0 0,1 0 0 0 0,0 0 0 0 0,0 0-1 0 0,0 1 1 0 0,-7-1 0 0 0,3 1 3 0 0,-1 1 1 0 0,0 0 0 0 0,1 0 0 0 0,-1 1 0 0 0,1-1-1 0 0,-1 2 1 0 0,1-1 0 0 0,0 1 0 0 0,0 0-1 0 0,0 1 1 0 0,-9 5 0 0 0,3-1 231 0 0,1 1-1 0 0,0 1 1 0 0,1-1 0 0 0,-20 23 0 0 0,21-19-130 0 0,-1 0-1 0 0,2 1 1 0 0,0 1 0 0 0,0 0-1 0 0,2 0 1 0 0,0 0 0 0 0,0 1-1 0 0,2 0 1 0 0,0 0 0 0 0,0 0-1 0 0,-2 26 1 0 0,6-32-77 0 0,0 0 0 0 0,1 0 0 0 0,0-1 1 0 0,0 1-1 0 0,1 0 0 0 0,1 0 0 0 0,0-1 0 0 0,0 1 0 0 0,1-1 1 0 0,0 1-1 0 0,0-1 0 0 0,1 0 0 0 0,0 0 0 0 0,1 0 0 0 0,0-1 0 0 0,0 0 1 0 0,1 0-1 0 0,0 0 0 0 0,0 0 0 0 0,1-1 0 0 0,8 6 0 0 0,-10-8 9 0 0,1 0 0 0 0,-1-1 0 0 0,1 0 0 0 0,1 0 0 0 0,-1-1 0 0 0,0 0 0 0 0,1 0 0 0 0,0 0 0 0 0,0-1 0 0 0,0 0 0 0 0,0 0 0 0 0,0 0 1 0 0,0-1-1 0 0,0 0 0 0 0,0-1 0 0 0,1 0 0 0 0,-1 0 0 0 0,0 0 0 0 0,0-1 0 0 0,0 0 0 0 0,0-1 0 0 0,1 1 0 0 0,-2-1 0 0 0,1 0 0 0 0,11-6 0 0 0,-4 1-14 0 0,0-2 1 0 0,0 0-1 0 0,0 0 1 0 0,-1-1 0 0 0,-1-1-1 0 0,1 0 1 0 0,19-25-1 0 0,65-99-1060 0 0,-66 88 400 0 0,-3 4-843 0 0,-1-2 0 0 0,22-49-1 0 0,-40 74 1579 0 0,-1 0 1 0 0,-1-1-1 0 0,-1 0 0 0 0,-1 0 0 0 0,0-1 0 0 0,-2 1 0 0 0,2-34 1 0 0,-6 47 241 0 0,1 0 1 0 0,-1 1 0 0 0,-1-1 0 0 0,1 1-1 0 0,-1-1 1 0 0,-1 1 0 0 0,1 0-1 0 0,-1 0 1 0 0,0 0 0 0 0,-1 0 0 0 0,-5-8-1 0 0,8 13-283 0 0,0 0-1 0 0,-1 0 0 0 0,1 0 0 0 0,-1 0 1 0 0,0 0-1 0 0,0 0 0 0 0,0 1 1 0 0,1-1-1 0 0,-2 1 0 0 0,1-1 0 0 0,0 1 1 0 0,0 0-1 0 0,0 0 0 0 0,0 0 0 0 0,-1 0 1 0 0,1 0-1 0 0,-1 0 0 0 0,1 0 1 0 0,-1 1-1 0 0,1 0 0 0 0,-1-1 0 0 0,1 1 1 0 0,-1 0-1 0 0,1 0 0 0 0,-1 0 0 0 0,1 0 1 0 0,-1 1-1 0 0,1-1 0 0 0,0 1 1 0 0,-1 0-1 0 0,1-1 0 0 0,-1 1 0 0 0,1 0 1 0 0,0 0-1 0 0,0 1 0 0 0,-1-1 0 0 0,-1 2 1 0 0,-2 2-63 0 0,0 0-1 0 0,0 0 1 0 0,1 0 0 0 0,0 1 0 0 0,0-1 0 0 0,0 1-1 0 0,1 0 1 0 0,0 1 0 0 0,0-1 0 0 0,1 1 0 0 0,0 0-1 0 0,0 0 1 0 0,0 0 0 0 0,-2 12 0 0 0,2-9 15 0 0,1 0 0 0 0,0 1 0 0 0,1 0 1 0 0,0-1-1 0 0,1 1 0 0 0,0 0 0 0 0,1-1 0 0 0,0 1 0 0 0,4 17 1 0 0,-4-24 9 0 0,0-1 0 0 0,1 1 0 0 0,-1-1 0 0 0,1 0 0 0 0,-1 1 0 0 0,1-1 0 0 0,0 0 0 0 0,0 0 0 0 0,1 0 0 0 0,-1 0 0 0 0,0-1 0 0 0,1 1 0 0 0,0-1 0 0 0,5 5 0 0 0,-3-5-10 0 0,-1 1 1 0 0,1-1 0 0 0,0 0 0 0 0,0 0 0 0 0,0 0-1 0 0,1-1 1 0 0,-1 0 0 0 0,0 0 0 0 0,7 0 0 0 0,5 0-19 0 0,0-1 0 0 0,0-2 0 0 0,0 1 0 0 0,0-2 0 0 0,20-5 0 0 0,21-9 110 0 0,-39 11-29 0 0,0 0 1 0 0,0 1-1 0 0,0 1 1 0 0,21-1-1 0 0,-35 5-36 0 0,-1 0 0 0 0,1 0 1 0 0,-1 1-1 0 0,0-1 0 0 0,1 1 0 0 0,-1 0 1 0 0,1 0-1 0 0,-1 0 0 0 0,0 1 0 0 0,0-1 0 0 0,0 1 1 0 0,0 0-1 0 0,0 0 0 0 0,0 1 0 0 0,0-1 1 0 0,-1 1-1 0 0,1 0 0 0 0,4 5 0 0 0,-4-4 23 0 0,-1 1-1 0 0,1 0 0 0 0,-1 0 1 0 0,0 0-1 0 0,0 1 1 0 0,-1-1-1 0 0,0 1 0 0 0,0 0 1 0 0,0-1-1 0 0,0 1 1 0 0,-1 0-1 0 0,0 0 0 0 0,0 7 1 0 0,-1-5-15 0 0,0 0 0 0 0,0 0 0 0 0,-1 0 0 0 0,0-1 0 0 0,0 1 0 0 0,-1 0 0 0 0,0-1 0 0 0,-1 1 0 0 0,0-1 0 0 0,0 0 0 0 0,-6 11 0 0 0,6-13-20 0 0,0 0 0 0 0,0 0-1 0 0,0-1 1 0 0,-1 1 0 0 0,0-1-1 0 0,0 0 1 0 0,0 0 0 0 0,-1 0-1 0 0,1 0 1 0 0,-1-1 0 0 0,0 0-1 0 0,0 0 1 0 0,0 0 0 0 0,0-1-1 0 0,0 1 1 0 0,-7 1 0 0 0,7-3 3 0 0,1-1-1 0 0,0 1 1 0 0,-1-1 0 0 0,1 0-1 0 0,-1-1 1 0 0,1 1 0 0 0,0-1-1 0 0,-1 1 1 0 0,1-1 0 0 0,0-1-1 0 0,-1 1 1 0 0,-4-3 0 0 0,2 1-162 0 0,1 0 1 0 0,-1-1 0 0 0,1 0-1 0 0,0 0 1 0 0,0 0 0 0 0,-9-9-1 0 0,0-3-885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59.545"/>
    </inkml:context>
    <inkml:brush xml:id="br0">
      <inkml:brushProperty name="width" value="0.035" units="cm"/>
      <inkml:brushProperty name="height" value="0.035" units="cm"/>
      <inkml:brushProperty name="color" value="#E71224"/>
    </inkml:brush>
  </inkml:definitions>
  <inkml:trace contextRef="#ctx0" brushRef="#br0">55 0 17052 0 0,'-12'5'1512'0'0,"4"0"-1208"0"0,5-2-240 0 0,3-1-64 0 0,1 1 464 0 0,-2 2 80 0 0,-4 3 24 0 0,-2 6 1 0 0,-1 4-970 0 0,1 0-191 0 0,4 1-40 0 0,2 1-8 0 0,2 0 496 0 0,1-2 144 0 0,1 1-64 0 0,-3-2 64 0 0,2 1-104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2:59.717"/>
    </inkml:context>
    <inkml:brush xml:id="br0">
      <inkml:brushProperty name="width" value="0.035" units="cm"/>
      <inkml:brushProperty name="height" value="0.035" units="cm"/>
      <inkml:brushProperty name="color" value="#E71224"/>
    </inkml:brush>
  </inkml:definitions>
  <inkml:trace contextRef="#ctx0" brushRef="#br0">0 0 14283 0 0,'131'59'3301'0'0,"-2"0"-3719"0"0,-123-56 40 0 0,15 6-854 0 0,-21-9 1222 0 0,1 0-1 0 0,-1 0 1 0 0,1 0 0 0 0,0 0 0 0 0,-1 0 0 0 0,1 0 0 0 0,-1 0 0 0 0,1 0 0 0 0,0 0 0 0 0,-1 0 0 0 0,1 0 0 0 0,-1-1 0 0 0,1 1 0 0 0,-1 0 0 0 0,1 0-1 0 0,-1-1 1 0 0,1 1 0 0 0,0 0 0 0 0,-1-1 0 0 0,1 1 0 0 0,-1 0 0 0 0,0-1 0 0 0,1 1 0 0 0,-1 0 0 0 0,1-1 0 0 0,-1 1 0 0 0,0-1 0 0 0,1 1 0 0 0,-1-1-1 0 0,0 1 1 0 0,1-1 0 0 0,-1-1 0 0 0,4-10-50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0.218"/>
    </inkml:context>
    <inkml:brush xml:id="br0">
      <inkml:brushProperty name="width" value="0.035" units="cm"/>
      <inkml:brushProperty name="height" value="0.035" units="cm"/>
      <inkml:brushProperty name="color" value="#E71224"/>
    </inkml:brush>
  </inkml:definitions>
  <inkml:trace contextRef="#ctx0" brushRef="#br0">203 0 16588 0 0,'-5'0'158'0'0,"0"1"1"0"0,1 0-1 0 0,-1-1 1 0 0,0 1-1 0 0,0 1 1 0 0,0-1-1 0 0,1 1 1 0 0,-1 0 0 0 0,1 0-1 0 0,-1 0 1 0 0,1 1-1 0 0,0-1 1 0 0,0 1-1 0 0,0 0 1 0 0,0 0-1 0 0,0 1 1 0 0,1-1 0 0 0,-5 6-1 0 0,-4 4-169 0 0,1 1 1 0 0,0 1-1 0 0,1 0 0 0 0,1 0 1 0 0,0 1-1 0 0,1 0 0 0 0,1 0 1 0 0,-5 19-1 0 0,5-14-225 0 0,1 0-1 0 0,2 1 1 0 0,0 0-1 0 0,1 0 1 0 0,1 0 0 0 0,2 26-1 0 0,0-37 137 0 0,1 1-1 0 0,1 0 0 0 0,0 0 1 0 0,6 17-1 0 0,-6-24 74 0 0,-1 0 0 0 0,1 0 0 0 0,1-1 0 0 0,-1 1 0 0 0,1 0 0 0 0,0-1 1 0 0,0 0-1 0 0,0 0 0 0 0,0 0 0 0 0,1 0 0 0 0,-1 0 0 0 0,9 5 0 0 0,-10-7 46 0 0,-1-1 0 0 0,1 0-1 0 0,0 0 1 0 0,0-1 0 0 0,0 1 0 0 0,0 0 0 0 0,0-1 0 0 0,1 1 0 0 0,-1-1 0 0 0,0 1 0 0 0,0-1 0 0 0,0 0 0 0 0,0 0 0 0 0,0 0 0 0 0,1 0 0 0 0,-1 0 0 0 0,0-1 0 0 0,0 1 0 0 0,0-1-1 0 0,0 1 1 0 0,0-1 0 0 0,0 0 0 0 0,0 0 0 0 0,0 0 0 0 0,0 0 0 0 0,0 0 0 0 0,0 0 0 0 0,-1 0 0 0 0,1-1 0 0 0,0 1 0 0 0,2-3 0 0 0,1-2 90 0 0,0 0 0 0 0,0 0 1 0 0,0 0-1 0 0,-1-1 0 0 0,0 0 0 0 0,0 0 1 0 0,4-12-1 0 0,-1 1 295 0 0,-1-2 0 0 0,-1 1-1 0 0,-1-1 1 0 0,0 0 0 0 0,1-30 0 0 0,-5 36-223 0 0,0 0-1 0 0,-1 0 1 0 0,0 0 0 0 0,-1 1 0 0 0,-1-1 0 0 0,0 0 0 0 0,-1 1-1 0 0,-10-25 1 0 0,11 33-126 0 0,0-1 1 0 0,0 1-1 0 0,-1 0 0 0 0,1 0 0 0 0,-1 1 1 0 0,-1-1-1 0 0,-6-6 0 0 0,9 10-40 0 0,1 0 0 0 0,0 0-1 0 0,0 0 1 0 0,-1 0 0 0 0,1 0 0 0 0,-1 0-1 0 0,1 0 1 0 0,-1 0 0 0 0,1 1-1 0 0,-1-1 1 0 0,0 1 0 0 0,1-1 0 0 0,-1 1-1 0 0,1-1 1 0 0,-1 1 0 0 0,0 0 0 0 0,0 0-1 0 0,1 0 1 0 0,-1 0 0 0 0,0 0 0 0 0,1 0-1 0 0,-1 0 1 0 0,0 1 0 0 0,1-1 0 0 0,-1 1-1 0 0,0-1 1 0 0,1 1 0 0 0,-1-1-1 0 0,1 1 1 0 0,-1 0 0 0 0,-1 1 0 0 0,2-1-12 0 0,0 1 1 0 0,0-1-1 0 0,0 0 1 0 0,0 1-1 0 0,1-1 1 0 0,-1 1-1 0 0,0-1 1 0 0,1 1 0 0 0,-1-1-1 0 0,1 1 1 0 0,-1-1-1 0 0,1 1 1 0 0,0-1-1 0 0,0 1 1 0 0,0 0-1 0 0,0-1 1 0 0,0 1-1 0 0,0-1 1 0 0,0 1 0 0 0,0-1-1 0 0,1 1 1 0 0,-1 0-1 0 0,1-1 1 0 0,0 2-1 0 0,1 4-23 0 0,0-1 1 0 0,1 1-1 0 0,0-1 0 0 0,5 8 0 0 0,-2-6 6 0 0,0 0 0 0 0,1 0 1 0 0,0 0-1 0 0,0-1 0 0 0,1 0 0 0 0,10 7 0 0 0,54 33-65 0 0,-68-45 79 0 0,148 79-36 0 0,-69-39 5 0 0,8 3-22 0 0,69 39-123 0 0,-143-74 163 0 0,-1 2 0 0 0,-1-1 0 0 0,0 2 0 0 0,0 0 0 0 0,-2 1 0 0 0,1 0 0 0 0,11 18 0 0 0,-21-27 1 0 0,-1 0 0 0 0,0 1 0 0 0,0-1 0 0 0,0 1 0 0 0,-1 0 0 0 0,0-1 0 0 0,0 1 0 0 0,-1 0 0 0 0,1 1 0 0 0,-1-1 0 0 0,0 0 0 0 0,-1 0 0 0 0,0 11 1 0 0,-1-8-30 0 0,0 0 0 0 0,-1-1 0 0 0,0 1 0 0 0,0-1 0 0 0,-1 1 0 0 0,0-1 0 0 0,-1 0 0 0 0,-8 15 0 0 0,1-8-19 0 0,0 0 1 0 0,0 0-1 0 0,-1-1 0 0 0,-1-1 0 0 0,-1 0 1 0 0,0-1-1 0 0,0 0 0 0 0,-29 17 0 0 0,24-19 153 0 0,0 0 0 0 0,-1-1 0 0 0,0-1 0 0 0,0-1 0 0 0,-1 0 0 0 0,0-2-1 0 0,0-1 1 0 0,0 0 0 0 0,-41 1 0 0 0,51-5-115 0 0,1-1-1 0 0,-1 0 1 0 0,0 0 0 0 0,0-1 0 0 0,0-1 0 0 0,1 0-1 0 0,-1 0 1 0 0,1-1 0 0 0,-12-6 0 0 0,14 5-172 0 0,1 1 1 0 0,0-1-1 0 0,0-1 1 0 0,0 1-1 0 0,1-1 1 0 0,0 0 0 0 0,0-1-1 0 0,1 0 1 0 0,-1 0-1 0 0,1 0 1 0 0,1 0-1 0 0,-8-15 1 0 0,6 7-183 0 0,1 0 1 0 0,-7-27-1 0 0,3 1 272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0.636"/>
    </inkml:context>
    <inkml:brush xml:id="br0">
      <inkml:brushProperty name="width" value="0.035" units="cm"/>
      <inkml:brushProperty name="height" value="0.035" units="cm"/>
      <inkml:brushProperty name="color" value="#E71224"/>
    </inkml:brush>
  </inkml:definitions>
  <inkml:trace contextRef="#ctx0" brushRef="#br0">16 0 14283 0 0,'-2'2'194'0'0,"1"-1"0"0"0,-1 1 0 0 0,1-1 0 0 0,0 1 0 0 0,0-1 0 0 0,0 1 0 0 0,0 0 0 0 0,0 0 0 0 0,0 0 0 0 0,0-1 1 0 0,1 1-1 0 0,-1 0 0 0 0,0 0 0 0 0,1 3 0 0 0,0-1 504 0 0,0 0 0 0 0,0 0 1 0 0,0 0-1 0 0,1 1 0 0 0,1 4 0 0 0,1 6-511 0 0,31 275-3786 0 0,-13-82 1065 0 0,-20-199 2772 0 0,-1-4 385 0 0,1 1 1 0 0,0-1 0 0 0,0 0-1 0 0,0 0 1 0 0,3 7-1 0 0,-2-26 933 0 0,-6-81-1099 0 0,2 55-689 0 0,1 1 0 0 0,5-49-1 0 0,-1 66 87 0 0,0 1 0 0 0,2 0 0 0 0,0 0 0 0 0,16-38 0 0 0,-17 51 132 0 0,-1 0 0 0 0,2 1 1 0 0,-1-1-1 0 0,1 1 0 0 0,0 0 0 0 0,0 0 0 0 0,1 1 0 0 0,0 0 0 0 0,0 0 0 0 0,1 0 1 0 0,-1 0-1 0 0,1 1 0 0 0,1 0 0 0 0,-1 1 0 0 0,10-5 0 0 0,-13 7 4 0 0,1 1 0 0 0,-1-1 0 0 0,1 1 0 0 0,0 0 0 0 0,-1 0 0 0 0,1 0 0 0 0,0 1 0 0 0,0 0 0 0 0,0 0 0 0 0,-1 0 0 0 0,1 0 0 0 0,0 1 0 0 0,0 0 0 0 0,0 0 0 0 0,-1 0 0 0 0,1 0 0 0 0,-1 1 0 0 0,1 0 0 0 0,-1 0 0 0 0,1 0 0 0 0,-1 0 0 0 0,0 1 0 0 0,0 0 0 0 0,0 0 0 0 0,-1 0 0 0 0,5 4 0 0 0,7 9 75 0 0,0 1 0 0 0,-1 0 0 0 0,-1 1 0 0 0,15 29 0 0 0,-13-23 88 0 0,2 3-141 0 0,0 2 348 0 0,39 48 1 0 0,-49-69-533 0 0,0-1 0 0 0,0 0-1 0 0,1 0 1 0 0,0 0 0 0 0,0-1 0 0 0,1 0 0 0 0,0-1-1 0 0,0 0 1 0 0,0 0 0 0 0,13 4 0 0 0,0-3-6588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1.136"/>
    </inkml:context>
    <inkml:brush xml:id="br0">
      <inkml:brushProperty name="width" value="0.035" units="cm"/>
      <inkml:brushProperty name="height" value="0.035" units="cm"/>
      <inkml:brushProperty name="color" value="#E71224"/>
    </inkml:brush>
  </inkml:definitions>
  <inkml:trace contextRef="#ctx0" brushRef="#br0">20 111 20276 0 0,'-12'-6'1801'0'0,"6"1"-1441"0"0,4 2-288 0 0,2 1-72 0 0,4 0 160 0 0,-4-2 24 0 0,0-3 0 0 0,0-4 0 0 0,0-6-256 0 0,1 2-56 0 0,2 1 0 0 0,4 2-8 0 0,1 4-856 0 0,0 5-161 0 0,1 1-39 0 0,-1 7-8 0 0,-2 3 976 0 0,-6 4 224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1.340"/>
    </inkml:context>
    <inkml:brush xml:id="br0">
      <inkml:brushProperty name="width" value="0.035" units="cm"/>
      <inkml:brushProperty name="height" value="0.035" units="cm"/>
      <inkml:brushProperty name="color" value="#E71224"/>
    </inkml:brush>
  </inkml:definitions>
  <inkml:trace contextRef="#ctx0" brushRef="#br0">0 1 18892 0 0,'0'2'154'0'0,"0"-1"0"0"0,1 1 1 0 0,-1 0-1 0 0,0 0 0 0 0,1 0 0 0 0,-1 0 0 0 0,1-1 1 0 0,0 1-1 0 0,-1 0 0 0 0,1 0 0 0 0,0-1 0 0 0,0 1 1 0 0,0-1-1 0 0,2 3 0 0 0,21 18-79 0 0,-12-13 258 0 0,127 98-360 0 0,-90-71-1729 0 0,-1 1 0 0 0,44 45 0 0 0,-81-70 989 0 0,0 0 0 0 0,-1 0 1 0 0,9 17-1 0 0,-15-23 710 0 0,0 1 0 0 0,-1 0 0 0 0,0 0 0 0 0,0 0 0 0 0,0 0 0 0 0,-1 1 1 0 0,0-1-1 0 0,1 14 0 0 0,-5 0 42 0 0,-5-6-58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1.607"/>
    </inkml:context>
    <inkml:brush xml:id="br0">
      <inkml:brushProperty name="width" value="0.035" units="cm"/>
      <inkml:brushProperty name="height" value="0.035" units="cm"/>
      <inkml:brushProperty name="color" value="#E71224"/>
    </inkml:brush>
  </inkml:definitions>
  <inkml:trace contextRef="#ctx0" brushRef="#br0">43 75 16588 0 0,'-38'-36'1800'0'0,"37"35"-1703"0"0,0-1 0 0 0,0 0 0 0 0,1 0 0 0 0,-1 0-1 0 0,1 0 1 0 0,-1 0 0 0 0,1 1 0 0 0,0-1 0 0 0,0 0 0 0 0,0 0 0 0 0,0-3 0 0 0,4-6 146 0 0,-3 11-252 0 0,-1-1 1 0 0,0 1-1 0 0,0 0 0 0 0,1 0 1 0 0,-1 0-1 0 0,0-1 0 0 0,0 1 1 0 0,1 0-1 0 0,-1 0 0 0 0,0 0 1 0 0,1 0-1 0 0,-1 0 0 0 0,0 0 1 0 0,1 0-1 0 0,-1 0 0 0 0,0 0 1 0 0,1 0-1 0 0,-1 0 0 0 0,0 0 1 0 0,1 0-1 0 0,-1 0 0 0 0,0 0 1 0 0,1 0-1 0 0,-1 0 0 0 0,0 0 1 0 0,0 0-1 0 0,1 1 0 0 0,-1-1 1 0 0,0 0-1 0 0,1 0 0 0 0,-1 0 1 0 0,0 1-1 0 0,4 1-86 0 0,-1 1-1 0 0,1 0 1 0 0,-1-1 0 0 0,0 2-1 0 0,0-1 1 0 0,-1 0-1 0 0,1 1 1 0 0,4 6 0 0 0,16 35-636 0 0,-14-24 480 0 0,69 143-691 0 0,31 62 1789 0 0,131 158 825 0 0,-229-368-2418 0 0,27 28-1 0 0,-28-34-650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1.809"/>
    </inkml:context>
    <inkml:brush xml:id="br0">
      <inkml:brushProperty name="width" value="0.035" units="cm"/>
      <inkml:brushProperty name="height" value="0.035" units="cm"/>
      <inkml:brushProperty name="color" value="#E71224"/>
    </inkml:brush>
  </inkml:definitions>
  <inkml:trace contextRef="#ctx0" brushRef="#br0">55 604 16588 0 0,'-7'1'249'0'0,"1"0"10"0"0,0 1-1 0 0,0-2 1 0 0,0 1-1 0 0,-1-1 0 0 0,-6 0 1 0 0,12-1-152 0 0,1 0 1 0 0,-1-1-1 0 0,1 1 1 0 0,-1 0-1 0 0,1 0 0 0 0,0 0 1 0 0,0 0-1 0 0,0 0 0 0 0,-1 0 1 0 0,1 0-1 0 0,0-1 1 0 0,0 1-1 0 0,1 0 0 0 0,-1 0 1 0 0,0 0-1 0 0,1-2 1 0 0,0-3 48 0 0,1-1 0 0 0,0 1 0 0 0,0 0 0 0 0,1-1 0 0 0,0 1 0 0 0,0 1 0 0 0,1-1 0 0 0,-1 0 0 0 0,7-6 0 0 0,43-47 271 0 0,-44 50-366 0 0,432-402-1423 0 0,-390 370-6119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5.663"/>
    </inkml:context>
    <inkml:brush xml:id="br0">
      <inkml:brushProperty name="width" value="0.035" units="cm"/>
      <inkml:brushProperty name="height" value="0.035" units="cm"/>
      <inkml:brushProperty name="color" value="#E71224"/>
    </inkml:brush>
  </inkml:definitions>
  <inkml:trace contextRef="#ctx0" brushRef="#br0">43 565 12899 0 0,'-4'-1'541'0'0,"3"1"-502"0"0,0 0-1 0 0,1-1 1 0 0,-1 1 0 0 0,0 0-1 0 0,0 0 1 0 0,1 0 0 0 0,-1 0 0 0 0,0-1-1 0 0,1 1 1 0 0,-1 0 0 0 0,0-1-1 0 0,1 1 1 0 0,-1-1 0 0 0,1 1-1 0 0,-1 0 1 0 0,0-1 0 0 0,1 1-1 0 0,-1-1 1 0 0,1 0 0 0 0,-1 1-1 0 0,1-1 1 0 0,0 1 0 0 0,-1-1-1 0 0,1 0 1 0 0,0 1 0 0 0,-1-1-1 0 0,1 0 1 0 0,-1-1 37 0 0,1 0 1 0 0,-1 0-1 0 0,0 1 0 0 0,0-1 0 0 0,0 0 0 0 0,1 1 1 0 0,-2-1-1 0 0,1 1 0 0 0,-2-3 0 0 0,-3-5 154 0 0,5 7-192 0 0,0 0-1 0 0,0 0 1 0 0,0-1 0 0 0,1 1-1 0 0,-1 0 1 0 0,1 0-1 0 0,-1-1 1 0 0,1 1 0 0 0,0 0-1 0 0,0-1 1 0 0,0 1-1 0 0,0 0 1 0 0,1-4-1 0 0,0 5-23 0 0,-1 0 0 0 0,0 1 0 0 0,0-1 0 0 0,1 0 1 0 0,-1 1-1 0 0,0-1 0 0 0,1 1 0 0 0,-1-1 0 0 0,0 0 0 0 0,1 1 0 0 0,-1-1 0 0 0,1 1 0 0 0,-1-1 0 0 0,1 1 0 0 0,-1 0 0 0 0,1-1 0 0 0,0 1 0 0 0,-1-1 0 0 0,2 1 0 0 0,-1-1-7 0 0,0 1 0 0 0,0 0 0 0 0,0 0 0 0 0,0 0 1 0 0,0 0-1 0 0,0 0 0 0 0,0 0 0 0 0,1 0 0 0 0,-1 0 0 0 0,0 0 1 0 0,0 1-1 0 0,0-1 0 0 0,0 0 0 0 0,0 1 0 0 0,0-1 0 0 0,1 1 1 0 0,3 2-9 0 0,-1 0 1 0 0,1-1-1 0 0,-1 2 1 0 0,0-1 0 0 0,0 0-1 0 0,0 1 1 0 0,0 0-1 0 0,4 6 1 0 0,25 40 28 0 0,-24-35-2 0 0,57 87 432 0 0,118 140-1 0 0,-168-222-413 0 0,39 32 0 0 0,-50-47-5 0 0,1-1 1 0 0,0 0-1 0 0,0 0 0 0 0,0 0 0 0 0,0-1 0 0 0,0 0 0 0 0,1 0 0 0 0,-1-1 0 0 0,1 1 0 0 0,0-2 0 0 0,0 1 0 0 0,7 0 0 0 0,-11-1-6 0 0,0-1 0 0 0,0-1-1 0 0,1 1 1 0 0,-1 0 0 0 0,0-1-1 0 0,0 1 1 0 0,0-1 0 0 0,0 0-1 0 0,0 0 1 0 0,0 0 0 0 0,-1-1-1 0 0,1 1 1 0 0,0 0 0 0 0,3-3-1 0 0,-2 0 41 0 0,0 1-1 0 0,-1-1 1 0 0,1 1-1 0 0,-1-1 1 0 0,1 0-1 0 0,-1-1 1 0 0,4-7 0 0 0,1-5 186 0 0,0 0 0 0 0,-2 0 0 0 0,8-30 1 0 0,-13 42-221 0 0,12-50 785 0 0,11-105 1 0 0,-16-58-253 0 0,-20 11-499 0 0,6 163-543 0 0,-3 1 1 0 0,-22-70 0 0 0,31 111 383 0 0,-1-2-272 0 0,-1 0-1 0 0,1 0 1 0 0,-1 0-1 0 0,0 0 1 0 0,0 1 0 0 0,0-1-1 0 0,0 0 1 0 0,-5-5-1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6.034"/>
    </inkml:context>
    <inkml:brush xml:id="br0">
      <inkml:brushProperty name="width" value="0.035" units="cm"/>
      <inkml:brushProperty name="height" value="0.035" units="cm"/>
      <inkml:brushProperty name="color" value="#E71224"/>
    </inkml:brush>
  </inkml:definitions>
  <inkml:trace contextRef="#ctx0" brushRef="#br0">195 1 19356 0 0,'-15'8'608'0'0,"8"-5"-310"0"0,0 1 0 0 0,0 0-1 0 0,1 0 1 0 0,-9 7 0 0 0,13-8-598 0 0,0 0 0 0 0,0 0 1 0 0,0 0-1 0 0,0 1 0 0 0,-1 3 1 0 0,-3 4-696 0 0,-65 128-5946 0 0,60-114 6264 0 0,2 1-1 0 0,1-1 1 0 0,-9 48 0 0 0,16-68 394 0 0,0-1 0 0 0,1 0 0 0 0,0 1 0 0 0,-1-1 0 0 0,2 1 0 0 0,-1-1 0 0 0,1 1 0 0 0,-1-1 0 0 0,1 0 0 0 0,0 1 0 0 0,1-1 0 0 0,-1 0 0 0 0,4 8 0 0 0,-3-10 534 0 0,0 1 1 0 0,0-1-1 0 0,0 0 0 0 0,0 1 1 0 0,0-1-1 0 0,1 0 1 0 0,-1 0-1 0 0,1-1 1 0 0,-1 1-1 0 0,1 0 0 0 0,0-1 1 0 0,-1 0-1 0 0,1 0 1 0 0,0 1-1 0 0,0-1 0 0 0,0-1 1 0 0,0 1-1 0 0,0 0 1 0 0,0-1-1 0 0,5 1 1 0 0,1-1-2 0 0,0-1 1 0 0,0 1-1 0 0,0-1 1 0 0,0-1-1 0 0,-1 0 1 0 0,1 0-1 0 0,13-5 1 0 0,57-30 815 0 0,-53 22-519 0 0,-1-1 0 0 0,32-28 0 0 0,30-20 459 0 0,-83 62-975 0 0,1-1 0 0 0,-1 1 0 0 0,0 0 0 0 0,1 0 0 0 0,-1 0-1 0 0,1 1 1 0 0,0 0 0 0 0,-1 0 0 0 0,8-1 0 0 0,-10 2-31 0 0,-1 0-1 0 0,1 0 1 0 0,0 0-1 0 0,-1 1 1 0 0,1-1-1 0 0,0 1 1 0 0,-1-1-1 0 0,1 1 1 0 0,0-1-1 0 0,-1 1 1 0 0,1 0-1 0 0,-1 0 1 0 0,1 0-1 0 0,-1 0 1 0 0,0 0-1 0 0,1 0 1 0 0,-1 0-1 0 0,0 0 1 0 0,0 0-1 0 0,0 1 1 0 0,0-1-1 0 0,0 1 1 0 0,0-1-1 0 0,0 0 1 0 0,0 1-1 0 0,0 0 1 0 0,-1-1-1 0 0,2 4 0 0 0,1 5 11 0 0,-1 0-1 0 0,0 0 1 0 0,0 0-1 0 0,-1 0 1 0 0,0 0-1 0 0,0 0 1 0 0,-2 1-1 0 0,-1 13 1 0 0,-2 8 468 0 0,-12 41 1 0 0,11-53-9 0 0,-1 0 0 0 0,-1 0 0 0 0,-1-1-1 0 0,-10 20 1 0 0,15-33-459 0 0,-1 0 0 0 0,1-1 1 0 0,-1 1-1 0 0,0-1 0 0 0,0 1 0 0 0,-1-1 0 0 0,1-1 1 0 0,-1 1-1 0 0,-1-1 0 0 0,1 1 0 0 0,0-2 1 0 0,-1 1-1 0 0,0 0 0 0 0,0-1 0 0 0,0 0 0 0 0,-10 3 1 0 0,3-4-7107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6.439"/>
    </inkml:context>
    <inkml:brush xml:id="br0">
      <inkml:brushProperty name="width" value="0.035" units="cm"/>
      <inkml:brushProperty name="height" value="0.035" units="cm"/>
      <inkml:brushProperty name="color" value="#E71224"/>
    </inkml:brush>
  </inkml:definitions>
  <inkml:trace contextRef="#ctx0" brushRef="#br0">24 493 20740 0 0,'-4'5'653'0'0,"2"-3"-492"0"0,0 1 1 0 0,-1 0-1 0 0,1-1 1 0 0,1 1 0 0 0,-1 0-1 0 0,0 0 1 0 0,1 0 0 0 0,-1 0-1 0 0,0 5 1 0 0,4 8 178 0 0,-2-13-345 0 0,-1-1 1 0 0,1 0-1 0 0,0 1 0 0 0,0-1 1 0 0,0 1-1 0 0,1-1 0 0 0,-1 0 1 0 0,0 1-1 0 0,1-1 0 0 0,0 0 1 0 0,1 4-1 0 0,-2-5-6 0 0,1 0-1 0 0,-1-1 0 0 0,0 1 1 0 0,1-1-1 0 0,-1 1 1 0 0,1-1-1 0 0,-1 0 1 0 0,0 1-1 0 0,1-1 1 0 0,-1 1-1 0 0,1-1 1 0 0,-1 0-1 0 0,1 1 0 0 0,-1-1 1 0 0,1 0-1 0 0,0 0 1 0 0,-1 0-1 0 0,1 1 1 0 0,0-1-1 0 0,1 0-3 0 0,-1 0 0 0 0,0 0 0 0 0,0 0 0 0 0,0 0 0 0 0,0-1 1 0 0,0 1-1 0 0,1 0 0 0 0,-1-1 0 0 0,0 1 0 0 0,0-1 0 0 0,0 1 0 0 0,0-1 0 0 0,0 1 0 0 0,1-2 0 0 0,9-8-218 0 0,1 0 0 0 0,-2 0 0 0 0,0-1 0 0 0,0-1 0 0 0,-1 0 0 0 0,10-17 0 0 0,-4 7-86 0 0,207-315-3307 0 0,-212 319 3643 0 0,11-21 0 0 0,-19 34 11 0 0,0 0 0 0 0,0 0 0 0 0,0 0 1 0 0,-1-1-1 0 0,1 1 0 0 0,-1-1 1 0 0,-1 1-1 0 0,1-1 0 0 0,-1-7 0 0 0,0 13-13 0 0,0-1 0 0 0,0 1-1 0 0,0-1 1 0 0,0 1 0 0 0,0-1-1 0 0,0 1 1 0 0,0 0-1 0 0,-1-1 1 0 0,1 1 0 0 0,0-1-1 0 0,0 1 1 0 0,0 0 0 0 0,-1-1-1 0 0,1 1 1 0 0,0 0-1 0 0,0-1 1 0 0,-1 1 0 0 0,1 0-1 0 0,0-1 1 0 0,-1 1 0 0 0,1 0-1 0 0,0-1 1 0 0,-1 1-1 0 0,1 0 1 0 0,-1 0 0 0 0,1 0-1 0 0,-1-1 1 0 0,-13 3 822 0 0,-12 10 492 0 0,13-2-1044 0 0,1-1 1 0 0,0 2 0 0 0,0-1-1 0 0,1 2 1 0 0,1-1 0 0 0,-16 22 0 0 0,13-12-126 0 0,0 0 1 0 0,1 1-1 0 0,-14 35 1 0 0,19-39-142 0 0,2 0 0 0 0,0 0 0 0 0,0 0 0 0 0,2 1 0 0 0,0-1 0 0 0,1 25 0 0 0,1-35-13 0 0,2 1-1 0 0,-1-1 0 0 0,1 1 1 0 0,0-1-1 0 0,1 1 1 0 0,0-1-1 0 0,0 0 0 0 0,1 0 1 0 0,0 0-1 0 0,0 0 1 0 0,1 0-1 0 0,0-1 0 0 0,0 1 1 0 0,1-1-1 0 0,0 0 1 0 0,6 7-1 0 0,-6-10-7 0 0,-1 0 1 0 0,1 0-1 0 0,0 0 0 0 0,0 0 1 0 0,1-1-1 0 0,-1 0 1 0 0,1 0-1 0 0,0 0 0 0 0,-1-1 1 0 0,1 0-1 0 0,0 0 0 0 0,11 2 1 0 0,-9-3-4 0 0,-1 0 0 0 0,1-1-1 0 0,0 0 1 0 0,0-1 0 0 0,0 0 0 0 0,0 0 0 0 0,0 0 0 0 0,-1-1 0 0 0,9-3 0 0 0,1-2-10 0 0,0-1 0 0 0,-1 0 0 0 0,1-1 0 0 0,-2-1 1 0 0,1 0-1 0 0,-1-2 0 0 0,24-23 0 0 0,15-25-1194 0 0,-29 29-40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6.677"/>
    </inkml:context>
    <inkml:brush xml:id="br0">
      <inkml:brushProperty name="width" value="0.035" units="cm"/>
      <inkml:brushProperty name="height" value="0.035" units="cm"/>
      <inkml:brushProperty name="color" value="#E71224"/>
    </inkml:brush>
  </inkml:definitions>
  <inkml:trace contextRef="#ctx0" brushRef="#br0">138 346 1840 0 0,'1'-16'3913'0'0,"-1"14"-3114"0"0,0-1-1 0 0,1 0 1 0 0,-1 0-1 0 0,0 0 0 0 0,0 0 1 0 0,-1 0-1 0 0,1 1 0 0 0,-2-5 1 0 0,2 12 2398 0 0,-1 11-2083 0 0,6 14-733 0 0,-2-14-201 0 0,-1 1 0 0 0,0-1 0 0 0,-1 1 1 0 0,-2 29-1 0 0,1-45-171 0 0,0 0 0 0 0,-1-1 0 0 0,1 1 0 0 0,0 0-1 0 0,0 0 1 0 0,0 0 0 0 0,0 0 0 0 0,-1 0 0 0 0,1 0 0 0 0,0 0 0 0 0,-1 0 0 0 0,1 0-1 0 0,-1 0 1 0 0,1-1 0 0 0,-1 1 0 0 0,0 0 0 0 0,1 0 0 0 0,-1-1 0 0 0,0 1 0 0 0,1 0 0 0 0,-2 0-1 0 0,1-1 13 0 0,0 0-1 0 0,0 0 1 0 0,1 0-1 0 0,-1 0 1 0 0,0 0-1 0 0,1 0 0 0 0,-1 0 1 0 0,0 0-1 0 0,0 0 1 0 0,1-1-1 0 0,-1 1 1 0 0,0 0-1 0 0,1-1 0 0 0,-1 1 1 0 0,1 0-1 0 0,-1-1 1 0 0,0 1-1 0 0,1-1 1 0 0,-1 1-1 0 0,1-1 0 0 0,-1 0 1 0 0,-5-5 188 0 0,1-1 1 0 0,0 1 0 0 0,-7-12-1 0 0,12 17-201 0 0,-11-17 437 0 0,-38-66 698 0 0,42 71-973 0 0,1-2 0 0 0,0 1 0 0 0,1-1 0 0 0,-4-17 0 0 0,8 25-126 0 0,1 0 1 0 0,0-1-1 0 0,0 1 1 0 0,0 0-1 0 0,1 0 0 0 0,0 0 1 0 0,0 0-1 0 0,1 1 1 0 0,-1-1-1 0 0,2 0 1 0 0,-1 0-1 0 0,1 1 1 0 0,6-11-1 0 0,5-8-176 0 0,2 2 0 0 0,20-24 0 0 0,-24 32-125 0 0,11-16-416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7.310"/>
    </inkml:context>
    <inkml:brush xml:id="br0">
      <inkml:brushProperty name="width" value="0.035" units="cm"/>
      <inkml:brushProperty name="height" value="0.035" units="cm"/>
      <inkml:brushProperty name="color" value="#E71224"/>
    </inkml:brush>
  </inkml:definitions>
  <inkml:trace contextRef="#ctx0" brushRef="#br0">132 40 15667 0 0,'-7'0'42'0'0,"-11"3"1398"0"0,-24 0 0 0 0,37-3-1000 0 0,-1-1 0 0 0,0 1-1 0 0,1-1 1 0 0,-1 0 0 0 0,1 0-1 0 0,-1-1 1 0 0,1 0-1 0 0,-8-3 1 0 0,12 5-433 0 0,1 0 0 0 0,0-1-1 0 0,-1 1 1 0 0,1 0 0 0 0,-1 0-1 0 0,1 0 1 0 0,0-1 0 0 0,-1 1-1 0 0,1 0 1 0 0,0 0 0 0 0,-1-1-1 0 0,1 1 1 0 0,0 0 0 0 0,0-1 0 0 0,-1 1-1 0 0,1-1 1 0 0,0 1 0 0 0,0 0-1 0 0,0-1 1 0 0,-1 1 0 0 0,1 0-1 0 0,0-1 1 0 0,0 1 0 0 0,0-1-1 0 0,0 1 1 0 0,0-1 0 0 0,0 1 0 0 0,0-1-1 0 0,0 1 1 0 0,0 0 0 0 0,0-1-1 0 0,0 1 1 0 0,0-1 0 0 0,0 1-1 0 0,0-1 1 0 0,0 1 0 0 0,0 0-1 0 0,1-1 1 0 0,-1 1 0 0 0,0-1-1 0 0,0 1 1 0 0,0 0 0 0 0,1-1 0 0 0,-1 1-1 0 0,0 0 1 0 0,1-1 0 0 0,-1 1-1 0 0,0 0 1 0 0,1-1 0 0 0,-1 1-1 0 0,2-2-319 0 0,0 1 0 0 0,0-1 0 0 0,0 1-1 0 0,-1-1 1 0 0,1 1 0 0 0,0 0 0 0 0,1 0 0 0 0,1-1-1 0 0,5 0-6967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7.528"/>
    </inkml:context>
    <inkml:brush xml:id="br0">
      <inkml:brushProperty name="width" value="0.035" units="cm"/>
      <inkml:brushProperty name="height" value="0.035" units="cm"/>
      <inkml:brushProperty name="color" value="#E71224"/>
    </inkml:brush>
  </inkml:definitions>
  <inkml:trace contextRef="#ctx0" brushRef="#br0">22 1 17972 0 0,'-5'2'926'0'0,"-9"7"-113"0"0,14-9-772 0 0,-1 1 0 0 0,1-1 0 0 0,0 0 0 0 0,0 0 0 0 0,0 1 0 0 0,-1-1 0 0 0,1 0 0 0 0,0 0 0 0 0,0 1 0 0 0,0-1 0 0 0,0 0 0 0 0,0 0 0 0 0,0 1 0 0 0,0-1 0 0 0,-1 0 0 0 0,1 0 0 0 0,0 1 0 0 0,0-1 0 0 0,0 0 0 0 0,0 1 1 0 0,0-1-1 0 0,0 0 0 0 0,0 1 0 0 0,0-1 0 0 0,0 0 0 0 0,1 0 0 0 0,-1 1 0 0 0,0-1 0 0 0,0 0 0 0 0,0 0 0 0 0,0 1 0 0 0,0-1 0 0 0,0 0 0 0 0,1 0 0 0 0,-1 1 0 0 0,0-1 0 0 0,0 0 0 0 0,0 0 0 0 0,0 1 0 0 0,1-1 0 0 0,-1 0 0 0 0,0 0 0 0 0,0 0 0 0 0,1 0 0 0 0,-1 1 0 0 0,82 51-2446 0 0,0 2-6781 0 0,-69-44 5220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7.811"/>
    </inkml:context>
    <inkml:brush xml:id="br0">
      <inkml:brushProperty name="width" value="0.035" units="cm"/>
      <inkml:brushProperty name="height" value="0.035" units="cm"/>
      <inkml:brushProperty name="color" value="#E71224"/>
    </inkml:brush>
  </inkml:definitions>
  <inkml:trace contextRef="#ctx0" brushRef="#br0">239 50 18892 0 0,'-11'1'760'0'0,"-8"1"230"0"0,-25 6 0 0 0,37-6-937 0 0,1 0-1 0 0,-1 0 0 0 0,1 1 1 0 0,-1 0-1 0 0,1 0 1 0 0,0 1-1 0 0,-7 4 0 0 0,4 0-165 0 0,0-1-1 0 0,1 2 1 0 0,0-1-1 0 0,0 1 0 0 0,1 0 1 0 0,0 1-1 0 0,1 0 0 0 0,0 0 1 0 0,0 0-1 0 0,1 1 1 0 0,0-1-1 0 0,1 1 0 0 0,-5 19 1 0 0,6-16-25 0 0,1 0 1 0 0,0 0 0 0 0,1 0-1 0 0,0 0 1 0 0,1 0-1 0 0,1-1 1 0 0,0 1 0 0 0,0 0-1 0 0,2 0 1 0 0,0 0-1 0 0,5 15 1 0 0,-6-24 183 0 0,1 1 0 0 0,-1-1-1 0 0,1 1 1 0 0,0-1 0 0 0,0 0-1 0 0,0 0 1 0 0,1-1 0 0 0,0 1 0 0 0,0-1-1 0 0,0 1 1 0 0,1-1 0 0 0,-1 0 0 0 0,1-1-1 0 0,8 6 1 0 0,-8-7-2 0 0,-1 0 0 0 0,1 0 0 0 0,0 0 0 0 0,-1-1 0 0 0,1 1 0 0 0,0-1-1 0 0,0 0 1 0 0,0-1 0 0 0,0 1 0 0 0,0-1 0 0 0,0 0 0 0 0,0 0 0 0 0,0-1 0 0 0,0 0 0 0 0,-1 1 0 0 0,1-2 0 0 0,0 1-1 0 0,5-2 1 0 0,3-3 17 0 0,-1 0 1 0 0,0-1-1 0 0,-1 0 0 0 0,1-1 0 0 0,-2 0 0 0 0,1-1 0 0 0,-1 0 1 0 0,0 0-1 0 0,12-17 0 0 0,-2 0-190 0 0,-1 0 0 0 0,28-54-1 0 0,-30 46-563 0 0,24-69 1 0 0,-32 74-1163 0 0,6-38 0 0 0,-10 25-3924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8.028"/>
    </inkml:context>
    <inkml:brush xml:id="br0">
      <inkml:brushProperty name="width" value="0.035" units="cm"/>
      <inkml:brushProperty name="height" value="0.035" units="cm"/>
      <inkml:brushProperty name="color" value="#E71224"/>
    </inkml:brush>
  </inkml:definitions>
  <inkml:trace contextRef="#ctx0" brushRef="#br0">5 1 4433 0 0,'-1'0'19'0'0,"1"1"0"0"0,-1 0 0 0 0,1 0 0 0 0,0-1 0 0 0,-1 1 0 0 0,1 0 0 0 0,0 0-1 0 0,-1 0 1 0 0,1-1 0 0 0,0 1 0 0 0,0 0 0 0 0,0 0 0 0 0,0 0 0 0 0,0 0 0 0 0,0-1 0 0 0,0 1 0 0 0,0 0 0 0 0,0 0 0 0 0,0 0 0 0 0,1 1 0 0 0,9 14 230 0 0,-5-8 27 0 0,162 190 3713 0 0,-156-185-3751 0 0,23 23 1011 0 0,2-1 0 0 0,70 54 0 0 0,-84-73-889 0 0,1-2 1 0 0,1 0-1 0 0,1-1 0 0 0,0-1 0 0 0,0-1 0 0 0,42 11 0 0 0,-30-13-5929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8.267"/>
    </inkml:context>
    <inkml:brush xml:id="br0">
      <inkml:brushProperty name="width" value="0.035" units="cm"/>
      <inkml:brushProperty name="height" value="0.035" units="cm"/>
      <inkml:brushProperty name="color" value="#E71224"/>
    </inkml:brush>
  </inkml:definitions>
  <inkml:trace contextRef="#ctx0" brushRef="#br0">9 15 13363 0 0,'-8'-14'1229'0'0,"8"13"-917"0"0,5 10-394 0 0,2 3-14 0 0,-2 1 1 0 0,0 0-1 0 0,0 0 1 0 0,-1 1-1 0 0,3 19 0 0 0,-1-6-78 0 0,64 366-5634 0 0,-54-286 5137 0 0,-7-10 590 0 0,-9-58 81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8.837"/>
    </inkml:context>
    <inkml:brush xml:id="br0">
      <inkml:brushProperty name="width" value="0.035" units="cm"/>
      <inkml:brushProperty name="height" value="0.035" units="cm"/>
      <inkml:brushProperty name="color" value="#E71224"/>
    </inkml:brush>
  </inkml:definitions>
  <inkml:trace contextRef="#ctx0" brushRef="#br0">31 594 17972 0 0,'-8'-1'606'0'0,"6"1"-456"0"0,-1 0-1 0 0,1-1 1 0 0,0 1-1 0 0,0-1 1 0 0,0 1 0 0 0,0-1-1 0 0,0 0 1 0 0,-4-2-1 0 0,8 3-198 0 0,-1-1 1 0 0,0 1-1 0 0,1 0 0 0 0,-1-1 0 0 0,1 1 0 0 0,-1 0 1 0 0,1 0-1 0 0,-1 0 0 0 0,3 1 0 0 0,2 0-108 0 0,0 1 1 0 0,0 1-1 0 0,0-1 0 0 0,0 1 1 0 0,0 0-1 0 0,0 0 0 0 0,-1 1 0 0 0,0 0 1 0 0,1 0-1 0 0,-1 0 0 0 0,-1 0 0 0 0,6 7 1 0 0,8 9-522 0 0,23 36 0 0 0,-33-45 469 0 0,158 259-3394 0 0,-144-232 3116 0 0,3 7 516 0 0,20 48-1 0 0,-34-65 1490 0 0,10 40 0 0 0,-19-63-1183 0 0,-2-3-116 0 0,1 0 1 0 0,0 1 0 0 0,-1-1-1 0 0,1 0 1 0 0,-1 1 0 0 0,0-1 0 0 0,0 0-1 0 0,0 1 1 0 0,0-1 0 0 0,0 1-1 0 0,0-1 1 0 0,-1 3 0 0 0,1-5-161 0 0,-1 0 0 0 0,1 1 1 0 0,0-1-1 0 0,0 0 0 0 0,-1 0 1 0 0,1 1-1 0 0,0-1 0 0 0,-1 0 1 0 0,1 0-1 0 0,0 0 0 0 0,-1 1 1 0 0,1-1-1 0 0,-1 0 0 0 0,1 0 1 0 0,0 0-1 0 0,-1 0 0 0 0,1 0 1 0 0,-1 0-1 0 0,1 0 0 0 0,0 0 1 0 0,-1 0-1 0 0,1 0 0 0 0,0 0 0 0 0,-1 0 1 0 0,1 0-1 0 0,-1 0 0 0 0,1 0 1 0 0,0 0-1 0 0,-1 0 0 0 0,1-1 1 0 0,0 1-1 0 0,-1 0 0 0 0,1 0 1 0 0,0 0-1 0 0,-1-1 0 0 0,1 1 1 0 0,0 0-1 0 0,-1 0 0 0 0,1-1 1 0 0,0 1-1 0 0,0 0 0 0 0,-1-1 0 0 0,-14-13 580 0 0,-7-16 76 0 0,-36-57 0 0 0,-9-40-549 0 0,23 35-150 0 0,-39-117 0 0 0,66 157-8 0 0,2-1 0 0 0,3 0 0 0 0,-11-107 0 0 0,22 141 30 0 0,1 0 0 0 0,1 0 0 0 0,0 0 0 0 0,1 0 0 0 0,9-34 0 0 0,-6 39-8 0 0,0 0 0 0 0,0 0-1 0 0,1 1 1 0 0,1 0 0 0 0,1 0 0 0 0,-1 1-1 0 0,2 0 1 0 0,11-13 0 0 0,-6 9-25 0 0,1 1 1 0 0,1 1-1 0 0,0 0 0 0 0,1 2 1 0 0,1-1-1 0 0,0 2 0 0 0,1 0 1 0 0,38-15-1 0 0,-51 24-71 0 0,1-1 0 0 0,0 2-1 0 0,0-1 1 0 0,-1 1 0 0 0,1 0 0 0 0,0 0 0 0 0,0 1-1 0 0,0 0 1 0 0,0 0 0 0 0,0 1 0 0 0,10 2 0 0 0,-15-3 8 0 0,1 1 0 0 0,0 0 0 0 0,-1 0 1 0 0,1 0-1 0 0,-1 0 0 0 0,1 1 0 0 0,-1-1 1 0 0,1 1-1 0 0,-1-1 0 0 0,0 1 0 0 0,0 0 1 0 0,0 0-1 0 0,0 0 0 0 0,0 0 0 0 0,0 0 1 0 0,-1 0-1 0 0,1 1 0 0 0,-1-1 0 0 0,1 1 1 0 0,-1-1-1 0 0,0 1 0 0 0,0-1 0 0 0,0 1 1 0 0,0 0-1 0 0,-1-1 0 0 0,1 1 0 0 0,-1 0 1 0 0,1 0-1 0 0,-1-1 0 0 0,0 7 0 0 0,-1 6-125 0 0,-1 0 0 0 0,0 0-1 0 0,0 1 1 0 0,-2-1 0 0 0,-9 25-1 0 0,1-8 130 0 0,-25 45 0 0 0,-8-7 806 0 0,3-3-688 0 0,35-54-2694 0 0,-8 21-1 0 0,13-23-3894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9.589"/>
    </inkml:context>
    <inkml:brush xml:id="br0">
      <inkml:brushProperty name="width" value="0.035" units="cm"/>
      <inkml:brushProperty name="height" value="0.035" units="cm"/>
      <inkml:brushProperty name="color" value="#E71224"/>
    </inkml:brush>
  </inkml:definitions>
  <inkml:trace contextRef="#ctx0" brushRef="#br0">194 489 18892 0 0,'-47'14'2070'0'0,"35"-4"-2450"0"0,2-1 194 0 0,-2 0-327 0 0,1 1 0 0 0,-1 0 0 0 0,2 0 0 0 0,-1 1 0 0 0,-15 21 0 0 0,20-23-102 0 0,1 0-1 0 0,0 0 1 0 0,1 0-1 0 0,0 1 0 0 0,0 0 1 0 0,1-1-1 0 0,0 1 1 0 0,1 0-1 0 0,-2 16 0 0 0,2-4-577 0 0,2-1 1 0 0,0 1-1 0 0,1 0 0 0 0,2-1 0 0 0,7 34 0 0 0,-5-35 1103 0 0,1 0 0 0 0,1 0 0 0 0,0-1 0 0 0,2 0 0 0 0,20 34 0 0 0,-25-47 318 0 0,-1-1 1 0 0,2 1-1 0 0,-1-1 1 0 0,1 0 0 0 0,0 0-1 0 0,0-1 1 0 0,0 1-1 0 0,1-1 1 0 0,7 4 0 0 0,-11-6-87 0 0,1-1 1 0 0,-1 0 0 0 0,1 0-1 0 0,-1 0 1 0 0,1 0 0 0 0,0-1-1 0 0,0 1 1 0 0,-1-1 0 0 0,1 0 0 0 0,0 1-1 0 0,0-1 1 0 0,-1 0 0 0 0,1-1-1 0 0,0 1 1 0 0,0 0 0 0 0,-1-1-1 0 0,1 0 1 0 0,0 1 0 0 0,-1-1 0 0 0,1 0-1 0 0,-1-1 1 0 0,1 1 0 0 0,-1 0-1 0 0,1-1 1 0 0,3-2 0 0 0,1-2 254 0 0,-1 0 0 0 0,0 0 0 0 0,0-1 0 0 0,-1 0 0 0 0,1 0 0 0 0,-2 0 0 0 0,1-1 1 0 0,4-9-1 0 0,3-9 678 0 0,9-31 1 0 0,-8 18-440 0 0,-3-1 0 0 0,-1 0 0 0 0,5-62 1 0 0,-10 54-1167 0 0,-3 1 1 0 0,-2-1 0 0 0,-2 0 0 0 0,-2 0-1 0 0,-13-52 1 0 0,18 96 560 0 0,-1-1-1 0 0,0 1 1 0 0,-1 0 0 0 0,1 0-1 0 0,-1 0 1 0 0,1 0 0 0 0,-1 0-1 0 0,-3-4 1 0 0,4 8-8 0 0,1 0-1 0 0,0 0 0 0 0,0 0 1 0 0,0 0-1 0 0,0 0 1 0 0,-1 0-1 0 0,1 0 1 0 0,0 0-1 0 0,0 0 1 0 0,0 0-1 0 0,0 0 0 0 0,0 0 1 0 0,-1 0-1 0 0,1 0 1 0 0,0 0-1 0 0,0 1 1 0 0,0-1-1 0 0,0 0 1 0 0,0 0-1 0 0,0 0 0 0 0,-1 0 1 0 0,1 0-1 0 0,0 0 1 0 0,0 1-1 0 0,0-1 1 0 0,0 0-1 0 0,0 0 1 0 0,0 0-1 0 0,0 0 0 0 0,0 1 1 0 0,0-1-1 0 0,0 0 1 0 0,0 0-1 0 0,0 0 1 0 0,0 0-1 0 0,0 1 1 0 0,0-1-1 0 0,0 0 0 0 0,0 0 1 0 0,0 0-1 0 0,0 0 1 0 0,0 1-1 0 0,0-1 1 0 0,-1 9 307 0 0,0 26-344 0 0,2 1 0 0 0,7 48 0 0 0,-5-59-20 0 0,1-1 0 0 0,12 40 0 0 0,-12-54 87 0 0,-1 0 0 0 0,2 0 0 0 0,-1 0 0 0 0,1 0 0 0 0,1-1 0 0 0,0 0 0 0 0,0 0 0 0 0,12 12 0 0 0,-17-19 4 0 0,1-1 0 0 0,-1 0 0 0 0,1 1 0 0 0,-1-1 0 0 0,1 0 1 0 0,0 0-1 0 0,0 1 0 0 0,0-2 0 0 0,-1 1 0 0 0,1 0 0 0 0,0 0 0 0 0,0 0 0 0 0,0-1 0 0 0,0 1 0 0 0,0-1 0 0 0,0 0 0 0 0,3 1 0 0 0,-2-2 6 0 0,-1 1-1 0 0,0-1 1 0 0,1 1-1 0 0,-1-1 0 0 0,0 0 1 0 0,0 0-1 0 0,1 0 1 0 0,-1 0-1 0 0,0 0 0 0 0,0 0 1 0 0,0-1-1 0 0,0 1 1 0 0,-1-1-1 0 0,1 1 1 0 0,2-3-1 0 0,10-12 132 0 0,0 0 1 0 0,0-1-1 0 0,13-24 1 0 0,28-59-1196 0 0,-23 33-1141 0 0,37-116 0 0 0,-20 10 2755 0 0,-47 166-367 0 0,1-5 813 0 0,0 0 0 0 0,-1 0 0 0 0,2-22 0 0 0,-4 34-1018 0 0,0-1 1 0 0,0 1-1 0 0,0 0 1 0 0,0 0-1 0 0,0-1 0 0 0,0 1 1 0 0,0 0-1 0 0,0-1 0 0 0,0 1 1 0 0,0 0-1 0 0,0 0 0 0 0,0-1 1 0 0,0 1-1 0 0,0 0 1 0 0,0-1-1 0 0,0 1 0 0 0,-1 0 1 0 0,1 0-1 0 0,0-1 0 0 0,0 1 1 0 0,0 0-1 0 0,0 0 0 0 0,-1-1 1 0 0,1 1-1 0 0,0 0 1 0 0,0 0-1 0 0,0 0 0 0 0,-1-1 1 0 0,1 1-1 0 0,0 0 0 0 0,0 0 1 0 0,-1 0-1 0 0,-8 4 619 0 0,-7 13-240 0 0,-3 9-488 0 0,1 1 0 0 0,1 1 1 0 0,2 0-1 0 0,0 2 1 0 0,2-1-1 0 0,1 2 0 0 0,2-1 1 0 0,1 1-1 0 0,-7 43 0 0 0,15-70 64 0 0,1 0 0 0 0,-1 0-1 0 0,1 0 1 0 0,0 0 0 0 0,1 0-1 0 0,-1-1 1 0 0,1 1 0 0 0,1 4-1 0 0,-2-7 5 0 0,0 0-1 0 0,1 0 0 0 0,-1 0 1 0 0,1 0-1 0 0,-1 0 0 0 0,1 0 1 0 0,0 0-1 0 0,-1 0 0 0 0,1 0 1 0 0,0 0-1 0 0,0 0 0 0 0,-1 0 1 0 0,1-1-1 0 0,0 1 0 0 0,0 0 1 0 0,0-1-1 0 0,0 1 0 0 0,0-1 1 0 0,0 1-1 0 0,0-1 0 0 0,0 1 1 0 0,0-1-1 0 0,0 0 0 0 0,1 1 1 0 0,-1-1-1 0 0,0 0 0 0 0,0 0 0 0 0,0 0 1 0 0,0 0-1 0 0,2 0 0 0 0,4-1-40 0 0,-1 0 0 0 0,0 0-1 0 0,0-1 1 0 0,0 1 0 0 0,0-2-1 0 0,0 1 1 0 0,0-1-1 0 0,7-3 1 0 0,43-32-606 0 0,-26 17 426 0 0,-21 14 123 0 0,4-2-30 0 0,1 0 0 0 0,0 1 1 0 0,0 0-1 0 0,0 1 1 0 0,30-10-1 0 0,-42 16 99 0 0,0 1-1 0 0,1-1 1 0 0,-1 1 0 0 0,0 0 0 0 0,0 0-1 0 0,1 0 1 0 0,-1 0 0 0 0,0 0 0 0 0,0 0-1 0 0,1 0 1 0 0,-1 1 0 0 0,0 0 0 0 0,0-1-1 0 0,0 1 1 0 0,3 1 0 0 0,-4-1-5 0 0,1 0 0 0 0,-1 0 0 0 0,1 0 1 0 0,-1 0-1 0 0,1 1 0 0 0,-1-1 0 0 0,0 1 1 0 0,0-1-1 0 0,0 1 0 0 0,0-1 0 0 0,0 1 0 0 0,0-1 1 0 0,0 1-1 0 0,-1 0 0 0 0,2 1 0 0 0,-1 3-20 0 0,0 0 0 0 0,0 0 0 0 0,0 0 0 0 0,-1 1 0 0 0,0-1 0 0 0,0 0 0 0 0,-1 0 0 0 0,1 0-1 0 0,-4 11 1 0 0,0 0 283 0 0,-1-1-1 0 0,-1 0 0 0 0,-10 20 1 0 0,11-27 37 0 0,0 0 0 0 0,0 0 1 0 0,-1 0-1 0 0,0-1 1 0 0,-1 0-1 0 0,-13 12 0 0 0,17-17-176 0 0,-1-1-1 0 0,1 1 1 0 0,-1-1 0 0 0,0 0-1 0 0,0 0 1 0 0,0 0 0 0 0,0 0-1 0 0,0-1 1 0 0,-6 2-1 0 0,8-2-233 0 0,-1-1 0 0 0,0 0-1 0 0,1 1 1 0 0,-1-1 0 0 0,0 0-1 0 0,1 0 1 0 0,-1 0 0 0 0,1-1-1 0 0,-1 1 1 0 0,0-1 0 0 0,1 1-1 0 0,-1-1 1 0 0,1 0 0 0 0,-1 0-1 0 0,1 0 1 0 0,-4-3 0 0 0,-5-5-6520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09.931"/>
    </inkml:context>
    <inkml:brush xml:id="br0">
      <inkml:brushProperty name="width" value="0.035" units="cm"/>
      <inkml:brushProperty name="height" value="0.035" units="cm"/>
      <inkml:brushProperty name="color" value="#E71224"/>
    </inkml:brush>
  </inkml:definitions>
  <inkml:trace contextRef="#ctx0" brushRef="#br0">298 0 20276 0 0,'-13'7'315'0'0,"1"1"-1"0"0,0 0 0 0 0,1 1 1 0 0,0 0-1 0 0,0 1 0 0 0,-14 16 1 0 0,-75 107-1084 0 0,79-102-459 0 0,2 1 0 0 0,-23 52 0 0 0,38-75 790 0 0,0 0 1 0 0,1 0-1 0 0,1 1 1 0 0,-1-1-1 0 0,2 1 1 0 0,-2 17-1 0 0,3-25 424 0 0,-1 0 1 0 0,1 0-1 0 0,0 0 0 0 0,1 0 0 0 0,-1 0 0 0 0,0 0 0 0 0,1 0 0 0 0,-1 0 1 0 0,1 0-1 0 0,-1 0 0 0 0,1-1 0 0 0,0 1 0 0 0,0 0 0 0 0,0 0 0 0 0,0-1 1 0 0,0 1-1 0 0,0 0 0 0 0,0-1 0 0 0,1 1 0 0 0,-1-1 0 0 0,0 1 0 0 0,1-1 1 0 0,-1 0-1 0 0,1 0 0 0 0,0 0 0 0 0,-1 0 0 0 0,1 0 0 0 0,0 0 0 0 0,0 0 1 0 0,0 0-1 0 0,0-1 0 0 0,0 1 0 0 0,-1-1 0 0 0,1 1 0 0 0,0-1 0 0 0,0 0 1 0 0,0 0-1 0 0,0 0 0 0 0,3 0 0 0 0,5 0 57 0 0,-1-1-1 0 0,0 0 1 0 0,0-1 0 0 0,1 0-1 0 0,-1-1 1 0 0,0 1 0 0 0,15-9-1 0 0,60-36 166 0 0,-60 32 1 0 0,38-18 0 0 0,-52 29-169 0 0,19-8-84 0 0,-28 12 60 0 0,0-1 1 0 0,1 1 0 0 0,-1 0 0 0 0,1 0 0 0 0,-1 0 0 0 0,0-1 0 0 0,1 1-1 0 0,-1 0 1 0 0,0 1 0 0 0,1-1 0 0 0,-1 0 0 0 0,1 0 0 0 0,-1 1-1 0 0,0-1 1 0 0,1 0 0 0 0,-1 1 0 0 0,3 1 0 0 0,-4-1 28 0 0,1-1 0 0 0,0 1 1 0 0,-1 0-1 0 0,1 0 1 0 0,-1 0-1 0 0,1 0 0 0 0,-1 0 1 0 0,1 0-1 0 0,-1 0 1 0 0,1 0-1 0 0,-1 0 0 0 0,0 0 1 0 0,0 0-1 0 0,0 0 0 0 0,1 0 1 0 0,-1 1-1 0 0,0-1 1 0 0,0 0-1 0 0,0 0 0 0 0,-1 0 1 0 0,1 0-1 0 0,0 0 0 0 0,-1 2 1 0 0,-9 26 794 0 0,10-28-788 0 0,-18 37 668 0 0,-2-1-1 0 0,-38 52 0 0 0,31-50-409 0 0,11-15-84 0 0,-2-1 0 0 0,0-1 0 0 0,-26 23 0 0 0,-3-2-5967 0 0,30-29-822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10.429"/>
    </inkml:context>
    <inkml:brush xml:id="br0">
      <inkml:brushProperty name="width" value="0.035" units="cm"/>
      <inkml:brushProperty name="height" value="0.035" units="cm"/>
      <inkml:brushProperty name="color" value="#E71224"/>
    </inkml:brush>
  </inkml:definitions>
  <inkml:trace contextRef="#ctx0" brushRef="#br0">130 438 456 0 0,'-14'8'2339'0'0,"-25"10"9033"0"0,25-14-6340 0 0,-20 8-2778 0 0,32-11-2256 0 0,0 0 1 0 0,-1 0-1 0 0,1 0 0 0 0,0 0 0 0 0,0 0 0 0 0,1 1 0 0 0,-1-1 0 0 0,0 1 0 0 0,0 0 0 0 0,1-1 0 0 0,-1 1 0 0 0,-1 2 1 0 0,3-2-28 0 0,-1-1 1 0 0,1 1 0 0 0,-1 0 0 0 0,1 0 0 0 0,0-1-1 0 0,0 1 1 0 0,0 0 0 0 0,0 0 0 0 0,0-1 0 0 0,0 1-1 0 0,0 0 1 0 0,1-1 0 0 0,-1 1 0 0 0,0 0-1 0 0,1 0 1 0 0,0-1 0 0 0,-1 1 0 0 0,1-1 0 0 0,1 3-1 0 0,2 3-112 0 0,-1-1 0 0 0,1 0 0 0 0,7 8 0 0 0,-6-9 191 0 0,0 0-1 0 0,-1-1 1 0 0,1 1-1 0 0,1-1 1 0 0,-1 0-1 0 0,1 0 1 0 0,0-1-1 0 0,-1 0 1 0 0,1 0-1 0 0,1 0 1 0 0,11 3-1 0 0,-13-5-6 0 0,0 0-1 0 0,0 0 0 0 0,0-1 0 0 0,1 1 1 0 0,-1-1-1 0 0,0-1 0 0 0,0 1 0 0 0,0-1 1 0 0,0 0-1 0 0,0 0 0 0 0,0 0 0 0 0,0 0 1 0 0,0-1-1 0 0,0 0 0 0 0,-1 0 0 0 0,7-4 1 0 0,-1-1 29 0 0,0 0 0 0 0,-1-1 0 0 0,0 0 1 0 0,0 0-1 0 0,-1-1 0 0 0,0 0 0 0 0,-1-1 1 0 0,0 1-1 0 0,8-15 0 0 0,0-4-85 0 0,-1-1 0 0 0,13-39-1 0 0,-27 68 18 0 0,0-1 0 0 0,1 1-1 0 0,-1-1 1 0 0,0 1 0 0 0,0-1-1 0 0,0 1 1 0 0,1-1-1 0 0,-1 1 1 0 0,0-1 0 0 0,0 1-1 0 0,1-1 1 0 0,-1 1-1 0 0,0-1 1 0 0,1 1 0 0 0,-1-1-1 0 0,1 1 1 0 0,-1 0 0 0 0,1-1-1 0 0,-1 1 1 0 0,1 0-1 0 0,-1-1 1 0 0,1 1 0 0 0,0-1-1 0 0,0 2 9 0 0,-1-1-1 0 0,1 0 1 0 0,-1 0 0 0 0,1 0-1 0 0,-1 0 1 0 0,1 1-1 0 0,-1-1 1 0 0,1 0-1 0 0,-1 1 1 0 0,1-1 0 0 0,-1 0-1 0 0,1 1 1 0 0,-1-1-1 0 0,0 1 1 0 0,1-1-1 0 0,-1 0 1 0 0,0 1 0 0 0,1-1-1 0 0,-1 2 1 0 0,14 28 322 0 0,-14-28-341 0 0,6 14 26 0 0,0 1 1 0 0,2-1-1 0 0,-1-1 1 0 0,2 1 0 0 0,0-1-1 0 0,13 15 1 0 0,-18-25-34 0 0,1 0 0 0 0,-1 0 1 0 0,1-1-1 0 0,0 0 0 0 0,0 0 1 0 0,1 0-1 0 0,-1-1 0 0 0,10 5 1 0 0,-10-6-4 0 0,-1-1 0 0 0,1 1 0 0 0,-1-1 0 0 0,1 0 0 0 0,0 0 0 0 0,-1-1 0 0 0,1 1 0 0 0,0-1 0 0 0,-1 0 0 0 0,1-1 0 0 0,0 1 0 0 0,0-1 0 0 0,5-1 0 0 0,-1-1 5 0 0,0 0 1 0 0,-1-1-1 0 0,1 0 0 0 0,0 0 0 0 0,-1-1 1 0 0,0 0-1 0 0,0-1 0 0 0,-1 0 1 0 0,0 0-1 0 0,9-9 0 0 0,-3 1 22 0 0,0-1 0 0 0,-1 0-1 0 0,-1-1 1 0 0,10-18 0 0 0,-11 15 13 0 0,-1 0 1 0 0,0-1-1 0 0,-2 0 1 0 0,0 0-1 0 0,5-29 1 0 0,-10 37-8 0 0,0-1 0 0 0,-1 0 0 0 0,0-1 0 0 0,-1 1 1 0 0,0 0-1 0 0,-1 0 0 0 0,-1 0 0 0 0,0 0 0 0 0,-7-24 1 0 0,6 30-15 0 0,1 1 1 0 0,-1 0 0 0 0,-1 0 0 0 0,1 0 0 0 0,-1 0 0 0 0,0 1-1 0 0,0-1 1 0 0,0 1 0 0 0,-1 0 0 0 0,-8-6 0 0 0,6 5 163 0 0,-1 0 1 0 0,0 1-1 0 0,-1 0 1 0 0,1 1-1 0 0,-1 0 0 0 0,-16-5 1 0 0,9 4-402 0 0,1 2 0 0 0,-1 0 0 0 0,-23-2-1 0 0,18 4-2906 0 0,-42 4-1 0 0,35 1-4125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10.795"/>
    </inkml:context>
    <inkml:brush xml:id="br0">
      <inkml:brushProperty name="width" value="0.035" units="cm"/>
      <inkml:brushProperty name="height" value="0.035" units="cm"/>
      <inkml:brushProperty name="color" value="#E71224"/>
    </inkml:brush>
  </inkml:definitions>
  <inkml:trace contextRef="#ctx0" brushRef="#br0">338 19 19812 0 0,'-14'7'479'0'0,"1"0"-1"0"0,0 1 0 0 0,0 1 1 0 0,1 0-1 0 0,-12 12 0 0 0,13-12-326 0 0,-20 18-763 0 0,0 1 0 0 0,2 1 0 0 0,-41 54 0 0 0,60-70 245 0 0,2 0-1 0 0,-1 0 1 0 0,2 1 0 0 0,0 0 0 0 0,0 0-1 0 0,2 0 1 0 0,-1 1 0 0 0,2 0 0 0 0,0 0-1 0 0,1 0 1 0 0,0 1 0 0 0,0 29 0 0 0,3-36 367 0 0,1-1 0 0 0,0 0 1 0 0,0 1-1 0 0,1-1 1 0 0,0 0-1 0 0,1 0 0 0 0,0 0 1 0 0,0 0-1 0 0,7 13 1 0 0,-8-18 64 0 0,-1-1 0 0 0,1 1 0 0 0,0-1 0 0 0,0 1 0 0 0,0-1-1 0 0,0 0 1 0 0,1 1 0 0 0,-1-1 0 0 0,0 0 0 0 0,1-1 0 0 0,0 1 0 0 0,-1 0 0 0 0,1-1 0 0 0,0 1 0 0 0,0-1 0 0 0,0 0 0 0 0,0 0 0 0 0,0 0 0 0 0,0-1 0 0 0,0 1 0 0 0,0-1 0 0 0,0 1 0 0 0,1-1 0 0 0,-1 0 0 0 0,0 0 0 0 0,0 0 0 0 0,0-1 0 0 0,6-1 0 0 0,2-1 63 0 0,-1-1 1 0 0,1 0 0 0 0,-1-1 0 0 0,0 0-1 0 0,-1-1 1 0 0,1 0 0 0 0,-1 0 0 0 0,0-1-1 0 0,11-11 1 0 0,9-11 230 0 0,29-38 0 0 0,-57 66-353 0 0,18-23 170 0 0,-1 0-1 0 0,-1-2 1 0 0,20-40-1 0 0,-30 52-108 0 0,-1 0-1 0 0,-1-1 1 0 0,0 1-1 0 0,-1-1 1 0 0,0 0-1 0 0,-1-1 1 0 0,-1 1-1 0 0,1-28 1 0 0,-4 37 18 0 0,1-1-1 0 0,-1 0 1 0 0,0 1 0 0 0,0-1 0 0 0,-1 1-1 0 0,0-1 1 0 0,0 1 0 0 0,-1-1 0 0 0,0 1-1 0 0,0 0 1 0 0,0 0 0 0 0,-1 1 0 0 0,0-1-1 0 0,-6-7 1 0 0,6 10-157 0 0,1-1 1 0 0,-1 0-1 0 0,-1 1 0 0 0,1 0 0 0 0,0 0 0 0 0,-1 0 1 0 0,1 1-1 0 0,-6-3 0 0 0,5 3-553 0 0,0 1-1 0 0,0-1 0 0 0,0 1 1 0 0,0 0-1 0 0,-1 1 1 0 0,1-1-1 0 0,0 1 1 0 0,-10 0-1 0 0,-4 3-6207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11.358"/>
    </inkml:context>
    <inkml:brush xml:id="br0">
      <inkml:brushProperty name="width" value="0.035" units="cm"/>
      <inkml:brushProperty name="height" value="0.035" units="cm"/>
      <inkml:brushProperty name="color" value="#E71224"/>
    </inkml:brush>
  </inkml:definitions>
  <inkml:trace contextRef="#ctx0" brushRef="#br0">38 754 17052 0 0,'9'14'801'0'0,"0"-1"0"0"0,13 28 0 0 0,-17-29-1078 0 0,0 1-1 0 0,-1-1 0 0 0,5 25 0 0 0,-8-35 169 0 0,-1-1 1 0 0,0 0-1 0 0,0 0 1 0 0,0 0 0 0 0,0 0-1 0 0,1 0 1 0 0,-1 1-1 0 0,-1-1 1 0 0,1 0-1 0 0,0 0 1 0 0,0 0-1 0 0,0 0 1 0 0,-1 0-1 0 0,1 0 1 0 0,0 1-1 0 0,-1-1 1 0 0,1 0-1 0 0,-1 0 1 0 0,0 1-1 0 0,0-1-121 0 0,0-1-1 0 0,1 1 0 0 0,-1-1 1 0 0,0 0-1 0 0,1 0 0 0 0,-1 1 1 0 0,0-1-1 0 0,0 0 1 0 0,1 0-1 0 0,-1 0 0 0 0,0 1 1 0 0,0-1-1 0 0,1 0 0 0 0,-1 0 1 0 0,0 0-1 0 0,0 0 0 0 0,1-1 1 0 0,-1 1-1 0 0,0 0 0 0 0,0 0 1 0 0,-1-1-1 0 0,-2 0-572 0 0,-1-1-1 0 0,1 0 1 0 0,0-1-1 0 0,0 1 1 0 0,0-1-1 0 0,0 0 1 0 0,0 0-1 0 0,-4-3 1 0 0,5 2 1394 0 0,-1 0 0 0 0,0 0 1 0 0,1-1-1 0 0,0 1 0 0 0,0-1 0 0 0,0 1 0 0 0,0-1 1 0 0,1 0-1 0 0,0 0 0 0 0,0 0 0 0 0,0-1 1 0 0,1 1-1 0 0,0 0 0 0 0,-1-6 0 0 0,2 4-154 0 0,-1 0-1 0 0,2 0 1 0 0,-1 0-1 0 0,1 1 1 0 0,0-1-1 0 0,1 0 1 0 0,-1 1-1 0 0,1-1 1 0 0,1 1-1 0 0,2-7 1 0 0,3-2-113 0 0,0 1 1 0 0,1 0 0 0 0,1 0 0 0 0,0 1 0 0 0,1 0-1 0 0,0 1 1 0 0,1 1 0 0 0,20-16 0 0 0,15-7-75 0 0,83-43 0 0 0,-5 3-42 0 0,-12 4-126 0 0,48-33 44 0 0,-102 61-134 0 0,135-105-229 0 0,-192 145 171 0 0,1 0 0 0 0,-1 0 0 0 0,0 0 1 0 0,0 0-1 0 0,0 0 0 0 0,-1-1 1 0 0,1 1-1 0 0,-1-1 0 0 0,1 1 0 0 0,1-4 1 0 0,-3 5 41 0 0,0 0 0 0 0,0 1 0 0 0,0-1 0 0 0,0 0 0 0 0,0 1-1 0 0,0-1 1 0 0,0 0 0 0 0,0 1 0 0 0,0-1 0 0 0,0 0 0 0 0,0 1 0 0 0,0-1 0 0 0,0 0 0 0 0,-1 1 0 0 0,1-1 0 0 0,0 0 0 0 0,0 1 0 0 0,-1-2 0 0 0,0 1-3 0 0,0 0 1 0 0,0 0 0 0 0,0 0-1 0 0,0 0 1 0 0,0 0 0 0 0,-1 1-1 0 0,1-1 1 0 0,0 0-1 0 0,0 0 1 0 0,-1 1 0 0 0,-1-1-1 0 0,-3-1 65 0 0,0 0 1 0 0,0 1-1 0 0,0 0 0 0 0,0 0 0 0 0,-1 1 1 0 0,1 0-1 0 0,0 0 0 0 0,0 0 0 0 0,0 1 1 0 0,-8 1-1 0 0,2 1 63 0 0,0 0 0 0 0,0 1 0 0 0,1 0 0 0 0,-14 7 0 0 0,14-6-37 0 0,0 2 1 0 0,1-1-1 0 0,0 2 1 0 0,0-1-1 0 0,0 2 1 0 0,1-1-1 0 0,-14 17 1 0 0,13-11 96 0 0,0 0 1 0 0,1 1-1 0 0,0 0 1 0 0,-13 32 0 0 0,11-14 24 0 0,0 2 1 0 0,3-1-1 0 0,1 1 1 0 0,-5 65-1 0 0,10-76-169 0 0,1 0 0 0 0,2 0-1 0 0,3 28 1 0 0,-3-44-13 0 0,0-1 0 0 0,0 0 1 0 0,1 1-1 0 0,0-1 0 0 0,1 0 1 0 0,-1 0-1 0 0,1 0 0 0 0,1-1 0 0 0,-1 1 1 0 0,1-1-1 0 0,1 0 0 0 0,-1 0 0 0 0,1 0 1 0 0,7 7-1 0 0,-9-10-1 0 0,0-1 0 0 0,1 0-1 0 0,-1 0 1 0 0,0 0 0 0 0,1-1 0 0 0,-1 1 0 0 0,1-1 0 0 0,0 0-1 0 0,0 0 1 0 0,-1 0 0 0 0,1 0 0 0 0,0-1 0 0 0,0 0 0 0 0,0 1-1 0 0,0-1 1 0 0,-1-1 0 0 0,1 1 0 0 0,0 0 0 0 0,0-1 0 0 0,0 0-1 0 0,-1 0 1 0 0,7-2 0 0 0,1-2 6 0 0,1 0 1 0 0,-1-1-1 0 0,0 0 1 0 0,-1 0-1 0 0,18-15 0 0 0,-2 0-415 0 0,-1-2-1 0 0,-1 0 0 0 0,-1-2 0 0 0,-1-1 0 0 0,-2 0 1 0 0,0-1-1 0 0,20-39 0 0 0,-15 16-6790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03:11.627"/>
    </inkml:context>
    <inkml:brush xml:id="br0">
      <inkml:brushProperty name="width" value="0.035" units="cm"/>
      <inkml:brushProperty name="height" value="0.035" units="cm"/>
      <inkml:brushProperty name="color" value="#E71224"/>
    </inkml:brush>
  </inkml:definitions>
  <inkml:trace contextRef="#ctx0" brushRef="#br0">138 172 8290 0 0,'-18'-18'383'0'0,"-7"-6"-268"0"0,1-2 0 0 0,-24-31 0 0 0,43 49-338 0 0,3 6 122 0 0,0 1 1 0 0,1-1 0 0 0,-1 0 0 0 0,1 0 0 0 0,-1 0 0 0 0,1 0-1 0 0,0-1 1 0 0,0 1 0 0 0,0 0 0 0 0,0 0 0 0 0,0-1 0 0 0,1 1-1 0 0,-1-4 1 0 0,1 5 82 0 0,0 1 0 0 0,0 0 0 0 0,1-1 0 0 0,-1 1 0 0 0,0 0 0 0 0,0-1-1 0 0,1 1 1 0 0,-1 0 0 0 0,0-1 0 0 0,1 1 0 0 0,-1 0 0 0 0,1 0 0 0 0,-1-1 0 0 0,0 1 0 0 0,1 0 0 0 0,-1 0-1 0 0,1 0 1 0 0,-1-1 0 0 0,0 1 0 0 0,1 0 0 0 0,-1 0 0 0 0,1 0 0 0 0,-1 0 0 0 0,1 0 0 0 0,-1 0-1 0 0,1 0 1 0 0,-1 0 0 0 0,1 0 0 0 0,-1 0 0 0 0,0 0 0 0 0,1 0 0 0 0,-1 1 0 0 0,1-1 0 0 0,17 5-5 0 0,-18-5 25 0 0,9 4 183 0 0,0 0-1 0 0,0 1 1 0 0,0 0-1 0 0,-1 1 0 0 0,0-1 1 0 0,15 15-1 0 0,40 46 2117 0 0,-1 6-563 0 0,241 254 3410 0 0,-257-281-4586 0 0,251 216 1692 0 0,-278-247-2148 0 0,0-2-1 0 0,0 0 1 0 0,28 12 0 0 0,-30-17-1088 0 0,1 0 1 0 0,23 4-1 0 0,-20-7-5416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0.942"/>
    </inkml:context>
    <inkml:brush xml:id="br0">
      <inkml:brushProperty name="width" value="0.035" units="cm"/>
      <inkml:brushProperty name="height" value="0.035" units="cm"/>
      <inkml:brushProperty name="color" value="#E71224"/>
    </inkml:brush>
  </inkml:definitions>
  <inkml:trace contextRef="#ctx0" brushRef="#br0">84 36 8866 0 0,'2'0'733'0'0,"-9"-6"6920"0"0,6 5-7587 0 0,0-3 75 0 0,-2 0-1 0 0,1 0 1 0 0,0 0 0 0 0,-1 1 0 0 0,-5-7 0 0 0,4 11 76 0 0,4-1-116 0 0,0 0 0 0 0,0 1 0 0 0,0-1 0 0 0,0 0 1 0 0,0 1-1 0 0,-1-1 0 0 0,1 1 0 0 0,0-1 0 0 0,0 0 1 0 0,0 1-1 0 0,0-1 0 0 0,0 0 0 0 0,0 1 0 0 0,0-1 0 0 0,1 1 1 0 0,-1-1-1 0 0,0 0 0 0 0,0 1 0 0 0,0-1 0 0 0,0 0 1 0 0,1 1-1 0 0,4 11 136 0 0,0-1 1 0 0,1 0-1 0 0,1-1 0 0 0,8 11 1 0 0,3 5-99 0 0,-1 1 0 0 0,23 47 1 0 0,18 62-226 0 0,-54-127 102 0 0,23 71-341 0 0,34 159 1 0 0,-35-121 149 0 0,-23-108 146 0 0,-1 0 10 0 0,1 1 0 0 0,-1-1 0 0 0,0 16 1 0 0,-2-26 18 0 0,0 0 0 0 0,0 0 0 0 0,0 0 0 0 0,0 0 0 0 0,0 0 0 0 0,0 0 0 0 0,0 0 0 0 0,0 0 0 0 0,0 0 0 0 0,0 0 1 0 0,0 0-1 0 0,0 1 0 0 0,0-1 0 0 0,0 0 0 0 0,0 0 0 0 0,0 0 0 0 0,0 0 0 0 0,0 0 0 0 0,0 0 0 0 0,0 0 1 0 0,0 0-1 0 0,0 0 0 0 0,0 0 0 0 0,0 0 0 0 0,0 0 0 0 0,0 0 0 0 0,0 0 0 0 0,0 0 0 0 0,0 1 0 0 0,0-1 1 0 0,0 0-1 0 0,0 0 0 0 0,0 0 0 0 0,0 0 0 0 0,0 0 0 0 0,0 0 0 0 0,0 0 0 0 0,0 0 0 0 0,0 0 0 0 0,0 0 0 0 0,0 0 1 0 0,0 0-1 0 0,-1 0 0 0 0,1 0 0 0 0,0 0 0 0 0,0 0 0 0 0,0 0 0 0 0,0 0 0 0 0,0 0 0 0 0,0 0 0 0 0,0 0 1 0 0,0 0-1 0 0,0 0 0 0 0,0 0 0 0 0,0 0 0 0 0,0 0 0 0 0,0 0 0 0 0,0 0 0 0 0,-1 0 0 0 0,1 0 0 0 0,0 0 0 0 0,0 0 1 0 0,-4-5 20 0 0,-5-9 84 0 0,-50-116 745 0 0,-43-90-476 0 0,-17 9-229 0 0,108 195-108 0 0,-23-41 114 0 0,31 52-141 0 0,1 0-1 0 0,-1-1 1 0 0,1 1 0 0 0,0-1-1 0 0,1 0 1 0 0,0 0 0 0 0,0 0-1 0 0,-1-9 1 0 0,2 13-21 0 0,1-1 1 0 0,-1 1-1 0 0,1-1 1 0 0,-1 1-1 0 0,1-1 1 0 0,0 1 0 0 0,0 0-1 0 0,0-1 1 0 0,0 1-1 0 0,0 0 1 0 0,1 0-1 0 0,-1 0 1 0 0,1 0-1 0 0,-1 0 1 0 0,1 0-1 0 0,0 0 1 0 0,0 0-1 0 0,0 1 1 0 0,0-1-1 0 0,0 1 1 0 0,0-1-1 0 0,0 1 1 0 0,0 0-1 0 0,3-1 1 0 0,8-4-90 0 0,-1 1 1 0 0,1 1 0 0 0,18-4-1 0 0,-22 6 62 0 0,22-5-63 0 0,-1 2-1 0 0,1 1 0 0 0,0 1 1 0 0,0 2-1 0 0,59 5 0 0 0,-51 1 188 0 0,-1 1-1 0 0,0 3 1 0 0,-1 1-1 0 0,50 19 1 0 0,-73-22-62 0 0,0-1 1 0 0,0 2 0 0 0,-1 0-1 0 0,1 0 1 0 0,-2 2 0 0 0,1-1-1 0 0,-2 1 1 0 0,1 1 0 0 0,-1 0-1 0 0,-1 1 1 0 0,0 0 0 0 0,-1 1-1 0 0,0 0 1 0 0,-1 0 0 0 0,0 0-1 0 0,-1 1 1 0 0,-1 1 0 0 0,0-1-1 0 0,-1 1 1 0 0,0 0 0 0 0,-1 0 0 0 0,-1 0-1 0 0,1 17 1 0 0,-2-16-54 0 0,-1 0 0 0 0,-1 0 0 0 0,0 0 0 0 0,-1 0 0 0 0,-1 0 0 0 0,0-1 1 0 0,-2 1-1 0 0,1 0 0 0 0,-12 26 0 0 0,11-31 7 0 0,-2 0 0 0 0,1-1 0 0 0,-1 0 0 0 0,-1 0 0 0 0,0 0 0 0 0,0-1 0 0 0,-1 0 0 0 0,0 0 0 0 0,-1-1 0 0 0,0 0 1 0 0,0 0-1 0 0,0-1 0 0 0,-20 10 0 0 0,23-14 30 0 0,0 0-1 0 0,-1 0 1 0 0,0-1 0 0 0,0 0 0 0 0,0 0 0 0 0,0-1 0 0 0,0 0 0 0 0,0 0 0 0 0,0-1-1 0 0,0 0 1 0 0,-8 0 0 0 0,9-1-156 0 0,1 0 0 0 0,-1 0 0 0 0,0 0-1 0 0,1 0 1 0 0,-1-1 0 0 0,1 0 0 0 0,0 0 0 0 0,0-1-1 0 0,0 1 1 0 0,0-1 0 0 0,0 0 0 0 0,0 0 0 0 0,1-1-1 0 0,-6-5 1 0 0,-7-11-7041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1.314"/>
    </inkml:context>
    <inkml:brush xml:id="br0">
      <inkml:brushProperty name="width" value="0.035" units="cm"/>
      <inkml:brushProperty name="height" value="0.035" units="cm"/>
      <inkml:brushProperty name="color" value="#E71224"/>
    </inkml:brush>
  </inkml:definitions>
  <inkml:trace contextRef="#ctx0" brushRef="#br0">50 473 17508 0 0,'-1'-2'76'0'0,"0"1"0"0"0,0 0 0 0 0,1 0 0 0 0,-1-1 1 0 0,1 1-1 0 0,-1 0 0 0 0,1-1 0 0 0,-1 1 0 0 0,1-1 1 0 0,0 1-1 0 0,-1-1 0 0 0,1 1 0 0 0,0-1 0 0 0,0 1 1 0 0,0-1-1 0 0,0 1 0 0 0,0 0 0 0 0,1-1 0 0 0,-1 1 0 0 0,0-1 1 0 0,1 1-1 0 0,-1-1 0 0 0,2-1 0 0 0,1-6-423 0 0,2 0-1 0 0,6-13 1 0 0,-6 13 418 0 0,51-83-1636 0 0,9-18-2063 0 0,-56 93 2589 0 0,0-1 0 0 0,-2-1 0 0 0,0 1-1 0 0,5-26 1 0 0,-10 37 550 0 0,-1 1-1 0 0,-1-1 0 0 0,1 1 0 0 0,-1-12 0 0 0,0 17 451 0 0,0 0-1 0 0,0 0 1 0 0,0 0-1 0 0,0 0 1 0 0,0 0 0 0 0,-1 0-1 0 0,1 0 1 0 0,0 0-1 0 0,0 0 1 0 0,-1 0 0 0 0,1 1-1 0 0,-1-1 1 0 0,1 0-1 0 0,-1 0 1 0 0,1 0-1 0 0,-1 0 1 0 0,1 0 0 0 0,-1 1-1 0 0,0-1 1 0 0,1 0-1 0 0,-1 1 1 0 0,0-1-1 0 0,0 0 1 0 0,1 1 0 0 0,-1-1-1 0 0,0 1 1 0 0,0-1-1 0 0,0 1 1 0 0,0-1-1 0 0,0 1 1 0 0,0 0 0 0 0,0 0-1 0 0,0-1 1 0 0,0 1-1 0 0,0 0 1 0 0,0 0-1 0 0,0 0 1 0 0,0 0 0 0 0,-1 0-1 0 0,-3 1 411 0 0,1 0-1 0 0,0 1 0 0 0,0-1 1 0 0,0 1-1 0 0,0-1 1 0 0,1 1-1 0 0,-1 0 0 0 0,0 1 1 0 0,1-1-1 0 0,0 1 1 0 0,-1 0-1 0 0,-4 5 0 0 0,-4 5 1573 0 0,-17 25-1 0 0,24-31-1469 0 0,-8 13 583 0 0,0 1 1 0 0,1 0-1 0 0,1 1 1 0 0,2 0-1 0 0,0 1 1 0 0,-10 40 0 0 0,10-20-412 0 0,1 0 1 0 0,-2 80-1 0 0,10-119-631 0 0,1 33 21 0 0,-1-35-32 0 0,0-1 0 0 0,0 1 0 0 0,1 0 1 0 0,-1 0-1 0 0,1-1 0 0 0,-1 1 0 0 0,1 0 1 0 0,0-1-1 0 0,-1 1 0 0 0,1-1 0 0 0,0 1 1 0 0,0-1-1 0 0,0 1 0 0 0,0-1 0 0 0,1 1 1 0 0,-1-1-1 0 0,2 2 0 0 0,-2-3-5 0 0,0 1 0 0 0,1-1 0 0 0,-1 0 0 0 0,0 1 0 0 0,0-1 0 0 0,0 0 0 0 0,1 0-1 0 0,-1 0 1 0 0,0 0 0 0 0,0 0 0 0 0,0 0 0 0 0,1 0 0 0 0,-1-1 0 0 0,0 1 0 0 0,0 0 0 0 0,0-1 0 0 0,0 1 0 0 0,1 0 0 0 0,-1-1-1 0 0,1 0 1 0 0,22-14-118 0 0,-1-5-527 0 0,-1-2-1 0 0,0 0 1 0 0,24-33-1 0 0,-11 10-6509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1.643"/>
    </inkml:context>
    <inkml:brush xml:id="br0">
      <inkml:brushProperty name="width" value="0.035" units="cm"/>
      <inkml:brushProperty name="height" value="0.035" units="cm"/>
      <inkml:brushProperty name="color" value="#E71224"/>
    </inkml:brush>
  </inkml:definitions>
  <inkml:trace contextRef="#ctx0" brushRef="#br0">286 5 14283 0 0,'-18'-2'425'0'0,"0"0"0"0"0,0 1 0 0 0,-1 1 0 0 0,1 1 1 0 0,0 1-1 0 0,0 0 0 0 0,-19 5 0 0 0,28-4-364 0 0,0 0 0 0 0,0 1 0 0 0,0 0 1 0 0,1 0-1 0 0,-1 1 0 0 0,1 0 0 0 0,0 0 0 0 0,0 1 1 0 0,-9 8-1 0 0,15-11-132 0 0,-1-1 1 0 0,1 1-1 0 0,-1 0 1 0 0,1 0-1 0 0,0 0 1 0 0,0 0-1 0 0,0 0 1 0 0,1 0-1 0 0,-1 0 0 0 0,1 1 1 0 0,0-1-1 0 0,-1 0 1 0 0,1 1-1 0 0,1-1 1 0 0,-1 1-1 0 0,1-1 1 0 0,-1 1-1 0 0,1 0 1 0 0,0-1-1 0 0,0 1 0 0 0,1-1 1 0 0,-1 1-1 0 0,1 0 1 0 0,-1-1-1 0 0,1 1 1 0 0,0-1-1 0 0,1 0 1 0 0,1 4-1 0 0,-1-2 5 0 0,1-1 0 0 0,0 1 0 0 0,0-1 0 0 0,1 0-1 0 0,-1 0 1 0 0,1 0 0 0 0,0-1 0 0 0,0 1 0 0 0,0-1 0 0 0,1 0 0 0 0,-1 0-1 0 0,1 0 1 0 0,0-1 0 0 0,-1 0 0 0 0,1 0 0 0 0,0 0 0 0 0,10 2-1 0 0,0 0 94 0 0,0-1 0 0 0,1-1-1 0 0,-1-1 1 0 0,29 0 0 0 0,-19-3 58 0 0,34-6 1 0 0,-40 4-5 0 0,1 1 0 0 0,0 1 0 0 0,25 0-1 0 0,-43 2 5 0 0,-1 0 0 0 0,1 0 0 0 0,-1 0 0 0 0,1 1 0 0 0,-1-1 0 0 0,1 0 0 0 0,-1 1 0 0 0,1-1 0 0 0,-1 1 0 0 0,1-1 0 0 0,-1 1 0 0 0,0 0 0 0 0,1-1 0 0 0,-1 1 0 0 0,0 0 0 0 0,1 0 0 0 0,-1 0 0 0 0,0 0 0 0 0,0 0 0 0 0,0 0 0 0 0,0 0 0 0 0,0 1 0 0 0,0-1 0 0 0,0 0 0 0 0,0 2 0 0 0,0 0 22 0 0,0-1 1 0 0,-1 1 0 0 0,0 0 0 0 0,1-1 0 0 0,-1 1-1 0 0,0-1 1 0 0,0 1 0 0 0,-1 0 0 0 0,1-1 0 0 0,0 1-1 0 0,-1-1 1 0 0,0 1 0 0 0,1-1 0 0 0,-3 5 0 0 0,-4 8 81 0 0,0 0 1 0 0,-1 0-1 0 0,-1-1 1 0 0,-1 0 0 0 0,0-1-1 0 0,0 0 1 0 0,-1 0-1 0 0,-1-1 1 0 0,0-1 0 0 0,-20 15-1 0 0,26-22-183 0 0,0 0 0 0 0,1-1 0 0 0,-1 1-1 0 0,0-1 1 0 0,-1-1 0 0 0,1 1 0 0 0,0-1-1 0 0,-1 0 1 0 0,0-1 0 0 0,1 1 0 0 0,-11 0-1 0 0,13-2-39 0 0,-1 0 1 0 0,1-1-1 0 0,0 1 0 0 0,0-1 0 0 0,0 0 0 0 0,0 0 0 0 0,-1 0 0 0 0,1-1 1 0 0,0 1-1 0 0,1-1 0 0 0,-1 0 0 0 0,0 0 0 0 0,0 0 0 0 0,1-1 0 0 0,0 1 1 0 0,-1-1-1 0 0,1 0 0 0 0,0 0 0 0 0,-4-4 0 0 0,-6-10-641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1.824"/>
    </inkml:context>
    <inkml:brush xml:id="br0">
      <inkml:brushProperty name="width" value="0.035" units="cm"/>
      <inkml:brushProperty name="height" value="0.035" units="cm"/>
      <inkml:brushProperty name="color" value="#E71224"/>
    </inkml:brush>
  </inkml:definitions>
  <inkml:trace contextRef="#ctx0" brushRef="#br0">21 0 12899 0 0,'-9'0'1152'0'0,"4"0"-928"0"0,0 2-224 0 0,4 0 0 0 0,1-1 1416 0 0,1-1 241 0 0,-1 2 39 0 0,2 1 16 0 0,-2 4-1808 0 0,2-1-352 0 0,-1 4-80 0 0,4 2-16 0 0,0-4 392 0 0,-1-2 80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1.988"/>
    </inkml:context>
    <inkml:brush xml:id="br0">
      <inkml:brushProperty name="width" value="0.035" units="cm"/>
      <inkml:brushProperty name="height" value="0.035" units="cm"/>
      <inkml:brushProperty name="color" value="#E71224"/>
    </inkml:brush>
  </inkml:definitions>
  <inkml:trace contextRef="#ctx0" brushRef="#br0">0 0 17972 0 0,'0'7'1600'0'0,"2"1"-1280"0"0,1-1-256 0 0,0-4-64 0 0,2-1 576 0 0,0 3 97 0 0,2 3 31 0 0,2 5 0 0 0,5 3-1088 0 0,-1 2-224 0 0,3 2-33 0 0,-3-7-15 0 0,-1-2 512 0 0,-4-7 144 0 0,-3-4 0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2.431"/>
    </inkml:context>
    <inkml:brush xml:id="br0">
      <inkml:brushProperty name="width" value="0.035" units="cm"/>
      <inkml:brushProperty name="height" value="0.035" units="cm"/>
      <inkml:brushProperty name="color" value="#E71224"/>
    </inkml:brush>
  </inkml:definitions>
  <inkml:trace contextRef="#ctx0" brushRef="#br0">192 1 19812 0 0,'-7'2'942'0'0,"5"-2"-845"0"0,0 1-1 0 0,1-1 1 0 0,-1 1-1 0 0,0 0 1 0 0,1-1-1 0 0,-1 1 0 0 0,1 0 1 0 0,-1 0-1 0 0,1 0 1 0 0,-1 0-1 0 0,1 0 1 0 0,0 0-1 0 0,0 0 0 0 0,-3 3 1 0 0,2 0-14 0 0,-1 0-1 0 0,0-1 1 0 0,-1 1 0 0 0,1-1 0 0 0,0 0 0 0 0,-1 0 0 0 0,-6 4 0 0 0,-7 6-62 0 0,5-2-198 0 0,0 0-1 0 0,1 1 1 0 0,1 0-1 0 0,0 1 1 0 0,0 0 0 0 0,2 1-1 0 0,-1 0 1 0 0,-7 17-1 0 0,14-24-42 0 0,0-1 0 0 0,0 1 0 0 0,0 0 0 0 0,1-1 0 0 0,-1 1 0 0 0,2 0 0 0 0,-1 0 0 0 0,1 0 0 0 0,1 10 0 0 0,0-12 51 0 0,0 1-1 0 0,0-1 0 0 0,1 0 1 0 0,-1 0-1 0 0,1 0 0 0 0,1 0 1 0 0,-1 0-1 0 0,1 0 0 0 0,-1-1 1 0 0,2 1-1 0 0,-1-1 0 0 0,0 0 1 0 0,6 6-1 0 0,-6-7 71 0 0,0-1-1 0 0,0 1 1 0 0,0-1 0 0 0,0 0 0 0 0,0 0-1 0 0,0 0 1 0 0,1 0 0 0 0,-1 0 0 0 0,1-1-1 0 0,-1 1 1 0 0,1-1 0 0 0,0 0 0 0 0,-1 0-1 0 0,1-1 1 0 0,0 1 0 0 0,5-1 0 0 0,-7 0 94 0 0,1 0 1 0 0,0 0-1 0 0,0-1 1 0 0,-1 0-1 0 0,1 1 1 0 0,0-1-1 0 0,-1 0 1 0 0,1 0-1 0 0,-1 0 1 0 0,1-1-1 0 0,-1 1 1 0 0,0 0-1 0 0,1-1 1 0 0,-1 0-1 0 0,0 0 0 0 0,0 1 1 0 0,0-1-1 0 0,0 0 1 0 0,0-1-1 0 0,-1 1 1 0 0,1 0-1 0 0,2-5 1 0 0,-1 1 197 0 0,0 0 1 0 0,-1-1-1 0 0,0 1 1 0 0,0 0 0 0 0,-1-1-1 0 0,1 0 1 0 0,-2 1-1 0 0,1-1 1 0 0,-1 0-1 0 0,1 1 1 0 0,-2-1-1 0 0,1 0 1 0 0,-1 1-1 0 0,0-1 1 0 0,-4-11 0 0 0,3 11 114 0 0,0 0 1 0 0,-1 1 0 0 0,1-1 0 0 0,-2 1 0 0 0,1 0 0 0 0,-1 0 0 0 0,0 0-1 0 0,0 0 1 0 0,0 1 0 0 0,-1 0 0 0 0,0 0 0 0 0,0 0 0 0 0,0 0 0 0 0,-12-7 0 0 0,14 10-260 0 0,0 1 1 0 0,1 0 0 0 0,-1-1 0 0 0,0 1 0 0 0,0 1 0 0 0,0-1-1 0 0,0 0 1 0 0,0 1 0 0 0,-1-1 0 0 0,1 1 0 0 0,0 0 0 0 0,0 0-1 0 0,0 1 1 0 0,0-1 0 0 0,0 0 0 0 0,0 1 0 0 0,0 0 0 0 0,0 0-1 0 0,0 0 1 0 0,-6 2 0 0 0,8-2-45 0 0,-1 0 0 0 0,1 0 0 0 0,-1 0 0 0 0,1 1 0 0 0,-1-1 0 0 0,1 0 0 0 0,0 0 0 0 0,0 1 0 0 0,-1-1 0 0 0,1 1 0 0 0,0-1 0 0 0,0 1 0 0 0,1-1 0 0 0,-1 1 0 0 0,0 0 0 0 0,0-1 0 0 0,1 1 0 0 0,-1 0 0 0 0,1 0 0 0 0,-1 0 0 0 0,1-1-1 0 0,0 1 1 0 0,0 0 0 0 0,0 0 0 0 0,0 0 0 0 0,0 0 0 0 0,0-1 0 0 0,0 1 0 0 0,1 0 0 0 0,-1 0 0 0 0,1 0 0 0 0,-1-1 0 0 0,1 1 0 0 0,0 0 0 0 0,1 2 0 0 0,11 18-250 0 0,0 0 0 0 0,1-1 0 0 0,33 35 0 0 0,-1 1 41 0 0,99 157-814 0 0,-65-90 210 0 0,-45-72 385 0 0,54 86 375 0 0,-84-128 171 0 0,-1 0-1 0 0,0 0 1 0 0,0 0 0 0 0,-1 1-1 0 0,0 0 1 0 0,-1-1-1 0 0,0 1 1 0 0,-1 0-1 0 0,0 0 1 0 0,-2 22 0 0 0,1-29-81 0 0,-1 1 1 0 0,0 0 0 0 0,1-1 0 0 0,-2 1 0 0 0,1-1 0 0 0,0 1 0 0 0,-1-1-1 0 0,0 0 1 0 0,0 0 0 0 0,0 0 0 0 0,-1 0 0 0 0,1 0 0 0 0,-1 0 0 0 0,0 0 0 0 0,0-1-1 0 0,0 0 1 0 0,-1 1 0 0 0,1-1 0 0 0,-1 0 0 0 0,0-1 0 0 0,1 1 0 0 0,-1-1-1 0 0,-1 1 1 0 0,1-1 0 0 0,0 0 0 0 0,0-1 0 0 0,-1 1 0 0 0,-5 0 0 0 0,3 0-30 0 0,-1-1 0 0 0,1-1 1 0 0,0 1-1 0 0,0-1 0 0 0,-1 0 1 0 0,1-1-1 0 0,0 0 0 0 0,0 0 1 0 0,-1-1-1 0 0,1 1 1 0 0,0-2-1 0 0,-6-2 0 0 0,-1-1-190 0 0,1 0-1 0 0,0-2 0 0 0,0 1 0 0 0,-22-19 1 0 0,9 3-603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2.777"/>
    </inkml:context>
    <inkml:brush xml:id="br0">
      <inkml:brushProperty name="width" value="0.035" units="cm"/>
      <inkml:brushProperty name="height" value="0.035" units="cm"/>
      <inkml:brushProperty name="color" value="#E71224"/>
    </inkml:brush>
  </inkml:definitions>
  <inkml:trace contextRef="#ctx0" brushRef="#br0">96 0 9674 0 0,'-2'1'136'0'0,"1"0"-1"0"0,-1-1 1 0 0,1 1 0 0 0,0 0-1 0 0,-1 0 1 0 0,1 0-1 0 0,0 0 1 0 0,0 0 0 0 0,0 0-1 0 0,-2 2 1 0 0,2-1 645 0 0,0 0 1 0 0,1 0-1 0 0,-1 0 0 0 0,1 0 1 0 0,-1 0-1 0 0,1 0 1 0 0,0 4-1 0 0,0-4 63 0 0,-5 79 1672 0 0,-9 87-2360 0 0,9-137-1527 0 0,-1 0-1 0 0,-1-1 1 0 0,-15 40-1 0 0,22-69 1364 0 0,0 0-1 0 0,0 0 1 0 0,-1 0-1 0 0,1-1 1 0 0,0 1-1 0 0,-1 0 1 0 0,1 0-1 0 0,-1 0 1 0 0,1-1-1 0 0,-1 1 1 0 0,1 0-1 0 0,-1-1 1 0 0,1 1-1 0 0,-2 1 1 0 0,1-2 33 0 0,1-1-1 0 0,0 1 1 0 0,0 0-1 0 0,-1 0 1 0 0,1 0 0 0 0,0 0-1 0 0,0 0 1 0 0,-1 0 0 0 0,1 0-1 0 0,0 0 1 0 0,0 0 0 0 0,0-1-1 0 0,-1 1 1 0 0,1 0-1 0 0,0 0 1 0 0,0 0 0 0 0,0 0-1 0 0,0-1 1 0 0,-1 1 0 0 0,1 0-1 0 0,0 0 1 0 0,0 0 0 0 0,0-1-1 0 0,0 1 1 0 0,0 0-1 0 0,0 0 1 0 0,0-1 0 0 0,0 1-1 0 0,0 0 1 0 0,-1 0 0 0 0,1-1-1 0 0,-3-27 1513 0 0,3-6-1321 0 0,1 0 0 0 0,2 0 0 0 0,2 1 0 0 0,0-1-1 0 0,3 1 1 0 0,19-55 0 0 0,-26 84-124 0 0,1 0 1 0 0,0 0-1 0 0,0 1 0 0 0,0-1 0 0 0,0 1 0 0 0,0-1 1 0 0,1 1-1 0 0,0 0 0 0 0,-1 0 0 0 0,1 0 0 0 0,4-2 1 0 0,-5 3-33 0 0,0 1 0 0 0,0 0 0 0 0,1 0 0 0 0,-1 0 0 0 0,0 1 0 0 0,0-1 0 0 0,1 0 0 0 0,-1 1 0 0 0,1-1 0 0 0,-1 1 0 0 0,0 0 0 0 0,1 0 0 0 0,-1 0 0 0 0,1 0 0 0 0,-1 1 0 0 0,0-1 0 0 0,1 0 0 0 0,-1 1 0 0 0,0 0 0 0 0,4 1 0 0 0,2 1 70 0 0,0 1-1 0 0,0 0 0 0 0,0 0 1 0 0,14 11-1 0 0,28 28 38 0 0,-32-27-123 0 0,94 73-619 0 0,-60-56-5393 0 0,-18-16-844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4.512"/>
    </inkml:context>
    <inkml:brush xml:id="br0">
      <inkml:brushProperty name="width" value="0.035" units="cm"/>
      <inkml:brushProperty name="height" value="0.035" units="cm"/>
      <inkml:brushProperty name="color" value="#E71224"/>
    </inkml:brush>
  </inkml:definitions>
  <inkml:trace contextRef="#ctx0" brushRef="#br0">615 161 14283 0 0,'-1'6'486'0'0,"1"-1"-1"0"0,-1 1 1 0 0,0-1-1 0 0,-1 1 0 0 0,1-1 1 0 0,-1 0-1 0 0,-4 7 1 0 0,-22 41 657 0 0,15-31-771 0 0,-132 226 588 0 0,-132 216-475 0 0,272-456-458 0 0,-29 45 314 0 0,-43 50 1 0 0,64-90-104 0 0,6-12-34 0 0,7-1-192 0 0,0-1 1 0 0,0 1-1 0 0,-1-1 1 0 0,1 1-1 0 0,0-1 1 0 0,0 1 0 0 0,0-1-1 0 0,0 1 1 0 0,0-1-1 0 0,-1 1 1 0 0,1 0-1 0 0,0-1 1 0 0,0 1-1 0 0,0-1 1 0 0,0 1-1 0 0,0-1 1 0 0,0 1-1 0 0,1-2 1 0 0,4-33 87 0 0,3 0 1 0 0,1 1-1 0 0,17-45 1 0 0,-14 44-95 0 0,205-529-1849 0 0,-121 367 280 0 0,-84 177 1584 0 0,0 0 0 0 0,1 2 0 0 0,1 0-1 0 0,1 0 1 0 0,1 1 0 0 0,0 1 0 0 0,28-21 0 0 0,-40 34 81 0 0,0 0 0 0 0,0 1 1 0 0,0-1-1 0 0,0 1 1 0 0,0 0-1 0 0,0 0 1 0 0,1 1-1 0 0,-1-1 0 0 0,7 0 1 0 0,-9 1-71 0 0,0 1 1 0 0,-1 1 0 0 0,1-1-1 0 0,0 0 1 0 0,0 0-1 0 0,-1 1 1 0 0,1-1-1 0 0,0 1 1 0 0,0-1-1 0 0,-1 1 1 0 0,1 0-1 0 0,-1-1 1 0 0,1 1 0 0 0,0 0-1 0 0,-1 0 1 0 0,0 0-1 0 0,1 0 1 0 0,-1 1-1 0 0,0-1 1 0 0,1 0-1 0 0,-1 1 1 0 0,0-1-1 0 0,0 0 1 0 0,0 1 0 0 0,0-1-1 0 0,1 4 1 0 0,3 5 9 0 0,-1 0 0 0 0,0 0 0 0 0,-1 0 0 0 0,0 1-1 0 0,0-1 1 0 0,1 18 0 0 0,1 67 97 0 0,-5-90-131 0 0,-11 243 226 0 0,-17 1-49 0 0,-8 102-83 0 0,35-334-255 0 0,0-6-456 0 0,0 0 1 0 0,2 16-1 0 0,1-12-6783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4.899"/>
    </inkml:context>
    <inkml:brush xml:id="br0">
      <inkml:brushProperty name="width" value="0.035" units="cm"/>
      <inkml:brushProperty name="height" value="0.035" units="cm"/>
      <inkml:brushProperty name="color" value="#E71224"/>
    </inkml:brush>
  </inkml:definitions>
  <inkml:trace contextRef="#ctx0" brushRef="#br0">5 255 17052 0 0,'-5'-5'1658'0'0,"9"5"-1032"0"0,8 0 42 0 0,73-11-682 0 0,-11 2-489 0 0,-14-3-458 0 0,69-24-1 0 0,55-29-3144 0 0,-83 28 2273 0 0,118-28-1 0 0,-195 59 2371 0 0,40-2-1 0 0,-56 7-27 0 0,-1 1 0 0 0,1 0 0 0 0,-1 1 0 0 0,1-1 1 0 0,-1 1-1 0 0,1 1 0 0 0,-1-1 0 0 0,0 2 0 0 0,12 3 0 0 0,-18-5-394 0 0,0-1-1 0 0,0 1 1 0 0,0-1-1 0 0,0 1 0 0 0,0-1 1 0 0,0 1-1 0 0,0 0 1 0 0,0-1-1 0 0,0 1 1 0 0,0 0-1 0 0,-1 0 0 0 0,1 0 1 0 0,0 0-1 0 0,0 0 1 0 0,-1 0-1 0 0,1 0 0 0 0,-1 0 1 0 0,1 0-1 0 0,-1 0 1 0 0,1 0-1 0 0,-1 0 1 0 0,0 0-1 0 0,1 2 0 0 0,-1-2-7 0 0,0 1 1 0 0,-1 0-1 0 0,1-1 0 0 0,0 1 0 0 0,-1 0 0 0 0,1-1 0 0 0,-1 1 0 0 0,0-1 0 0 0,1 1 0 0 0,-1-1 0 0 0,0 1 0 0 0,0-1 0 0 0,0 0 1 0 0,-2 2-1 0 0,-3 4 136 0 0,-1 0 0 0 0,-1 0 1 0 0,1-1-1 0 0,-12 7 1 0 0,-101 60 452 0 0,-8 6-879 0 0,100-60 132 0 0,2 1-1 0 0,-35 34 0 0 0,50-43 205 0 0,0 0-1 0 0,-15 23 0 0 0,24-31-120 0 0,0 0 0 0 0,0 1 0 0 0,0-1 1 0 0,0 0-1 0 0,1 1 0 0 0,-1-1 0 0 0,1 1 0 0 0,0-1 0 0 0,0 1 0 0 0,0 0 0 0 0,1-1 0 0 0,-1 1 0 0 0,1 0 0 0 0,0-1 0 0 0,0 1 0 0 0,0 0 0 0 0,1 4 0 0 0,0-6-26 0 0,0 0 0 0 0,0 0-1 0 0,0 0 1 0 0,1 0 0 0 0,-1 0 0 0 0,0 0 0 0 0,1 0-1 0 0,-1-1 1 0 0,1 1 0 0 0,0 0 0 0 0,-1-1 0 0 0,1 1-1 0 0,0-1 1 0 0,0 0 0 0 0,0 0 0 0 0,0 1 0 0 0,0-1-1 0 0,0-1 1 0 0,0 1 0 0 0,0 0 0 0 0,1 0 0 0 0,-1-1-1 0 0,0 1 1 0 0,0-1 0 0 0,1 0 0 0 0,2 0 0 0 0,6 1-54 0 0,0-1 0 0 0,0-1 1 0 0,-1 1-1 0 0,15-4 1 0 0,10-4-1328 0 0,2-3-3678 0 0,4-3-2001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5.167"/>
    </inkml:context>
    <inkml:brush xml:id="br0">
      <inkml:brushProperty name="width" value="0.035" units="cm"/>
      <inkml:brushProperty name="height" value="0.035" units="cm"/>
      <inkml:brushProperty name="color" value="#E71224"/>
    </inkml:brush>
  </inkml:definitions>
  <inkml:trace contextRef="#ctx0" brushRef="#br0">333 5 11058 0 0,'-7'-4'1372'0'0,"6"11"-168"0"0,0 4-231 0 0,-28 136-1672 0 0,12-54 338 0 0,-53 205 64 0 0,18-80 510 0 0,-72 286 1095 0 0,113-466-1636 0 0,-9 76 0 0 0,20-113 312 0 0,-1 0 0 0 0,1 0 0 0 0,0 0 0 0 0,0 0 0 0 0,0 0 0 0 0,0 0 0 0 0,0 0 0 0 0,0 0 1 0 0,0 0-1 0 0,1 0 0 0 0,-1 0 0 0 0,0-1 0 0 0,0 1 0 0 0,1 0 0 0 0,-1 0 0 0 0,1 0 0 0 0,-1 0 0 0 0,2 1 0 0 0,3-3 1 0 0,2-10 33 0 0,-1-9 30 0 0,-1-6-36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5.435"/>
    </inkml:context>
    <inkml:brush xml:id="br0">
      <inkml:brushProperty name="width" value="0.035" units="cm"/>
      <inkml:brushProperty name="height" value="0.035" units="cm"/>
      <inkml:brushProperty name="color" value="#E71224"/>
    </inkml:brush>
  </inkml:definitions>
  <inkml:trace contextRef="#ctx0" brushRef="#br0">0 2 15203 0 0,'14'-1'317'0'0,"0"0"-1"0"0,0 1 1 0 0,0 1-1 0 0,20 3 1 0 0,57 14-995 0 0,-66-12 883 0 0,-16-4-164 0 0,5 1-87 0 0,-1 0 0 0 0,1 1 0 0 0,-1 0 0 0 0,18 9 0 0 0,-28-11 92 0 0,0-1 0 0 0,0 1-1 0 0,0 0 1 0 0,0 0 0 0 0,-1 0-1 0 0,1 1 1 0 0,0-1 0 0 0,-1 1-1 0 0,0-1 1 0 0,0 1-1 0 0,0 0 1 0 0,0 0 0 0 0,0 0-1 0 0,0 0 1 0 0,-1 0 0 0 0,1 0-1 0 0,-1 0 1 0 0,0 0 0 0 0,0 1-1 0 0,0-1 1 0 0,-1 1-1 0 0,1-1 1 0 0,0 4 0 0 0,-4 66 1868 0 0,0 6 7 0 0,3-71-1762 0 0,1 0 1 0 0,0 0-1 0 0,0-1 1 0 0,1 1 0 0 0,0 0-1 0 0,1 0 1 0 0,5 11-1 0 0,-8-18-145 0 0,0 0 0 0 0,1 0 0 0 0,0 1-1 0 0,-1-1 1 0 0,1 0 0 0 0,0 0-1 0 0,0 0 1 0 0,-1 1 0 0 0,1-1 0 0 0,0 0-1 0 0,0 0 1 0 0,0 0 0 0 0,0-1 0 0 0,1 1-1 0 0,-1 0 1 0 0,0 0 0 0 0,0 0-1 0 0,0-1 1 0 0,1 1 0 0 0,-1-1 0 0 0,0 1-1 0 0,1-1 1 0 0,-1 0 0 0 0,0 1-1 0 0,1-1 1 0 0,-1 0 0 0 0,1 0 0 0 0,-1 0-1 0 0,0 0 1 0 0,1 0 0 0 0,-1 0-1 0 0,1 0 1 0 0,-1 0 0 0 0,0-1 0 0 0,1 1-1 0 0,-1-1 1 0 0,0 1 0 0 0,1-1 0 0 0,-1 1-1 0 0,0-1 1 0 0,2-1 0 0 0,2-1 16 0 0,0-1 0 0 0,0 0 1 0 0,-1 0-1 0 0,1 0 0 0 0,-1 0 1 0 0,0-1-1 0 0,0 1 1 0 0,4-8-1 0 0,6-13 204 0 0,10-25-1 0 0,-7 14-1482 0 0,2 2-4572 0 0,-5 12-1307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5.855"/>
    </inkml:context>
    <inkml:brush xml:id="br0">
      <inkml:brushProperty name="width" value="0.035" units="cm"/>
      <inkml:brushProperty name="height" value="0.035" units="cm"/>
      <inkml:brushProperty name="color" value="#E71224"/>
    </inkml:brush>
  </inkml:definitions>
  <inkml:trace contextRef="#ctx0" brushRef="#br0">472 9 7834 0 0,'-41'-6'6213'0'0,"0"3"-3326"0"0,-81 7-1894 0 0,108-3-1073 0 0,0 1 0 0 0,1 0 0 0 0,-1 1 0 0 0,1 0 0 0 0,0 1 0 0 0,0 1 0 0 0,-16 7 0 0 0,20-7 38 0 0,0 1 0 0 0,0 0 0 0 0,1 0 0 0 0,0 0 0 0 0,0 1 1 0 0,0 0-1 0 0,1 1 0 0 0,0 0 0 0 0,1 0 0 0 0,-7 11 0 0 0,3-3 282 0 0,1 0 0 0 0,-13 32-1 0 0,20-42-77 0 0,0 0-1 0 0,0 0 1 0 0,0 1-1 0 0,1-1 1 0 0,0 1-1 0 0,0-1 1 0 0,1 1-1 0 0,0-1 0 0 0,0 1 1 0 0,0-1-1 0 0,2 10 1 0 0,-1-14-109 0 0,-1 0 0 0 0,1 0 1 0 0,-1 0-1 0 0,1 0 0 0 0,0 0 1 0 0,0-1-1 0 0,0 1 0 0 0,0 0 0 0 0,0 0 1 0 0,0-1-1 0 0,0 1 0 0 0,1-1 1 0 0,-1 1-1 0 0,1-1 0 0 0,-1 1 0 0 0,1-1 1 0 0,-1 0-1 0 0,1 0 0 0 0,0 0 1 0 0,-1 0-1 0 0,1 0 0 0 0,0 0 0 0 0,0 0 1 0 0,0 0-1 0 0,0-1 0 0 0,0 1 1 0 0,0-1-1 0 0,0 0 0 0 0,0 1 1 0 0,0-1-1 0 0,0 0 0 0 0,0 0 0 0 0,0 0 1 0 0,0 0-1 0 0,0-1 0 0 0,0 1 1 0 0,2-1-1 0 0,6-1 39 0 0,-1-1 1 0 0,1-1-1 0 0,-1 1 1 0 0,0-1-1 0 0,0-1 1 0 0,10-5-1 0 0,1-4-136 0 0,0 0 0 0 0,-1-1-1 0 0,31-31 1 0 0,43-60-1191 0 0,-71 79 904 0 0,-20 24 283 0 0,10-10 195 0 0,-9 13 143 0 0,-4 9 139 0 0,-10 34-393 0 0,1 0 0 0 0,2 0 0 0 0,-2 50 0 0 0,10 12-549 0 0,1-91 170 0 0,0 0 0 0 0,1 1 0 0 0,1-1 0 0 0,1 0 0 0 0,5 16 0 0 0,-7-26 89 0 0,0 0-1 0 0,0 0 1 0 0,0-1 0 0 0,0 1 0 0 0,0 0 0 0 0,1-1 0 0 0,0 1 0 0 0,4 3 0 0 0,7 3-1371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6.142"/>
    </inkml:context>
    <inkml:brush xml:id="br0">
      <inkml:brushProperty name="width" value="0.035" units="cm"/>
      <inkml:brushProperty name="height" value="0.035" units="cm"/>
      <inkml:brushProperty name="color" value="#E71224"/>
    </inkml:brush>
  </inkml:definitions>
  <inkml:trace contextRef="#ctx0" brushRef="#br0">321 1 20276 0 0,'-1'0'60'0'0,"1"0"-1"0"0,-1 0 0 0 0,1 0 1 0 0,-1 0-1 0 0,1 0 1 0 0,-1-1-1 0 0,0 1 0 0 0,1 0 1 0 0,-1 0-1 0 0,1 0 0 0 0,-1 0 1 0 0,1 1-1 0 0,-1-1 1 0 0,0 0-1 0 0,1 0 0 0 0,-1 0 1 0 0,1 0-1 0 0,-1 1 0 0 0,1-1 1 0 0,-1 0-1 0 0,1 0 1 0 0,-1 1-1 0 0,1-1 0 0 0,-1 0 1 0 0,1 1-1 0 0,-1-1 0 0 0,1 1 1 0 0,0-1-1 0 0,-1 1 1 0 0,1-1-1 0 0,-1 0 0 0 0,1 1 1 0 0,0 0-1 0 0,0-1 0 0 0,-1 1 1 0 0,1-1-1 0 0,0 1 1 0 0,0 0-1 0 0,-8 29-612 0 0,6-17 535 0 0,-65 237-2166 0 0,-15 59 890 0 0,-40 257 3326 0 0,113-523-2164 0 0,3 0-1 0 0,2 1 1 0 0,1 0 0 0 0,7 83 0 0 0,0-101-7011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7.306"/>
    </inkml:context>
    <inkml:brush xml:id="br0">
      <inkml:brushProperty name="width" value="0.035" units="cm"/>
      <inkml:brushProperty name="height" value="0.035" units="cm"/>
      <inkml:brushProperty name="color" value="#E71224"/>
    </inkml:brush>
  </inkml:definitions>
  <inkml:trace contextRef="#ctx0" brushRef="#br0">0 40 17972 0 0,'1'-2'142'0'0,"0"1"-1"0"0,-1-1 1 0 0,1 1 0 0 0,0-1 0 0 0,0 1 0 0 0,0 0-1 0 0,0 0 1 0 0,0-1 0 0 0,0 1 0 0 0,1 0 0 0 0,-1 0 0 0 0,0 0-1 0 0,1 0 1 0 0,-1 0 0 0 0,0 0 0 0 0,1 1 0 0 0,-1-1-1 0 0,1 0 1 0 0,2 0 0 0 0,3-2-99 0 0,1 0 0 0 0,-1 0 0 0 0,10-1 0 0 0,-7 2-74 0 0,0 1-1 0 0,1 1 0 0 0,-1 0 0 0 0,1 0 1 0 0,-1 1-1 0 0,1 0 0 0 0,-1 1 0 0 0,18 6 0 0 0,7 4 7 0 0,38 18 1 0 0,-34-13 123 0 0,80 25 718 0 0,-65-24-1957 0 0,-1 1-4291 0 0,-30-9-1013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7.556"/>
    </inkml:context>
    <inkml:brush xml:id="br0">
      <inkml:brushProperty name="width" value="0.035" units="cm"/>
      <inkml:brushProperty name="height" value="0.035" units="cm"/>
      <inkml:brushProperty name="color" value="#E71224"/>
    </inkml:brush>
  </inkml:definitions>
  <inkml:trace contextRef="#ctx0" brushRef="#br0">250 16 18436 0 0,'-19'-16'2036'0'0,"10"23"-1022"0"0,3-2-1017 0 0,0 1 1 0 0,1 0-1 0 0,0 0 0 0 0,0 1 1 0 0,0-1-1 0 0,1 1 1 0 0,-5 10-1 0 0,1-2-95 0 0,-16 31-163 0 0,2 0-1 0 0,1 1 1 0 0,-14 52-1 0 0,13-20-1233 0 0,-14 94-1 0 0,28-114-4800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7.775"/>
    </inkml:context>
    <inkml:brush xml:id="br0">
      <inkml:brushProperty name="width" value="0.035" units="cm"/>
      <inkml:brushProperty name="height" value="0.035" units="cm"/>
      <inkml:brushProperty name="color" value="#E71224"/>
    </inkml:brush>
  </inkml:definitions>
  <inkml:trace contextRef="#ctx0" brushRef="#br0">36 1 20740 0 0,'-10'2'719'0'0,"8"-2"-580"0"0,0 0 0 0 0,0 1 0 0 0,0-1 0 0 0,-1 1 0 0 0,1 0 1 0 0,0 0-1 0 0,0-1 0 0 0,0 1 0 0 0,0 0 0 0 0,-2 2 0 0 0,4-2-137 0 0,0 0-1 0 0,0 0 1 0 0,0-1 0 0 0,0 1-1 0 0,1 0 1 0 0,-1 0 0 0 0,0-1-1 0 0,1 1 1 0 0,-1 0 0 0 0,1-1-1 0 0,-1 1 1 0 0,1-1 0 0 0,-1 1-1 0 0,1 0 1 0 0,-1-1 0 0 0,1 1 0 0 0,-1-1-1 0 0,2 1 1 0 0,12 11 30 0 0,-8-9-56 0 0,0 1 0 0 0,0-1 1 0 0,0 0-1 0 0,0-1 0 0 0,1 1 1 0 0,-1-1-1 0 0,9 2 0 0 0,50 5-314 0 0,-53-8 286 0 0,172 16-2948 0 0,-148-13 1827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8.261"/>
    </inkml:context>
    <inkml:brush xml:id="br0">
      <inkml:brushProperty name="width" value="0.035" units="cm"/>
      <inkml:brushProperty name="height" value="0.035" units="cm"/>
      <inkml:brushProperty name="color" value="#E71224"/>
    </inkml:brush>
  </inkml:definitions>
  <inkml:trace contextRef="#ctx0" brushRef="#br0">122 52 17972 0 0,'1'-4'331'0'0,"4"-27"1054"0"0,-5 30-1369 0 0,0 0-1 0 0,1 0 1 0 0,-1 1 0 0 0,0-1 0 0 0,0 0 0 0 0,1 0-1 0 0,-1 1 1 0 0,0-1 0 0 0,1 0 0 0 0,-1 0-1 0 0,1 1 1 0 0,-1-1 0 0 0,1 1 0 0 0,-1-1 0 0 0,1 0-1 0 0,-1 1 1 0 0,1-1 0 0 0,0 1 0 0 0,-1-1-1 0 0,1 1 1 0 0,0 0 0 0 0,-1-1 0 0 0,1 1 0 0 0,0-1-1 0 0,0 1 1 0 0,-1 0 0 0 0,1 0 0 0 0,0 0-1 0 0,0-1 1 0 0,0 1 0 0 0,-1 0 0 0 0,1 0 0 0 0,1 0-1 0 0,-1 0-16 0 0,-1 1-1 0 0,0-1 1 0 0,0 0-1 0 0,1 0 1 0 0,-1 0-1 0 0,0 0 0 0 0,0 0 1 0 0,0 1-1 0 0,1-1 1 0 0,-1 0-1 0 0,0 0 1 0 0,0 0-1 0 0,0 1 0 0 0,0-1 1 0 0,0 0-1 0 0,1 0 1 0 0,-1 1-1 0 0,0-1 1 0 0,0 0-1 0 0,0 0 0 0 0,0 1 1 0 0,0-1-1 0 0,0 0 1 0 0,0 0-1 0 0,0 1 1 0 0,0-1-1 0 0,0 0 0 0 0,0 0 1 0 0,0 1-1 0 0,0-1 1 0 0,0 0-1 0 0,0 0 1 0 0,0 1-1 0 0,-3 11-78 0 0,2-10 73 0 0,-14 42-945 0 0,-30 60-1 0 0,11-29 619 0 0,24-53 250 0 0,-31 87-237 0 0,40-109 327 0 0,1 1 0 0 0,0-1 0 0 0,0 1 0 0 0,-1-1 0 0 0,1 1 0 0 0,0 0 0 0 0,0-1-1 0 0,0 1 1 0 0,0-1 0 0 0,0 1 0 0 0,0-1 0 0 0,0 1 0 0 0,0 0 0 0 0,0-1 0 0 0,0 1 0 0 0,0-1 0 0 0,0 1 0 0 0,0 0 0 0 0,0-1 0 0 0,0 1 0 0 0,1-1 0 0 0,-1 2 0 0 0,1-2 10 0 0,-1-1 0 0 0,1 1 0 0 0,-1 0-1 0 0,1 0 1 0 0,0 0 0 0 0,-1 0 0 0 0,1-1 0 0 0,-1 1 0 0 0,1 0 0 0 0,-1 0-1 0 0,1-1 1 0 0,-1 1 0 0 0,0 0 0 0 0,1-1 0 0 0,-1 1 0 0 0,1-1-1 0 0,0 0 1 0 0,20-24 338 0 0,37-68-1269 0 0,14-20-687 0 0,-64 103 1831 0 0,1 0 0 0 0,-1 0 1 0 0,2 0-1 0 0,0 1 0 0 0,0 1 0 0 0,0 0 0 0 0,22-13 0 0 0,-31 20-183 0 0,1 0 1 0 0,0 0 0 0 0,0 1-1 0 0,-1-1 1 0 0,1 0 0 0 0,0 1-1 0 0,0-1 1 0 0,0 1 0 0 0,0-1-1 0 0,0 1 1 0 0,0 0 0 0 0,0 0-1 0 0,0 0 1 0 0,0 0 0 0 0,0 0-1 0 0,0 0 1 0 0,-1 0 0 0 0,1 1-1 0 0,0-1 1 0 0,0 1 0 0 0,2 0-1 0 0,-2 1-59 0 0,0-1-1 0 0,0 1 0 0 0,0-1 0 0 0,-1 1 0 0 0,1 0 1 0 0,0 0-1 0 0,-1 0 0 0 0,1 0 0 0 0,-1 0 0 0 0,0 0 1 0 0,0 0-1 0 0,0 0 0 0 0,0 0 0 0 0,0 1 1 0 0,0-1-1 0 0,0 3 0 0 0,1 7-228 0 0,0 1 1 0 0,0-1-1 0 0,-2 0 0 0 0,1 0 0 0 0,-2 0 1 0 0,-2 20-1 0 0,1-14 701 0 0,1 34 0 0 0,1-50-381 0 0,0-1 0 0 0,0 0-1 0 0,0 0 1 0 0,1 1 0 0 0,-1-1-1 0 0,0 0 1 0 0,0 0-1 0 0,1 0 1 0 0,-1 1 0 0 0,0-1-1 0 0,1 0 1 0 0,-1 0 0 0 0,1 0-1 0 0,0 0 1 0 0,-1 0-1 0 0,1 0 1 0 0,0 0 0 0 0,0 0-1 0 0,-1 0 1 0 0,1 0 0 0 0,0 0-1 0 0,1 0 1 0 0,0 0-50 0 0,-1-1 1 0 0,0 0 0 0 0,0 0-1 0 0,0 0 1 0 0,0 1-1 0 0,1-1 1 0 0,-1-1 0 0 0,0 1-1 0 0,0 0 1 0 0,0 0-1 0 0,1 0 1 0 0,-1-1 0 0 0,0 1-1 0 0,0 0 1 0 0,0-1-1 0 0,0 1 1 0 0,0-1 0 0 0,2 0-1 0 0,5-5-553 0 0,0 0 1 0 0,0 0-1 0 0,-1 0 0 0 0,8-9 0 0 0,-15 15 492 0 0,40-45-3666 0 0,-28 31 3339 0 0,0 0 0 0 0,1 1 1 0 0,22-18-1 0 0,-34 30 464 0 0,0 0 0 0 0,-1 1-1 0 0,1-1 1 0 0,0 0 0 0 0,0 1 0 0 0,0-1 0 0 0,0 1 0 0 0,0-1 0 0 0,0 1-1 0 0,1-1 1 0 0,-1 1 0 0 0,0 0 0 0 0,0 0 0 0 0,0-1 0 0 0,0 1-1 0 0,0 0 1 0 0,0 0 0 0 0,1 0 0 0 0,-1 0 0 0 0,0 0 0 0 0,0 0-1 0 0,2 1 1 0 0,-3-1-96 0 0,1 1 0 0 0,0-1-1 0 0,-1 1 1 0 0,1-1 0 0 0,0 1 0 0 0,-1-1-1 0 0,1 1 1 0 0,-1 0 0 0 0,1-1-1 0 0,-1 1 1 0 0,1 0 0 0 0,-1-1 0 0 0,0 1-1 0 0,1 0 1 0 0,-1 0 0 0 0,0 0-1 0 0,3 13-3410 0 0,-3-1-1396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8.772"/>
    </inkml:context>
    <inkml:brush xml:id="br0">
      <inkml:brushProperty name="width" value="0.035" units="cm"/>
      <inkml:brushProperty name="height" value="0.035" units="cm"/>
      <inkml:brushProperty name="color" value="#E71224"/>
    </inkml:brush>
  </inkml:definitions>
  <inkml:trace contextRef="#ctx0" brushRef="#br0">240 276 18892 0 0,'-25'58'928'0'0,"3"0"0"0"0,-17 67 1 0 0,-49 205-6224 0 0,45-172 3516 0 0,40-147 1772 0 0,3-8 0 0 0,-1 0 1 0 0,1 0-1 0 0,-1 0 1 0 0,0-1-1 0 0,0 1 1 0 0,0 0-1 0 0,0 0 1 0 0,-1 0-1 0 0,1-1 1 0 0,-1 1-1 0 0,-1 2 1 0 0,3-5 3 0 0,-1-1 0 0 0,1 1 0 0 0,0 0 1 0 0,-1 0-1 0 0,1 0 0 0 0,0 0 0 0 0,0-1 1 0 0,-1 1-1 0 0,1 0 0 0 0,0 0 0 0 0,0-1 1 0 0,0 1-1 0 0,-1 0 0 0 0,1 0 0 0 0,0-1 1 0 0,0 1-1 0 0,0 0 0 0 0,0-1 0 0 0,0 1 1 0 0,-1 0-1 0 0,1-1 0 0 0,0 1 0 0 0,0 0 1 0 0,0 0-1 0 0,0-1 0 0 0,0 1 0 0 0,0 0 1 0 0,0-1-1 0 0,0 1 0 0 0,0 0 0 0 0,0-1 1 0 0,0 1-1 0 0,1-1 0 0 0,-2-13-73 0 0,4-114 3278 0 0,6 0-1 0 0,46-231 0 0 0,-47 322-2934 0 0,1 0 0 0 0,2 1 0 0 0,2 0 0 0 0,28-57 0 0 0,-33 79-152 0 0,1 1 1 0 0,0 0-1 0 0,0 0 1 0 0,2 1 0 0 0,19-19-1 0 0,-21 23-104 0 0,1 0-1 0 0,0 1 0 0 0,0 1 0 0 0,1 0 0 0 0,0 0 1 0 0,0 1-1 0 0,0 0 0 0 0,17-4 0 0 0,-10 4-146 0 0,1 1 1 0 0,0 1-1 0 0,32-2 0 0 0,-42 5 87 0 0,0 0 1 0 0,0 0-1 0 0,0 1 0 0 0,0 0 1 0 0,0 1-1 0 0,0 0 0 0 0,-1 0 0 0 0,1 1 1 0 0,-1 0-1 0 0,10 5 0 0 0,-16-6 10 0 0,1-1 0 0 0,0 1-1 0 0,0 0 1 0 0,-1 0-1 0 0,1 0 1 0 0,-1 0 0 0 0,1 1-1 0 0,-1-1 1 0 0,0 1-1 0 0,0-1 1 0 0,0 1 0 0 0,0 0-1 0 0,-1 0 1 0 0,1 0 0 0 0,-1 0-1 0 0,0 0 1 0 0,0 0-1 0 0,0 0 1 0 0,0 0 0 0 0,0 0-1 0 0,-1 1 1 0 0,1-1-1 0 0,-1 0 1 0 0,0 1 0 0 0,0-1-1 0 0,0 0 1 0 0,0 0 0 0 0,-1 1-1 0 0,1-1 1 0 0,-1 0-1 0 0,-2 6 1 0 0,-1 1-86 0 0,0 0 0 0 0,-1 0 1 0 0,0 0-1 0 0,0 0 0 0 0,-1-1 0 0 0,0 0 1 0 0,-1-1-1 0 0,-11 12 0 0 0,-12 8 0 0 0,-1-1-1 0 0,-2-2 0 0 0,0-1 1 0 0,-2-2-1 0 0,-64 32 1 0 0,50-34-289 0 0,16-9-5256 0 0,12-6-1117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9.021"/>
    </inkml:context>
    <inkml:brush xml:id="br0">
      <inkml:brushProperty name="width" value="0.035" units="cm"/>
      <inkml:brushProperty name="height" value="0.035" units="cm"/>
      <inkml:brushProperty name="color" value="#E71224"/>
    </inkml:brush>
  </inkml:definitions>
  <inkml:trace contextRef="#ctx0" brushRef="#br0">326 3 20740 0 0,'0'0'45'0'0,"0"-1"-1"0"0,1 1 1 0 0,-1 0 0 0 0,0 0-1 0 0,0 0 1 0 0,0 0-1 0 0,0 0 1 0 0,1-1-1 0 0,-1 1 1 0 0,0 0-1 0 0,0 0 1 0 0,0 0-1 0 0,1 0 1 0 0,-1 0-1 0 0,0 0 1 0 0,0 0-1 0 0,0 0 1 0 0,1 0-1 0 0,-1 0 1 0 0,0 0 0 0 0,0 0-1 0 0,0 0 1 0 0,1 0-1 0 0,-1 0 1 0 0,0 0-1 0 0,0 0 1 0 0,0 0-1 0 0,1 0 1 0 0,-1 0-1 0 0,0 0 1 0 0,0 0-1 0 0,0 0 1 0 0,1 1-1 0 0,-1-1 1 0 0,0 0-1 0 0,0 0 1 0 0,0 0-1 0 0,0 0 1 0 0,1 0 0 0 0,-1 0-1 0 0,0 1 1 0 0,0-1-1 0 0,0 0 1 0 0,0 0-1 0 0,0 0 1 0 0,0 1-1 0 0,0-1 1 0 0,1 0-1 0 0,-1 0 1 0 0,0 0-1 0 0,0 1 1 0 0,3 11-131 0 0,-5 0-130 0 0,0 0 0 0 0,0 1-1 0 0,-1-1 1 0 0,-1 0 0 0 0,0-1-1 0 0,-6 15 1 0 0,5-14-38 0 0,-73 179-2800 0 0,-115 323-231 0 0,167-419 3244 0 0,23-79-262 0 0,1-1-1 0 0,0 0 1 0 0,1 1 0 0 0,1 19 0 0 0,3-14-1191 0 0,3-6-2876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9.332"/>
    </inkml:context>
    <inkml:brush xml:id="br0">
      <inkml:brushProperty name="width" value="0.035" units="cm"/>
      <inkml:brushProperty name="height" value="0.035" units="cm"/>
      <inkml:brushProperty name="color" value="#E71224"/>
    </inkml:brush>
  </inkml:definitions>
  <inkml:trace contextRef="#ctx0" brushRef="#br0">0 288 920 0 0,'5'-9'400'0'0,"-5"9"-179"0"0,0-1 0 0 0,0 1 0 0 0,0 0-1 0 0,1 0 1 0 0,-1-1 0 0 0,0 1 0 0 0,0 0-1 0 0,0 0 1 0 0,1 0 0 0 0,-1 0-1 0 0,0-1 1 0 0,0 1 0 0 0,1 0 0 0 0,-1 0-1 0 0,0 0 1 0 0,0 0 0 0 0,1 0-1 0 0,-1 0 1 0 0,0 0 0 0 0,1 0 0 0 0,-1-1-1 0 0,0 1 1 0 0,0 0 0 0 0,1 0-1 0 0,-1 0 1 0 0,0 1 0 0 0,1-1 0 0 0,-1 0-1 0 0,9 6 5815 0 0,-2 2-6285 0 0,-2-1 673 0 0,1-1 0 0 0,0 0 1 0 0,0 0-1 0 0,0 0 1 0 0,0-1-1 0 0,10 6 1 0 0,-12-9-418 0 0,0 0 1 0 0,1 0 0 0 0,-1 0-1 0 0,0-1 1 0 0,1 1 0 0 0,-1-1 0 0 0,1 0-1 0 0,-1-1 1 0 0,1 1 0 0 0,0-1-1 0 0,-1 0 1 0 0,1 0 0 0 0,5-1 0 0 0,4-1 172 0 0,1-2 1 0 0,-1 1 0 0 0,0-2 0 0 0,0 0 0 0 0,0 0 0 0 0,20-13-1 0 0,-5 2 569 0 0,48-39-1 0 0,-62 43-534 0 0,0-1-1 0 0,-1-1 1 0 0,19-23-1 0 0,-28 30-115 0 0,1 0-1 0 0,-1-1 0 0 0,-1 1 0 0 0,1-1 0 0 0,-1-1 0 0 0,-1 1 0 0 0,1 0 0 0 0,-2-1 0 0 0,4-15 1 0 0,-5 21-101 0 0,-1 1 0 0 0,0-1 0 0 0,1 1 0 0 0,-1-1 0 0 0,0 0 0 0 0,-1 1 0 0 0,1-1 0 0 0,0 1 0 0 0,-1-1 0 0 0,1 1 0 0 0,-1-1 0 0 0,0 1 0 0 0,0-1 0 0 0,0 1 0 0 0,0 0 0 0 0,0-1 0 0 0,-1 1 0 0 0,-2-4 1 0 0,2 4-44 0 0,0 1 0 0 0,0-1 0 0 0,0 1 0 0 0,0 0 0 0 0,0 0 0 0 0,0 0 1 0 0,0 0-1 0 0,0 0 0 0 0,0 0 0 0 0,-1 0 0 0 0,1 1 0 0 0,0-1 0 0 0,-1 1 1 0 0,1-1-1 0 0,0 1 0 0 0,-1 0 0 0 0,1 0 0 0 0,-1 0 0 0 0,1 1 0 0 0,-4 0 1 0 0,-2 0-104 0 0,0 2 0 0 0,-1-1 0 0 0,1 1 0 0 0,0 0 0 0 0,0 1 0 0 0,1 0 0 0 0,-1 0 0 0 0,-10 8 1 0 0,2 0-74 0 0,1 1 0 0 0,-22 23 0 0 0,20-17 408 0 0,1 2 1 0 0,1 0-1 0 0,1 1 0 0 0,1 0 1 0 0,1 1-1 0 0,0 0 0 0 0,2 1 1 0 0,1 0-1 0 0,1 1 1 0 0,1 0-1 0 0,-4 29 0 0 0,10-46-105 0 0,0 0 0 0 0,0 1 0 0 0,1-1 0 0 0,0 0 0 0 0,1 0 0 0 0,-1 0 0 0 0,2 1 0 0 0,-1-1 0 0 0,4 11 0 0 0,-3-15-77 0 0,-1-1-1 0 0,1 1 1 0 0,0-1-1 0 0,0 1 1 0 0,0-1-1 0 0,0 0 0 0 0,1 0 1 0 0,-1 0-1 0 0,1 0 1 0 0,0 0-1 0 0,0-1 1 0 0,0 1-1 0 0,0-1 0 0 0,0 0 1 0 0,1 0-1 0 0,-1 0 1 0 0,1 0-1 0 0,-1-1 1 0 0,1 1-1 0 0,-1-1 0 0 0,8 2 1 0 0,-4-2-115 0 0,1 0 0 0 0,-1 0 0 0 0,1 0 0 0 0,-1-1 0 0 0,1 0 0 0 0,-1-1 0 0 0,1 0 0 0 0,-1 0 0 0 0,12-4 0 0 0,14-5-734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39.840"/>
    </inkml:context>
    <inkml:brush xml:id="br0">
      <inkml:brushProperty name="width" value="0.035" units="cm"/>
      <inkml:brushProperty name="height" value="0.035" units="cm"/>
      <inkml:brushProperty name="color" value="#E71224"/>
    </inkml:brush>
  </inkml:definitions>
  <inkml:trace contextRef="#ctx0" brushRef="#br0">212 1 17572 0 0,'-1'5'277'0'0,"0"0"0"0"0,-1-1 0 0 0,0 1 0 0 0,0 0 1 0 0,0 0-1 0 0,-6 7 0 0 0,-4 10-137 0 0,-54 118-228 0 0,-29 66-5281 0 0,75-146 5785 0 0,20-60-367 0 0,5-6 988 0 0,5-10-85 0 0,50-133-299 0 0,17-34-1063 0 0,-75 181 520 0 0,12-23 516 0 0,-13 23-531 0 0,0 1 0 0 0,-1 0-1 0 0,1 0 1 0 0,0 0 0 0 0,0 0-1 0 0,0 0 1 0 0,0 0 0 0 0,0 0-1 0 0,0 1 1 0 0,0-1 0 0 0,0 0-1 0 0,0 0 1 0 0,0 1 0 0 0,0-1-1 0 0,1 1 1 0 0,-1-1-1 0 0,2 0 1 0 0,-3 1-66 0 0,1 1 0 0 0,-1-1 0 0 0,0 0 0 0 0,1 0 1 0 0,-1 0-1 0 0,0 1 0 0 0,0-1 0 0 0,1 0 0 0 0,-1 0 0 0 0,0 1 0 0 0,0-1 0 0 0,0 0 0 0 0,1 1 0 0 0,-1-1 0 0 0,0 0 0 0 0,0 0 0 0 0,0 1 0 0 0,0-1 1 0 0,0 0-1 0 0,1 1 0 0 0,-1-1 0 0 0,0 1 0 0 0,0-1 0 0 0,0 0 0 0 0,0 1 0 0 0,0-1 0 0 0,0 14 172 0 0,1-10-116 0 0,20 130-4154 0 0,-18-122 4748 0 0,-2-8-283 0 0,-1-1-1 0 0,1 1 1 0 0,0 0-1 0 0,1 0 1 0 0,-1-1-1 0 0,1 1 1 0 0,2 4 0 0 0,-3-7-418 0 0,-1-1 0 0 0,1 1 0 0 0,-1 0 0 0 0,1-1 0 0 0,0 1 0 0 0,-1-1 0 0 0,1 1 0 0 0,0-1 0 0 0,0 1 0 0 0,-1-1 0 0 0,1 1 0 0 0,0-1 0 0 0,0 0 0 0 0,0 1 0 0 0,0-1 0 0 0,-1 0 0 0 0,1 0 0 0 0,0 0 1 0 0,0 0-1 0 0,0 1 0 0 0,0-1 0 0 0,0 0 0 0 0,0-1 0 0 0,-1 1 0 0 0,1 0 0 0 0,0 0 0 0 0,0 0 0 0 0,0 0 0 0 0,0-1 0 0 0,0 1 0 0 0,-1 0 0 0 0,1-1 0 0 0,0 1 0 0 0,0-1 0 0 0,0 1 0 0 0,0-2 0 0 0,19-12-1730 0 0,0-1-1 0 0,-2-1 1 0 0,0 0-1 0 0,30-37 1 0 0,-6 7-38 0 0,-16 18 1303 0 0,16-16-329 0 0,-12 18 3359 0 0,-30 26-2348 0 0,0-1 0 0 0,1 1 0 0 0,-1-1 0 0 0,0 1 0 0 0,1 0 0 0 0,-1-1 0 0 0,1 1 0 0 0,-1 0 0 0 0,0 0 0 0 0,1-1 0 0 0,-1 1 0 0 0,1 0 0 0 0,-1 0 0 0 0,1 0 0 0 0,-1-1 1 0 0,1 1-1 0 0,-1 0 0 0 0,1 0 0 0 0,-1 0 0 0 0,1 0 0 0 0,-1 0 0 0 0,1 0 0 0 0,-1 0 0 0 0,1 0 0 0 0,0 1-22 0 0,-1-1 0 0 0,0 1 0 0 0,0-1 0 0 0,0 1 0 0 0,0-1 0 0 0,1 1 0 0 0,-1-1 0 0 0,0 1 0 0 0,0-1 0 0 0,0 1 0 0 0,0-1 0 0 0,0 1 0 0 0,-1-1 0 0 0,1 1 0 0 0,0-1 0 0 0,0 1 0 0 0,0-1 0 0 0,-1 2 0 0 0,-12 30 2107 0 0,12-29-2442 0 0,-72 188-4050 0 0,63-157 3571 0 0,1 0 0 0 0,3 1 0 0 0,-5 63 0 0 0,10-78 438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0.200"/>
    </inkml:context>
    <inkml:brush xml:id="br0">
      <inkml:brushProperty name="width" value="0.035" units="cm"/>
      <inkml:brushProperty name="height" value="0.035" units="cm"/>
      <inkml:brushProperty name="color" value="#E71224"/>
    </inkml:brush>
  </inkml:definitions>
  <inkml:trace contextRef="#ctx0" brushRef="#br0">142 229 18892 0 0,'-1'4'288'0'0,"-3"18"1279"0"0,4-22-1569 0 0,0 1 1 0 0,0 0-1 0 0,0-1 0 0 0,0 1 0 0 0,0 0 0 0 0,0-1 0 0 0,1 1 1 0 0,-1 0-1 0 0,0-1 0 0 0,0 1 0 0 0,1 0 0 0 0,-1-1 0 0 0,1 1 0 0 0,-1-1 1 0 0,0 1-1 0 0,1-1 0 0 0,-1 1 0 0 0,1-1 0 0 0,-1 1 0 0 0,1-1 1 0 0,-1 1-1 0 0,1-1 0 0 0,0 1 0 0 0,-1-1 0 0 0,1 0 0 0 0,0 1 0 0 0,-1-1 1 0 0,2 0-1 0 0,7 3-203 0 0,1-1-1 0 0,-1-1 1 0 0,1 0 0 0 0,-1 0 0 0 0,1-1-1 0 0,-1 0 1 0 0,1 0 0 0 0,0-1 0 0 0,-1-1 0 0 0,1 0-1 0 0,-1 0 1 0 0,0 0 0 0 0,0-1 0 0 0,0-1 0 0 0,10-4-1 0 0,-3 0-183 0 0,-1 0 0 0 0,-1-1-1 0 0,1-1 1 0 0,-1 0-1 0 0,-1-1 1 0 0,0 0-1 0 0,19-22 1 0 0,-27 27 369 0 0,0-1-1 0 0,0 0 1 0 0,-1 0 0 0 0,0-1-1 0 0,0 1 1 0 0,0-1 0 0 0,3-13-1 0 0,-6 18 97 0 0,0 0-1 0 0,0 1 1 0 0,-1-1-1 0 0,1 0 0 0 0,-1 0 1 0 0,0 0-1 0 0,0 1 1 0 0,0-1-1 0 0,0 0 1 0 0,0 0-1 0 0,0 0 1 0 0,-1 0-1 0 0,0 1 1 0 0,1-1-1 0 0,-1 0 1 0 0,0 1-1 0 0,0-1 0 0 0,-1 0 1 0 0,1 1-1 0 0,0 0 1 0 0,-1-1-1 0 0,0 1 1 0 0,1 0-1 0 0,-1-1 1 0 0,-4-2-1 0 0,4 3 22 0 0,-1 1-1 0 0,1 0 1 0 0,0 0-1 0 0,0 0 1 0 0,-1 0 0 0 0,1 0-1 0 0,0 1 1 0 0,-1-1-1 0 0,1 1 1 0 0,-1-1 0 0 0,1 1-1 0 0,-1 0 1 0 0,1 0-1 0 0,-1 0 1 0 0,1 0-1 0 0,-1 1 1 0 0,1-1 0 0 0,-4 2-1 0 0,-5 1 192 0 0,0 0-1 0 0,-17 9 0 0 0,25-11-226 0 0,-26 14 201 0 0,1 0 1 0 0,1 2-1 0 0,0 1 0 0 0,1 1 1 0 0,-33 30-1 0 0,39-29-461 0 0,0 1-1 0 0,1 1 1 0 0,1 0 0 0 0,1 1-1 0 0,2 1 1 0 0,-18 33 0 0 0,30-49 150 0 0,-1 0-1 0 0,1 0 1 0 0,0 1 0 0 0,1-1 0 0 0,0 0 0 0 0,-1 12-1 0 0,3-18 52 0 0,0 0 1 0 0,0 1-1 0 0,0-1 0 0 0,0 0 0 0 0,0 0 0 0 0,1 0 0 0 0,-1 0 1 0 0,1 0-1 0 0,-1 1 0 0 0,1-1 0 0 0,0 0 0 0 0,2 4 0 0 0,-2-5 10 0 0,0 0-1 0 0,0 0 1 0 0,0 0-1 0 0,1 0 1 0 0,-1 0-1 0 0,0 0 1 0 0,1 0-1 0 0,-1 0 1 0 0,0 0-1 0 0,1 0 1 0 0,-1-1-1 0 0,1 1 1 0 0,0-1-1 0 0,-1 1 1 0 0,1-1-1 0 0,-1 1 1 0 0,1-1-1 0 0,0 0 1 0 0,2 0-1 0 0,2 0-274 0 0,1-1 0 0 0,-1 1-1 0 0,0-1 1 0 0,0 0 0 0 0,0-1 0 0 0,0 0-1 0 0,0 0 1 0 0,0 0 0 0 0,6-4-1 0 0,16-8-5685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0.497"/>
    </inkml:context>
    <inkml:brush xml:id="br0">
      <inkml:brushProperty name="width" value="0.035" units="cm"/>
      <inkml:brushProperty name="height" value="0.035" units="cm"/>
      <inkml:brushProperty name="color" value="#E71224"/>
    </inkml:brush>
  </inkml:definitions>
  <inkml:trace contextRef="#ctx0" brushRef="#br0">190 3 5985 0 0,'0'0'241'0'0,"1"-1"1"0"0,-1 1-1 0 0,1 0 0 0 0,-1 0 0 0 0,0-1 0 0 0,1 1 0 0 0,-1 0 1 0 0,1 0-1 0 0,-1 0 0 0 0,1 0 0 0 0,-1-1 0 0 0,1 1 0 0 0,-1 0 1 0 0,1 0-1 0 0,-1 0 0 0 0,1 0 0 0 0,-1 0 0 0 0,1 0 0 0 0,-1 1 1 0 0,1-1-1 0 0,-1 0 0 0 0,0 0 0 0 0,1 0 0 0 0,-1 0 0 0 0,1 0 1 0 0,0 1-1 0 0,-1-1-86 0 0,0 1 0 0 0,1-1 0 0 0,-1 1 0 0 0,0-1 0 0 0,0 1 0 0 0,1 0 0 0 0,-1-1 0 0 0,0 1 0 0 0,0-1 1 0 0,0 1-1 0 0,0 0 0 0 0,0-1 0 0 0,0 1 0 0 0,0-1 0 0 0,0 1 0 0 0,0 0 0 0 0,0 0 0 0 0,-7 26 1726 0 0,-16 26-2098 0 0,-3-1-1 0 0,-49 76 1 0 0,32-58 2660 0 0,12-26 440 0 0,33-54-2412 0 0,6-9-964 0 0,8-11-1123 0 0,2 1 0 0 0,1 1 0 0 0,27-32 0 0 0,-31 43 581 0 0,0 2-1 0 0,1-1 1 0 0,1 2 0 0 0,1 0-1 0 0,0 1 1 0 0,20-11 0 0 0,-33 21 1407 0 0,0 1 0 0 0,0-1 0 0 0,0 1 0 0 0,0 0 0 0 0,10-2 0 0 0,-14 4-229 0 0,0 0 1 0 0,0 0-1 0 0,0 0 0 0 0,-1 0 1 0 0,1 0-1 0 0,0 0 0 0 0,0 0 1 0 0,0 0-1 0 0,0 0 0 0 0,0 0 1 0 0,0 0-1 0 0,0 1 0 0 0,0-1 1 0 0,-1 0-1 0 0,1 1 0 0 0,0-1 1 0 0,0 0-1 0 0,0 1 0 0 0,0-1 0 0 0,-1 1 1 0 0,1-1-1 0 0,0 1 0 0 0,-1 0 1 0 0,1-1-1 0 0,0 1 0 0 0,-1 0 1 0 0,1-1-1 0 0,-1 1 0 0 0,1 0 1 0 0,-1 0-1 0 0,1 0 0 0 0,-1-1 1 0 0,0 1-1 0 0,1 0 0 0 0,-1 0 1 0 0,0 0-1 0 0,0 0 0 0 0,1 0 1 0 0,-1 0-1 0 0,0 0 0 0 0,0 0 1 0 0,0 1-1 0 0,0 14 354 0 0,-1 0 0 0 0,-1 1 0 0 0,0-1 0 0 0,-1 0 0 0 0,-5 18 0 0 0,-4 18-641 0 0,-2 54-1194 0 0,12-81 833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0.815"/>
    </inkml:context>
    <inkml:brush xml:id="br0">
      <inkml:brushProperty name="width" value="0.035" units="cm"/>
      <inkml:brushProperty name="height" value="0.035" units="cm"/>
      <inkml:brushProperty name="color" value="#E71224"/>
    </inkml:brush>
  </inkml:definitions>
  <inkml:trace contextRef="#ctx0" brushRef="#br0">702 0 20740 0 0,'-2'1'159'0'0,"1"-1"-1"0"0,-1 1 0 0 0,1 0 0 0 0,-1 0 1 0 0,1 0-1 0 0,-1 0 0 0 0,1 0 1 0 0,-1 0-1 0 0,1 0 0 0 0,0 0 0 0 0,0 1 1 0 0,0-1-1 0 0,0 0 0 0 0,-2 4 0 0 0,-15 26-938 0 0,10-13 515 0 0,-162 312-8437 0 0,27 12 2805 0 0,-109 269 2196 0 0,246-598 3676 0 0,4-7-23 0 0,0 1 0 0 0,0-2 0 0 0,-1 1 0 0 0,0 0 0 0 0,-1-1 0 0 0,1 1 0 0 0,-1-1 0 0 0,0 0-1 0 0,-8 8 1 0 0,11-12 43 0 0,1-1 0 0 0,0 0 0 0 0,-1 0 0 0 0,1 0 0 0 0,0 1 0 0 0,-1-1 0 0 0,1 0-1 0 0,0 0 1 0 0,-1 0 0 0 0,1 0 0 0 0,0 0 0 0 0,-1 0 0 0 0,1 0 0 0 0,-1 0 0 0 0,1 0 0 0 0,0 1-1 0 0,-1-2 1 0 0,1 1 0 0 0,0 0 0 0 0,-1 0 0 0 0,1 0 0 0 0,-1 0 0 0 0,1 0 0 0 0,0 0 0 0 0,-1 0-1 0 0,1 0 1 0 0,0-1 0 0 0,-1 1 0 0 0,0 0 0 0 0,-7-13-178 0 0,0-20-78 0 0,7 29 252 0 0,-10-56-45 0 0,8 26 44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1.196"/>
    </inkml:context>
    <inkml:brush xml:id="br0">
      <inkml:brushProperty name="width" value="0.035" units="cm"/>
      <inkml:brushProperty name="height" value="0.035" units="cm"/>
      <inkml:brushProperty name="color" value="#E71224"/>
    </inkml:brush>
  </inkml:definitions>
  <inkml:trace contextRef="#ctx0" brushRef="#br0">0 16 8754 0 0,'3'0'319'0'0,"0"-1"1"0"0,-1 0-1 0 0,1 1 1 0 0,0 0-1 0 0,0 0 0 0 0,0 0 1 0 0,-1 0-1 0 0,6 1 1 0 0,0-1 23 0 0,108 12 2773 0 0,-17-2-1711 0 0,-57-8-1252 0 0,0-2-1 0 0,0-2 1 0 0,0-2 0 0 0,0-1-1 0 0,62-18 1 0 0,-100 22-52 0 0,9-2 1500 0 0,-11 4-674 0 0,-6 3-331 0 0,-6 4-458 0 0,0 0 0 0 0,1 0 0 0 0,1 1 0 0 0,-1 1 0 0 0,-7 10 0 0 0,-33 56-125 0 0,47-73-3 0 0,-35 62-120 0 0,-31 79 1 0 0,68-143 94 0 0,-1 1 1 0 0,0 0-1 0 0,1 0 0 0 0,-1 0 1 0 0,1 0-1 0 0,-1 0 1 0 0,1 0-1 0 0,0 3 0 0 0,0-5 10 0 0,0 0-1 0 0,0 1 0 0 0,0-1 0 0 0,0 0 1 0 0,0 0-1 0 0,0 0 0 0 0,0 1 1 0 0,0-1-1 0 0,0 0 0 0 0,0 0 1 0 0,1 0-1 0 0,-1 0 0 0 0,0 1 0 0 0,0-1 1 0 0,0 0-1 0 0,0 0 0 0 0,0 0 1 0 0,0 0-1 0 0,0 0 0 0 0,1 1 0 0 0,-1-1 1 0 0,0 0-1 0 0,0 0 0 0 0,0 0 1 0 0,0 0-1 0 0,1 0 0 0 0,-1 0 0 0 0,0 0 1 0 0,0 0-1 0 0,0 1 0 0 0,0-1 1 0 0,1 0-1 0 0,10-6-188 0 0,10-12-557 0 0,0-2 0 0 0,24-28 0 0 0,32-49-1297 0 0,-62 76 1640 0 0,9-11-182 0 0,3-4-373 0 0,40-41 0 0 0,-67 76 1012 0 0,0 1 0 0 0,0 0 0 0 0,0-1 1 0 0,0 1-1 0 0,1 0 0 0 0,-1 0 0 0 0,0-1 0 0 0,0 1 1 0 0,0 0-1 0 0,1 0 0 0 0,-1-1 0 0 0,0 1 0 0 0,1 0 1 0 0,-1 0-1 0 0,0 0 0 0 0,0 0 0 0 0,1-1 0 0 0,-1 1 1 0 0,0 0-1 0 0,1 0 0 0 0,-1 0 0 0 0,0 0 0 0 0,1 0 1 0 0,-1 0-1 0 0,0 0 0 0 0,1 0 0 0 0,-1 0 0 0 0,1 0 1 0 0,-4 9 1424 0 0,-11 16-121 0 0,-17 31-1295 0 0,3 1-1 0 0,2 1 1 0 0,-31 106 0 0 0,52-146-274 0 0,-3 22 0 0 0,7-16-4603 0 0,1-10-668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1.436"/>
    </inkml:context>
    <inkml:brush xml:id="br0">
      <inkml:brushProperty name="width" value="0.035" units="cm"/>
      <inkml:brushProperty name="height" value="0.035" units="cm"/>
      <inkml:brushProperty name="color" value="#E71224"/>
    </inkml:brush>
  </inkml:definitions>
  <inkml:trace contextRef="#ctx0" brushRef="#br0">459 0 17972 0 0,'-19'56'1871'0'0,"-250"598"-8007"0"0,115-182 4678 0 0,137-411 571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1.622"/>
    </inkml:context>
    <inkml:brush xml:id="br0">
      <inkml:brushProperty name="width" value="0.035" units="cm"/>
      <inkml:brushProperty name="height" value="0.035" units="cm"/>
      <inkml:brushProperty name="color" value="#E71224"/>
    </inkml:brush>
  </inkml:definitions>
  <inkml:trace contextRef="#ctx0" brushRef="#br0">0 184 18436 0 0,'1'-3'204'0'0,"1"0"1"0"0,-1 0-1 0 0,1-1 0 0 0,0 1 1 0 0,0 0-1 0 0,0 1 1 0 0,0-1-1 0 0,1 0 0 0 0,-1 1 1 0 0,5-5-1 0 0,31-19-203 0 0,-20 16 249 0 0,69-43-480 0 0,-25 23-3522 0 0,-57 28 3278 0 0,-1 1 52 0 0,-1 0 1 0 0,0-1-1 0 0,0 1 1 0 0,0-1-1 0 0,-1 0 1 0 0,1 0-1 0 0,4-3 1 0 0,0-5-291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1.764"/>
    </inkml:context>
    <inkml:brush xml:id="br0">
      <inkml:brushProperty name="width" value="0.035" units="cm"/>
      <inkml:brushProperty name="height" value="0.035" units="cm"/>
      <inkml:brushProperty name="color" value="#E71224"/>
    </inkml:brush>
  </inkml:definitions>
  <inkml:trace contextRef="#ctx0" brushRef="#br0">2 1 21661 0 0,'-1'3'960'0'0,"1"-2"192"0"0,0 3-920 0 0,1-3-232 0 0,3 3 0 0 0,-3-3 0 0 0,1 1-152 0 0,1 0-72 0 0,0 1-24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1.905"/>
    </inkml:context>
    <inkml:brush xml:id="br0">
      <inkml:brushProperty name="width" value="0.035" units="cm"/>
      <inkml:brushProperty name="height" value="0.035" units="cm"/>
      <inkml:brushProperty name="color" value="#E71224"/>
    </inkml:brush>
  </inkml:definitions>
  <inkml:trace contextRef="#ctx0" brushRef="#br0">96 1 17972 0 0,'-17'25'800'0'0,"6"-7"160"0"0,1 0-768 0 0,2-5-192 0 0,6-5 0 0 0,1-5 0 0 0,-3 4-208 0 0,-2 1-80 0 0,-4 8-8 0 0,-2 4-4849 0 0,-2 3-968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2.141"/>
    </inkml:context>
    <inkml:brush xml:id="br0">
      <inkml:brushProperty name="width" value="0.035" units="cm"/>
      <inkml:brushProperty name="height" value="0.035" units="cm"/>
      <inkml:brushProperty name="color" value="#E71224"/>
    </inkml:brush>
  </inkml:definitions>
  <inkml:trace contextRef="#ctx0" brushRef="#br0">247 79 5065 0 0,'3'-2'482'0'0,"1"-1"-1"0"0,-1 1 1 0 0,0-1-1 0 0,0 0 1 0 0,0 0-1 0 0,-1 0 1 0 0,1-1 0 0 0,3-4-1 0 0,-6 6-291 0 0,1 1 0 0 0,0 0 0 0 0,-1 0 0 0 0,0-1 0 0 0,1 1 0 0 0,-1-1 0 0 0,0 1 0 0 0,1 0 0 0 0,-1-1 0 0 0,0 1 0 0 0,0 0 0 0 0,0-1 0 0 0,0 1 0 0 0,-1-1 0 0 0,1 1 0 0 0,0 0 0 0 0,0-1 0 0 0,-1 1 0 0 0,1 0 0 0 0,-1-1 0 0 0,1 1 0 0 0,-1 0 0 0 0,0 0 0 0 0,1-1 0 0 0,-1 1 0 0 0,0 0 0 0 0,0 0 0 0 0,0 0 0 0 0,-2-2 0 0 0,2 3-54 0 0,0-1 1 0 0,0 0-1 0 0,0 0 0 0 0,0 1 0 0 0,-1-1 1 0 0,1 1-1 0 0,0-1 0 0 0,0 1 0 0 0,-1-1 0 0 0,1 1 1 0 0,0 0-1 0 0,-1-1 0 0 0,1 1 0 0 0,-1 0 1 0 0,1 0-1 0 0,-3 1 0 0 0,-24 3 1030 0 0,19-2-712 0 0,5-1-375 0 0,0 0 1 0 0,0-1-1 0 0,1 2 1 0 0,-1-1-1 0 0,0 0 1 0 0,1 1-1 0 0,-1 0 0 0 0,1 0 1 0 0,-1 0-1 0 0,1 0 1 0 0,0 0-1 0 0,0 1 1 0 0,0-1-1 0 0,0 1 1 0 0,0 0-1 0 0,-3 4 1 0 0,-71 88 193 0 0,64-76-378 0 0,0 0-1 0 0,1 1 1 0 0,-12 28 0 0 0,24-48 104 0 0,-1 3-89 0 0,-1 0 0 0 0,1 0 0 0 0,0 0-1 0 0,1 0 1 0 0,-1 0 0 0 0,0 0 0 0 0,1 0 0 0 0,-1 4-1 0 0,4 4-378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2.460"/>
    </inkml:context>
    <inkml:brush xml:id="br0">
      <inkml:brushProperty name="width" value="0.035" units="cm"/>
      <inkml:brushProperty name="height" value="0.035" units="cm"/>
      <inkml:brushProperty name="color" value="#E71224"/>
    </inkml:brush>
  </inkml:definitions>
  <inkml:trace contextRef="#ctx0" brushRef="#br0">175 1 20596 0 0,'-1'2'179'0'0,"-1"1"-1"0"0,0 0 0 0 0,1 0 1 0 0,0 0-1 0 0,0 0 0 0 0,0 0 1 0 0,0 0-1 0 0,-1 4 0 0 0,-4 12 474 0 0,-5 2-2544 0 0,-2 0 0 0 0,0-1 0 0 0,-1 0 0 0 0,-1-2 0 0 0,-1 1 0 0 0,-33 29 0 0 0,49-47 1930 0 0,-1-1-1 0 0,0 1 1 0 0,0 0 0 0 0,0 0 0 0 0,0-1 0 0 0,1 1 0 0 0,-1-1 0 0 0,0 1 0 0 0,0 0 0 0 0,0-1-1 0 0,0 0 1 0 0,-1 1 0 0 0,1-1 0 0 0,0 0 0 0 0,0 1 0 0 0,0-1 0 0 0,0 0 0 0 0,-2 0 0 0 0,2 0-78 0 0,1 0 0 0 0,0 0 1 0 0,-1-1-1 0 0,1 1 0 0 0,0 0 1 0 0,0 0-1 0 0,-1 0 1 0 0,1 0-1 0 0,0-1 0 0 0,0 1 1 0 0,-1 0-1 0 0,1 0 1 0 0,0-1-1 0 0,0 1 0 0 0,0 0 1 0 0,0-1-1 0 0,-1 1 0 0 0,1 0 1 0 0,0 0-1 0 0,0-1 1 0 0,0 1-1 0 0,0 0 0 0 0,0-1 1 0 0,1-14-2281 0 0,14-33-2068 0 0,6-1 5555 0 0,-15 37 103 0 0,0 2 0 0 0,1-1 0 0 0,0 1 0 0 0,1 0 0 0 0,0 0 0 0 0,12-11 0 0 0,-20 21-1169 0 0,1-1 0 0 0,-1 0 0 0 0,1 1 0 0 0,0-1 0 0 0,-1 1 0 0 0,1-1 0 0 0,0 1 0 0 0,-1-1 0 0 0,1 1 0 0 0,0-1 0 0 0,0 1 0 0 0,-1 0 0 0 0,1 0 0 0 0,0-1 0 0 0,0 1 0 0 0,0 0 0 0 0,-1 0 0 0 0,1 0 0 0 0,1 0 0 0 0,-1 0-51 0 0,-1 0 0 0 0,0 0 0 0 0,1 1 0 0 0,-1-1 0 0 0,0 0 0 0 0,1 1 0 0 0,-1-1 0 0 0,0 0 0 0 0,1 1 0 0 0,-1-1 0 0 0,0 1 0 0 0,0-1 0 0 0,1 0 0 0 0,-1 1 0 0 0,0-1 0 0 0,0 1 0 0 0,0-1 0 0 0,0 1 0 0 0,0-1-1 0 0,1 1 1 0 0,-1-1 0 0 0,0 0 0 0 0,0 1 0 0 0,0 0 0 0 0,0 5 144 0 0,-1 1-1 0 0,1-1 1 0 0,-3 10-1 0 0,2-13-210 0 0,-12 64 42 0 0,7-41-247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7.958"/>
    </inkml:context>
    <inkml:brush xml:id="br0">
      <inkml:brushProperty name="width" value="0.035" units="cm"/>
      <inkml:brushProperty name="height" value="0.035" units="cm"/>
      <inkml:brushProperty name="color" value="#E71224"/>
    </inkml:brush>
  </inkml:definitions>
  <inkml:trace contextRef="#ctx0" brushRef="#br0">58 179 12899 0 0,'-3'-11'1152'0'0,"0"3"-928"0"0,1 3-224 0 0,2 1 0 0 0,-2 1-360 0 0,1-2-120 0 0,-2-5-32 0 0,-4-6 0 0 0,0-5-609 0 0,-1-7-127 0 0,-2-5-32 0 0,-1-1 0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8.262"/>
    </inkml:context>
    <inkml:brush xml:id="br0">
      <inkml:brushProperty name="width" value="0.035" units="cm"/>
      <inkml:brushProperty name="height" value="0.035" units="cm"/>
      <inkml:brushProperty name="color" value="#E71224"/>
    </inkml:brush>
  </inkml:definitions>
  <inkml:trace contextRef="#ctx0" brushRef="#br0">54 64 11522 0 0,'-14'-7'484'0'0,"10"5"-360"0"0,0 0 1 0 0,-1 0 0 0 0,1 0 0 0 0,1-1-1 0 0,-1 0 1 0 0,-5-4 0 0 0,9 7 0 0 0,-1 0 0 0 0,1-1 0 0 0,-1 1 0 0 0,1-1 0 0 0,-1 1 0 0 0,1-1 0 0 0,0 1 0 0 0,-1-1 0 0 0,1 1 0 0 0,0-1 0 0 0,-1 0 0 0 0,1 1 1 0 0,0-1-1 0 0,-1 1 0 0 0,1-1 0 0 0,0 0 0 0 0,0 1 0 0 0,0-1 0 0 0,0 0 0 0 0,0 1 0 0 0,0-1 0 0 0,0 0 0 0 0,0 1 0 0 0,0-1 0 0 0,0 1 0 0 0,0-1 0 0 0,0-1 0 0 0,1 1 29 0 0,0 0-1 0 0,-1 1 1 0 0,1-1-1 0 0,0 0 0 0 0,0 0 1 0 0,0 0-1 0 0,-1 1 0 0 0,1-1 1 0 0,0 0-1 0 0,0 1 1 0 0,0-1-1 0 0,0 1 0 0 0,0-1 1 0 0,2 0-1 0 0,3-1 180 0 0,0 1 0 0 0,-1-1 0 0 0,1 1 0 0 0,10 0 0 0 0,3 1-227 0 0,0 1 1 0 0,0 1 0 0 0,-1 0 0 0 0,1 2 0 0 0,34 10 0 0 0,89 44 543 0 0,-76-30-354 0 0,259 90 244 0 0,-270-102-720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5.002"/>
    </inkml:context>
    <inkml:brush xml:id="br0">
      <inkml:brushProperty name="width" value="0.035" units="cm"/>
      <inkml:brushProperty name="height" value="0.035" units="cm"/>
      <inkml:brushProperty name="color" value="#E71224"/>
    </inkml:brush>
  </inkml:definitions>
  <inkml:trace contextRef="#ctx0" brushRef="#br0">543 81 5529 0 0,'-11'-4'1234'0'0,"1"0"0"0"0,0 0 1 0 0,0-1-1 0 0,-19-12 0 0 0,-17-10 1549 0 0,37 24-2520 0 0,1-1 1 0 0,0 1-1 0 0,-1 1 0 0 0,0-1 0 0 0,0 2 1 0 0,0-1-1 0 0,0 1 0 0 0,0 0 0 0 0,-12 1 1 0 0,14 1-224 0 0,-1 0 1 0 0,0 1-1 0 0,1 0 1 0 0,-1 0-1 0 0,1 0 1 0 0,0 1 0 0 0,0 0-1 0 0,0 1 1 0 0,0-1-1 0 0,0 1 1 0 0,-7 6-1 0 0,-2 3 133 0 0,0 1 0 0 0,1 1 0 0 0,1 0 0 0 0,0 1 0 0 0,1 0-1 0 0,1 1 1 0 0,-10 19 0 0 0,3-1 31 0 0,1 0-1 0 0,-22 68 1 0 0,31-77-50 0 0,2 2 1 0 0,1-1-1 0 0,1 1 0 0 0,2-1 0 0 0,0 1 0 0 0,2 1 0 0 0,1-1 1 0 0,1 0-1 0 0,2 0 0 0 0,1-1 0 0 0,1 1 0 0 0,1-1 0 0 0,1 1 1 0 0,17 40-1 0 0,-14-43-20 0 0,2-1-1 0 0,0 1 1 0 0,1-2 0 0 0,27 37 0 0 0,-34-53-114 0 0,1 1 1 0 0,0-2-1 0 0,0 1 0 0 0,0-1 0 0 0,1 0 1 0 0,-1-1-1 0 0,11 6 0 0 0,-12-8-14 0 0,0 0 0 0 0,0-1 0 0 0,1 1 0 0 0,-1-2 0 0 0,0 1-1 0 0,1-1 1 0 0,-1 0 0 0 0,1 0 0 0 0,0-1 0 0 0,-1 1-1 0 0,11-2 1 0 0,1-3-214 0 0,1 0 0 0 0,-2-1-1 0 0,1-1 1 0 0,-1 0 0 0 0,1-1-1 0 0,-2-1 1 0 0,1-1-1 0 0,20-14 1 0 0,10-9-7300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5.405"/>
    </inkml:context>
    <inkml:brush xml:id="br0">
      <inkml:brushProperty name="width" value="0.035" units="cm"/>
      <inkml:brushProperty name="height" value="0.035" units="cm"/>
      <inkml:brushProperty name="color" value="#E71224"/>
    </inkml:brush>
  </inkml:definitions>
  <inkml:trace contextRef="#ctx0" brushRef="#br0">14 530 15203 0 0,'0'0'12'0'0,"-11"2"1060"0"0,8-2-530 0 0,7-4-466 0 0,32-13 149 0 0,-2-2 1 0 0,0-1-1 0 0,-1-2 0 0 0,51-45 1 0 0,-46 31-357 0 0,49-60 0 0 0,-77 84 123 0 0,0-2 0 0 0,-1 1-1 0 0,0-2 1 0 0,-1 1-1 0 0,-1-1 1 0 0,0 0-1 0 0,-1 0 1 0 0,8-31-1 0 0,-13 41-4 0 0,-1 0 0 0 0,1 1 0 0 0,-1-1-1 0 0,0 1 1 0 0,0-1 0 0 0,0 1 0 0 0,-1-1-1 0 0,1 0 1 0 0,-1 1 0 0 0,0-1-1 0 0,-3-5 1 0 0,3 8 23 0 0,0 0 0 0 0,0 0-1 0 0,0 0 1 0 0,0 0 0 0 0,-1 1-1 0 0,1-1 1 0 0,0 0 0 0 0,-1 1 0 0 0,0-1-1 0 0,1 1 1 0 0,-1-1 0 0 0,0 1-1 0 0,0 0 1 0 0,0 0 0 0 0,0 0 0 0 0,0 0-1 0 0,0 0 1 0 0,0 0 0 0 0,0 0-1 0 0,0 1 1 0 0,0-1 0 0 0,-1 1 0 0 0,1 0-1 0 0,0-1 1 0 0,-3 1 0 0 0,0 0 65 0 0,0 1 1 0 0,0 0 0 0 0,0-1-1 0 0,0 1 1 0 0,0 1 0 0 0,0-1-1 0 0,0 1 1 0 0,1 0-1 0 0,-1 0 1 0 0,1 0 0 0 0,-7 5-1 0 0,-2 1 224 0 0,0 2-1 0 0,-14 14 1 0 0,1 0-29 0 0,2 1 0 0 0,2 2 0 0 0,0 0-1 0 0,2 1 1 0 0,0 1 0 0 0,2 1 0 0 0,-21 49 0 0 0,33-65-267 0 0,1 1-1 0 0,1-1 1 0 0,0 1 0 0 0,1 0-1 0 0,1 0 1 0 0,0 0 0 0 0,1 0-1 0 0,0 0 1 0 0,2 0 0 0 0,0 0-1 0 0,0 0 1 0 0,1 0 0 0 0,1 0-1 0 0,1-1 1 0 0,5 16 0 0 0,-8-26-9 0 0,0-1 0 0 0,1 0 0 0 0,0 0 0 0 0,-1 1 0 0 0,1-1 1 0 0,0-1-1 0 0,1 1 0 0 0,-1 0 0 0 0,0 0 0 0 0,1-1 0 0 0,0 0 1 0 0,-1 1-1 0 0,1-1 0 0 0,0 0 0 0 0,0 0 0 0 0,0 0 0 0 0,0-1 0 0 0,4 2 1 0 0,-2-1 23 0 0,0-1 1 0 0,0 0 0 0 0,1-1 0 0 0,-1 1 0 0 0,0-1-1 0 0,0 0 1 0 0,0 0 0 0 0,0 0 0 0 0,0-1 0 0 0,0 0-1 0 0,1 0 1 0 0,5-2 0 0 0,11-6-159 0 0,0 0 0 0 0,-1-1-1 0 0,-1-1 1 0 0,0-1 0 0 0,0-1 0 0 0,27-23-1 0 0,-10 4-7320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6.285"/>
    </inkml:context>
    <inkml:brush xml:id="br0">
      <inkml:brushProperty name="width" value="0.035" units="cm"/>
      <inkml:brushProperty name="height" value="0.035" units="cm"/>
      <inkml:brushProperty name="color" value="#E71224"/>
    </inkml:brush>
  </inkml:definitions>
  <inkml:trace contextRef="#ctx0" brushRef="#br0">227 218 11026 0 0,'-3'0'120'0'0,"0"1"-1"0"0,0 0 0 0 0,0-1 0 0 0,0 1 1 0 0,1 0-1 0 0,-1 0 0 0 0,0 0 0 0 0,1 1 0 0 0,-1-1 1 0 0,1 1-1 0 0,-1-1 0 0 0,1 1 0 0 0,0 0 1 0 0,-4 3-1 0 0,2-1-1 0 0,1 0 1 0 0,-1 0 0 0 0,1 0 0 0 0,0 0-1 0 0,0 0 1 0 0,1 1 0 0 0,-1-1-1 0 0,-1 7 1 0 0,1-2 55 0 0,1 1 0 0 0,0-1 1 0 0,1 1-1 0 0,0 0 0 0 0,0 0 0 0 0,1-1 0 0 0,2 17 1 0 0,0-3 104 0 0,2-1 1 0 0,8 27-1 0 0,-7-33-7 0 0,0-1-1 0 0,1 0 0 0 0,1 0 0 0 0,0-1 0 0 0,1 1 0 0 0,1-2 0 0 0,0 1 0 0 0,1-1 1 0 0,0-1-1 0 0,19 19 0 0 0,-21-25-165 0 0,0 1-1 0 0,0-1 1 0 0,0 0 0 0 0,1-1 0 0 0,-1 0-1 0 0,2 0 1 0 0,-1-1 0 0 0,0 0 0 0 0,1-1-1 0 0,-1 0 1 0 0,1-1 0 0 0,0 0 0 0 0,0 0-1 0 0,0-1 1 0 0,0 0 0 0 0,0-1 0 0 0,1 0-1 0 0,10-1 1 0 0,-10-1-59 0 0,1-1 0 0 0,-1 0 0 0 0,0 0-1 0 0,0-1 1 0 0,0 0 0 0 0,0-1 0 0 0,-1 0 0 0 0,0-1-1 0 0,0 0 1 0 0,0-1 0 0 0,-1 0 0 0 0,9-8 0 0 0,-9 6 8 0 0,0 0 0 0 0,-1-1 1 0 0,1 0-1 0 0,-2 0 1 0 0,0-1-1 0 0,0 1 0 0 0,-1-2 1 0 0,0 1-1 0 0,-1-1 0 0 0,7-22 1 0 0,-6 10-34 0 0,-1-1 1 0 0,-1 1 0 0 0,-1-1-1 0 0,-1 0 1 0 0,-2 0-1 0 0,0 0 1 0 0,-2 0 0 0 0,0 0-1 0 0,-9-33 1 0 0,7 44-20 0 0,0 0 0 0 0,-1 0 0 0 0,0 1 1 0 0,-1 0-1 0 0,-1 0 0 0 0,0 1 0 0 0,-15-21 1 0 0,15 25-2 0 0,0 0 0 0 0,-1 1 0 0 0,1 0 0 0 0,-2 0 0 0 0,1 0 0 0 0,-1 1 0 0 0,0 0 1 0 0,0 1-1 0 0,0 0 0 0 0,-1 0 0 0 0,-13-4 0 0 0,15 7 8 0 0,0 0-1 0 0,1 0 0 0 0,-1 1 1 0 0,0 0-1 0 0,0 0 0 0 0,0 1 1 0 0,0 0-1 0 0,0 0 1 0 0,-12 3-1 0 0,9-1-4 0 0,0 1 0 0 0,1 0 1 0 0,-1 1-1 0 0,1 0 0 0 0,-1 1 0 0 0,-9 6 0 0 0,-4 5-7 0 0,1 1 0 0 0,1 0-1 0 0,0 2 1 0 0,-28 32 0 0 0,16-13-250 0 0,-52 74 1 0 0,68-84-1367 0 0,-27 55 1 0 0,26-37-5323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6.808"/>
    </inkml:context>
    <inkml:brush xml:id="br0">
      <inkml:brushProperty name="width" value="0.035" units="cm"/>
      <inkml:brushProperty name="height" value="0.035" units="cm"/>
      <inkml:brushProperty name="color" value="#E71224"/>
    </inkml:brush>
  </inkml:definitions>
  <inkml:trace contextRef="#ctx0" brushRef="#br0">48 156 16588 0 0,'-10'-4'610'0'0,"7"3"-412"0"0,0-1 0 0 0,0 1 1 0 0,0 0-1 0 0,-1 0 1 0 0,-4-1-1 0 0,2 18-726 0 0,4-4 201 0 0,0 0 0 0 0,0 0 1 0 0,1 0-1 0 0,1 1 0 0 0,0-1 0 0 0,1 0 1 0 0,4 24-1 0 0,26 83-1793 0 0,-28-111 1986 0 0,3 13 113 0 0,0-2 1 0 0,2 1-1 0 0,0-1 0 0 0,1 0 1 0 0,17 27-1 0 0,-25-45 69 0 0,-1 0 1 0 0,1 0-1 0 0,0 0 0 0 0,-1 0 0 0 0,1-1 0 0 0,0 1 1 0 0,-1 0-1 0 0,1 0 0 0 0,0 0 0 0 0,0-1 1 0 0,0 1-1 0 0,0 0 0 0 0,0-1 0 0 0,0 1 0 0 0,0-1 1 0 0,0 1-1 0 0,0-1 0 0 0,0 1 0 0 0,0-1 1 0 0,0 0-1 0 0,0 0 0 0 0,0 1 0 0 0,0-1 0 0 0,0 0 1 0 0,1 0-1 0 0,-1 0 0 0 0,0 0 0 0 0,0 0 1 0 0,0 0-1 0 0,2-1 0 0 0,-1 0 88 0 0,0-1 0 0 0,-1 1 1 0 0,1 0-1 0 0,0-1 0 0 0,-1 1 0 0 0,1-1 1 0 0,-1 0-1 0 0,1 1 0 0 0,-1-1 0 0 0,0 0 0 0 0,0 0 1 0 0,0 0-1 0 0,0 0 0 0 0,1-3 0 0 0,4-11 400 0 0,-1 0 0 0 0,0-1-1 0 0,-2 0 1 0 0,3-17 0 0 0,0-69 262 0 0,-6 74-720 0 0,-2 1 0 0 0,-6-30 0 0 0,3 31-79 0 0,2 0 0 0 0,1-40 0 0 0,2 61 3 0 0,0 1 0 0 0,1-1 1 0 0,0 1-1 0 0,0-1 0 0 0,1 1 1 0 0,-1 0-1 0 0,1-1 0 0 0,0 1 1 0 0,1 0-1 0 0,-1 0 0 0 0,1 0 1 0 0,0 1-1 0 0,5-7 0 0 0,-6 9-10 0 0,0 0-1 0 0,0 1 0 0 0,0-1 0 0 0,0 0 1 0 0,0 1-1 0 0,0-1 0 0 0,0 1 0 0 0,1 0 1 0 0,-1 0-1 0 0,1 0 0 0 0,-1 0 0 0 0,1 0 1 0 0,-1 1-1 0 0,1-1 0 0 0,-1 1 0 0 0,1-1 1 0 0,0 1-1 0 0,-1 0 0 0 0,1 0 0 0 0,0 0 0 0 0,-1 0 1 0 0,1 1-1 0 0,-1-1 0 0 0,1 1 0 0 0,0 0 1 0 0,-1-1-1 0 0,0 1 0 0 0,1 0 0 0 0,-1 1 1 0 0,3 0-1 0 0,1 2 32 0 0,0 0 1 0 0,0 0-1 0 0,-1 1 0 0 0,1-1 1 0 0,-1 1-1 0 0,0 0 0 0 0,-1 1 1 0 0,1-1-1 0 0,-1 1 0 0 0,0 0 1 0 0,5 10-1 0 0,2 8 465 0 0,16 42 0 0 0,-8-1 119 0 0,-15-47-691 0 0,0-1 0 0 0,2 0 0 0 0,0 0-1 0 0,1-1 1 0 0,0 0 0 0 0,14 21 0 0 0,-19-35-247 0 0,-1 1 1 0 0,1-1 0 0 0,0 0-1 0 0,0-1 1 0 0,0 1 0 0 0,0 0-1 0 0,0-1 1 0 0,3 3 0 0 0,7 2-6348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7.084"/>
    </inkml:context>
    <inkml:brush xml:id="br0">
      <inkml:brushProperty name="width" value="0.035" units="cm"/>
      <inkml:brushProperty name="height" value="0.035" units="cm"/>
      <inkml:brushProperty name="color" value="#E71224"/>
    </inkml:brush>
  </inkml:definitions>
  <inkml:trace contextRef="#ctx0" brushRef="#br0">158 1 15203 0 0,'-8'0'502'0'0,"2"1"-486"0"0,0-1 0 0 0,0 1-1 0 0,0 0 1 0 0,1 1 0 0 0,-1-1 0 0 0,0 1 0 0 0,1 0 0 0 0,-9 4-1 0 0,8-2-224 0 0,0-1 0 0 0,1 1 0 0 0,-1 0-1 0 0,1 1 1 0 0,0-1 0 0 0,0 1 0 0 0,0 0-1 0 0,0 0 1 0 0,1 1 0 0 0,0 0 0 0 0,0-1-1 0 0,1 1 1 0 0,-1 0 0 0 0,1 1 0 0 0,1-1-1 0 0,-1 0 1 0 0,1 1 0 0 0,0 0 0 0 0,1-1-1 0 0,-2 11 1 0 0,0 2 820 0 0,1-1-1 0 0,1 1 1 0 0,2 37-1 0 0,0-47-228 0 0,0 0 0 0 0,0 0 1 0 0,1-1-1 0 0,0 1 0 0 0,1-1 0 0 0,0 0 0 0 0,0 1 0 0 0,1-1 0 0 0,0-1 0 0 0,9 15 1 0 0,-12-20-296 0 0,1 1 0 0 0,0-1 1 0 0,0 0-1 0 0,1 0 1 0 0,-1 0-1 0 0,0 0 0 0 0,1 0 1 0 0,-1 0-1 0 0,1-1 0 0 0,-1 1 1 0 0,1-1-1 0 0,0 0 1 0 0,-1 0-1 0 0,1 0 0 0 0,0 0 1 0 0,0 0-1 0 0,0 0 1 0 0,0-1-1 0 0,0 1 0 0 0,0-1 1 0 0,0 0-1 0 0,0 0 1 0 0,0 0-1 0 0,0 0 0 0 0,0-1 1 0 0,0 1-1 0 0,0-1 1 0 0,0 0-1 0 0,0 0 0 0 0,0 0 1 0 0,5-3-1 0 0,0 0-289 0 0,0 0 0 0 0,-1-1 0 0 0,15-10 0 0 0,16-20-5194 0 0,-12 9-925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7.407"/>
    </inkml:context>
    <inkml:brush xml:id="br0">
      <inkml:brushProperty name="width" value="0.035" units="cm"/>
      <inkml:brushProperty name="height" value="0.035" units="cm"/>
      <inkml:brushProperty name="color" value="#E71224"/>
    </inkml:brush>
  </inkml:definitions>
  <inkml:trace contextRef="#ctx0" brushRef="#br0">51 433 14283 0 0,'-18'9'1005'0'0,"12"-5"-21"0"0,12-7 3839 0 0,2-2-4771 0 0,0-1 1 0 0,-1 1-1 0 0,0-1 0 0 0,0-1 1 0 0,0 1-1 0 0,7-10 0 0 0,0 1-350 0 0,20-22-1854 0 0,39-53 1 0 0,-58 69 616 0 0,-1-1 0 0 0,-1-1 0 0 0,0 0 0 0 0,11-32 0 0 0,-23 49 1147 0 0,1 1 0 0 0,-1-1 0 0 0,0 1 1 0 0,0-1-1 0 0,-1 0 0 0 0,1 0 1 0 0,-1 0-1 0 0,-1 1 0 0 0,1-1 0 0 0,-2-8 1 0 0,1 12 411 0 0,1 1 0 0 0,0-1 0 0 0,-1 0 0 0 0,1 1 0 0 0,-1-1 1 0 0,0 0-1 0 0,1 1 0 0 0,-1-1 0 0 0,0 1 0 0 0,0 0 1 0 0,0-1-1 0 0,0 1 0 0 0,0-1 0 0 0,-1 1 0 0 0,1 0 0 0 0,0 0 1 0 0,-1 0-1 0 0,1 0 0 0 0,0 0 0 0 0,-1 0 0 0 0,1 0 1 0 0,-1 0-1 0 0,0 1 0 0 0,1-1 0 0 0,-1 1 0 0 0,1-1 0 0 0,-1 1 1 0 0,0-1-1 0 0,1 1 0 0 0,-1 0 0 0 0,0 0 0 0 0,0 0 1 0 0,1 0-1 0 0,-1 0 0 0 0,0 0 0 0 0,0 1 0 0 0,1-1 0 0 0,-4 1 1 0 0,-1 1 532 0 0,0 0-1 0 0,1 1 1 0 0,-1-1 0 0 0,1 1 0 0 0,-1 0 0 0 0,1 1 0 0 0,0-1 0 0 0,-8 8 0 0 0,0 2 1170 0 0,-21 25 1 0 0,17-17-1004 0 0,2 2-1 0 0,0 0 1 0 0,1 1 0 0 0,2 0 0 0 0,1 1 0 0 0,0 1 0 0 0,2-1 0 0 0,-6 29 0 0 0,9-28-779 0 0,1 0 0 0 0,1 1 0 0 0,2 0 1 0 0,0-1-1 0 0,2 1 0 0 0,1 0 1 0 0,1 0-1 0 0,7 32 0 0 0,-7-48-214 0 0,1-1-1 0 0,0 1 0 0 0,1-1 0 0 0,9 18 1 0 0,-12-25 50 0 0,1 0 0 0 0,-1 0 1 0 0,1 0-1 0 0,0-1 1 0 0,0 1-1 0 0,1-1 0 0 0,-1 1 1 0 0,0-1-1 0 0,1 0 0 0 0,-1 0 1 0 0,1 0-1 0 0,0 0 0 0 0,0 0 1 0 0,0-1-1 0 0,0 1 1 0 0,0-1-1 0 0,0 0 0 0 0,0 0 1 0 0,0 0-1 0 0,4 1 0 0 0,15-3-5199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7.753"/>
    </inkml:context>
    <inkml:brush xml:id="br0">
      <inkml:brushProperty name="width" value="0.035" units="cm"/>
      <inkml:brushProperty name="height" value="0.035" units="cm"/>
      <inkml:brushProperty name="color" value="#E71224"/>
    </inkml:brush>
  </inkml:definitions>
  <inkml:trace contextRef="#ctx0" brushRef="#br0">70 442 3225 0 0,'5'-19'116'0'0,"-4"12"-92"0"0,0 0 1 0 0,1 0-1 0 0,0 1 1 0 0,0-1 0 0 0,1 1-1 0 0,4-9 1 0 0,-7 14 118 0 0,0 1 1 0 0,0 0-1 0 0,0-1 0 0 0,1 1 1 0 0,-1-1-1 0 0,0 1 0 0 0,0-1 1 0 0,1 1-1 0 0,-1-1 1 0 0,0 1-1 0 0,1 0 0 0 0,-1-1 1 0 0,0 1-1 0 0,1 0 0 0 0,-1-1 1 0 0,1 1-1 0 0,-1 0 1 0 0,1-1-1 0 0,-1 1 0 0 0,0 0 1 0 0,1 0-1 0 0,-1 0 0 0 0,1 0 1 0 0,-1-1-1 0 0,1 1 1 0 0,-1 0-1 0 0,1 0 0 0 0,-1 0 1 0 0,1 0-1 0 0,-1 0 0 0 0,1 0 1 0 0,0 0-1 0 0,-1 0 1 0 0,1 0-1 0 0,-1 0 0 0 0,1 1 1 0 0,-1-1-1 0 0,0 0 0 0 0,1 0 1 0 0,-1 0-1 0 0,1 0 1 0 0,-1 1-1 0 0,1-1 0 0 0,-1 0 1 0 0,1 1-1 0 0,-1-1 1 0 0,0 0-1 0 0,1 1 0 0 0,-1-1 1 0 0,0 0-1 0 0,1 1 0 0 0,-1-1 1 0 0,0 1-1 0 0,1 0 1 0 0,1 2 505 0 0,-1 0 0 0 0,1 0 0 0 0,0 0 1 0 0,-1 1-1 0 0,0-1 0 0 0,1 4 0 0 0,18 99 2828 0 0,-2 56-3129 0 0,-13-114-474 0 0,1 15-1369 0 0,-2 94 1 0 0,-6-143 1114 0 0,-1-11 616 0 0,-1-8 497 0 0,-55-190 4538 0 0,48 153-5143 0 0,-11-37-19 0 0,-32-135 102 0 0,45 171-252 0 0,3-1-1 0 0,-2-87 1 0 0,8 114 31 0 0,1 0 1 0 0,1 0-1 0 0,6-22 1 0 0,-6 32 28 0 0,0 0-1 0 0,0 0 1 0 0,1 0-1 0 0,-1 0 1 0 0,2 1 0 0 0,-1 0-1 0 0,1-1 1 0 0,0 1-1 0 0,0 0 1 0 0,8-8 0 0 0,-10 12 4 0 0,1 0 1 0 0,-1 0 0 0 0,0 0 0 0 0,1 1 0 0 0,-1-1-1 0 0,1 0 1 0 0,-1 1 0 0 0,1 0 0 0 0,0 0 0 0 0,-1-1-1 0 0,1 2 1 0 0,0-1 0 0 0,0 0 0 0 0,0 0 0 0 0,0 1-1 0 0,0 0 1 0 0,5 0 0 0 0,-4 0 3 0 0,-1 1 1 0 0,1 0-1 0 0,0 0 0 0 0,0 0 0 0 0,0 0 1 0 0,-1 1-1 0 0,1-1 0 0 0,-1 1 1 0 0,1 0-1 0 0,-1 0 0 0 0,6 5 1 0 0,1 2 6 0 0,-1 1 0 0 0,0 0 0 0 0,0 0 0 0 0,-1 0 0 0 0,0 2 0 0 0,10 18 0 0 0,-11-17-121 0 0,-1-1-1 0 0,-1 1 1 0 0,0 1-1 0 0,-1-1 1 0 0,0 1-1 0 0,-1-1 1 0 0,-1 1-1 0 0,0 0 1 0 0,0 22-1 0 0,-3-18-294 0 0,-1 0-1 0 0,0 0 0 0 0,-1 0 0 0 0,-1 0 0 0 0,0-1 0 0 0,-2 1 0 0 0,-7 16 0 0 0,-27 53-675 0 0,33-74 1162 0 0,0 0-1 0 0,-1-1 0 0 0,-1 0 1 0 0,-16 17-1 0 0,14-19-1182 0 0,1-5-5454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7.991"/>
    </inkml:context>
    <inkml:brush xml:id="br0">
      <inkml:brushProperty name="width" value="0.035" units="cm"/>
      <inkml:brushProperty name="height" value="0.035" units="cm"/>
      <inkml:brushProperty name="color" value="#E71224"/>
    </inkml:brush>
  </inkml:definitions>
  <inkml:trace contextRef="#ctx0" brushRef="#br0">0 0 18436 0 0,'1'2'213'0'0,"0"0"0"0"0,1 0 0 0 0,-1-1 1 0 0,0 1-1 0 0,1-1 0 0 0,-1 0 0 0 0,1 1 0 0 0,2 1 0 0 0,1 1-139 0 0,14 17 5 0 0,-1 0 0 0 0,30 44 0 0 0,19 53-84 0 0,99 243-645 0 0,-128-270 260 0 0,31 78-2436 0 0,-48-125 1779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8.284"/>
    </inkml:context>
    <inkml:brush xml:id="br0">
      <inkml:brushProperty name="width" value="0.035" units="cm"/>
      <inkml:brushProperty name="height" value="0.035" units="cm"/>
      <inkml:brushProperty name="color" value="#E71224"/>
    </inkml:brush>
  </inkml:definitions>
  <inkml:trace contextRef="#ctx0" brushRef="#br0">71 241 9674 0 0,'-66'-8'9177'0'0,"62"10"-6153"0"0,4-2-3008 0 0,0 1 0 0 0,0-1-1 0 0,0 0 1 0 0,0 0 0 0 0,0 0 0 0 0,0 1 0 0 0,0-1-1 0 0,0 0 1 0 0,0 0 0 0 0,0 0 0 0 0,0 0 0 0 0,0 1-1 0 0,0-1 1 0 0,0 0 0 0 0,0 0 0 0 0,0 0 0 0 0,0 1 0 0 0,0-1-1 0 0,0 0 1 0 0,0 0 0 0 0,0 0 0 0 0,0 0 0 0 0,0 1-1 0 0,0-1 1 0 0,0 0 0 0 0,1 0 0 0 0,-1 0 0 0 0,0 0-1 0 0,0 0 1 0 0,0 1 0 0 0,0-1 0 0 0,0 0 0 0 0,1 0-1 0 0,-1 0 1 0 0,0 0 0 0 0,0 0 0 0 0,0 0 0 0 0,0 0 0 0 0,1 0-1 0 0,-1 0 1 0 0,0 1 0 0 0,0-1 0 0 0,0 0 0 0 0,1 0-1 0 0,-1 0 1 0 0,0 0 0 0 0,0 0 0 0 0,0 0 0 0 0,0 0-1 0 0,1 0 1 0 0,-1 0 0 0 0,0-1 0 0 0,10 3-49 0 0,0-1-1 0 0,0 0 1 0 0,0-1 0 0 0,0 0-1 0 0,0-1 1 0 0,0 0 0 0 0,17-4-1 0 0,-3-2-699 0 0,46-17-1 0 0,-16-1-1768 0 0,75-48-1 0 0,-126 71 2314 0 0,2-1 23 0 0,0 0 0 0 0,1 0 0 0 0,-1 0 0 0 0,11-3 0 0 0,-15 6 277 0 0,0 0 1 0 0,0-1 0 0 0,0 1 0 0 0,1 0 0 0 0,-1 0-1 0 0,0 0 1 0 0,0 0 0 0 0,0 0 0 0 0,0 0-1 0 0,0 0 1 0 0,1 0 0 0 0,-1 0 0 0 0,0 1 0 0 0,0-1-1 0 0,0 0 1 0 0,0 1 0 0 0,0-1 0 0 0,0 1 0 0 0,0-1-1 0 0,0 1 1 0 0,0 0 0 0 0,0-1 0 0 0,0 1 0 0 0,0 0-1 0 0,0 0 1 0 0,-1-1 0 0 0,1 1 0 0 0,0 0 0 0 0,0 0-1 0 0,-1 0 1 0 0,2 1 0 0 0,3 8 1002 0 0,-1 0 0 0 0,0 0 0 0 0,6 19 0 0 0,-24-108-1691 0 0,11 62-1426 0 0,-2-26-1 0 0,4 22-4782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8.844"/>
    </inkml:context>
    <inkml:brush xml:id="br0">
      <inkml:brushProperty name="width" value="0.035" units="cm"/>
      <inkml:brushProperty name="height" value="0.035" units="cm"/>
      <inkml:brushProperty name="color" value="#E71224"/>
    </inkml:brush>
  </inkml:definitions>
  <inkml:trace contextRef="#ctx0" brushRef="#br0">203 137 6825 0 0,'-4'-1'63'0'0,"0"1"-1"0"0,0-1 1 0 0,1 0-1 0 0,-1 1 0 0 0,-4-3 1 0 0,4 2-8 0 0,0-1 0 0 0,0 1 0 0 0,0 1 0 0 0,0-1 0 0 0,-6 0 0 0 0,6 1-56 0 0,-8 0-34 0 0,0 0 0 0 0,0 1 1 0 0,0 0-1 0 0,-16 4 1 0 0,25-4 33 0 0,-1 0 1 0 0,1 0-1 0 0,0 0 1 0 0,0 1-1 0 0,0-1 1 0 0,1 1-1 0 0,-1-1 1 0 0,0 1 0 0 0,1 0-1 0 0,-1 0 1 0 0,1 0-1 0 0,-1 1 1 0 0,1-1-1 0 0,0 1 1 0 0,0-1-1 0 0,0 1 1 0 0,0 0-1 0 0,0-1 1 0 0,1 1-1 0 0,-1 0 1 0 0,0 5 0 0 0,-1 3 380 0 0,0 0 0 0 0,1 1 0 0 0,0-1 0 0 0,1 1 0 0 0,1-1 0 0 0,1 23 0 0 0,1-13 540 0 0,2 1 0 0 0,9 36-1 0 0,-9-46-495 0 0,0-1 0 0 0,0 0 0 0 0,1 0 0 0 0,0 0 0 0 0,1-1 0 0 0,0 0 0 0 0,1 0 0 0 0,0 0 1 0 0,10 10-1 0 0,-13-17-325 0 0,-1 1 0 0 0,1-1 1 0 0,0 0-1 0 0,0 0 1 0 0,0 0-1 0 0,0-1 0 0 0,1 0 1 0 0,-1 1-1 0 0,1-1 1 0 0,0-1-1 0 0,-1 1 0 0 0,1-1 1 0 0,0 0-1 0 0,0 0 1 0 0,0 0-1 0 0,0-1 1 0 0,0 1-1 0 0,0-1 0 0 0,0 0 1 0 0,0-1-1 0 0,0 1 1 0 0,0-1-1 0 0,0 0 0 0 0,6-3 1 0 0,-3 1-139 0 0,0 0 1 0 0,0-1-1 0 0,-1 0 0 0 0,0 0 1 0 0,1-1-1 0 0,-2 0 0 0 0,1 0 1 0 0,0-1-1 0 0,-1 0 0 0 0,0 0 1 0 0,-1 0-1 0 0,1-1 0 0 0,-1 0 1 0 0,-1 0-1 0 0,6-10 0 0 0,-1-1-131 0 0,0 0-1 0 0,-2-1 1 0 0,0 0-1 0 0,-2 0 1 0 0,6-27-1 0 0,-9 29-100 0 0,0 0 0 0 0,-1 1 0 0 0,0-1 0 0 0,-1 0-1 0 0,-1 0 1 0 0,-6-27 0 0 0,5 33 313 0 0,0 1 0 0 0,-1 0 0 0 0,-1 0 0 0 0,1 0 0 0 0,-2 1 0 0 0,1-1 0 0 0,-1 1 0 0 0,-1 0 0 0 0,1 0 0 0 0,-2 1 0 0 0,-12-14 1 0 0,17 19 58 0 0,0 1 0 0 0,-1 0 0 0 0,1 0 0 0 0,-1 1 0 0 0,1-1 1 0 0,-1 0-1 0 0,0 1 0 0 0,0-1 0 0 0,1 1 0 0 0,-1 0 1 0 0,0 0-1 0 0,0 0 0 0 0,0 0 0 0 0,-1 1 0 0 0,1-1 1 0 0,0 1-1 0 0,0 0 0 0 0,-4 0 0 0 0,4 1-36 0 0,0-1 0 0 0,0 1 0 0 0,1 0 1 0 0,-1 0-1 0 0,0 0 0 0 0,1 1 0 0 0,-1-1 0 0 0,1 1 0 0 0,-1-1 0 0 0,1 1 0 0 0,0 0 1 0 0,-1 0-1 0 0,1 0 0 0 0,0 0 0 0 0,1 0 0 0 0,-1 0 0 0 0,0 0 0 0 0,0 1 0 0 0,1-1 0 0 0,-2 4 1 0 0,-2 5-55 0 0,0 0 0 0 0,1 0 0 0 0,0 0 1 0 0,1 1-1 0 0,0-1 0 0 0,-1 20 1 0 0,1-2-329 0 0,3 45 1 0 0,1-52 276 0 0,1 0 1 0 0,1-1-1 0 0,0 1 0 0 0,10 29 1 0 0,-11-44 40 0 0,1 0 1 0 0,-1 0-1 0 0,1-1 1 0 0,0 1-1 0 0,1-1 1 0 0,-1 0-1 0 0,1 0 0 0 0,1 0 1 0 0,-1 0-1 0 0,1-1 1 0 0,0 1-1 0 0,0-1 1 0 0,1 0-1 0 0,-1-1 1 0 0,1 0-1 0 0,0 1 1 0 0,7 2-1 0 0,-8-5-127 0 0,1 0-1 0 0,-1-1 1 0 0,0 1-1 0 0,1-1 1 0 0,-1-1-1 0 0,1 1 1 0 0,-1-1-1 0 0,1 0 1 0 0,0 0-1 0 0,-1 0 1 0 0,1-1-1 0 0,-1 0 1 0 0,6-2-1 0 0,22-7-6080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29.091"/>
    </inkml:context>
    <inkml:brush xml:id="br0">
      <inkml:brushProperty name="width" value="0.035" units="cm"/>
      <inkml:brushProperty name="height" value="0.035" units="cm"/>
      <inkml:brushProperty name="color" value="#E71224"/>
    </inkml:brush>
  </inkml:definitions>
  <inkml:trace contextRef="#ctx0" brushRef="#br0">7 1 16588 0 0,'0'0'47'0'0,"0"0"1"0"0,0 0-1 0 0,-1 0 0 0 0,1 0 1 0 0,0 0-1 0 0,0 0 1 0 0,-1 0-1 0 0,1 0 1 0 0,0 0-1 0 0,0 0 1 0 0,-1 0-1 0 0,1 0 1 0 0,0 1-1 0 0,0-1 1 0 0,-1 0-1 0 0,1 0 1 0 0,0 0-1 0 0,0 0 1 0 0,0 1-1 0 0,-1-1 1 0 0,1 0-1 0 0,0 0 1 0 0,0 0-1 0 0,0 1 1 0 0,0-1-1 0 0,0 0 0 0 0,-1 0 1 0 0,1 1-1 0 0,0-1 1 0 0,0 0-1 0 0,0 0 1 0 0,0 1-1 0 0,0-1 1 0 0,0 0-1 0 0,0 0 1 0 0,0 1-1 0 0,0-1 1 0 0,0 0-1 0 0,0 0 1 0 0,0 1-1 0 0,0-1 1 0 0,0 0-1 0 0,0 1 1 0 0,0-1-1 0 0,0 0 1 0 0,0 0-1 0 0,0 1 1 0 0,1-1-1 0 0,-1 0 0 0 0,0 0 1 0 0,0 0-1 0 0,0 1 1 0 0,0-1-1 0 0,1 0 1 0 0,-1 0-1 0 0,0 1 1 0 0,14 19 1915 0 0,-8-10-1342 0 0,126 259-279 0 0,-37-65-424 0 0,-59-138-575 0 0,67 95 0 0 0,-79-129-228 0 0,2-1 0 0 0,1-1 0 0 0,1-1 0 0 0,50 39 1 0 0,-28-32-5186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3:49.631"/>
    </inkml:context>
    <inkml:brush xml:id="br0">
      <inkml:brushProperty name="width" value="0.035" units="cm"/>
      <inkml:brushProperty name="height" value="0.035" units="cm"/>
      <inkml:brushProperty name="color" value="#E71224"/>
    </inkml:brush>
  </inkml:definitions>
  <inkml:trace contextRef="#ctx0" brushRef="#br0">87 357 6449 0 0,'-6'1'447'0'0,"0"0"0"0"0,0 0 0 0 0,0-1 0 0 0,-1 0 0 0 0,1-1 0 0 0,0 1 0 0 0,0-1 0 0 0,0 0 0 0 0,0-1 0 0 0,0 0 0 0 0,0 0 0 0 0,-7-3 0 0 0,19 7-114 0 0,0-1-1 0 0,0 0 1 0 0,0 0 0 0 0,1-1 0 0 0,-1 1-1 0 0,11-2 1 0 0,-3 0-46 0 0,1 0-1 0 0,25-6 1 0 0,-9-2 279 0 0,0-2 1 0 0,-1-1 0 0 0,46-26 0 0 0,80-59 1888 0 0,-153 95-2412 0 0,182-125-419 0 0,-121 81-6651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1.165"/>
    </inkml:context>
    <inkml:brush xml:id="br0">
      <inkml:brushProperty name="width" value="0.035" units="cm"/>
      <inkml:brushProperty name="height" value="0.035" units="cm"/>
      <inkml:brushProperty name="color" value="#E71224"/>
    </inkml:brush>
  </inkml:definitions>
  <inkml:trace contextRef="#ctx0" brushRef="#br0">13 33 14747 0 0,'-3'-6'628'0'0,"2"4"-514"0"0,-1 0 0 0 0,1-1-1 0 0,0 1 1 0 0,0-1 0 0 0,0 1 0 0 0,0-1 0 0 0,0 0 0 0 0,0-4 0 0 0,14 31 2151 0 0,98 329-1867 0 0,-104-326-385 0 0,155 648-13 0 0,-154-641 0 0 0,40 222-8 0 0,-1-7 111 0 0,-45-241-82 0 0,17 63 140 0 0,-17-64-119 0 0,1 0 1 0 0,0 0 0 0 0,0-1-1 0 0,0 1 1 0 0,1-1-1 0 0,0 1 1 0 0,8 8 0 0 0,-11-14-39 0 0,0 0 1 0 0,0 1-1 0 0,1-1 1 0 0,-1 0-1 0 0,1 0 1 0 0,-1 0-1 0 0,1 0 1 0 0,-1 0-1 0 0,1 0 1 0 0,-1-1 0 0 0,1 1-1 0 0,0 0 1 0 0,-1-1-1 0 0,1 1 1 0 0,0-1-1 0 0,0 0 1 0 0,0 1-1 0 0,-1-1 1 0 0,1 0-1 0 0,0 0 1 0 0,2 0 0 0 0,8-5-219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1.391"/>
    </inkml:context>
    <inkml:brush xml:id="br0">
      <inkml:brushProperty name="width" value="0.035" units="cm"/>
      <inkml:brushProperty name="height" value="0.035" units="cm"/>
      <inkml:brushProperty name="color" value="#E71224"/>
    </inkml:brush>
  </inkml:definitions>
  <inkml:trace contextRef="#ctx0" brushRef="#br0">55 306 20508 0 0,'-3'-1'141'0'0,"0"1"-1"0"0,0-1 1 0 0,-1 1 0 0 0,1 0-1 0 0,0 0 1 0 0,0 1-1 0 0,0-1 1 0 0,0 1-1 0 0,0-1 1 0 0,0 1-1 0 0,0 0 1 0 0,0 0-1 0 0,1 0 1 0 0,-1 0-1 0 0,-4 3 1 0 0,7-3-142 0 0,-1-1 0 0 0,1 0 0 0 0,0 0 1 0 0,0 0-1 0 0,0 0 0 0 0,0 0 0 0 0,0 0 0 0 0,0 0 1 0 0,0 0-1 0 0,0 0 0 0 0,-1 1 0 0 0,1-1 0 0 0,0 0 0 0 0,0 0 1 0 0,0 0-1 0 0,0 0 0 0 0,0 0 0 0 0,0 0 0 0 0,0 1 1 0 0,0-1-1 0 0,0 0 0 0 0,0 0 0 0 0,0 0 0 0 0,0 0 1 0 0,0 0-1 0 0,0 1 0 0 0,0-1 0 0 0,0 0 0 0 0,0 0 0 0 0,0 0 1 0 0,0 0-1 0 0,0 0 0 0 0,0 1 0 0 0,0-1 0 0 0,0 0 1 0 0,0 0-1 0 0,0 0 0 0 0,0 0 0 0 0,0 0 0 0 0,1 0 0 0 0,-1 0 1 0 0,0 1-1 0 0,0-1 0 0 0,0 0 0 0 0,0 0 0 0 0,9 3-96 0 0,11-3-195 0 0,1-4-234 0 0,1 0 1 0 0,-1-1-1 0 0,0-1 1 0 0,25-12-1 0 0,79-41-342 0 0,-124 59 862 0 0,163-89-199 0 0,-131 68-606 0 0,0-1-1 0 0,51-47 1 0 0,-58 43-5056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1.705"/>
    </inkml:context>
    <inkml:brush xml:id="br0">
      <inkml:brushProperty name="width" value="0.035" units="cm"/>
      <inkml:brushProperty name="height" value="0.035" units="cm"/>
      <inkml:brushProperty name="color" value="#E71224"/>
    </inkml:brush>
  </inkml:definitions>
  <inkml:trace contextRef="#ctx0" brushRef="#br0">8 33 17508 0 0,'-1'-3'233'0'0,"0"0"5"0"0,0 0 0 0 0,0 0 0 0 0,0 0 0 0 0,0 0 0 0 0,0-5 0 0 0,1 8-223 0 0,0 0 0 0 0,0-1 0 0 0,0 1 0 0 0,0 0 0 0 0,0 0 0 0 0,0-1 0 0 0,0 1 0 0 0,0 0 0 0 0,0 0 0 0 0,0-1 0 0 0,0 1 0 0 0,0 0 0 0 0,1 0 0 0 0,-1-1 0 0 0,0 1 0 0 0,0 0 0 0 0,0 0-1 0 0,0 0 1 0 0,1-1 0 0 0,-1 1 0 0 0,0 0 0 0 0,0 0 0 0 0,0 0 0 0 0,1 0 0 0 0,-1-1 0 0 0,0 1 0 0 0,0 0 0 0 0,1 0 0 0 0,0 0-3 0 0,0 0-1 0 0,0 0 1 0 0,-1 0-1 0 0,1 0 1 0 0,0 0-1 0 0,0 0 1 0 0,0 0-1 0 0,0 0 1 0 0,0 1-1 0 0,0-1 1 0 0,0 0-1 0 0,-1 1 1 0 0,2 0-1 0 0,1 0-3 0 0,0 1 1 0 0,-1 0-1 0 0,1 0 0 0 0,-1 0 0 0 0,1 0 0 0 0,-1 1 1 0 0,0-1-1 0 0,0 1 0 0 0,0 0 0 0 0,0-1 0 0 0,0 1 1 0 0,0 0-1 0 0,-1 0 0 0 0,2 4 0 0 0,3 8-18 0 0,6 25 0 0 0,-8-27 19 0 0,32 103 364 0 0,69 151 0 0 0,54 174 834 0 0,1 2-183 0 0,-106-336-2700 0 0,-47-96 1055 0 0,0 0 0 0 0,1 0 0 0 0,0-1 0 0 0,0-1 0 0 0,1 1 0 0 0,1-1 0 0 0,12 9 0 0 0,-3-5-6354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1.887"/>
    </inkml:context>
    <inkml:brush xml:id="br0">
      <inkml:brushProperty name="width" value="0.035" units="cm"/>
      <inkml:brushProperty name="height" value="0.035" units="cm"/>
      <inkml:brushProperty name="color" value="#E71224"/>
    </inkml:brush>
  </inkml:definitions>
  <inkml:trace contextRef="#ctx0" brushRef="#br0">349 324 5065 0 0,'-14'-36'2277'0'0,"-1"2"1"0"0,-34-57-1 0 0,37 72-1250 0 0,-2 1 0 0 0,-26-30-1 0 0,28 37-1813 0 0,1 1-1 0 0,-20-14 1 0 0,25 20 466 0 0,-1 0 0 0 0,0 0-1 0 0,-1 0 1 0 0,1 1 0 0 0,-1 0 0 0 0,0 0 0 0 0,1 1 0 0 0,-1 0 0 0 0,-13-1 0 0 0,19 2 262 0 0,-1 1-1 0 0,1 0 1 0 0,0 0 0 0 0,-1 0 0 0 0,1 0 0 0 0,-1 1 0 0 0,1-1-1 0 0,0 1 1 0 0,-1-1 0 0 0,1 1 0 0 0,0 0 0 0 0,0 0 0 0 0,0 0-1 0 0,-1 0 1 0 0,1 0 0 0 0,0 0 0 0 0,0 1 0 0 0,0-1-1 0 0,1 1 1 0 0,-1-1 0 0 0,0 1 0 0 0,1 0 0 0 0,-1-1 0 0 0,1 1-1 0 0,-1 0 1 0 0,1 0 0 0 0,0 0 0 0 0,0 0 0 0 0,0 1 0 0 0,0-1-1 0 0,0 0 1 0 0,0 0 0 0 0,0 1 0 0 0,1-1 0 0 0,-1 5 0 0 0,0 9 59 0 0,3 3 0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2.108"/>
    </inkml:context>
    <inkml:brush xml:id="br0">
      <inkml:brushProperty name="width" value="0.035" units="cm"/>
      <inkml:brushProperty name="height" value="0.035" units="cm"/>
      <inkml:brushProperty name="color" value="#E71224"/>
    </inkml:brush>
  </inkml:definitions>
  <inkml:trace contextRef="#ctx0" brushRef="#br0">7 14 21197 0 0,'-6'-12'1382'0'0,"6"10"-739"0"0,5 8-372 0 0,-3-3-296 0 0,0 1 0 0 0,1 0 1 0 0,-1 0-1 0 0,0 0 0 0 0,-1 0 0 0 0,1 0 0 0 0,-1 1 1 0 0,0-1-1 0 0,1 5 0 0 0,3 43-395 0 0,-4-34 320 0 0,2 40-1009 0 0,5 52-3433 0 0,-5-87 3913 0 0,0-1 0 0 0,13 40 0 0 0,-3-32 613 0 0,2-7 16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2.619"/>
    </inkml:context>
    <inkml:brush xml:id="br0">
      <inkml:brushProperty name="width" value="0.035" units="cm"/>
      <inkml:brushProperty name="height" value="0.035" units="cm"/>
      <inkml:brushProperty name="color" value="#E71224"/>
    </inkml:brush>
  </inkml:definitions>
  <inkml:trace contextRef="#ctx0" brushRef="#br0">342 142 7834 0 0,'1'-3'172'0'0,"0"-1"-100"0"0,0 0-1 0 0,0 0 1 0 0,0 0-1 0 0,0 0 1 0 0,0-4-1 0 0,-1 7 14 0 0,0 0-1 0 0,0-1 1 0 0,0 1-1 0 0,0 0 1 0 0,-1 0-1 0 0,1-1 1 0 0,0 1-1 0 0,-1 0 1 0 0,1 0-1 0 0,-1 0 1 0 0,1 0-1 0 0,-1 0 1 0 0,1 0-1 0 0,-1 0 1 0 0,0 0-1 0 0,0 0 1 0 0,1 0-1 0 0,-1 0 1 0 0,0 0-1 0 0,0 0 1 0 0,-2-1-1 0 0,-9-6 700 0 0,-1 0 0 0 0,-1 1 0 0 0,1 1 0 0 0,-1 0 0 0 0,-20-6 0 0 0,20 8-576 0 0,-1 1 0 0 0,1 0 0 0 0,-1 1 0 0 0,0 0 0 0 0,0 1 0 0 0,1 1-1 0 0,-1 1 1 0 0,0 0 0 0 0,-21 4 0 0 0,33-4-158 0 0,0 0-1 0 0,0 0 1 0 0,0 0 0 0 0,1 0 0 0 0,-1 0-1 0 0,0 1 1 0 0,0-1 0 0 0,1 1-1 0 0,-1 0 1 0 0,1 0 0 0 0,-1 0-1 0 0,1 0 1 0 0,0 1 0 0 0,-3 2 0 0 0,2 0-21 0 0,0-1 1 0 0,1 1-1 0 0,-1-1 1 0 0,1 1-1 0 0,0 0 1 0 0,0 0-1 0 0,1 0 1 0 0,-2 6 0 0 0,1 3-4 0 0,1 0 0 0 0,0 0 1 0 0,1 0-1 0 0,0 0 0 0 0,4 24 1 0 0,0-16 152 0 0,1 0 0 0 0,1 0 1 0 0,1 0-1 0 0,1-1 1 0 0,1 1-1 0 0,0-2 1 0 0,2 0-1 0 0,0 0 0 0 0,2-1 1 0 0,16 21-1 0 0,-24-35-97 0 0,-1 0 0 0 0,1 0 0 0 0,0 0-1 0 0,1-1 1 0 0,-1 0 0 0 0,1 0 0 0 0,0 0-1 0 0,-1-1 1 0 0,2 0 0 0 0,9 4 0 0 0,-12-6-50 0 0,1 0 1 0 0,-1 0 0 0 0,0 0-1 0 0,0-1 1 0 0,0 1 0 0 0,1-1-1 0 0,-1 0 1 0 0,0-1 0 0 0,0 1 0 0 0,0-1-1 0 0,1 0 1 0 0,-1 0 0 0 0,0 0-1 0 0,0 0 1 0 0,0-1 0 0 0,0 1-1 0 0,-1-1 1 0 0,5-3 0 0 0,1-1 14 0 0,-1 0 1 0 0,1-1 0 0 0,-2 0 0 0 0,1-1 0 0 0,-1 0-1 0 0,0 0 1 0 0,0 0 0 0 0,-1-1 0 0 0,6-11-1 0 0,2-5 33 0 0,-2 0 0 0 0,12-36 0 0 0,-12 26-51 0 0,-2-1 0 0 0,6-42 0 0 0,-12 53 58 0 0,-1 0 0 0 0,-2 0 1 0 0,0 0-1 0 0,-4-29 0 0 0,3 54-75 0 0,0 0-1 0 0,0 0 1 0 0,0 0 0 0 0,0 0 0 0 0,0 0-1 0 0,0 0 1 0 0,0 0 0 0 0,1 0 0 0 0,-1 0-1 0 0,0 0 1 0 0,0 0 0 0 0,0 0 0 0 0,0 0-1 0 0,0 0 1 0 0,0 0 0 0 0,0 0 0 0 0,0 0-1 0 0,0 0 1 0 0,0 0 0 0 0,0 0 0 0 0,1 0-1 0 0,-1 0 1 0 0,0 0 0 0 0,0 0 0 0 0,0 0 0 0 0,0 0-1 0 0,0 0 1 0 0,0 0 0 0 0,0 0 0 0 0,0 0-1 0 0,0 0 1 0 0,0 0 0 0 0,0 0 0 0 0,0 0-1 0 0,0 0 1 0 0,0 0 0 0 0,0-1 0 0 0,0 1-1 0 0,0 0 1 0 0,1 0 0 0 0,-1 0 0 0 0,0 0-1 0 0,0 0 1 0 0,0 0 0 0 0,0 0 0 0 0,0 0-1 0 0,8 13 186 0 0,8 21-89 0 0,8 19-130 0 0,2-2-1 0 0,2 0 1 0 0,49 63-1 0 0,-16-35-246 0 0,79 79 0 0 0,-72-89-154 0 0,44 47-356 0 0,-89-89 720 0 0,-1 1 0 0 0,28 46 0 0 0,-43-61 161 0 0,-1-1 0 0 0,0 1-1 0 0,0 0 1 0 0,-2 0 0 0 0,1 1-1 0 0,-2-1 1 0 0,0 1 0 0 0,-1 0-1 0 0,0 0 1 0 0,-1 0 0 0 0,0 0-1 0 0,-1 0 1 0 0,-3 16 0 0 0,1-17-54 0 0,0-1 0 0 0,-1 1 1 0 0,-1-1-1 0 0,0 0 1 0 0,-1 0-1 0 0,0 0 1 0 0,0-1-1 0 0,-2 0 1 0 0,1 0-1 0 0,-1 0 0 0 0,-1-1 1 0 0,0 0-1 0 0,-1 0 1 0 0,-14 13-1 0 0,0-4-20 0 0,0-1 1 0 0,-2-1-1 0 0,0-1 0 0 0,0-1 0 0 0,-1-1 0 0 0,-1-2 1 0 0,0 0-1 0 0,-1-2 0 0 0,-34 8 0 0 0,42-14-241 0 0,-1 0 0 0 0,1-2-1 0 0,-1 0 1 0 0,0-2-1 0 0,-38-2 1 0 0,43-1-486 0 0,0 0 0 0 0,0 0 0 0 0,1-1-1 0 0,0-1 1 0 0,0-1 0 0 0,0 0 0 0 0,0-1-1 0 0,-16-11 1 0 0,-1-4-6469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3.092"/>
    </inkml:context>
    <inkml:brush xml:id="br0">
      <inkml:brushProperty name="width" value="0.035" units="cm"/>
      <inkml:brushProperty name="height" value="0.035" units="cm"/>
      <inkml:brushProperty name="color" value="#E71224"/>
    </inkml:brush>
  </inkml:definitions>
  <inkml:trace contextRef="#ctx0" brushRef="#br0">19 37 16131 0 0,'-19'-37'1745'0'0,"22"45"-1704"0"0,-1 0 1 0 0,-1 1-1 0 0,1-1 0 0 0,-1 0 1 0 0,-1 16-1 0 0,2 8-8 0 0,39 204-242 0 0,17-2 468 0 0,5 26 963 0 0,-8 25 138 0 0,-25-120-344 0 0,-26-143-832 0 0,9 40 331 0 0,-11-54-400 0 0,1 0-1 0 0,-1 0 1 0 0,1-1 0 0 0,1 1 0 0 0,5 8 0 0 0,-9-15-109 0 0,0-1 0 0 0,0 0 1 0 0,0 0-1 0 0,1 1 0 0 0,-1-1 0 0 0,0 0 0 0 0,0 1 1 0 0,0-1-1 0 0,1 0 0 0 0,-1 0 0 0 0,0 1 0 0 0,0-1 1 0 0,1 0-1 0 0,-1 0 0 0 0,0 1 0 0 0,1-1 0 0 0,-1 0 1 0 0,0 0-1 0 0,0 0 0 0 0,1 0 0 0 0,-1 0 0 0 0,0 1 1 0 0,1-1-1 0 0,-1 0 0 0 0,0 0 0 0 0,1 0 0 0 0,-1 0 1 0 0,1 0-1 0 0,-1 0 0 0 0,0 0 0 0 0,1 0 0 0 0,-1 0 1 0 0,0 0-1 0 0,1 0 0 0 0,-1 0 0 0 0,1-1 0 0 0,0 0-1 0 0,0 1-1 0 0,-1-1 1 0 0,1 0-1 0 0,0 0 1 0 0,0 0 0 0 0,-1 0-1 0 0,1 0 1 0 0,0 0-1 0 0,-1 0 1 0 0,1 0-1 0 0,0-1 1 0 0,8-32-79 0 0,-9 34 73 0 0,18-93-758 0 0,6-33-1197 0 0,-18 103 1475 0 0,2 0-1 0 0,0 1 1 0 0,15-31-1 0 0,-11 30 212 0 0,21-28-1 0 0,-29 45 410 0 0,0 0-1 0 0,1 0 1 0 0,0 0-1 0 0,1 1 0 0 0,-1 0 1 0 0,1 0-1 0 0,0 1 0 0 0,0-1 1 0 0,10-5-1 0 0,-13 9-31 0 0,0 0-1 0 0,0 0 1 0 0,0 0 0 0 0,0 1-1 0 0,0-1 1 0 0,1 1 0 0 0,-1-1-1 0 0,0 1 1 0 0,0 0 0 0 0,0 0-1 0 0,0 1 1 0 0,0-1 0 0 0,0 1-1 0 0,1-1 1 0 0,-1 1-1 0 0,0 0 1 0 0,-1 0 0 0 0,1 1-1 0 0,0-1 1 0 0,0 0 0 0 0,0 1-1 0 0,-1 0 1 0 0,1-1 0 0 0,4 5-1 0 0,3 4 67 0 0,0 0-1 0 0,0 1 1 0 0,-1 0-1 0 0,9 14 1 0 0,-11-16-176 0 0,21 31 71 0 0,1 2-203 0 0,54 59 1 0 0,-73-90 105 0 0,1-1 0 0 0,0-1 1 0 0,0 1-1 0 0,1-2 0 0 0,0 1 0 0 0,0-2 1 0 0,1 0-1 0 0,0 0 0 0 0,0-1 1 0 0,17 5-1 0 0,-21-9-54 0 0,0 0 0 0 0,0 0 0 0 0,0-1 0 0 0,12 0 0 0 0,-4-2-358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3.361"/>
    </inkml:context>
    <inkml:brush xml:id="br0">
      <inkml:brushProperty name="width" value="0.035" units="cm"/>
      <inkml:brushProperty name="height" value="0.035" units="cm"/>
      <inkml:brushProperty name="color" value="#E71224"/>
    </inkml:brush>
  </inkml:definitions>
  <inkml:trace contextRef="#ctx0" brushRef="#br0">2 0 18892 0 0,'0'1'112'0'0,"-1"-1"-1"0"0,1 1 1 0 0,0 0 0 0 0,0 0-1 0 0,0-1 1 0 0,0 1 0 0 0,0 0 0 0 0,0 0-1 0 0,0-1 1 0 0,0 1 0 0 0,0 0-1 0 0,0 0 1 0 0,0-1 0 0 0,1 1-1 0 0,-1 0 1 0 0,0-1 0 0 0,0 1-1 0 0,1 0 1 0 0,-1-1 0 0 0,0 1-1 0 0,2 1 1 0 0,12 28-177 0 0,-6-13-9 0 0,-2-3-47 0 0,134 273-2057 0 0,-83-192 1850 0 0,111 207 366 0 0,-109-171 149 0 0,43 88-512 0 0,-87-193-1133 0 0,0-6-4685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3.561"/>
    </inkml:context>
    <inkml:brush xml:id="br0">
      <inkml:brushProperty name="width" value="0.035" units="cm"/>
      <inkml:brushProperty name="height" value="0.035" units="cm"/>
      <inkml:brushProperty name="color" value="#E71224"/>
    </inkml:brush>
  </inkml:definitions>
  <inkml:trace contextRef="#ctx0" brushRef="#br0">57 7 22117 0 0,'-14'-5'984'0'0,"6"4"200"0"0,3 1-952 0 0,4 0-232 0 0,1 1-408 0 0,-2 2 152 0 0,0 1-8 0 0,-1 2-920 0 0,-2 3-177 0 0,-1-1-39 0 0,-4-3-8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3.734"/>
    </inkml:context>
    <inkml:brush xml:id="br0">
      <inkml:brushProperty name="width" value="0.035" units="cm"/>
      <inkml:brushProperty name="height" value="0.035" units="cm"/>
      <inkml:brushProperty name="color" value="#E71224"/>
    </inkml:brush>
  </inkml:definitions>
  <inkml:trace contextRef="#ctx0" brushRef="#br0">0 0 20276 0 0,'5'23'897'0'0,"0"-5"191"0"0,3 3-872 0 0,0-6-216 0 0,-1-5 0 0 0,-2-2 0 0 0,2 2 0 0 0,4 8-96 0 0,7 10 0 0 0,3 9 8 0 0,4 3-488 0 0,-4-2-105 0 0,-1-4-23 0 0,-5-8 0 0 0,-2-1 544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4.260"/>
    </inkml:context>
    <inkml:brush xml:id="br0">
      <inkml:brushProperty name="width" value="0.035" units="cm"/>
      <inkml:brushProperty name="height" value="0.035" units="cm"/>
      <inkml:brushProperty name="color" value="#E71224"/>
    </inkml:brush>
  </inkml:definitions>
  <inkml:trace contextRef="#ctx0" brushRef="#br0">310 20 19356 0 0,'-9'-2'175'0'0,"1"0"0"0"0,-1 0 0 0 0,0 1 0 0 0,0 0 0 0 0,1 1 0 0 0,-1-1 0 0 0,0 2 0 0 0,-13 1 0 0 0,5 1-529 0 0,1 1 1 0 0,-1 0-1 0 0,-21 9 0 0 0,29-9 181 0 0,0 0 0 0 0,0 1 0 0 0,1 0 0 0 0,0 0 1 0 0,0 0-1 0 0,0 1 0 0 0,0 1 0 0 0,1-1 0 0 0,0 1 0 0 0,1 0 0 0 0,-1 1 0 0 0,-6 9 0 0 0,10-11 117 0 0,0-1 0 0 0,1 0 0 0 0,-1 1 0 0 0,1-1 0 0 0,0 1 1 0 0,0 0-1 0 0,0 0 0 0 0,1 0 0 0 0,0 0 0 0 0,0 0 0 0 0,1 0 0 0 0,0 0 0 0 0,0 0 0 0 0,0 0 0 0 0,0 0 1 0 0,1 0-1 0 0,0 0 0 0 0,1 0 0 0 0,-1-1 0 0 0,1 1 0 0 0,3 6 0 0 0,-3-6 50 0 0,1 0-1 0 0,0-1 1 0 0,0 1 0 0 0,1 0 0 0 0,0-1-1 0 0,0 0 1 0 0,0 0 0 0 0,0 0-1 0 0,1 0 1 0 0,0-1 0 0 0,0 0-1 0 0,0 0 1 0 0,0 0 0 0 0,1 0 0 0 0,0-1-1 0 0,0 0 1 0 0,-1 0 0 0 0,2-1-1 0 0,-1 0 1 0 0,0 0 0 0 0,0 0-1 0 0,1-1 1 0 0,-1 1 0 0 0,1-2-1 0 0,-1 1 1 0 0,1-1 0 0 0,-1 0 0 0 0,1 0-1 0 0,-1-1 1 0 0,1 0 0 0 0,-1 0-1 0 0,12-3 1 0 0,-6-1 193 0 0,0-1-1 0 0,0 0 1 0 0,0 0-1 0 0,-1-1 1 0 0,0-1-1 0 0,-1 1 1 0 0,0-2-1 0 0,0 0 1 0 0,-1 0-1 0 0,0 0 1 0 0,12-17-1 0 0,-11 12 176 0 0,-1 1 0 0 0,-1-1 0 0 0,0 0-1 0 0,-1-1 1 0 0,-1 0 0 0 0,0 0 0 0 0,-1-1 0 0 0,6-31 0 0 0,-10 39-86 0 0,0-1 0 0 0,0-14 0 0 0,-1 22-227 0 0,0-1 1 0 0,0 0-1 0 0,0 0 1 0 0,0 1-1 0 0,-1-1 1 0 0,1 0 0 0 0,-1 1-1 0 0,1-1 1 0 0,-1 1-1 0 0,1-1 1 0 0,-1 1-1 0 0,0-1 1 0 0,1 1-1 0 0,-1-1 1 0 0,0 1-1 0 0,0-1 1 0 0,0 1-1 0 0,0 0 1 0 0,-1 0-1 0 0,-1-3 1 0 0,2 4-36 0 0,1 0 0 0 0,-1 0-1 0 0,1-1 1 0 0,-1 1 0 0 0,0 0 0 0 0,1 0 0 0 0,-1 0 0 0 0,1 0-1 0 0,-1 0 1 0 0,1 0 0 0 0,-1 0 0 0 0,0 0 0 0 0,1 0 0 0 0,-1 0-1 0 0,1 0 1 0 0,-1 0 0 0 0,1 0 0 0 0,-1 1 0 0 0,1-1 0 0 0,-1 0-1 0 0,0 0 1 0 0,1 1 0 0 0,-1-1 0 0 0,0 1 0 0 0,-11 14 75 0 0,9-9-111 0 0,1 0 0 0 0,-1 0 0 0 0,-2 11 0 0 0,3-2-39 0 0,0 0 1 0 0,1 0-1 0 0,0 0 1 0 0,1 0 0 0 0,1 1-1 0 0,0-1 1 0 0,2 0-1 0 0,-1 0 1 0 0,2-1 0 0 0,6 19-1 0 0,0-4-36 0 0,1-1 1 0 0,2-1-1 0 0,1 0 0 0 0,21 30 0 0 0,-13-26 50 0 0,2 0-1 0 0,2-2 0 0 0,44 41 1 0 0,98 69 89 0 0,-57-51-24 0 0,109 94-93 0 0,-203-168 118 0 0,0 1 0 0 0,0 0 0 0 0,-2 1-1 0 0,0 1 1 0 0,14 19 0 0 0,-25-30-24 0 0,-1 0-1 0 0,1 0 1 0 0,-1 0 0 0 0,0 0 0 0 0,0 1-1 0 0,-1-1 1 0 0,1 1 0 0 0,-2-1 0 0 0,1 1 0 0 0,-1 0-1 0 0,0 0 1 0 0,0 0 0 0 0,-1 0 0 0 0,0 0-1 0 0,0 0 1 0 0,-1 0 0 0 0,0 0 0 0 0,0 0-1 0 0,0 0 1 0 0,-4 8 0 0 0,0-3-22 0 0,-1 0 0 0 0,0-1 0 0 0,-1 0-1 0 0,-1 0 1 0 0,1 0 0 0 0,-2-1 0 0 0,1 0 0 0 0,-1-1 0 0 0,-1 0 0 0 0,0-1 0 0 0,-16 12-1 0 0,-5 0-75 0 0,-2 0 0 0 0,-58 25 0 0 0,52-29 114 0 0,-1-2 0 0 0,-1-2 1 0 0,1-2-1 0 0,-2-1 0 0 0,1-2 0 0 0,-1-2 0 0 0,0-2 0 0 0,0-1 1 0 0,-1-3-1 0 0,-82-11 0 0 0,104 9-121 0 0,1-2 0 0 0,-1 0 0 0 0,1-1 1 0 0,0-1-1 0 0,1-1 0 0 0,-31-16 0 0 0,35 14-294 0 0,1 0 0 0 0,-1-1 1 0 0,2 0-1 0 0,-1-1 0 0 0,2 0 0 0 0,0-1 0 0 0,0-1 0 0 0,-12-18 0 0 0,-17-34-859 0 0,2-4 729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4.682"/>
    </inkml:context>
    <inkml:brush xml:id="br0">
      <inkml:brushProperty name="width" value="0.035" units="cm"/>
      <inkml:brushProperty name="height" value="0.035" units="cm"/>
      <inkml:brushProperty name="color" value="#E71224"/>
    </inkml:brush>
  </inkml:definitions>
  <inkml:trace contextRef="#ctx0" brushRef="#br0">1 24 13363 0 0,'0'-6'322'0'0,"4"-11"690"0"0,-4 17-999 0 0,0 0 0 0 0,1 0 0 0 0,-1 0 0 0 0,0-1 0 0 0,0 1 0 0 0,0 0 0 0 0,0 0 0 0 0,0 0 0 0 0,0 0 0 0 0,1 0 0 0 0,-1 0 0 0 0,0 0 0 0 0,0 0 0 0 0,0 0 0 0 0,0 0 0 0 0,0 0 0 0 0,0 0 0 0 0,1 0 0 0 0,-1 0 0 0 0,0 0 0 0 0,0 0 0 0 0,0 0 0 0 0,0 0 0 0 0,0 0 0 0 0,0 0 0 0 0,1 0 0 0 0,-1 1 0 0 0,0-1 0 0 0,0 0 0 0 0,0 0 0 0 0,0 0 0 0 0,0 0 0 0 0,0 0 0 0 0,0 0 0 0 0,0 0 0 0 0,0 0 0 0 0,1 0 0 0 0,-1 1 0 0 0,7 10 629 0 0,3 9 80 0 0,-1 0 0 0 0,12 40 0 0 0,4 47 210 0 0,-19-81-696 0 0,57 276 788 0 0,33 144-472 0 0,-57-278-502 0 0,20 82 235 0 0,-55-234-224 0 0,13 40 183 0 0,-15-51-100 0 0,0 0 0 0 0,0 1 0 0 0,1-1 0 0 0,0 0 0 0 0,0 0 0 0 0,0 0 0 0 0,7 6-1 0 0,-10-11-133 0 0,0 1-1 0 0,0-1 0 0 0,1 0 0 0 0,-1 0 1 0 0,0 0-1 0 0,0 0 0 0 0,1 1 0 0 0,-1-1 1 0 0,0 0-1 0 0,0 0 0 0 0,1 0 0 0 0,-1 0 0 0 0,0 0 1 0 0,0 0-1 0 0,1 0 0 0 0,-1 0 0 0 0,0 0 1 0 0,1 0-1 0 0,-1 0 0 0 0,0 0 0 0 0,0 0 1 0 0,1 0-1 0 0,-1 0 0 0 0,0 0 0 0 0,1 0 1 0 0,-1 0-1 0 0,0 0 0 0 0,0 0 0 0 0,1 0 0 0 0,-1 0 1 0 0,0 0-1 0 0,0-1 0 0 0,1 1 0 0 0,-1 0 1 0 0,0 0-1 0 0,0 0 0 0 0,1 0 0 0 0,-1-1 1 0 0,0 1-1 0 0,0 0 0 0 0,0 0 0 0 0,0-1 0 0 0,1 1 1 0 0,-1 0-1 0 0,0 0 0 0 0,0-1 0 0 0,0 1 1 0 0,7-16 132 0 0,-7 15-133 0 0,15-54-187 0 0,14-100 0 0 0,-16 76-267 0 0,-10 64 437 0 0,29-145-2405 0 0,-24 130 1893 0 0,1 0 1 0 0,2 0-1 0 0,17-33 0 0 0,-25 57 649 0 0,0 0 0 0 0,1 0 0 0 0,0 0-1 0 0,0 0 1 0 0,0 1 0 0 0,1 0 0 0 0,0 0 0 0 0,11-9-1 0 0,-14 13-32 0 0,-1 0 0 0 0,1 0 0 0 0,0 0 0 0 0,-1 0 0 0 0,1 0-1 0 0,0 0 1 0 0,0 1 0 0 0,0-1 0 0 0,0 1 0 0 0,0-1 0 0 0,0 1-1 0 0,-1 0 1 0 0,1 0 0 0 0,0 0 0 0 0,0 0 0 0 0,0 0 0 0 0,0 0-1 0 0,0 1 1 0 0,0-1 0 0 0,0 1 0 0 0,0-1 0 0 0,-1 1-1 0 0,1 0 1 0 0,0-1 0 0 0,0 1 0 0 0,-1 0 0 0 0,1 0 0 0 0,0 0-1 0 0,-1 1 1 0 0,1-1 0 0 0,-1 0 0 0 0,1 0 0 0 0,-1 1 0 0 0,0-1-1 0 0,0 1 1 0 0,2 2 0 0 0,4 5 55 0 0,-1 1-1 0 0,0 0 1 0 0,-1 0 0 0 0,6 15-1 0 0,14 46 63 0 0,-16-46-144 0 0,39 135 29 0 0,23 64-435 0 0,-59-195 257 0 0,17 34-1 0 0,-22-51-303 0 0,0-1 0 0 0,1 0 0 0 0,0 0 0 0 0,0 0 0 0 0,15 13-1 0 0,-4-8-7128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4.920"/>
    </inkml:context>
    <inkml:brush xml:id="br0">
      <inkml:brushProperty name="width" value="0.035" units="cm"/>
      <inkml:brushProperty name="height" value="0.035" units="cm"/>
      <inkml:brushProperty name="color" value="#E71224"/>
    </inkml:brush>
  </inkml:definitions>
  <inkml:trace contextRef="#ctx0" brushRef="#br0">2 1 19812 0 0,'0'2'193'0'0,"-1"1"-1"0"0,1-1 1 0 0,-1 1 0 0 0,1-1-1 0 0,0 1 1 0 0,0-1-1 0 0,0 1 1 0 0,1-1 0 0 0,-1 1-1 0 0,0-1 1 0 0,2 3 0 0 0,10 30-560 0 0,-3-12 325 0 0,86 283-1254 0 0,6 19-3730 0 0,-97-312 4623 0 0,17 48-334 0 0,30 64-1 0 0,-37-98 818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5.116"/>
    </inkml:context>
    <inkml:brush xml:id="br0">
      <inkml:brushProperty name="width" value="0.035" units="cm"/>
      <inkml:brushProperty name="height" value="0.035" units="cm"/>
      <inkml:brushProperty name="color" value="#E71224"/>
    </inkml:brush>
  </inkml:definitions>
  <inkml:trace contextRef="#ctx0" brushRef="#br0">54 364 21197 0 0,'-11'1'520'0'0,"7"-2"-323"0"0,0 2 1 0 0,-1-1-1 0 0,1 0 0 0 0,0 1 1 0 0,0 0-1 0 0,0-1 0 0 0,0 2 1 0 0,-6 1-1 0 0,11-2-187 0 0,-1 1 1 0 0,1-1-1 0 0,0 0 1 0 0,0 0-1 0 0,-1 0 1 0 0,1 0-1 0 0,0 0 1 0 0,0 0-1 0 0,0 0 0 0 0,0 0 1 0 0,1 0-1 0 0,2 1-9 0 0,-1 0 0 0 0,0 0 0 0 0,0-1 0 0 0,0 0 0 0 0,1 0 0 0 0,-1 0 0 0 0,1 0 0 0 0,-1 0 0 0 0,1 0 0 0 0,-1-1 0 0 0,1 0-1 0 0,0 0 1 0 0,4 0 0 0 0,7-1-10 0 0,26-6 0 0 0,-41 7 9 0 0,39-10-64 0 0,-1-1 0 0 0,72-31 1 0 0,68-47-223 0 0,-121 59 179 0 0,248-138-2592 0 0,-235 128-4652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5.939"/>
    </inkml:context>
    <inkml:brush xml:id="br0">
      <inkml:brushProperty name="width" value="0.035" units="cm"/>
      <inkml:brushProperty name="height" value="0.035" units="cm"/>
      <inkml:brushProperty name="color" value="#E71224"/>
    </inkml:brush>
  </inkml:definitions>
  <inkml:trace contextRef="#ctx0" brushRef="#br0">310 154 16131 0 0,'-3'-3'226'0'0,"-1"0"-1"0"0,0 0 1 0 0,0 0-1 0 0,0 1 1 0 0,0 0 0 0 0,0 0-1 0 0,-1 0 1 0 0,1 0-1 0 0,-1 1 1 0 0,1-1-1 0 0,-1 1 1 0 0,0 1-1 0 0,0-1 1 0 0,-8 0-1 0 0,4 1-137 0 0,1 0-1 0 0,-1 1 0 0 0,1 0 1 0 0,-1 0-1 0 0,1 1 1 0 0,-1 0-1 0 0,-11 5 1 0 0,10-2-115 0 0,1-1 0 0 0,-1 2 1 0 0,1 0-1 0 0,1 0 0 0 0,-1 0 0 0 0,1 1 1 0 0,0 0-1 0 0,1 1 0 0 0,-1-1 1 0 0,1 2-1 0 0,1-1 0 0 0,0 1 0 0 0,0 0 1 0 0,1 0-1 0 0,0 0 0 0 0,0 1 1 0 0,1 0-1 0 0,-3 12 0 0 0,2-5 33 0 0,0 1 0 0 0,2 1 0 0 0,0-1 0 0 0,1 0 0 0 0,1 1 0 0 0,1 0 0 0 0,0-1 0 0 0,1 1 0 0 0,6 28 0 0 0,-2-28 203 0 0,0 0 0 0 0,1 0 0 0 0,1 0 0 0 0,0-1 0 0 0,2 0 0 0 0,15 25 1 0 0,-16-31-136 0 0,0-1 1 0 0,0 0 0 0 0,2 0 0 0 0,-1-1 0 0 0,1-1 0 0 0,0 1-1 0 0,1-2 1 0 0,0 1 0 0 0,1-2 0 0 0,14 9 0 0 0,-22-14-48 0 0,1 0 1 0 0,0 0 0 0 0,0 0-1 0 0,0 0 1 0 0,0-1 0 0 0,0 0-1 0 0,0 0 1 0 0,0 0 0 0 0,1-1-1 0 0,-1 0 1 0 0,0 0 0 0 0,0 0-1 0 0,0 0 1 0 0,1-1 0 0 0,-1 0-1 0 0,0 0 1 0 0,0 0 0 0 0,0-1-1 0 0,0 0 1 0 0,0 0 0 0 0,0 0 0 0 0,-1 0-1 0 0,1-1 1 0 0,-1 0 0 0 0,1 0-1 0 0,-1 0 1 0 0,0 0 0 0 0,0-1-1 0 0,-1 1 1 0 0,1-1 0 0 0,5-9-1 0 0,1-1 27 0 0,-1 0 0 0 0,0-1 0 0 0,-2 0 0 0 0,1 0 0 0 0,-2-1 0 0 0,7-25 1 0 0,-4 8-29 0 0,-3-1 1 0 0,4-43 0 0 0,-7 27-229 0 0,-3 0-1 0 0,-2 0 1 0 0,-2 1 0 0 0,-2-1-1 0 0,-2 1 1 0 0,-22-70 0 0 0,19 90 42 0 0,10 28 171 0 0,1 0-1 0 0,0 0 1 0 0,-1 0-1 0 0,1 0 1 0 0,-1 0-1 0 0,0 0 1 0 0,1 0-1 0 0,-1 0 1 0 0,0 0 0 0 0,0 0-1 0 0,1 0 1 0 0,-1 1-1 0 0,0-1 1 0 0,0 0-1 0 0,0 1 1 0 0,0-1-1 0 0,0 0 1 0 0,0 1-1 0 0,0-1 1 0 0,0 1 0 0 0,0 0-1 0 0,0-1 1 0 0,0 1-1 0 0,-2 0 1 0 0,2 0 2 0 0,0 0 0 0 0,0 1 1 0 0,0-1-1 0 0,0 1 0 0 0,0-1 1 0 0,0 1-1 0 0,1 0 0 0 0,-1-1 1 0 0,0 1-1 0 0,0 0 0 0 0,0 0 1 0 0,1 0-1 0 0,-1-1 0 0 0,0 1 1 0 0,1 0-1 0 0,-1 0 0 0 0,1 0 1 0 0,-1 0-1 0 0,1 0 0 0 0,-1 0 1 0 0,1 0-1 0 0,0 0 0 0 0,-1 2 1 0 0,-5 31 160 0 0,5-29-140 0 0,-1 19 32 0 0,0 1-1 0 0,2-1 1 0 0,1 0 0 0 0,1 1 0 0 0,5 26 0 0 0,1-13-41 0 0,2 0 1 0 0,21 54 0 0 0,-22-69-200 0 0,1 0 0 0 0,2-1 1 0 0,0-1-1 0 0,1 0 0 0 0,2 0 0 0 0,0-1 0 0 0,0-1 1 0 0,2-1-1 0 0,1 0 0 0 0,0-1 0 0 0,1-1 0 0 0,0-1 1 0 0,2-1-1 0 0,0 0 0 0 0,43 20 0 0 0,-16-14-2003 0 0,2-2-4508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6.211"/>
    </inkml:context>
    <inkml:brush xml:id="br0">
      <inkml:brushProperty name="width" value="0.035" units="cm"/>
      <inkml:brushProperty name="height" value="0.035" units="cm"/>
      <inkml:brushProperty name="color" value="#E71224"/>
    </inkml:brush>
  </inkml:definitions>
  <inkml:trace contextRef="#ctx0" brushRef="#br0">697 1754 3681 0 0,'70'1'596'0'0,"-69"-1"-380"0"0,-1 0 1 0 0,1 0-1 0 0,-1 0 0 0 0,1 0 1 0 0,-1 0-1 0 0,1 0 0 0 0,-1 0 1 0 0,1 0-1 0 0,-1 0 1 0 0,1 0-1 0 0,-1 0 0 0 0,1 0 1 0 0,-1-1-1 0 0,1 1 0 0 0,-1 0 1 0 0,1 0-1 0 0,-1-1 0 0 0,1 1 1 0 0,-1 0-1 0 0,1-1 1 0 0,-1 1-1 0 0,0 0 0 0 0,1-1 1 0 0,-1 1-1 0 0,0-1 0 0 0,1 1 1 0 0,-1 0-1 0 0,0-2 0 0 0,1 1 21 0 0,-1 0 0 0 0,0 0 0 0 0,0 0 0 0 0,0 0 0 0 0,0 0 0 0 0,0 0-1 0 0,0 0 1 0 0,0 0 0 0 0,-1 0 0 0 0,1 0 0 0 0,0 0 0 0 0,-1 0 0 0 0,0-1 0 0 0,-1-3 334 0 0,0 1 0 0 0,-1-1 0 0 0,0 1 0 0 0,-5-7 1 0 0,-186-216 4153 0 0,22-16-3940 0 0,101 122-574 0 0,5-3 1 0 0,6-2-1 0 0,6-3 0 0 0,-63-222 0 0 0,114 342-183 0 0,-16-81 285 0 0,17 81-245 0 0,1 0 1 0 0,1 0-1 0 0,-1 0 1 0 0,2 0 0 0 0,-1 0-1 0 0,1 0 1 0 0,1 0-1 0 0,2-9 1 0 0,-2 13-4 0 0,0 1-1 0 0,0-1 1 0 0,1 0 0 0 0,0 1 0 0 0,0-1-1 0 0,0 1 1 0 0,1 0 0 0 0,0 0-1 0 0,-1 0 1 0 0,1 1 0 0 0,0-1 0 0 0,1 1-1 0 0,-1 0 1 0 0,1 0 0 0 0,8-4 0 0 0,6-2 69 0 0,0 2 0 0 0,34-11-1 0 0,63-8-537 0 0,145-16-1 0 0,-165 29-242 0 0,-35 5-1345 0 0,-5 4-6050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6.446"/>
    </inkml:context>
    <inkml:brush xml:id="br0">
      <inkml:brushProperty name="width" value="0.035" units="cm"/>
      <inkml:brushProperty name="height" value="0.035" units="cm"/>
      <inkml:brushProperty name="color" value="#E71224"/>
    </inkml:brush>
  </inkml:definitions>
  <inkml:trace contextRef="#ctx0" brushRef="#br0">7 854 20276 0 0,'0'-1'69'0'0,"-1"1"0"0"0,1-1 0 0 0,-1 0 0 0 0,0 1-1 0 0,1-1 1 0 0,-1 0 0 0 0,1 1 0 0 0,0-1 0 0 0,-1 0-1 0 0,1 0 1 0 0,0 0 0 0 0,-1 1 0 0 0,1-1 0 0 0,0 0-1 0 0,0 0 1 0 0,0 0 0 0 0,0 0 0 0 0,0 0 0 0 0,-1 1 0 0 0,2-1-1 0 0,-1 0 1 0 0,0 0 0 0 0,0 0 0 0 0,0 0 0 0 0,0 0-1 0 0,0 1 1 0 0,1-1 0 0 0,-1 0 0 0 0,0 0 0 0 0,1 0-1 0 0,-1 1 1 0 0,1-2 0 0 0,3-2-103 0 0,-1 0 1 0 0,0 0-1 0 0,1 0 0 0 0,6-5 0 0 0,0 0 186 0 0,471-397-1995 0 0,-367 318-615 0 0,3 5 0 0 0,214-112 1 0 0,-289 174 2434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6.758"/>
    </inkml:context>
    <inkml:brush xml:id="br0">
      <inkml:brushProperty name="width" value="0.035" units="cm"/>
      <inkml:brushProperty name="height" value="0.035" units="cm"/>
      <inkml:brushProperty name="color" value="#E71224"/>
    </inkml:brush>
  </inkml:definitions>
  <inkml:trace contextRef="#ctx0" brushRef="#br0">30 1 17508 0 0,'-3'2'182'0'0,"1"-1"0"0"0,-1 1 1 0 0,0 0-1 0 0,1 1 1 0 0,-1-1-1 0 0,1 0 0 0 0,0 1 1 0 0,-3 3-1 0 0,5-5-176 0 0,-1 1 1 0 0,0 0-1 0 0,1 0 1 0 0,-1 0-1 0 0,0-1 0 0 0,1 1 1 0 0,0 0-1 0 0,0 0 0 0 0,-1 0 1 0 0,1 0-1 0 0,0 0 1 0 0,1 0-1 0 0,-1 0 0 0 0,0 0 1 0 0,0 0-1 0 0,1 2 0 0 0,15 81-768 0 0,1 9 319 0 0,65 165 2916 0 0,20-6-517 0 0,-1-3-1671 0 0,-81-198-614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7.331"/>
    </inkml:context>
    <inkml:brush xml:id="br0">
      <inkml:brushProperty name="width" value="0.035" units="cm"/>
      <inkml:brushProperty name="height" value="0.035" units="cm"/>
      <inkml:brushProperty name="color" value="#E71224"/>
    </inkml:brush>
  </inkml:definitions>
  <inkml:trace contextRef="#ctx0" brushRef="#br0">0 803 18892 0 0,'1'-1'159'0'0,"0"1"1"0"0,0-1-1 0 0,0 0 0 0 0,0 0 0 0 0,0 0 1 0 0,0 1-1 0 0,0-1 0 0 0,0 0 0 0 0,0 1 1 0 0,0-1-1 0 0,0 1 0 0 0,1-1 0 0 0,1 1 1 0 0,21-6-553 0 0,-19 5 508 0 0,18-4-226 0 0,0-1-1 0 0,0-2 1 0 0,-1 0-1 0 0,0-1 0 0 0,0-1 1 0 0,-1-1-1 0 0,0-1 0 0 0,33-26 1 0 0,-43 29-82 0 0,-1-1 0 0 0,0 0 0 0 0,-1 0 0 0 0,0-1 0 0 0,0 0-1 0 0,-1-1 1 0 0,6-12 0 0 0,-9 14-120 0 0,0 0-1 0 0,-1 0 1 0 0,-1 0-1 0 0,0-1 1 0 0,0 0 0 0 0,-1 1-1 0 0,0-1 1 0 0,-1 0-1 0 0,0-20 1 0 0,-1 23 132 0 0,-1 0 1 0 0,0 0 0 0 0,0 1-1 0 0,-1-1 1 0 0,0 0-1 0 0,-1 1 1 0 0,1 0 0 0 0,-1 0-1 0 0,-1-1 1 0 0,0 2 0 0 0,1-1-1 0 0,-2 0 1 0 0,1 1 0 0 0,-1 0-1 0 0,-7-7 1 0 0,9 10 233 0 0,0 0 1 0 0,-1 0-1 0 0,1 0 0 0 0,-1 0 0 0 0,0 1 0 0 0,0 0 1 0 0,0 0-1 0 0,0 0 0 0 0,0 0 0 0 0,0 1 1 0 0,-1-1-1 0 0,1 1 0 0 0,-1 0 0 0 0,1 0 1 0 0,-1 1-1 0 0,1-1 0 0 0,-1 1 0 0 0,1 0 0 0 0,-1 1 1 0 0,1-1-1 0 0,-1 1 0 0 0,1-1 0 0 0,0 1 1 0 0,-1 1-1 0 0,1-1 0 0 0,0 1 0 0 0,-7 2 1 0 0,3 1 390 0 0,-1 1 0 0 0,0-1 1 0 0,1 2-1 0 0,0-1 1 0 0,0 1-1 0 0,1 0 1 0 0,0 0-1 0 0,0 1 0 0 0,1 0 1 0 0,-7 11-1 0 0,4-4 103 0 0,0 0 0 0 0,1 1 1 0 0,1 0-1 0 0,1 0 0 0 0,-6 21 0 0 0,6-14-416 0 0,1 1 0 0 0,2-1 0 0 0,0 1 0 0 0,2 47 0 0 0,2-54-89 0 0,0 0 1 0 0,2 0 0 0 0,0 0-1 0 0,1 0 1 0 0,0-1 0 0 0,2 1-1 0 0,11 25 1 0 0,-14-36-43 0 0,0-1 0 0 0,1 1 0 0 0,0-1 0 0 0,-1 1 0 0 0,2-1 0 0 0,-1 0 0 0 0,1-1 0 0 0,-1 1 0 0 0,1-1 0 0 0,0 0 0 0 0,1 0 0 0 0,-1-1 0 0 0,1 1 0 0 0,-1-1 0 0 0,1 0 0 0 0,10 3 0 0 0,-9-5 0 0 0,0 1 0 0 0,0-1 0 0 0,0 0 0 0 0,0 0 0 0 0,0-1 0 0 0,0 0 0 0 0,0-1 0 0 0,0 1 0 0 0,0-1 0 0 0,0 0 0 0 0,0-1 0 0 0,0 0 0 0 0,0 0 0 0 0,0-1 0 0 0,7-3 0 0 0,4-4-58 0 0,-2 0-1 0 0,1-1 1 0 0,-1-1 0 0 0,-1 0 0 0 0,0-1 0 0 0,20-22-1 0 0,1-7-334 0 0,33-51-1 0 0,68-140-3714 0 0,-68 109 2001 0 0,-66 118 2201 0 0,2-3 237 0 0,0 1-1 0 0,1-1 1 0 0,8-8-1 0 0,-13 16-153 0 0,0-1 0 0 0,0 1 0 0 0,0 0-1 0 0,0 0 1 0 0,0 0 0 0 0,0 0 0 0 0,1 0 0 0 0,-1 0 0 0 0,0 0 0 0 0,1 0 0 0 0,-1 1-1 0 0,0-1 1 0 0,1 0 0 0 0,-1 1 0 0 0,1-1 0 0 0,0 1 0 0 0,-1 0 0 0 0,1-1 0 0 0,-1 1-1 0 0,1 0 1 0 0,-1 0 0 0 0,1 0 0 0 0,0 0 0 0 0,-1 0 0 0 0,1 1 0 0 0,-1-1-1 0 0,3 1 1 0 0,-2 0-127 0 0,-1 0-1 0 0,0 0 1 0 0,1 0-1 0 0,-1 0 1 0 0,0 0 0 0 0,0 0-1 0 0,0 0 1 0 0,0 1-1 0 0,0-1 1 0 0,0 1-1 0 0,0-1 1 0 0,0 0-1 0 0,0 1 1 0 0,-1 0-1 0 0,1-1 1 0 0,0 1-1 0 0,0 1 1 0 0,6 33-180 0 0,-5-22-30 0 0,-1-11 60 0 0,2 22-544 0 0,-2-23 601 0 0,-1-1 0 0 0,0 0 0 0 0,0 0 0 0 0,0 1 0 0 0,-1-1 1 0 0,1 0-1 0 0,0 0 0 0 0,0 1 0 0 0,-1-1 0 0 0,1 0 0 0 0,0 0 1 0 0,-1 1-1 0 0,0-1 0 0 0,1 0 0 0 0,-1 0 0 0 0,0 1 0 0 0,0-2 48 0 0,1 1-1 0 0,0-1 0 0 0,0 0 1 0 0,-1 0-1 0 0,1 0 0 0 0,0 0 0 0 0,0 1 1 0 0,-1-1-1 0 0,1 0 0 0 0,0 0 0 0 0,-1 0 1 0 0,1 0-1 0 0,0 0 0 0 0,-1 0 1 0 0,1 0-1 0 0,0 0 0 0 0,0 0 0 0 0,-1 0 1 0 0,1 0-1 0 0,0 0 0 0 0,-1 0 0 0 0,1 0 1 0 0,0 0-1 0 0,-1 0 0 0 0,1 0 0 0 0,0 0 1 0 0,0 0-1 0 0,-1-1 0 0 0,1 1 1 0 0,-10-8 365 0 0,-4-12 437 0 0,12 15-698 0 0,0 1 0 0 0,0-1 1 0 0,0 1-1 0 0,1-1 0 0 0,0 0 0 0 0,0 0 0 0 0,0 0 1 0 0,0 1-1 0 0,1-1 0 0 0,0 0 0 0 0,0 0 0 0 0,0 0 1 0 0,1 0-1 0 0,-1 0 0 0 0,1 0 0 0 0,0 1 0 0 0,1-1 1 0 0,-1 0-1 0 0,1 1 0 0 0,2-6 0 0 0,1 0 14 0 0,1 1 0 0 0,-1 1 0 0 0,2-1-1 0 0,-1 1 1 0 0,1 0 0 0 0,0 0 0 0 0,0 1-1 0 0,13-10 1 0 0,188-122-292 0 0,-175 120-333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8.543"/>
    </inkml:context>
    <inkml:brush xml:id="br0">
      <inkml:brushProperty name="width" value="0.035" units="cm"/>
      <inkml:brushProperty name="height" value="0.035" units="cm"/>
      <inkml:brushProperty name="color" value="#E71224"/>
    </inkml:brush>
  </inkml:definitions>
  <inkml:trace contextRef="#ctx0" brushRef="#br0">1 787 14747 0 0,'15'-7'1568'0'0,"107"-58"-1331"0"0,-99 55-169 0 0,1 1-1 0 0,0 1 1 0 0,38-7-1 0 0,114-8 909 0 0,-15 4 333 0 0,173-48 1137 0 0,-9-33-1306 0 0,3-41-644 0 0,-8-15-398 0 0,-138 66-299 0 0,-60 36-1818 0 0,-63 32-5565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49.733"/>
    </inkml:context>
    <inkml:brush xml:id="br0">
      <inkml:brushProperty name="width" value="0.035" units="cm"/>
      <inkml:brushProperty name="height" value="0.035" units="cm"/>
      <inkml:brushProperty name="color" value="#E71224"/>
    </inkml:brush>
  </inkml:definitions>
  <inkml:trace contextRef="#ctx0" brushRef="#br0">81 267 18892 0 0,'-4'-2'631'0'0,"3"2"-550"0"0,0-1-1 0 0,0 1 1 0 0,0-1-1 0 0,-1 0 1 0 0,1 1-1 0 0,0-1 1 0 0,0 0-1 0 0,0 0 1 0 0,0 1-1 0 0,0-1 1 0 0,0 0 0 0 0,0 0-1 0 0,0 0 1 0 0,0-1-1 0 0,1 1 1 0 0,-1 0-1 0 0,0 0 1 0 0,1 0-1 0 0,-1 0 1 0 0,1-1-1 0 0,-1 1 1 0 0,1-2-1 0 0,-1-2 165 0 0,0-1-1 0 0,0 0 1 0 0,0 1-1 0 0,-1-1 1 0 0,-3-8-1 0 0,-4-14-189 0 0,8 25-46 0 0,1 0-7 0 0,-1 1 0 0 0,0 0 0 0 0,1-1 0 0 0,0 1 0 0 0,-1-1 1 0 0,1 1-1 0 0,0-1 0 0 0,0 0 0 0 0,1 1 0 0 0,-1-1 0 0 0,0 1 0 0 0,1-1 0 0 0,1-3 1 0 0,-2 6-8 0 0,0 0 0 0 0,0 0 1 0 0,0 0-1 0 0,0-1 1 0 0,1 1-1 0 0,-1 0 1 0 0,0 0-1 0 0,0 0 1 0 0,0-1-1 0 0,0 1 1 0 0,1 0-1 0 0,-1 0 0 0 0,0 0 1 0 0,0 0-1 0 0,0 0 1 0 0,1-1-1 0 0,-1 1 1 0 0,0 0-1 0 0,0 0 1 0 0,0 0-1 0 0,1 0 0 0 0,-1 0 1 0 0,0 0-1 0 0,0 0 1 0 0,1 0-1 0 0,-1 0 1 0 0,0 0-1 0 0,0 0 1 0 0,1 0-1 0 0,-1 0 1 0 0,0 0-1 0 0,0 0 0 0 0,1 0 1 0 0,-1 0-1 0 0,0 0 1 0 0,0 0-1 0 0,0 1 1 0 0,1-1-1 0 0,-1 0 1 0 0,0 0-1 0 0,0 0 0 0 0,1 0 1 0 0,7 9-143 0 0,-6-7 93 0 0,10 14-482 0 0,0 1-1 0 0,-1 1 0 0 0,10 21 0 0 0,-5-9 128 0 0,68 132 21 0 0,-6 4 0 0 0,98 306 0 0 0,-172-457 457 0 0,0-6 19 0 0,-1 0-1 0 0,-1 1 1 0 0,0-1 0 0 0,0 0 0 0 0,-1 1 0 0 0,1 13 0 0 0,-2-23-58 0 0,0 1 0 0 0,0-1 0 0 0,0 0 0 0 0,0 1 0 0 0,0-1 1 0 0,0 0-1 0 0,-1 1 0 0 0,1-1 0 0 0,0 1 0 0 0,0-1 0 0 0,0 0 0 0 0,0 1 0 0 0,0-1 1 0 0,0 0-1 0 0,-1 1 0 0 0,1-1 0 0 0,0 0 0 0 0,0 1 0 0 0,0-1 0 0 0,-1 0 0 0 0,1 0 1 0 0,0 1-1 0 0,-1-1 0 0 0,1 0 0 0 0,0 0 0 0 0,0 1 0 0 0,-1-1 0 0 0,0 0 0 0 0,1 0 13 0 0,-1 0-1 0 0,0 0 0 0 0,1 0 1 0 0,-1 0-1 0 0,0 0 0 0 0,1 0 1 0 0,-1 0-1 0 0,1-1 1 0 0,-1 1-1 0 0,0 0 0 0 0,1 0 1 0 0,-1-1-1 0 0,1 1 0 0 0,-1 0 1 0 0,0-1-1 0 0,-18-19 741 0 0,-105-156 509 0 0,38 51-1285 0 0,81 118-15 0 0,-44-62-82 0 0,-69-125 0 0 0,105 166 77 0 0,1 0-1 0 0,1-2 1 0 0,-7-29-1 0 0,13 39 6 0 0,1-1 0 0 0,2 1 0 0 0,0-1-1 0 0,1 1 1 0 0,2-31 0 0 0,0 40 8 0 0,1 1 0 0 0,0 0 0 0 0,0 0 1 0 0,1 0-1 0 0,0 0 0 0 0,1 0 0 0 0,0 1 0 0 0,1-1 1 0 0,0 1-1 0 0,6-9 0 0 0,-3 7 0 0 0,1 1 1 0 0,0-1-1 0 0,0 2 1 0 0,1-1-1 0 0,0 2 0 0 0,1-1 1 0 0,13-7-1 0 0,-7 6-1 0 0,1 0 0 0 0,0 2 0 0 0,1 0 0 0 0,0 1 0 0 0,0 1 0 0 0,0 0 0 0 0,1 2 0 0 0,-1 0 0 0 0,1 2 1 0 0,30-1-1 0 0,-33 3-116 0 0,1 0 0 0 0,-1 2 0 0 0,0 0 0 0 0,0 1 0 0 0,-1 1 0 0 0,1 0 0 0 0,28 13 0 0 0,-39-15 97 0 0,-1 0-1 0 0,1 1 0 0 0,-1 0 1 0 0,0 1-1 0 0,0-1 0 0 0,-1 1 1 0 0,1 0-1 0 0,-1 0 0 0 0,1 0 1 0 0,-1 0-1 0 0,-1 1 0 0 0,1 0 1 0 0,-1 0-1 0 0,1 0 1 0 0,-2 0-1 0 0,1 0 0 0 0,0 1 1 0 0,-1-1-1 0 0,0 1 0 0 0,0 0 1 0 0,-1 0-1 0 0,0-1 0 0 0,0 1 1 0 0,0 0-1 0 0,0 9 0 0 0,-2-1-41 0 0,-1 0 0 0 0,0 0 0 0 0,0-1 0 0 0,-2 1 0 0 0,1-1 0 0 0,-2 0 0 0 0,0 0 0 0 0,-1 0 0 0 0,0 0 0 0 0,0-1 0 0 0,-2 0 0 0 0,1-1 0 0 0,-13 15 0 0 0,1-4-277 0 0,-1-1-1 0 0,-1 0 0 0 0,0-2 0 0 0,-1 0 0 0 0,-35 21 0 0 0,34-27-500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0.047"/>
    </inkml:context>
    <inkml:brush xml:id="br0">
      <inkml:brushProperty name="width" value="0.035" units="cm"/>
      <inkml:brushProperty name="height" value="0.035" units="cm"/>
      <inkml:brushProperty name="color" value="#E71224"/>
    </inkml:brush>
  </inkml:definitions>
  <inkml:trace contextRef="#ctx0" brushRef="#br0">123 8 16131 0 0,'-1'8'213'0'0,"0"-1"-1"0"0,0 0 1 0 0,0 1-1 0 0,1-1 1 0 0,0 1-1 0 0,0-1 1 0 0,0 0-1 0 0,1 1 0 0 0,4 11 1 0 0,-3-8-6 0 0,-1-1 0 0 0,0 1 0 0 0,0-1 1 0 0,-1 14-1 0 0,0 2-84 0 0,1 13-310 0 0,2 3-626 0 0,-3 0 1 0 0,-8 69-1 0 0,8-108 549 0 0,-1 1 0 0 0,1-1 0 0 0,-1 1-1 0 0,0-1 1 0 0,-1 1 0 0 0,1-1 0 0 0,-3 6 0 0 0,3-8 163 0 0,0 0 1 0 0,0 0-1 0 0,0 0 1 0 0,0 0-1 0 0,1-1 1 0 0,-1 1-1 0 0,0 0 1 0 0,0-1-1 0 0,0 1 1 0 0,-1 0-1 0 0,1-1 1 0 0,0 1-1 0 0,0-1 1 0 0,0 1 0 0 0,0-1-1 0 0,0 0 1 0 0,-1 0-1 0 0,1 1 1 0 0,0-1-1 0 0,0 0 1 0 0,0 0-1 0 0,-1 0 1 0 0,1 0-1 0 0,0 0 1 0 0,0-1-1 0 0,-2 1 1 0 0,-1-1 179 0 0,0 0 1 0 0,0 0 0 0 0,0 0-1 0 0,0-1 1 0 0,0 1-1 0 0,0-1 1 0 0,0 0-1 0 0,0 0 1 0 0,1-1 0 0 0,-1 1-1 0 0,1-1 1 0 0,0 0-1 0 0,0 0 1 0 0,0 0-1 0 0,0 0 1 0 0,0 0 0 0 0,0 0-1 0 0,1-1 1 0 0,0 0-1 0 0,0 1 1 0 0,0-1-1 0 0,0 0 1 0 0,0 0 0 0 0,0-4-1 0 0,0 2 113 0 0,1 0 0 0 0,-1 0 1 0 0,2 0-1 0 0,-1 1 0 0 0,1-1 0 0 0,0 0 0 0 0,0 0 0 0 0,0 0 0 0 0,1 0 1 0 0,0 0-1 0 0,0 0 0 0 0,0 0 0 0 0,1 1 0 0 0,0-1 0 0 0,0 0 1 0 0,6-9-1 0 0,1 2 287 0 0,0-1 0 0 0,1 1 0 0 0,1 1 0 0 0,22-21 1 0 0,57-39 1010 0 0,-57 47-1185 0 0,13-11-163 0 0,-10 8-1809 0 0,-12 9-2802 0 0,2-1-2154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0.257"/>
    </inkml:context>
    <inkml:brush xml:id="br0">
      <inkml:brushProperty name="width" value="0.035" units="cm"/>
      <inkml:brushProperty name="height" value="0.035" units="cm"/>
      <inkml:brushProperty name="color" value="#E71224"/>
    </inkml:brush>
  </inkml:definitions>
  <inkml:trace contextRef="#ctx0" brushRef="#br0">41 2 21661 0 0,'-16'0'960'0'0,"4"-2"192"0"0,2 2-920 0 0,7 0-232 0 0,5 2 96 0 0,-2-1-24 0 0,0 3-8 0 0,-2 1 0 0 0,2 3-312 0 0,0 0-64 0 0,0 3-8 0 0,0 1-8 0 0,2 3 224 0 0,-1-4 104 0 0,-2-4-96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0.411"/>
    </inkml:context>
    <inkml:brush xml:id="br0">
      <inkml:brushProperty name="width" value="0.035" units="cm"/>
      <inkml:brushProperty name="height" value="0.035" units="cm"/>
      <inkml:brushProperty name="color" value="#E71224"/>
    </inkml:brush>
  </inkml:definitions>
  <inkml:trace contextRef="#ctx0" brushRef="#br0">1 0 20364 0 0,'6'13'448'0'0,"-1"-3"89"0"0,0 2 15 0 0,0-2 24 0 0,2-2-456 0 0,-1-2-120 0 0,2 3 0 0 0,6 4 0 0 0,4 10 0 0 0,5 4 88 0 0,1 6-88 0 0,-4-2 80 0 0,-2 0-1024 0 0,-5 1-209 0 0,-3-3-31 0 0,-4-6-16 0 0,-2-3 960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0.767"/>
    </inkml:context>
    <inkml:brush xml:id="br0">
      <inkml:brushProperty name="width" value="0.035" units="cm"/>
      <inkml:brushProperty name="height" value="0.035" units="cm"/>
      <inkml:brushProperty name="color" value="#E71224"/>
    </inkml:brush>
  </inkml:definitions>
  <inkml:trace contextRef="#ctx0" brushRef="#br0">20 50 16588 0 0,'-2'9'577'0'0,"2"1"0"0"0,-1-1 0 0 0,1 0 0 0 0,0 1 0 0 0,1-1 0 0 0,0 1 1 0 0,5 15-1 0 0,0 13-181 0 0,-4-21-583 0 0,4 32-911 0 0,-1 1 1 0 0,-5 84-1 0 0,-4-112-833 0 0,4-21 1869 0 0,0-1 0 0 0,0 0 0 0 0,0 0-1 0 0,0 1 1 0 0,-1-1 0 0 0,1 0 0 0 0,0 0 0 0 0,0 0 0 0 0,0 1 0 0 0,0-1 0 0 0,0 0 0 0 0,0 0 0 0 0,-1 0-1 0 0,1 1 1 0 0,0-1 0 0 0,0 0 0 0 0,0 0 0 0 0,-1 0 0 0 0,1 0 0 0 0,0 0 0 0 0,0 1 0 0 0,0-1 0 0 0,-1 0-1 0 0,1 0 1 0 0,0 0 0 0 0,0 0 0 0 0,-1 0 0 0 0,0 0 1 0 0,1-1 1 0 0,-1 1-1 0 0,1 0 0 0 0,-1-1 1 0 0,1 1-1 0 0,-1 0 0 0 0,1-1 1 0 0,0 1-1 0 0,-1-1 0 0 0,1 1 1 0 0,-1-1-1 0 0,1 1 0 0 0,0-1 1 0 0,0 1-1 0 0,-1-1 0 0 0,1 1 1 0 0,0-2-1 0 0,-5-11-393 0 0,0-1 0 0 0,1-1 0 0 0,1 1 1 0 0,1 0-1 0 0,0-1 0 0 0,0-16 0 0 0,1 17 231 0 0,-3-25-70 0 0,5-72-1 0 0,-1 99 716 0 0,2 0 0 0 0,0 0 1 0 0,0-1-1 0 0,1 2 0 0 0,0-1 0 0 0,1 0 0 0 0,1 1 1 0 0,0-1-1 0 0,0 1 0 0 0,7-10 0 0 0,-10 19-274 0 0,-1 0 0 0 0,0 0 0 0 0,1 0-1 0 0,-1 0 1 0 0,1 0 0 0 0,0 1 0 0 0,-1-1-1 0 0,1 1 1 0 0,0-1 0 0 0,0 1 0 0 0,0 0 0 0 0,0-1-1 0 0,0 1 1 0 0,1 0 0 0 0,-1 1 0 0 0,0-1-1 0 0,0 0 1 0 0,1 1 0 0 0,-1-1 0 0 0,0 1 0 0 0,1-1-1 0 0,-1 1 1 0 0,1 0 0 0 0,-1 0 0 0 0,0 0-1 0 0,1 1 1 0 0,2 0 0 0 0,-1 0-45 0 0,1 1 0 0 0,0 0 0 0 0,0 0 0 0 0,-1 0 0 0 0,1 1 0 0 0,-1 0 0 0 0,0 0 1 0 0,0 0-1 0 0,0 0 0 0 0,0 0 0 0 0,5 7 0 0 0,13 17 9 0 0,-2 0 0 0 0,20 35 0 0 0,-25-36-222 0 0,2 0-1 0 0,1-1 1 0 0,27 28-1 0 0,-35-42-28 0 0,1-1 0 0 0,0 0 0 0 0,1-1 0 0 0,17 12-1 0 0,-4-9-277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1.043"/>
    </inkml:context>
    <inkml:brush xml:id="br0">
      <inkml:brushProperty name="width" value="0.035" units="cm"/>
      <inkml:brushProperty name="height" value="0.035" units="cm"/>
      <inkml:brushProperty name="color" value="#E71224"/>
    </inkml:brush>
  </inkml:definitions>
  <inkml:trace contextRef="#ctx0" brushRef="#br0">9 0 14747 0 0,'-1'1'123'0'0,"0"1"1"0"0,0-1-1 0 0,0 0 0 0 0,0 0 0 0 0,1 1 1 0 0,-1-1-1 0 0,1 0 0 0 0,-1 1 0 0 0,1-1 0 0 0,-1 1 1 0 0,1-1-1 0 0,0 1 0 0 0,0-1 0 0 0,-1 1 1 0 0,1-1-1 0 0,0 1 0 0 0,0-1 0 0 0,1 1 1 0 0,-1 1-1 0 0,2 1 452 0 0,-1 0 1 0 0,1 0 0 0 0,0 0 0 0 0,0 0-1 0 0,4 5 1 0 0,4 8 792 0 0,186 411-1878 0 0,-93-189-918 0 0,55 97-1343 0 0,-63-136 1267 0 0,-81-170 1120 0 0,-1 2 1 0 0,-1-1-1 0 0,-2 1 1 0 0,7 36-1 0 0,-14-46-1335 0 0,-4-3-2831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1.219"/>
    </inkml:context>
    <inkml:brush xml:id="br0">
      <inkml:brushProperty name="width" value="0.035" units="cm"/>
      <inkml:brushProperty name="height" value="0.035" units="cm"/>
      <inkml:brushProperty name="color" value="#E71224"/>
    </inkml:brush>
  </inkml:definitions>
  <inkml:trace contextRef="#ctx0" brushRef="#br0">3 322 18892 0 0,'-2'3'1909'0'0,"10"-3"-870"0"0,12-3 185 0 0,-19 3-1074 0 0,24-6 43 0 0,0 0 0 0 0,0-2 0 0 0,-1 0-1 0 0,0-2 1 0 0,-1-1 0 0 0,30-18 0 0 0,125-94-1021 0 0,-142 97 569 0 0,-26 18 160 0 0,59-47-590 0 0,-39 24 525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1.387"/>
    </inkml:context>
    <inkml:brush xml:id="br0">
      <inkml:brushProperty name="width" value="0.035" units="cm"/>
      <inkml:brushProperty name="height" value="0.035" units="cm"/>
      <inkml:brushProperty name="color" value="#E71224"/>
    </inkml:brush>
  </inkml:definitions>
  <inkml:trace contextRef="#ctx0" brushRef="#br0">55 1 20276 0 0,'-17'8'897'0'0,"6"-3"191"0"0,1 1-872 0 0,5-1-216 0 0,5-2 0 0 0,2-1 0 0 0,-2 1-432 0 0,0 2-128 0 0,-2 5-25 0 0,0 5-7 0 0,1 3 480 0 0,-2-2 112 0 0,-2-4 0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1.567"/>
    </inkml:context>
    <inkml:brush xml:id="br0">
      <inkml:brushProperty name="width" value="0.035" units="cm"/>
      <inkml:brushProperty name="height" value="0.035" units="cm"/>
      <inkml:brushProperty name="color" value="#E71224"/>
    </inkml:brush>
  </inkml:definitions>
  <inkml:trace contextRef="#ctx0" brushRef="#br0">0 0 20276 0 0,'43'52'1252'0'0,"85"109"-1479"0"0,-53-45-8541 0 0,-74-113 7794 0 0,1 0 171 0 0,0 1-1 0 0,0-1 1 0 0,0 0-1 0 0,0 0 1 0 0,0 0 0 0 0,1 0-1 0 0,4 4 1 0 0,-7-7 802 0 0,0 1 0 0 0,0-1 0 0 0,1 0 1 0 0,-1 0-1 0 0,0 0 0 0 0,0 0 0 0 0,0 0 0 0 0,0 0 0 0 0,0 0 1 0 0,1 0-1 0 0,-1 0 0 0 0,0 0 0 0 0,0 0 0 0 0,0 0 1 0 0,0 0-1 0 0,1 0 0 0 0,-1 0 0 0 0,0 0 0 0 0,0 0 0 0 0,0 0 1 0 0,0 0-1 0 0,1 0 0 0 0,-1 0 0 0 0,0 0 0 0 0,0 0 1 0 0,0-1-1 0 0,0 1 0 0 0,0 0 0 0 0,0 0 0 0 0,1 0 1 0 0,-1 0-1 0 0,0 0 0 0 0,0 0 0 0 0,0 0 0 0 0,0-1 0 0 0,0 1 1 0 0,0 0-1 0 0,0 0 0 0 0,0 0 0 0 0,1 0 0 0 0,-1 0 1 0 0,0-1-1 0 0,0 1 0 0 0,0 0 0 0 0,2-9-56 0 0,-2-2 44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1.904"/>
    </inkml:context>
    <inkml:brush xml:id="br0">
      <inkml:brushProperty name="width" value="0.035" units="cm"/>
      <inkml:brushProperty name="height" value="0.035" units="cm"/>
      <inkml:brushProperty name="color" value="#E71224"/>
    </inkml:brush>
  </inkml:definitions>
  <inkml:trace contextRef="#ctx0" brushRef="#br0">1 38 19812 0 0,'0'8'396'0'0,"1"1"0"0"0,1-1 0 0 0,0 0 0 0 0,5 17 0 0 0,1-1-431 0 0,66 337-2639 0 0,-71-368 748 0 0,0-7 1275 0 0,-3 5 119 0 0,4-165-5480 0 0,-1 143 6022 0 0,1 0-1 0 0,1 1 1 0 0,15-48 0 0 0,-16 68 491 0 0,0-1 0 0 0,0 1 0 0 0,1 0 1 0 0,1 1-1 0 0,10-15 0 0 0,-13 20-232 0 0,-1 1-1 0 0,1 0 1 0 0,0 0 0 0 0,0 1-1 0 0,0-1 1 0 0,1 1 0 0 0,-1-1-1 0 0,5-1 1 0 0,-6 3-136 0 0,0 0-1 0 0,0 0 1 0 0,0 1 0 0 0,0-1-1 0 0,0 1 1 0 0,0 0 0 0 0,0-1-1 0 0,0 1 1 0 0,0 0 0 0 0,0 0-1 0 0,0 0 1 0 0,0 0 0 0 0,1 1-1 0 0,-1-1 1 0 0,0 0-1 0 0,3 2 1 0 0,-1 0-34 0 0,-1 0 0 0 0,0 0 1 0 0,1 0-1 0 0,-1 0 0 0 0,0 0 0 0 0,0 1 0 0 0,-1-1 0 0 0,1 1 1 0 0,0 0-1 0 0,2 4 0 0 0,22 35 327 0 0,-17-26-268 0 0,21 37 49 0 0,31 47 187 0 0,-50-83-867 0 0,0-1-1 0 0,2-1 0 0 0,24 24 1 0 0,-12-19-6020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19:52.409"/>
    </inkml:context>
    <inkml:brush xml:id="br0">
      <inkml:brushProperty name="width" value="0.035" units="cm"/>
      <inkml:brushProperty name="height" value="0.035" units="cm"/>
      <inkml:brushProperty name="color" value="#E71224"/>
    </inkml:brush>
  </inkml:definitions>
  <inkml:trace contextRef="#ctx0" brushRef="#br0">1010 42 14283 0 0,'-4'-3'242'0'0,"0"0"0"0"0,0 0 0 0 0,0 0 0 0 0,0 0 1 0 0,-1 1-1 0 0,1-1 0 0 0,-1 1 0 0 0,0 0 0 0 0,-9-2 0 0 0,-4 0 466 0 0,-26-2 0 0 0,36 5-501 0 0,-3 0-29 0 0,-1 0 1 0 0,1 0 0 0 0,-1 2-1 0 0,1-1 1 0 0,0 1 0 0 0,-1 1-1 0 0,1 0 1 0 0,-21 7 0 0 0,23-5-228 0 0,0 0 0 0 0,1 0 0 0 0,0 0 0 0 0,0 1 0 0 0,0 1 0 0 0,1-1 1 0 0,-1 1-1 0 0,1 0 0 0 0,1 1 0 0 0,-1 0 0 0 0,-7 11 0 0 0,7-8 80 0 0,1 0-1 0 0,0 0 1 0 0,1 1-1 0 0,0 0 0 0 0,1 0 1 0 0,0 0-1 0 0,0 1 1 0 0,2-1-1 0 0,-1 1 1 0 0,1 0-1 0 0,1 0 1 0 0,0 0-1 0 0,1 17 1 0 0,1-18 13 0 0,0-1 0 0 0,0 1 1 0 0,1-1-1 0 0,0 1 0 0 0,1-1 1 0 0,0 0-1 0 0,1 0 1 0 0,0 0-1 0 0,1 0 0 0 0,0-1 1 0 0,0 0-1 0 0,1 0 0 0 0,0 0 1 0 0,0 0-1 0 0,11 9 0 0 0,-15-16-32 0 0,1 1 0 0 0,0-1-1 0 0,-1 0 1 0 0,1 0-1 0 0,0 0 1 0 0,0-1 0 0 0,0 1-1 0 0,0-1 1 0 0,1 1-1 0 0,-1-1 1 0 0,0 0-1 0 0,1 0 1 0 0,-1-1 0 0 0,1 1-1 0 0,-1-1 1 0 0,0 1-1 0 0,1-1 1 0 0,-1 0 0 0 0,1 0-1 0 0,-1-1 1 0 0,1 1-1 0 0,-1-1 1 0 0,1 0 0 0 0,-1 0-1 0 0,0 0 1 0 0,0 0-1 0 0,1 0 1 0 0,-1-1 0 0 0,4-2-1 0 0,4-3 77 0 0,1-1 0 0 0,-2 0-1 0 0,1-1 1 0 0,-1 0 0 0 0,0-1-1 0 0,9-12 1 0 0,-4 4 31 0 0,-1-1 0 0 0,-1-1-1 0 0,-1 0 1 0 0,-1-1 0 0 0,-1 0 0 0 0,0-1-1 0 0,-2 0 1 0 0,0-1 0 0 0,-2 1 0 0 0,0-1 0 0 0,-2-1-1 0 0,0 1 1 0 0,0-45 0 0 0,-6 54 328 0 0,-1 21-136 0 0,-4 23-205 0 0,5-10-155 0 0,1 0 0 0 0,0 1 0 0 0,2-1-1 0 0,0 1 1 0 0,1-1 0 0 0,1 0 0 0 0,8 28 0 0 0,6 7 13 0 0,32 72 1 0 0,-13-52 35 0 0,62 97 0 0 0,9 14 0 0 0,-91-154 0 0 0,-2 1 0 0 0,-1 0 0 0 0,16 69 0 0 0,-26-90 18 0 0,-1 0 1 0 0,0 0-1 0 0,-1 0 0 0 0,-1 0 1 0 0,1 0-1 0 0,-2 0 1 0 0,0 0-1 0 0,0 0 0 0 0,-1 0 1 0 0,-1 0-1 0 0,0 0 0 0 0,0 0 1 0 0,-2-1-1 0 0,1 0 0 0 0,-1 0 1 0 0,-10 16-1 0 0,-3-1 73 0 0,-1 0-1 0 0,-2-1 1 0 0,0-1 0 0 0,-41 34 0 0 0,-109 72 287 0 0,105-87-107 0 0,-2-3 0 0 0,-1-2 0 0 0,-2-4 1 0 0,-2-3-1 0 0,0-3 0 0 0,-2-3 0 0 0,-128 24 0 0 0,-15-13-679 0 0,106-17-273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1.367"/>
    </inkml:context>
    <inkml:brush xml:id="br0">
      <inkml:brushProperty name="width" value="0.035" units="cm"/>
      <inkml:brushProperty name="height" value="0.035" units="cm"/>
      <inkml:brushProperty name="color" value="#E71224"/>
    </inkml:brush>
  </inkml:definitions>
  <inkml:trace contextRef="#ctx0" brushRef="#br0">182 365 14283 0 0,'-2'-3'135'0'0,"0"1"-1"0"0,1-1 1 0 0,-1 0 0 0 0,0 1 0 0 0,1-1-1 0 0,-1 0 1 0 0,1 0 0 0 0,0 0-1 0 0,0 0 1 0 0,0 0 0 0 0,0 0-1 0 0,1 0 1 0 0,-1 0 0 0 0,1-1-1 0 0,0 1 1 0 0,0 0 0 0 0,0-5 0 0 0,3-5 34 0 0,-1 1 1 0 0,0-16 0 0 0,-1 4-63 0 0,-1 17-116 0 0,-2 12-16 0 0,-2 14-64 0 0,2 45 117 0 0,2-1 1 0 0,13 92-1 0 0,-4-60 571 0 0,-1 0-165 0 0,10 210 387 0 0,-18-292-741 0 0,1-4 55 0 0,-1 0 0 0 0,-1 0 0 0 0,1 0 0 0 0,-1 0 0 0 0,-1 0 1 0 0,-3 14-1 0 0,4-22-96 0 0,1 0 0 0 0,0 0 1 0 0,-1 0-1 0 0,1-1 1 0 0,0 1-1 0 0,-1 0 1 0 0,1-1-1 0 0,-1 1 0 0 0,1 0 1 0 0,-1-1-1 0 0,1 1 1 0 0,-1-1-1 0 0,1 1 0 0 0,-1 0 1 0 0,0-1-1 0 0,1 0 1 0 0,-1 1-1 0 0,0-1 0 0 0,0 1 1 0 0,1-1-1 0 0,-1 0 1 0 0,0 1-1 0 0,0-1 0 0 0,0 0 1 0 0,0 0 10 0 0,-1 0 0 0 0,1 0 0 0 0,0 0 1 0 0,0-1-1 0 0,-1 1 0 0 0,1 0 0 0 0,0-1 0 0 0,0 1 1 0 0,0-1-1 0 0,0 1 0 0 0,0-1 0 0 0,0 1 0 0 0,0-1 1 0 0,-2-1-1 0 0,-1-1 35 0 0,1 0 0 0 0,-1-1 0 0 0,1 0 0 0 0,-1 0 0 0 0,1 0 0 0 0,-4-7 0 0 0,-5-12 18 0 0,2 0-1 0 0,-14-47 1 0 0,-6-54-31 0 0,25 105-58 0 0,-15-72-9 0 0,4-2 0 0 0,-8-183 0 0 0,23 275 7 0 0,1 0-1 0 0,0 1 1 0 0,0-1 0 0 0,0 0 0 0 0,0 1 0 0 0,0-1 0 0 0,1 0 0 0 0,-1 1 0 0 0,0-1 0 0 0,0 0 0 0 0,0 1 0 0 0,0-1 0 0 0,1 0 0 0 0,-1 1 0 0 0,0-1 0 0 0,1 0 0 0 0,-1 1 0 0 0,1-1 0 0 0,-1 0-4 0 0,1 1 0 0 0,-1 0 1 0 0,0 0-1 0 0,1 0 1 0 0,-1 0-1 0 0,0 0 0 0 0,1 0 1 0 0,-1 0-1 0 0,0 0 1 0 0,1 0-1 0 0,-1 0 0 0 0,0 0 1 0 0,1 0-1 0 0,-1 1 0 0 0,0-1 1 0 0,1 0-1 0 0,-1 0 1 0 0,0 0-1 0 0,1 0 0 0 0,-1 0 1 0 0,0 1-1 0 0,0-1 1 0 0,1 0-1 0 0,-1 0 0 0 0,0 1 1 0 0,19 21 243 0 0,-17-19-252 0 0,92 145 79 0 0,-52-78-70 0 0,-39-65-9 0 0,144 215-318 0 0,-128-196 268 0 0,1-1 1 0 0,1-1 0 0 0,1-1-1 0 0,1 0 1 0 0,0-2-1 0 0,43 27 1 0 0,-51-37 55 0 0,1-2 1 0 0,0 0-1 0 0,0-1 0 0 0,1 0 1 0 0,-1-2-1 0 0,1 1 0 0 0,0-2 1 0 0,0-1-1 0 0,0 0 1 0 0,1-1-1 0 0,-1-1 0 0 0,0 0 1 0 0,1-1-1 0 0,-1-1 0 0 0,0-1 1 0 0,29-8-1 0 0,-28 5 105 0 0,0 0 0 0 0,0-2 0 0 0,-1 0 0 0 0,0-1 0 0 0,0-1 0 0 0,-1 0 0 0 0,0-1 0 0 0,-1-1 0 0 0,0 0 0 0 0,-1-1 0 0 0,-1-1 1 0 0,0 0-1 0 0,0-1 0 0 0,18-30 0 0 0,-21 28-26 0 0,-1 0 0 0 0,-1-1 0 0 0,0 0 0 0 0,-2-1 0 0 0,0 1 0 0 0,4-25 0 0 0,-6 16-40 0 0,-1 0 1 0 0,-1 0-1 0 0,-3-53 1 0 0,-6 26-48 0 0,-2-1 1 0 0,-2 2-1 0 0,-35-100 0 0 0,39 133-30 0 0,0 0 1 0 0,-2 1-1 0 0,0 0 0 0 0,-1 1 0 0 0,-1 0 0 0 0,-21-26 0 0 0,27 38-73 0 0,-1 0 1 0 0,1 1 0 0 0,-1 0 0 0 0,0 0-1 0 0,-1 0 1 0 0,1 1 0 0 0,-1 0 0 0 0,-14-6-1 0 0,15 8-98 0 0,0 0-1 0 0,1 0 1 0 0,-1 1-1 0 0,0 0 1 0 0,0 0-1 0 0,-1 1 1 0 0,1 0-1 0 0,0 0 1 0 0,0 0-1 0 0,0 1 1 0 0,0 0-1 0 0,-11 3 1 0 0,-11 6-7664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2.458"/>
    </inkml:context>
    <inkml:brush xml:id="br0">
      <inkml:brushProperty name="width" value="0.035" units="cm"/>
      <inkml:brushProperty name="height" value="0.035" units="cm"/>
      <inkml:brushProperty name="color" value="#E71224"/>
    </inkml:brush>
  </inkml:definitions>
  <inkml:trace contextRef="#ctx0" brushRef="#br0">404 609 13363 0 0,'-16'-14'1400'0'0,"-1"1"0"0"0,0 1 0 0 0,-1 0 1 0 0,-33-16-1 0 0,38 22-1719 0 0,-1 1 0 0 0,-18-4 0 0 0,24 7 40 0 0,1 0-1 0 0,-1 1 1 0 0,0 0 0 0 0,1 1 0 0 0,-1 0 0 0 0,0 0-1 0 0,0 0 1 0 0,0 1 0 0 0,-12 3 0 0 0,15-2-30 0 0,-1 0 0 0 0,1 0 1 0 0,0 0-1 0 0,0 1 0 0 0,0 0 0 0 0,0 0 0 0 0,0 0 1 0 0,0 1-1 0 0,1 0 0 0 0,0 0 0 0 0,-1 0 1 0 0,2 0-1 0 0,-7 8 0 0 0,2 1 340 0 0,0 0-1 0 0,0 1 1 0 0,2 0-1 0 0,0 0 1 0 0,0 0 0 0 0,1 1-1 0 0,1 0 1 0 0,-4 25-1 0 0,6-26 475 0 0,1 0-1 0 0,0 1 0 0 0,1-1 1 0 0,0 1-1 0 0,1-1 0 0 0,1 1 0 0 0,0-1 1 0 0,1 0-1 0 0,6 18 0 0 0,-7-26-256 0 0,1 0 0 0 0,-1-1 0 0 0,1 1-1 0 0,0-1 1 0 0,1 1 0 0 0,-1-1 0 0 0,1 0-1 0 0,0-1 1 0 0,7 7 0 0 0,-9-9-182 0 0,1 0 0 0 0,-1 0 0 0 0,0-1 0 0 0,1 1 0 0 0,0-1 0 0 0,-1 1 0 0 0,1-1 0 0 0,0 0 0 0 0,0 0-1 0 0,-1 0 1 0 0,1-1 0 0 0,0 1 0 0 0,0-1 0 0 0,0 1 0 0 0,0-1 0 0 0,0 0 0 0 0,0 0 0 0 0,0-1 0 0 0,0 1 0 0 0,0 0 0 0 0,5-2 0 0 0,0-1-4 0 0,0-1 0 0 0,0 0 0 0 0,-1 0 0 0 0,1 0 0 0 0,-1-1 0 0 0,0 0 0 0 0,0 0 0 0 0,-1-1 0 0 0,1 0 0 0 0,-1 0 0 0 0,7-10 0 0 0,5-8 67 0 0,29-50 0 0 0,-24 32-237 0 0,-1-1 0 0 0,-3 0 0 0 0,-1-2 0 0 0,-3 0 0 0 0,15-70 0 0 0,-27 104 4 0 0,1-13-2061 0 0,11-32 1 0 0,-15 55 1924 0 0,1 0 0 0 0,-1 0 0 0 0,0 0 0 0 0,1 0 0 0 0,-1 0 0 0 0,1 0 0 0 0,-1 0 0 0 0,1 1 0 0 0,-1-1 0 0 0,1 0 0 0 0,0 0 0 0 0,-1 0 0 0 0,1 1 0 0 0,0-1 0 0 0,0 0 0 0 0,-1 1 0 0 0,3-2 0 0 0,-3 2 50 0 0,1 0 0 0 0,-1 0 0 0 0,1 0 0 0 0,0 0 0 0 0,-1 0 0 0 0,1 0 0 0 0,0 0 0 0 0,-1 0 0 0 0,1 0 0 0 0,0 0 0 0 0,-1 0 0 0 0,1 0 0 0 0,0 1 0 0 0,-1-1 0 0 0,1 0 0 0 0,-1 0 0 0 0,1 1 0 0 0,-1-1 0 0 0,1 0 0 0 0,0 1 0 0 0,4 3-701 0 0,-1 1-1 0 0,0-1 1 0 0,0 1-1 0 0,7 9 1 0 0,-3-2 1442 0 0,9 7-560 0 0,0 0 1 0 0,2-1-1 0 0,29 22 1 0 0,-41-34 50 0 0,0-1 1 0 0,0-1 0 0 0,1 1-1 0 0,0-2 1 0 0,0 1-1 0 0,0-1 1 0 0,0 0 0 0 0,0 0-1 0 0,1-1 1 0 0,-1 0 0 0 0,1-1-1 0 0,0 0 1 0 0,17 0 0 0 0,-6-4 1176 0 0,-2-2 8922 0 0,-27 14-8316 0 0,-4 3-1449 0 0,-19 19-2236 0 0,17-15 22 0 0,-23 17 0 0 0,38-34 1893 0 0,0 1 0 0 0,0 0 0 0 0,0 0 0 0 0,0 0 0 0 0,0-1 0 0 0,0 1 0 0 0,0 0 0 0 0,0 0 0 0 0,0-1 0 0 0,0 1-1 0 0,0 0 1 0 0,0 0 0 0 0,0 0 0 0 0,0-1 0 0 0,0 1 0 0 0,0 0 0 0 0,0 0 0 0 0,0 0 0 0 0,0-1 0 0 0,-1 1 0 0 0,1 0 0 0 0,0 0 0 0 0,0 0-1 0 0,0-1 1 0 0,0 1 0 0 0,0 0 0 0 0,-1 0 0 0 0,1 0 0 0 0,0 0 0 0 0,0 0 0 0 0,0 0 0 0 0,-1-1 0 0 0,1 1 0 0 0,0 0 0 0 0,0 0-1 0 0,0 0 1 0 0,-1 0 0 0 0,1 0 0 0 0,0 0 0 0 0,0 0 0 0 0,0 0 0 0 0,-1 0 0 0 0,1 0 0 0 0,0 0 0 0 0,0 0 0 0 0,-1 0 0 0 0,1 0 0 0 0,0 0-1 0 0,0 0 1 0 0,0 0 0 0 0,-1 0 0 0 0,1 0 0 0 0,0 0 0 0 0,0 0 0 0 0,0 1 0 0 0,-1-1 0 0 0,1 0 0 0 0,0 0 0 0 0,0 0 0 0 0,0 0 0 0 0,-1 0-1 0 0,1 1 1 0 0,0-1 0 0 0,0 0 0 0 0,0 0 0 0 0,0 1 0 0 0,0-4 311 0 0,1 1 1 0 0,-1-1-1 0 0,1 1 1 0 0,0-1-1 0 0,0 1 1 0 0,0 0-1 0 0,0 0 0 0 0,2-3 1 0 0,23-32 560 0 0,3-7-443 0 0,3 1 0 0 0,68-72 0 0 0,-100 115-484 0 0,31-27 32 0 0,-28 25-28 0 0,0 0-1 0 0,1 0 1 0 0,-1 0-1 0 0,0 0 1 0 0,1 0-1 0 0,0 1 1 0 0,-1-1-1 0 0,6 0 1 0 0,-8 2-6 0 0,1 0 0 0 0,-1 0 0 0 0,1 0 0 0 0,-1 0 0 0 0,0 1 0 0 0,1-1 0 0 0,-1 1 0 0 0,0-1 0 0 0,1 1 0 0 0,-1-1 0 0 0,0 1 0 0 0,0-1 0 0 0,1 1 0 0 0,-1 0 0 0 0,0 0 0 0 0,0 0 0 0 0,0 0 0 0 0,0 0 0 0 0,0 0 0 0 0,0 0 0 0 0,0 0 0 0 0,0 0 0 0 0,-1 0 0 0 0,1 1 0 0 0,0-1 0 0 0,0 2 0 0 0,3 5-23 0 0,0 0-1 0 0,4 15 1 0 0,-8-22 24 0 0,14 56-27 0 0,4 12-6 0 0,-15-61 32 0 0,0-1 0 0 0,0 0 0 0 0,1 1 0 0 0,-1-1-1 0 0,2-1 1 0 0,8 13 0 0 0,-12-18-3 0 0,0 0 1 0 0,0 0 0 0 0,-1 0-1 0 0,1-1 1 0 0,0 1-1 0 0,0 0 1 0 0,0 0-1 0 0,0-1 1 0 0,0 1-1 0 0,0 0 1 0 0,0-1-1 0 0,0 1 1 0 0,1-1-1 0 0,-1 1 1 0 0,2 0 0 0 0,-2-2-4 0 0,-1 1 1 0 0,1 0 0 0 0,-1 0 0 0 0,1 0 0 0 0,-1 0 0 0 0,1 0 0 0 0,0 0 0 0 0,-1-1 0 0 0,1 1 0 0 0,-1 0 0 0 0,1 0-1 0 0,-1-1 1 0 0,1 1 0 0 0,-1 0 0 0 0,1-1 0 0 0,-1 1 0 0 0,0-1 0 0 0,1 1 0 0 0,-1-1 0 0 0,1 1 0 0 0,-1-1 0 0 0,1 0 0 0 0,1-4-42 0 0,0 0 0 0 0,0 0 0 0 0,0 0 0 0 0,-1-1 0 0 0,2-7 0 0 0,-2 9 41 0 0,19-120-351 0 0,-14 73 60 0 0,3 0 0 0 0,29-93 0 0 0,-29 125 355 0 0,-9 19-52 0 0,0 0 0 0 0,0 0 0 0 0,0 0 0 0 0,0 0 0 0 0,1 0 0 0 0,-1 0 1 0 0,0 0-1 0 0,0 0 0 0 0,0 0 0 0 0,0 0 0 0 0,0 0 0 0 0,0 0 0 0 0,0 0 0 0 0,0 0 0 0 0,0 0 0 0 0,0-1 0 0 0,0 1 0 0 0,0 0 1 0 0,0 0-1 0 0,0 0 0 0 0,0 0 0 0 0,0 0 0 0 0,1 0 0 0 0,-1 0 0 0 0,0 0 0 0 0,0 0 0 0 0,0 0 0 0 0,0 0 0 0 0,0 0 0 0 0,0 0 1 0 0,0 0-1 0 0,0 0 0 0 0,0 0 0 0 0,0 0 0 0 0,0 0 0 0 0,0 0 0 0 0,1 0 0 0 0,-1 0 0 0 0,0 0 0 0 0,0 0 0 0 0,0 0 0 0 0,0 0 1 0 0,0 0-1 0 0,0 0 0 0 0,0 1 0 0 0,0-1 0 0 0,0 0 0 0 0,0 0 0 0 0,0 0 0 0 0,0 0 0 0 0,0 0 0 0 0,0 0 0 0 0,0 0 0 0 0,1 0 1 0 0,-1 0-1 0 0,0 0 0 0 0,0 12 223 0 0,-3 29-30 0 0,1 1 0 0 0,2-1 1 0 0,9 71-1 0 0,-8-108-232 0 0,-1 0 1 0 0,1-1-1 0 0,1 1 0 0 0,-1 0 0 0 0,0-1 0 0 0,1 1 1 0 0,0-1-1 0 0,0 0 0 0 0,0 1 0 0 0,0-1 0 0 0,0 0 1 0 0,1 0-1 0 0,-1-1 0 0 0,5 5 0 0 0,-5-6-6 0 0,0 0-1 0 0,0 1 1 0 0,0-1-1 0 0,0 0 1 0 0,0 0-1 0 0,0-1 1 0 0,0 1-1 0 0,0 0 1 0 0,1-1-1 0 0,-1 1 0 0 0,0-1 1 0 0,0 0-1 0 0,1 1 1 0 0,-1-1-1 0 0,0 0 1 0 0,0-1-1 0 0,1 1 1 0 0,-1 0-1 0 0,0-1 1 0 0,0 1-1 0 0,1-1 1 0 0,-1 1-1 0 0,0-1 1 0 0,0 0-1 0 0,2-1 0 0 0,5-3 19 0 0,-1-1 0 0 0,0 1 0 0 0,0-1 0 0 0,-1-1 0 0 0,0 1 0 0 0,0-1 0 0 0,0-1 0 0 0,-1 1 0 0 0,8-13 0 0 0,3-6 264 0 0,21-48 1 0 0,2-24 101 0 0,-26 60-207 0 0,27-53-1 0 0,-40 89-102 0 0,1-1-1 0 0,-1 0 0 0 0,1 1 1 0 0,-1-1-1 0 0,1 1 1 0 0,0 0-1 0 0,0 0 0 0 0,0 0 1 0 0,0 0-1 0 0,0 0 1 0 0,0 0-1 0 0,1 0 0 0 0,2-2 1 0 0,-4 4-21 0 0,-1 0 0 0 0,1 0 0 0 0,-1 0 1 0 0,1 0-1 0 0,-1 1 0 0 0,1-1 0 0 0,-1 0 1 0 0,0 0-1 0 0,1 0 0 0 0,-1 0 0 0 0,1 0 0 0 0,-1 0 1 0 0,0 1-1 0 0,1-1 0 0 0,-1 0 0 0 0,1 0 1 0 0,-1 1-1 0 0,0-1 0 0 0,1 0 0 0 0,-1 1 1 0 0,0-1-1 0 0,1 0 0 0 0,-1 1 0 0 0,0-1 0 0 0,0 0 1 0 0,1 1-1 0 0,-1-1 0 0 0,0 0 0 0 0,0 1 1 0 0,0-1-1 0 0,0 1 0 0 0,1-1 0 0 0,-1 1 1 0 0,0 0-1 0 0,3 16 151 0 0,0 18 7 0 0,-4 52 0 0 0,-1 8 27 0 0,3-75-226 0 0,7 79-655 0 0,-6-88 571 0 0,1 1-1 0 0,-1-1 1 0 0,2 0 0 0 0,0 0 0 0 0,0 0 0 0 0,8 14-1 0 0,-10-22-190 0 0,0 1 0 0 0,0-1 0 0 0,0-1-1 0 0,1 1 1 0 0,-1 0 0 0 0,1 0 0 0 0,4 2-1 0 0,6 4-6765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2.907"/>
    </inkml:context>
    <inkml:brush xml:id="br0">
      <inkml:brushProperty name="width" value="0.035" units="cm"/>
      <inkml:brushProperty name="height" value="0.035" units="cm"/>
      <inkml:brushProperty name="color" value="#E71224"/>
    </inkml:brush>
  </inkml:definitions>
  <inkml:trace contextRef="#ctx0" brushRef="#br0">415 267 6449 0 0,'-24'-16'3154'0'0,"-32"-16"-1"0"0,40 24-3144 0 0,0 1 1 0 0,0 0 0 0 0,-27-5-1 0 0,34 10-311 0 0,0 0 0 0 0,0 1 0 0 0,-1 0 0 0 0,1 0-1 0 0,0 1 1 0 0,-1 1 0 0 0,-17 2 0 0 0,21-1 213 0 0,-1-1 1 0 0,1 2-1 0 0,-1-1 1 0 0,1 1-1 0 0,0 0 0 0 0,0 0 1 0 0,0 0-1 0 0,0 1 1 0 0,1 0-1 0 0,0 0 1 0 0,-10 10-1 0 0,7-5 317 0 0,1 0-1 0 0,0 1 1 0 0,0 0 0 0 0,1 0 0 0 0,0 1-1 0 0,1 0 1 0 0,1 0 0 0 0,-1 0-1 0 0,2 0 1 0 0,-1 0 0 0 0,2 1-1 0 0,0 0 1 0 0,0 0 0 0 0,1-1 0 0 0,0 1-1 0 0,1 0 1 0 0,2 20 0 0 0,-1-21 127 0 0,1 1 1 0 0,0-1 0 0 0,1 1-1 0 0,0-1 1 0 0,0 0-1 0 0,1 0 1 0 0,1 0 0 0 0,0-1-1 0 0,0 0 1 0 0,1 0 0 0 0,1 0-1 0 0,0 0 1 0 0,0-1-1 0 0,0 0 1 0 0,1-1 0 0 0,1 0-1 0 0,-1 0 1 0 0,12 8 0 0 0,-14-13-263 0 0,0 1 1 0 0,1-1 0 0 0,-1 0-1 0 0,1 0 1 0 0,-1 0-1 0 0,1-1 1 0 0,0 0 0 0 0,0-1-1 0 0,0 0 1 0 0,0 0 0 0 0,0 0-1 0 0,0-1 1 0 0,0 0 0 0 0,0 0-1 0 0,1-1 1 0 0,-1 1-1 0 0,0-2 1 0 0,0 1 0 0 0,-1-1-1 0 0,1 0 1 0 0,0-1 0 0 0,0 1-1 0 0,-1-1 1 0 0,12-7 0 0 0,-5 1-29 0 0,0 0 1 0 0,0-1-1 0 0,-1-1 1 0 0,0 0-1 0 0,-1 0 1 0 0,0-1 0 0 0,-1-1-1 0 0,0 0 1 0 0,15-28-1 0 0,-9 9-150 0 0,-2-1 0 0 0,-1 0 0 0 0,-1-1-1 0 0,-3 0 1 0 0,0-1 0 0 0,-2 0 0 0 0,-2 0 0 0 0,2-54-1 0 0,-6 73-29 0 0,-1 0-1 0 0,0-1 0 0 0,-2 1 0 0 0,1 0 0 0 0,-2 0 0 0 0,-5-19 1 0 0,8 34 129 0 0,-1 0 1 0 0,1 1-1 0 0,0-1 1 0 0,0 1 0 0 0,0-1-1 0 0,-1 1 1 0 0,1-1-1 0 0,0 1 1 0 0,-1-1 0 0 0,1 1-1 0 0,-1-1 1 0 0,1 1-1 0 0,0-1 1 0 0,-1 1 0 0 0,1-1-1 0 0,-1 1 1 0 0,1 0 0 0 0,-1-1-1 0 0,1 1 1 0 0,-1 0-1 0 0,1-1 1 0 0,-1 1 0 0 0,0 0-1 0 0,1 0 1 0 0,-2-1-1 0 0,1 2 6 0 0,0-1 0 0 0,1 0-1 0 0,-1 0 1 0 0,0 0-1 0 0,0 1 1 0 0,0-1 0 0 0,0 0-1 0 0,0 1 1 0 0,0-1-1 0 0,0 1 1 0 0,1-1 0 0 0,-1 1-1 0 0,0-1 1 0 0,-1 2-1 0 0,-3 3 36 0 0,0 0 0 0 0,1 0-1 0 0,-7 10 1 0 0,10-13-70 0 0,-6 9 0 0 0,0 0 0 0 0,2 0-1 0 0,-1 0 1 0 0,1 1 0 0 0,1 0 0 0 0,0 0-1 0 0,1 0 1 0 0,0 0 0 0 0,1 1 0 0 0,-1 21-1 0 0,2-15-17 0 0,2 0 1 0 0,0 0-1 0 0,1 0 0 0 0,1 0 0 0 0,0 0 1 0 0,9 25-1 0 0,-9-35 60 0 0,1 0 0 0 0,-1-1 1 0 0,1 0-1 0 0,1 0 0 0 0,0 0 1 0 0,0 0-1 0 0,0 0 0 0 0,1-1 1 0 0,0 0-1 0 0,0-1 0 0 0,10 8 0 0 0,-12-10-111 0 0,1 0-1 0 0,0-1 0 0 0,0 0 0 0 0,0 0 1 0 0,1-1-1 0 0,-1 1 0 0 0,1-1 0 0 0,0 0 1 0 0,-1-1-1 0 0,1 1 0 0 0,0-1 0 0 0,0 0 0 0 0,0-1 1 0 0,0 1-1 0 0,0-1 0 0 0,0 0 0 0 0,0-1 1 0 0,8-1-1 0 0,15-5-7354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3.157"/>
    </inkml:context>
    <inkml:brush xml:id="br0">
      <inkml:brushProperty name="width" value="0.035" units="cm"/>
      <inkml:brushProperty name="height" value="0.035" units="cm"/>
      <inkml:brushProperty name="color" value="#E71224"/>
    </inkml:brush>
  </inkml:definitions>
  <inkml:trace contextRef="#ctx0" brushRef="#br0">2 1 19812 0 0,'-1'6'268'0'0,"1"1"0"0"0,0-1-1 0 0,0 1 1 0 0,1-1 0 0 0,0 1 0 0 0,0-1-1 0 0,3 12 1 0 0,3 13-204 0 0,17 395-1735 0 0,0 3-5860 0 0,-18-386 6223 0 0,14 53 1 0 0,-16-81 1068 0 0,1 0 0 0 0,1 0 1 0 0,0-1-1 0 0,1 1 0 0 0,1-1 1 0 0,16 23-1 0 0,-3-13 239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3.340"/>
    </inkml:context>
    <inkml:brush xml:id="br0">
      <inkml:brushProperty name="width" value="0.035" units="cm"/>
      <inkml:brushProperty name="height" value="0.035" units="cm"/>
      <inkml:brushProperty name="color" value="#E71224"/>
    </inkml:brush>
  </inkml:definitions>
  <inkml:trace contextRef="#ctx0" brushRef="#br0">138 1 19812 0 0,'-7'9'880'0'0,"2"3"177"0"0,2 3-841 0 0,-2-1-216 0 0,2-1 0 0 0,-2 1 0 0 0,-2 5-96 0 0,-1 12-56 0 0,-7 22-8 0 0,-9 40-3697 0 0,-4 12-736 0 0,0 3-144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4.207"/>
    </inkml:context>
    <inkml:brush xml:id="br0">
      <inkml:brushProperty name="width" value="0.035" units="cm"/>
      <inkml:brushProperty name="height" value="0.035" units="cm"/>
      <inkml:brushProperty name="color" value="#E71224"/>
    </inkml:brush>
  </inkml:definitions>
  <inkml:trace contextRef="#ctx0" brushRef="#br0">11 671 14283 0 0,'2'-3'211'0'0,"1"0"1"0"0,-1 1-1 0 0,0-1 1 0 0,1 1-1 0 0,-1 0 1 0 0,1-1-1 0 0,3-1 1 0 0,5-5-32 0 0,135-106 1080 0 0,16-15-825 0 0,-137 107-267 0 0,-1-1-1 0 0,0-2 1 0 0,-2 0-1 0 0,19-30 1 0 0,-35 47-64 0 0,0-1-1 0 0,-1 0 1 0 0,0 0 0 0 0,-1 0-1 0 0,0 0 1 0 0,0-1 0 0 0,2-14 0 0 0,-5 20-90 0 0,0 1 0 0 0,-1-1 1 0 0,0 1-1 0 0,0-1 1 0 0,0 0-1 0 0,0 1 0 0 0,-1-1 1 0 0,0 1-1 0 0,0 0 1 0 0,0-1-1 0 0,0 1 1 0 0,-1 0-1 0 0,0-1 0 0 0,1 1 1 0 0,-2 0-1 0 0,1 0 1 0 0,0 0-1 0 0,-1 1 0 0 0,0-1 1 0 0,-5-5-1 0 0,3 4 11 0 0,0 1-1 0 0,-1-1 1 0 0,0 1-1 0 0,0 0 1 0 0,0 0-1 0 0,0 1 0 0 0,-1 0 1 0 0,1 0-1 0 0,-1 0 1 0 0,-8-1-1 0 0,5 1 82 0 0,-1 1-1 0 0,1 1 0 0 0,-1 0 1 0 0,0 0-1 0 0,1 1 0 0 0,-15 2 1 0 0,9 0 55 0 0,-1 1 0 0 0,1 0 0 0 0,0 2 0 0 0,1 0 0 0 0,-1 0 0 0 0,1 2 1 0 0,0 0-1 0 0,-26 16 0 0 0,27-12-132 0 0,1 0 0 0 0,-1 0 0 0 0,2 1-1 0 0,0 1 1 0 0,0 0 0 0 0,1 1 0 0 0,1 0 0 0 0,0 0 0 0 0,1 1 0 0 0,1 1 0 0 0,0-1 0 0 0,1 1 0 0 0,1 1 0 0 0,0-1 0 0 0,1 1-1 0 0,1 0 1 0 0,1 0 0 0 0,-2 28 0 0 0,4-37-22 0 0,2 0-1 0 0,-1 0 1 0 0,1 0-1 0 0,0 1 1 0 0,1-1-1 0 0,0-1 1 0 0,0 1-1 0 0,1 0 1 0 0,0 0-1 0 0,7 13 1 0 0,-6-15 3 0 0,0 0 1 0 0,0 0 0 0 0,1-1 0 0 0,0 1-1 0 0,0-1 1 0 0,0-1 0 0 0,1 1-1 0 0,0-1 1 0 0,-1 0 0 0 0,2 0 0 0 0,-1 0-1 0 0,11 4 1 0 0,-1-2 10 0 0,0-1 1 0 0,1 0-1 0 0,0-2 1 0 0,0 0 0 0 0,0 0-1 0 0,0-2 1 0 0,0 0-1 0 0,1-1 1 0 0,-1-1-1 0 0,0 0 1 0 0,0-1-1 0 0,0-1 1 0 0,22-7-1 0 0,-6 0-21 0 0,-1-1 0 0 0,1-2 0 0 0,-2-2-1 0 0,0-1 1 0 0,47-31 0 0 0,-27 8-571 0 0,66-63 1 0 0,-60 50-1787 0 0,-51 47 1787 0 0,15-14-1867 0 0,-20 17 2128 0 0,0 1 0 0 0,0 0-1 0 0,0 0 1 0 0,0 0 0 0 0,-1-1-1 0 0,1 1 1 0 0,0-1-1 0 0,0 1 1 0 0,-1 0 0 0 0,1-1-1 0 0,-1 1 1 0 0,1-1 0 0 0,-1-2-1 0 0,0 0-1278 0 0,-3 1-2500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4.364"/>
    </inkml:context>
    <inkml:brush xml:id="br0">
      <inkml:brushProperty name="width" value="0.035" units="cm"/>
      <inkml:brushProperty name="height" value="0.035" units="cm"/>
      <inkml:brushProperty name="color" value="#E71224"/>
    </inkml:brush>
  </inkml:definitions>
  <inkml:trace contextRef="#ctx0" brushRef="#br0">0 143 6913 0 0,'8'-45'733'0'0,"-6"40"-454"0"0,0 1 0 0 0,1 0 0 0 0,-1 0 0 0 0,1 0 0 0 0,0 0 0 0 0,0 1 1 0 0,0-1-1 0 0,6-3 0 0 0,-7 4-113 0 0,5-4 561 0 0,0 1 0 0 0,0 0 0 0 0,1 0 0 0 0,0 0 0 0 0,16-8 0 0 0,-20 12-464 0 0,0 1 0 0 0,0-1 0 0 0,0 1 0 0 0,-1 0 1 0 0,2 0-1 0 0,-1 0 0 0 0,0 1 0 0 0,0-1 0 0 0,0 1 1 0 0,0 0-1 0 0,0 0 0 0 0,0 0 0 0 0,0 1 0 0 0,0 0 1 0 0,0-1-1 0 0,6 3 0 0 0,10 6 240 0 0,-2 1 0 0 0,1 0 0 0 0,-2 1 0 0 0,22 17 0 0 0,-17-12-618 0 0,43 25 1 0 0,-45-31-579 0 0,0-1 0 0 0,38 12 0 0 0,-36-16-6271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4.551"/>
    </inkml:context>
    <inkml:brush xml:id="br0">
      <inkml:brushProperty name="width" value="0.035" units="cm"/>
      <inkml:brushProperty name="height" value="0.035" units="cm"/>
      <inkml:brushProperty name="color" value="#E71224"/>
    </inkml:brush>
  </inkml:definitions>
  <inkml:trace contextRef="#ctx0" brushRef="#br0">279 0 5985 0 0,'-5'2'170'0'0,"1"1"1"0"0,0-1-1 0 0,-1 1 0 0 0,1-1 0 0 0,0 1 0 0 0,1 1 0 0 0,-1-1 1 0 0,1 0-1 0 0,-5 6 0 0 0,-6 14 6174 0 0,-39 86-3437 0 0,-55 150-3610 0 0,100-236 665 0 0,-30 93-185 0 0,34-99 210 0 0,1-1 0 0 0,0 1 0 0 0,1 0 0 0 0,1 0 1 0 0,1 18-1 0 0,2-10 103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4.786"/>
    </inkml:context>
    <inkml:brush xml:id="br0">
      <inkml:brushProperty name="width" value="0.035" units="cm"/>
      <inkml:brushProperty name="height" value="0.035" units="cm"/>
      <inkml:brushProperty name="color" value="#E71224"/>
    </inkml:brush>
  </inkml:definitions>
  <inkml:trace contextRef="#ctx0" brushRef="#br0">9 3 19812 0 0,'-6'-3'1994'0'0,"7"8"-1647"0"0,1 9-215 0 0,-8 111-2002 0 0,7 1 0 0 0,4-1 0 0 0,6-1 0 0 0,5 1 0 0 0,46 168 0 0 0,-50-247-308 0 0,29 70 0 0 0,-26-81-730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5.206"/>
    </inkml:context>
    <inkml:brush xml:id="br0">
      <inkml:brushProperty name="width" value="0.035" units="cm"/>
      <inkml:brushProperty name="height" value="0.035" units="cm"/>
      <inkml:brushProperty name="color" value="#E71224"/>
    </inkml:brush>
  </inkml:definitions>
  <inkml:trace contextRef="#ctx0" brushRef="#br0">20 361 7370 0 0,'-4'-1'-677'0'0,"-11"-6"4362"0"0,15 2-238 0 0,6-2-867 0 0,22-11-1937 0 0,0 2 1 0 0,1 0-1 0 0,33-12 1 0 0,94-29-779 0 0,-141 51 229 0 0,0 1 0 0 0,0 1 0 0 0,1 1 0 0 0,-1 0 1 0 0,1 1-1 0 0,29-1 0 0 0,-42 3-73 0 0,0 1 1 0 0,1 0 0 0 0,-1 0-1 0 0,0 0 1 0 0,0 0 0 0 0,0 0-1 0 0,-1 0 1 0 0,1 1 0 0 0,0-1-1 0 0,0 1 1 0 0,-1 0 0 0 0,1 0-1 0 0,-1 0 1 0 0,0 0-1 0 0,1 0 1 0 0,-1 1 0 0 0,0-1-1 0 0,0 1 1 0 0,0-1 0 0 0,-1 1-1 0 0,1 0 1 0 0,1 3 0 0 0,3 8 17 0 0,-1-1 1 0 0,-1 1 0 0 0,6 22 0 0 0,-8-28-28 0 0,9 51 95 0 0,-2-1 0 0 0,-3 1-1 0 0,-1 73 1 0 0,-7-122-34 0 0,2-10-68 0 0,0 0 0 0 0,0 0 0 0 0,-1 0-1 0 0,1 0 1 0 0,0 0 0 0 0,0 0 0 0 0,0 0-1 0 0,0 0 1 0 0,0 0 0 0 0,0 1 0 0 0,0-1-1 0 0,-1 0 1 0 0,1 0 0 0 0,0 0 0 0 0,0 0-1 0 0,0 0 1 0 0,0 0 0 0 0,0-1 0 0 0,0 1-1 0 0,-1 0 1 0 0,1 0 0 0 0,0 0 0 0 0,0 0 0 0 0,0 0-1 0 0,0 0 1 0 0,0 0 0 0 0,0 0 0 0 0,0 0-1 0 0,-1 0 1 0 0,1 0 0 0 0,0 0 0 0 0,0 0-1 0 0,0 0 1 0 0,0 0 0 0 0,0-1 0 0 0,0 1-1 0 0,0 0 1 0 0,0 0 0 0 0,0 0 0 0 0,-2-2 34 0 0,1 1 1 0 0,0-1 0 0 0,0 0 0 0 0,0 0-1 0 0,1 0 1 0 0,-1 1 0 0 0,-1-5 0 0 0,-7-47 450 0 0,2 0 1 0 0,1-79 0 0 0,5 96-201 0 0,5-36-1 0 0,-2 56-199 0 0,0 1-1 0 0,1-1 1 0 0,1 1-1 0 0,10-27 1 0 0,-11 36-102 0 0,1-1 1 0 0,0 0-1 0 0,0 1 1 0 0,1 0-1 0 0,0 0 1 0 0,0 1-1 0 0,0-1 1 0 0,1 1-1 0 0,0 0 1 0 0,0 0-1 0 0,0 1 1 0 0,12-7-1 0 0,8-2-395 0 0,0 1 1 0 0,28-9-1 0 0,-46 18 228 0 0,48-16-1741 0 0,-28 9 289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5.564"/>
    </inkml:context>
    <inkml:brush xml:id="br0">
      <inkml:brushProperty name="width" value="0.035" units="cm"/>
      <inkml:brushProperty name="height" value="0.035" units="cm"/>
      <inkml:brushProperty name="color" value="#E71224"/>
    </inkml:brush>
  </inkml:definitions>
  <inkml:trace contextRef="#ctx0" brushRef="#br0">154 84 2304 0 0,'7'4'-5'0'0,"-3"-2"158"0"0,0 1 1 0 0,-1-1-1 0 0,1 0 1 0 0,-1 1-1 0 0,0 0 1 0 0,0-1 0 0 0,0 1-1 0 0,5 7 1 0 0,1 2 597 0 0,11 19 373 0 0,-19-29-566 0 0,0 0 0 0 0,-1 0 0 0 0,1 0 0 0 0,0 0 0 0 0,-1 0 0 0 0,1 0 0 0 0,-1 0 0 0 0,-2 7 7502 0 0,8-15-4567 0 0,5-6-3371 0 0,-1 0 0 0 0,1-1 0 0 0,9-18 1 0 0,-18 27-153 0 0,1 1 1 0 0,-1-1-1 0 0,-1 0 1 0 0,1 0 0 0 0,-1 0-1 0 0,1 0 1 0 0,-1 0 0 0 0,0 0-1 0 0,0 0 1 0 0,-1 0-1 0 0,1 0 1 0 0,-1 0 0 0 0,0 0-1 0 0,0 0 1 0 0,0-1-1 0 0,-1 1 1 0 0,0 0 0 0 0,1 0-1 0 0,-4-7 1 0 0,3 9-6 0 0,0 1 0 0 0,0-1-1 0 0,0 0 1 0 0,0 1 0 0 0,0-1 0 0 0,-1 1 0 0 0,1-1-1 0 0,-1 1 1 0 0,1 0 0 0 0,-1 0 0 0 0,1 0 0 0 0,-1 0-1 0 0,0 0 1 0 0,1 0 0 0 0,-1 0 0 0 0,0 0 0 0 0,0 1 0 0 0,0-1-1 0 0,0 0 1 0 0,0 1 0 0 0,1 0 0 0 0,-1-1 0 0 0,0 1-1 0 0,0 0 1 0 0,0 0 0 0 0,0 0 0 0 0,0 1 0 0 0,0-1-1 0 0,0 0 1 0 0,-2 1 0 0 0,-5 1-119 0 0,1 1 0 0 0,-1-1 1 0 0,1 1-1 0 0,0 1 0 0 0,-11 6 0 0 0,-5 4 329 0 0,0 2 0 0 0,2 1-1 0 0,0 1 1 0 0,-35 37 0 0 0,54-51-109 0 0,-1-1 0 0 0,1 1 0 0 0,0 0 0 0 0,0 0 0 0 0,1 0 0 0 0,-1 1 0 0 0,1-1 0 0 0,0 1 1 0 0,0-1-1 0 0,1 1 0 0 0,-1 0 0 0 0,1 0 0 0 0,0-1 0 0 0,-1 9 0 0 0,2-9-16 0 0,0 1 0 0 0,1-1 0 0 0,-1 0 0 0 0,1 0 0 0 0,0 1 0 0 0,0-1 1 0 0,0 0-1 0 0,1 0 0 0 0,-1 0 0 0 0,1 0 0 0 0,0-1 0 0 0,0 1 0 0 0,1 0 0 0 0,-1-1 0 0 0,1 1 0 0 0,-1-1 0 0 0,5 4 0 0 0,-1-2 0 0 0,-1 0 1 0 0,1-1-1 0 0,-1 1 1 0 0,1-1-1 0 0,0-1 1 0 0,1 1-1 0 0,-1-1 0 0 0,1 0 1 0 0,-1-1-1 0 0,12 4 1 0 0,-8-4-13 0 0,0 0 1 0 0,1-1 0 0 0,-1 0-1 0 0,1-1 1 0 0,-1 0 0 0 0,16-2-1 0 0,-2-3-6 0 0,-2 0-1 0 0,1-1 0 0 0,0-1 1 0 0,-1-1-1 0 0,35-19 1 0 0,-28 11-526 0 0,0-1 1 0 0,-2-2 0 0 0,0-1 0 0 0,34-32 0 0 0,-34 24-1589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6.047"/>
    </inkml:context>
    <inkml:brush xml:id="br0">
      <inkml:brushProperty name="width" value="0.035" units="cm"/>
      <inkml:brushProperty name="height" value="0.035" units="cm"/>
      <inkml:brushProperty name="color" value="#E71224"/>
    </inkml:brush>
  </inkml:definitions>
  <inkml:trace contextRef="#ctx0" brushRef="#br0">118 294 2016 0 0,'0'0'147'0'0,"0"-4"722"0"0,1-4 422 0 0,-1 1 0 0 0,0-1 0 0 0,-1 1 0 0 0,0-1 0 0 0,0 1 0 0 0,-1 0 0 0 0,-2-8 0 0 0,4 15-1181 0 0,0 0-1 0 0,0-1 0 0 0,0 1 1 0 0,0 0-1 0 0,0-1 0 0 0,0 1 1 0 0,-1 0-1 0 0,1-1 0 0 0,0 1 1 0 0,0 0-1 0 0,0-1 0 0 0,-1 1 1 0 0,1 0-1 0 0,0 0 0 0 0,0-1 1 0 0,-1 1-1 0 0,1 0 0 0 0,0 0 1 0 0,0-1-1 0 0,-1 1 0 0 0,1 0 1 0 0,0 0-1 0 0,-1 0 0 0 0,1 0 1 0 0,0-1-1 0 0,-1 1 0 0 0,1 0 1 0 0,-1 0-1 0 0,-7 7 1007 0 0,-3 17-734 0 0,11-23-296 0 0,-23 67 255 0 0,3 1 1 0 0,-15 103 0 0 0,34-166-328 0 0,-4 30-43 0 0,5-34 47 0 0,0 0 0 0 0,0 0 0 0 0,0 0 0 0 0,0 0 1 0 0,0 1-1 0 0,1-1 0 0 0,-1 0 0 0 0,1 0 0 0 0,-1 0 0 0 0,1 0 0 0 0,0 0 1 0 0,0 0-1 0 0,1 2 0 0 0,-2-4-13 0 0,0 0 0 0 0,0 0 0 0 0,0 1 0 0 0,1-1 0 0 0,-1 0 0 0 0,0 0 0 0 0,0 0 0 0 0,0 0 0 0 0,0 0 0 0 0,0 0 0 0 0,1 0 0 0 0,-1 1 0 0 0,0-1 0 0 0,0 0 0 0 0,0 0 0 0 0,0 0 0 0 0,1 0 0 0 0,-1 0 0 0 0,0 0 0 0 0,0 0 0 0 0,0 0 0 0 0,0 0 0 0 0,1 0 0 0 0,-1 0 0 0 0,0 0 0 0 0,0 0 0 0 0,0 0 0 0 0,0 0 0 0 0,1 0 0 0 0,-1 0 0 0 0,0 0 0 0 0,0 0 0 0 0,0-1 0 0 0,0 1 0 0 0,1 0 0 0 0,-1 0 0 0 0,0 0 0 0 0,6-8 30 0 0,3-10-51 0 0,4-23 115 0 0,-2-1-1 0 0,-1 0 0 0 0,5-64 1 0 0,-6 43 811 0 0,-5 24-254 0 0,-4 27-364 0 0,1 1 0 0 0,0-1 0 0 0,1 1 0 0 0,1 0 0 0 0,4-14 0 0 0,-7 25-299 0 0,0 0 1 0 0,0-1 0 0 0,0 1 0 0 0,1-1-1 0 0,-1 1 1 0 0,0 0 0 0 0,0-1 0 0 0,1 1-1 0 0,-1 0 1 0 0,0-1 0 0 0,0 1 0 0 0,1 0-1 0 0,-1-1 1 0 0,0 1 0 0 0,1 0 0 0 0,-1 0-1 0 0,0-1 1 0 0,1 1 0 0 0,-1 0 0 0 0,0 0-1 0 0,1 0 1 0 0,-1-1 0 0 0,1 1 0 0 0,-1 0-1 0 0,0 0 1 0 0,1 0 0 0 0,-1 0 0 0 0,1 0-1 0 0,0 0 1 0 0,0 0-25 0 0,0 0 0 0 0,0 1 0 0 0,0-1 0 0 0,0 1 0 0 0,0-1 0 0 0,0 1-1 0 0,0-1 1 0 0,0 1 0 0 0,0-1 0 0 0,0 1 0 0 0,1 1 0 0 0,20 25-650 0 0,-21-25 652 0 0,5 8-84 0 0,0-1 141 0 0,0-1-1 0 0,0 1 0 0 0,1-1 0 0 0,0 0 0 0 0,11 9 0 0 0,-16-16-18 0 0,0 1 0 0 0,0-1 0 0 0,0 0 0 0 0,0 0 0 0 0,0 0 0 0 0,0 0-1 0 0,0 0 1 0 0,0 0 0 0 0,1 0 0 0 0,-1-1 0 0 0,0 1 0 0 0,1-1 0 0 0,-1 0-1 0 0,0 0 1 0 0,0 0 0 0 0,1 0 0 0 0,-1 0 0 0 0,0 0 0 0 0,1 0 0 0 0,-1-1 0 0 0,0 1-1 0 0,0-1 1 0 0,1 0 0 0 0,-1 1 0 0 0,0-1 0 0 0,0 0 0 0 0,0-1 0 0 0,0 1-1 0 0,0 0 1 0 0,2-2 0 0 0,5-4-188 0 0,0-1 0 0 0,-1 0 0 0 0,0 0 0 0 0,0 0 0 0 0,-1-1 0 0 0,0 0 0 0 0,9-18 0 0 0,0-3-976 0 0,13-40 1 0 0,14-26 2041 0 0,-43 96-832 0 0,0 0 0 0 0,0-1 0 0 0,0 1-1 0 0,1-1 1 0 0,-1 1 0 0 0,0-1 0 0 0,0 1 0 0 0,1 0-1 0 0,-1-1 1 0 0,0 1 0 0 0,0 0 0 0 0,1-1 0 0 0,-1 1-1 0 0,0 0 1 0 0,1-1 0 0 0,-1 1 0 0 0,1 0 0 0 0,-1 0 0 0 0,0-1-1 0 0,1 1 1 0 0,-1 0 0 0 0,1 0 0 0 0,0 0 0 0 0,2 7 983 0 0,-3 18-481 0 0,-13 117-1317 0 0,12-115-4 0 0,2 0 0 0 0,0 1 1 0 0,6 31-1 0 0,-6-55 520 0 0,0 0 1 0 0,0-1-1 0 0,0 1 0 0 0,0-1 1 0 0,0 1-1 0 0,1-1 0 0 0,-1 0 1 0 0,1 1-1 0 0,0-1 0 0 0,0 0 1 0 0,0 0-1 0 0,0 0 0 0 0,1 0 1 0 0,-1-1-1 0 0,1 1 0 0 0,5 3 1 0 0,3 1-5089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6.352"/>
    </inkml:context>
    <inkml:brush xml:id="br0">
      <inkml:brushProperty name="width" value="0.035" units="cm"/>
      <inkml:brushProperty name="height" value="0.035" units="cm"/>
      <inkml:brushProperty name="color" value="#E71224"/>
    </inkml:brush>
  </inkml:definitions>
  <inkml:trace contextRef="#ctx0" brushRef="#br0">2 543 12443 0 0,'0'1'63'0'0,"0"-1"0"0"0,-1 0 1 0 0,1 0-1 0 0,0 1 0 0 0,0-1 1 0 0,0 0-1 0 0,0 0 0 0 0,0 1 1 0 0,0-1-1 0 0,0 0 0 0 0,0 1 1 0 0,0-1-1 0 0,0 0 0 0 0,0 1 1 0 0,0-1-1 0 0,0 0 0 0 0,0 0 1 0 0,0 1-1 0 0,0-1 0 0 0,0 0 1 0 0,0 1-1 0 0,0-1 0 0 0,1 0 1 0 0,-1 0-1 0 0,0 1 0 0 0,0-1 1 0 0,0 0-1 0 0,0 0 0 0 0,1 1 1 0 0,-1-1-1 0 0,0 0 1 0 0,0 0-1 0 0,0 0 0 0 0,1 1 1 0 0,12 4 1021 0 0,-9-5-974 0 0,0 0 0 0 0,0 1 0 0 0,0-1 0 0 0,0 0 0 0 0,5-2 1 0 0,-4 1-103 0 0,0-1 1 0 0,0 0 0 0 0,0-1 0 0 0,0 1 0 0 0,-1-1 0 0 0,1 0-1 0 0,-1 0 1 0 0,6-6 0 0 0,31-34-259 0 0,-30 31 281 0 0,19-23-27 0 0,-2-1-1 0 0,27-44 0 0 0,-39 53-55 0 0,-1 0 1 0 0,-2-1-1 0 0,-1 0 1 0 0,10-33-1 0 0,-18 47-93 0 0,-1 1 0 0 0,3-28 0 0 0,-6 36 121 0 0,0-1 1 0 0,0 1-1 0 0,0-1 1 0 0,0 1 0 0 0,-1 0-1 0 0,0-1 1 0 0,0 1 0 0 0,-1 0-1 0 0,1-1 1 0 0,-4-6 0 0 0,4 11 69 0 0,1 0 1 0 0,-1 0 0 0 0,0 0 0 0 0,1 0 0 0 0,-1 0 0 0 0,0 0-1 0 0,0 0 1 0 0,1 0 0 0 0,-1 0 0 0 0,0 0 0 0 0,0 0 0 0 0,0 0 0 0 0,0 1-1 0 0,0-1 1 0 0,-1 0 0 0 0,1 1 0 0 0,0-1 0 0 0,0 1 0 0 0,0 0-1 0 0,-1-1 1 0 0,1 1 0 0 0,-2-1 0 0 0,0 1 57 0 0,1 1-1 0 0,0-1 1 0 0,-1 0-1 0 0,1 1 1 0 0,0-1 0 0 0,0 1-1 0 0,0 0 1 0 0,0 0-1 0 0,-1 0 1 0 0,1 0 0 0 0,-3 2-1 0 0,-4 4 229 0 0,1 0 0 0 0,-1 0 0 0 0,1 1-1 0 0,-7 8 1 0 0,-1 4-122 0 0,0 0-1 0 0,1 1 1 0 0,2 1 0 0 0,0 0-1 0 0,1 1 1 0 0,-14 37 0 0 0,21-47-256 0 0,1 1 1 0 0,0 0 0 0 0,1 0-1 0 0,0 1 1 0 0,1-1-1 0 0,1 1 1 0 0,0-1 0 0 0,1 1-1 0 0,1-1 1 0 0,0 1-1 0 0,1-1 1 0 0,6 28 0 0 0,-5-36 52 0 0,0 1 0 0 0,0 0 0 0 0,0-1 0 0 0,0 1 0 0 0,1-1 0 0 0,0 0 0 0 0,1-1 0 0 0,-1 1 0 0 0,1-1 0 0 0,0 1 0 0 0,1-2 0 0 0,-1 1 0 0 0,1 0 0 0 0,0-1 0 0 0,0 0 1 0 0,0-1-1 0 0,11 6 0 0 0,-9-6-1126 0 0,1 0 1 0 0,-1 0 0 0 0,1-1 0 0 0,17 2 0 0 0,4-2-5258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6.531"/>
    </inkml:context>
    <inkml:brush xml:id="br0">
      <inkml:brushProperty name="width" value="0.035" units="cm"/>
      <inkml:brushProperty name="height" value="0.035" units="cm"/>
      <inkml:brushProperty name="color" value="#E71224"/>
    </inkml:brush>
  </inkml:definitions>
  <inkml:trace contextRef="#ctx0" brushRef="#br0">147 1 17508 0 0,'-5'9'1560'0'0,"1"1"-1248"0"0,3 2-248 0 0,1 1-64 0 0,0 0 616 0 0,-2-2 120 0 0,2 4 17 0 0,-5 10 7 0 0,-1 16-760 0 0,-6 14-104 0 0,-3 16-48 0 0,-3 4-8 0 0,-1-1-985 0 0,-1-7-199 0 0,2-9-32 0 0,-3-13-16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8.181"/>
    </inkml:context>
    <inkml:brush xml:id="br0">
      <inkml:brushProperty name="width" value="0.035" units="cm"/>
      <inkml:brushProperty name="height" value="0.035" units="cm"/>
      <inkml:brushProperty name="color" value="#E71224"/>
    </inkml:brush>
  </inkml:definitions>
  <inkml:trace contextRef="#ctx0" brushRef="#br0">1 585 14283 0 0,'0'1'59'0'0,"0"-1"-1"0"0,0 0 1 0 0,1 0 0 0 0,-1 1-1 0 0,0-1 1 0 0,1 0 0 0 0,-1 1-1 0 0,0-1 1 0 0,0 0 0 0 0,1 0-1 0 0,-1 0 1 0 0,0 1 0 0 0,1-1 0 0 0,-1 0-1 0 0,1 0 1 0 0,-1 0 0 0 0,0 0-1 0 0,1 0 1 0 0,-1 0 0 0 0,0 0-1 0 0,1 1 1 0 0,-1-1 0 0 0,1 0-1 0 0,-1 0 1 0 0,0-1 0 0 0,1 1-1 0 0,-1 0 1 0 0,1 0 0 0 0,-1 0-1 0 0,0 0 1 0 0,1 0 0 0 0,0 0-1 0 0,14-4 455 0 0,2-4-404 0 0,0 0 0 0 0,0-1 0 0 0,-1-1 0 0 0,0-1 0 0 0,-1 0-1 0 0,23-21 1 0 0,-15 9-127 0 0,0-1 0 0 0,37-53 0 0 0,-49 61-74 0 0,-2-1 0 0 0,0 0 0 0 0,-1 0 0 0 0,-1-1 0 0 0,-1 0 0 0 0,0 0 0 0 0,-1 0 0 0 0,-1-1 0 0 0,-1 0 0 0 0,-1 0 0 0 0,0 0-1 0 0,-1 0 1 0 0,-1 0 0 0 0,-1 0 0 0 0,-6-33 0 0 0,6 49 108 0 0,0-1 0 0 0,0 1 0 0 0,0-1 0 0 0,0 1-1 0 0,0 0 1 0 0,-1-1 0 0 0,1 1 0 0 0,-1 0 0 0 0,-4-6-1 0 0,5 9-1 0 0,0-1-1 0 0,0 0 1 0 0,0 0-1 0 0,0 0 0 0 0,0 1 1 0 0,0-1-1 0 0,0 0 0 0 0,0 1 1 0 0,0-1-1 0 0,0 1 0 0 0,0-1 1 0 0,-1 1-1 0 0,1 0 0 0 0,0 0 1 0 0,0-1-1 0 0,0 1 1 0 0,-1 0-1 0 0,1 0 0 0 0,0 0 1 0 0,0 0-1 0 0,-1 0 0 0 0,1 0 1 0 0,0 1-1 0 0,0-1 0 0 0,0 0 1 0 0,-1 1-1 0 0,1-1 0 0 0,0 1 1 0 0,0-1-1 0 0,0 1 0 0 0,0-1 1 0 0,0 1-1 0 0,-1 1 1 0 0,-5 3 100 0 0,0 0 1 0 0,0 0 0 0 0,1 1 0 0 0,0 0 0 0 0,0 1 0 0 0,-6 8 0 0 0,-28 45 645 0 0,40-59-755 0 0,-15 25 161 0 0,0 1 0 0 0,2 0-1 0 0,-14 40 1 0 0,23-54-156 0 0,0 1-1 0 0,1 0 1 0 0,0 0 0 0 0,1 0-1 0 0,0 0 1 0 0,1 0-1 0 0,1 0 1 0 0,1 1-1 0 0,2 18 1 0 0,-2-28-5 0 0,0 1-1 0 0,1-1 1 0 0,-1 1-1 0 0,1-1 1 0 0,0 0-1 0 0,1 0 1 0 0,-1 0-1 0 0,1 0 1 0 0,0-1-1 0 0,0 1 1 0 0,1-1-1 0 0,-1 0 1 0 0,8 7-1 0 0,-6-6 45 0 0,1-1 0 0 0,0-1 0 0 0,0 1 0 0 0,-1-1-1 0 0,2 0 1 0 0,-1 0 0 0 0,0-1 0 0 0,1 0-1 0 0,-1 0 1 0 0,8 1 0 0 0,2-1 154 0 0,0-1 1 0 0,1 0 0 0 0,-1-1-1 0 0,1-1 1 0 0,-1-1 0 0 0,0 0-1 0 0,0-1 1 0 0,26-8 0 0 0,-6-2 89 0 0,0-1 0 0 0,0-2 0 0 0,60-38 0 0 0,90-77-2199 0 0,-141 96-5482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8.385"/>
    </inkml:context>
    <inkml:brush xml:id="br0">
      <inkml:brushProperty name="width" value="0.035" units="cm"/>
      <inkml:brushProperty name="height" value="0.035" units="cm"/>
      <inkml:brushProperty name="color" value="#E71224"/>
    </inkml:brush>
  </inkml:definitions>
  <inkml:trace contextRef="#ctx0" brushRef="#br0">12 6 12899 0 0,'-5'-2'345'0'0,"-1"-2"679"0"0,12 8-606 0 0,22 12-278 0 0,51 27-705 0 0,-66-37 230 0 0,1 0-1 0 0,0-2 0 0 0,0 1 0 0 0,18 2 1 0 0,-11-4-176 0 0,0-1 1 0 0,0-1 0 0 0,1-1 0 0 0,-1-1 0 0 0,0-1-1 0 0,23-5 1 0 0,-16 1-2804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8.581"/>
    </inkml:context>
    <inkml:brush xml:id="br0">
      <inkml:brushProperty name="width" value="0.035" units="cm"/>
      <inkml:brushProperty name="height" value="0.035" units="cm"/>
      <inkml:brushProperty name="color" value="#E71224"/>
    </inkml:brush>
  </inkml:definitions>
  <inkml:trace contextRef="#ctx0" brushRef="#br0">187 1 17972 0 0,'-3'6'104'0'0,"0"1"0"0"0,1-1 0 0 0,0 1 0 0 0,0 0-1 0 0,0 0 1 0 0,0 12 0 0 0,-4 12-670 0 0,-94 297-4290 0 0,51-181 1260 0 0,49-145 3556 0 0,-13 44-1424 0 0,12-42 1284 0 0,0 0 0 0 0,1 1 0 0 0,-1-1 0 0 0,1 1 0 0 0,0-1 0 0 0,0 0 0 0 0,1 1 0 0 0,0 4 0 0 0,2-1 144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8.932"/>
    </inkml:context>
    <inkml:brush xml:id="br0">
      <inkml:brushProperty name="width" value="0.035" units="cm"/>
      <inkml:brushProperty name="height" value="0.035" units="cm"/>
      <inkml:brushProperty name="color" value="#E71224"/>
    </inkml:brush>
  </inkml:definitions>
  <inkml:trace contextRef="#ctx0" brushRef="#br0">265 1 16131 0 0,'-30'7'511'0'0,"-50"19"0"0"0,66-21-1070 0 0,1 2 1 0 0,-1 0 0 0 0,1 0 0 0 0,1 1-1 0 0,-20 15 1 0 0,26-17 728 0 0,1-1-1 0 0,0 1 1 0 0,0 0 0 0 0,1 1 0 0 0,0-1-1 0 0,0 1 1 0 0,0-1 0 0 0,1 1 0 0 0,0 0 0 0 0,0 1-1 0 0,0-1 1 0 0,1 0 0 0 0,0 1 0 0 0,1-1-1 0 0,0 1 1 0 0,0 0 0 0 0,1-1 0 0 0,0 1-1 0 0,0 0 1 0 0,0 0 0 0 0,1-1 0 0 0,0 1-1 0 0,4 12 1 0 0,-3-13-79 0 0,0-1-1 0 0,0 1 0 0 0,1-1 1 0 0,0 1-1 0 0,0-1 0 0 0,1 0 1 0 0,-1 0-1 0 0,1 0 1 0 0,0-1-1 0 0,1 0 0 0 0,-1 1 1 0 0,1-1-1 0 0,0-1 1 0 0,1 1-1 0 0,-1-1 0 0 0,1 0 1 0 0,0 0-1 0 0,0-1 1 0 0,0 1-1 0 0,0-1 0 0 0,1-1 1 0 0,-1 1-1 0 0,1-1 0 0 0,-1 0 1 0 0,1-1-1 0 0,9 2 1 0 0,-9-3-382 0 0,0 0 1 0 0,0 0 0 0 0,0 0-1 0 0,0-1 1 0 0,0 0 0 0 0,10-4-1 0 0,16-5-6320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9.599"/>
    </inkml:context>
    <inkml:brush xml:id="br0">
      <inkml:brushProperty name="width" value="0.035" units="cm"/>
      <inkml:brushProperty name="height" value="0.035" units="cm"/>
      <inkml:brushProperty name="color" value="#E71224"/>
    </inkml:brush>
  </inkml:definitions>
  <inkml:trace contextRef="#ctx0" brushRef="#br0">25 424 18892 0 0,'-1'1'214'0'0,"-12"2"1181"0"0,13-3-1384 0 0,0 0 0 0 0,0 0 0 0 0,0 0 0 0 0,-1 0 0 0 0,1 0-1 0 0,0 0 1 0 0,0 0 0 0 0,0 0 0 0 0,-1 0 0 0 0,1 0 0 0 0,0 0-1 0 0,0 0 1 0 0,0 0 0 0 0,0 0 0 0 0,-1 0 0 0 0,1 0-1 0 0,0 1 1 0 0,0-1 0 0 0,0 0 0 0 0,0 0 0 0 0,0 0 0 0 0,0 0-1 0 0,-1 0 1 0 0,1 0 0 0 0,0 1 0 0 0,0-1 0 0 0,0 0 0 0 0,0 0-1 0 0,0 0 1 0 0,0 0 0 0 0,0 1 0 0 0,0-1 0 0 0,0 0-1 0 0,0 0 1 0 0,0 0 0 0 0,0 0 0 0 0,0 1 0 0 0,-1-1 0 0 0,1 0-1 0 0,1 0 1 0 0,-1 0 0 0 0,0 1 0 0 0,0-1 0 0 0,0 0 0 0 0,0 0-1 0 0,0 0 1 0 0,0 0 0 0 0,0 1 0 0 0,0-1 0 0 0,0 0-1 0 0,0 0 1 0 0,0 0 0 0 0,5 9 245 0 0,-4-8-298 0 0,-1 0 1 0 0,0-1 0 0 0,0 1 0 0 0,0-1 0 0 0,1 1 0 0 0,-1 0 0 0 0,0-1 0 0 0,1 1-1 0 0,-1-1 1 0 0,0 1 0 0 0,1-1 0 0 0,-1 1 0 0 0,1-1 0 0 0,-1 1 0 0 0,1-1-1 0 0,-1 1 1 0 0,1-1 0 0 0,-1 0 0 0 0,1 1 0 0 0,-1-1 0 0 0,1 0 0 0 0,0 0 0 0 0,-1 1-1 0 0,1-1 1 0 0,-1 0 0 0 0,1 0 0 0 0,0 0 0 0 0,-1 0 0 0 0,1 0 0 0 0,0 1-1 0 0,-1-1 1 0 0,1 0 0 0 0,0-1 0 0 0,0 1 0 0 0,2 0-311 0 0,0-1 0 0 0,0 0-1 0 0,-1 0 1 0 0,1 0 0 0 0,0 0 0 0 0,-1-1 0 0 0,1 1-1 0 0,-1-1 1 0 0,1 1 0 0 0,3-4 0 0 0,22-23-2736 0 0,-25 25 2690 0 0,9-10-510 0 0,-1 0 0 0 0,-1 0 0 0 0,0-1 1 0 0,11-21-1 0 0,-18 29 972 0 0,0 1-1 0 0,-1 0 1 0 0,1-1 0 0 0,-2 0-1 0 0,1 1 1 0 0,0-1 0 0 0,-1 0 0 0 0,0 0-1 0 0,-1 0 1 0 0,1 0 0 0 0,-1 0 0 0 0,0 0-1 0 0,0 1 1 0 0,-1-1 0 0 0,0 0 0 0 0,-2-7-1 0 0,3 11 48 0 0,-1 0 0 0 0,1 1 0 0 0,-1-1 0 0 0,1 0 0 0 0,-1 0 0 0 0,0 1 0 0 0,0-1 0 0 0,0 1 0 0 0,0-1 0 0 0,0 1 0 0 0,0-1 0 0 0,0 1 0 0 0,-1 0 0 0 0,1-1 0 0 0,0 1 0 0 0,-1 0 0 0 0,1 0 0 0 0,-1 0 0 0 0,1 0 0 0 0,-1 0 0 0 0,0 0 0 0 0,1 1 0 0 0,-1-1 0 0 0,0 0 0 0 0,0 1 0 0 0,0-1 0 0 0,1 1 0 0 0,-5 0 0 0 0,3 0 79 0 0,-1 0 0 0 0,1 1 0 0 0,-1 0 0 0 0,1 0 0 0 0,0 0 0 0 0,-1 0 0 0 0,1 1 0 0 0,0-1 0 0 0,0 1 0 0 0,0 0 0 0 0,0 0 0 0 0,0 0 0 0 0,0 0 1 0 0,-3 4-1 0 0,-2 3-95 0 0,0-1 0 0 0,0 2 0 0 0,1-1 1 0 0,1 1-1 0 0,0 0 0 0 0,0 0 1 0 0,1 1-1 0 0,0 0 0 0 0,0 0 1 0 0,2 0-1 0 0,-1 0 0 0 0,1 1 1 0 0,1-1-1 0 0,0 1 0 0 0,1 0 0 0 0,0 0 1 0 0,1-1-1 0 0,0 1 0 0 0,1 0 1 0 0,0 0-1 0 0,1 0 0 0 0,0-1 1 0 0,1 1-1 0 0,0-1 0 0 0,1 0 1 0 0,0 0-1 0 0,9 16 0 0 0,-11-23-21 0 0,0-1 1 0 0,0 0-1 0 0,0 1 0 0 0,1-1 0 0 0,0 0 0 0 0,-1 0 1 0 0,1-1-1 0 0,0 1 0 0 0,0 0 0 0 0,1-1 0 0 0,-1 0 0 0 0,0 0 1 0 0,1 0-1 0 0,0 0 0 0 0,-1 0 0 0 0,1-1 0 0 0,0 0 1 0 0,7 2-1 0 0,-5-2-52 0 0,0-1 0 0 0,-1 0 0 0 0,1 0 0 0 0,0-1 0 0 0,-1 1 0 0 0,1-1-1 0 0,0-1 1 0 0,-1 1 0 0 0,1-1 0 0 0,-1 0 0 0 0,0 0 0 0 0,10-5 0 0 0,3-5-585 0 0,1 0 0 0 0,-2-1 0 0 0,19-18-1 0 0,31-23-2529 0 0,-65 53 3052 0 0,0-1 0 0 0,0 1 0 0 0,1 0 0 0 0,-1 0 0 0 0,0 0 0 0 0,0 0 0 0 0,1 0 0 0 0,-1 0 1 0 0,1 1-1 0 0,-1-1 0 0 0,1 1 0 0 0,-1-1 0 0 0,1 1 0 0 0,-1 0 0 0 0,1 0 0 0 0,-1 0 0 0 0,1 1 0 0 0,2 0 0 0 0,-2 0 194 0 0,0 0-1 0 0,0 0 0 0 0,-1 1 1 0 0,1-1-1 0 0,0 1 0 0 0,-1 0 0 0 0,1-1 1 0 0,-1 1-1 0 0,0 0 0 0 0,0 1 1 0 0,0-1-1 0 0,0 0 0 0 0,0 1 0 0 0,3 4 1 0 0,1 5 202 0 0,0-1-1 0 0,0 1 1 0 0,-1 0 0 0 0,-1 1 0 0 0,5 16 0 0 0,9 68-42 0 0,-11-51-794 0 0,0-5-1027 0 0,-1-1-1 0 0,-2 2 0 0 0,-3 72 1 0 0,-2-111 1430 0 0,1 1 0 0 0,-1 0 1 0 0,0 0-1 0 0,0-1 0 0 0,-2 7 0 0 0,3-10 128 0 0,0 1-1 0 0,-1-1 0 0 0,1 0 0 0 0,0 1 0 0 0,0-1 0 0 0,-1 1 0 0 0,1-1 1 0 0,0 0-1 0 0,-1 1 0 0 0,1-1 0 0 0,0 1 0 0 0,-1-1 0 0 0,1 0 0 0 0,-1 0 1 0 0,1 1-1 0 0,0-1 0 0 0,-1 0 0 0 0,1 0 0 0 0,-1 1 0 0 0,0-1 0 0 0,0 0 105 0 0,1 0 0 0 0,-1 0 0 0 0,0 0-1 0 0,1-1 1 0 0,-1 1 0 0 0,0 0 0 0 0,1 0-1 0 0,-1-1 1 0 0,1 1 0 0 0,-1 0 0 0 0,1-1-1 0 0,-1 1 1 0 0,0 0 0 0 0,1-1-1 0 0,0 1 1 0 0,-1-1 0 0 0,1 1 0 0 0,-1-1-1 0 0,1 1 1 0 0,-1-2 0 0 0,-3-4 514 0 0,0-1 1 0 0,1 0-1 0 0,0 0 1 0 0,0 0-1 0 0,1-1 0 0 0,-3-11 1 0 0,0 0 194 0 0,-14-46-578 0 0,4-1-1 0 0,2 0 0 0 0,4-1 0 0 0,2 0 0 0 0,3 0 0 0 0,3-1 0 0 0,9-67 0 0 0,-6 109-440 0 0,2-1 1 0 0,2 2 0 0 0,0-1-1 0 0,10-25 1 0 0,-12 42 89 0 0,0-1 1 0 0,1 1 0 0 0,0 0 0 0 0,0 0-1 0 0,11-12 1 0 0,-12 16 81 0 0,1 0 0 0 0,0 1 1 0 0,-1 0-1 0 0,1-1 0 0 0,1 2 0 0 0,-1-1 0 0 0,1 1 1 0 0,-1 0-1 0 0,12-5 0 0 0,-13 7 14 0 0,-1 0 1 0 0,1-1-1 0 0,0 2 0 0 0,-1-1 0 0 0,1 0 1 0 0,0 1-1 0 0,0 0 0 0 0,0 0 0 0 0,-1 0 1 0 0,1 0-1 0 0,0 0 0 0 0,0 1 0 0 0,-1 0 1 0 0,1 0-1 0 0,6 2 0 0 0,-5 0-43 0 0,-1-1 0 0 0,0 1 0 0 0,1-1 0 0 0,-1 1-1 0 0,-1 0 1 0 0,1 1 0 0 0,0-1 0 0 0,-1 1 0 0 0,0 0 0 0 0,6 7 0 0 0,-4-1-138 0 0,1-1 1 0 0,-2 1 0 0 0,1-1 0 0 0,-2 1 0 0 0,1 0 0 0 0,-1 1-1 0 0,-1-1 1 0 0,0 1 0 0 0,0-1 0 0 0,0 18 0 0 0,-3-8-316 0 0,-1 0 1 0 0,0 0-1 0 0,-2 0 0 0 0,0-1 1 0 0,-1 0-1 0 0,-1 0 0 0 0,-11 24 1 0 0,-2-5 463 0 0,0 0 0 0 0,-35 48 1 0 0,39-68-458 0 0,10-13-5428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39.863"/>
    </inkml:context>
    <inkml:brush xml:id="br0">
      <inkml:brushProperty name="width" value="0.035" units="cm"/>
      <inkml:brushProperty name="height" value="0.035" units="cm"/>
      <inkml:brushProperty name="color" value="#E71224"/>
    </inkml:brush>
  </inkml:definitions>
  <inkml:trace contextRef="#ctx0" brushRef="#br0">3 2 18892 0 0,'-3'-2'469'0'0,"5"3"116"0"0,7 9 409 0 0,5 10-957 0 0,-1 1 0 0 0,17 40 0 0 0,13 50 117 0 0,-18-43-153 0 0,103 228-1666 0 0,4 6-1332 0 0,-93-208-153 0 0,-32-75 2007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0.061"/>
    </inkml:context>
    <inkml:brush xml:id="br0">
      <inkml:brushProperty name="width" value="0.035" units="cm"/>
      <inkml:brushProperty name="height" value="0.035" units="cm"/>
      <inkml:brushProperty name="color" value="#E71224"/>
    </inkml:brush>
  </inkml:definitions>
  <inkml:trace contextRef="#ctx0" brushRef="#br0">19 282 17052 0 0,'-4'-3'352'0'0,"-9"-11"887"0"0,13 13-1220 0 0,-1 1 1 0 0,1-1-1 0 0,0 0 1 0 0,0 1-1 0 0,0-1 1 0 0,0 1-1 0 0,0-1 0 0 0,0 0 1 0 0,0 1-1 0 0,0-1 1 0 0,0 1-1 0 0,0-1 0 0 0,0 0 1 0 0,0 1-1 0 0,0-1 1 0 0,0 1-1 0 0,0-1 0 0 0,1 0 1 0 0,-1 1-1 0 0,0-1 1 0 0,0 1-1 0 0,1-1 1 0 0,-1 1-1 0 0,1-1 0 0 0,-1 1 1 0 0,0-1-1 0 0,1 1 1 0 0,-1-1-1 0 0,2 0 0 0 0,4-5 295 0 0,18-18 517 0 0,47-37 0 0 0,-51 46-1055 0 0,21-14-1694 0 0,45-42 0 0 0,-67 50 435 0 0,-7 1-12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0.218"/>
    </inkml:context>
    <inkml:brush xml:id="br0">
      <inkml:brushProperty name="width" value="0.035" units="cm"/>
      <inkml:brushProperty name="height" value="0.035" units="cm"/>
      <inkml:brushProperty name="color" value="#E71224"/>
    </inkml:brush>
  </inkml:definitions>
  <inkml:trace contextRef="#ctx0" brushRef="#br0">5 30 19356 0 0,'-3'-3'856'0'0,"1"1"177"0"0,4-1-825 0 0,0 1-208 0 0,1 1 0 0 0,-2 1 0 0 0,3-2-465 0 0,-1 0-135 0 0,4-1-24 0 0,1 0-8 0 0,0-1-1448 0 0,0 3-289 0 0,-1-1-55 0 0,-4 1-9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0.370"/>
    </inkml:context>
    <inkml:brush xml:id="br0">
      <inkml:brushProperty name="width" value="0.035" units="cm"/>
      <inkml:brushProperty name="height" value="0.035" units="cm"/>
      <inkml:brushProperty name="color" value="#E71224"/>
    </inkml:brush>
  </inkml:definitions>
  <inkml:trace contextRef="#ctx0" brushRef="#br0">0 0 16588 0 0,'5'17'736'0'0,"-1"-4"152"0"0,-1 0-712 0 0,2-1-176 0 0,-2-3 0 0 0,0-2 0 0 0,1 3 0 0 0,0 4 0 0 0,6 9 0 0 0,0 7 0 0 0,5 4-1232 0 0,-2-4-233 0 0,0-9-39 0 0,0-11-16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0.680"/>
    </inkml:context>
    <inkml:brush xml:id="br0">
      <inkml:brushProperty name="width" value="0.035" units="cm"/>
      <inkml:brushProperty name="height" value="0.035" units="cm"/>
      <inkml:brushProperty name="color" value="#E71224"/>
    </inkml:brush>
  </inkml:definitions>
  <inkml:trace contextRef="#ctx0" brushRef="#br0">249 15 14747 0 0,'-8'3'163'0'0,"0"0"1"0"0,0 1-1 0 0,0 0 0 0 0,0 0 0 0 0,1 1 0 0 0,-11 9 1 0 0,-40 38-1895 0 0,45-39 1738 0 0,-2 2-224 0 0,1 0 1 0 0,1 0 0 0 0,0 2-1 0 0,-12 21 1 0 0,20-30 278 0 0,1 0 1 0 0,0 0-1 0 0,0 0 0 0 0,1 0 0 0 0,0 1 1 0 0,0 0-1 0 0,1-1 0 0 0,1 1 1 0 0,-1 0-1 0 0,1 0 0 0 0,1 0 0 0 0,0 11 1 0 0,0-16 51 0 0,1-1 0 0 0,-1 1 0 0 0,1-1-1 0 0,0 1 1 0 0,0-1 0 0 0,0 0 0 0 0,1 1 0 0 0,-1-1 0 0 0,1 0 0 0 0,0 0 0 0 0,0 0 0 0 0,0 0 0 0 0,0 0 0 0 0,0 0 0 0 0,1-1 0 0 0,-1 1 0 0 0,1-1 0 0 0,0 1 0 0 0,-1-1 0 0 0,5 2 0 0 0,-2-2 35 0 0,0 1-1 0 0,-1-1 1 0 0,2 0 0 0 0,-1-1-1 0 0,0 1 1 0 0,0-1 0 0 0,0 0-1 0 0,1 0 1 0 0,-1-1 0 0 0,0 1-1 0 0,1-1 1 0 0,10-2 0 0 0,3-1 81 0 0,-1-1 1 0 0,1 0-1 0 0,-1-2 1 0 0,0 0-1 0 0,0-2 1 0 0,26-13-1 0 0,-6-1-414 0 0,60-46 0 0 0,-81 54-142 0 0,0 0-1 0 0,0-1 1 0 0,15-20-1 0 0,-27 30 202 0 0,0-1-1 0 0,-1 0 1 0 0,1-1-1 0 0,-1 1 1 0 0,-1-1-1 0 0,0 0 1 0 0,1 0-1 0 0,-2 0 1 0 0,1 0-1 0 0,-1 0 1 0 0,-1-1-1 0 0,3-13 1 0 0,-4 18 192 0 0,0 0 1 0 0,0 0 0 0 0,-1 0 0 0 0,1 1 0 0 0,0-1-1 0 0,-1 0 1 0 0,0 0 0 0 0,0 0 0 0 0,0 0 0 0 0,0 1 0 0 0,0-1-1 0 0,-1 0 1 0 0,1 1 0 0 0,-1-1 0 0 0,-2-2 0 0 0,1 1 81 0 0,0 1 0 0 0,-1 0 1 0 0,0 0-1 0 0,1 0 1 0 0,-1 0-1 0 0,0 1 0 0 0,0 0 1 0 0,-9-4-1 0 0,0 1 4 0 0,-1 1-1 0 0,0 1 1 0 0,0 0-1 0 0,0 1 1 0 0,-19-1-1 0 0,6 3-1166 0 0,0 1-3580 0 0,2 1-1540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1.054"/>
    </inkml:context>
    <inkml:brush xml:id="br0">
      <inkml:brushProperty name="width" value="0.035" units="cm"/>
      <inkml:brushProperty name="height" value="0.035" units="cm"/>
      <inkml:brushProperty name="color" value="#E71224"/>
    </inkml:brush>
  </inkml:definitions>
  <inkml:trace contextRef="#ctx0" brushRef="#br0">46 71 17972 0 0,'-1'1'78'0'0,"0"-1"1"0"0,0 1 0 0 0,0 0-1 0 0,0-1 1 0 0,0 1-1 0 0,0 0 1 0 0,0 0 0 0 0,0 0-1 0 0,1 0 1 0 0,-1 0-1 0 0,0 0 1 0 0,1 0 0 0 0,-1 0-1 0 0,0 0 1 0 0,1 0-1 0 0,-1 0 1 0 0,1 0-1 0 0,0 0 1 0 0,-1 1 0 0 0,1-1-1 0 0,0 0 1 0 0,0 0-1 0 0,-1 0 1 0 0,1 1 0 0 0,0-1-1 0 0,0 0 1 0 0,1 0-1 0 0,-1 2 1 0 0,1 2-74 0 0,-1 0 0 0 0,0 0 0 0 0,0 0 0 0 0,0 0 0 0 0,0 1 0 0 0,-1-1 0 0 0,-1 5 0 0 0,0 7-636 0 0,-2 30-946 0 0,3-20-1890 0 0,-2 1 1 0 0,-6 30 0 0 0,9-57 3277 0 0,0 0-1 0 0,-1 0 0 0 0,1 0 0 0 0,0 0 0 0 0,-1 0 1 0 0,1 0-1 0 0,-1 0 0 0 0,1 0 0 0 0,-1 0 0 0 0,0 0 1 0 0,1 0-1 0 0,-2 1 0 0 0,0-4 940 0 0,2-9 1190 0 0,13-87 4943 0 0,-8 72-6931 0 0,1 0 1 0 0,1 0 0 0 0,18-39-1 0 0,-22 57-139 0 0,1 1 0 0 0,-1 0-1 0 0,2 0 1 0 0,-1 0 0 0 0,1 1-1 0 0,0 0 1 0 0,1 0 0 0 0,10-10-1 0 0,-14 14 192 0 0,1 0 0 0 0,-1 1 0 0 0,0 0-1 0 0,1-1 1 0 0,-1 1 0 0 0,1 0 0 0 0,-1 0-1 0 0,1 0 1 0 0,-1 0 0 0 0,1 1 0 0 0,0-1-1 0 0,-1 1 1 0 0,1 0 0 0 0,0-1 0 0 0,0 1-1 0 0,-1 0 1 0 0,1 1 0 0 0,0-1 0 0 0,-1 0-1 0 0,1 1 1 0 0,0 0 0 0 0,-1-1 0 0 0,1 1-1 0 0,0 0 1 0 0,-1 0 0 0 0,0 1 0 0 0,1-1-1 0 0,-1 0 1 0 0,3 3 0 0 0,7 6 450 0 0,0 0 0 0 0,-1 0 0 0 0,-1 1 0 0 0,0 1 0 0 0,14 20 0 0 0,-15-19-374 0 0,1 0-1 0 0,1-1 0 0 0,0 0 0 0 0,22 19 0 0 0,-14-19-703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1.460"/>
    </inkml:context>
    <inkml:brush xml:id="br0">
      <inkml:brushProperty name="width" value="0.035" units="cm"/>
      <inkml:brushProperty name="height" value="0.035" units="cm"/>
      <inkml:brushProperty name="color" value="#E71224"/>
    </inkml:brush>
  </inkml:definitions>
  <inkml:trace contextRef="#ctx0" brushRef="#br0">264 2 21661 0 0,'-39'-2'2450'0'0,"13"8"-4394"0"0,4 0 253 0 0,1 2 0 0 0,0 1 0 0 0,0 0 0 0 0,-27 18 0 0 0,43-24 1177 0 0,-1 1-1 0 0,1 1 0 0 0,0-1 1 0 0,0 1-1 0 0,1 0 1 0 0,-1 0-1 0 0,1 0 1 0 0,0 1-1 0 0,0 0 0 0 0,-3 8 1 0 0,4-9 464 0 0,1 1-1 0 0,1-1 1 0 0,-1 0 0 0 0,1 1-1 0 0,0 0 1 0 0,0-1 0 0 0,1 1-1 0 0,0 9 1 0 0,0-6 632 0 0,1 1-1 0 0,0 0 1 0 0,1-1-1 0 0,1 1 1 0 0,-1-1-1 0 0,1 0 1 0 0,1 0-1 0 0,-1 0 1 0 0,2 0-1 0 0,-1 0 1 0 0,7 8 0 0 0,-8-13-384 0 0,0 0 0 0 0,0 0 1 0 0,1 0-1 0 0,-1-1 1 0 0,0 1-1 0 0,1-1 1 0 0,0 0-1 0 0,0 0 1 0 0,0-1-1 0 0,0 1 0 0 0,1-1 1 0 0,-1 0-1 0 0,0 0 1 0 0,1 0-1 0 0,0-1 1 0 0,-1 1-1 0 0,1-1 1 0 0,0 0-1 0 0,0-1 0 0 0,0 1 1 0 0,0-1-1 0 0,-1 0 1 0 0,10-1-1 0 0,-2-1-111 0 0,-1-1 0 0 0,1 0 0 0 0,-1-1 0 0 0,0 0 0 0 0,0-1 0 0 0,-1 0 0 0 0,1-1 1 0 0,-1 0-1 0 0,0 0 0 0 0,-1-1 0 0 0,1-1 0 0 0,-1 0 0 0 0,-1 0 0 0 0,0 0 0 0 0,9-12 0 0 0,-10 11-172 0 0,0 0 0 0 0,-1-1 0 0 0,0 1 0 0 0,0-2 0 0 0,-1 1 0 0 0,-1 0 0 0 0,1-1 0 0 0,-2 0-1 0 0,0 0 1 0 0,0 0 0 0 0,-1-1 0 0 0,0 1 0 0 0,0-1 0 0 0,-2 1 0 0 0,0-19 0 0 0,-1 25 48 0 0,-3-23 150 0 0,4 27-131 0 0,0 0 0 0 0,-1-1 0 0 0,1 1 0 0 0,0 0 1 0 0,-1 0-1 0 0,1 0 0 0 0,-1 0 0 0 0,0 0 0 0 0,1 0 0 0 0,-1 0 0 0 0,0 0 1 0 0,1 0-1 0 0,-1 0 0 0 0,0 0 0 0 0,0 1 0 0 0,0-1 0 0 0,0 0 0 0 0,0 0 1 0 0,-2 0-1 0 0,3 1-28 0 0,-1-1 1 0 0,0 1 0 0 0,0 0-1 0 0,1 1 1 0 0,-1-1 0 0 0,0 0 0 0 0,0 0-1 0 0,1 0 1 0 0,-1 0 0 0 0,0 1-1 0 0,0-1 1 0 0,1 0 0 0 0,-1 0-1 0 0,0 1 1 0 0,1-1 0 0 0,-1 1-1 0 0,1-1 1 0 0,-1 1 0 0 0,0-1-1 0 0,1 1 1 0 0,-1-1 0 0 0,1 1-1 0 0,-1-1 1 0 0,1 1 0 0 0,0-1-1 0 0,-1 1 1 0 0,1 0 0 0 0,-1-1 0 0 0,1 1-1 0 0,0 0 1 0 0,0 0 0 0 0,-1-1-1 0 0,1 2 1 0 0,-1 2-199 0 0,-1 0 0 0 0,1 0 0 0 0,0 0 0 0 0,-1 7 0 0 0,1 10-31 0 0,0 1 1 0 0,2-1-1 0 0,1 0 0 0 0,0 1 1 0 0,10 37-1 0 0,-6-38-4997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1.738"/>
    </inkml:context>
    <inkml:brush xml:id="br0">
      <inkml:brushProperty name="width" value="0.035" units="cm"/>
      <inkml:brushProperty name="height" value="0.035" units="cm"/>
      <inkml:brushProperty name="color" value="#E71224"/>
    </inkml:brush>
  </inkml:definitions>
  <inkml:trace contextRef="#ctx0" brushRef="#br0">17 0 18892 0 0,'-1'0'73'0'0,"0"1"-1"0"0,1-1 1 0 0,-1 0-1 0 0,0 0 0 0 0,0 1 1 0 0,0-1-1 0 0,1 0 1 0 0,-1 1-1 0 0,0-1 1 0 0,1 1-1 0 0,-1-1 1 0 0,0 1-1 0 0,1-1 1 0 0,-1 1-1 0 0,0 0 1 0 0,1-1-1 0 0,-1 1 1 0 0,1 0-1 0 0,-1-1 1 0 0,1 1-1 0 0,-1 0 1 0 0,1 0-1 0 0,0-1 1 0 0,-1 1-1 0 0,1 0 1 0 0,0 0-1 0 0,0 0 1 0 0,0 0-1 0 0,-1 1 1 0 0,1 3-208 0 0,0 0 1 0 0,1 0-1 0 0,-1 0 1 0 0,2 7 0 0 0,1 4 70 0 0,3 29-328 0 0,1-1 1 0 0,3-1-1 0 0,15 45 1 0 0,57 125-98 0 0,-19-68 53 0 0,128 218 1 0 0,-102-238-1775 0 0,-46-73-3343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3:43.202"/>
    </inkml:context>
    <inkml:brush xml:id="br0">
      <inkml:brushProperty name="width" value="0.035" units="cm"/>
      <inkml:brushProperty name="height" value="0.035" units="cm"/>
      <inkml:brushProperty name="color" value="#E71224"/>
    </inkml:brush>
  </inkml:definitions>
  <inkml:trace contextRef="#ctx0" brushRef="#br0">1 72 9674 0 0,'0'-1'161'0'0,"0"-1"0"0"0,0 1 0 0 0,0-1 0 0 0,0 0 0 0 0,0 1 0 0 0,1-1 0 0 0,-1 1-1 0 0,1-1 1 0 0,-1 1 0 0 0,1-1 0 0 0,0 1 0 0 0,-1-1 0 0 0,1 1 0 0 0,0 0 0 0 0,0-1 0 0 0,0 1 0 0 0,0 0 0 0 0,2-2 0 0 0,21-21-498 0 0,-22 22 90 0 0,1 0 0 0 0,-1 0 0 0 0,1 0-1 0 0,-1 1 1 0 0,1-1 0 0 0,0 1 0 0 0,0 0 0 0 0,0 0 0 0 0,0 0 0 0 0,0 0 0 0 0,0 0 0 0 0,0 0 0 0 0,0 1 0 0 0,0 0 0 0 0,0-1 0 0 0,0 1 0 0 0,6 1 0 0 0,0 1 533 0 0,0 0 1 0 0,0 1-1 0 0,-1 0 1 0 0,15 7-1 0 0,-16-7 472 0 0,78 35 3802 0 0,104 43-74 0 0,-158-70-4463 0 0,1-2-1 0 0,1 0 0 0 0,0-3 1 0 0,38 4-1 0 0,-17-8-530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4:50.556"/>
    </inkml:context>
    <inkml:brush xml:id="br0">
      <inkml:brushProperty name="width" value="0.035" units="cm"/>
      <inkml:brushProperty name="height" value="0.035" units="cm"/>
      <inkml:brushProperty name="color" value="#E71224"/>
    </inkml:brush>
  </inkml:definitions>
  <inkml:trace contextRef="#ctx0" brushRef="#br0">0 96 5985 0 0,'6'-6'170'0'0,"0"1"0"0"0,1-1 0 0 0,-1 1 0 0 0,14-8 0 0 0,-16 11-125 0 0,0 1 0 0 0,-1-1 0 0 0,1 1 0 0 0,0-1-1 0 0,0 1 1 0 0,-1 0 0 0 0,1 1 0 0 0,0-1-1 0 0,0 1 1 0 0,0 0 0 0 0,0 0 0 0 0,5 0 0 0 0,4 3 521 0 0,0-1 0 0 0,0 2 1 0 0,0 0-1 0 0,-1 1 1 0 0,13 6-1 0 0,-19-9-460 0 0,20 8 545 0 0,38 9-1 0 0,0 0-78 0 0,41 22-508 0 0,-98-39-47 0 0,1 0 0 0 0,0-1 0 0 0,0 1 0 0 0,0-1 0 0 0,0-1 0 0 0,15 0 0 0 0,50-10 506 0 0,-28 4 11 0 0,22 1 277 0 0,105 8 0 0 0,-104 0-793 0 0,-12-3-1311 0 0,80-10-1 0 0,-21 1 1409 0 0,-94 9 223 0 0,0 1 0 0 0,0 0 0 0 0,30 7 0 0 0,55 17 1117 0 0,43 10-597 0 0,-117-30-884 0 0,-1-1 0 0 0,57 0 0 0 0,-59-6-203 0 0,0-1-1 0 0,36-8 1 0 0,55-20-802 0 0,-71 18 867 0 0,-7 2 46 0 0,138-33 703 0 0,-149 39-263 0 0,-1 1 1 0 0,1 2 0 0 0,0 1 0 0 0,32 3 0 0 0,148 25 339 0 0,-145-17-679 0 0,-24-6-98 0 0,0-1 0 0 0,0-3-1 0 0,0-1 1 0 0,0-2 0 0 0,0-2 0 0 0,52-13-1 0 0,156-23-1539 0 0,-217 38 1781 0 0,0 2-1 0 0,0 1 0 0 0,0 2 1 0 0,0 1-1 0 0,53 12 0 0 0,76 38 1483 0 0,-33-9-1132 0 0,-98-37-509 0 0,0 0 1 0 0,1-3 0 0 0,0 0 0 0 0,0-2 0 0 0,0-1 0 0 0,58-7-1 0 0,189-45-1523 0 0,-261 47 1424 0 0,190-33-119 0 0,-163 32 869 0 0,1 3-1 0 0,73 4 0 0 0,-56 6 439 0 0,80 21-1 0 0,22 3-1021 0 0,-139-29-293 0 0,0 0 0 0 0,0-3 0 0 0,0 0 0 0 0,38-5 0 0 0,-21-3-618 0 0,69-21 0 0 0,38-25-816 0 0,51-15-464 0 0,-179 64 2295 0 0,0 0-1 0 0,1 2 1 0 0,0 0-1 0 0,0 2 1 0 0,0 1-1 0 0,0 0 1 0 0,35 6-1 0 0,-32-1 426 0 0,-1 1-1 0 0,1 0 0 0 0,-1 2 1 0 0,0 1-1 0 0,-1 1 1 0 0,31 18-1 0 0,-13-4-158 0 0,102 53 123 0 0,-124-68-657 0 0,0-1 0 0 0,0-2 0 0 0,1 0 1 0 0,0-1-1 0 0,36 4 0 0 0,-24-7-262 0 0,0-2-1 0 0,1-1 0 0 0,-1-2 1 0 0,0-1-1 0 0,63-17 0 0 0,153-65-410 0 0,-129 40 895 0 0,-71 28 390 0 0,2 2 0 0 0,59-9 0 0 0,-88 21-134 0 0,1 1 0 0 0,0 1 0 0 0,0 2 0 0 0,0 0 0 0 0,-1 1 0 0 0,1 1 0 0 0,35 9 0 0 0,-16 2-107 0 0,0 2-1 0 0,-2 2 0 0 0,39 22 1 0 0,-34-16-358 0 0,89 32 0 0 0,-110-47-40 0 0,0-2 0 0 0,0 0 0 0 0,1-2-1 0 0,-1 0 1 0 0,1-2 0 0 0,0-1-1 0 0,0-1 1 0 0,0-1 0 0 0,-1-1 0 0 0,1-1-1 0 0,41-11 1 0 0,158-65 643 0 0,-54 16-125 0 0,-152 57-334 0 0,1 1 1 0 0,0 1-1 0 0,0 0 0 0 0,0 2 0 0 0,37-1 0 0 0,-43 3 0 0 0,0 1-1 0 0,0 1 0 0 0,0 1 1 0 0,0-1-1 0 0,0 2 0 0 0,-1 0 1 0 0,1 1-1 0 0,-1 0 0 0 0,17 9 1 0 0,83 59 880 0 0,26 14-779 0 0,-115-75-391 0 0,0-1 0 0 0,1-2 0 0 0,1 0 0 0 0,47 9 1 0 0,-54-15-16 0 0,0 0 1 0 0,0-2-1 0 0,1 0 1 0 0,-1-2-1 0 0,0 0 1 0 0,0 0-1 0 0,33-9 1 0 0,22-12 386 0 0,122-56 0 0 0,-13 3 1605 0 0,-147 63-1480 0 0,1 2 0 0 0,0 1-1 0 0,47-5 1 0 0,-62 13-161 0 0,-1 0 1 0 0,1 2-1 0 0,-1 0 1 0 0,0 1-1 0 0,1 1 1 0 0,-1 1-1 0 0,0 1 1 0 0,30 12-1 0 0,11 8 249 0 0,76 45 0 0 0,-18-9-480 0 0,-83-45-914 0 0,0-2-1 0 0,46 12 1 0 0,-28-12-5407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2.468"/>
    </inkml:context>
    <inkml:brush xml:id="br0">
      <inkml:brushProperty name="width" value="0.035" units="cm"/>
      <inkml:brushProperty name="height" value="0.035" units="cm"/>
      <inkml:brushProperty name="color" value="#E71224"/>
    </inkml:brush>
  </inkml:definitions>
  <inkml:trace contextRef="#ctx0" brushRef="#br0">190 345 14283 0 0,'-4'-1'1581'0'0,"4"4"-1014"0"0,3 7-172 0 0,-6 255-281 0 0,2 123-498 0 0,21-3-1057 0 0,-18-360 1266 0 0,4 63-730 0 0,-6-88 908 0 0,0 0 0 0 0,0 0-1 0 0,0 0 1 0 0,0 0 0 0 0,0 0 0 0 0,0 0 0 0 0,0 0 0 0 0,0 0-1 0 0,0 0 1 0 0,0 0 0 0 0,0 0 0 0 0,0 0 0 0 0,0 0 0 0 0,-1 0-1 0 0,1 0 1 0 0,0 0 0 0 0,0 0 0 0 0,0 0 0 0 0,0 0 0 0 0,0 0-1 0 0,0 0 1 0 0,0 0 0 0 0,0 0 0 0 0,0 0 0 0 0,0 1 0 0 0,0-1-1 0 0,0 0 1 0 0,0 0 0 0 0,0 0 0 0 0,0 0 0 0 0,0 0-1 0 0,0 0 1 0 0,0 0 0 0 0,0 0 0 0 0,0 0 0 0 0,0 0 0 0 0,-1 0-1 0 0,1 0 1 0 0,0 0 0 0 0,0 0 0 0 0,0 0 0 0 0,0 0 0 0 0,0 0-1 0 0,0 0 1 0 0,0 0 0 0 0,0 1 0 0 0,0-1 0 0 0,0 0 0 0 0,0 0-1 0 0,0 0 1 0 0,0 0 0 0 0,0 0 0 0 0,0 0 0 0 0,0 0 0 0 0,-4-8 243 0 0,-4-15 281 0 0,7 22-492 0 0,-73-249 5224 0 0,32 103-4279 0 0,19 66-662 0 0,3 0 0 0 0,-11-102 1 0 0,27 146-336 0 0,1 0 0 0 0,3 0 0 0 0,1-1 0 0 0,1 1 0 0 0,2 0 0 0 0,2 0 0 0 0,15-51 0 0 0,-14 69-14 0 0,1 0-1 0 0,0 0 1 0 0,2 1 0 0 0,0 0 0 0 0,1 0 0 0 0,1 2-1 0 0,0-1 1 0 0,1 1 0 0 0,17-15 0 0 0,9-5-5 0 0,1 3 0 0 0,61-40 0 0 0,-94 69 32 0 0,7-6 11 0 0,1 0-1 0 0,24-10 1 0 0,-36 18 0 0 0,0 1-1 0 0,1-1 1 0 0,-1 1-1 0 0,0 0 1 0 0,1 0-1 0 0,-1 0 1 0 0,1 1-1 0 0,-1-1 1 0 0,1 1-1 0 0,-1 0 1 0 0,1 0-1 0 0,-1 0 1 0 0,1 0-1 0 0,0 1 1 0 0,-1-1-1 0 0,0 1 1 0 0,1 0-1 0 0,-1 0 1 0 0,4 2-1 0 0,-5-2-3 0 0,0 1 0 0 0,0 0 0 0 0,0-1 0 0 0,-1 1 0 0 0,1 0 0 0 0,-1 0 0 0 0,1 0 0 0 0,-1 0 0 0 0,0 0 0 0 0,1 0 0 0 0,-1 0 0 0 0,0 1 0 0 0,0-1 0 0 0,-1 0 0 0 0,1 1 0 0 0,0-1 0 0 0,-1 1 0 0 0,0-1 0 0 0,1 0 0 0 0,-1 4 0 0 0,0 4-35 0 0,0-1 0 0 0,0 1 1 0 0,-4 17-1 0 0,0-12-53 0 0,0-1 0 0 0,0 1 0 0 0,-2-1 0 0 0,-9 20-1 0 0,-35 53-612 0 0,34-63 490 0 0,-12 23-109 0 0,-74 133-662 0 0,91-158 948 0 0,2 1 1 0 0,0 0-1 0 0,2 1 0 0 0,0-1 0 0 0,2 1 1 0 0,-3 33-1 0 0,7-49 45 0 0,1 1-1 0 0,0-1 1 0 0,0 0-1 0 0,1 0 1 0 0,0 0 0 0 0,1 0-1 0 0,-1 0 1 0 0,2 0-1 0 0,-1 0 1 0 0,1 0 0 0 0,0-1-1 0 0,1 1 1 0 0,0-1-1 0 0,0 0 1 0 0,0 0 0 0 0,1-1-1 0 0,0 1 1 0 0,0-1 0 0 0,1 0-1 0 0,0 0 1 0 0,0-1-1 0 0,0 1 1 0 0,1-1 0 0 0,0-1-1 0 0,0 1 1 0 0,0-1-1 0 0,0-1 1 0 0,1 1 0 0 0,9 2-1 0 0,59 17-1066 0 0,-45-15 305 0 0,54 21 0 0 0,-77-25 740 0 0,0 0-1 0 0,-1 0 1 0 0,1 1 0 0 0,-1-1-1 0 0,0 2 1 0 0,0-1 0 0 0,0 1 0 0 0,-1 0-1 0 0,0 0 1 0 0,0 1 0 0 0,6 9 0 0 0,-9-10 129 0 0,0 0 0 0 0,0 0 0 0 0,0 0 0 0 0,-1 1 0 0 0,0-1 0 0 0,0 1-1 0 0,-1 0 1 0 0,0 0 0 0 0,0-1 0 0 0,0 1 0 0 0,-1 0 0 0 0,0 0 0 0 0,-1 0 0 0 0,1 0 0 0 0,-1 0 0 0 0,-1-1 0 0 0,1 1 0 0 0,-4 9 0 0 0,-3 5 227 0 0,0-1 0 0 0,-2 0-1 0 0,0 0 1 0 0,-18 25-1 0 0,12-21-260 0 0,-2 0-1 0 0,0-2 0 0 0,-1 0 1 0 0,-2-1-1 0 0,-28 23 0 0 0,39-36-77 0 0,-1 1-1 0 0,-1-2 1 0 0,1 0-1 0 0,-1 0 1 0 0,-1-1-1 0 0,1 0 0 0 0,-1-1 1 0 0,0-1-1 0 0,0 0 1 0 0,0 0-1 0 0,-1-2 1 0 0,1 1-1 0 0,-18-1 1 0 0,24-2-100 0 0,1 0 1 0 0,-1-1-1 0 0,1 0 1 0 0,-1 0 0 0 0,1 0-1 0 0,-1-1 1 0 0,1 0-1 0 0,0 0 1 0 0,0-1 0 0 0,0 0-1 0 0,0 0 1 0 0,0 0-1 0 0,1-1 1 0 0,0 1 0 0 0,-1-1-1 0 0,1-1 1 0 0,-5-5 0 0 0,-7-12-6973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2.714"/>
    </inkml:context>
    <inkml:brush xml:id="br0">
      <inkml:brushProperty name="width" value="0.035" units="cm"/>
      <inkml:brushProperty name="height" value="0.035" units="cm"/>
      <inkml:brushProperty name="color" value="#E71224"/>
    </inkml:brush>
  </inkml:definitions>
  <inkml:trace contextRef="#ctx0" brushRef="#br0">87 6 17972 0 0,'-9'-5'1523'0'0,"9"5"-1503"0"0,-1 0-1 0 0,1 0 0 0 0,0 0 1 0 0,0 0-1 0 0,0 1 0 0 0,-1-1 0 0 0,1 0 1 0 0,0 0-1 0 0,0 0 0 0 0,0 0 1 0 0,0 0-1 0 0,-1 1 0 0 0,1-1 0 0 0,0 0 1 0 0,0 0-1 0 0,0 0 0 0 0,0 1 1 0 0,0-1-1 0 0,0 0 0 0 0,0 0 1 0 0,-1 0-1 0 0,1 1 0 0 0,0-1 0 0 0,0 0 1 0 0,0 0-1 0 0,0 1 0 0 0,0-1 1 0 0,2 25-229 0 0,-1-12 360 0 0,-24 271-2014 0 0,11-177 892 0 0,-19 237-2089 0 0,20 2 1049 0 0,25-152-125 0 0,-10-167 1849 0 0,1 0 0 0 0,1-1 0 0 0,2 0 0 0 0,0-1 0 0 0,15 30 0 0 0,-9-30 234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3.084"/>
    </inkml:context>
    <inkml:brush xml:id="br0">
      <inkml:brushProperty name="width" value="0.035" units="cm"/>
      <inkml:brushProperty name="height" value="0.035" units="cm"/>
      <inkml:brushProperty name="color" value="#E71224"/>
    </inkml:brush>
  </inkml:definitions>
  <inkml:trace contextRef="#ctx0" brushRef="#br0">189 35 9218 0 0,'-2'-5'497'0'0,"1"2"-374"0"0,1 1 1 0 0,-1-1-1 0 0,-1 0 0 0 0,1 1 0 0 0,0 0 1 0 0,-1-1-1 0 0,1 1 0 0 0,-1 0 0 0 0,-3-4 1 0 0,4 6 36 0 0,0-1 1 0 0,0 1 0 0 0,0 0 0 0 0,0 0 0 0 0,-1 0 0 0 0,1 0-1 0 0,0 0 1 0 0,0 0 0 0 0,0 0 0 0 0,0 0 0 0 0,0 0-1 0 0,0 0 1 0 0,-1 1 0 0 0,1-1 0 0 0,0 0 0 0 0,-1 2 0 0 0,-17 8-539 0 0,11-4 144 0 0,0 1-1 0 0,1-1 1 0 0,0 1-1 0 0,0 1 1 0 0,0-1 0 0 0,1 1-1 0 0,-8 15 1 0 0,4-6-255 0 0,1 1 0 0 0,-12 35 0 0 0,14-33 458 0 0,1 1 0 0 0,2-1-1 0 0,0 1 1 0 0,-2 37 0 0 0,6-49 237 0 0,-1 0 0 0 0,2 1 0 0 0,-1-1 1 0 0,2 0-1 0 0,-1 0 0 0 0,1-1 1 0 0,0 1-1 0 0,1 0 0 0 0,0 0 0 0 0,0-1 1 0 0,1 0-1 0 0,0 0 0 0 0,8 12 0 0 0,-10-18-151 0 0,-1 0-1 0 0,1 0 0 0 0,0 0 0 0 0,0 0 1 0 0,0-1-1 0 0,0 1 0 0 0,0-1 0 0 0,0 1 0 0 0,1-1 1 0 0,-1 0-1 0 0,0 0 0 0 0,1 0 0 0 0,-1 0 1 0 0,1 0-1 0 0,-1 0 0 0 0,1-1 0 0 0,-1 1 0 0 0,1-1 1 0 0,0 0-1 0 0,-1 0 0 0 0,1 0 0 0 0,-1 0 1 0 0,1 0-1 0 0,0 0 0 0 0,-1-1 0 0 0,1 1 0 0 0,-1-1 1 0 0,1 0-1 0 0,-1 0 0 0 0,1 0 0 0 0,-1 0 1 0 0,3-2-1 0 0,4-1 117 0 0,-1-1 0 0 0,0-1 1 0 0,-1 0-1 0 0,1 0 0 0 0,-1 0 0 0 0,0-1 0 0 0,10-12 1 0 0,-3 1-235 0 0,-1-1 1 0 0,-1-1-1 0 0,0 0 1 0 0,-2-1 0 0 0,0 0-1 0 0,8-27 1 0 0,-12 31 63 0 0,-2 0 1 0 0,0-1 0 0 0,-1 1-1 0 0,-1-1 1 0 0,0 1-1 0 0,-1-1 1 0 0,-2 0-1 0 0,-3-31 1 0 0,9 96 1446 0 0,-3 90 1 0 0,-2-25-1544 0 0,0-108 79 0 0,1 20-126 0 0,6 39 0 0 0,-6-56-131 0 0,0 0-1 0 0,1-1 0 0 0,0 0 0 0 0,1 1 0 0 0,-1-1 1 0 0,1 0-1 0 0,0 0 0 0 0,1 0 0 0 0,-1-1 0 0 0,9 11 1 0 0,8 0-5222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3.317"/>
    </inkml:context>
    <inkml:brush xml:id="br0">
      <inkml:brushProperty name="width" value="0.035" units="cm"/>
      <inkml:brushProperty name="height" value="0.035" units="cm"/>
      <inkml:brushProperty name="color" value="#E71224"/>
    </inkml:brush>
  </inkml:definitions>
  <inkml:trace contextRef="#ctx0" brushRef="#br0">379 35 13827 0 0,'-6'-5'71'0'0,"0"1"0"0"0,0 1-1 0 0,0-1 1 0 0,-1 1 0 0 0,1 0 0 0 0,-1 0 0 0 0,0 1 0 0 0,0 0-1 0 0,0 0 1 0 0,0 1 0 0 0,0 0 0 0 0,-1 0 0 0 0,1 1 0 0 0,0 0-1 0 0,0 0 1 0 0,0 0 0 0 0,-13 3 0 0 0,9 0-221 0 0,0 0 0 0 0,0 0 1 0 0,0 1-1 0 0,1 0 0 0 0,-1 1 1 0 0,1 0-1 0 0,0 1 0 0 0,1 0 0 0 0,-1 1 1 0 0,1 0-1 0 0,0 0 0 0 0,1 1 1 0 0,0 0-1 0 0,-9 11 0 0 0,7-5 136 0 0,0 0 0 0 0,1 0 0 0 0,1 1 0 0 0,1 0 0 0 0,0 0 0 0 0,0 1 0 0 0,2 0 0 0 0,0 0 0 0 0,-3 19 0 0 0,4-13 154 0 0,0 0-1 0 0,2 0 1 0 0,0 0-1 0 0,2 0 1 0 0,2 27-1 0 0,-1-41-71 0 0,1 0-1 0 0,0-1 1 0 0,0 1 0 0 0,0-1-1 0 0,1 1 1 0 0,0-1-1 0 0,7 13 1 0 0,-7-16-8 0 0,0 1-1 0 0,0-1 1 0 0,1 0 0 0 0,-1 0 0 0 0,1-1 0 0 0,0 1-1 0 0,0-1 1 0 0,0 0 0 0 0,1 0 0 0 0,-1 0 0 0 0,1-1 0 0 0,-1 0-1 0 0,6 3 1 0 0,0-2-230 0 0,1-1 0 0 0,-1 0-1 0 0,1 0 1 0 0,-1-1-1 0 0,1 0 1 0 0,-1 0 0 0 0,1-1-1 0 0,-1-1 1 0 0,1 0 0 0 0,18-4-1 0 0,4-4-4596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3.804"/>
    </inkml:context>
    <inkml:brush xml:id="br0">
      <inkml:brushProperty name="width" value="0.035" units="cm"/>
      <inkml:brushProperty name="height" value="0.035" units="cm"/>
      <inkml:brushProperty name="color" value="#E71224"/>
    </inkml:brush>
  </inkml:definitions>
  <inkml:trace contextRef="#ctx0" brushRef="#br0">1 1 18372 0 0,'2'4'135'0'0,"0"0"0"0"0,0 0 1 0 0,-1 0-1 0 0,1 0 0 0 0,-1 0 0 0 0,0 1 0 0 0,0-1 1 0 0,-1 0-1 0 0,1 7 0 0 0,3 11 364 0 0,75 376-958 0 0,18 74-1997 0 0,-32-232-672 0 0,21-7 948 0 0,-84-228 2340 0 0,11 22 748 0 0,-12-25-689 0 0,0-1 0 0 0,0 1 0 0 0,1-1 0 0 0,-1 1-1 0 0,0-1 1 0 0,0 1 0 0 0,1-1 0 0 0,-1 0-1 0 0,0 0 1 0 0,1 0 0 0 0,0 0 0 0 0,-1 0 0 0 0,3 1-1 0 0,-4-2-140 0 0,1 0 0 0 0,-1 0 0 0 0,0 0 0 0 0,1 0 0 0 0,-1 0 0 0 0,0 0 0 0 0,1 0 0 0 0,-1-1-1 0 0,0 1 1 0 0,1 0 0 0 0,-1 0 0 0 0,0 0 0 0 0,0 0 0 0 0,1-1 0 0 0,-1 1 0 0 0,0 0 0 0 0,0 0-1 0 0,1-1 1 0 0,-1 1 0 0 0,0 0 0 0 0,0 0 0 0 0,0-1 0 0 0,1 1 0 0 0,-1 0 0 0 0,0-1 0 0 0,0 1-1 0 0,0 0 1 0 0,0-1 0 0 0,0 1 0 0 0,0 0 0 0 0,0-1 0 0 0,0 1 0 0 0,0 0 0 0 0,0-1 0 0 0,0 1-1 0 0,0 0 1 0 0,0-1 0 0 0,0 1 0 0 0,1-20 1339 0 0,0 16-1081 0 0,-2-37 52 0 0,-1-1 1 0 0,-11-58-1 0 0,7 65-195 0 0,2 1 0 0 0,1-2 1 0 0,1 1-1 0 0,5-44 0 0 0,-1 60-193 0 0,2 1 0 0 0,0 0 0 0 0,1 0 0 0 0,0 0 0 0 0,2 0 0 0 0,0 1 0 0 0,1 0 0 0 0,1 1 0 0 0,0 0 0 0 0,1 0 0 0 0,1 1 0 0 0,0 0 0 0 0,1 1 0 0 0,1 0 0 0 0,0 1 0 0 0,22-17 0 0 0,-20 19-26 0 0,1 0-1 0 0,0 0 1 0 0,1 2 0 0 0,0 0-1 0 0,0 1 1 0 0,30-9 0 0 0,-44 16 3 0 0,-1 1 0 0 0,1-1 0 0 0,0 1 0 0 0,-1-1 0 0 0,1 1 0 0 0,0 0 0 0 0,0 0 0 0 0,-1 0 0 0 0,4 1 0 0 0,-5-1-10 0 0,0 1 1 0 0,-1-1-1 0 0,1 0 0 0 0,0 1 1 0 0,0-1-1 0 0,0 1 0 0 0,-1-1 1 0 0,1 1-1 0 0,0-1 0 0 0,0 1 1 0 0,-1-1-1 0 0,1 1 1 0 0,0 0-1 0 0,-1-1 0 0 0,1 1 1 0 0,-1 0-1 0 0,1 0 0 0 0,-1-1 1 0 0,1 1-1 0 0,-1 0 1 0 0,0 0-1 0 0,1 0 0 0 0,-1 0 1 0 0,0-1-1 0 0,0 1 0 0 0,1 0 1 0 0,-1 0-1 0 0,0 0 1 0 0,0 0-1 0 0,0 1 0 0 0,0 5-209 0 0,-1 1 0 0 0,0-1 0 0 0,0 0 0 0 0,0 1 0 0 0,-1-1 0 0 0,0 0 0 0 0,-4 9 0 0 0,-25 50-1707 0 0,23-51 1489 0 0,-128 208 347 0 0,38-69 1469 0 0,96-152-1330 0 0,-22 45 340 0 0,22-44-322 0 0,1 0 1 0 0,0 1 0 0 0,0-1-1 0 0,0 1 1 0 0,0 0-1 0 0,0-1 1 0 0,1 1 0 0 0,-1 0-1 0 0,1-1 1 0 0,0 1 0 0 0,1 5-1 0 0,-1-8-9 0 0,0 1-1 0 0,1-1 1 0 0,-1 0-1 0 0,1 0 1 0 0,-1 1-1 0 0,1-1 1 0 0,0 0-1 0 0,-1 0 0 0 0,1 0 1 0 0,0 0-1 0 0,0 0 1 0 0,0 0-1 0 0,0 0 1 0 0,0 0-1 0 0,0 0 1 0 0,0 0-1 0 0,0-1 1 0 0,0 1-1 0 0,1 0 1 0 0,1 0 19 0 0,-1 0 0 0 0,1 0 0 0 0,0 0 0 0 0,-1 0 0 0 0,1-1 0 0 0,0 1 0 0 0,-1-1 0 0 0,6 0 0 0 0,3-1 55 0 0,-1 0 0 0 0,1-1 1 0 0,15-4-1 0 0,-25 6-107 0 0,29-9 5 0 0,44-21 1 0 0,-66 27-84 0 0,37-17-318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4.366"/>
    </inkml:context>
    <inkml:brush xml:id="br0">
      <inkml:brushProperty name="width" value="0.035" units="cm"/>
      <inkml:brushProperty name="height" value="0.035" units="cm"/>
      <inkml:brushProperty name="color" value="#E71224"/>
    </inkml:brush>
  </inkml:definitions>
  <inkml:trace contextRef="#ctx0" brushRef="#br0">0 3 14283 0 0,'0'0'55'0'0,"1"0"-1"0"0,-1 0 1 0 0,0 0 0 0 0,0 0 0 0 0,0 0-1 0 0,0 0 1 0 0,0 0 0 0 0,0 0-1 0 0,0 0 1 0 0,0 0 0 0 0,0 0 0 0 0,1 0-1 0 0,-1 0 1 0 0,0 0 0 0 0,0 0-1 0 0,0 0 1 0 0,0 0 0 0 0,0 0-1 0 0,0 0 1 0 0,0-1 0 0 0,0 1 0 0 0,0 0-1 0 0,0 0 1 0 0,0 0 0 0 0,1 0-1 0 0,-1 0 1 0 0,0 0 0 0 0,0 0-1 0 0,0 0 1 0 0,0 0 0 0 0,0 0 0 0 0,0 0-1 0 0,0-1 1 0 0,0 1 0 0 0,0 0-1 0 0,0 0 1 0 0,0 0 0 0 0,0 0 0 0 0,0 0-1 0 0,0 0 1 0 0,12 10 1879 0 0,-8-6-1043 0 0,0-1-859 0 0,0 1 0 0 0,-1 0 0 0 0,0-1 0 0 0,0 1 0 0 0,0 0 0 0 0,0 1 0 0 0,-1-1 0 0 0,1 0 0 0 0,2 9 0 0 0,1 6 6 0 0,6 22 0 0 0,-8-22-37 0 0,106 507-1 0 0,-52-154-521 0 0,-15-85 93 0 0,-11-133 1373 0 0,-32-154-895 0 0,0 0 1 0 0,0 1-1 0 0,0-1 0 0 0,0 0 0 0 0,0 1 1 0 0,0-1-1 0 0,1 1 0 0 0,-1-1 0 0 0,0 0 0 0 0,0 1 1 0 0,0-1-1 0 0,0 1 0 0 0,0-1 0 0 0,-1 0 0 0 0,1 1 1 0 0,0-1-1 0 0,0 1 0 0 0,0-1 0 0 0,0 0 1 0 0,0 1-1 0 0,0-1 0 0 0,-1 0 0 0 0,1 1 0 0 0,0-1 1 0 0,0 0-1 0 0,-1 1 0 0 0,1-1 0 0 0,0 0 1 0 0,-1 1-1 0 0,1-1 7 0 0,-1 0 0 0 0,0 0 0 0 0,1 0 0 0 0,-1 0 0 0 0,1 0 0 0 0,-1-1 0 0 0,0 1 0 0 0,1 0 0 0 0,-1 0 0 0 0,1-1 0 0 0,-1 1 0 0 0,1 0 0 0 0,-1-1 0 0 0,1 1 0 0 0,-1 0 0 0 0,0-1 0 0 0,-19-19 775 0 0,13 11-833 0 0,0 0 0 0 0,1-1 0 0 0,0 1 0 0 0,1-1 0 0 0,0 0 1 0 0,0-1-1 0 0,1 1 0 0 0,1-1 0 0 0,0 0 0 0 0,0 0 0 0 0,1 0 1 0 0,0 0-1 0 0,1 0 0 0 0,0 0 0 0 0,1-1 0 0 0,0 1 0 0 0,1 0 1 0 0,1 0-1 0 0,-1 0 0 0 0,2 0 0 0 0,-1 0 0 0 0,1 0 0 0 0,1 0 0 0 0,0 1 1 0 0,1-1-1 0 0,0 1 0 0 0,0 1 0 0 0,1-1 0 0 0,1 1 0 0 0,-1 0 1 0 0,1 0-1 0 0,1 0 0 0 0,0 1 0 0 0,11-9 0 0 0,-8 8-9 0 0,1 1-1 0 0,-1 0 1 0 0,1 1-1 0 0,1 0 1 0 0,-1 1 0 0 0,1 0-1 0 0,0 1 1 0 0,21-5-1 0 0,-24 8 54 0 0,0 0-1 0 0,1 0 1 0 0,-1 1-1 0 0,1 0 1 0 0,-1 1-1 0 0,1 0 1 0 0,-1 1-1 0 0,1 0 1 0 0,-1 1-1 0 0,1 0 1 0 0,18 6-1 0 0,-24-6-26 0 0,-1 0 0 0 0,1 0 0 0 0,0 1 0 0 0,-1 0 0 0 0,1 0-1 0 0,-1 0 1 0 0,0 0 0 0 0,0 1 0 0 0,0-1 0 0 0,-1 1 0 0 0,1 0 0 0 0,-1 0-1 0 0,0 0 1 0 0,0 1 0 0 0,0-1 0 0 0,-1 1 0 0 0,1 0 0 0 0,2 7 0 0 0,-4-6-43 0 0,1 0 1 0 0,-1-1-1 0 0,0 1 1 0 0,-1 0-1 0 0,1 0 1 0 0,-1 0 0 0 0,0 0-1 0 0,-1 0 1 0 0,0 0-1 0 0,0 0 1 0 0,0-1-1 0 0,0 1 1 0 0,-1 0 0 0 0,0 0-1 0 0,0-1 1 0 0,-4 7-1 0 0,-2 3-81 0 0,-2-1 1 0 0,1 0-1 0 0,-2-1 0 0 0,0 0 0 0 0,0 0 0 0 0,-1-1 0 0 0,-16 12 0 0 0,4-6 136 0 0,0-1 0 0 0,-1-1 0 0 0,-34 16 0 0 0,54-29-2 0 0,-13 5 111 0 0,-21 8 1 0 0,35-14-105 0 0,-1-1 0 0 0,0 0 0 0 0,1 1 0 0 0,-1-2 0 0 0,1 1 0 0 0,-1-1 0 0 0,0 1 0 0 0,0-1-1 0 0,1-1 1 0 0,-9 0 0 0 0,2-4-102 0 0,2-3-67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4.674"/>
    </inkml:context>
    <inkml:brush xml:id="br0">
      <inkml:brushProperty name="width" value="0.035" units="cm"/>
      <inkml:brushProperty name="height" value="0.035" units="cm"/>
      <inkml:brushProperty name="color" value="#E71224"/>
    </inkml:brush>
  </inkml:definitions>
  <inkml:trace contextRef="#ctx0" brushRef="#br0">270 152 14803 0 0,'0'-1'51'0'0,"1"0"0"0"0,-1 0 0 0 0,0 1 0 0 0,0-1 0 0 0,0 0 0 0 0,0 0 0 0 0,0 0 0 0 0,0 0 0 0 0,0 0 0 0 0,0 0 0 0 0,0 0 0 0 0,0 1 0 0 0,0-1 0 0 0,-1 0 0 0 0,1 0 0 0 0,0 0 0 0 0,-1 0 0 0 0,1 1 0 0 0,0-1 0 0 0,-1 0 0 0 0,0-1 0 0 0,0 2 3 0 0,0-1 0 0 0,1 1 0 0 0,-1-1 0 0 0,0 1 0 0 0,0 0 0 0 0,0-1 0 0 0,1 1-1 0 0,-1 0 1 0 0,0 0 0 0 0,0 0 0 0 0,0 0 0 0 0,0-1 0 0 0,0 1 0 0 0,1 0 0 0 0,-1 0 0 0 0,0 1 0 0 0,-2-1 0 0 0,-3 2 294 0 0,-1-1 0 0 0,0 2 0 0 0,1-1 1 0 0,-9 5-1 0 0,13-6-228 0 0,-10 5 27 0 0,-1 2 0 0 0,1-1 1 0 0,0 2-1 0 0,1 0 0 0 0,0 0 0 0 0,1 1 0 0 0,0 0 0 0 0,0 1 0 0 0,1 0 0 0 0,0 0 0 0 0,-11 21 0 0 0,9-13-186 0 0,1 1 0 0 0,1 0-1 0 0,1 0 1 0 0,1 0 0 0 0,1 1 0 0 0,1 0 0 0 0,-3 22-1 0 0,6-33 74 0 0,1 0-1 0 0,1 0 0 0 0,0 0 0 0 0,0 0 1 0 0,1 0-1 0 0,2 16 0 0 0,-2-23-23 0 0,0-1-1 0 0,-1 0 1 0 0,1 1-1 0 0,0-1 1 0 0,0 0 0 0 0,0 1-1 0 0,0-1 1 0 0,0 0-1 0 0,1 0 1 0 0,-1 0-1 0 0,1 0 1 0 0,-1 0-1 0 0,1-1 1 0 0,0 1 0 0 0,0 0-1 0 0,0-1 1 0 0,0 1-1 0 0,0-1 1 0 0,0 0-1 0 0,0 1 1 0 0,0-1-1 0 0,1 0 1 0 0,-1 0-1 0 0,0-1 1 0 0,0 1 0 0 0,1 0-1 0 0,-1-1 1 0 0,1 0-1 0 0,-1 1 1 0 0,1-1-1 0 0,-1 0 1 0 0,3 0-1 0 0,4-1-33 0 0,-1 0 0 0 0,0-1-1 0 0,0 0 1 0 0,0 0-1 0 0,0-1 1 0 0,0 0-1 0 0,-1 0 1 0 0,1-1-1 0 0,13-8 1 0 0,-2-2-128 0 0,0 0 1 0 0,21-21 0 0 0,-14 10 240 0 0,-1-1 0 0 0,-1-2 1 0 0,-1 0-1 0 0,-2-1 0 0 0,-1-2 1 0 0,-1 0-1 0 0,17-39 0 0 0,-31 59 19 0 0,-1 0-1 0 0,-1 0 0 0 0,0 0 1 0 0,0 0-1 0 0,-1-1 0 0 0,0 1 1 0 0,-1-1-1 0 0,-1 0 0 0 0,0 1 0 0 0,-1-14 1 0 0,0 21-73 0 0,1 0 0 0 0,-1 0 0 0 0,0-1 1 0 0,0 1-1 0 0,0 0 0 0 0,-1 0 0 0 0,1 0 1 0 0,-1 0-1 0 0,0 0 0 0 0,0 1 0 0 0,0-1 0 0 0,-1 1 1 0 0,0-1-1 0 0,1 1 0 0 0,-1 0 0 0 0,0 0 1 0 0,0 0-1 0 0,-1 0 0 0 0,1 0 0 0 0,-1 1 1 0 0,1-1-1 0 0,-1 1 0 0 0,0 0 0 0 0,0 0 1 0 0,0 1-1 0 0,0-1 0 0 0,0 1 0 0 0,0 0 0 0 0,0 0 1 0 0,-5-1-1 0 0,4 2-130 0 0,0 0 0 0 0,0 0 0 0 0,0 0-1 0 0,0 0 1 0 0,-9 2 0 0 0,-6 3-582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4.837"/>
    </inkml:context>
    <inkml:brush xml:id="br0">
      <inkml:brushProperty name="width" value="0.035" units="cm"/>
      <inkml:brushProperty name="height" value="0.035" units="cm"/>
      <inkml:brushProperty name="color" value="#E71224"/>
    </inkml:brush>
  </inkml:definitions>
  <inkml:trace contextRef="#ctx0" brushRef="#br0">0 19 9674 0 0,'3'2'183'0'0,"0"-1"0"0"0,-1 0-1 0 0,1-1 1 0 0,0 1 0 0 0,0 0 0 0 0,0-1 0 0 0,-1 0 0 0 0,1 0-1 0 0,0 1 1 0 0,0-2 0 0 0,0 1 0 0 0,3-1 0 0 0,11-2 1198 0 0,124-17 5955 0 0,-125 20-7064 0 0,0-1-1 0 0,0 2 1 0 0,0 0-1 0 0,0 1 1 0 0,0 1-1 0 0,29 8 1 0 0,142 69-329 0 0,-63-24-781 0 0,-98-45 288 0 0,-2-1-1145 0 0,26 8 0 0 0,-30-13-632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5.027"/>
    </inkml:context>
    <inkml:brush xml:id="br0">
      <inkml:brushProperty name="width" value="0.035" units="cm"/>
      <inkml:brushProperty name="height" value="0.035" units="cm"/>
      <inkml:brushProperty name="color" value="#E71224"/>
    </inkml:brush>
  </inkml:definitions>
  <inkml:trace contextRef="#ctx0" brushRef="#br0">602 345 3625 0 0,'-7'-125'798'0'0,"1"38"990"0"0,5 69-1383 0 0,1 2 411 0 0,-1 0 1 0 0,0 0 0 0 0,-8-31-1 0 0,9 46-692 0 0,-1 0-1 0 0,1 0 1 0 0,0 0-1 0 0,0 0 1 0 0,-1 0-1 0 0,1 0 1 0 0,-1 0-1 0 0,1 0 1 0 0,0 1-1 0 0,-1-1 1 0 0,0 0-1 0 0,1 0 1 0 0,-1 0-1 0 0,0 1 1 0 0,1-1-1 0 0,-1 0 1 0 0,0 1-1 0 0,0-1 1 0 0,1 1-1 0 0,-1-1 1 0 0,0 1-1 0 0,0-1 1 0 0,0 1-1 0 0,0-1 1 0 0,0 1-1 0 0,0 0 1 0 0,1 0-1 0 0,-1-1 1 0 0,0 1-1 0 0,0 0 1 0 0,0 0-1 0 0,0 0 1 0 0,0 0-1 0 0,0 0 1 0 0,0 0-1 0 0,0 0 1 0 0,0 1-1 0 0,0-1 1 0 0,0 0-1 0 0,0 0 1 0 0,0 1-1 0 0,0-1 1 0 0,-1 1 0 0 0,-2 2 277 0 0,-1-1 1 0 0,1 1 0 0 0,-1 0 0 0 0,1 0 0 0 0,0 0 0 0 0,1 1 0 0 0,-5 3 0 0 0,-21 29 871 0 0,-43 66 1 0 0,33-44-1268 0 0,-293 435-1914 0 0,299-440-4962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5.496"/>
    </inkml:context>
    <inkml:brush xml:id="br0">
      <inkml:brushProperty name="width" value="0.035" units="cm"/>
      <inkml:brushProperty name="height" value="0.035" units="cm"/>
      <inkml:brushProperty name="color" value="#E71224"/>
    </inkml:brush>
  </inkml:definitions>
  <inkml:trace contextRef="#ctx0" brushRef="#br0">27 63 11979 0 0,'-5'-12'705'0'0,"4"8"-611"0"0,-1 1 0 0 0,1-1 0 0 0,-1 1 0 0 0,1-1 0 0 0,1 0 1 0 0,-1 0-1 0 0,0 1 0 0 0,1-8 0 0 0,0 11 232 0 0,0-1 0 0 0,0 1-1 0 0,0-1 1 0 0,0 1 0 0 0,1-1 0 0 0,-1 1 0 0 0,0-1 0 0 0,1 1-1 0 0,-1-1 1 0 0,0 1 0 0 0,1-1 0 0 0,-1 1 0 0 0,0 0 0 0 0,1-1 0 0 0,-1 1-1 0 0,1-1 1 0 0,-1 1 0 0 0,1 0 0 0 0,0-1 0 0 0,0 1-297 0 0,-1 0 1 0 0,1-1-1 0 0,-1 1 0 0 0,1 0 1 0 0,-1 0-1 0 0,1 0 1 0 0,-1 0-1 0 0,1 0 1 0 0,-1 0-1 0 0,1 0 0 0 0,-1-1 1 0 0,1 1-1 0 0,-1 1 1 0 0,1-1-1 0 0,-1 0 1 0 0,1 0-1 0 0,-1 0 0 0 0,1 0 1 0 0,-1 0-1 0 0,0 0 1 0 0,1 0-1 0 0,-1 1 1 0 0,1-1-1 0 0,-1 0 0 0 0,1 0 1 0 0,-1 1-1 0 0,1-1 1 0 0,-1 0-1 0 0,0 1 1 0 0,1-1-1 0 0,-1 0 0 0 0,0 1 1 0 0,1-1-1 0 0,-1 1 1 0 0,1 0-1 0 0,1 6-96 0 0,-1 0 0 0 0,1 1 0 0 0,-1-1-1 0 0,0 1 1 0 0,-1-1 0 0 0,0 1 0 0 0,0-1-1 0 0,-2 14 1 0 0,0 5-56 0 0,-14 366-528 0 0,-4 118 741 0 0,17-1-621 0 0,10-308-1573 0 0,9-70-2991 0 0,-11-105 465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5.686"/>
    </inkml:context>
    <inkml:brush xml:id="br0">
      <inkml:brushProperty name="width" value="0.035" units="cm"/>
      <inkml:brushProperty name="height" value="0.035" units="cm"/>
      <inkml:brushProperty name="color" value="#E71224"/>
    </inkml:brush>
  </inkml:definitions>
  <inkml:trace contextRef="#ctx0" brushRef="#br0">0 274 17972 0 0,'2'-3'221'0'0,"0"1"0"0"0,0 0 0 0 0,0 0-1 0 0,0 0 1 0 0,0 1 0 0 0,1-1 0 0 0,-1 0 0 0 0,1 1 0 0 0,4-3 0 0 0,29-10-94 0 0,-12 5 128 0 0,199-88-1981 0 0,-74 32-1285 0 0,-122 53 2997 0 0,33-20 0 0 0,-26 8 67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6.010"/>
    </inkml:context>
    <inkml:brush xml:id="br0">
      <inkml:brushProperty name="width" value="0.035" units="cm"/>
      <inkml:brushProperty name="height" value="0.035" units="cm"/>
      <inkml:brushProperty name="color" value="#E71224"/>
    </inkml:brush>
  </inkml:definitions>
  <inkml:trace contextRef="#ctx0" brushRef="#br0">144 468 19356 0 0,'-5'4'482'0'0,"3"-3"-321"0"0,0 1 1 0 0,0-1-1 0 0,0 1 1 0 0,0 0-1 0 0,0-1 1 0 0,1 1-1 0 0,-1 0 1 0 0,1 0-1 0 0,-2 3 1 0 0,18-7 604 0 0,2-6-938 0 0,0 0-1 0 0,-1-1 0 0 0,0-1 0 0 0,18-15 0 0 0,55-52-2045 0 0,-58 47 258 0 0,48-58 0 0 0,-67 72 1368 0 0,-1 0 0 0 0,0 0 0 0 0,-1-2 1 0 0,-1 1-1 0 0,-1-1 0 0 0,7-21 0 0 0,-13 32 455 0 0,0 1-1 0 0,-1-1 0 0 0,1 1 0 0 0,-2-1 1 0 0,1 1-1 0 0,-1-8 0 0 0,0 12 168 0 0,0 0-1 0 0,0 1 1 0 0,0-1-1 0 0,0 0 1 0 0,-1 1-1 0 0,1-1 1 0 0,-1 0-1 0 0,1 1 1 0 0,-1-1-1 0 0,0 0 1 0 0,0 1-1 0 0,1-1 1 0 0,-1 1-1 0 0,0 0 1 0 0,0-1 0 0 0,0 1-1 0 0,-1 0 1 0 0,1-1-1 0 0,0 1 1 0 0,0 0-1 0 0,-1 0 1 0 0,1 0-1 0 0,-1 0 1 0 0,1 0-1 0 0,-1 1 1 0 0,1-1-1 0 0,-1 0 1 0 0,-2 0-1 0 0,-2 0 332 0 0,0 0-1 0 0,1 0 0 0 0,-1 1 0 0 0,0 0 1 0 0,0 0-1 0 0,0 1 0 0 0,1 0 0 0 0,-1 0 0 0 0,0 0 1 0 0,1 0-1 0 0,-9 4 0 0 0,-8 4 847 0 0,-29 16 1 0 0,51-25-1206 0 0,-31 17 491 0 0,2 1-1 0 0,0 2 1 0 0,1 1-1 0 0,-37 36 0 0 0,46-38-504 0 0,1 1 0 0 0,1 0 0 0 0,1 1 0 0 0,1 0 0 0 0,1 2 0 0 0,-19 37 0 0 0,29-48-98 0 0,-1-1-1 0 0,1 1 1 0 0,1 0-1 0 0,0 0 1 0 0,1 0-1 0 0,0 0 1 0 0,1 1-1 0 0,1-1 1 0 0,0 16-1 0 0,0-23 97 0 0,1-1 0 0 0,0 1 0 0 0,-1 0 0 0 0,1-1-1 0 0,1 1 1 0 0,-1-1 0 0 0,1 1 0 0 0,-1-1 0 0 0,1 0 0 0 0,1 0-1 0 0,-1 0 1 0 0,1 0 0 0 0,-1 0 0 0 0,1 0 0 0 0,0-1 0 0 0,0 1-1 0 0,1-1 1 0 0,-1 0 0 0 0,1 0 0 0 0,-1 0 0 0 0,1 0 0 0 0,0-1-1 0 0,0 0 1 0 0,0 1 0 0 0,1-2 0 0 0,-1 1 0 0 0,7 2 0 0 0,-2-2-134 0 0,0-1 0 0 0,-1 0 1 0 0,1 0-1 0 0,0-1 0 0 0,0 0 1 0 0,0-1-1 0 0,0 0 0 0 0,0 0 1 0 0,11-4-1 0 0,6-2-209 0 0,44-19 1 0 0,-29 7 343 0 0,-1-2 1 0 0,38-26-1 0 0,-26 12-67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6.267"/>
    </inkml:context>
    <inkml:brush xml:id="br0">
      <inkml:brushProperty name="width" value="0.035" units="cm"/>
      <inkml:brushProperty name="height" value="0.035" units="cm"/>
      <inkml:brushProperty name="color" value="#E71224"/>
    </inkml:brush>
  </inkml:definitions>
  <inkml:trace contextRef="#ctx0" brushRef="#br0">364 77 15667 0 0,'-3'-13'699'0'0,"2"8"-379"0"0,0-1 0 0 0,-1 1 0 0 0,-4-10 0 0 0,5 13-242 0 0,0 0 0 0 0,0 0 0 0 0,0 0 0 0 0,-1 1 0 0 0,1-1 0 0 0,-1 0 0 0 0,1 1 0 0 0,-1-1 0 0 0,0 1 0 0 0,0-1 0 0 0,1 1 1 0 0,-1 0-1 0 0,-3-2 0 0 0,0 2-33 0 0,0-1-1 0 0,0 0 1 0 0,0 1 0 0 0,0 0 0 0 0,0 0 0 0 0,0 1 0 0 0,0-1 0 0 0,0 1 0 0 0,-1 0-1 0 0,1 0 1 0 0,0 1 0 0 0,0 0 0 0 0,0 0 0 0 0,0 0 0 0 0,0 0 0 0 0,-6 3 0 0 0,-5 3-324 0 0,-1 0 0 0 0,1 1 0 0 0,-21 14 1 0 0,23-13-29 0 0,1 0 0 0 0,0 2 1 0 0,0 0-1 0 0,1 0 1 0 0,0 1-1 0 0,1 0 0 0 0,0 1 1 0 0,1 1-1 0 0,1 0 0 0 0,-13 24 1 0 0,21-36 304 0 0,0 0-1 0 0,-1 1 1 0 0,1-1-1 0 0,1 1 1 0 0,-1-1 0 0 0,0 1-1 0 0,1-1 1 0 0,-1 1 0 0 0,1 0-1 0 0,0-1 1 0 0,-1 1-1 0 0,1 0 1 0 0,1-1 0 0 0,-1 1-1 0 0,0 0 1 0 0,1-1 0 0 0,-1 1-1 0 0,2 3 1 0 0,-1-4 24 0 0,1 0 0 0 0,0 0 0 0 0,-1 0-1 0 0,1 0 1 0 0,0 0 0 0 0,0 0 0 0 0,0 0 0 0 0,0-1 0 0 0,0 1 0 0 0,0-1 0 0 0,1 1 0 0 0,-1-1 0 0 0,0 0 0 0 0,1 0 0 0 0,-1 0-1 0 0,1 0 1 0 0,5 1 0 0 0,10 1 67 0 0,1 0 0 0 0,0-1-1 0 0,0-1 1 0 0,29-2-1 0 0,23 1 136 0 0,-55 1-146 0 0,0 1 1 0 0,1 0-1 0 0,-1 1 1 0 0,0 1-1 0 0,18 7 0 0 0,-30-10-46 0 0,0 1-1 0 0,0 0 0 0 0,0 1 0 0 0,0-1 1 0 0,0 1-1 0 0,0 0 0 0 0,-1 0 0 0 0,1 0 1 0 0,-1 0-1 0 0,3 4 0 0 0,-4-4 24 0 0,0-1 0 0 0,0 1 1 0 0,-1 0-1 0 0,0 0 0 0 0,1 0 0 0 0,-1 0 0 0 0,0 0 0 0 0,0 1 0 0 0,-1-1 1 0 0,1 0-1 0 0,-1 0 0 0 0,1 0 0 0 0,-1 1 0 0 0,0-1 0 0 0,-1 6 0 0 0,-1-1 63 0 0,1-1 0 0 0,-1 1 0 0 0,-1-1-1 0 0,0 0 1 0 0,0 0 0 0 0,0 0-1 0 0,0 0 1 0 0,-1-1 0 0 0,-1 1 0 0 0,-5 7-1 0 0,-2 0-125 0 0,-1 0 0 0 0,0-1 0 0 0,-16 13 0 0 0,21-20-178 0 0,0 0-1 0 0,0-1 0 0 0,0 1 0 0 0,-1-2 0 0 0,1 1 0 0 0,-1-1 0 0 0,0-1 1 0 0,-10 3-1 0 0,2-3-485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6.526"/>
    </inkml:context>
    <inkml:brush xml:id="br0">
      <inkml:brushProperty name="width" value="0.035" units="cm"/>
      <inkml:brushProperty name="height" value="0.035" units="cm"/>
      <inkml:brushProperty name="color" value="#E71224"/>
    </inkml:brush>
  </inkml:definitions>
  <inkml:trace contextRef="#ctx0" brushRef="#br0">124 1 14283 0 0,'-4'7'231'0'0,"1"1"1"0"0,0-1-1 0 0,0 1 0 0 0,1 0 1 0 0,0-1-1 0 0,0 1 0 0 0,1 0 1 0 0,-1 12-1 0 0,0 5 464 0 0,-6 29-1 0 0,0-8-337 0 0,-58 602-7 0 0,49-213-3509 0 0,17-376 2176 0 0,2 0 1 0 0,16 89 0 0 0,-13-127 982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6.707"/>
    </inkml:context>
    <inkml:brush xml:id="br0">
      <inkml:brushProperty name="width" value="0.035" units="cm"/>
      <inkml:brushProperty name="height" value="0.035" units="cm"/>
      <inkml:brushProperty name="color" value="#E71224"/>
    </inkml:brush>
  </inkml:definitions>
  <inkml:trace contextRef="#ctx0" brushRef="#br0">36 268 19812 0 0,'-9'-6'601'0'0,"5"5"-379"0"0,1-1-1 0 0,0 0 1 0 0,0 0 0 0 0,0-1-1 0 0,0 1 1 0 0,-5-6 0 0 0,17-4 545 0 0,-3 7-767 0 0,1 1 0 0 0,0-1 0 0 0,1 1 0 0 0,-1 0 1 0 0,1 1-1 0 0,0 0 0 0 0,11-4 0 0 0,3-1-154 0 0,91-41-1833 0 0,-95 40 207 0 0,0-2 1 0 0,0 0-1 0 0,30-25 1 0 0,-44 32 1124 0 0,1 0 1 0 0,-1-1-1 0 0,0 0 1 0 0,0 0-1 0 0,0 0 1 0 0,-1 0-1 0 0,4-8 1 0 0,2-11-302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6.848"/>
    </inkml:context>
    <inkml:brush xml:id="br0">
      <inkml:brushProperty name="width" value="0.035" units="cm"/>
      <inkml:brushProperty name="height" value="0.035" units="cm"/>
      <inkml:brushProperty name="color" value="#E71224"/>
    </inkml:brush>
  </inkml:definitions>
  <inkml:trace contextRef="#ctx0" brushRef="#br0">25 3 15667 0 0,'-4'-3'1393'0'0,"0"3"-1113"0"0,8 2 2648 0 0,-4-1-1887 0 0,0 1-1041 0 0,0 0-200 0 0,0 2-49 0 0,-4 23-6368 0 0,-1-16 4337 0 0,-6 1 1863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6.994"/>
    </inkml:context>
    <inkml:brush xml:id="br0">
      <inkml:brushProperty name="width" value="0.035" units="cm"/>
      <inkml:brushProperty name="height" value="0.035" units="cm"/>
      <inkml:brushProperty name="color" value="#E71224"/>
    </inkml:brush>
  </inkml:definitions>
  <inkml:trace contextRef="#ctx0" brushRef="#br0">0 0 20740 0 0,'0'21'921'0'0,"4"-4"183"0"0,1 1-880 0 0,-1-7-224 0 0,0-4 0 0 0,-3-2 0 0 0,1 0-96 0 0,3 6-56 0 0,3 9-8 0 0,0 3-8 0 0,-1 0 104 0 0,-5-5 64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7.340"/>
    </inkml:context>
    <inkml:brush xml:id="br0">
      <inkml:brushProperty name="width" value="0.035" units="cm"/>
      <inkml:brushProperty name="height" value="0.035" units="cm"/>
      <inkml:brushProperty name="color" value="#E71224"/>
    </inkml:brush>
  </inkml:definitions>
  <inkml:trace contextRef="#ctx0" brushRef="#br0">210 1 21197 0 0,'-1'0'48'0'0,"0"1"1"0"0,0-1-1 0 0,0 1 1 0 0,0-1-1 0 0,0 1 1 0 0,0-1-1 0 0,0 1 1 0 0,1-1 0 0 0,-1 1-1 0 0,0 0 1 0 0,0 0-1 0 0,1-1 1 0 0,-1 1-1 0 0,0 0 1 0 0,1 0 0 0 0,-1 0-1 0 0,1 0 1 0 0,-1 0-1 0 0,0 2 1 0 0,-7 24 966 0 0,2-8-705 0 0,-126 305-6175 0 0,116-289 2609 0 0,-14 45 0 0 0,30-80 3246 0 0,0 0 1 0 0,0 1-1 0 0,-1-1 1 0 0,1 1 0 0 0,0-1-1 0 0,0 1 1 0 0,0-1-1 0 0,0 1 1 0 0,0-1 0 0 0,-1 1-1 0 0,1-1 1 0 0,0 0-1 0 0,0 1 1 0 0,0-1-1 0 0,0 1 1 0 0,0-1 0 0 0,1 1-1 0 0,-1-1 1 0 0,0 1-1 0 0,0-1 1 0 0,0 1 0 0 0,0-1-1 0 0,0 1 1 0 0,1 0-1 0 0,8-6 945 0 0,10-16 403 0 0,2-7-400 0 0,-1-2-1 0 0,20-39 1 0 0,25-69-40 0 0,6-10-1318 0 0,-64 135 349 0 0,7-15 787 0 0,-12 26-572 0 0,-1 1 0 0 0,0-1 0 0 0,0 0 0 0 0,1 0 1 0 0,-1 1-1 0 0,1-1 0 0 0,-1 1 0 0 0,1 0 0 0 0,0-1 0 0 0,0 1 1 0 0,1-1-1 0 0,-2 2-109 0 0,-1 0 1 0 0,0 0 0 0 0,1 0-1 0 0,-1 0 1 0 0,1 0 0 0 0,-1 0-1 0 0,1 0 1 0 0,-1 0 0 0 0,0 0-1 0 0,1 0 1 0 0,-1 0 0 0 0,0 0-1 0 0,1 0 1 0 0,-1 0 0 0 0,1 0-1 0 0,-1 1 1 0 0,0-1 0 0 0,1 0 0 0 0,-1 0-1 0 0,0 0 1 0 0,1 1 0 0 0,-1-1-1 0 0,0 0 1 0 0,1 0 0 0 0,-1 1-1 0 0,0-1 1 0 0,0 0 0 0 0,1 1-1 0 0,-1-1 1 0 0,0 0 0 0 0,0 1-1 0 0,0-1 1 0 0,0 1 0 0 0,1-1-1 0 0,-1 0 1 0 0,0 1 0 0 0,0-1-1 0 0,0 1 1 0 0,0-1 0 0 0,0 1-1 0 0,3 18 670 0 0,-3 17-494 0 0,-2-1 0 0 0,-12 62-1 0 0,5-42-154 0 0,4-20-130 0 0,-8 83-2494 0 0,12-87-4333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27.784"/>
    </inkml:context>
    <inkml:brush xml:id="br0">
      <inkml:brushProperty name="width" value="0.035" units="cm"/>
      <inkml:brushProperty name="height" value="0.035" units="cm"/>
      <inkml:brushProperty name="color" value="#E71224"/>
    </inkml:brush>
  </inkml:definitions>
  <inkml:trace contextRef="#ctx0" brushRef="#br0">223 7 19812 0 0,'-1'-1'108'0'0,"0"1"1"0"0,0-1-1 0 0,0 0 0 0 0,0 1 0 0 0,-1-1 0 0 0,1 1 1 0 0,0-1-1 0 0,0 1 0 0 0,0 0 0 0 0,0 0 0 0 0,-1-1 1 0 0,1 1-1 0 0,0 0 0 0 0,0 0 0 0 0,0 0 0 0 0,-1 0 1 0 0,1 0-1 0 0,-1 1 0 0 0,-1 0-127 0 0,1 0-1 0 0,0 0 1 0 0,0 0-1 0 0,1 1 1 0 0,-1-1 0 0 0,0 1-1 0 0,0-1 1 0 0,1 1-1 0 0,-3 2 1 0 0,-16 20-698 0 0,0 1 0 0 0,2 1 0 0 0,0 0-1 0 0,2 2 1 0 0,1 0 0 0 0,1 0 0 0 0,2 1 0 0 0,0 1 0 0 0,2 0 0 0 0,-10 56 0 0 0,19-78 279 0 0,0 1 0 0 0,0-1 0 0 0,1 0 0 0 0,0 0 0 0 0,2 13 0 0 0,-2-19 376 0 0,0-1-1 0 0,0 0 0 0 0,0 1 1 0 0,0-1-1 0 0,1 0 0 0 0,-1 1 1 0 0,1-1-1 0 0,-1 0 0 0 0,1 1 1 0 0,-1-1-1 0 0,1 0 0 0 0,0 0 1 0 0,0 0-1 0 0,-1 1 1 0 0,1-1-1 0 0,0 0 0 0 0,0 0 1 0 0,0 0-1 0 0,0-1 0 0 0,0 1 1 0 0,0 0-1 0 0,1 0 0 0 0,-1 0 1 0 0,0-1-1 0 0,0 1 0 0 0,1-1 1 0 0,-1 1-1 0 0,0-1 1 0 0,0 1-1 0 0,1-1 0 0 0,-1 0 1 0 0,1 0-1 0 0,-1 1 0 0 0,0-1 1 0 0,1 0-1 0 0,-1 0 0 0 0,0-1 1 0 0,1 1-1 0 0,-1 0 0 0 0,1 0 1 0 0,0-1-1 0 0,4-1 176 0 0,0 0 0 0 0,0 0 1 0 0,0-1-1 0 0,-1 0 0 0 0,1 0 0 0 0,-1 0 0 0 0,0-1 0 0 0,0 1 0 0 0,0-1 0 0 0,-1-1 1 0 0,6-4-1 0 0,1-5 1148 0 0,0 1 1 0 0,16-26 0 0 0,-13 13-262 0 0,0-1-1 0 0,-2 0 1 0 0,-1-1 0 0 0,-2-1 0 0 0,0 1 0 0 0,-2-1 0 0 0,-1 0 0 0 0,4-47 0 0 0,-10 48-788 0 0,0 26-199 0 0,0 0 0 0 0,0 1 0 0 0,-1-1 0 0 0,1 0 0 0 0,0 0 0 0 0,-1 1 0 0 0,0-1-1 0 0,1 0 1 0 0,-1 1 0 0 0,0-1 0 0 0,0 1 0 0 0,-1-4 0 0 0,1 5-18 0 0,1 0-1 0 0,0 1 1 0 0,-1-1-1 0 0,1 0 1 0 0,0 0 0 0 0,0 0-1 0 0,-1 0 1 0 0,1 0-1 0 0,0 1 1 0 0,0-1 0 0 0,-1 0-1 0 0,1 0 1 0 0,0 0 0 0 0,0 1-1 0 0,0-1 1 0 0,-1 0-1 0 0,1 0 1 0 0,0 1 0 0 0,0-1-1 0 0,0 0 1 0 0,0 1 0 0 0,-1-1-1 0 0,1 0 1 0 0,0 0-1 0 0,0 1 1 0 0,0-1 0 0 0,0 0-1 0 0,0 1 1 0 0,0-1-1 0 0,0 0 1 0 0,0 1 0 0 0,0 0-1 0 0,-3 11-148 0 0,2 3 54 0 0,0 0 0 0 0,1-1 1 0 0,0 1-1 0 0,1 0 0 0 0,1-1 1 0 0,6 28-1 0 0,3-5-235 0 0,20 50 0 0 0,14 12 97 0 0,-23-55 622 0 0,21 68 1 0 0,-38-96-296 0 0,-1 0 1 0 0,0 0-1 0 0,-2 0 1 0 0,0 1-1 0 0,-1-1 0 0 0,0 1 1 0 0,-1-1-1 0 0,-3 22 1 0 0,0-24-65 0 0,0 0 1 0 0,0 0 0 0 0,-1-1-1 0 0,-7 17 1 0 0,-20 39-102 0 0,-2-1-1 0 0,-3-2 1 0 0,-75 103-1 0 0,107-163 36 0 0,0-1 0 0 0,0 0-1 0 0,-1 0 1 0 0,0 0-1 0 0,0 0 1 0 0,-1-1-1 0 0,1 0 1 0 0,-1 0-1 0 0,-11 6 1 0 0,-27 11-207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2.262"/>
    </inkml:context>
    <inkml:brush xml:id="br0">
      <inkml:brushProperty name="width" value="0.035" units="cm"/>
      <inkml:brushProperty name="height" value="0.035" units="cm"/>
      <inkml:brushProperty name="color" value="#E71224"/>
    </inkml:brush>
  </inkml:definitions>
  <inkml:trace contextRef="#ctx0" brushRef="#br0">39 562 13827 0 0,'-9'-7'1606'0'0,"0"0"742"0"0,9 8-2313 0 0,-1-1-1 0 0,1 0 0 0 0,-1 0 1 0 0,1 1-1 0 0,0-1 1 0 0,-1 0-1 0 0,1 1 0 0 0,-1-1 1 0 0,1 0-1 0 0,0 1 1 0 0,-1-1-1 0 0,1 1 1 0 0,0-1-1 0 0,0 1 0 0 0,-1-1 1 0 0,1 1-1 0 0,0-1 1 0 0,0 1-1 0 0,0-1 0 0 0,-1 1 1 0 0,1-1-1 0 0,0 1 1 0 0,0-1-1 0 0,0 1 1 0 0,0 0-1 0 0,-4 18 77 0 0,0 0-1 0 0,1 1 1 0 0,1-1 0 0 0,1 23 0 0 0,8 80-127 0 0,-1-51 21 0 0,3 126-172 0 0,10 142 127 0 0,-19-336 62 0 0,0-1-6 0 0,0 0 1 0 0,0 0-1 0 0,0-1 1 0 0,0 1-1 0 0,0 0 1 0 0,0 0 0 0 0,1-1-1 0 0,-1 1 1 0 0,1 0-1 0 0,-1 0 1 0 0,1-1-1 0 0,0 1 1 0 0,1 2-1 0 0,-1-5 50 0 0,0 0-1 0 0,-1 0 1 0 0,1 0 0 0 0,-1 0-1 0 0,0 0 1 0 0,1 0-1 0 0,-1-1 1 0 0,0 1-1 0 0,1 0 1 0 0,-1 0-1 0 0,0 0 1 0 0,0-1-1 0 0,0 1 1 0 0,0-1-1 0 0,0-1 43 0 0,23-292 1661 0 0,-5 11-2456 0 0,3-41-980 0 0,-9 218 623 0 0,25-107-1 0 0,-30 185 995 0 0,13-33-1 0 0,-16 50 122 0 0,1 1-1 0 0,0 1 0 0 0,1-1 0 0 0,0 1 0 0 0,13-17 1 0 0,-17 25-27 0 0,-1 1 0 0 0,0-1 1 0 0,0 1-1 0 0,0 0 0 0 0,1-1 1 0 0,-1 1-1 0 0,1 0 1 0 0,-1 0-1 0 0,1 0 0 0 0,-1 0 1 0 0,1 0-1 0 0,0 0 1 0 0,-1 1-1 0 0,1-1 0 0 0,0 1 1 0 0,0-1-1 0 0,-1 1 1 0 0,1-1-1 0 0,0 1 0 0 0,0 0 1 0 0,0 0-1 0 0,0 0 1 0 0,-1 0-1 0 0,4 1 0 0 0,-3-1 13 0 0,1 1-1 0 0,-1 1 0 0 0,1-1 0 0 0,-1 0 1 0 0,0 1-1 0 0,1-1 0 0 0,-1 1 0 0 0,0 0 1 0 0,0-1-1 0 0,0 1 0 0 0,0 0 0 0 0,0 1 1 0 0,-1-1-1 0 0,1 0 0 0 0,2 5 0 0 0,3 6 25 0 0,0 1 0 0 0,-1 1 0 0 0,-1-1-1 0 0,0 1 1 0 0,-1 0 0 0 0,3 18 0 0 0,7 94-6 0 0,-13-116-62 0 0,11 321 374 0 0,2 18 213 0 0,-7-268-508 0 0,4 1 1 0 0,27 96-1 0 0,-31-154 119 0 0,17 43 0 0 0,-21-62-382 0 0,0 1 0 0 0,0 0 0 0 0,1-1 0 0 0,0 1-1 0 0,1-1 1 0 0,-1 0 0 0 0,1-1 0 0 0,0 1 0 0 0,1-1 0 0 0,9 8 0 0 0,-8-9-7176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2.463"/>
    </inkml:context>
    <inkml:brush xml:id="br0">
      <inkml:brushProperty name="width" value="0.035" units="cm"/>
      <inkml:brushProperty name="height" value="0.035" units="cm"/>
      <inkml:brushProperty name="color" value="#E71224"/>
    </inkml:brush>
  </inkml:definitions>
  <inkml:trace contextRef="#ctx0" brushRef="#br0">29 315 17508 0 0,'-29'-5'1872'0'0,"49"-3"-1912"0"0,-10 3-1 0 0,539-225-5527 0 0,-480 198 4760 0 0,-5-2 480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2.957"/>
    </inkml:context>
    <inkml:brush xml:id="br0">
      <inkml:brushProperty name="width" value="0.035" units="cm"/>
      <inkml:brushProperty name="height" value="0.035" units="cm"/>
      <inkml:brushProperty name="color" value="#E71224"/>
    </inkml:brush>
  </inkml:definitions>
  <inkml:trace contextRef="#ctx0" brushRef="#br0">96 1 15667 0 0,'-1'1'102'0'0,"1"1"0"0"0,0-1-1 0 0,-1 0 1 0 0,1 1 0 0 0,0-1 0 0 0,0 1-1 0 0,0-1 1 0 0,0 1 0 0 0,0-1-1 0 0,0 1 1 0 0,0-1 0 0 0,1 1 0 0 0,-1-1-1 0 0,1 1 1 0 0,0 1 0 0 0,1 9-527 0 0,2 102-2245 0 0,-12 127 0 0 0,8-238 2562 0 0,-4 30-640 0 0,4-31 743 0 0,0 1 0 0 0,-1-1-1 0 0,0 0 1 0 0,1 1 0 0 0,-1-1-1 0 0,0 0 1 0 0,0 1 0 0 0,-1-1-1 0 0,1 0 1 0 0,-3 3 0 0 0,4-5 70 0 0,0 1 1 0 0,0-1-1 0 0,0 0 0 0 0,0 0 1 0 0,0 0-1 0 0,0 0 1 0 0,-1 0-1 0 0,1 0 1 0 0,0 0-1 0 0,0 1 1 0 0,0-1-1 0 0,0 0 1 0 0,0 0-1 0 0,0 0 1 0 0,-1 0-1 0 0,1 0 1 0 0,0 0-1 0 0,0 0 0 0 0,0 0 1 0 0,0 0-1 0 0,-1 0 1 0 0,1 0-1 0 0,0 0 1 0 0,0 0-1 0 0,0 0 1 0 0,0 0-1 0 0,0 0 1 0 0,-1 0-1 0 0,1 0 1 0 0,0 0-1 0 0,0 0 0 0 0,0 0 1 0 0,0 0-1 0 0,0 0 1 0 0,-1 0-1 0 0,1-1 1 0 0,0 1-1 0 0,0 0 1 0 0,0 0-1 0 0,0 0 1 0 0,-4-8 1558 0 0,0-13 138 0 0,4 20-1556 0 0,-6-89 1249 0 0,5 49-694 0 0,-8-40-1 0 0,4 57-168 0 0,-2 0 0 0 0,0 0 1 0 0,-20-42-1 0 0,27 66-572 0 0,-1-1 1 0 0,1 1-1 0 0,0-1 1 0 0,-1 0-1 0 0,1 1 1 0 0,0-1-1 0 0,0 1 1 0 0,-1-1-1 0 0,1 1 1 0 0,0-1-1 0 0,0 0 1 0 0,0 1-1 0 0,0-1 1 0 0,0 1-1 0 0,0-1 1 0 0,0 0-1 0 0,0 1 1 0 0,0-1-1 0 0,0 0 1 0 0,0 1-1 0 0,0-1 1 0 0,1 1-1 0 0,-1-1 1 0 0,0 1-1 0 0,0-1 1 0 0,1 0-1 0 0,-1 1 1 0 0,0-1-1 0 0,1 1 1 0 0,0-1-1 0 0,0 0-8 0 0,1 0-1 0 0,0 0 1 0 0,-1 1-1 0 0,1-1 1 0 0,0 1-1 0 0,0-1 1 0 0,0 1 0 0 0,2-1-1 0 0,5 0-73 0 0,109-27-1992 0 0,-85 18 1166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3.313"/>
    </inkml:context>
    <inkml:brush xml:id="br0">
      <inkml:brushProperty name="width" value="0.035" units="cm"/>
      <inkml:brushProperty name="height" value="0.035" units="cm"/>
      <inkml:brushProperty name="color" value="#E71224"/>
    </inkml:brush>
  </inkml:definitions>
  <inkml:trace contextRef="#ctx0" brushRef="#br0">11 335 14283 0 0,'-2'1'168'0'0,"1"1"-1"0"0,0 0 1 0 0,0 0-1 0 0,-1 0 1 0 0,1 0-1 0 0,0 0 1 0 0,-1 2-1 0 0,4 2 421 0 0,9-3 221 0 0,-3-4-602 0 0,-1 1 1 0 0,0-1-1 0 0,1-1 1 0 0,-1 1 0 0 0,0-2-1 0 0,0 1 1 0 0,0 0-1 0 0,10-6 1 0 0,6-5-82 0 0,22-16-1 0 0,-36 23-140 0 0,23-15 15 0 0,-1-1 0 0 0,-1-1 0 0 0,-2-2 0 0 0,0-1 0 0 0,24-30 0 0 0,-49 52-12 0 0,0 1 0 0 0,0-1-1 0 0,-1 0 1 0 0,1-1 0 0 0,-1 1-1 0 0,0 0 1 0 0,0-1 0 0 0,-1 1 0 0 0,1-1-1 0 0,-1 0 1 0 0,0 1 0 0 0,0-7 0 0 0,-1 9 9 0 0,0 0 1 0 0,0 0-1 0 0,0 0 1 0 0,-1-1-1 0 0,1 1 1 0 0,-1 0-1 0 0,0 0 1 0 0,1 0-1 0 0,-1 0 1 0 0,0 0-1 0 0,0 0 1 0 0,0 0-1 0 0,-1 0 1 0 0,1 0-1 0 0,0 0 1 0 0,-1 1-1 0 0,1-1 1 0 0,-1 1-1 0 0,0-1 1 0 0,1 1-1 0 0,-1-1 1 0 0,0 1-1 0 0,0 0 1 0 0,0 0-1 0 0,0 0 1 0 0,0 0-1 0 0,0 0 1 0 0,-2 0-1 0 0,-1-1 40 0 0,0 0 0 0 0,1 1 0 0 0,-1 0 1 0 0,0 0-1 0 0,0 0 0 0 0,0 0 0 0 0,0 1 0 0 0,0 0 0 0 0,0 0 0 0 0,0 1 1 0 0,0-1-1 0 0,0 1 0 0 0,-5 1 0 0 0,2 1 92 0 0,1 0 1 0 0,0 0-1 0 0,0 0 0 0 0,0 1 0 0 0,1-1 1 0 0,-1 2-1 0 0,-11 8 0 0 0,7-2 35 0 0,0 0-1 0 0,1 0 0 0 0,0 1 1 0 0,1 1-1 0 0,0-1 1 0 0,1 2-1 0 0,0-1 0 0 0,-6 15 1 0 0,7-10-170 0 0,0 1 1 0 0,2 0-1 0 0,0 0 1 0 0,1 0-1 0 0,-3 31 1 0 0,6-39-3 0 0,1 0 1 0 0,0 0-1 0 0,1 0 0 0 0,0-1 0 0 0,0 1 1 0 0,1 0-1 0 0,1-1 0 0 0,-1 1 0 0 0,2-1 1 0 0,0 0-1 0 0,8 17 0 0 0,-8-22-25 0 0,-1 0 0 0 0,1 0 0 0 0,0 0-1 0 0,1 0 1 0 0,-1-1 0 0 0,1 1 0 0 0,0-1-1 0 0,0-1 1 0 0,0 1 0 0 0,1-1 0 0 0,-1 1 0 0 0,1-1-1 0 0,8 2 1 0 0,-3-1-362 0 0,-1-1-1 0 0,1 0 1 0 0,0-1 0 0 0,0 0-1 0 0,0-1 1 0 0,21 0 0 0 0,10-5-6353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3.703"/>
    </inkml:context>
    <inkml:brush xml:id="br0">
      <inkml:brushProperty name="width" value="0.035" units="cm"/>
      <inkml:brushProperty name="height" value="0.035" units="cm"/>
      <inkml:brushProperty name="color" value="#E71224"/>
    </inkml:brush>
  </inkml:definitions>
  <inkml:trace contextRef="#ctx0" brushRef="#br0">416 82 15667 0 0,'-9'-9'270'0'0,"0"1"-1"0"0,0 0 0 0 0,-1 1 0 0 0,0 0 0 0 0,0 0 0 0 0,-1 1 1 0 0,0 1-1 0 0,0-1 0 0 0,-22-6 0 0 0,26 11-452 0 0,0-1 1 0 0,0 1-1 0 0,-1 0 0 0 0,1 0 0 0 0,0 1 0 0 0,-1 0 0 0 0,1 0 1 0 0,0 1-1 0 0,0 0 0 0 0,-1 0 0 0 0,1 1 0 0 0,0 0 1 0 0,0 0-1 0 0,0 1 0 0 0,1-1 0 0 0,-1 1 0 0 0,-11 8 1 0 0,6-3 138 0 0,1 1 0 0 0,0 1 0 0 0,0-1 0 0 0,1 2 0 0 0,1-1 0 0 0,0 2 0 0 0,0-1 0 0 0,1 1 0 0 0,0 0 0 0 0,-11 25 0 0 0,12-20 405 0 0,1 0 0 0 0,0 0 0 0 0,1 0 1 0 0,1 1-1 0 0,1 0 0 0 0,0 0 0 0 0,1 0 1 0 0,1 22-1 0 0,2-31-199 0 0,-1 0-1 0 0,1-1 1 0 0,1 1 0 0 0,0-1 0 0 0,0 1-1 0 0,0-1 1 0 0,1 0 0 0 0,8 15 0 0 0,-10-21-140 0 0,0 1 0 0 0,1-1 0 0 0,-1 0 0 0 0,1 0 0 0 0,-1 0 0 0 0,1 0 1 0 0,0 0-1 0 0,0 0 0 0 0,0 0 0 0 0,0-1 0 0 0,0 1 0 0 0,0-1 0 0 0,0 1 1 0 0,0-1-1 0 0,1 0 0 0 0,-1 0 0 0 0,1 0 0 0 0,-1 0 0 0 0,1 0 0 0 0,-1-1 1 0 0,1 1-1 0 0,-1-1 0 0 0,1 1 0 0 0,-1-1 0 0 0,1 0 0 0 0,0 0 0 0 0,-1 0 0 0 0,1-1 1 0 0,-1 1-1 0 0,1-1 0 0 0,0 1 0 0 0,-1-1 0 0 0,4-1 0 0 0,2-1 11 0 0,-1-1-1 0 0,1 0 0 0 0,0-1 0 0 0,-1 0 0 0 0,0 0 1 0 0,0 0-1 0 0,-1-1 0 0 0,10-10 0 0 0,0-2 227 0 0,24-38 0 0 0,-27 36-231 0 0,-1-1-1 0 0,14-34 0 0 0,-21 41-44 0 0,0 0 0 0 0,-1 0 0 0 0,0 0 0 0 0,-2 0 0 0 0,3-20 0 0 0,-5 25 89 0 0,0 1 0 0 0,-1 0-1 0 0,-2-9 1 0 0,3 17-72 0 0,0 0 1 0 0,1 0-1 0 0,-1 0 0 0 0,0 0 1 0 0,0 0-1 0 0,0-1 0 0 0,0 1 1 0 0,-1 0-1 0 0,1 0 0 0 0,0 0 1 0 0,0 0-1 0 0,0 0 0 0 0,0 0 0 0 0,0 0 1 0 0,0-1-1 0 0,0 1 0 0 0,0 0 1 0 0,0 0-1 0 0,0 0 0 0 0,0 0 1 0 0,0 0-1 0 0,0 0 0 0 0,0 0 1 0 0,0 0-1 0 0,-1-1 0 0 0,1 1 0 0 0,0 0 1 0 0,0 0-1 0 0,0 0 0 0 0,0 0 1 0 0,0 0-1 0 0,0 0 0 0 0,0 0 1 0 0,0 0-1 0 0,-1 0 0 0 0,1 0 1 0 0,0 0-1 0 0,0 0 0 0 0,0 0 0 0 0,0 0 1 0 0,-5 4 1 0 0,-2 8-3 0 0,2 6 44 0 0,1-1 0 0 0,0 1 0 0 0,2-1 0 0 0,-1 33 0 0 0,3-14 21 0 0,7 49 1 0 0,-5-69-193 0 0,0-1 1 0 0,2 1-1 0 0,0-1 1 0 0,8 21-1 0 0,-11-32-111 0 0,1 1 0 0 0,0-1 0 0 0,1 0 0 0 0,-1 1 0 0 0,1-1 0 0 0,0 0 0 0 0,0-1 0 0 0,0 1 0 0 0,0 0 0 0 0,1-1-1 0 0,-1 0 1 0 0,1 0 0 0 0,0 0 0 0 0,0 0 0 0 0,0 0 0 0 0,0-1 0 0 0,1 0 0 0 0,6 3 0 0 0,10-1-5776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3.980"/>
    </inkml:context>
    <inkml:brush xml:id="br0">
      <inkml:brushProperty name="width" value="0.035" units="cm"/>
      <inkml:brushProperty name="height" value="0.035" units="cm"/>
      <inkml:brushProperty name="color" value="#E71224"/>
    </inkml:brush>
  </inkml:definitions>
  <inkml:trace contextRef="#ctx0" brushRef="#br0">17 1 15203 0 0,'-2'3'193'0'0,"0"1"0"0"0,0-1-1 0 0,0 0 1 0 0,0 1-1 0 0,1-1 1 0 0,0 1 0 0 0,0 0-1 0 0,0 0 1 0 0,-1 6 0 0 0,1 2 748 0 0,2 23 0 0 0,0-5 431 0 0,20 542-1431 0 0,-12-484-164 0 0,4-1 0 0 0,4 0 0 0 0,4-1 0 0 0,47 124-1 0 0,-57-182-625 0 0,2-1 0 0 0,20 33 0 0 0,-14-33-5211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5.056"/>
    </inkml:context>
    <inkml:brush xml:id="br0">
      <inkml:brushProperty name="width" value="0.035" units="cm"/>
      <inkml:brushProperty name="height" value="0.035" units="cm"/>
      <inkml:brushProperty name="color" value="#E71224"/>
    </inkml:brush>
  </inkml:definitions>
  <inkml:trace contextRef="#ctx0" brushRef="#br0">11 260 16588 0 0,'2'1'104'0'0,"-1"-1"1"0"0,0 0 0 0 0,0 0 0 0 0,1 1-1 0 0,-1-1 1 0 0,0 1 0 0 0,0-1 0 0 0,0 1-1 0 0,1 0 1 0 0,-1-1 0 0 0,0 1 0 0 0,0 0-1 0 0,0 0 1 0 0,0 0 0 0 0,0 0 0 0 0,-1 0 0 0 0,2 1-1 0 0,14 22-676 0 0,-13-20 715 0 0,9 17-214 0 0,-2-1 1 0 0,0 1-1 0 0,-2 1 1 0 0,7 24-1 0 0,18 94-205 0 0,-25-99 177 0 0,82 498-4410 0 0,-88-531 4466 0 0,-1-1-34 0 0,4 39-176 0 0,-5-43 281 0 0,0 0 0 0 0,0 0 0 0 0,0 0 0 0 0,-1 0 0 0 0,1 0 0 0 0,-1 0 0 0 0,0 0 0 0 0,1 0 0 0 0,-1 0 1 0 0,0 0-1 0 0,-3 5 0 0 0,3-8 26 0 0,1 0 1 0 0,0 1 0 0 0,-1-1 0 0 0,1 0-1 0 0,0 1 1 0 0,-1-1 0 0 0,1 0-1 0 0,-1 0 1 0 0,1 0 0 0 0,0 1-1 0 0,-1-1 1 0 0,1 0 0 0 0,-1 0 0 0 0,1 0-1 0 0,-1 0 1 0 0,1 0 0 0 0,-1 0-1 0 0,1 0 1 0 0,-1 0 0 0 0,1 0-1 0 0,0 0 1 0 0,-1 0 0 0 0,1 0 0 0 0,-1 0-1 0 0,1 0 1 0 0,-1 0 0 0 0,1 0-1 0 0,-1 0 1 0 0,1 0 0 0 0,-1-1-1 0 0,1 1 1 0 0,0 0 0 0 0,-1 0 0 0 0,1-1-1 0 0,0 1 1 0 0,-1 0 0 0 0,0-1-1 0 0,-13-13 1373 0 0,13 13-1380 0 0,-7-9 587 0 0,0-1 0 0 0,0-1 0 0 0,1 0 0 0 0,-6-14 0 0 0,-19-53 305 0 0,27 67-931 0 0,-25-72 246 0 0,-38-169-1 0 0,58 199-342 0 0,3 0-1 0 0,2-1 1 0 0,2 1 0 0 0,6-77-1 0 0,-1 114 73 0 0,0 1 0 0 0,1-1-1 0 0,1 1 1 0 0,0-1-1 0 0,1 1 1 0 0,9-18-1 0 0,-9 23 59 0 0,1 1 0 0 0,0 0 0 0 0,1 0 0 0 0,0 1 0 0 0,1-1 0 0 0,0 1 0 0 0,0 1 0 0 0,0 0 0 0 0,15-11 0 0 0,18-8-175 0 0,2 1 0 0 0,0 2 0 0 0,69-26 0 0 0,-98 44-98 0 0,0 1-1 0 0,1 0 0 0 0,25-4 0 0 0,-35 9 154 0 0,0-1 0 0 0,0 1-1 0 0,1 0 1 0 0,-1 0-1 0 0,0 1 1 0 0,8 1 0 0 0,-11-2 51 0 0,0 1 0 0 0,1 0 1 0 0,-1 0-1 0 0,1 0 0 0 0,-1 0 1 0 0,0 0-1 0 0,0 0 1 0 0,0 1-1 0 0,0-1 0 0 0,0 1 1 0 0,0 0-1 0 0,0-1 0 0 0,3 5 1 0 0,-3-3 65 0 0,0 0 0 0 0,-1 1 1 0 0,1-1-1 0 0,-1 1 0 0 0,1-1 1 0 0,-1 1-1 0 0,0-1 0 0 0,-1 1 1 0 0,1-1-1 0 0,-1 1 1 0 0,1 0-1 0 0,-1-1 0 0 0,0 1 1 0 0,-1 0-1 0 0,1 0 0 0 0,-2 6 1 0 0,-1 3 34 0 0,0-1 0 0 0,-1 1 1 0 0,-8 16-1 0 0,1-8-121 0 0,0 0-1 0 0,-2 0 0 0 0,0-1 1 0 0,-27 30-1 0 0,-71 65-363 0 0,102-106 153 0 0,-1-1 0 0 0,1 0-1 0 0,-22 13 1 0 0,16-14-6019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5.874"/>
    </inkml:context>
    <inkml:brush xml:id="br0">
      <inkml:brushProperty name="width" value="0.035" units="cm"/>
      <inkml:brushProperty name="height" value="0.035" units="cm"/>
      <inkml:brushProperty name="color" value="#E71224"/>
    </inkml:brush>
  </inkml:definitions>
  <inkml:trace contextRef="#ctx0" brushRef="#br0">9 662 20740 0 0,'-1'3'288'0'0,"-1"-1"-1"0"0,1 1 0 0 0,0 0 1 0 0,0 0-1 0 0,1 0 1 0 0,-2 4-1 0 0,2-6-281 0 0,0-1 1 0 0,0 1-1 0 0,0 0 0 0 0,0 0 1 0 0,0-1-1 0 0,0 1 0 0 0,0 0 1 0 0,0-1-1 0 0,1 1 0 0 0,-1 0 1 0 0,0 0-1 0 0,0-1 0 0 0,1 1 1 0 0,-1-1-1 0 0,0 1 0 0 0,1 0 1 0 0,-1-1-1 0 0,1 1 0 0 0,-1-1 1 0 0,1 1-1 0 0,-1-1 0 0 0,1 1 1 0 0,-1-1-1 0 0,1 1 0 0 0,-1-1 1 0 0,1 1-1 0 0,0-1 0 0 0,-1 0 1 0 0,1 1-1 0 0,-1-1 1 0 0,1 0-1 0 0,0 0 0 0 0,0 1 1 0 0,11 2-138 0 0,-9-2 71 0 0,-1 0-1 0 0,1 0 1 0 0,-1 0-1 0 0,1 0 1 0 0,0-1-1 0 0,-1 1 1 0 0,1-1 0 0 0,0 0-1 0 0,-1 0 1 0 0,1 0-1 0 0,0 0 1 0 0,0 0 0 0 0,-1-1-1 0 0,1 1 1 0 0,0-1-1 0 0,3-1 1 0 0,0-1-243 0 0,0 0 0 0 0,-1 0-1 0 0,1-1 1 0 0,0 0 0 0 0,-1 0 0 0 0,0-1-1 0 0,0 0 1 0 0,0 0 0 0 0,-1 0 0 0 0,4-5 0 0 0,7-11-2197 0 0,14-29 0 0 0,-25 43 2146 0 0,20-35-2895 0 0,23-58-1 0 0,-42 87 3311 0 0,0-1-1 0 0,-1 0 1 0 0,0 0 0 0 0,-1 0-1 0 0,-1-1 1 0 0,0 1 0 0 0,-1-1 0 0 0,-1-25-1 0 0,-1 35 182 0 0,1 1-1 0 0,-1-1 1 0 0,0 0-1 0 0,0 1 1 0 0,-1-1-1 0 0,0 1 1 0 0,-3-7-1 0 0,5 10-120 0 0,-1 0 0 0 0,1 0-1 0 0,-1 0 1 0 0,0 0 0 0 0,0 0 0 0 0,1 0-1 0 0,-1 0 1 0 0,0 0 0 0 0,0 0-1 0 0,0 1 1 0 0,0-1 0 0 0,0 0-1 0 0,0 1 1 0 0,0-1 0 0 0,0 1 0 0 0,-1-1-1 0 0,1 1 1 0 0,0-1 0 0 0,0 1-1 0 0,0 0 1 0 0,0 0 0 0 0,-1-1-1 0 0,1 1 1 0 0,0 0 0 0 0,0 0 0 0 0,0 0-1 0 0,-1 0 1 0 0,1 1 0 0 0,0-1-1 0 0,0 0 1 0 0,0 0 0 0 0,-1 1-1 0 0,-1 0 1 0 0,-3 2 305 0 0,0 0-1 0 0,0 1 0 0 0,0 0 1 0 0,0 0-1 0 0,1 0 0 0 0,-1 1 1 0 0,1-1-1 0 0,0 1 1 0 0,0 1-1 0 0,-4 6 0 0 0,-5 6 253 0 0,-19 38 0 0 0,22-36-667 0 0,2 1 0 0 0,0 0 0 0 0,-11 42 0 0 0,18-52-82 0 0,-1 0 0 0 0,1 1 0 0 0,1-1 0 0 0,0 1-1 0 0,1-1 1 0 0,0 1 0 0 0,1-1 0 0 0,0 1 0 0 0,5 18 0 0 0,-5-26 66 0 0,0 0 0 0 0,1 0 0 0 0,0 0 1 0 0,-1 0-1 0 0,1 0 0 0 0,1-1 0 0 0,-1 1 0 0 0,0-1 0 0 0,1 1 1 0 0,0-1-1 0 0,0 0 0 0 0,0 0 0 0 0,0 0 0 0 0,0 0 0 0 0,1-1 1 0 0,-1 1-1 0 0,1-1 0 0 0,0 0 0 0 0,4 2 0 0 0,-3-2 16 0 0,0 0 0 0 0,1-1 1 0 0,-1 0-1 0 0,0 0 0 0 0,0-1 0 0 0,1 1 0 0 0,-1-1 0 0 0,0 0 0 0 0,0 0 1 0 0,1-1-1 0 0,-1 0 0 0 0,0 0 0 0 0,0 0 0 0 0,0 0 0 0 0,7-3 0 0 0,5-4-298 0 0,-1 0 0 0 0,0-1 0 0 0,0-1 0 0 0,-1 0-1 0 0,0-1 1 0 0,0-1 0 0 0,-1 0 0 0 0,-1-1 0 0 0,13-16 0 0 0,7-13-1972 0 0,52-84 0 0 0,-73 107 2143 0 0,22-35 1768 0 0,-34 54-1532 0 0,1-1 0 0 0,-1 0 0 0 0,1 1-1 0 0,-1-1 1 0 0,1 0 0 0 0,-1 1 0 0 0,1-1 0 0 0,0 1 0 0 0,-1-1-1 0 0,1 1 1 0 0,0-1 0 0 0,-1 1 0 0 0,1-1 0 0 0,0 1 0 0 0,0-1-1 0 0,0 1 1 0 0,-1 0 0 0 0,1 0 0 0 0,0-1 0 0 0,0 1 0 0 0,0 0-1 0 0,0 0 1 0 0,0 0-31 0 0,-1 1 0 0 0,1-1 0 0 0,-1 0 0 0 0,1 1 0 0 0,-1-1-1 0 0,1 1 1 0 0,-1-1 0 0 0,1 0 0 0 0,-1 1 0 0 0,0-1 0 0 0,1 1-1 0 0,-1-1 1 0 0,0 1 0 0 0,0-1 0 0 0,1 1 0 0 0,-1 0 0 0 0,0-1 0 0 0,0 1-1 0 0,0-1 1 0 0,1 1 0 0 0,-1-1 0 0 0,0 1 0 0 0,0 0 0 0 0,0-1-1 0 0,0 1 1 0 0,0-1 0 0 0,0 1 0 0 0,-1 0 0 0 0,1-1 0 0 0,0 2 0 0 0,-4 25-833 0 0,-11 45 0 0 0,-2 12-4615 0 0,17-84 5385 0 0,0 0 1 0 0,0 0 0 0 0,0 0-1 0 0,0 0 1 0 0,0 0 0 0 0,0 0-1 0 0,0 1 1 0 0,0-1-1 0 0,0 0 1 0 0,0 0 0 0 0,0 0-1 0 0,0 0 1 0 0,0 0 0 0 0,0 0-1 0 0,0 0 1 0 0,0 0-1 0 0,0 0 1 0 0,0 0 0 0 0,-1 1-1 0 0,1-1 1 0 0,0 0 0 0 0,0 0-1 0 0,0 0 1 0 0,1 0-1 0 0,-1 0 1 0 0,0 0 0 0 0,0 0-1 0 0,0 0 1 0 0,0 0 0 0 0,0 1-1 0 0,0-1 1 0 0,0 0-1 0 0,0 0 1 0 0,0 0 0 0 0,0 0-1 0 0,0 0 1 0 0,0 0 0 0 0,0 0-1 0 0,0 0 1 0 0,0 0-1 0 0,0 0 1 0 0,0 0 0 0 0,0 1-1 0 0,0-1 1 0 0,1 0 0 0 0,-1 0-1 0 0,0 0 1 0 0,0 0-1 0 0,0 0 1 0 0,0 0 0 0 0,0 0-1 0 0,0 0 1 0 0,0 0 0 0 0,0 0-1 0 0,0 0 1 0 0,1 0-1 0 0,-1 0 1 0 0,0 0 0 0 0,5-7 2113 0 0,10-17 1454 0 0,-10 16-3288 0 0,28-44 1064 0 0,61-73 1 0 0,-60 87-1476 0 0,1 0 1 0 0,3 3-1 0 0,1 1 0 0 0,55-38 1 0 0,-74 58 97 0 0,3-2 28 0 0,1 1 0 0 0,39-19 0 0 0,-69 41-270 0 0,0-1 1 0 0,-13 11-1 0 0,-19 11 520 0 0,2 2 0 0 0,2 1 0 0 0,0 1 0 0 0,2 3 0 0 0,-37 50 0 0 0,63-76-185 0 0,-1 0 0 0 0,2 1 0 0 0,-1-1-1 0 0,1 1 1 0 0,1 0 0 0 0,-6 18 0 0 0,9-26-81 0 0,1 0 0 0 0,-1 0 0 0 0,1 1-1 0 0,-1-1 1 0 0,1 0 0 0 0,0 1 0 0 0,0-1 0 0 0,0 0-1 0 0,1 0 1 0 0,-1 1 0 0 0,0-1 0 0 0,1 0 0 0 0,-1 0 0 0 0,1 0-1 0 0,0 1 1 0 0,0-1 0 0 0,0 0 0 0 0,0 0 0 0 0,0 0-1 0 0,0 0 1 0 0,1-1 0 0 0,-1 1 0 0 0,0 0 0 0 0,1 0-1 0 0,0-1 1 0 0,-1 1 0 0 0,1-1 0 0 0,0 1 0 0 0,0-1-1 0 0,0 0 1 0 0,0 0 0 0 0,0 0 0 0 0,0 0 0 0 0,0 0 0 0 0,0 0-1 0 0,0 0 1 0 0,4 0 0 0 0,6 2-169 0 0,-1-1 0 0 0,1 0 0 0 0,-1-1 1 0 0,1 0-1 0 0,17-2 0 0 0,60-8-1520 0 0,-35 2-79 0 0,-28 4 647 0 0,-13 1 611 0 0,-1 1 0 0 0,1 0 0 0 0,0 1 0 0 0,0 0-1 0 0,15 3 1 0 0,-27-3 529 0 0,-1 0 0 0 0,1 0 0 0 0,0 0 0 0 0,0 0 0 0 0,0 0-1 0 0,0 1 1 0 0,-1-1 0 0 0,1 0 0 0 0,0 1 0 0 0,0-1 0 0 0,-1 0 0 0 0,1 1-1 0 0,0-1 1 0 0,-1 1 0 0 0,1-1 0 0 0,0 1 0 0 0,-1-1 0 0 0,1 1 0 0 0,-1 0-1 0 0,1-1 1 0 0,-1 1 0 0 0,1 0 0 0 0,0 0 0 0 0,-1 0 61 0 0,0 0 1 0 0,0 0 0 0 0,0 0 0 0 0,0 0-1 0 0,0 0 1 0 0,0 0 0 0 0,-1 0 0 0 0,1-1-1 0 0,0 1 1 0 0,0 0 0 0 0,-1 0-1 0 0,1 0 1 0 0,0 0 0 0 0,-1-1 0 0 0,1 1-1 0 0,-1 0 1 0 0,0 1 0 0 0,-3 3 356 0 0,-1 0 1 0 0,1 0-1 0 0,-1 0 1 0 0,-7 5-1 0 0,-6 3 129 0 0,0-1-1 0 0,-1-1 1 0 0,-38 18 0 0 0,-24 2-2557 0 0,63-26-4872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6.173"/>
    </inkml:context>
    <inkml:brush xml:id="br0">
      <inkml:brushProperty name="width" value="0.035" units="cm"/>
      <inkml:brushProperty name="height" value="0.035" units="cm"/>
      <inkml:brushProperty name="color" value="#E71224"/>
    </inkml:brush>
  </inkml:definitions>
  <inkml:trace contextRef="#ctx0" brushRef="#br0">190 149 12443 0 0,'1'-1'96'0'0,"-1"0"1"0"0,0-1-1 0 0,0 1 1 0 0,0-1-1 0 0,-1 1 0 0 0,1 0 1 0 0,0-1-1 0 0,0 1 1 0 0,-1 0-1 0 0,1-1 1 0 0,-2-1-1 0 0,-3 2 319 0 0,-5 8 152 0 0,-1 3-176 0 0,1 1 1 0 0,0 1-1 0 0,1-1 0 0 0,0 1 1 0 0,1 1-1 0 0,-10 20 0 0 0,-31 84 796 0 0,36-82-1007 0 0,-14 64 0 0 0,24-86-135 0 0,1 0 0 0 0,0 1 1 0 0,1-1-1 0 0,1 0 1 0 0,0 1-1 0 0,1-1 0 0 0,0 0 1 0 0,5 19-1 0 0,-5-28 10 0 0,0 0 1 0 0,1 0-1 0 0,-1 0 0 0 0,1 0 1 0 0,0-1-1 0 0,0 1 0 0 0,0 0 0 0 0,0-1 1 0 0,1 0-1 0 0,-1 1 0 0 0,1-1 0 0 0,0 0 1 0 0,0 0-1 0 0,0-1 0 0 0,1 1 1 0 0,-1-1-1 0 0,4 3 0 0 0,-3-4-13 0 0,-1 1 0 0 0,0-1 1 0 0,1 0-1 0 0,-1 0 0 0 0,1 0 0 0 0,0 0 1 0 0,-1-1-1 0 0,1 0 0 0 0,0 1 0 0 0,-1-1 0 0 0,1-1 1 0 0,0 1-1 0 0,-1 0 0 0 0,1-1 0 0 0,0 0 0 0 0,-1 0 1 0 0,1 0-1 0 0,-1 0 0 0 0,5-3 0 0 0,4-2 13 0 0,-1-1-1 0 0,0 0 0 0 0,0-1 1 0 0,-1 0-1 0 0,0-1 1 0 0,0 0-1 0 0,-1 0 1 0 0,0-1-1 0 0,11-16 1 0 0,-5 4 34 0 0,-1-1 1 0 0,-1-1-1 0 0,17-41 1 0 0,-22 42-33 0 0,0 0-1 0 0,-2-1 1 0 0,-1 1-1 0 0,0-2 1 0 0,-2 1-1 0 0,-1 0 1 0 0,-1-33-1 0 0,-2 38-208 0 0,0 0 1 0 0,-2 0-1 0 0,0 1 1 0 0,-1 0-1 0 0,-1 0 1 0 0,0 0-1 0 0,-2 0 1 0 0,0 1-1 0 0,-1 0 1 0 0,-11-18-1 0 0,8 18-7296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6.526"/>
    </inkml:context>
    <inkml:brush xml:id="br0">
      <inkml:brushProperty name="width" value="0.035" units="cm"/>
      <inkml:brushProperty name="height" value="0.035" units="cm"/>
      <inkml:brushProperty name="color" value="#E71224"/>
    </inkml:brush>
  </inkml:definitions>
  <inkml:trace contextRef="#ctx0" brushRef="#br0">134 95 17052 0 0,'0'0'71'0'0,"1"0"0"0"0,-1 0-1 0 0,1 0 1 0 0,0 0 0 0 0,-1 0 0 0 0,1 0 0 0 0,-1 0 0 0 0,1 0 0 0 0,0 0 0 0 0,-1 0 0 0 0,1 1 0 0 0,-1-1 0 0 0,1 0 0 0 0,-1 0 0 0 0,1 1 0 0 0,-1-1 0 0 0,1 0 0 0 0,0 1 0 0 0,-1-1 0 0 0,0 0-1 0 0,1 1 1 0 0,-1-1 0 0 0,1 1 0 0 0,-1-1 0 0 0,0 1 0 0 0,1-1 0 0 0,0 1 0 0 0,-1 1-79 0 0,0 0 0 0 0,1 0-1 0 0,-1 1 1 0 0,0-1 0 0 0,0 0 0 0 0,0 0-1 0 0,0 3 1 0 0,-3 20-657 0 0,0 0 0 0 0,-2-1 0 0 0,-1 1-1 0 0,-1-1 1 0 0,0 0 0 0 0,-2-1 0 0 0,-22 40 0 0 0,10-31 145 0 0,19-30 770 0 0,0 0 0 0 0,0 0 0 0 0,0 0 0 0 0,0 0 1 0 0,-1 0-1 0 0,1-1 0 0 0,0 1 0 0 0,-1-1 0 0 0,1 1 0 0 0,-1-1 1 0 0,-3 1-1 0 0,6-2-129 0 0,-1 0 1 0 0,1 0-1 0 0,-1 0 1 0 0,1 1 0 0 0,-1-1-1 0 0,1 0 1 0 0,-1 0-1 0 0,1 0 1 0 0,-1-1-1 0 0,0 1 1 0 0,1 0-1 0 0,-1 0 1 0 0,1 0 0 0 0,-1 0-1 0 0,1 0 1 0 0,-1-1-1 0 0,1 1 1 0 0,-1 0-1 0 0,1 0 1 0 0,0-1-1 0 0,-1 1 1 0 0,1 0 0 0 0,-1-1-1 0 0,1 1 1 0 0,-1-1-1 0 0,-7-16 1636 0 0,3-18-710 0 0,4 13-1003 0 0,2 0-1 0 0,0 0 1 0 0,1 0 0 0 0,1 0 0 0 0,1 1 0 0 0,1 0-1 0 0,1-1 1 0 0,0 2 0 0 0,2-1 0 0 0,1 1 0 0 0,0 0-1 0 0,23-34 1 0 0,-29 50-44 0 0,0 0 0 0 0,0 0 0 0 0,0 0 0 0 0,1 1 0 0 0,-1 0 0 0 0,1 0 0 0 0,0 0 0 0 0,0 0 0 0 0,0 0 0 0 0,8-3 1 0 0,-10 5 8 0 0,0 1 0 0 0,0-1 0 0 0,-1 1 1 0 0,1 0-1 0 0,0-1 0 0 0,0 1 1 0 0,0 0-1 0 0,-1 0 0 0 0,1 0 0 0 0,0 1 1 0 0,0-1-1 0 0,0 0 0 0 0,-1 0 1 0 0,1 1-1 0 0,0 0 0 0 0,-1-1 0 0 0,1 1 1 0 0,0 0-1 0 0,-1 0 0 0 0,1-1 1 0 0,0 1-1 0 0,-1 0 0 0 0,0 1 0 0 0,1-1 1 0 0,-1 0-1 0 0,0 0 0 0 0,1 1 0 0 0,-1-1 1 0 0,0 1-1 0 0,0-1 0 0 0,0 1 1 0 0,1 1-1 0 0,3 6 36 0 0,0 0 0 0 0,-1 0 0 0 0,0 0 0 0 0,0 1 1 0 0,1 10-1 0 0,11 52 179 0 0,-7-23-120 0 0,-2-19-147 0 0,1 0 0 0 0,1-1 1 0 0,2 0-1 0 0,1 0 0 0 0,1-1 1 0 0,1-1-1 0 0,29 41 0 0 0,-22-39-710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9.070"/>
    </inkml:context>
    <inkml:brush xml:id="br0">
      <inkml:brushProperty name="width" value="0.035" units="cm"/>
      <inkml:brushProperty name="height" value="0.035" units="cm"/>
      <inkml:brushProperty name="color" value="#E71224"/>
    </inkml:brush>
  </inkml:definitions>
  <inkml:trace contextRef="#ctx0" brushRef="#br0">32 337 6913 0 0,'0'-7'620'0'0,"0"0"-1"0"0,0-1 1 0 0,0 1-1 0 0,1 0 0 0 0,0 0 1 0 0,1 0-1 0 0,-1 1 0 0 0,1-1 1 0 0,1 0-1 0 0,-1 0 0 0 0,4-6 1 0 0,-6 13-609 0 0,0 0 0 0 0,0 0 0 0 0,0 0 0 0 0,0 0 1 0 0,0-1-1 0 0,0 1 0 0 0,0 0 0 0 0,0 0 0 0 0,0 0 1 0 0,1 0-1 0 0,-1 0 0 0 0,0 0 0 0 0,0 0 0 0 0,0 0 1 0 0,0-1-1 0 0,0 1 0 0 0,0 0 0 0 0,0 0 0 0 0,0 0 0 0 0,0 0 1 0 0,0 0-1 0 0,0 0 0 0 0,0 0 0 0 0,0 0 0 0 0,0 0 1 0 0,0 0-1 0 0,1 0 0 0 0,-1-1 0 0 0,0 1 0 0 0,0 0 0 0 0,0 0 1 0 0,0 0-1 0 0,0 0 0 0 0,0 0 0 0 0,0 0 0 0 0,0 0 1 0 0,1 0-1 0 0,-1 0 0 0 0,0 0 0 0 0,0 0 0 0 0,0 0 1 0 0,0 0-1 0 0,0 0 0 0 0,0 0 0 0 0,0 0 0 0 0,1 0 0 0 0,-1 0 1 0 0,0 0-1 0 0,0 0 0 0 0,0 0 0 0 0,0 0 0 0 0,0 0 1 0 0,0 1-1 0 0,0-1 0 0 0,0 0 0 0 0,1 0 0 0 0,-1 0 0 0 0,0 0 1 0 0,0 0-1 0 0,0 0 0 0 0,0 0 0 0 0,0 0 0 0 0,0 0 1 0 0,3 12 177 0 0,-1 15-167 0 0,-1 99 1274 0 0,-13 416 1259 0 0,10-523-2557 0 0,2 1 43 0 0,-2-1-1 0 0,-1 1 0 0 0,0-1 1 0 0,-8 27-1 0 0,10-45-9 0 0,1 0 0 0 0,-1 0 0 0 0,1 0 0 0 0,-1 1 0 0 0,1-1 0 0 0,-1 0 0 0 0,1 0 0 0 0,-1 0 0 0 0,0 0 0 0 0,0 0 0 0 0,0-1 0 0 0,1 1 0 0 0,-1 0 0 0 0,-2 1 0 0 0,3-2-9 0 0,0 0 0 0 0,-1 0 0 0 0,1 0 0 0 0,0 0 0 0 0,0 0 1 0 0,0 0-1 0 0,-1 0 0 0 0,1 0 0 0 0,0 0 0 0 0,0 0 0 0 0,0 0 0 0 0,-1 0 0 0 0,1 0 1 0 0,0 0-1 0 0,0 0 0 0 0,0 0 0 0 0,0 0 0 0 0,-1 0 0 0 0,1 0 0 0 0,0 0 0 0 0,0 0 1 0 0,0-1-1 0 0,0 1 0 0 0,-1 0 0 0 0,1 0 0 0 0,0 0 0 0 0,0 0 0 0 0,0 0 0 0 0,0-1 1 0 0,-5-10 398 0 0,2-21-321 0 0,1 1 1 0 0,2-1-1 0 0,3-39 1 0 0,-1 34-473 0 0,23-303-2680 0 0,-15 256 2572 0 0,4 1 0 0 0,26-84 0 0 0,-31 136 585 0 0,21-45 0 0 0,-26 66 36 0 0,2 0 0 0 0,-1 0 0 0 0,1 0 0 0 0,0 1 0 0 0,1 0 0 0 0,0 1 1 0 0,1 0-1 0 0,9-9 0 0 0,-13 14-58 0 0,-1 1-1 0 0,0 0 1 0 0,1-1 0 0 0,-1 1-1 0 0,1 0 1 0 0,0 1 0 0 0,0-1-1 0 0,0 1 1 0 0,0 0 0 0 0,0 0-1 0 0,0 0 1 0 0,0 0 0 0 0,0 1 0 0 0,0-1-1 0 0,7 2 1 0 0,-8-1-37 0 0,0 1 0 0 0,0-1 0 0 0,0 1 0 0 0,0 0 0 0 0,0 0 0 0 0,0 0 0 0 0,0 0 0 0 0,0 1 0 0 0,0-1 0 0 0,-1 1 0 0 0,1 0 0 0 0,-1 0 0 0 0,1 0 0 0 0,-1 0 0 0 0,0 0 0 0 0,0 0 0 0 0,0 1 0 0 0,0-1 0 0 0,0 1 0 0 0,0-1 0 0 0,1 5 0 0 0,4 7 82 0 0,-2-1 0 0 0,0 1-1 0 0,0 0 1 0 0,4 25 0 0 0,3 62 439 0 0,-7-55-351 0 0,16 256 578 0 0,3 25-576 0 0,-13-251-207 0 0,-8-65-481 0 0,0 1 0 0 0,1 0 0 0 0,0-1 0 0 0,7 14 0 0 0,-3-11-6849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9.274"/>
    </inkml:context>
    <inkml:brush xml:id="br0">
      <inkml:brushProperty name="width" value="0.035" units="cm"/>
      <inkml:brushProperty name="height" value="0.035" units="cm"/>
      <inkml:brushProperty name="color" value="#E71224"/>
    </inkml:brush>
  </inkml:definitions>
  <inkml:trace contextRef="#ctx0" brushRef="#br0">25 140 18892 0 0,'-24'0'3845'0'0,"27"-1"-3954"0"0,1 0 1 0 0,-1-1-1 0 0,1 1 1 0 0,-1-1-1 0 0,5-3 1 0 0,0 0-69 0 0,47-25-1255 0 0,2 2 1 0 0,68-23-1 0 0,-81 38-4892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9.677"/>
    </inkml:context>
    <inkml:brush xml:id="br0">
      <inkml:brushProperty name="width" value="0.035" units="cm"/>
      <inkml:brushProperty name="height" value="0.035" units="cm"/>
      <inkml:brushProperty name="color" value="#E71224"/>
    </inkml:brush>
  </inkml:definitions>
  <inkml:trace contextRef="#ctx0" brushRef="#br0">62 5 15667 0 0,'-1'-1'153'0'0,"-3"-2"1041"0"0,4 4 46 0 0,-2 9-49 0 0,-4 9-1470 0 0,0 0 0 0 0,1 0 0 0 0,1 1 0 0 0,-2 29 0 0 0,2-19 162 0 0,-17 253 103 0 0,19 2 555 0 0,2-175-508 0 0,5 355-858 0 0,-5-455 731 0 0,5 118-4487 0 0,-2-112-314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39.852"/>
    </inkml:context>
    <inkml:brush xml:id="br0">
      <inkml:brushProperty name="width" value="0.035" units="cm"/>
      <inkml:brushProperty name="height" value="0.035" units="cm"/>
      <inkml:brushProperty name="color" value="#E71224"/>
    </inkml:brush>
  </inkml:definitions>
  <inkml:trace contextRef="#ctx0" brushRef="#br0">62 17 18436 0 0,'-5'-5'816'0'0,"1"0"168"0"0,0 2-792 0 0,3 1-192 0 0,-1 2 64 0 0,0-2-64 0 0,-3 4 64 0 0,-1 1-3704 0 0,-7 2-745 0 0,-7 2-144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0.057"/>
    </inkml:context>
    <inkml:brush xml:id="br0">
      <inkml:brushProperty name="width" value="0.035" units="cm"/>
      <inkml:brushProperty name="height" value="0.035" units="cm"/>
      <inkml:brushProperty name="color" value="#E71224"/>
    </inkml:brush>
  </inkml:definitions>
  <inkml:trace contextRef="#ctx0" brushRef="#br0">18 1 16131 0 0,'-2'5'331'0'0,"-1"-1"-1"0"0,1 1 0 0 0,0 0 0 0 0,0 0 0 0 0,1 1 0 0 0,-1-1 0 0 0,1 0 0 0 0,0 10 0 0 0,0 3 476 0 0,2 23-1 0 0,-1-20-1306 0 0,0 7 102 0 0,0-15-770 0 0,0 0 1 0 0,1-1-1 0 0,0 1 0 0 0,5 22 1 0 0,-6-34 1118 0 0,0-1 0 0 0,0 0 1 0 0,0 0-1 0 0,0 1 0 0 0,0-1 0 0 0,0 0 1 0 0,0 1-1 0 0,1-1 0 0 0,-1 0 1 0 0,0 1-1 0 0,0-1 0 0 0,0 0 0 0 0,0 0 1 0 0,0 1-1 0 0,0-1 0 0 0,1 0 1 0 0,-1 1-1 0 0,0-1 0 0 0,0 0 0 0 0,0 0 1 0 0,1 0-1 0 0,-1 1 0 0 0,0-1 1 0 0,0 0-1 0 0,1 0 0 0 0,-1 0 1 0 0,0 1-1 0 0,1-1 0 0 0,-1 0 0 0 0,0 0 1 0 0,1 0-1 0 0,4-9-598 0 0,-1-2 648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0.348"/>
    </inkml:context>
    <inkml:brush xml:id="br0">
      <inkml:brushProperty name="width" value="0.035" units="cm"/>
      <inkml:brushProperty name="height" value="0.035" units="cm"/>
      <inkml:brushProperty name="color" value="#E71224"/>
    </inkml:brush>
  </inkml:definitions>
  <inkml:trace contextRef="#ctx0" brushRef="#br0">213 0 19356 0 0,'-7'5'176'0'0,"1"-2"16"0"0,0 1 0 0 0,-1 0 0 0 0,1 0 0 0 0,1 0 0 0 0,-1 1 0 0 0,1 0 0 0 0,-1 1 0 0 0,2-1 1 0 0,-7 8-1 0 0,-33 54-814 0 0,25-42-155 0 0,2 1 0 0 0,1 2 1 0 0,-26 55-1 0 0,41-79 460 0 0,0-1-1 0 0,0 0 1 0 0,0 1 0 0 0,0-1 0 0 0,1 0 0 0 0,-1 1-1 0 0,1-1 1 0 0,0 1 0 0 0,0-1 0 0 0,0 1 0 0 0,1-1-1 0 0,-1 0 1 0 0,2 5 0 0 0,-1-6 122 0 0,-1 0-1 0 0,1-1 1 0 0,0 1 0 0 0,0 0-1 0 0,1 0 1 0 0,-1-1 0 0 0,0 1-1 0 0,1-1 1 0 0,-1 1-1 0 0,0-1 1 0 0,1 1 0 0 0,0-1-1 0 0,-1 0 1 0 0,1 0 0 0 0,0 0-1 0 0,0 0 1 0 0,0 0 0 0 0,-1 0-1 0 0,1 0 1 0 0,0-1 0 0 0,0 1-1 0 0,3 0 1 0 0,4 0 282 0 0,-1 0 1 0 0,1 0 0 0 0,10-1-1 0 0,-14-1 354 0 0,1 1 0 0 0,-1 0 0 0 0,1 0 0 0 0,-1 1 0 0 0,0 0 0 0 0,1 0 0 0 0,-1 0 0 0 0,1 0 0 0 0,-1 1 0 0 0,5 2 0 0 0,-8-3-278 0 0,-1 1-1 0 0,0-1 1 0 0,1 0 0 0 0,-1 1-1 0 0,0 0 1 0 0,0-1 0 0 0,0 1-1 0 0,0 0 1 0 0,0-1 0 0 0,0 1-1 0 0,0 0 1 0 0,0 0-1 0 0,-1 0 1 0 0,1 0 0 0 0,-1 0-1 0 0,0 0 1 0 0,1 0 0 0 0,-1-1-1 0 0,0 1 1 0 0,0 0 0 0 0,0 3-1 0 0,-1 5 281 0 0,0 1 0 0 0,-3 15-1 0 0,4-26-428 0 0,-1 5-290 0 0,-7 24 1263 0 0,0-17-2670 0 0,8-12 1317 0 0,-1 1 1 0 0,1-1 0 0 0,-1 1 0 0 0,0-1 0 0 0,1 1 0 0 0,-1-1-1 0 0,0 0 1 0 0,1 1 0 0 0,-1-1 0 0 0,0 0 0 0 0,1 0 0 0 0,-1 0-1 0 0,0 0 1 0 0,0 1 0 0 0,0-1 0 0 0,-6-1-4858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0.625"/>
    </inkml:context>
    <inkml:brush xml:id="br0">
      <inkml:brushProperty name="width" value="0.035" units="cm"/>
      <inkml:brushProperty name="height" value="0.035" units="cm"/>
      <inkml:brushProperty name="color" value="#E71224"/>
    </inkml:brush>
  </inkml:definitions>
  <inkml:trace contextRef="#ctx0" brushRef="#br0">9 41 9218 0 0,'-5'-40'1146'0'0,"3"292"4832"0"0,0 98-5231 0 0,3-252-259 0 0,12 275 612 0 0,-13-369-1169 0 0,8 57-839 0 0,-6-54 469 0 0,0 0 0 0 0,0 0 1 0 0,0 0-1 0 0,1 0 0 0 0,0 0 0 0 0,4 7 0 0 0,-7-13 347 0 0,1-1 0 0 0,-1 1 0 0 0,0-1 0 0 0,0 0 0 0 0,1 1 0 0 0,-1-1 0 0 0,0 1 0 0 0,0-1 0 0 0,1 0 0 0 0,-1 0 0 0 0,0 1 0 0 0,1-1 0 0 0,-1 0 0 0 0,1 1 0 0 0,-1-1 0 0 0,0 0 0 0 0,1 0 0 0 0,-1 0 0 0 0,1 0 0 0 0,-1 1 0 0 0,0-1 0 0 0,1 0 0 0 0,-1 0 0 0 0,1 0 0 0 0,-1 0 0 0 0,1 0 0 0 0,-1 0 0 0 0,1 0 0 0 0,-1 0 0 0 0,1 0 0 0 0,-1 0 0 0 0,1 0 0 0 0,0-1 24 0 0,-1 1-1 0 0,0-1 1 0 0,1 1 0 0 0,-1 0-1 0 0,1-1 1 0 0,-1 1 0 0 0,0-1-1 0 0,1 1 1 0 0,-1-1-1 0 0,0 1 1 0 0,1-1 0 0 0,-1 1-1 0 0,0-1 1 0 0,0 1 0 0 0,0-1-1 0 0,1 1 1 0 0,-1-1-1 0 0,0 1 1 0 0,0-1 0 0 0,0 1-1 0 0,0-1 1 0 0,0 0 0 0 0,0 1-1 0 0,0-1 1 0 0,0 1-1 0 0,0-2 1 0 0,-4-12 20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0.781"/>
    </inkml:context>
    <inkml:brush xml:id="br0">
      <inkml:brushProperty name="width" value="0.035" units="cm"/>
      <inkml:brushProperty name="height" value="0.035" units="cm"/>
      <inkml:brushProperty name="color" value="#E71224"/>
    </inkml:brush>
  </inkml:definitions>
  <inkml:trace contextRef="#ctx0" brushRef="#br0">0 141 17508 0 0,'9'-4'3488'0'0,"20"-9"-2593"0"0,-22 10-900 0 0,253-100-6108 0 0,-214 85 238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1.235"/>
    </inkml:context>
    <inkml:brush xml:id="br0">
      <inkml:brushProperty name="width" value="0.035" units="cm"/>
      <inkml:brushProperty name="height" value="0.035" units="cm"/>
      <inkml:brushProperty name="color" value="#E71224"/>
    </inkml:brush>
  </inkml:definitions>
  <inkml:trace contextRef="#ctx0" brushRef="#br0">380 167 13363 0 0,'-39'-49'1545'0'0,"21"26"-855"0"0,-21-21-1 0 0,34 38-574 0 0,-1 0-1 0 0,0 1 0 0 0,-1 0 0 0 0,1 1 1 0 0,-1-1-1 0 0,0 1 0 0 0,0 0 0 0 0,-11-4 1 0 0,14 7-101 0 0,1 0 0 0 0,-1 1 0 0 0,0-1 0 0 0,0 1 0 0 0,0-1 0 0 0,0 1 0 0 0,0 0 1 0 0,0 1-1 0 0,1-1 0 0 0,-1 1 0 0 0,0 0 0 0 0,0-1 0 0 0,0 2 0 0 0,1-1 0 0 0,-1 0 0 0 0,0 1 0 0 0,1 0 1 0 0,-1-1-1 0 0,1 1 0 0 0,0 1 0 0 0,0-1 0 0 0,0 0 0 0 0,0 1 0 0 0,-5 5 0 0 0,-1 3-9 0 0,0-1 0 0 0,1 1 0 0 0,0 0 0 0 0,1 1-1 0 0,-11 23 1 0 0,6-8 181 0 0,1 1 0 0 0,1 0-1 0 0,-8 42 1 0 0,15-52-122 0 0,0 0 1 0 0,1 0 0 0 0,1 0-1 0 0,1 0 1 0 0,0 0-1 0 0,6 34 1 0 0,-5-48-31 0 0,0-1 0 0 0,0 1 0 0 0,0-1 1 0 0,0 0-1 0 0,0 0 0 0 0,1 1 0 0 0,0-1 0 0 0,-1 0 0 0 0,1-1 0 0 0,0 1 1 0 0,1 0-1 0 0,-1 0 0 0 0,3 2 0 0 0,-4-4-1 0 0,1 0 1 0 0,0 0-1 0 0,-1 0 1 0 0,1 0-1 0 0,0 0 1 0 0,0 0-1 0 0,0 0 0 0 0,0 0 1 0 0,0-1-1 0 0,0 1 1 0 0,0-1-1 0 0,0 0 1 0 0,0 1-1 0 0,0-1 0 0 0,0 0 1 0 0,0 0-1 0 0,0 0 1 0 0,0 0-1 0 0,0-1 1 0 0,0 1-1 0 0,0-1 0 0 0,0 1 1 0 0,3-2-1 0 0,1-1 70 0 0,1-1 0 0 0,-1 1 0 0 0,0-1 0 0 0,0 0 1 0 0,0-1-1 0 0,0 0 0 0 0,-1 0 0 0 0,0 0 0 0 0,0 0 0 0 0,0-1 0 0 0,-1 0 0 0 0,6-8 0 0 0,0-3-44 0 0,-1 0 0 0 0,-1 0-1 0 0,10-28 1 0 0,-14 29-476 0 0,0 1 1 0 0,-1 0-1 0 0,-1-1 0 0 0,0 0 0 0 0,-1 1 0 0 0,-2-31 0 0 0,0 18-6401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1.703"/>
    </inkml:context>
    <inkml:brush xml:id="br0">
      <inkml:brushProperty name="width" value="0.035" units="cm"/>
      <inkml:brushProperty name="height" value="0.035" units="cm"/>
      <inkml:brushProperty name="color" value="#E71224"/>
    </inkml:brush>
  </inkml:definitions>
  <inkml:trace contextRef="#ctx0" brushRef="#br0">324 2018 21197 0 0,'-1'0'85'0'0,"0"0"1"0"0,0 0-1 0 0,0-1 1 0 0,0 1-1 0 0,1 0 1 0 0,-1 0-1 0 0,0 0 1 0 0,0-1-1 0 0,1 1 1 0 0,-1 0-1 0 0,0-1 1 0 0,0 1-1 0 0,1-1 1 0 0,-1 1-1 0 0,0-1 1 0 0,1 1 0 0 0,-1-1-1 0 0,1 1 1 0 0,-1-1-1 0 0,0 0 1 0 0,1 1-1 0 0,0-1 1 0 0,-1 0-1 0 0,1 1 1 0 0,-1-1-1 0 0,1 0 1 0 0,0 0-1 0 0,-1-1 1 0 0,0-3-171 0 0,-1 0 0 0 0,2-1 0 0 0,-2-9 1 0 0,0-3 224 0 0,-198-1097-3495 0 0,195 1088 3252 0 0,-52-296-740 0 0,23-3 2580 0 0,33 310-1424 0 0,1 1 1 0 0,0-1-1 0 0,1 1 0 0 0,0 0 1 0 0,1-1-1 0 0,6-17 1 0 0,-8 31-295 0 0,1 1 1 0 0,0-1 0 0 0,0 0-1 0 0,0 0 1 0 0,0 0 0 0 0,0 0-1 0 0,0 1 1 0 0,1-1 0 0 0,-1 0-1 0 0,0 1 1 0 0,1-1 0 0 0,0 1 0 0 0,-1 0-1 0 0,1-1 1 0 0,0 1 0 0 0,-1 0-1 0 0,1 0 1 0 0,0 0 0 0 0,0 0-1 0 0,0 0 1 0 0,0 1 0 0 0,3-2-1 0 0,3 1-49 0 0,1 0 0 0 0,-1 0 0 0 0,0 1 0 0 0,12 1 0 0 0,-1-1-75 0 0,25 3-412 0 0,0 1 0 0 0,59 14 0 0 0,-70-10-302 0 0,0 0-192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1.917"/>
    </inkml:context>
    <inkml:brush xml:id="br0">
      <inkml:brushProperty name="width" value="0.035" units="cm"/>
      <inkml:brushProperty name="height" value="0.035" units="cm"/>
      <inkml:brushProperty name="color" value="#E71224"/>
    </inkml:brush>
  </inkml:definitions>
  <inkml:trace contextRef="#ctx0" brushRef="#br0">49 240 19812 0 0,'-12'8'584'0'0,"8"-6"-388"0"0,0 0 0 0 0,0 1 0 0 0,0 0 0 0 0,0 0 0 0 0,0 0 0 0 0,1 0 1 0 0,-6 7-1 0 0,9-10-190 0 0,0 1 1 0 0,0-1 0 0 0,0 0-1 0 0,-1 1 1 0 0,1-1 0 0 0,0 0-1 0 0,0 1 1 0 0,0-1 0 0 0,0 0-1 0 0,0 1 1 0 0,0-1-1 0 0,1 0 1 0 0,-1 1 0 0 0,0-1-1 0 0,0 0 1 0 0,0 1 0 0 0,0-1-1 0 0,0 0 1 0 0,0 0 0 0 0,1 1-1 0 0,-1-1 1 0 0,0 0 0 0 0,0 1-1 0 0,0-1 1 0 0,1 0 0 0 0,-1 0-1 0 0,0 1 1 0 0,0-1-1 0 0,1 0 1 0 0,-1 0 0 0 0,0 0-1 0 0,0 0 1 0 0,1 1 0 0 0,-1-1-1 0 0,13 5 223 0 0,-9-5-268 0 0,0 0 0 0 0,0 0-1 0 0,0 0 1 0 0,0 0 0 0 0,-1-1-1 0 0,1 0 1 0 0,0 0 0 0 0,0 0-1 0 0,0 0 1 0 0,0-1 0 0 0,3-1 0 0 0,43-26-651 0 0,-40 23 385 0 0,90-59-1508 0 0,37-21-2712 0 0,-99 64 3243 0 0,70-28 1 0 0,-71 37 1281 0 0,-3 2 0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7.268"/>
    </inkml:context>
    <inkml:brush xml:id="br0">
      <inkml:brushProperty name="width" value="0.035" units="cm"/>
      <inkml:brushProperty name="height" value="0.035" units="cm"/>
      <inkml:brushProperty name="color" value="#E71224"/>
    </inkml:brush>
  </inkml:definitions>
  <inkml:trace contextRef="#ctx0" brushRef="#br0">1 75 16588 0 0,'4'-6'447'0'0,"1"-1"1"0"0,1 1 0 0 0,-1 1-1 0 0,1-1 1 0 0,12-8 0 0 0,1-2 218 0 0,-17 14-589 0 0,0 1-38 0 0,-1-1-1 0 0,1 1 0 0 0,-1 0 1 0 0,1-1-1 0 0,-1 1 1 0 0,1 0-1 0 0,0 0 1 0 0,2-1-1 0 0,-3 2-37 0 0,-1 0 0 0 0,0 0 0 0 0,0 0 0 0 0,1 0 0 0 0,-1 0 0 0 0,0 0 0 0 0,0 0 0 0 0,1 0 0 0 0,-1 0 0 0 0,0 0 0 0 0,0 0 0 0 0,0 0 0 0 0,1 0 0 0 0,-1 1 0 0 0,0-1 1 0 0,0 0-1 0 0,0 0 0 0 0,1 0 0 0 0,-1 0 0 0 0,0 0 0 0 0,0 1 0 0 0,0-1 0 0 0,0 0 0 0 0,1 0 0 0 0,-1 0 0 0 0,0 0 0 0 0,0 1 0 0 0,0-1 0 0 0,3 13 64 0 0,18 216 772 0 0,-2-38-201 0 0,5 241-9 0 0,-6-69-936 0 0,21-2-3821 0 0,-32-316 2679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7.805"/>
    </inkml:context>
    <inkml:brush xml:id="br0">
      <inkml:brushProperty name="width" value="0.035" units="cm"/>
      <inkml:brushProperty name="height" value="0.035" units="cm"/>
      <inkml:brushProperty name="color" value="#E71224"/>
    </inkml:brush>
  </inkml:definitions>
  <inkml:trace contextRef="#ctx0" brushRef="#br0">5 447 11522 0 0,'-1'0'45'0'0,"1"0"-1"0"0,0 0 0 0 0,0 0 0 0 0,-1 0 0 0 0,1 0 0 0 0,0 0 0 0 0,0 0 0 0 0,0-1 1 0 0,-1 1-1 0 0,1 0 0 0 0,0 0 0 0 0,0 0 0 0 0,0-1 0 0 0,-1 1 0 0 0,1 0 0 0 0,0 0 0 0 0,0 0 1 0 0,0-1-1 0 0,0 1 0 0 0,0 0 0 0 0,0 0 0 0 0,0-1 0 0 0,-1 1 0 0 0,1 0 0 0 0,0 0 1 0 0,0-1-1 0 0,0 1 0 0 0,0 0 0 0 0,0 0 0 0 0,0-1 0 0 0,0 1 0 0 0,7-6 1113 0 0,1 0-207 0 0,-4 2-671 0 0,1 0 1 0 0,0 0 0 0 0,0 1 0 0 0,1 0 0 0 0,-1 0-1 0 0,12-5 1 0 0,39-10 319 0 0,-33 11-457 0 0,45-13 59 0 0,-18 6-12 0 0,54-24 0 0 0,8-12 1506 0 0,107-65 0 0 0,-207 106-1683 0 0,1-1 1 0 0,10-11 0 0 0,-4 5-166 0 0,-37 30 202 0 0,0 1 1 0 0,2 0-1 0 0,0 2 0 0 0,0 0 1 0 0,1 0-1 0 0,2 2 0 0 0,-18 28 1 0 0,19-26-38 0 0,0 1-1 0 0,2 0 1 0 0,1 0 0 0 0,0 1 0 0 0,-6 31 0 0 0,12-41 23 0 0,0 1 0 0 0,1-1 0 0 0,1 1 0 0 0,0 0 0 0 0,1 0 0 0 0,0-1 0 0 0,1 1 0 0 0,1 0 0 0 0,0-1 0 0 0,7 25 0 0 0,-8-35-59 0 0,1 1 0 0 0,-1-1 1 0 0,0 0-1 0 0,1 0 0 0 0,0 0 1 0 0,0 0-1 0 0,0 0 0 0 0,0 0 1 0 0,0-1-1 0 0,0 1 0 0 0,1-1 1 0 0,0 1-1 0 0,-1-1 0 0 0,1 0 0 0 0,0 0 1 0 0,0 0-1 0 0,0 0 0 0 0,0-1 1 0 0,5 3-1 0 0,-4-3-22 0 0,0 0 0 0 0,0-1 0 0 0,0 1 0 0 0,0-1 0 0 0,1 0 0 0 0,-1 0 0 0 0,0 0 0 0 0,0-1 0 0 0,0 1 0 0 0,0-1 1 0 0,0 0-1 0 0,0 0 0 0 0,-1 0 0 0 0,1-1 0 0 0,0 1 0 0 0,5-4 0 0 0,1-2 61 0 0,0 0 0 0 0,0 0 0 0 0,0-1 0 0 0,-1 0 0 0 0,0-1 0 0 0,-1 0 0 0 0,0 0 0 0 0,-1-1 0 0 0,0 0 0 0 0,8-15 0 0 0,0-2 58 0 0,-2 0-1 0 0,19-59 1 0 0,-18 40-55 0 0,-3-1 0 0 0,-2-1 1 0 0,-2 0-1 0 0,-2 0 1 0 0,-2-50-1 0 0,-3 79-93 0 0,1-1 111 0 0,-1 19-6 0 0,0 2 9 0 0,-1 12 66 0 0,-1 56-250 0 0,3 1-1 0 0,3-1 1 0 0,17 92 0 0 0,-17-141 114 0 0,0 0 1 0 0,10 29-1 0 0,-11-42 13 0 0,0 0 0 0 0,0-1 0 0 0,0 1 0 0 0,1-1 0 0 0,-1 0-1 0 0,2 0 1 0 0,-1-1 0 0 0,1 1 0 0 0,-1-1 0 0 0,11 9 0 0 0,0-6-1552 0 0,1-4-5395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8.079"/>
    </inkml:context>
    <inkml:brush xml:id="br0">
      <inkml:brushProperty name="width" value="0.035" units="cm"/>
      <inkml:brushProperty name="height" value="0.035" units="cm"/>
      <inkml:brushProperty name="color" value="#E71224"/>
    </inkml:brush>
  </inkml:definitions>
  <inkml:trace contextRef="#ctx0" brushRef="#br0">98 79 7370 0 0,'-3'-11'-390'0'0,"-7"-25"3671"0"0,9 34-2647 0 0,0-1 0 0 0,0 1 0 0 0,0-1 0 0 0,-1 1 0 0 0,1 0 0 0 0,-1 0 0 0 0,1 0 0 0 0,-1 0 0 0 0,0 0 0 0 0,1 0 0 0 0,-4-2 0 0 0,5 4-568 0 0,-1-1-1 0 0,1 1 0 0 0,-1 0 1 0 0,0-1-1 0 0,1 1 1 0 0,-1 0-1 0 0,1 0 0 0 0,-1-1 1 0 0,1 1-1 0 0,-1 0 1 0 0,0 0-1 0 0,1 0 0 0 0,-1 0 1 0 0,0 0-1 0 0,1 0 1 0 0,-1 0-1 0 0,1 0 1 0 0,-1 0-1 0 0,0 0 0 0 0,1 0 1 0 0,-1 1-1 0 0,1-1 1 0 0,-1 0-1 0 0,0 0 0 0 0,1 1 1 0 0,-1-1-1 0 0,-1 1-20 0 0,1 0 0 0 0,0 0-1 0 0,-1 1 1 0 0,1-1 0 0 0,0 0 0 0 0,0 1-1 0 0,0-1 1 0 0,0 1 0 0 0,-1 1 0 0 0,-2 6-118 0 0,0-1 1 0 0,-3 16 0 0 0,6-21 134 0 0,-5 16-257 0 0,2 1 0 0 0,0 0-1 0 0,1 0 1 0 0,1 1-1 0 0,1-1 1 0 0,1 0 0 0 0,3 22-1 0 0,-2-32 142 0 0,1 0 0 0 0,0-1 0 0 0,0 1 0 0 0,1 0 0 0 0,1-1 0 0 0,0 0 0 0 0,5 10 0 0 0,-5-13 16 0 0,-1-1 0 0 0,1 1 1 0 0,0-1-1 0 0,1 0 1 0 0,-1 0-1 0 0,1-1 1 0 0,0 1-1 0 0,0-1 1 0 0,1 0-1 0 0,-1 0 1 0 0,10 4-1 0 0,-6-5-182 0 0,0 1 1 0 0,0-2-1 0 0,0 1 0 0 0,0-2 0 0 0,0 1 0 0 0,16 0 0 0 0,-16-2 66 0 0,-1 1 0 0 0,1 0 1 0 0,-1 0-1 0 0,1 1 0 0 0,-1 0 0 0 0,0 1 0 0 0,14 5 0 0 0,-20-6 194 0 0,0-1-1 0 0,0 1 1 0 0,0-1-1 0 0,0 1 1 0 0,-1 0-1 0 0,1-1 1 0 0,0 1-1 0 0,-1 0 1 0 0,0 0-1 0 0,1 0 1 0 0,-1 0-1 0 0,0 0 1 0 0,0 1-1 0 0,0-1 1 0 0,0 0-1 0 0,0 1 1 0 0,-1-1-1 0 0,1 0 1 0 0,-1 1-1 0 0,1-1 1 0 0,-1 0-1 0 0,0 1 1 0 0,0-1-1 0 0,0 1 1 0 0,-1 3-1 0 0,-1 6 324 0 0,0 0 0 0 0,-1 0 0 0 0,-8 22-1 0 0,8-25-174 0 0,-54 148 2118 0 0,57-156-2339 0 0,-1 1 1 0 0,1-1-1 0 0,-1 0 0 0 0,1 0 0 0 0,-1 0 1 0 0,1 0-1 0 0,-1 0 0 0 0,0 0 0 0 0,1 0 1 0 0,-1 0-1 0 0,0 0 0 0 0,0-1 0 0 0,-1 2 0 0 0,-3-1-572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8.593"/>
    </inkml:context>
    <inkml:brush xml:id="br0">
      <inkml:brushProperty name="width" value="0.035" units="cm"/>
      <inkml:brushProperty name="height" value="0.035" units="cm"/>
      <inkml:brushProperty name="color" value="#E71224"/>
    </inkml:brush>
  </inkml:definitions>
  <inkml:trace contextRef="#ctx0" brushRef="#br0">9 1 17972 0 0,'0'0'116'0'0,"-1"1"1"0"0,1 0-1 0 0,-1 0 1 0 0,1-1-1 0 0,-1 1 0 0 0,1 0 1 0 0,-1 0-1 0 0,1 0 1 0 0,0 0-1 0 0,0 0 0 0 0,-1 0 1 0 0,1 0-1 0 0,0-1 1 0 0,0 1-1 0 0,0 0 1 0 0,0 0-1 0 0,0 2 0 0 0,5 19 49 0 0,-1-4 385 0 0,4 224-3355 0 0,-19 2-492 0 0,1-45 1233 0 0,15 509-420 0 0,-1-631 4044 0 0,3-1 0 0 0,21 92 0 0 0,-26-160-1148 0 0,4 17 645 0 0,-5-23-947 0 0,-1-1 1 0 0,0 0 0 0 0,1 0-1 0 0,-1 0 1 0 0,1 0 0 0 0,-1 0 0 0 0,1 0-1 0 0,0 0 1 0 0,0 0 0 0 0,-1 0-1 0 0,1 0 1 0 0,0 0 0 0 0,0-1-1 0 0,0 1 1 0 0,0 0 0 0 0,1 0 0 0 0,-2-1-64 0 0,1 0-1 0 0,-1 0 1 0 0,0 0 0 0 0,1 0 0 0 0,-1 0 0 0 0,0 0 0 0 0,1-1 0 0 0,-1 1 0 0 0,0 0 0 0 0,1 0 0 0 0,-1 0 0 0 0,0-1 0 0 0,0 1 0 0 0,1 0 0 0 0,-1 0 0 0 0,0-1 0 0 0,1 1 0 0 0,-1 0 0 0 0,0 0 0 0 0,0-1 0 0 0,0 1 0 0 0,1 0 0 0 0,-1-1 0 0 0,0 1 0 0 0,0 0 0 0 0,0-1 0 0 0,0 1 0 0 0,0 0-1 0 0,0-1 1 0 0,0 1 0 0 0,0-1 0 0 0,0 1 0 0 0,0 0 0 0 0,0-1 0 0 0,0 1 0 0 0,3-18 605 0 0,-3 16-529 0 0,1-27 716 0 0,-3-53-1 0 0,-1-9-658 0 0,5 45-244 0 0,2 0 0 0 0,3 0 0 0 0,1 1 0 0 0,3 0 0 0 0,1 1-1 0 0,21-49 1 0 0,-22 66 52 0 0,1 1 0 0 0,2 1-1 0 0,0 0 1 0 0,2 1-1 0 0,0 0 1 0 0,2 2-1 0 0,0 0 1 0 0,2 1 0 0 0,0 0-1 0 0,1 2 1 0 0,25-17-1 0 0,-45 35 12 0 0,2-2-1 0 0,1 1 1 0 0,-1 0-1 0 0,1-1 0 0 0,-1 1 0 0 0,1 0 0 0 0,0 1 0 0 0,0-1 1 0 0,0 1-1 0 0,0 0 0 0 0,7-2 0 0 0,-11 3-7 0 0,0 0-1 0 0,1 0 1 0 0,-1 0-1 0 0,1 0 1 0 0,-1 1 0 0 0,0-1-1 0 0,1 0 1 0 0,-1 0-1 0 0,0 0 1 0 0,1 0 0 0 0,-1 0-1 0 0,0 1 1 0 0,1-1-1 0 0,-1 0 1 0 0,0 0 0 0 0,1 1-1 0 0,-1-1 1 0 0,0 0-1 0 0,0 1 1 0 0,1-1 0 0 0,-1 0-1 0 0,0 0 1 0 0,0 1-1 0 0,0-1 1 0 0,1 1 0 0 0,-1-1-1 0 0,0 0 1 0 0,0 1 0 0 0,0-1-1 0 0,0 0 1 0 0,0 1-1 0 0,0-1 1 0 0,0 1 0 0 0,0-1-1 0 0,0 0 1 0 0,0 1-1 0 0,0-1 1 0 0,0 1 0 0 0,-3 15-365 0 0,3-16 363 0 0,-10 29-476 0 0,-1-1 1 0 0,-1 0-1 0 0,-18 29 0 0 0,2-5 12 0 0,-17 40 1184 0 0,4 1 0 0 0,-58 196 0 0 0,98-282-596 0 0,-1 0-1 0 0,1 0 1 0 0,0 0-1 0 0,0 1 0 0 0,1-1 1 0 0,0 12-1 0 0,1-17-84 0 0,-1 0 0 0 0,0 0 1 0 0,1 0-1 0 0,0 0 0 0 0,-1 0 0 0 0,1 0 0 0 0,0 0 0 0 0,0 0 1 0 0,0 0-1 0 0,0-1 0 0 0,0 1 0 0 0,0 0 0 0 0,0-1 0 0 0,1 1 0 0 0,-1-1 1 0 0,1 1-1 0 0,-1-1 0 0 0,1 1 0 0 0,0-1 0 0 0,-1 0 0 0 0,1 0 1 0 0,0 0-1 0 0,0 0 0 0 0,0 0 0 0 0,0 0 0 0 0,0-1 0 0 0,3 2 0 0 0,1-1-3 0 0,0-1-1 0 0,1 1 1 0 0,-1-1-1 0 0,0 0 0 0 0,0 0 1 0 0,1-1-1 0 0,-1 0 0 0 0,0 0 1 0 0,0-1-1 0 0,0 1 1 0 0,6-4-1 0 0,10-4-255 0 0,32-18 0 0 0,-41 21 54 0 0,26-17-1616 0 0,0-3-5524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5:48.884"/>
    </inkml:context>
    <inkml:brush xml:id="br0">
      <inkml:brushProperty name="width" value="0.035" units="cm"/>
      <inkml:brushProperty name="height" value="0.035" units="cm"/>
      <inkml:brushProperty name="color" value="#E71224"/>
    </inkml:brush>
  </inkml:definitions>
  <inkml:trace contextRef="#ctx0" brushRef="#br0">343 120 16131 0 0,'0'-10'643'0'0,"0"0"-1"0"0,-1 0 1 0 0,0 0-1 0 0,-4-13 0 0 0,4 19-463 0 0,-1 0-1 0 0,1 0 0 0 0,0 1 1 0 0,-1-1-1 0 0,0 1 1 0 0,0-1-1 0 0,0 1 1 0 0,0 0-1 0 0,0-1 0 0 0,-1 1 1 0 0,0 0-1 0 0,1 1 1 0 0,-1-1-1 0 0,-4-2 0 0 0,6 4-130 0 0,0 0 0 0 0,0 1-1 0 0,-1 0 1 0 0,1-1-1 0 0,0 1 1 0 0,0 0 0 0 0,-1-1-1 0 0,1 1 1 0 0,0 0-1 0 0,0 0 1 0 0,-1 0 0 0 0,1 0-1 0 0,0 0 1 0 0,-1 0-1 0 0,1 0 1 0 0,0 1 0 0 0,-2 0-1 0 0,-22 9-124 0 0,18-7 123 0 0,-11 6-111 0 0,1 0 1 0 0,0 1 0 0 0,1 1-1 0 0,0 0 1 0 0,1 1-1 0 0,0 1 1 0 0,1 0 0 0 0,1 1-1 0 0,0 1 1 0 0,-21 30-1 0 0,26-34 21 0 0,1 1 0 0 0,1-1-1 0 0,0 1 1 0 0,0 1-1 0 0,2-1 1 0 0,-1 1 0 0 0,1 0-1 0 0,1 0 1 0 0,1 0 0 0 0,0 0-1 0 0,0 0 1 0 0,1 1-1 0 0,1-1 1 0 0,0 1 0 0 0,1-1-1 0 0,4 22 1 0 0,-3-27-14 0 0,0 0 0 0 0,1-1-1 0 0,0 0 1 0 0,0 0 0 0 0,1 0 0 0 0,0 0 0 0 0,0 0-1 0 0,0-1 1 0 0,1 0 0 0 0,0 0 0 0 0,0 0 0 0 0,1 0 0 0 0,10 8-1 0 0,-7-8-106 0 0,0 0 0 0 0,0-1 0 0 0,0 0 0 0 0,1 0 0 0 0,-1-1 0 0 0,1 0-1 0 0,0-1 1 0 0,0 0 0 0 0,18 2 0 0 0,1-2-285 0 0,20 3 45 0 0,-45-5 401 0 0,-1 0 1 0 0,1 0 0 0 0,0 0-1 0 0,-1 0 1 0 0,1 1 0 0 0,-1-1-1 0 0,1 1 1 0 0,-1 0 0 0 0,0 0-1 0 0,3 3 1 0 0,-5-4 53 0 0,0 0 0 0 0,0 0 0 0 0,0 0-1 0 0,0 0 1 0 0,0 1 0 0 0,0-1 0 0 0,0 0 0 0 0,-1 1 0 0 0,1-1 0 0 0,-1 0 0 0 0,1 1 0 0 0,-1-1-1 0 0,1 1 1 0 0,-1-1 0 0 0,0 1 0 0 0,0-1 0 0 0,1 4 0 0 0,-2-2 48 0 0,1 1 0 0 0,-1-1 0 0 0,1 1 0 0 0,-1-1 0 0 0,0 1 0 0 0,0-1 0 0 0,-2 5 0 0 0,-3 2 181 0 0,1 0-1 0 0,-2 0 1 0 0,-12 16-1 0 0,-3-1-328 0 0,-1-1-1 0 0,-1-1 0 0 0,-40 31 1 0 0,41-37-356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8.403"/>
    </inkml:context>
    <inkml:brush xml:id="br0">
      <inkml:brushProperty name="width" value="0.035" units="cm"/>
      <inkml:brushProperty name="height" value="0.035" units="cm"/>
      <inkml:brushProperty name="color" value="#E71224"/>
    </inkml:brush>
  </inkml:definitions>
  <inkml:trace contextRef="#ctx0" brushRef="#br0">105 219 12899 0 0,'-13'-9'943'0'0,"9"7"-778"0"0,0-1-1 0 0,1 0 1 0 0,-1 0-1 0 0,0 0 1 0 0,1 0-1 0 0,-4-5 1 0 0,6 8 48 0 0,1-1 0 0 0,-1 0 0 0 0,0 0 1 0 0,0 1-1 0 0,1-1 0 0 0,-1 1 0 0 0,0-1 0 0 0,0 1 1 0 0,0-1-1 0 0,0 1 0 0 0,0-1 0 0 0,-1 0 0 0 0,0 1-166 0 0,1-1 0 0 0,-1 1 1 0 0,0 0-1 0 0,0-1 0 0 0,1 1 0 0 0,-1 0 0 0 0,0 0 0 0 0,1 0 0 0 0,-1 0 0 0 0,0 0 0 0 0,0 0 0 0 0,1 1 0 0 0,-1-1 1 0 0,0 1-1 0 0,1-1 0 0 0,-1 1 0 0 0,0-1 0 0 0,-2 3 0 0 0,2-1-3 0 0,1 0 1 0 0,-1 0-1 0 0,1 0 0 0 0,-1 1 1 0 0,1-1-1 0 0,0 0 0 0 0,0 1 1 0 0,0-1-1 0 0,1 1 0 0 0,-1-1 1 0 0,0 1-1 0 0,0 4 0 0 0,1 33 330 0 0,0-35-324 0 0,1 14 213 0 0,1 0-1 0 0,0 0 1 0 0,2 0 0 0 0,0-1-1 0 0,1 1 1 0 0,1-1-1 0 0,1 0 1 0 0,1 0 0 0 0,0-1-1 0 0,15 24 1 0 0,-21-39-231 0 0,0 1 0 0 0,0 0 0 0 0,0-1 0 0 0,0 0 0 0 0,0 1 1 0 0,0-1-1 0 0,1 0 0 0 0,-1 0 0 0 0,1 0 0 0 0,-1-1 0 0 0,1 1 0 0 0,0-1 1 0 0,0 1-1 0 0,0-1 0 0 0,0 0 0 0 0,0 0 0 0 0,0 0 0 0 0,4 0 0 0 0,-4 0-8 0 0,0-2 0 0 0,1 1 0 0 0,-1 0 0 0 0,0-1 0 0 0,0 1 0 0 0,0-1-1 0 0,0 0 1 0 0,0 0 0 0 0,0 0 0 0 0,0 0 0 0 0,0-1 0 0 0,-1 1 0 0 0,1-1 0 0 0,0 0 0 0 0,-1 1-1 0 0,1-1 1 0 0,-1 0 0 0 0,4-4 0 0 0,7-9 95 0 0,13-17 0 0 0,-19 22-84 0 0,1 0-1 0 0,0 0 0 0 0,1 1 0 0 0,0 0 0 0 0,16-12 0 0 0,-24 20-21 0 0,0 0-1 0 0,1 1 1 0 0,-1-1 0 0 0,0 0 0 0 0,1 1 0 0 0,-1-1-1 0 0,1 1 1 0 0,-1 0 0 0 0,1-1 0 0 0,-1 1 0 0 0,1 0-1 0 0,-1 0 1 0 0,1 0 0 0 0,-1 0 0 0 0,1 0 0 0 0,-1 0-1 0 0,1 0 1 0 0,-1 1 0 0 0,1-1 0 0 0,-1 1 0 0 0,0-1-1 0 0,1 1 1 0 0,-1-1 0 0 0,3 2 0 0 0,2 3 67 0 0,1-1 0 0 0,-1 1 0 0 0,-1 0 0 0 0,7 6 1 0 0,-8-6-48 0 0,0-1 1 0 0,1 0 0 0 0,0 0-1 0 0,0 0 1 0 0,6 3 0 0 0,-9-6-34 0 0,-1 0 0 0 0,1-1 1 0 0,0 1-1 0 0,-1-1 0 0 0,1 1 0 0 0,0-1 1 0 0,0 0-1 0 0,0 1 0 0 0,-1-1 1 0 0,1 0-1 0 0,0 0 0 0 0,0-1 0 0 0,-1 1 1 0 0,1 0-1 0 0,0 0 0 0 0,0-1 1 0 0,-1 1-1 0 0,3-2 0 0 0,-1 1 1 0 0,0-1 1 0 0,-1 1-1 0 0,1-1 0 0 0,-1 0 1 0 0,1 0-1 0 0,-1 0 0 0 0,0 0 1 0 0,0-1-1 0 0,4-4 0 0 0,-1 0 9 0 0,-1 0 0 0 0,0-1-1 0 0,0 0 1 0 0,0 0 0 0 0,-1 0 0 0 0,3-15-1 0 0,-3 8 12 0 0,0 0-1 0 0,-2-1 1 0 0,0 1-1 0 0,-1 0 0 0 0,0-1 1 0 0,-1 1-1 0 0,-1-1 1 0 0,0 1-1 0 0,-1 0 1 0 0,-1 0-1 0 0,-6-18 0 0 0,6 24-43 0 0,1 0-1 0 0,-1 0 0 0 0,-1 1 0 0 0,0-1 0 0 0,0 1 0 0 0,-1 0 1 0 0,1 1-1 0 0,-2-1 0 0 0,1 1 0 0 0,-1 0 0 0 0,0 1 0 0 0,-1-1 0 0 0,1 1 1 0 0,-1 1-1 0 0,0 0 0 0 0,-1 0 0 0 0,1 0 0 0 0,-18-5 0 0 0,23 8-212 0 0,-1 1 0 0 0,0 0 0 0 0,0 1 0 0 0,0-1-1 0 0,0 1 1 0 0,0-1 0 0 0,0 1 0 0 0,0 1 0 0 0,0-1 0 0 0,-4 1-1 0 0,-6 3-7795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8.732"/>
    </inkml:context>
    <inkml:brush xml:id="br0">
      <inkml:brushProperty name="width" value="0.035" units="cm"/>
      <inkml:brushProperty name="height" value="0.035" units="cm"/>
      <inkml:brushProperty name="color" value="#E71224"/>
    </inkml:brush>
  </inkml:definitions>
  <inkml:trace contextRef="#ctx0" brushRef="#br0">272 160 9674 0 0,'5'-5'229'0'0,"-3"3"-160"0"0,0 0-1 0 0,0 0 0 0 0,0 0 0 0 0,0 0 1 0 0,-1-1-1 0 0,1 1 0 0 0,-1-1 0 0 0,1 1 1 0 0,-1-1-1 0 0,0 0 0 0 0,2-5 0 0 0,-16-12 1725 0 0,9 15-1421 0 0,0 0-1 0 0,0 1 1 0 0,-1-1 0 0 0,1 1 0 0 0,-1 0 0 0 0,0 0 0 0 0,0 0 0 0 0,0 1 0 0 0,-1 0 0 0 0,1 0 0 0 0,-1 0-1 0 0,-11-3 1 0 0,12 4-261 0 0,1 1 0 0 0,-1 1-1 0 0,1-1 1 0 0,-1 0-1 0 0,1 1 1 0 0,-1 0 0 0 0,1 0-1 0 0,-1 1 1 0 0,0-1-1 0 0,1 1 1 0 0,-1 0 0 0 0,1 0-1 0 0,0 0 1 0 0,-1 1-1 0 0,1-1 1 0 0,0 1 0 0 0,0 0-1 0 0,-6 4 1 0 0,1 1-39 0 0,1 0 1 0 0,0 0-1 0 0,0 1 1 0 0,1 0 0 0 0,0 0-1 0 0,1 1 1 0 0,0 0-1 0 0,0 0 1 0 0,1 0-1 0 0,0 1 1 0 0,1 0-1 0 0,-4 10 1 0 0,1 3 124 0 0,0 0-1 0 0,1 0 1 0 0,2 1 0 0 0,-3 31 0 0 0,6-38-92 0 0,1 0 0 0 0,0 1 0 0 0,1-1-1 0 0,1 0 1 0 0,1-1 0 0 0,6 26 0 0 0,-7-36-80 0 0,1 0 0 0 0,-1 1-1 0 0,1-1 1 0 0,0 0 0 0 0,1-1 0 0 0,-1 1 0 0 0,1 0-1 0 0,7 6 1 0 0,-8-9-24 0 0,0 0 1 0 0,1 0-1 0 0,-1 0 0 0 0,1-1 0 0 0,-1 1 0 0 0,1-1 0 0 0,0 0 1 0 0,0 0-1 0 0,0-1 0 0 0,1 1 0 0 0,-1-1 0 0 0,0 0 0 0 0,0 0 1 0 0,5 0-1 0 0,-4 0-11 0 0,-1-1 0 0 0,0 0 1 0 0,0 0-1 0 0,1 0 0 0 0,-1-1 1 0 0,0 1-1 0 0,0-1 0 0 0,1 0 0 0 0,-1-1 1 0 0,0 1-1 0 0,0-1 0 0 0,0 1 1 0 0,5-4-1 0 0,-4 1 18 0 0,1 0-1 0 0,-1 0 1 0 0,0 0-1 0 0,-1-1 1 0 0,1 0-1 0 0,-1 1 1 0 0,0-2 0 0 0,4-5-1 0 0,0-3 61 0 0,0 0-1 0 0,-1 0 0 0 0,-1-1 1 0 0,0 0-1 0 0,-1-1 0 0 0,4-20 1 0 0,-5 10-46 0 0,0 1 1 0 0,-2-1-1 0 0,-1 0 1 0 0,0 0-1 0 0,-6-36 0 0 0,2 42-45 0 0,0-1 0 0 0,-2 1 0 0 0,0 0 0 0 0,-1 0 0 0 0,-1 0-1 0 0,-1 1 1 0 0,-12-21 0 0 0,14 32-1608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9.013"/>
    </inkml:context>
    <inkml:brush xml:id="br0">
      <inkml:brushProperty name="width" value="0.035" units="cm"/>
      <inkml:brushProperty name="height" value="0.035" units="cm"/>
      <inkml:brushProperty name="color" value="#E71224"/>
    </inkml:brush>
  </inkml:definitions>
  <inkml:trace contextRef="#ctx0" brushRef="#br0">1 239 8290 0 0,'18'-4'14'0'0,"-9"2"983"0"0,1 0 1 0 0,-1 0-1 0 0,1 1 1 0 0,-1 0-1 0 0,19 2 0 0 0,-26-1-834 0 0,0 1-1 0 0,0-1 0 0 0,1 1 0 0 0,-1-1 0 0 0,0 1 0 0 0,0 0 0 0 0,0 0 1 0 0,0 0-1 0 0,0 0 0 0 0,0 1 0 0 0,0-1 0 0 0,-1 0 0 0 0,1 1 0 0 0,0-1 1 0 0,-1 1-1 0 0,1 0 0 0 0,-1 0 0 0 0,1-1 0 0 0,-1 1 0 0 0,0 0 0 0 0,0 0 1 0 0,0 0-1 0 0,0 0 0 0 0,0 0 0 0 0,0 1 0 0 0,0-1 0 0 0,-1 0 0 0 0,1 0 1 0 0,-1 0-1 0 0,0 4 0 0 0,1 3-105 0 0,-1 0 0 0 0,0 0 0 0 0,0-1 0 0 0,-1 1 0 0 0,0 0 0 0 0,-4 14 0 0 0,0-7-155 0 0,0-1 0 0 0,-12 26 0 0 0,1-15 150 0 0,15-25 27 0 0,1 1 0 0 0,-1-1 0 0 0,0 0 0 0 0,0 0-1 0 0,0 0 1 0 0,0 0 0 0 0,0 0 0 0 0,-1 0 0 0 0,1-1-1 0 0,0 1 1 0 0,0 0 0 0 0,-1-1 0 0 0,1 1 0 0 0,0 0 0 0 0,-1-1-1 0 0,1 0 1 0 0,0 1 0 0 0,-3-1 0 0 0,4 0-47 0 0,0 0 0 0 0,0 0 0 0 0,-1 0 1 0 0,1-1-1 0 0,0 1 0 0 0,0 0 0 0 0,0 0 0 0 0,-1 0 1 0 0,1-1-1 0 0,0 1 0 0 0,0 0 0 0 0,0 0 1 0 0,-1-1-1 0 0,1 1 0 0 0,0 0 0 0 0,0-1 0 0 0,0 1 1 0 0,0 0-1 0 0,0-1 0 0 0,0 1 0 0 0,0 0 0 0 0,0 0 1 0 0,0-1-1 0 0,0 1 0 0 0,0 0 0 0 0,0-1 0 0 0,0 1 1 0 0,0 0-1 0 0,0-1 0 0 0,0 1 0 0 0,0 0 0 0 0,0-1 1 0 0,0 1-1 0 0,0 0 0 0 0,1 0 0 0 0,-1-1 0 0 0,0 1 1 0 0,0 0-1 0 0,0 0 0 0 0,1-1 0 0 0,6-14 475 0 0,12-12-262 0 0,25-28-1 0 0,11-14 3 0 0,-4 3-237 0 0,17-25-901 0 0,-62 80 524 0 0,1 0-1 0 0,-1-1 1 0 0,-1 0-1 0 0,0 0 0 0 0,-1 0 1 0 0,5-22-1 0 0,-5 6-843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9.424"/>
    </inkml:context>
    <inkml:brush xml:id="br0">
      <inkml:brushProperty name="width" value="0.035" units="cm"/>
      <inkml:brushProperty name="height" value="0.035" units="cm"/>
      <inkml:brushProperty name="color" value="#E71224"/>
    </inkml:brush>
  </inkml:definitions>
  <inkml:trace contextRef="#ctx0" brushRef="#br0">130 533 2937 0 0,'-31'-78'980'0'0,"4"-1"1"0"0,-33-161 0 0 0,59 232-975 0 0,-8-49 391 0 0,8 50 244 0 0,1 0 1 0 0,0 0-1 0 0,0 0 1 0 0,1 0-1 0 0,-1 0 0 0 0,3-8 1 0 0,-3 14-474 0 0,1 1 1 0 0,-1-1-1 0 0,0 0 0 0 0,0 1 1 0 0,0-1-1 0 0,0 0 1 0 0,1 1-1 0 0,-1-1 1 0 0,0 1-1 0 0,1-1 0 0 0,-1 0 1 0 0,0 1-1 0 0,1-1 1 0 0,-1 1-1 0 0,1-1 1 0 0,-1 1-1 0 0,1-1 1 0 0,-1 1-1 0 0,1-1 0 0 0,-1 1 1 0 0,1 0-1 0 0,-1-1 1 0 0,1 1-1 0 0,0 0 1 0 0,0-1-1 0 0,0 1 16 0 0,0 0 0 0 0,0 1 1 0 0,0-1-1 0 0,-1 0 0 0 0,1 0 0 0 0,0 0 0 0 0,0 1 0 0 0,-1-1 1 0 0,1 0-1 0 0,0 1 0 0 0,0-1 0 0 0,-1 1 0 0 0,1-1 0 0 0,0 1 1 0 0,-1-1-1 0 0,1 1 0 0 0,0 0 0 0 0,3 4 291 0 0,0 0-1 0 0,0 0 1 0 0,-1 0-1 0 0,4 6 1 0 0,1 10-158 0 0,0 0 0 0 0,-1 0 0 0 0,-1 0-1 0 0,-1 1 1 0 0,3 34 0 0 0,-3-26-127 0 0,34 312 301 0 0,-16-110-467 0 0,-21-209-83 0 0,2 1 1 0 0,0 0-1 0 0,2-1 0 0 0,0 0 1 0 0,15 33-1 0 0,-20-53 49 0 0,1 0 1 0 0,-1 0-1 0 0,1-1 0 0 0,0 1 1 0 0,0-1-1 0 0,0 0 0 0 0,0 0 1 0 0,0 1-1 0 0,3 1 0 0 0,-4-4 15 0 0,0 1 0 0 0,-1-1 0 0 0,1 0-1 0 0,0 1 1 0 0,0-1 0 0 0,-1 0 0 0 0,1 1 0 0 0,0-1-1 0 0,-1 0 1 0 0,1 0 0 0 0,0 0 0 0 0,0 0 0 0 0,0 0-1 0 0,-1 0 1 0 0,1 0 0 0 0,0 0 0 0 0,0 0 0 0 0,-1 0-1 0 0,1 0 1 0 0,0 0 0 0 0,0 0 0 0 0,-1-1 0 0 0,1 1-1 0 0,0 0 1 0 0,0-1 0 0 0,-1 1 0 0 0,1 0 0 0 0,-1-1-1 0 0,1 1 1 0 0,0-1 0 0 0,-1 1 0 0 0,1-1 0 0 0,-1 1-1 0 0,1-1 1 0 0,-1 0 0 0 0,1 1 0 0 0,-1-1 0 0 0,1 0-1 0 0,-1 1 1 0 0,1-2 0 0 0,2-3 49 0 0,-1 0 0 0 0,0-1 0 0 0,0 1 1 0 0,0 0-1 0 0,-1-1 0 0 0,1 1 0 0 0,0-12 0 0 0,0-43 157 0 0,-2 33-195 0 0,0 21-5 0 0,2-53-66 0 0,9-60 1 0 0,-9 102-75 0 0,2-1 0 0 0,0 1 1 0 0,1 0-1 0 0,1 0 0 0 0,0 0 0 0 0,1 1 1 0 0,18-30-1 0 0,-21 40 115 0 0,1-1 1 0 0,0 1 0 0 0,7-6-1 0 0,-11 10 28 0 0,1 0 0 0 0,0 1 0 0 0,-1-1 0 0 0,1 1 0 0 0,0 0-1 0 0,0 0 1 0 0,0 0 0 0 0,0 0 0 0 0,0 0 0 0 0,0 0 0 0 0,1 0-1 0 0,-1 1 1 0 0,0-1 0 0 0,0 1 0 0 0,3-1 0 0 0,-4 1-2 0 0,0 0 0 0 0,-1 0 0 0 0,1 0 0 0 0,0 0 0 0 0,-1 0 0 0 0,1 1 0 0 0,0-1 0 0 0,-1 0 0 0 0,1 0 0 0 0,0 1 0 0 0,-1-1 0 0 0,1 0-1 0 0,-1 1 1 0 0,1-1 0 0 0,0 0 0 0 0,-1 1 0 0 0,1-1 0 0 0,-1 1 0 0 0,1-1 0 0 0,-1 1 0 0 0,0-1 0 0 0,1 2 0 0 0,0-1 1 0 0,0 1-1 0 0,0 0 0 0 0,-1-1 1 0 0,1 1-1 0 0,-1 0 1 0 0,1 0-1 0 0,-1-1 1 0 0,1 4-1 0 0,-1 3-11 0 0,0 1 0 0 0,-3 15-1 0 0,3-22 0 0 0,-10 48-168 0 0,-23 75 1 0 0,19-83-53 0 0,3 1 1 0 0,-11 76 0 0 0,22-113 238 0 0,-1 0 1 0 0,1 0 0 0 0,1 0-1 0 0,-1 0 1 0 0,1 0-1 0 0,0 0 1 0 0,0-1 0 0 0,1 1-1 0 0,-1 0 1 0 0,1-1-1 0 0,1 1 1 0 0,-1-1-1 0 0,1 1 1 0 0,3 5 0 0 0,-3-8 5 0 0,0 1 1 0 0,1 0-1 0 0,-1-1 1 0 0,1 0 0 0 0,-1 1-1 0 0,1-1 1 0 0,0-1-1 0 0,0 1 1 0 0,0-1 0 0 0,0 1-1 0 0,1-1 1 0 0,-1 0-1 0 0,1-1 1 0 0,-1 1 0 0 0,1-1-1 0 0,0 0 1 0 0,-1 0-1 0 0,6 0 1 0 0,-2 0-263 0 0,0-1 1 0 0,-1-1-1 0 0,1 1 1 0 0,0-1-1 0 0,0 0 0 0 0,-1-1 1 0 0,9-3-1 0 0,6-2-3339 0 0,23-12-1 0 0,-4-1-1484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4.771"/>
    </inkml:context>
    <inkml:brush xml:id="br0">
      <inkml:brushProperty name="width" value="0.035" units="cm"/>
      <inkml:brushProperty name="height" value="0.035" units="cm"/>
      <inkml:brushProperty name="color" value="#E71224"/>
    </inkml:brush>
  </inkml:definitions>
  <inkml:trace contextRef="#ctx0" brushRef="#br0">232 71 12899 0 0,'-19'-10'1232'0'0,"10"5"-1033"0"0,0 0 0 0 0,-1 0 0 0 0,0 1 0 0 0,-17-4 0 0 0,24 7-116 0 0,0 0-1 0 0,0 1 0 0 0,0 0 0 0 0,0 0 0 0 0,0 0 0 0 0,0 0 0 0 0,0 0 0 0 0,0 0 0 0 0,0 1 1 0 0,0 0-1 0 0,0 0 0 0 0,0-1 0 0 0,0 2 0 0 0,0-1 0 0 0,0 0 0 0 0,0 0 0 0 0,1 1 1 0 0,-1 0-1 0 0,0-1 0 0 0,1 1 0 0 0,-3 3 0 0 0,0 0 233 0 0,0 1 1 0 0,0 0-1 0 0,1 0 1 0 0,0 1-1 0 0,0-1 0 0 0,0 1 1 0 0,1 0-1 0 0,0 0 0 0 0,-3 12 1 0 0,-2 8 463 0 0,-4 34 1 0 0,4-5-493 0 0,2 0 1 0 0,1 90-1 0 0,7-109-158 0 0,1 1-1 0 0,2-1 0 0 0,2 0 0 0 0,21 69 0 0 0,-22-90-123 0 0,0-1-1 0 0,1 0 1 0 0,0 0-1 0 0,1-1 1 0 0,1 0-1 0 0,15 19 1 0 0,-20-29-3 0 0,0 1 0 0 0,0-1 1 0 0,1 0-1 0 0,-1 0 0 0 0,1-1 0 0 0,0 1 0 0 0,0-1 1 0 0,1 0-1 0 0,5 2 0 0 0,-7-4-1 0 0,1 1-1 0 0,-1-1 1 0 0,0 0 0 0 0,1-1 0 0 0,-1 1-1 0 0,0-1 1 0 0,1 0 0 0 0,-1 0-1 0 0,1 0 1 0 0,-1-1 0 0 0,0 1 0 0 0,1-1-1 0 0,7-2 1 0 0,-6 0 24 0 0,1 0 0 0 0,0-1-1 0 0,-1 0 1 0 0,1 1 0 0 0,-1-2 0 0 0,0 1 0 0 0,0-1 0 0 0,-1 0-1 0 0,0 0 1 0 0,1-1 0 0 0,-2 1 0 0 0,8-12 0 0 0,1-2 117 0 0,-2-1 0 0 0,17-40 0 0 0,-10 14 50 0 0,-2 0-1 0 0,-2 0 0 0 0,-2-2 0 0 0,-2 1 0 0 0,-2-1 0 0 0,2-90 0 0 0,-16-155-803 0 0,4 284 417 0 0,1 7-317 0 0,-1 7-1218 0 0,1 5-6278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5.261"/>
    </inkml:context>
    <inkml:brush xml:id="br0">
      <inkml:brushProperty name="width" value="0.035" units="cm"/>
      <inkml:brushProperty name="height" value="0.035" units="cm"/>
      <inkml:brushProperty name="color" value="#E71224"/>
    </inkml:brush>
  </inkml:definitions>
  <inkml:trace contextRef="#ctx0" brushRef="#br0">89 184 12899 0 0,'-1'0'70'0'0,"0"1"-1"0"0,-1-1 1 0 0,1 1 0 0 0,-1-1 0 0 0,1 1-1 0 0,0-1 1 0 0,0 1 0 0 0,-1 0 0 0 0,1 0 0 0 0,0 0-1 0 0,0 0 1 0 0,0-1 0 0 0,0 2 0 0 0,0-1 0 0 0,0 0-1 0 0,0 0 1 0 0,0 0 0 0 0,0 0 0 0 0,0 2-1 0 0,-1 1-60 0 0,1 0 0 0 0,0-1 0 0 0,1 1 0 0 0,-1 0 0 0 0,1 0-1 0 0,0 4 1 0 0,-1 2 78 0 0,-4 114-708 0 0,6 0 0 0 0,18 130 0 0 0,-18-244 545 0 0,1 8-130 0 0,0 0-1 0 0,9 33 1 0 0,-7-45 1704 0 0,-1-11 311 0 0,-2-13 312 0 0,-14-92 1679 0 0,-24-53-2570 0 0,-6-39-1270 0 0,41 186 82 0 0,0-1 0 0 0,1 1 0 0 0,1 0 0 0 0,0-1 0 0 0,2 1 0 0 0,3-22 0 0 0,-3 29-15 0 0,1 0 1 0 0,0 1 0 0 0,0-1 0 0 0,1 1-1 0 0,0-1 1 0 0,0 1 0 0 0,1 1-1 0 0,0-1 1 0 0,0 1 0 0 0,1-1-1 0 0,0 2 1 0 0,13-13 0 0 0,-5 9-10 0 0,0 0 0 0 0,0 0 0 0 0,1 1 0 0 0,0 1 0 0 0,1 1 0 0 0,0 0 0 0 0,28-8 0 0 0,-21 9-18 0 0,1 0 0 0 0,0 2 0 0 0,0 1 0 0 0,46 0 0 0 0,-56 3-73 0 0,0 1 1 0 0,0 0-1 0 0,27 7 1 0 0,-37-7 22 0 0,0 1 1 0 0,0-1-1 0 0,0 1 0 0 0,0 0 1 0 0,0 0-1 0 0,-1 1 1 0 0,6 3-1 0 0,-7-5 10 0 0,-1 1 0 0 0,1 0 0 0 0,0-1 0 0 0,-1 1 0 0 0,0 0 0 0 0,1 0-1 0 0,-1 0 1 0 0,0 0 0 0 0,0 0 0 0 0,0 0 0 0 0,0 0 0 0 0,0 1 0 0 0,-1-1 0 0 0,2 4 0 0 0,-2-2-3 0 0,0 0 1 0 0,0 0 0 0 0,0 0 0 0 0,-1-1 0 0 0,0 1 0 0 0,1 0-1 0 0,-1 0 1 0 0,-1-1 0 0 0,1 1 0 0 0,0 0 0 0 0,-1-1-1 0 0,-4 7 1 0 0,-3 5 129 0 0,-16 19-1 0 0,22-30-78 0 0,-44 50 691 0 0,-79 74 1 0 0,120-123-685 0 0,1 0-25 0 0,0 0-1 0 0,0 0 1 0 0,-1-1-1 0 0,1 0 1 0 0,-1 0-1 0 0,0 0 1 0 0,0-1-1 0 0,-8 3 1 0 0,8-5-1609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5.538"/>
    </inkml:context>
    <inkml:brush xml:id="br0">
      <inkml:brushProperty name="width" value="0.035" units="cm"/>
      <inkml:brushProperty name="height" value="0.035" units="cm"/>
      <inkml:brushProperty name="color" value="#E71224"/>
    </inkml:brush>
  </inkml:definitions>
  <inkml:trace contextRef="#ctx0" brushRef="#br0">510 57 15667 0 0,'-2'1'425'0'0,"0"0"0"0"0,0 1-1 0 0,0-1 1 0 0,0-1 0 0 0,-1 1-1 0 0,1 0 1 0 0,0 0 0 0 0,0-1 0 0 0,-1 0-1 0 0,1 1 1 0 0,0-1 0 0 0,-1 0-1 0 0,1 0 1 0 0,0 0 0 0 0,-5-1-1 0 0,5 1-563 0 0,-16-2-192 0 0,0-1-1 0 0,0-1 0 0 0,0-1 0 0 0,1 0 0 0 0,-22-10 1 0 0,-11-3-1575 0 0,41 15 1188 0 0,-1 1 1 0 0,1-1-1 0 0,-1 2 1 0 0,0-1-1 0 0,0 1 1 0 0,1 1-1 0 0,-1 0 1 0 0,0 0-1 0 0,0 1 1 0 0,0 0 0 0 0,1 1-1 0 0,-13 3 1 0 0,15-3 395 0 0,0 1 1 0 0,0 0 0 0 0,0 1 0 0 0,0-1 0 0 0,0 1-1 0 0,-10 8 1 0 0,11-6 499 0 0,-1 0 0 0 0,1 0 0 0 0,1 1 0 0 0,-1-1 1 0 0,1 1-1 0 0,-6 11 0 0 0,3-4 891 0 0,1 1 1 0 0,1-1-1 0 0,1 1 1 0 0,0 0-1 0 0,1 0 1 0 0,0 1 0 0 0,-1 18-1 0 0,4-21-604 0 0,0 0-1 0 0,1 0 1 0 0,0 0-1 0 0,1 0 1 0 0,0 0-1 0 0,1 0 1 0 0,1 0-1 0 0,0 0 1 0 0,6 14-1 0 0,-6-20-350 0 0,0 0 0 0 0,1 0 0 0 0,0 0 0 0 0,0-1 0 0 0,1 1 0 0 0,0-1 0 0 0,0 0 0 0 0,0-1 0 0 0,1 1 0 0 0,0-1 0 0 0,0 0 0 0 0,0 0 0 0 0,14 7 0 0 0,-15-10-88 0 0,0 1 0 0 0,1-1 1 0 0,-1 0-1 0 0,1 0 0 0 0,0-1 1 0 0,-1 0-1 0 0,1 0 0 0 0,0 0 0 0 0,0 0 1 0 0,0-1-1 0 0,0 0 0 0 0,-1 0 1 0 0,1-1-1 0 0,0 0 0 0 0,0 0 1 0 0,0 0-1 0 0,-1-1 0 0 0,1 0 1 0 0,5-2-1 0 0,3-4-167 0 0,0 0 1 0 0,0-1-1 0 0,-1-1 0 0 0,-1 0 1 0 0,0-1-1 0 0,0 0 0 0 0,15-20 0 0 0,1-3-717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5.785"/>
    </inkml:context>
    <inkml:brush xml:id="br0">
      <inkml:brushProperty name="width" value="0.035" units="cm"/>
      <inkml:brushProperty name="height" value="0.035" units="cm"/>
      <inkml:brushProperty name="color" value="#E71224"/>
    </inkml:brush>
  </inkml:definitions>
  <inkml:trace contextRef="#ctx0" brushRef="#br0">1 0 9218 0 0,'15'17'7428'0'0,"6"29"-5829"0"0,-2 0-1 0 0,15 59 1 0 0,16 100-1538 0 0,-41-165 246 0 0,9 42-251 0 0,24 94 201 0 0,-34-148-412 0 0,1-1 1 0 0,2 0 0 0 0,1-1-1 0 0,18 30 1 0 0,-12-29-641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6.159"/>
    </inkml:context>
    <inkml:brush xml:id="br0">
      <inkml:brushProperty name="width" value="0.035" units="cm"/>
      <inkml:brushProperty name="height" value="0.035" units="cm"/>
      <inkml:brushProperty name="color" value="#E71224"/>
    </inkml:brush>
  </inkml:definitions>
  <inkml:trace contextRef="#ctx0" brushRef="#br0">255 318 6449 0 0,'3'-17'1435'0'0,"-1"1"0"0"0,0-1-1 0 0,-1 0 1 0 0,-1 0 0 0 0,-2-17 0 0 0,2 24-1723 0 0,-1-11 967 0 0,-1 0 0 0 0,-7-28 0 0 0,8 42-551 0 0,-1 1 1 0 0,0-1-1 0 0,0 0 0 0 0,-1 1 1 0 0,0-1-1 0 0,0 1 0 0 0,0 0 1 0 0,-1 0-1 0 0,0 0 0 0 0,-9-10 1 0 0,11 14-111 0 0,0 1 0 0 0,0-1 0 0 0,0 0 0 0 0,-1 1 0 0 0,1-1 0 0 0,0 1 0 0 0,0 0 0 0 0,-1-1 0 0 0,1 1 0 0 0,-1 1 0 0 0,1-1 0 0 0,-1 0 0 0 0,0 0 0 0 0,1 1 0 0 0,-1 0 0 0 0,1-1 1 0 0,-6 1-1 0 0,4 1 6 0 0,1 0 0 0 0,-1-1 0 0 0,0 1 0 0 0,1 1 1 0 0,-1-1-1 0 0,1 0 0 0 0,0 1 0 0 0,-1 0 0 0 0,1 0 1 0 0,0 0-1 0 0,-4 3 0 0 0,-1 3 59 0 0,-1 0 0 0 0,2 0 0 0 0,-1 1 0 0 0,2 0 1 0 0,-1 0-1 0 0,1 1 0 0 0,-7 13 0 0 0,4-2 67 0 0,0 0 1 0 0,2 0 0 0 0,0 1-1 0 0,1 0 1 0 0,1 0 0 0 0,-3 45-1 0 0,7-49 22 0 0,1 0 0 0 0,1-1-1 0 0,0 1 1 0 0,1-1-1 0 0,1 1 1 0 0,1-1-1 0 0,0 0 1 0 0,2 0-1 0 0,10 25 1 0 0,-14-37-127 0 0,1-1 1 0 0,-1 1-1 0 0,1-1 1 0 0,0 0 0 0 0,0 0-1 0 0,0 0 1 0 0,1 0-1 0 0,-1-1 1 0 0,1 1-1 0 0,0-1 1 0 0,0 0 0 0 0,0 0-1 0 0,5 2 1 0 0,-5-3-39 0 0,-1-1 1 0 0,0 0-1 0 0,1 0 1 0 0,-1 0-1 0 0,0 0 0 0 0,1-1 1 0 0,-1 1-1 0 0,1-1 1 0 0,-1 0-1 0 0,1 0 1 0 0,0 0-1 0 0,-1 0 0 0 0,1-1 1 0 0,-1 1-1 0 0,0-1 1 0 0,1 0-1 0 0,-1 0 1 0 0,1 0-1 0 0,4-3 1 0 0,5-3-50 0 0,-1-1 1 0 0,1 0-1 0 0,-1-1 1 0 0,0 0-1 0 0,-1-1 1 0 0,0 0-1 0 0,-1-1 1 0 0,0 0-1 0 0,-1-1 1 0 0,0 0-1 0 0,0 0 1 0 0,-2-1-1 0 0,1 0 1 0 0,6-18-1 0 0,-2 0-183 0 0,-1-1 1 0 0,-1 0-1 0 0,-2 0 0 0 0,-2-1 0 0 0,4-44 1 0 0,-9 70 227 0 0,-1 5 25 0 0,0 0 1 0 0,0 0-1 0 0,0 0 0 0 0,0 0 0 0 0,1-1 0 0 0,-1 1 1 0 0,1 0-1 0 0,1-3 0 0 0,1 21 508 0 0,-2-5-394 0 0,11 137 749 0 0,-7-119-886 0 0,0 0 0 0 0,1 0-1 0 0,12 28 1 0 0,-17-53-54 0 0,1 1 0 0 0,0-1 0 0 0,0 0-1 0 0,0 0 1 0 0,0 0 0 0 0,1 0 0 0 0,-1-1-1 0 0,1 1 1 0 0,0 0 0 0 0,1-1 0 0 0,3 4-1 0 0,-5-6-176 0 0,0 0 0 0 0,0 1 0 0 0,0-1-1 0 0,0-1 1 0 0,0 1 0 0 0,1 0 0 0 0,-1 0-1 0 0,0-1 1 0 0,0 1 0 0 0,0-1-1 0 0,1 0 1 0 0,-1 1 0 0 0,0-1 0 0 0,0 0-1 0 0,1-1 1 0 0,-1 1 0 0 0,0 0 0 0 0,0-1-1 0 0,1 1 1 0 0,-1-1 0 0 0,0 1-1 0 0,0-1 1 0 0,4-2 0 0 0,8-5-6105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6.389"/>
    </inkml:context>
    <inkml:brush xml:id="br0">
      <inkml:brushProperty name="width" value="0.035" units="cm"/>
      <inkml:brushProperty name="height" value="0.035" units="cm"/>
      <inkml:brushProperty name="color" value="#E71224"/>
    </inkml:brush>
  </inkml:definitions>
  <inkml:trace contextRef="#ctx0" brushRef="#br0">3 1 20740 0 0,'-1'10'220'0'0,"0"0"0"0"0,1 0-1 0 0,0 1 1 0 0,1-1-1 0 0,0 0 1 0 0,1 0-1 0 0,0 0 1 0 0,3 11-1 0 0,3 14 54 0 0,23 142-419 0 0,38 179-652 0 0,-51-282 573 0 0,4-1 1 0 0,53 122-1 0 0,-63-171-48 0 0,15 24 0 0 0,-23-41 17 0 0,1 0-1 0 0,0-1 1 0 0,0 0-1 0 0,0 0 1 0 0,1 0 0 0 0,0-1-1 0 0,0 1 1 0 0,8 4-1 0 0,0-3-6409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6.578"/>
    </inkml:context>
    <inkml:brush xml:id="br0">
      <inkml:brushProperty name="width" value="0.035" units="cm"/>
      <inkml:brushProperty name="height" value="0.035" units="cm"/>
      <inkml:brushProperty name="color" value="#E71224"/>
    </inkml:brush>
  </inkml:definitions>
  <inkml:trace contextRef="#ctx0" brushRef="#br0">31 393 19356 0 0,'-4'2'319'0'0,"2"-1"-171"0"0,0-1 0 0 0,-1 1 0 0 0,1 0 0 0 0,0 0 0 0 0,0 0 1 0 0,0 0-1 0 0,0 1 0 0 0,0-1 0 0 0,0 1 0 0 0,0-1 0 0 0,-2 3 1 0 0,4-4-141 0 0,1 1 0 0 0,-1-1 0 0 0,1 0 0 0 0,-1 0 0 0 0,0 1 1 0 0,1-1-1 0 0,-1 0 0 0 0,1 0 0 0 0,-1 0 0 0 0,1 0 0 0 0,-1 0 1 0 0,1 0-1 0 0,-1 1 0 0 0,1-1 0 0 0,-1 0 0 0 0,1 0 0 0 0,-1-1 1 0 0,0 1-1 0 0,1 0 0 0 0,-1 0 0 0 0,1 0 0 0 0,-1 0 0 0 0,1 0 0 0 0,0-1 1 0 0,14-2 275 0 0,2-3-142 0 0,1-1 0 0 0,-1-1 0 0 0,-1-1 0 0 0,18-12 0 0 0,61-48-27 0 0,-82 60-155 0 0,60-48-65 0 0,199-140-3433 0 0,-232 171 3451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6.878"/>
    </inkml:context>
    <inkml:brush xml:id="br0">
      <inkml:brushProperty name="width" value="0.035" units="cm"/>
      <inkml:brushProperty name="height" value="0.035" units="cm"/>
      <inkml:brushProperty name="color" value="#E71224"/>
    </inkml:brush>
  </inkml:definitions>
  <inkml:trace contextRef="#ctx0" brushRef="#br0">59 487 21661 0 0,'0'0'46'0'0,"0"0"1"0"0,0 1-1 0 0,0-1 0 0 0,0 0 1 0 0,0 0-1 0 0,0 0 1 0 0,0 0-1 0 0,0 0 1 0 0,0 0-1 0 0,0 0 1 0 0,0 0-1 0 0,0 0 1 0 0,0 1-1 0 0,0-1 0 0 0,0 0 1 0 0,0 0-1 0 0,0 0 1 0 0,0 0-1 0 0,0 0 1 0 0,0 0-1 0 0,0 0 1 0 0,0 0-1 0 0,0 0 1 0 0,0 0-1 0 0,0 1 0 0 0,1-1 1 0 0,-1 0-1 0 0,0 0 1 0 0,0 0-1 0 0,0 0 1 0 0,0 0-1 0 0,0 0 1 0 0,0 0-1 0 0,0 0 1 0 0,0 0-1 0 0,0 0 0 0 0,1 0 1 0 0,-1 0-1 0 0,0 0 1 0 0,0 0-1 0 0,0 0 1 0 0,0 0-1 0 0,0 0 1 0 0,0 0-1 0 0,0 0 1 0 0,1 0-1 0 0,8 0 308 0 0,11-3-523 0 0,5-7 190 0 0,-1-2 1 0 0,1 0-1 0 0,-2-2 0 0 0,0-1 1 0 0,-1 0-1 0 0,28-26 0 0 0,-21 16-527 0 0,-1-3-1 0 0,27-33 0 0 0,-36 36-765 0 0,-1 0 1 0 0,-1-1-1 0 0,16-33 1 0 0,-28 49 1068 0 0,-1 0 1 0 0,6-18-1 0 0,-9 25 172 0 0,-1 0 0 0 0,1-1 0 0 0,0 1 0 0 0,-1-1 0 0 0,0 1 0 0 0,0-1 0 0 0,0 1 0 0 0,0-1 0 0 0,-1 1 0 0 0,1-1 0 0 0,-1 1 0 0 0,-1-4 0 0 0,2 5-201 0 0,-1 1 0 0 0,0 0 0 0 0,0-1 0 0 0,0 1 0 0 0,0-1 0 0 0,0 1 0 0 0,0 0 1 0 0,0 0-1 0 0,-1 0 0 0 0,1 0 0 0 0,0-1 0 0 0,-1 2 0 0 0,1-1 0 0 0,-1 0 0 0 0,1 0 0 0 0,-1 0 0 0 0,1 1 0 0 0,-1-1 0 0 0,1 1 0 0 0,-1-1 1 0 0,0 1-1 0 0,1 0 0 0 0,-1-1 0 0 0,0 1 0 0 0,1 0 0 0 0,-1 0 0 0 0,-2 1 0 0 0,-3-1-137 0 0,0 1 0 0 0,0 0 0 0 0,0 0 0 0 0,1 1-1 0 0,-9 3 1 0 0,-5 3 1015 0 0,1 1 0 0 0,0 1 1 0 0,1 1-1 0 0,0 0 0 0 0,1 1 0 0 0,0 1 0 0 0,-16 17 0 0 0,4-2 584 0 0,2 2 0 0 0,-42 58 1 0 0,48-58-646 0 0,2 1 1 0 0,1 1-1 0 0,-17 42 1 0 0,29-58-304 0 0,0 1 1 0 0,1-1-1 0 0,0 1 1 0 0,2 0-1 0 0,0 0 0 0 0,1 0 1 0 0,1 1-1 0 0,1 34 0 0 0,1-44-160 0 0,0 0-1 0 0,1 0 0 0 0,0 0 1 0 0,0 0-1 0 0,1 0 0 0 0,0 0 1 0 0,0-1-1 0 0,1 1 0 0 0,0-1 1 0 0,8 12-1 0 0,-8-14-75 0 0,0-1 0 0 0,1 1 0 0 0,-1-1 0 0 0,1 0 0 0 0,-1 0 0 0 0,1-1 0 0 0,1 1 0 0 0,-1-1 0 0 0,0 0 0 0 0,1 0-1 0 0,-1-1 1 0 0,1 0 0 0 0,0 0 0 0 0,0 0 0 0 0,7 1 0 0 0,-1-2-1 0 0,0 0 0 0 0,-1 0 0 0 0,1-1 0 0 0,0-1 0 0 0,0 0 0 0 0,0 0 0 0 0,21-6 0 0 0,-14 1-122 0 0,0-1 0 0 0,0 0-1 0 0,34-19 1 0 0,-3-5-410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7.234"/>
    </inkml:context>
    <inkml:brush xml:id="br0">
      <inkml:brushProperty name="width" value="0.035" units="cm"/>
      <inkml:brushProperty name="height" value="0.035" units="cm"/>
      <inkml:brushProperty name="color" value="#E71224"/>
    </inkml:brush>
  </inkml:definitions>
  <inkml:trace contextRef="#ctx0" brushRef="#br0">1 41 9218 0 0,'0'-2'88'0'0,"0"0"0"0"0,0 0 0 0 0,0-1-1 0 0,0 1 1 0 0,1 0 0 0 0,-1 0 0 0 0,1 0 0 0 0,-1-1 0 0 0,1 1 0 0 0,0 0 0 0 0,0 0-1 0 0,1-2 1 0 0,-1 3-9 0 0,0 0 0 0 0,0 0-1 0 0,0 0 1 0 0,0 0 0 0 0,0 1 0 0 0,0-1-1 0 0,0 0 1 0 0,0 1 0 0 0,0-1-1 0 0,1 0 1 0 0,-1 1 0 0 0,0 0 0 0 0,0-1-1 0 0,0 1 1 0 0,1 0 0 0 0,-1-1-1 0 0,0 1 1 0 0,1 0 0 0 0,-1 0-1 0 0,0 0 1 0 0,0 0 0 0 0,3 1 0 0 0,-2-1 99 0 0,0 0 0 0 0,0 1 0 0 0,0 0 0 0 0,-1-1 0 0 0,1 1 1 0 0,0 0-1 0 0,0 0 0 0 0,-1 0 0 0 0,1 0 0 0 0,0 0 0 0 0,-1 0 1 0 0,1 1-1 0 0,-1-1 0 0 0,0 1 0 0 0,1-1 0 0 0,-1 1 0 0 0,0-1 1 0 0,0 1-1 0 0,2 2 0 0 0,1 5 402 0 0,1 0 1 0 0,4 15-1 0 0,-8-21-435 0 0,58 200 3300 0 0,-20-62-2428 0 0,49 120-232 0 0,-63-199-701 0 0,2-2 0 0 0,41 66-1 0 0,-59-112-922 0 0,14 17-1 0 0,-10-17-6836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07.623"/>
    </inkml:context>
    <inkml:brush xml:id="br0">
      <inkml:brushProperty name="width" value="0.035" units="cm"/>
      <inkml:brushProperty name="height" value="0.035" units="cm"/>
      <inkml:brushProperty name="color" value="#E71224"/>
    </inkml:brush>
  </inkml:definitions>
  <inkml:trace contextRef="#ctx0" brushRef="#br0">11 256 19812 0 0,'0'0'79'0'0,"-1"0"-1"0"0,0-1 1 0 0,1 1-1 0 0,-1-1 1 0 0,0 1-1 0 0,1-1 1 0 0,-1 1-1 0 0,0-1 1 0 0,1 0-1 0 0,-1 1 1 0 0,1-1-1 0 0,-1 1 1 0 0,1-1-1 0 0,-1 0 1 0 0,1 0-1 0 0,0 1 1 0 0,-1-1-1 0 0,1 0 1 0 0,0 0-1 0 0,0 1 1 0 0,0-1 0 0 0,-1 0-1 0 0,1 0 1 0 0,0 0-1 0 0,0 0 1 0 0,0-1-1 0 0,1 1-31 0 0,0-1 0 0 0,0 1-1 0 0,0 0 1 0 0,1 0 0 0 0,-1 0-1 0 0,0-1 1 0 0,1 1 0 0 0,-1 0 0 0 0,0 1-1 0 0,1-1 1 0 0,-1 0 0 0 0,1 0-1 0 0,1 0 1 0 0,44-22-115 0 0,89-49-2060 0 0,-93 44 1953 0 0,-20 12 198 0 0,1 1 0 0 0,51-23 0 0 0,-74 38-21 0 0,0 0 1 0 0,0-1-1 0 0,0 1 0 0 0,0-1 0 0 0,0 1 0 0 0,0 0 0 0 0,0 0 0 0 0,0 0 0 0 0,1-1 0 0 0,-1 1 0 0 0,0 0 0 0 0,0 0 1 0 0,0 1-1 0 0,0-1 0 0 0,0 0 0 0 0,0 0 0 0 0,0 0 0 0 0,0 1 0 0 0,0-1 0 0 0,0 0 0 0 0,0 1 0 0 0,2 0 1 0 0,-2 0 15 0 0,0 0 1 0 0,-1 1-1 0 0,1-1 1 0 0,0 0-1 0 0,0 0 1 0 0,0 0-1 0 0,-1 1 1 0 0,1-1-1 0 0,-1 0 1 0 0,1 1-1 0 0,-1-1 1 0 0,1 1-1 0 0,-1-1 1 0 0,0 3-1 0 0,1 6 131 0 0,-1 0 0 0 0,0-1 0 0 0,-1 1 0 0 0,-1 10 0 0 0,1-13-43 0 0,-15 97 771 0 0,-5 58-124 0 0,18-132-654 0 0,2 0 1 0 0,2 1 0 0 0,5 38 0 0 0,-5-62-73 0 0,0 0 0 0 0,1 1-1 0 0,-1-1 1 0 0,2 0 0 0 0,-1 0-1 0 0,1-1 1 0 0,5 10 0 0 0,-7-14-18 0 0,1 0 1 0 0,-1 0-1 0 0,1 0 0 0 0,0 0 1 0 0,0 0-1 0 0,-1 0 1 0 0,1 0-1 0 0,1 0 1 0 0,-1-1-1 0 0,0 1 1 0 0,0-1-1 0 0,0 0 1 0 0,1 0-1 0 0,-1 0 0 0 0,1 0 1 0 0,-1 0-1 0 0,1 0 1 0 0,-1 0-1 0 0,1-1 1 0 0,0 1-1 0 0,-1-1 1 0 0,1 0-1 0 0,3 0 0 0 0,1-1 2 0 0,0 0 1 0 0,1 0-1 0 0,-1-1 0 0 0,0 0 0 0 0,0 0 0 0 0,-1-1 0 0 0,1 0 0 0 0,0 0 0 0 0,-1-1 0 0 0,11-7 0 0 0,-1-1 39 0 0,-1 0 1 0 0,25-26 0 0 0,-22 18-56 0 0,-1-1-1 0 0,0 0 1 0 0,-1-1 0 0 0,21-43-1 0 0,-29 50-47 0 0,-1 0 0 0 0,-1-1 0 0 0,-1 0-1 0 0,0 0 1 0 0,-1 0 0 0 0,-1 0 0 0 0,0-1 0 0 0,-1 1-1 0 0,0-18 1 0 0,-3 27 48 0 0,1 0 1 0 0,-1 0-1 0 0,0 0 1 0 0,-1 0-1 0 0,1 0 0 0 0,-1 1 1 0 0,-1-1-1 0 0,1 0 1 0 0,-1 1-1 0 0,-1 0 0 0 0,-7-12 1 0 0,5 10-2 0 0,0 1 0 0 0,-1-1 0 0 0,0 1-1 0 0,0 1 1 0 0,-1 0 0 0 0,0 0 0 0 0,-15-9 0 0 0,1 4-1 0 0,0 1 0 0 0,-1 1 0 0 0,-1 1 1 0 0,1 1-1 0 0,-1 1 0 0 0,-26-2 0 0 0,41 6-27 0 0,-1 1 0 0 0,1 0 0 0 0,-1 1 0 0 0,1 0 0 0 0,-1 0 1 0 0,-13 4-1 0 0,3 2-329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0.204"/>
    </inkml:context>
    <inkml:brush xml:id="br0">
      <inkml:brushProperty name="width" value="0.035" units="cm"/>
      <inkml:brushProperty name="height" value="0.035" units="cm"/>
      <inkml:brushProperty name="color" value="#E71224"/>
    </inkml:brush>
  </inkml:definitions>
  <inkml:trace contextRef="#ctx0" brushRef="#br0">1 1 17940 0 0,'1'1'223'0'0,"1"-1"1"0"0,-1 1-1 0 0,1-1 1 0 0,0 1-1 0 0,0-1 1 0 0,-1 1-1 0 0,1-1 1 0 0,2 0-1 0 0,12 3-278 0 0,-11-1 22 0 0,-1 1 0 0 0,1-1 0 0 0,-1 1 1 0 0,1 1-1 0 0,-1-1 0 0 0,0 0 0 0 0,0 1 0 0 0,-1 0 0 0 0,1 0 0 0 0,-1 0 0 0 0,0 0 0 0 0,0 1 0 0 0,0-1 0 0 0,-1 1 0 0 0,4 7 0 0 0,2 9-100 0 0,-1 0-1 0 0,6 32 1 0 0,-4-16 1 0 0,-1-9 84 0 0,1-1 0 0 0,12 27 0 0 0,-17-46 180 0 0,0 0 0 0 0,0 0-1 0 0,0-1 1 0 0,1 0 0 0 0,0 0-1 0 0,1 0 1 0 0,0 0 0 0 0,0-1 0 0 0,0 0-1 0 0,1-1 1 0 0,8 7 0 0 0,-12-10-80 0 0,0-1 0 0 0,0 1 0 0 0,0-1 0 0 0,1 0 0 0 0,-1 0 0 0 0,1 0 0 0 0,-1 0 0 0 0,0-1 0 0 0,1 1 0 0 0,-1-1 0 0 0,1 0 0 0 0,-1 0 0 0 0,1 0 0 0 0,-1 0 0 0 0,1-1 0 0 0,-1 1 0 0 0,1-1 0 0 0,-1 0 0 0 0,1 0 1 0 0,-1-1-1 0 0,0 1 0 0 0,0 0 0 0 0,0-1 0 0 0,0 0 0 0 0,0 0 0 0 0,5-4 0 0 0,4-3 76 0 0,-2-1 0 0 0,1-1-1 0 0,-1 1 1 0 0,-1-2 0 0 0,8-11 0 0 0,48-82 192 0 0,-46 71-511 0 0,44-59 1 0 0,-61 90 138 0 0,1-1 1 0 0,0 1-1 0 0,0 0 1 0 0,1 0-1 0 0,-1 0 1 0 0,0 1-1 0 0,1-1 1 0 0,0 1-1 0 0,-1 0 1 0 0,7-3-1 0 0,-8 4 64 0 0,0 1 0 0 0,1-1-1 0 0,-1 1 1 0 0,0 0-1 0 0,0 0 1 0 0,0-1 0 0 0,0 1-1 0 0,0 1 1 0 0,1-1 0 0 0,-1 0-1 0 0,0 1 1 0 0,0-1 0 0 0,0 1-1 0 0,0-1 1 0 0,0 1 0 0 0,0 0-1 0 0,0 0 1 0 0,0 0-1 0 0,0 0 1 0 0,0 0 0 0 0,-1 1-1 0 0,4 1 1 0 0,46 46 539 0 0,-33-31-375 0 0,28 23-1 0 0,-40-36-168 0 0,0-1 1 0 0,1 0-1 0 0,-1 0 0 0 0,1 0 0 0 0,0-1 1 0 0,0 0-1 0 0,0-1 0 0 0,1 1 1 0 0,7 0-1 0 0,-12-2 0 0 0,1-1 0 0 0,-1 1 1 0 0,1-1-1 0 0,-1 0 0 0 0,0 0 0 0 0,1-1 0 0 0,-1 1 1 0 0,0-1-1 0 0,1 0 0 0 0,-1 0 0 0 0,0 0 0 0 0,0 0 1 0 0,1 0-1 0 0,-1-1 0 0 0,0 1 0 0 0,0-1 1 0 0,-1 0-1 0 0,6-3 0 0 0,-6 3 4 0 0,-1 0 1 0 0,1 0-1 0 0,0 0 1 0 0,-1 0-1 0 0,1 0 1 0 0,-1 0-1 0 0,0-1 1 0 0,1 1-1 0 0,-1 0 1 0 0,0-1-1 0 0,-1 1 1 0 0,1-1-1 0 0,0 1 1 0 0,-1-1-1 0 0,1 1 1 0 0,-1-1-1 0 0,0 1 1 0 0,0-1-1 0 0,0 1 1 0 0,0-1-1 0 0,0 0 1 0 0,-1 1-1 0 0,1-1 1 0 0,-2-4-1 0 0,0 3-1 0 0,1 0-1 0 0,-1-1 1 0 0,0 1 0 0 0,0 0-1 0 0,-1 1 1 0 0,1-1 0 0 0,-1 0-1 0 0,0 1 1 0 0,-5-6 0 0 0,-2 0-98 0 0,-21-14-1 0 0,-3-1-463 0 0,24 14 176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0.399"/>
    </inkml:context>
    <inkml:brush xml:id="br0">
      <inkml:brushProperty name="width" value="0.035" units="cm"/>
      <inkml:brushProperty name="height" value="0.035" units="cm"/>
      <inkml:brushProperty name="color" value="#E71224"/>
    </inkml:brush>
  </inkml:definitions>
  <inkml:trace contextRef="#ctx0" brushRef="#br0">5 2 19236 0 0,'3'-2'424'0'0,"-3"4"88"0"0,2 0 24 0 0,-4-1 1 0 0,2 1-433 0 0,0 0-104 0 0,-3-4 0 0 0,-2-1 0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0.569"/>
    </inkml:context>
    <inkml:brush xml:id="br0">
      <inkml:brushProperty name="width" value="0.035" units="cm"/>
      <inkml:brushProperty name="height" value="0.035" units="cm"/>
      <inkml:brushProperty name="color" value="#E71224"/>
    </inkml:brush>
  </inkml:definitions>
  <inkml:trace contextRef="#ctx0" brushRef="#br0">1 1 21229 0 0,'6'18'464'0'0,"-2"-4"96"0"0,1 3 16 0 0,-1-4 32 0 0,3-3-488 0 0,-4-5-120 0 0,1 3 0 0 0,2 6 0 0 0,4 9-384 0 0,1 7-96 0 0,3 4-16 0 0,-6-1-8 0 0,-2-2 432 0 0,-2-8 72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0.824"/>
    </inkml:context>
    <inkml:brush xml:id="br0">
      <inkml:brushProperty name="width" value="0.035" units="cm"/>
      <inkml:brushProperty name="height" value="0.035" units="cm"/>
      <inkml:brushProperty name="color" value="#E71224"/>
    </inkml:brush>
  </inkml:definitions>
  <inkml:trace contextRef="#ctx0" brushRef="#br0">1 0 17972 0 0,'1'7'412'0'0,"1"0"1"0"0,0 0 0 0 0,1 0-1 0 0,4 9 1 0 0,4 12-268 0 0,144 555-798 0 0,-97-340-501 0 0,-32-150 387 0 0,-5-33-4055 0 0,-7-25-680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1.029"/>
    </inkml:context>
    <inkml:brush xml:id="br0">
      <inkml:brushProperty name="width" value="0.035" units="cm"/>
      <inkml:brushProperty name="height" value="0.035" units="cm"/>
      <inkml:brushProperty name="color" value="#E71224"/>
    </inkml:brush>
  </inkml:definitions>
  <inkml:trace contextRef="#ctx0" brushRef="#br0">2 384 20276 0 0,'0'-1'75'0'0,"0"1"0"0"0,0-1 0 0 0,0 1 0 0 0,-1-1 0 0 0,1 1 0 0 0,0-1-1 0 0,0 1 1 0 0,0-1 0 0 0,0 1 0 0 0,0-1 0 0 0,0 1 0 0 0,0-1 0 0 0,0 0 0 0 0,0 1-1 0 0,0-1 1 0 0,0 1 0 0 0,0-1 0 0 0,0 1 0 0 0,1-1 0 0 0,-1 1 0 0 0,0-1 0 0 0,0 1-1 0 0,1-1 1 0 0,-1 1 0 0 0,0-1 0 0 0,1 1 0 0 0,-1-1 0 0 0,0 1 0 0 0,1-1 0 0 0,0 1 0 0 0,17-15-281 0 0,-11 9 365 0 0,138-120 325 0 0,-126 107-1133 0 0,-1 0 0 0 0,0-2-1 0 0,-2 0 1 0 0,0-1-1 0 0,14-27 1 0 0,-26 41-395 0 0,0 0-1 0 0,-1-1 1 0 0,4-14 0 0 0,-4 2-1099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1.419"/>
    </inkml:context>
    <inkml:brush xml:id="br0">
      <inkml:brushProperty name="width" value="0.035" units="cm"/>
      <inkml:brushProperty name="height" value="0.035" units="cm"/>
      <inkml:brushProperty name="color" value="#E71224"/>
    </inkml:brush>
  </inkml:definitions>
  <inkml:trace contextRef="#ctx0" brushRef="#br0">6 0 17508 0 0,'0'2'76'0'0,"-1"-1"0"0"0,0 1 0 0 0,0-1 1 0 0,1 1-1 0 0,-1-1 0 0 0,1 1 0 0 0,-1-1 0 0 0,1 1 1 0 0,0 0-1 0 0,0-1 0 0 0,0 1 0 0 0,0 0 0 0 0,0-1 1 0 0,0 1-1 0 0,0 0 0 0 0,0-1 0 0 0,1 1 0 0 0,-1-1 1 0 0,0 1-1 0 0,1 0 0 0 0,0-1 0 0 0,-1 1 0 0 0,1-1 1 0 0,0 0-1 0 0,1 3 0 0 0,5 12 111 0 0,14 45 37 0 0,-3 0 0 0 0,12 72-1 0 0,8 130-50 0 0,-16-99 199 0 0,-8-67-81 0 0,36 194 137 0 0,-49-285-395 0 0,10 33 216 0 0,-10-37-220 0 0,0 1-1 0 0,0-1 1 0 0,1 1 0 0 0,-1-1-1 0 0,1 1 1 0 0,-1-1 0 0 0,1 0-1 0 0,0 0 1 0 0,0 0-1 0 0,0 0 1 0 0,3 3 0 0 0,-4-5-28 0 0,-1 0 0 0 0,1 0 0 0 0,-1 1 0 0 0,0-1 0 0 0,1 0 0 0 0,-1 0 0 0 0,1 0 0 0 0,-1 0 1 0 0,0 0-1 0 0,1 0 0 0 0,-1 0 0 0 0,1 0 0 0 0,-1-1 0 0 0,0 1 0 0 0,1 0 0 0 0,-1 0 0 0 0,0 0 0 0 0,1 0 0 0 0,-1 0 0 0 0,1-1 1 0 0,-1 1-1 0 0,0 0 0 0 0,1 0 0 0 0,-1-1 0 0 0,0 1 0 0 0,0 0 0 0 0,1 0 0 0 0,-1-1 0 0 0,0 1 0 0 0,0 0 0 0 0,1-1 0 0 0,-1 1 1 0 0,0 0-1 0 0,0-1 0 0 0,0 1 0 0 0,0-1 0 0 0,1 1 0 0 0,-1 0 0 0 0,0-1 0 0 0,0 1 0 0 0,0-1 0 0 0,0 1 0 0 0,5-20-191 0 0,11-117-2588 0 0,6-36-434 0 0,-15 145 2735 0 0,0 1 0 0 0,16-36 0 0 0,-16 47 836 0 0,0 1-1 0 0,1 1 1 0 0,1-1-1 0 0,0 2 1 0 0,16-19 0 0 0,-22 29-162 0 0,0-1 0 0 0,1 1 0 0 0,-1 0 0 0 0,1 0 1 0 0,0 0-1 0 0,0 0 0 0 0,0 1 0 0 0,0 0 0 0 0,0 0 1 0 0,1 0-1 0 0,-1 0 0 0 0,6-1 0 0 0,-8 3-124 0 0,1-1 1 0 0,-1 1-1 0 0,0 0 0 0 0,0 0 0 0 0,1 0 0 0 0,-1 0 1 0 0,0 0-1 0 0,1 1 0 0 0,-1-1 0 0 0,0 1 0 0 0,0-1 0 0 0,0 1 1 0 0,0 0-1 0 0,1 0 0 0 0,-1 0 0 0 0,0 0 0 0 0,0 0 1 0 0,-1 0-1 0 0,1 1 0 0 0,0-1 0 0 0,0 1 0 0 0,-1-1 1 0 0,1 1-1 0 0,0 0 0 0 0,-1-1 0 0 0,0 1 0 0 0,2 2 1 0 0,4 9-45 0 0,0-1 1 0 0,0 1-1 0 0,-1 1 0 0 0,7 23 1 0 0,10 61 179 0 0,-12-46-193 0 0,-4-21-233 0 0,-1-3-120 0 0,1 0-1 0 0,1 0 1 0 0,14 32 0 0 0,-9-35-6871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2.025"/>
    </inkml:context>
    <inkml:brush xml:id="br0">
      <inkml:brushProperty name="width" value="0.035" units="cm"/>
      <inkml:brushProperty name="height" value="0.035" units="cm"/>
      <inkml:brushProperty name="color" value="#E71224"/>
    </inkml:brush>
  </inkml:definitions>
  <inkml:trace contextRef="#ctx0" brushRef="#br0">1 127 18892 0 0,'35'177'2469'0'0,"-15"-81"-2473"0"0,-13-58 8 0 0,-1-4-179 0 0,2-1 0 0 0,16 46 0 0 0,-24-77 153 0 0,1 0-48 0 0,-1 0 1 0 0,1 0-1 0 0,0 0 0 0 0,0 0 0 0 0,0 0 0 0 0,0-1 1 0 0,1 1-1 0 0,-1 0 0 0 0,2 2 0 0 0,-1-27-72 0 0,-17-104 1360 0 0,1 12-605 0 0,12 93-499 0 0,-3-117-112 0 0,5 125-105 0 0,2 0-1 0 0,-1 1 1 0 0,2-1 0 0 0,0 0-1 0 0,0 1 1 0 0,1 0-1 0 0,12-24 1 0 0,-15 34 107 0 0,1 0-1 0 0,-1 0 1 0 0,1 0 0 0 0,0 0 0 0 0,0 0-1 0 0,0 0 1 0 0,0 1 0 0 0,1-1 0 0 0,-1 1-1 0 0,1 0 1 0 0,0-1 0 0 0,-1 1 0 0 0,1 1-1 0 0,0-1 1 0 0,0 0 0 0 0,0 1 0 0 0,0-1-1 0 0,1 1 1 0 0,-1 0 0 0 0,0 0 0 0 0,0 0-1 0 0,1 0 1 0 0,-1 1 0 0 0,1 0 0 0 0,-1-1-1 0 0,0 1 1 0 0,1 0 0 0 0,-1 1 0 0 0,1-1-1 0 0,-1 1 1 0 0,1-1 0 0 0,-1 1 0 0 0,0 0-1 0 0,0 0 1 0 0,1 0 0 0 0,-1 1 0 0 0,0-1-1 0 0,0 1 1 0 0,0 0 0 0 0,0 0 0 0 0,-1 0-1 0 0,5 4 1 0 0,-1-1 63 0 0,0 1-1 0 0,-1 0 1 0 0,1 0-1 0 0,-1 0 0 0 0,-1 1 1 0 0,1 0-1 0 0,5 13 1 0 0,21 58-240 0 0,-17-39-15 0 0,-5-18-405 0 0,0 1 0 0 0,25 39 0 0 0,-19-39-666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2.773"/>
    </inkml:context>
    <inkml:brush xml:id="br0">
      <inkml:brushProperty name="width" value="0.035" units="cm"/>
      <inkml:brushProperty name="height" value="0.035" units="cm"/>
      <inkml:brushProperty name="color" value="#E71224"/>
    </inkml:brush>
  </inkml:definitions>
  <inkml:trace contextRef="#ctx0" brushRef="#br0">135 582 5153 0 0,'8'-11'-474'0'0,"-1"-2"3471"0"0,-5 10-1505 0 0,-1-1 1 0 0,1 1-1 0 0,0 0 1 0 0,0 0-1 0 0,4-4 1 0 0,-5 6-1322 0 0,0 0 0 0 0,1 0-1 0 0,-1 0 1 0 0,0 0 0 0 0,0 0 0 0 0,0 1-1 0 0,1-1 1 0 0,-1 1 0 0 0,0-1 0 0 0,1 1-1 0 0,1-1 1 0 0,-1 0-143 0 0,0 0 0 0 0,0 0 0 0 0,0 0 0 0 0,0 0 0 0 0,-1 0 0 0 0,1 0 0 0 0,0 0 0 0 0,-1-1 0 0 0,1 1 0 0 0,0-1 0 0 0,-1 1 0 0 0,0-1 0 0 0,1 0-1 0 0,-1 1 1 0 0,0-1 0 0 0,0 0 0 0 0,0 0 0 0 0,0 0 0 0 0,0 0 0 0 0,-1 0 0 0 0,1 0 0 0 0,0-3 0 0 0,1-4 92 0 0,0 1 1 0 0,0 0-1 0 0,-1-1 0 0 0,0-11 0 0 0,-1 11-184 0 0,-1 0-1 0 0,0-1 1 0 0,0 1-1 0 0,0 0 1 0 0,-1 0-1 0 0,-1 1 0 0 0,0-1 1 0 0,0 0-1 0 0,0 1 1 0 0,-1 0-1 0 0,0-1 1 0 0,-1 2-1 0 0,0-1 1 0 0,-10-13-1 0 0,13 20 77 0 0,1-1 1 0 0,-1 1-1 0 0,0-1 0 0 0,1 1 0 0 0,-1 0 1 0 0,0-1-1 0 0,0 1 0 0 0,0 0 0 0 0,1 0 1 0 0,-1 0-1 0 0,0 1 0 0 0,-1-1 1 0 0,1 0-1 0 0,0 1 0 0 0,0-1 0 0 0,0 1 1 0 0,0 0-1 0 0,0 0 0 0 0,-3 0 0 0 0,2 0 92 0 0,0 1-1 0 0,0 0 0 0 0,0 0 1 0 0,1 0-1 0 0,-1 0 0 0 0,0 0 1 0 0,1 1-1 0 0,-1-1 0 0 0,1 1 1 0 0,0 0-1 0 0,-1-1 0 0 0,-2 5 1 0 0,-5 4 256 0 0,1 1 0 0 0,1 0 0 0 0,0 0 0 0 0,-10 21 1 0 0,17-31-374 0 0,-5 11 39 0 0,0 0 1 0 0,1 1-1 0 0,0 0 1 0 0,1 0 0 0 0,1 0-1 0 0,0 0 1 0 0,1 1-1 0 0,-1 14 1 0 0,2-18-5 0 0,1 0 1 0 0,0 0 0 0 0,1 0 0 0 0,0 0 0 0 0,0 0-1 0 0,1 0 1 0 0,1 0 0 0 0,0-1 0 0 0,0 1-1 0 0,0-1 1 0 0,10 16 0 0 0,-10-20-17 0 0,0 0 0 0 0,1 0 1 0 0,0 0-1 0 0,0 0 0 0 0,0-1 0 0 0,1 0 0 0 0,0 0 1 0 0,-1 0-1 0 0,1-1 0 0 0,0 1 0 0 0,1-1 0 0 0,-1 0 1 0 0,1-1-1 0 0,-1 1 0 0 0,1-1 0 0 0,0 0 1 0 0,0-1-1 0 0,0 1 0 0 0,0-1 0 0 0,0 0 0 0 0,0-1 1 0 0,11 1-1 0 0,-7-2-49 0 0,0 0 1 0 0,-1-1-1 0 0,1 1 1 0 0,-1-2-1 0 0,0 1 1 0 0,0-1-1 0 0,0-1 1 0 0,0 0-1 0 0,0 0 1 0 0,-1-1-1 0 0,1 0 1 0 0,-1 0-1 0 0,13-12 1 0 0,-6 3-121 0 0,-1-2 1 0 0,-1 1 0 0 0,0-1-1 0 0,-1-1 1 0 0,-1 0 0 0 0,0-1-1 0 0,-1 0 1 0 0,-1-1 0 0 0,7-21-1 0 0,-8 16 16 0 0,-1-1-1 0 0,-1 0 1 0 0,-1 0-1 0 0,-1 0 0 0 0,-1-1 1 0 0,-1-49-1 0 0,-2 69 288 0 0,0 1 99 0 0,0-1 0 0 0,-1 1 0 0 0,1 0 0 0 0,-1-1 0 0 0,0 1 0 0 0,-1 0 1 0 0,-1-6-1 0 0,1 13-104 0 0,1 1 0 0 0,0-1 1 0 0,-1 1-1 0 0,1-1 0 0 0,1 1 1 0 0,-1 0-1 0 0,-1 5 1 0 0,-1 12-71 0 0,0 0 1 0 0,2 0 0 0 0,1 27-1 0 0,0-33-30 0 0,2-1-1 0 0,0 0 1 0 0,0 0-1 0 0,1 0 1 0 0,10 26-1 0 0,-12-37-27 0 0,0 0 1 0 0,0 1-1 0 0,0-1 0 0 0,1 0 0 0 0,-1 1 1 0 0,1-1-1 0 0,-1 0 0 0 0,1 0 0 0 0,0 0 1 0 0,0-1-1 0 0,0 1 0 0 0,0 0 1 0 0,0-1-1 0 0,0 1 0 0 0,0-1 0 0 0,0 1 1 0 0,1-1-1 0 0,-1 0 0 0 0,1 0 0 0 0,-1 0 1 0 0,4 0-1 0 0,-3-1 7 0 0,1 1-1 0 0,-1-1 1 0 0,1 0-1 0 0,-1 0 1 0 0,1-1-1 0 0,-1 1 1 0 0,1-1-1 0 0,-1 0 1 0 0,1 0-1 0 0,-1 0 1 0 0,0 0-1 0 0,0 0 1 0 0,1-1-1 0 0,-1 1 1 0 0,3-4-1 0 0,4-1 56 0 0,-2 0 0 0 0,1-1 0 0 0,-1-1 0 0 0,0 1 0 0 0,7-10 0 0 0,30-45 120 0 0,-32 44-208 0 0,-12 17 20 0 0,-1 0 0 0 0,0 1 0 0 0,1-1 0 0 0,-1 1 0 0 0,1-1 0 0 0,-1 0 0 0 0,1 1 0 0 0,-1-1 0 0 0,1 1 0 0 0,-1-1 0 0 0,1 1 0 0 0,-1-1 0 0 0,1 1 0 0 0,0 0 0 0 0,-1-1 0 0 0,1 1 0 0 0,0 0 0 0 0,-1-1 0 0 0,1 1-1 0 0,0 0 1 0 0,-1 0 0 0 0,1 0 0 0 0,0 0 0 0 0,0 0 0 0 0,-1 0 0 0 0,1 0 0 0 0,0 0 0 0 0,0 0 0 0 0,-1 0 0 0 0,1 0 0 0 0,0 0 0 0 0,0 0 0 0 0,-1 0 0 0 0,1 1 0 0 0,0-1 0 0 0,-1 0 0 0 0,1 1 0 0 0,0-1 0 0 0,-1 0 0 0 0,1 1 0 0 0,0-1 0 0 0,-1 1 0 0 0,1-1 0 0 0,-1 1 0 0 0,1-1 0 0 0,0 2 0 0 0,4 3 12 0 0,-1 1 1 0 0,0 0 0 0 0,0 0 0 0 0,4 8 0 0 0,0 1-1 0 0,1-3-20 0 0,-1-1 0 0 0,2 0 0 0 0,0 0-1 0 0,21 18 1 0 0,-28-26 6 0 0,0-1-1 0 0,0 0 1 0 0,1 1-1 0 0,-1-1 1 0 0,1 0-1 0 0,-1-1 1 0 0,1 1-1 0 0,0-1 1 0 0,-1 1-1 0 0,1-1 1 0 0,0 0-1 0 0,0 0 1 0 0,0-1-1 0 0,0 1 1 0 0,0-1-1 0 0,0 0 1 0 0,0 0-1 0 0,0 0 1 0 0,0-1-1 0 0,0 0 1 0 0,0 1-1 0 0,0-1 1 0 0,4-2-1 0 0,-4 1 6 0 0,-1 0 1 0 0,1-1-1 0 0,-1 1 0 0 0,0-1 0 0 0,0 0 1 0 0,0 0-1 0 0,0 0 0 0 0,0 0 0 0 0,-1 0 1 0 0,1 0-1 0 0,-1-1 0 0 0,0 0 0 0 0,0 1 1 0 0,0-1-1 0 0,0 0 0 0 0,-1 0 0 0 0,0 0 1 0 0,2-7-1 0 0,0-1 40 0 0,-2 1 0 0 0,1 0 0 0 0,-1-1-1 0 0,-1 0 1 0 0,-1-18 0 0 0,-1 18-7 0 0,0 0 0 0 0,-1 1 0 0 0,-1-1-1 0 0,1 1 1 0 0,-2 0 0 0 0,0 0-1 0 0,0 0 1 0 0,-1 1 0 0 0,0 0 0 0 0,0 0-1 0 0,-9-9 1 0 0,-13-13-798 0 0,-55-50 1 0 0,54 55-864 0 0,15 14-6322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3.212"/>
    </inkml:context>
    <inkml:brush xml:id="br0">
      <inkml:brushProperty name="width" value="0.035" units="cm"/>
      <inkml:brushProperty name="height" value="0.035" units="cm"/>
      <inkml:brushProperty name="color" value="#E71224"/>
    </inkml:brush>
  </inkml:definitions>
  <inkml:trace contextRef="#ctx0" brushRef="#br0">10 34 17972 0 0,'-1'-4'323'0'0,"-1"-1"0"0"0,0 1 1 0 0,1-1-1 0 0,-1-6 0 0 0,2 11-343 0 0,0 0 0 0 0,0 0 0 0 0,0 0 0 0 0,0 0-1 0 0,-1 0 1 0 0,1 0 0 0 0,0-1 0 0 0,0 1 0 0 0,0 0 0 0 0,0 0-1 0 0,0 0 1 0 0,0 0 0 0 0,0 0 0 0 0,0 0 0 0 0,0 0-1 0 0,0 0 1 0 0,0-1 0 0 0,0 1 0 0 0,0 0 0 0 0,0 0-1 0 0,0 0 1 0 0,0 0 0 0 0,0 0 0 0 0,0 0 0 0 0,0 0-1 0 0,0 0 1 0 0,0-1 0 0 0,0 1 0 0 0,0 0 0 0 0,0 0 0 0 0,0 0-1 0 0,0 0 1 0 0,0 0 0 0 0,0 0 0 0 0,0 0 0 0 0,0 0-1 0 0,0-1 1 0 0,0 1 0 0 0,1 0 0 0 0,-1 0 0 0 0,0 0-1 0 0,0 0 1 0 0,0 0 0 0 0,0 0 0 0 0,0 0 0 0 0,0 0 0 0 0,0 0-1 0 0,0 0 1 0 0,0 0 0 0 0,1 0 0 0 0,-1 0 0 0 0,0 0-1 0 0,0 0 1 0 0,0 0 0 0 0,0 0 0 0 0,8 14-600 0 0,9 34 129 0 0,15 71 0 0 0,-14-48 1088 0 0,146 459 3372 0 0,-154-499-3972 0 0,25 65 379 0 0,-13-34-2113 0 0,-8-20-3310 0 0,-7-18-1410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3.414"/>
    </inkml:context>
    <inkml:brush xml:id="br0">
      <inkml:brushProperty name="width" value="0.035" units="cm"/>
      <inkml:brushProperty name="height" value="0.035" units="cm"/>
      <inkml:brushProperty name="color" value="#E71224"/>
    </inkml:brush>
  </inkml:definitions>
  <inkml:trace contextRef="#ctx0" brushRef="#br0">44 207 3225 0 0,'-25'2'236'0'0,"9"-2"13290"0"0,14 1-10046 0 0,6-6-4272 0 0,-3 4 665 0 0,5-4-33 0 0,179-161-2762 0 0,-151 134-2982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3.759"/>
    </inkml:context>
    <inkml:brush xml:id="br0">
      <inkml:brushProperty name="width" value="0.035" units="cm"/>
      <inkml:brushProperty name="height" value="0.035" units="cm"/>
      <inkml:brushProperty name="color" value="#E71224"/>
    </inkml:brush>
  </inkml:definitions>
  <inkml:trace contextRef="#ctx0" brushRef="#br0">153 325 14283 0 0,'-6'7'2288'0'0,"13"-10"574"0"0,10-10-1255 0 0,-3-1-2141 0 0,-1 0 0 0 0,-1-1 0 0 0,0 0 0 0 0,-1-1 0 0 0,0 0 0 0 0,-2-1 0 0 0,0 0 0 0 0,0-1-1 0 0,5-20 1 0 0,-11 28 395 0 0,0-1-1 0 0,0 0 0 0 0,-2 1 0 0 0,2-17 1 0 0,-3 24 121 0 0,0 0 1 0 0,0 0 0 0 0,0 0 0 0 0,0 0 0 0 0,0 0 0 0 0,-1 0 0 0 0,1 0-1 0 0,-1 1 1 0 0,0-1 0 0 0,0 0 0 0 0,0 0 0 0 0,0 0 0 0 0,-1 1-1 0 0,1-1 1 0 0,-1 0 0 0 0,1 1 0 0 0,-1 0 0 0 0,0-1 0 0 0,0 1-1 0 0,0 0 1 0 0,-2-2 0 0 0,1 3 18 0 0,1 0 0 0 0,0 0 0 0 0,0 0-1 0 0,-1 1 1 0 0,1-1 0 0 0,0 1 0 0 0,-1 0 0 0 0,1-1-1 0 0,0 1 1 0 0,-1 0 0 0 0,1 0 0 0 0,0 1 0 0 0,-1-1-1 0 0,1 0 1 0 0,0 1 0 0 0,-1-1 0 0 0,1 1 0 0 0,0 0-1 0 0,0 0 1 0 0,-1 0 0 0 0,1 0 0 0 0,0 0 0 0 0,0 0-1 0 0,-2 2 1 0 0,-6 4 57 0 0,1 0 0 0 0,0 0 0 0 0,-12 13 0 0 0,3 0 259 0 0,1 0 0 0 0,0 1 0 0 0,2 1 0 0 0,1 0 0 0 0,1 1 0 0 0,0 1 0 0 0,2 0 0 0 0,1 0 0 0 0,1 1 0 0 0,1 0 0 0 0,-8 44 0 0 0,14-59-265 0 0,1 0 0 0 0,0 1 0 0 0,0-1 1 0 0,1 0-1 0 0,1 1 0 0 0,0-1 0 0 0,0 0 1 0 0,1 0-1 0 0,3 12 0 0 0,-3-17 57 0 0,0 0-1 0 0,0 0 1 0 0,1-1-1 0 0,-1 1 1 0 0,1-1-1 0 0,0 1 1 0 0,0-1-1 0 0,1 0 1 0 0,-1 0-1 0 0,1 0 1 0 0,0-1-1 0 0,0 1 1 0 0,0-1-1 0 0,0 0 1 0 0,0 0-1 0 0,1 0 1 0 0,0-1-1 0 0,-1 0 1 0 0,9 3-1 0 0,-2-2 62 0 0,0 0-1 0 0,0-1 1 0 0,0 0-1 0 0,0-1 1 0 0,1 0-1 0 0,-1-1 1 0 0,0 0-1 0 0,1-1 0 0 0,-1 0 1 0 0,0-1-1 0 0,0 0 1 0 0,21-7-1 0 0,-11 2-577 0 0,38-20 0 0 0,14-16-5584 0 0,-27 11-1204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4.023"/>
    </inkml:context>
    <inkml:brush xml:id="br0">
      <inkml:brushProperty name="width" value="0.035" units="cm"/>
      <inkml:brushProperty name="height" value="0.035" units="cm"/>
      <inkml:brushProperty name="color" value="#E71224"/>
    </inkml:brush>
  </inkml:definitions>
  <inkml:trace contextRef="#ctx0" brushRef="#br0">228 1 17972 0 0,'-12'6'183'0'0,"1"0"1"0"0,0 0 0 0 0,1 2-1 0 0,0-1 1 0 0,0 1 0 0 0,0 1-1 0 0,1 0 1 0 0,0 0 0 0 0,-9 13-1 0 0,0 2-321 0 0,2 0 0 0 0,0 2 0 0 0,2-1 0 0 0,0 2 0 0 0,-13 37 0 0 0,24-54 75 0 0,0 1 0 0 0,1-1 0 0 0,0 1 0 0 0,1 0 0 0 0,0 0 0 0 0,1-1 0 0 0,1 21 0 0 0,1-23 54 0 0,-1 0 0 0 0,1 0-1 0 0,0 0 1 0 0,1-1-1 0 0,0 1 1 0 0,0-1 0 0 0,1 1-1 0 0,0-1 1 0 0,0 0 0 0 0,1-1-1 0 0,8 11 1 0 0,-8-11 173 0 0,0-1 0 0 0,0 1 0 0 0,1-1 0 0 0,0-1 0 0 0,0 1 0 0 0,0-1 0 0 0,1 0 0 0 0,-1 0 0 0 0,1-1 0 0 0,0 0 0 0 0,0 0 0 0 0,0-1-1 0 0,1 1 1 0 0,7 0 0 0 0,-6-2-90 0 0,0 0-1 0 0,0-1 1 0 0,0 0-1 0 0,0 0 1 0 0,0-1-1 0 0,0 0 0 0 0,0-1 1 0 0,0 0-1 0 0,0 0 1 0 0,0-1-1 0 0,12-5 1 0 0,-5 0-859 0 0,0-1 0 0 0,22-15 1 0 0,-2-2-6244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14.385"/>
    </inkml:context>
    <inkml:brush xml:id="br0">
      <inkml:brushProperty name="width" value="0.035" units="cm"/>
      <inkml:brushProperty name="height" value="0.035" units="cm"/>
      <inkml:brushProperty name="color" value="#E71224"/>
    </inkml:brush>
  </inkml:definitions>
  <inkml:trace contextRef="#ctx0" brushRef="#br0">3 0 15203 0 0,'-1'1'100'0'0,"1"0"0"0"0,0-1-1 0 0,-1 1 1 0 0,1 0 0 0 0,0-1-1 0 0,0 1 1 0 0,0 0 0 0 0,-1 0-1 0 0,1-1 1 0 0,0 1 0 0 0,0 0-1 0 0,0 0 1 0 0,0-1 0 0 0,0 1-1 0 0,1 0 1 0 0,-1 0 0 0 0,0-1-1 0 0,1 2 1 0 0,5 20 1024 0 0,-1-8-93 0 0,47 295-143 0 0,-16-82-1471 0 0,16-4 471 0 0,-42-193 390 0 0,1 0 0 0 0,15 31 0 0 0,-19-47-62 0 0,1-1 0 0 0,0 0-1 0 0,1 0 1 0 0,1-1-1 0 0,0 0 1 0 0,14 13 0 0 0,-21-22-130 0 0,0-1 0 0 0,0 1 1 0 0,0-1-1 0 0,0 1 0 0 0,1-1 0 0 0,-1 0 1 0 0,1-1-1 0 0,-1 1 0 0 0,1-1 1 0 0,5 2-1 0 0,-8-3-72 0 0,1 0 1 0 0,-1 0-1 0 0,0 1 0 0 0,1-2 1 0 0,-1 1-1 0 0,1 0 0 0 0,-1 0 1 0 0,1 0-1 0 0,-1-1 0 0 0,0 1 1 0 0,1 0-1 0 0,-1-1 0 0 0,0 1 1 0 0,1-1-1 0 0,-1 0 0 0 0,0 1 1 0 0,0-1-1 0 0,0 0 0 0 0,1 0 1 0 0,-1 0-1 0 0,0 0 0 0 0,0 0 1 0 0,0 0-1 0 0,0 0 1 0 0,-1 0-1 0 0,1 0 0 0 0,0 0 1 0 0,0-1-1 0 0,-1 1 0 0 0,1 0 1 0 0,0-2-1 0 0,5-12-58 0 0,-1 0 1 0 0,-1-1-1 0 0,0 0 1 0 0,-1 1-1 0 0,1-24 1 0 0,-2 20-14 0 0,1 0 0 0 0,0 0 0 0 0,9-25 0 0 0,-9 37 45 0 0,0 0 0 0 0,0-1 0 0 0,1 1 0 0 0,0 0 0 0 0,0 1 0 0 0,0-1 0 0 0,9-9 0 0 0,-11 14 15 0 0,0 1-1 0 0,-1-1 0 0 0,1 1 1 0 0,0-1-1 0 0,0 1 1 0 0,0 0-1 0 0,0 0 1 0 0,0 0-1 0 0,0 0 0 0 0,0 0 1 0 0,0 0-1 0 0,0 0 1 0 0,0 1-1 0 0,1-1 1 0 0,-1 1-1 0 0,0-1 0 0 0,0 1 1 0 0,1 0-1 0 0,-1 0 1 0 0,0 0-1 0 0,1 0 1 0 0,-1 1-1 0 0,0-1 0 0 0,0 1 1 0 0,1-1-1 0 0,-1 1 1 0 0,0 0-1 0 0,0 0 1 0 0,0 0-1 0 0,4 2 1 0 0,7 6 34 0 0,1 2 1 0 0,-1 0 0 0 0,-1 0 0 0 0,0 1 0 0 0,-1 1 0 0 0,13 17-1 0 0,1 0-23 0 0,0-1-235 0 0,2 2-103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5.755"/>
    </inkml:context>
    <inkml:brush xml:id="br0">
      <inkml:brushProperty name="width" value="0.035" units="cm"/>
      <inkml:brushProperty name="height" value="0.035" units="cm"/>
      <inkml:brushProperty name="color" value="#E71224"/>
    </inkml:brush>
  </inkml:definitions>
  <inkml:trace contextRef="#ctx0" brushRef="#br0">102 64 11979 0 0,'0'2'146'0'0,"-1"1"0"0"0,1-1 0 0 0,0 1 0 0 0,0-1 0 0 0,0 1 0 0 0,0-1 0 0 0,0 1 0 0 0,2 4 0 0 0,-1 4-104 0 0,15 168 436 0 0,-6-91 261 0 0,-2 98 0 0 0,-5-40 3433 0 0,-9-174-2304 0 0,-7-23-1476 0 0,-26-71-1 0 0,5 19-588 0 0,21 60 131 0 0,-14-57-206 0 0,24 86 244 0 0,1 1 1 0 0,0-1-1 0 0,1 0 0 0 0,1 0 0 0 0,1-18 1 0 0,0 28 43 0 0,0 0 1 0 0,0 0 0 0 0,1 0 0 0 0,-1 0 0 0 0,1 0 0 0 0,0 1 0 0 0,0-1 0 0 0,0 1 0 0 0,0-1 0 0 0,1 1-1 0 0,-1 0 1 0 0,1 0 0 0 0,0 0 0 0 0,0 0 0 0 0,0 0 0 0 0,0 1 0 0 0,1-1 0 0 0,-1 1 0 0 0,6-3 0 0 0,8-3 116 0 0,0 0 1 0 0,34-11-1 0 0,-43 17-125 0 0,31-11 96 0 0,1 3-1 0 0,0 1 0 0 0,1 3 0 0 0,-1 0 1 0 0,1 3-1 0 0,55 2 0 0 0,-70 4-1322 0 0,0 0 0 0 0,0 2 0 0 0,28 9 1 0 0,-44-9 1183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5.976"/>
    </inkml:context>
    <inkml:brush xml:id="br0">
      <inkml:brushProperty name="width" value="0.035" units="cm"/>
      <inkml:brushProperty name="height" value="0.035" units="cm"/>
      <inkml:brushProperty name="color" value="#E71224"/>
    </inkml:brush>
  </inkml:definitions>
  <inkml:trace contextRef="#ctx0" brushRef="#br0">28 237 20276 0 0,'-28'15'2165'0'0,"58"-47"-1774"0"0,-27 30-349 0 0,34-36-1007 0 0,1 2 0 0 0,54-38 0 0 0,-79 65 365 0 0,-1 1 1 0 0,1 0 0 0 0,0 1-1 0 0,1 0 1 0 0,0 2-1 0 0,0-1 1 0 0,0 2 0 0 0,1 0-1 0 0,-1 0 1 0 0,1 1-1 0 0,0 1 1 0 0,28 0 0 0 0,-25 3 599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6.288"/>
    </inkml:context>
    <inkml:brush xml:id="br0">
      <inkml:brushProperty name="width" value="0.035" units="cm"/>
      <inkml:brushProperty name="height" value="0.035" units="cm"/>
      <inkml:brushProperty name="color" value="#E71224"/>
    </inkml:brush>
  </inkml:definitions>
  <inkml:trace contextRef="#ctx0" brushRef="#br0">11 220 13363 0 0,'-2'-5'58'0'0,"0"1"0"0"0,0-1 1 0 0,1 0-1 0 0,0 1 0 0 0,0-1 0 0 0,1 0 1 0 0,-1 0-1 0 0,1 1 0 0 0,0-1 0 0 0,0 0 1 0 0,0 0-1 0 0,1 0 0 0 0,0 0 1 0 0,0 1-1 0 0,3-9 0 0 0,6-31-1759 0 0,-5 20-579 0 0,15-42 0 0 0,-20 65 2271 0 0,-3 4-12 0 0,-4 7-24 0 0,4 0 155 0 0,0 0 0 0 0,0 0 1 0 0,1 1-1 0 0,0-1 0 0 0,1 1 0 0 0,-1 19 0 0 0,10 64 1347 0 0,0 1-666 0 0,-7-76-522 0 0,0-1-1 0 0,1 0 1 0 0,1 1-1 0 0,0-1 0 0 0,2 0 1 0 0,0 0-1 0 0,1-1 1 0 0,1 0-1 0 0,0 0 1 0 0,20 32-1 0 0,-18-36-5221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6.524"/>
    </inkml:context>
    <inkml:brush xml:id="br0">
      <inkml:brushProperty name="width" value="0.035" units="cm"/>
      <inkml:brushProperty name="height" value="0.035" units="cm"/>
      <inkml:brushProperty name="color" value="#E71224"/>
    </inkml:brush>
  </inkml:definitions>
  <inkml:trace contextRef="#ctx0" brushRef="#br0">4 6 14747 0 0,'-4'-5'2815'0'0,"9"11"-335"0"0,-1 4-2632 0 0,1-1 1 0 0,0 1 0 0 0,1-1-1 0 0,0 0 1 0 0,0 0 0 0 0,1-1-1 0 0,0 0 1 0 0,1 0 0 0 0,-1 0 0 0 0,15 9-1 0 0,-8-8-336 0 0,-1-1-1 0 0,2-1 0 0 0,-1 0 1 0 0,1-1-1 0 0,0 0 0 0 0,23 5 1 0 0,-21-7-5003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6.744"/>
    </inkml:context>
    <inkml:brush xml:id="br0">
      <inkml:brushProperty name="width" value="0.035" units="cm"/>
      <inkml:brushProperty name="height" value="0.035" units="cm"/>
      <inkml:brushProperty name="color" value="#E71224"/>
    </inkml:brush>
  </inkml:definitions>
  <inkml:trace contextRef="#ctx0" brushRef="#br0">313 77 4145 0 0,'-7'-14'-3'0'0,"5"7"561"0"0,-2 0 0 0 0,1 1 0 0 0,-1-1 1 0 0,0 1-1 0 0,-9-11 0 0 0,12 16-429 0 0,0 0 0 0 0,0 0-1 0 0,-1 0 1 0 0,1-1 0 0 0,-1 2 0 0 0,1-1 0 0 0,-1 0 0 0 0,1 0-1 0 0,-1 0 1 0 0,1 1 0 0 0,-1-1 0 0 0,0 1 0 0 0,0-1 0 0 0,1 1 0 0 0,-1 0-1 0 0,0 0 1 0 0,1 0 0 0 0,-1 0 0 0 0,0 0 0 0 0,0 0 0 0 0,1 0-1 0 0,-1 0 1 0 0,0 1 0 0 0,1-1 0 0 0,-1 1 0 0 0,0-1 0 0 0,1 1 0 0 0,-1 0-1 0 0,0-1 1 0 0,-1 2 0 0 0,-2 2 61 0 0,0-1 0 0 0,0 0 0 0 0,1 1 0 0 0,-1 0 0 0 0,1 0 0 0 0,0 0-1 0 0,0 1 1 0 0,-3 4 0 0 0,-25 43 720 0 0,30-49-847 0 0,-29 55 303 0 0,3 1 0 0 0,3 1-1 0 0,-25 92 1 0 0,42-122-1424 0 0,2-6-4176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7.848"/>
    </inkml:context>
    <inkml:brush xml:id="br0">
      <inkml:brushProperty name="width" value="0.035" units="cm"/>
      <inkml:brushProperty name="height" value="0.035" units="cm"/>
      <inkml:brushProperty name="color" value="#E71224"/>
    </inkml:brush>
  </inkml:definitions>
  <inkml:trace contextRef="#ctx0" brushRef="#br0">5 87 12443 0 0,'-1'-1'167'0'0,"1"0"0"0"0,-1 0 0 0 0,1 0 0 0 0,-1 0 0 0 0,1 0 0 0 0,0-1 1 0 0,-1 1-1 0 0,1 0 0 0 0,0 0 0 0 0,0 0 0 0 0,0 0 0 0 0,0-1 0 0 0,0-1 0 0 0,3-23 1233 0 0,-2 14-1324 0 0,1-4 178 0 0,-2 15-305 0 0,0 0 0 0 0,0 0 0 0 0,0 0 0 0 0,0 1 0 0 0,1-1 0 0 0,-1 0 0 0 0,0 0 0 0 0,0 1 0 0 0,1-1 0 0 0,-1 0 0 0 0,0 0 0 0 0,1 1 0 0 0,-1-1 0 0 0,1 0 0 0 0,-1 1 0 0 0,1-1 0 0 0,0 0 0 0 0,2 17-1084 0 0,1 10 1008 0 0,2 13 973 0 0,2 1 0 0 0,21 64 0 0 0,-25-94-603 0 0,0 0 0 0 0,0 0-1 0 0,1 0 1 0 0,0-1 0 0 0,1 0 0 0 0,0 0 0 0 0,0-1 0 0 0,1 1-1 0 0,0-2 1 0 0,1 1 0 0 0,-1-1 0 0 0,1 0 0 0 0,1 0-1 0 0,-1-1 1 0 0,13 7 0 0 0,-17-11-214 0 0,0 0-1 0 0,0-1 1 0 0,0 1 0 0 0,0-1-1 0 0,0 0 1 0 0,0 0 0 0 0,0 0-1 0 0,1-1 1 0 0,-1 1 0 0 0,0-1-1 0 0,0 0 1 0 0,1-1 0 0 0,-1 1-1 0 0,0-1 1 0 0,0 1 0 0 0,5-3-1 0 0,-3 1 45 0 0,-1 0 0 0 0,1-1-1 0 0,-1 0 1 0 0,1 0-1 0 0,-1 0 1 0 0,0-1 0 0 0,0 0-1 0 0,-1 0 1 0 0,1 0-1 0 0,4-6 1 0 0,0 0 35 0 0,-1-1-1 0 0,0 0 1 0 0,-1-1-1 0 0,-1 0 1 0 0,0 0 0 0 0,0 0-1 0 0,-1-1 1 0 0,0 1-1 0 0,3-22 1 0 0,-5 21-213 0 0,-1-1-1 0 0,-1 1 1 0 0,0-1 0 0 0,-1 0 0 0 0,-1 0 0 0 0,0 1-1 0 0,-1-1 1 0 0,0 0 0 0 0,-1 1 0 0 0,-8-23-1 0 0,4 19-801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8.451"/>
    </inkml:context>
    <inkml:brush xml:id="br0">
      <inkml:brushProperty name="width" value="0.035" units="cm"/>
      <inkml:brushProperty name="height" value="0.035" units="cm"/>
      <inkml:brushProperty name="color" value="#E71224"/>
    </inkml:brush>
  </inkml:definitions>
  <inkml:trace contextRef="#ctx0" brushRef="#br0">11 29 14283 0 0,'-2'0'1494'0'0,"5"7"-1496"0"0,-3 6-669 0 0,1 0 0 0 0,-2 1 0 0 0,-2 20 0 0 0,-1 10-842 0 0,4 41 725 0 0,2 1 3483 0 0,-1-24 4795 0 0,-5-147-7024 0 0,1 51-921 0 0,3-66 1 0 0,1 89 410 0 0,1 1 1 0 0,-1 0-1 0 0,2 0 0 0 0,-1 0 1 0 0,2 0-1 0 0,-1 0 1 0 0,1 1-1 0 0,1-1 0 0 0,0 1 1 0 0,10-15-1 0 0,-12 19 25 0 0,1 1-1 0 0,0-1 0 0 0,0 1 0 0 0,1-1 0 0 0,-1 1 1 0 0,1 1-1 0 0,8-6 0 0 0,-12 8-8 0 0,1 0 1 0 0,-1 1-1 0 0,0-1 0 0 0,1 0 0 0 0,-1 1 0 0 0,1-1 1 0 0,-1 1-1 0 0,1 0 0 0 0,-1 0 0 0 0,1-1 0 0 0,0 1 1 0 0,-1 0-1 0 0,1 0 0 0 0,-1 0 0 0 0,1 1 0 0 0,-1-1 1 0 0,1 0-1 0 0,-1 1 0 0 0,1-1 0 0 0,-1 1 1 0 0,1-1-1 0 0,-1 1 0 0 0,1 0 0 0 0,-1-1 0 0 0,0 1 1 0 0,1 0-1 0 0,-1 0 0 0 0,0 0 0 0 0,0 0 0 0 0,0 0 1 0 0,1 0-1 0 0,-1 0 0 0 0,0 1 0 0 0,1 1 0 0 0,4 6-25 0 0,0 0 0 0 0,-1 1 1 0 0,0-1-1 0 0,6 18 0 0 0,11 44 388 0 0,-7-19-70 0 0,-7-29-111 0 0,20 42-1 0 0,-7-31-5671 0 0,-13-24-526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9.027"/>
    </inkml:context>
    <inkml:brush xml:id="br0">
      <inkml:brushProperty name="width" value="0.035" units="cm"/>
      <inkml:brushProperty name="height" value="0.035" units="cm"/>
      <inkml:brushProperty name="color" value="#E71224"/>
    </inkml:brush>
  </inkml:definitions>
  <inkml:trace contextRef="#ctx0" brushRef="#br0">95 406 10138 0 0,'-1'-1'69'0'0,"1"0"1"0"0,0-1-1 0 0,-1 1 0 0 0,1 0 1 0 0,0 0-1 0 0,0 0 0 0 0,0-1 1 0 0,0 1-1 0 0,0 0 0 0 0,0 0 1 0 0,0 0-1 0 0,0-1 0 0 0,0 1 1 0 0,0 0-1 0 0,1 0 0 0 0,-1 0 1 0 0,0 0-1 0 0,1-1 0 0 0,-1 1 1 0 0,1 0-1 0 0,0 0 0 0 0,1-2 1 0 0,-1 0-98 0 0,1 0 0 0 0,0 0 0 0 0,0 0 0 0 0,0 0 0 0 0,0 1 0 0 0,0-1 0 0 0,4-2 0 0 0,-1 2 173 0 0,0 1 1 0 0,0-1-1 0 0,0 1 0 0 0,1 0 1 0 0,-1 1-1 0 0,10-2 0 0 0,-7 1 535 0 0,-1 0 0 0 0,14-5 0 0 0,-8 1-244 0 0,-1-1 0 0 0,0 0 0 0 0,0-1 0 0 0,-1-1 0 0 0,0 0 0 0 0,-1 0 0 0 0,0-1 1 0 0,12-14-1 0 0,-14 14-324 0 0,-1 0 1 0 0,0 0-1 0 0,0-1 1 0 0,-1 0-1 0 0,0 0 1 0 0,-1-1 0 0 0,0 0-1 0 0,-1 0 1 0 0,4-17-1 0 0,-7 24-143 0 0,0 0-1 0 0,-1-1 0 0 0,0 1 1 0 0,0 0-1 0 0,0 0 1 0 0,0 0-1 0 0,-1 0 1 0 0,0 0-1 0 0,0 0 0 0 0,0 0 1 0 0,-1 0-1 0 0,-2-6 1 0 0,3 9-31 0 0,0-1 1 0 0,-1 1-1 0 0,1 0 1 0 0,-1 0 0 0 0,0-1-1 0 0,0 1 1 0 0,0 0-1 0 0,0 1 1 0 0,0-1 0 0 0,0 0-1 0 0,0 0 1 0 0,0 1-1 0 0,-1-1 1 0 0,1 1-1 0 0,-1 0 1 0 0,1 0 0 0 0,-1 0-1 0 0,1 0 1 0 0,-1 0-1 0 0,0 1 1 0 0,0-1 0 0 0,1 1-1 0 0,-6-1 1 0 0,-1 2-102 0 0,0-1 0 0 0,0 1 0 0 0,0 1 0 0 0,1-1 0 0 0,-1 2 0 0 0,0-1 0 0 0,1 1 0 0 0,0 0 0 0 0,0 1 0 0 0,0 0 0 0 0,-10 7 0 0 0,0 0 531 0 0,2 1 0 0 0,-1 1 1 0 0,-25 27-1 0 0,31-27-16 0 0,-1 0 0 0 0,2 1 0 0 0,0 0 1 0 0,0 1-1 0 0,1 0 0 0 0,1 1 0 0 0,1-1 0 0 0,-6 20 0 0 0,9-24-325 0 0,1 0 0 0 0,0 0-1 0 0,1 0 1 0 0,0 1 0 0 0,1-1-1 0 0,0 1 1 0 0,1 0-1 0 0,1-1 1 0 0,-1 1 0 0 0,2-1-1 0 0,0 1 1 0 0,0-1 0 0 0,4 13-1 0 0,-3-18 11 0 0,-1 0-1 0 0,1 0 1 0 0,0 0 0 0 0,0 0-1 0 0,1-1 1 0 0,0 1 0 0 0,0-1-1 0 0,0 0 1 0 0,0 0 0 0 0,1 0 0 0 0,0-1-1 0 0,0 0 1 0 0,0 0 0 0 0,0 0-1 0 0,1-1 1 0 0,0 1 0 0 0,-1-1-1 0 0,1 0 1 0 0,1-1 0 0 0,-1 0-1 0 0,0 0 1 0 0,0 0 0 0 0,1-1-1 0 0,8 2 1 0 0,-4-2-76 0 0,1-1 0 0 0,-1 0 0 0 0,1 0 0 0 0,-1-1-1 0 0,1-1 1 0 0,-1 0 0 0 0,0 0 0 0 0,0-1 0 0 0,0-1 0 0 0,0 0 0 0 0,0 0 0 0 0,-1-1 0 0 0,12-7 0 0 0,5-8-5064 0 0,1-2-1785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9.197"/>
    </inkml:context>
    <inkml:brush xml:id="br0">
      <inkml:brushProperty name="width" value="0.035" units="cm"/>
      <inkml:brushProperty name="height" value="0.035" units="cm"/>
      <inkml:brushProperty name="color" value="#E71224"/>
    </inkml:brush>
  </inkml:definitions>
  <inkml:trace contextRef="#ctx0" brushRef="#br0">0 4 8290 0 0,'3'0'652'0'0,"0"-1"-1"0"0,-1 0 1 0 0,1 1 0 0 0,-1-1-1 0 0,1 1 1 0 0,0 0 0 0 0,-1 0 0 0 0,1 0-1 0 0,0 0 1 0 0,-1 0 0 0 0,1 1 0 0 0,0-1-1 0 0,-1 1 1 0 0,5 1 0 0 0,39 17 1697 0 0,-36-14-1770 0 0,69 40 184 0 0,-5-2-1037 0 0,-69-41 7 0 0,1 1 0 0 0,1-1 0 0 0,-1 0 0 0 0,0 0 0 0 0,1-1 0 0 0,-1 0 0 0 0,13 1 0 0 0,-7-3-6685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9.358"/>
    </inkml:context>
    <inkml:brush xml:id="br0">
      <inkml:brushProperty name="width" value="0.035" units="cm"/>
      <inkml:brushProperty name="height" value="0.035" units="cm"/>
      <inkml:brushProperty name="color" value="#E71224"/>
    </inkml:brush>
  </inkml:definitions>
  <inkml:trace contextRef="#ctx0" brushRef="#br0">176 7 11979 0 0,'-1'0'69'0'0,"1"-1"0"0"0,-1 0 0 0 0,0 1 1 0 0,1-1-1 0 0,-1 1 0 0 0,0-1 0 0 0,0 1 1 0 0,0-1-1 0 0,1 1 0 0 0,-1-1 0 0 0,0 1 1 0 0,0 0-1 0 0,0 0 0 0 0,0-1 0 0 0,0 1 1 0 0,-1 0-1 0 0,1 1 7 0 0,1-1 1 0 0,-1 1-1 0 0,0 0 0 0 0,1-1 1 0 0,-1 1-1 0 0,1 0 1 0 0,-1-1-1 0 0,1 1 1 0 0,-1 0-1 0 0,1 0 0 0 0,-1 0 1 0 0,1 0-1 0 0,0-1 1 0 0,-1 3-1 0 0,-1 2 372 0 0,-18 46 1656 0 0,-17 65 0 0 0,-4 57-1076 0 0,5-18-2625 0 0,27-119-331 0 0,2-6-4131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1:59:59.762"/>
    </inkml:context>
    <inkml:brush xml:id="br0">
      <inkml:brushProperty name="width" value="0.035" units="cm"/>
      <inkml:brushProperty name="height" value="0.035" units="cm"/>
      <inkml:brushProperty name="color" value="#E71224"/>
    </inkml:brush>
  </inkml:definitions>
  <inkml:trace contextRef="#ctx0" brushRef="#br0">50 220 15667 0 0,'1'-1'68'0'0,"1"1"-1"0"0,0-1 1 0 0,-1 1-1 0 0,1 0 0 0 0,0 0 1 0 0,-1 0-1 0 0,1 0 1 0 0,0 0-1 0 0,-1 0 0 0 0,1 0 1 0 0,-1 0-1 0 0,1 1 1 0 0,0-1-1 0 0,-1 0 0 0 0,1 1 1 0 0,-1 0-1 0 0,1-1 0 0 0,-1 1 1 0 0,1 0-1 0 0,-1 0 1 0 0,1 0-1 0 0,-1 0 0 0 0,0 0 1 0 0,0 0-1 0 0,1 0 1 0 0,-1 0-1 0 0,0 0 0 0 0,0 1 1 0 0,0-1-1 0 0,1 3 1 0 0,3 4 39 0 0,-1 1 0 0 0,1 0 1 0 0,-2 0-1 0 0,4 11 0 0 0,-1-4 220 0 0,21 65 0 0 0,-3 0 0 0 0,13 89 0 0 0,2 173-1905 0 0,-37-308 1335 0 0,-2 0 1 0 0,-5 58 0 0 0,-1-71 745 0 0,6-22-476 0 0,0 0 1 0 0,-1 1 0 0 0,1-1 0 0 0,0 0-1 0 0,0 1 1 0 0,0-1 0 0 0,0 0 0 0 0,-1 0-1 0 0,1 1 1 0 0,0-1 0 0 0,0 0 0 0 0,0 1-1 0 0,-1-1 1 0 0,1 0 0 0 0,0 0 0 0 0,0 0-1 0 0,-1 1 1 0 0,1-1 0 0 0,0 0 0 0 0,-1 0-1 0 0,1 0 1 0 0,0 0 0 0 0,-1 1 0 0 0,1-1-1 0 0,0 0 1 0 0,-1 0 0 0 0,1 0 0 0 0,0 0-1 0 0,-1 0 1 0 0,1 0 0 0 0,0 0 0 0 0,-1 0-1 0 0,1 0 1 0 0,-1 0 0 0 0,1 0 0 0 0,0 0-1 0 0,-1 0 1 0 0,1 0 0 0 0,0-1-1 0 0,-1 1 1 0 0,1 0 0 0 0,0 0 0 0 0,0 0-1 0 0,-1 0 1 0 0,1-1 0 0 0,0 1 0 0 0,-1 0-1 0 0,1 0 1 0 0,0-1 0 0 0,0 1 0 0 0,-1 0-1 0 0,1 0 1 0 0,0-1 0 0 0,0 1 0 0 0,0 0-1 0 0,-1-1 1 0 0,-4-8 411 0 0,0 0-1 0 0,0-1 1 0 0,1 1 0 0 0,0-1 0 0 0,0 0-1 0 0,-4-20 1 0 0,2 6-241 0 0,-58-183 426 0 0,-15-56-957 0 0,66 214 219 0 0,2-1 1 0 0,-6-63 0 0 0,15 87 110 0 0,1 0 0 0 0,1 0 0 0 0,2-1 0 0 0,0 1 0 0 0,2 1 0 0 0,8-34 0 0 0,-9 50 60 0 0,1-1-1 0 0,-1 1 0 0 0,1 0 0 0 0,1 0 0 0 0,0 0 1 0 0,0 0-1 0 0,0 1 0 0 0,1 0 0 0 0,1 0 0 0 0,-1 1 0 0 0,1-1 1 0 0,0 2-1 0 0,11-9 0 0 0,-11 10-12 0 0,1 0-1 0 0,-1 1 1 0 0,1 0-1 0 0,0 1 1 0 0,0-1 0 0 0,0 1-1 0 0,0 1 1 0 0,1 0-1 0 0,-1 0 1 0 0,1 0 0 0 0,-1 1-1 0 0,1 1 1 0 0,0-1 0 0 0,-1 1-1 0 0,15 2 1 0 0,-15-1-66 0 0,-1 1 1 0 0,1-1-1 0 0,0 1 1 0 0,-1 1-1 0 0,0-1 1 0 0,1 1-1 0 0,-1 0 1 0 0,0 1-1 0 0,0 0 1 0 0,-1 0-1 0 0,11 9 1 0 0,-13-9-74 0 0,0 0 1 0 0,0 0-1 0 0,0 1 1 0 0,-1-1-1 0 0,0 1 1 0 0,0 0-1 0 0,0 0 1 0 0,0 0-1 0 0,-1 0 1 0 0,0 0-1 0 0,0 1 1 0 0,-1-1-1 0 0,1 1 1 0 0,-1-1-1 0 0,0 1 1 0 0,0 11-1 0 0,-1-7-150 0 0,-1 1 0 0 0,0-1 0 0 0,0 0 0 0 0,-1 0 0 0 0,0 0 0 0 0,-1 0 0 0 0,0 0 0 0 0,-1 0 0 0 0,-7 13 0 0 0,-5 6 227 0 0,-32 43 0 0 0,33-51 384 0 0,14-20-360 0 0,-1 3 13 0 0,-1 0-1 0 0,0 0 0 0 0,0 0 0 0 0,0-1 1 0 0,0 1-1 0 0,-1-1 0 0 0,1 0 0 0 0,-6 4 1 0 0,7-7-1618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0.114"/>
    </inkml:context>
    <inkml:brush xml:id="br0">
      <inkml:brushProperty name="width" value="0.035" units="cm"/>
      <inkml:brushProperty name="height" value="0.035" units="cm"/>
      <inkml:brushProperty name="color" value="#E71224"/>
    </inkml:brush>
  </inkml:definitions>
  <inkml:trace contextRef="#ctx0" brushRef="#br0">1 272 20276 0 0,'0'3'267'0'0,"0"0"-1"0"0,-1 0 1 0 0,1 0-1 0 0,0 1 1 0 0,1-1-1 0 0,-1 0 1 0 0,0 0-1 0 0,1 1 1 0 0,1 3-1 0 0,-1-5-299 0 0,-1 0 1 0 0,1 0-1 0 0,0 0 0 0 0,0 0 0 0 0,-1 0 1 0 0,1-1-1 0 0,1 1 0 0 0,-1 0 0 0 0,0 0 0 0 0,0-1 1 0 0,1 1-1 0 0,-1-1 0 0 0,1 1 0 0 0,-1-1 1 0 0,3 2-1 0 0,-3-3-65 0 0,0 0 0 0 0,0 1 1 0 0,1-1-1 0 0,-1 0 0 0 0,0 0 1 0 0,0 0-1 0 0,1 0 0 0 0,-1 0 0 0 0,0 0 1 0 0,0 0-1 0 0,0-1 0 0 0,1 1 1 0 0,-1 0-1 0 0,0-1 0 0 0,0 1 1 0 0,0-1-1 0 0,0 1 0 0 0,0-1 0 0 0,2-1 1 0 0,21-16-921 0 0,-22 16 873 0 0,14-12-182 0 0,-2 0-1 0 0,0-1 1 0 0,20-29 0 0 0,27-55-1006 0 0,-61 99 1330 0 0,10-17-791 0 0,-2 1 1 0 0,0-1-1 0 0,-1 0 0 0 0,6-20 1 0 0,-13 36 675 0 0,0 0 1 0 0,1 0 0 0 0,-1 1-1 0 0,0-1 1 0 0,0 0 0 0 0,0 0-1 0 0,0 0 1 0 0,1 0 0 0 0,-1 0-1 0 0,-1 0 1 0 0,1 0 0 0 0,0 0 0 0 0,0 0-1 0 0,0 0 1 0 0,0 1 0 0 0,-1-1-1 0 0,1 0 1 0 0,0 0 0 0 0,-1 0-1 0 0,0-1 1 0 0,1 2 99 0 0,-1 0 0 0 0,1-1 0 0 0,-1 1 1 0 0,0 0-1 0 0,1 0 0 0 0,-1 0 0 0 0,1-1 0 0 0,-1 1 1 0 0,1 0-1 0 0,-1 0 0 0 0,0 0 0 0 0,1 0 0 0 0,-1 0 0 0 0,1 0 1 0 0,-1 0-1 0 0,0 0 0 0 0,1 0 0 0 0,-1 1 0 0 0,1-1 1 0 0,-1 0-1 0 0,1 0 0 0 0,-2 1 0 0 0,-3 1 256 0 0,1 1 1 0 0,-1-1-1 0 0,0 1 0 0 0,1 0 0 0 0,-6 5 0 0 0,-9 10 934 0 0,0 1 0 0 0,2 0 0 0 0,-16 23 0 0 0,22-27-562 0 0,2 0-1 0 0,0 0 1 0 0,1 0 0 0 0,0 1-1 0 0,-7 26 1 0 0,13-35-433 0 0,0 0 1 0 0,0 0-1 0 0,1 1 0 0 0,0-1 0 0 0,1 1 0 0 0,0-1 1 0 0,0 1-1 0 0,0-1 0 0 0,3 12 0 0 0,-2-15-160 0 0,0-1 0 0 0,0 0 0 0 0,0 0 0 0 0,0 0 0 0 0,1 0-1 0 0,-1 0 1 0 0,1 0 0 0 0,-1 0 0 0 0,1 0 0 0 0,0 0 0 0 0,0-1 0 0 0,1 1-1 0 0,-1-1 1 0 0,1 0 0 0 0,-1 1 0 0 0,1-1 0 0 0,-1 0 0 0 0,1-1-1 0 0,0 1 1 0 0,0 0 0 0 0,0-1 0 0 0,0 0 0 0 0,5 2 0 0 0,-1-1 26 0 0,-1-1 0 0 0,1 0 0 0 0,0-1 1 0 0,0 1-1 0 0,0-1 0 0 0,-1 0 0 0 0,1-1 1 0 0,0 0-1 0 0,0 0 0 0 0,-1 0 0 0 0,13-5 1 0 0,-4 0-551 0 0,0 0 0 0 0,0-1 0 0 0,24-16 0 0 0,-10 2-6778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0.334"/>
    </inkml:context>
    <inkml:brush xml:id="br0">
      <inkml:brushProperty name="width" value="0.035" units="cm"/>
      <inkml:brushProperty name="height" value="0.035" units="cm"/>
      <inkml:brushProperty name="color" value="#E71224"/>
    </inkml:brush>
  </inkml:definitions>
  <inkml:trace contextRef="#ctx0" brushRef="#br0">166 24 8754 0 0,'-26'-11'2572'0'0,"21"8"-862"0"0,0 1 1 0 0,0 0-1 0 0,0 0 0 0 0,-10-2 0 0 0,-3 5 865 0 0,17 0-2683 0 0,-1-1 0 0 0,0 1 0 0 0,0 0 0 0 0,0 0 0 0 0,0 0 1 0 0,1 0-1 0 0,-4 3 0 0 0,0 1 127 0 0,0 1 1 0 0,0-1 0 0 0,1 1 0 0 0,-1 0 0 0 0,1 0 0 0 0,1 0 0 0 0,-1 1-1 0 0,1 0 1 0 0,-3 10 0 0 0,0 0-177 0 0,2 0 0 0 0,-5 30-1 0 0,6-20 106 0 0,1 0 0 0 0,1 0 0 0 0,1 0-1 0 0,5 30 1 0 0,-3-41 119 0 0,1 0 0 0 0,1 0 0 0 0,0 0-1 0 0,1 0 1 0 0,1 0 0 0 0,0-1 0 0 0,16 27 0 0 0,-19-38-72 0 0,-1 0 0 0 0,1 0 1 0 0,0-1-1 0 0,0 1 0 0 0,0-1 1 0 0,1 0-1 0 0,-1 0 1 0 0,1 0-1 0 0,-1 0 0 0 0,1 0 1 0 0,0-1-1 0 0,0 0 0 0 0,0 0 1 0 0,8 3-1 0 0,-8-4-101 0 0,-1-1-1 0 0,1 1 0 0 0,0-1 1 0 0,0 1-1 0 0,0-1 1 0 0,0-1-1 0 0,0 1 0 0 0,0 0 1 0 0,-1-1-1 0 0,1 0 0 0 0,0 0 1 0 0,0 0-1 0 0,-1 0 1 0 0,1-1-1 0 0,0 1 0 0 0,-1-1 1 0 0,6-3-1 0 0,0-2-1435 0 0,0 0 0 0 0,0 0 0 0 0,13-13 0 0 0,2-7-4256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0.549"/>
    </inkml:context>
    <inkml:brush xml:id="br0">
      <inkml:brushProperty name="width" value="0.035" units="cm"/>
      <inkml:brushProperty name="height" value="0.035" units="cm"/>
      <inkml:brushProperty name="color" value="#E71224"/>
    </inkml:brush>
  </inkml:definitions>
  <inkml:trace contextRef="#ctx0" brushRef="#br0">26 1 15667 0 0,'-4'1'310'0'0,"-11"5"852"0"0,14-6-1154 0 0,1 0 0 0 0,-1 1 0 0 0,1-1 0 0 0,0 0 0 0 0,-1 0 0 0 0,1 1 0 0 0,0-1 0 0 0,-1 0 0 0 0,1 0 0 0 0,0 1 0 0 0,0-1 0 0 0,-1 0 0 0 0,1 1 0 0 0,0-1 0 0 0,0 1 0 0 0,-1-1 0 0 0,1 0 0 0 0,0 1 0 0 0,0-1 0 0 0,0 1 0 0 0,0-1 1 0 0,0 0-1 0 0,0 1 0 0 0,0-1 0 0 0,0 1 0 0 0,0-1 0 0 0,0 0 0 0 0,0 1 0 0 0,0-1 0 0 0,0 1 0 0 0,0-1 0 0 0,0 1 0 0 0,0-1 0 0 0,2 6 182 0 0,-1 1 1 0 0,0-1 0 0 0,0 0 0 0 0,0 0-1 0 0,-1 12 1 0 0,1 5-114 0 0,4 48-87 0 0,22 226 100 0 0,18-2 557 0 0,-8-133-277 0 0,-18-95-5468 0 0,-5-23-1180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0.743"/>
    </inkml:context>
    <inkml:brush xml:id="br0">
      <inkml:brushProperty name="width" value="0.035" units="cm"/>
      <inkml:brushProperty name="height" value="0.035" units="cm"/>
      <inkml:brushProperty name="color" value="#E71224"/>
    </inkml:brush>
  </inkml:definitions>
  <inkml:trace contextRef="#ctx0" brushRef="#br0">6 253 17508 0 0,'0'1'74'0'0,"-1"-1"0"0"0,1 1 0 0 0,-1 0 0 0 0,0 0 0 0 0,1-1 0 0 0,0 1 0 0 0,-1 0 1 0 0,1 0-1 0 0,0 0 0 0 0,-1 0 0 0 0,1 0 0 0 0,0-1 0 0 0,0 1 0 0 0,0 0 0 0 0,0 0 0 0 0,-1 0 0 0 0,2 0 0 0 0,-1 0 1 0 0,0 0-1 0 0,0 0 0 0 0,0 0 0 0 0,0 0 0 0 0,0-1 0 0 0,1 1 0 0 0,-1 0 0 0 0,0 0 0 0 0,1 0 0 0 0,-1 0 1 0 0,1-1-1 0 0,-1 1 0 0 0,1 0 0 0 0,-1 0 0 0 0,1-1 0 0 0,-1 1 0 0 0,1 0 0 0 0,0-1 0 0 0,-1 1 0 0 0,1-1 0 0 0,0 1 1 0 0,0-1-1 0 0,-1 1 0 0 0,1-1 0 0 0,0 1 0 0 0,1 0 0 0 0,1 0-97 0 0,0 0-1 0 0,0 0 1 0 0,0 0 0 0 0,0 0-1 0 0,0 0 1 0 0,0-1 0 0 0,1 1 0 0 0,-1-1-1 0 0,0 0 1 0 0,0 0 0 0 0,0 0-1 0 0,5 0 1 0 0,2-3-210 0 0,-1 0-1 0 0,1-1 1 0 0,0 0-1 0 0,-1-1 1 0 0,15-8-1 0 0,44-36-1188 0 0,-36 25 943 0 0,-16 13 379 0 0,173-129-177 0 0,-140 102 197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1.059"/>
    </inkml:context>
    <inkml:brush xml:id="br0">
      <inkml:brushProperty name="width" value="0.035" units="cm"/>
      <inkml:brushProperty name="height" value="0.035" units="cm"/>
      <inkml:brushProperty name="color" value="#E71224"/>
    </inkml:brush>
  </inkml:definitions>
  <inkml:trace contextRef="#ctx0" brushRef="#br0">35 286 13827 0 0,'-4'9'278'0'0,"1"-5"-34"0"0,0 1-1 0 0,0 1 1 0 0,1-1 0 0 0,-4 10-1 0 0,6-14-204 0 0,0-1 1 0 0,1 0-1 0 0,-1 1 0 0 0,0-1 0 0 0,0 1 0 0 0,0-1 1 0 0,0 1-1 0 0,0-1 0 0 0,0 0 0 0 0,1 1 0 0 0,-1-1 0 0 0,0 1 1 0 0,0-1-1 0 0,1 0 0 0 0,-1 1 0 0 0,0-1 0 0 0,1 0 1 0 0,-1 1-1 0 0,0-1 0 0 0,1 0 0 0 0,-1 1 0 0 0,0-1 1 0 0,1 0-1 0 0,-1 0 0 0 0,1 0 0 0 0,-1 1 0 0 0,0-1 0 0 0,1 0 1 0 0,-1 0-1 0 0,1 0 0 0 0,-1 0 0 0 0,1 0 0 0 0,-1 0 1 0 0,1 0-1 0 0,-1 0 0 0 0,1 0 0 0 0,-1 0 0 0 0,0 0 0 0 0,2 0 1 0 0,19-2 873 0 0,-10-2-794 0 0,-1 0-1 0 0,0-1 1 0 0,0 0 0 0 0,0-1 0 0 0,-1 0 0 0 0,0 0-1 0 0,12-11 1 0 0,54-58-358 0 0,-71 71 229 0 0,60-70-446 0 0,-57 64 332 0 0,0 0 1 0 0,-1-1 0 0 0,0 1 0 0 0,0-1-1 0 0,7-22 1 0 0,-13 32 23 0 0,1-1 0 0 0,-1 1 0 0 0,1-1 0 0 0,-1 0 0 0 0,0 0 0 0 0,0 1 0 0 0,0-1 0 0 0,1 0 0 0 0,-2 1 0 0 0,1-1 0 0 0,0 0 0 0 0,0 1 0 0 0,0-1 0 0 0,-1 0 0 0 0,1 1 0 0 0,-1-1 0 0 0,0 0 0 0 0,1 1 0 0 0,-2-3 0 0 0,1 3 26 0 0,0 0 0 0 0,0 0 1 0 0,-1 0-1 0 0,1 0 0 0 0,0 0 0 0 0,0 0 1 0 0,-1 1-1 0 0,1-1 0 0 0,0 0 1 0 0,-1 1-1 0 0,1-1 0 0 0,-1 1 1 0 0,1 0-1 0 0,-1-1 0 0 0,1 1 0 0 0,-1 0 1 0 0,1 0-1 0 0,-1 0 0 0 0,1 0 1 0 0,-1 0-1 0 0,1 0 0 0 0,-2 1 1 0 0,-4 0-21 0 0,0 0 1 0 0,0 1 0 0 0,1 0-1 0 0,-1 0 1 0 0,1 1 0 0 0,0 0 0 0 0,0 0-1 0 0,0 0 1 0 0,0 1 0 0 0,0 0-1 0 0,1 0 1 0 0,-7 6 0 0 0,-6 8 193 0 0,-31 37-1 0 0,44-49-48 0 0,-12 16 438 0 0,1 0 1 0 0,0 2 0 0 0,2 0-1 0 0,-22 50 1 0 0,29-56-178 0 0,1 0 0 0 0,1 0 0 0 0,0 1 0 0 0,2-1 0 0 0,0 1 0 0 0,0 0 0 0 0,2 0 0 0 0,1 23-1 0 0,1-35-233 0 0,-1 0 0 0 0,1-1 0 0 0,1 1 0 0 0,-1 0 0 0 0,1-1-1 0 0,6 13 1 0 0,-7-17-57 0 0,0 1-1 0 0,0-1 1 0 0,1 0-1 0 0,-1 0 1 0 0,1 0 0 0 0,-1 0-1 0 0,1 0 1 0 0,0-1-1 0 0,-1 1 1 0 0,1 0-1 0 0,0-1 1 0 0,0 0-1 0 0,0 1 1 0 0,1-1 0 0 0,-1 0-1 0 0,0 0 1 0 0,0 0-1 0 0,1 0 1 0 0,-1 0-1 0 0,0-1 1 0 0,1 1-1 0 0,3 0 1 0 0,0-1-25 0 0,0 0-1 0 0,-1-1 1 0 0,1 1 0 0 0,0-1-1 0 0,-1 0 1 0 0,1-1-1 0 0,-1 1 1 0 0,1-1 0 0 0,6-3-1 0 0,2-2-583 0 0,1-1-1 0 0,13-11 0 0 0,12-10-5587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1.457"/>
    </inkml:context>
    <inkml:brush xml:id="br0">
      <inkml:brushProperty name="width" value="0.035" units="cm"/>
      <inkml:brushProperty name="height" value="0.035" units="cm"/>
      <inkml:brushProperty name="color" value="#E71224"/>
    </inkml:brush>
  </inkml:definitions>
  <inkml:trace contextRef="#ctx0" brushRef="#br0">134 757 17972 0 0,'-18'9'597'0'0,"12"-7"-371"0"0,-1 1 0 0 0,1 1 0 0 0,0-1-1 0 0,0 1 1 0 0,-8 7 0 0 0,7-2-214 0 0,-1 1 0 0 0,2 0 0 0 0,-1 0 0 0 0,1 0 0 0 0,1 1 0 0 0,-5 12 0 0 0,6-12-131 0 0,0 0-1 0 0,0 0 0 0 0,1 1 1 0 0,1 0-1 0 0,0-1 0 0 0,1 1 1 0 0,0 0-1 0 0,0 0 0 0 0,2 15 1 0 0,0-17-29 0 0,0-1 1 0 0,1 1-1 0 0,0-1 1 0 0,0 0-1 0 0,1 0 1 0 0,0 0-1 0 0,1-1 1 0 0,0 1-1 0 0,0-1 1 0 0,1 1-1 0 0,0-1 1 0 0,8 9-1 0 0,-10-14 127 0 0,-1 0 0 0 0,1 0 0 0 0,0-1 0 0 0,0 1 0 0 0,-1-1-1 0 0,2 0 1 0 0,-1 0 0 0 0,0 0 0 0 0,0 0 0 0 0,1 0 0 0 0,-1-1 0 0 0,0 0-1 0 0,1 1 1 0 0,0-1 0 0 0,-1-1 0 0 0,1 1 0 0 0,0 0 0 0 0,-1-1 0 0 0,6 0-1 0 0,-4 0-5 0 0,0-1 0 0 0,-1 0 0 0 0,1 0 0 0 0,-1-1 0 0 0,1 1 0 0 0,-1-1 0 0 0,1 0 0 0 0,-1 0 0 0 0,0 0 0 0 0,0-1 0 0 0,0 1 0 0 0,0-1 0 0 0,-1 0 0 0 0,7-6 0 0 0,5-8-330 0 0,-1 1 1 0 0,-1-2-1 0 0,-1 1 0 0 0,0-2 0 0 0,-2 0 0 0 0,0 0 1 0 0,-1-1-1 0 0,11-32 0 0 0,-8 10-384 0 0,-1-2 0 0 0,-2 1-1 0 0,3-53 1 0 0,-8 42 699 0 0,-3 0 0 0 0,-2 0 0 0 0,-2-1 0 0 0,-17-85-1 0 0,3 55 14 0 0,-23-132 739 0 0,39 209-483 0 0,1 4-52 0 0,-1 1-1 0 0,1 0 0 0 0,-1 1 0 0 0,1-1 1 0 0,-1 0-1 0 0,0 0 0 0 0,0 0 0 0 0,0 0 1 0 0,-1 0-1 0 0,-2-4 0 0 0,4 7-114 0 0,0-1 0 0 0,0 1 1 0 0,-1 0-1 0 0,1 0 0 0 0,0 0 0 0 0,0-1 1 0 0,0 1-1 0 0,0 0 0 0 0,0 0 0 0 0,-1 0 1 0 0,1 0-1 0 0,0 0 0 0 0,0-1 0 0 0,0 1 1 0 0,-1 0-1 0 0,1 0 0 0 0,0 0 0 0 0,0 0 1 0 0,-1 0-1 0 0,1 0 0 0 0,0 0 0 0 0,0 0 1 0 0,-1 0-1 0 0,1 0 0 0 0,0 0 0 0 0,0 0 1 0 0,0 0-1 0 0,-1 0 0 0 0,1 0 0 0 0,0 0 1 0 0,0 0-1 0 0,-1 0 0 0 0,1 0 0 0 0,-5 8 1364 0 0,2 11 460 0 0,5 15-1346 0 0,2-1-1 0 0,1 0 1 0 0,10 34 0 0 0,-8-35-425 0 0,5 22-56 0 0,47 189 1040 0 0,-46-198-868 0 0,3-2 0 0 0,1 0 0 0 0,32 56 0 0 0,-23-59-1605 0 0,3-5-6031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3.022"/>
    </inkml:context>
    <inkml:brush xml:id="br0">
      <inkml:brushProperty name="width" value="0.035" units="cm"/>
      <inkml:brushProperty name="height" value="0.035" units="cm"/>
      <inkml:brushProperty name="color" value="#E71224"/>
    </inkml:brush>
  </inkml:definitions>
  <inkml:trace contextRef="#ctx0" brushRef="#br0">109 279 3225 0 0,'-3'-6'435'0'0,"-1"-1"1"0"0,1-1 0 0 0,1 1 0 0 0,-1 0 0 0 0,1-1-1 0 0,1 1 1 0 0,-1-1 0 0 0,1 1 0 0 0,0-1 0 0 0,1 0-1 0 0,0 0 1 0 0,1-11 0 0 0,3 2 627 0 0,-4 16-1004 0 0,1 0-1 0 0,-1 0 0 0 0,0 1 0 0 0,1-1 0 0 0,-1 0 0 0 0,0 0 1 0 0,1 1-1 0 0,-1-1 0 0 0,1 0 0 0 0,-1 1 0 0 0,1-1 1 0 0,-1 1-1 0 0,1-1 0 0 0,-1 1 0 0 0,1-1 0 0 0,0 1 0 0 0,-1-1 1 0 0,1 1-1 0 0,0-1 0 0 0,0 1-37 0 0,-1 0 1 0 0,0 0-1 0 0,1 0 1 0 0,-1 0-1 0 0,0 0 1 0 0,0 0-1 0 0,1 1 0 0 0,-1-1 1 0 0,0 0-1 0 0,0 0 1 0 0,1 0-1 0 0,-1 0 1 0 0,0 1-1 0 0,0-1 0 0 0,1 0 1 0 0,-1 0-1 0 0,0 1 1 0 0,0-1-1 0 0,0 0 1 0 0,0 0-1 0 0,0 1 0 0 0,1-1 1 0 0,-1 0-1 0 0,0 0 1 0 0,0 1-1 0 0,0-1 1 0 0,0 0-1 0 0,0 1 0 0 0,0-1 1 0 0,2 11 261 0 0,1 20 471 0 0,-2 32-1 0 0,-1-8-152 0 0,46 586 2420 0 0,-30-449-3615 0 0,-34-269 1014 0 0,-38-134 21 0 0,-18-81-12 0 0,64 241-578 0 0,2 0 0 0 0,-2-71 1 0 0,10 86 38 0 0,2-1 1 0 0,0 1 0 0 0,3 1 0 0 0,10-44 0 0 0,-11 64-35 0 0,1-1-1 0 0,7-14 1 0 0,-11 26 177 0 0,1 0 0 0 0,0 0 0 0 0,0 0 0 0 0,0 1 0 0 0,1-1 0 0 0,-1 1-1 0 0,1 0 1 0 0,0 0 0 0 0,0 0 0 0 0,0 0 0 0 0,0 0 0 0 0,0 1 0 0 0,5-3 0 0 0,-7 4 7 0 0,0 0 0 0 0,1 1 1 0 0,-1 0-1 0 0,1-1 0 0 0,-1 1 1 0 0,1 0-1 0 0,-1 0 1 0 0,1 0-1 0 0,-1 0 0 0 0,1 0 1 0 0,-1 0-1 0 0,1 0 0 0 0,-1 0 1 0 0,0 0-1 0 0,1 1 0 0 0,-1-1 1 0 0,1 1-1 0 0,-1-1 0 0 0,0 1 1 0 0,1 0-1 0 0,-1-1 1 0 0,0 1-1 0 0,1 0 0 0 0,-1 0 1 0 0,0 0-1 0 0,0 0 0 0 0,0 0 1 0 0,0 0-1 0 0,0 0 0 0 0,0 0 1 0 0,0 1-1 0 0,1 1 1 0 0,3 6 156 0 0,0-1 0 0 0,0 1 0 0 0,6 16 0 0 0,-9-20-108 0 0,134 343 2149 0 0,-8 38-2005 0 0,-86-248-312 0 0,-38-126-617 0 0,0-1 1 0 0,0 1 0 0 0,1-1-1 0 0,12 20 1 0 0,-11-24-5907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3.374"/>
    </inkml:context>
    <inkml:brush xml:id="br0">
      <inkml:brushProperty name="width" value="0.035" units="cm"/>
      <inkml:brushProperty name="height" value="0.035" units="cm"/>
      <inkml:brushProperty name="color" value="#E71224"/>
    </inkml:brush>
  </inkml:definitions>
  <inkml:trace contextRef="#ctx0" brushRef="#br0">24 384 9674 0 0,'-6'3'-363'0'0,"-11"6"3717"0"0,17-9-3282 0 0,0 0 0 0 0,0 0 1 0 0,0 0-1 0 0,0 0 0 0 0,0 0 1 0 0,0 0-1 0 0,0 0 0 0 0,0 1 1 0 0,0-1-1 0 0,0 0 0 0 0,-1 0 1 0 0,1 0-1 0 0,0 0 0 0 0,0 0 1 0 0,0 0-1 0 0,0 0 0 0 0,0 1 1 0 0,0-1-1 0 0,0 0 0 0 0,0 0 1 0 0,0 0-1 0 0,0 0 0 0 0,1 0 1 0 0,-1 0-1 0 0,0 0 0 0 0,0 1 1 0 0,0-1-1 0 0,0 0 0 0 0,0 0 1 0 0,0 0-1 0 0,0 0 0 0 0,0 0 1 0 0,0 0-1 0 0,0 0 0 0 0,0 0 1 0 0,0 1-1 0 0,0-1 0 0 0,0 0 1 0 0,1 0-1 0 0,-1 0 0 0 0,0 0 1 0 0,0 0-1 0 0,0 0 0 0 0,13 4 3192 0 0,-5-3-3201 0 0,0 0 1 0 0,1-1-1 0 0,-1 1 0 0 0,1-2 1 0 0,-1 1-1 0 0,1-1 1 0 0,11-4-1 0 0,57-18 22 0 0,-70 20-62 0 0,66-24-397 0 0,-1-3 1 0 0,-2-4 0 0 0,107-68 0 0 0,-158 89 101 0 0,0-1-1 0 0,26-25 1 0 0,-37 31-125 0 0,-1 1 1 0 0,0-2-1 0 0,-1 1 0 0 0,1-1 1 0 0,-2 0-1 0 0,1 0 1 0 0,7-18-1 0 0,-13 26 475 0 0,1 0 0 0 0,-1 0-1 0 0,0 0 1 0 0,1 0 0 0 0,-1 0 0 0 0,0 0 0 0 0,1 0-1 0 0,-1 0 1 0 0,0 0 0 0 0,0 0 0 0 0,0 0 0 0 0,0 0-1 0 0,0 0 1 0 0,0 0 0 0 0,0 0 0 0 0,0 0-1 0 0,-1-1 1 0 0,1 1 0 0 0,0 0 0 0 0,-1 0 0 0 0,1 0-1 0 0,-1 0 1 0 0,0-1 0 0 0,0 1 17 0 0,0 1 0 0 0,0 0 0 0 0,0-1 1 0 0,0 1-1 0 0,1 0 0 0 0,-1 0 0 0 0,0 0 0 0 0,0-1 0 0 0,0 1 0 0 0,0 0 0 0 0,0 0 1 0 0,0 1-1 0 0,0-1 0 0 0,1 0 0 0 0,-1 0 0 0 0,0 0 0 0 0,0 1 0 0 0,0-1 1 0 0,0 0-1 0 0,1 1 0 0 0,-1-1 0 0 0,0 0 0 0 0,0 1 0 0 0,0-1 0 0 0,1 1 1 0 0,-1-1-1 0 0,0 1 0 0 0,1 0 0 0 0,-2 0 0 0 0,-9 10 69 0 0,0-1 0 0 0,0 2 1 0 0,1-1-1 0 0,0 2 0 0 0,1-1 0 0 0,0 1 0 0 0,1 1 1 0 0,1-1-1 0 0,0 1 0 0 0,1 0 0 0 0,0 1 0 0 0,-6 28 1 0 0,3-4 261 0 0,2 1 1 0 0,2-1-1 0 0,0 75 1 0 0,5-106-428 0 0,4 92-135 0 0,-3-90 116 0 0,1 0-1 0 0,0 0 0 0 0,0 0 0 0 0,1 0 0 0 0,0-1 1 0 0,1 1-1 0 0,7 14 0 0 0,-10-22 10 0 0,1 1 1 0 0,0 0-1 0 0,0-1 0 0 0,0 1 1 0 0,0-1-1 0 0,0 0 0 0 0,0 0 1 0 0,1 0-1 0 0,-1 0 0 0 0,1 0 1 0 0,-1 0-1 0 0,1-1 0 0 0,0 1 1 0 0,-1-1-1 0 0,1 0 0 0 0,0 1 1 0 0,0-1-1 0 0,0-1 0 0 0,0 1 1 0 0,0 0-1 0 0,0-1 0 0 0,1 0 1 0 0,-1 1-1 0 0,0-1 0 0 0,0 0 1 0 0,0-1-1 0 0,0 1 0 0 0,0-1 1 0 0,6-1-1 0 0,0-1-22 0 0,1 0 0 0 0,-1-1-1 0 0,0 0 1 0 0,0-1 0 0 0,-1 0 0 0 0,0 0 0 0 0,1-1 0 0 0,8-8-1 0 0,-4 2-460 0 0,25-29 0 0 0,-8 1-4746 0 0,-3 3-1485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3.655"/>
    </inkml:context>
    <inkml:brush xml:id="br0">
      <inkml:brushProperty name="width" value="0.035" units="cm"/>
      <inkml:brushProperty name="height" value="0.035" units="cm"/>
      <inkml:brushProperty name="color" value="#E71224"/>
    </inkml:brush>
  </inkml:definitions>
  <inkml:trace contextRef="#ctx0" brushRef="#br0">11 2 14283 0 0,'-1'0'31'0'0,"-8"-1"1067"0"0,8 4-135 0 0,3 9 691 0 0,-2 10-1613 0 0,1-1 0 0 0,1 1 0 0 0,1-1 0 0 0,11 42 0 0 0,-10-50 2 0 0,41 150-121 0 0,78 182 0 0 0,-87-258 236 0 0,69 120-1 0 0,-95-189-239 0 0,-2-3-263 0 0,0-1-1 0 0,1 0 0 0 0,0 0 0 0 0,1-1 0 0 0,23 23 0 0 0,-31-34 130 0 0,0 0 0 0 0,0-1 0 0 0,0 1 0 0 0,0-1 0 0 0,0 0 0 0 0,1 0 0 0 0,-1 0-1 0 0,0 0 1 0 0,1 0 0 0 0,-1 0 0 0 0,1 0 0 0 0,-1-1 0 0 0,1 1 0 0 0,-1-1 0 0 0,1 0-1 0 0,0 0 1 0 0,-1 0 0 0 0,1 0 0 0 0,-1 0 0 0 0,1-1 0 0 0,-1 1 0 0 0,4-2-1 0 0,-2 1 112 0 0,1-1-1 0 0,-1 0 1 0 0,0 0-1 0 0,0-1 1 0 0,0 1-1 0 0,0-1 1 0 0,-1 0-1 0 0,1 0 1 0 0,-1 0-1 0 0,0-1 1 0 0,5-5-1 0 0,4-7 106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3.889"/>
    </inkml:context>
    <inkml:brush xml:id="br0">
      <inkml:brushProperty name="width" value="0.035" units="cm"/>
      <inkml:brushProperty name="height" value="0.035" units="cm"/>
      <inkml:brushProperty name="color" value="#E71224"/>
    </inkml:brush>
  </inkml:definitions>
  <inkml:trace contextRef="#ctx0" brushRef="#br0">308 271 12899 0 0,'5'-4'290'0'0,"-1"0"0"0"0,0-1 0 0 0,0 1 0 0 0,0-1 0 0 0,-1 0 0 0 0,0 0 0 0 0,0 0 0 0 0,0-1 0 0 0,0 1 0 0 0,-1-1 0 0 0,3-9 0 0 0,-2 6 30 0 0,-1 0-1 0 0,0-1 1 0 0,0 1 0 0 0,-1-1 0 0 0,-1 1 0 0 0,0-17-1 0 0,-1 21-318 0 0,0-1 0 0 0,0 1 0 0 0,0-1-1 0 0,-1 1 1 0 0,0 0 0 0 0,0-1 0 0 0,-1 1-1 0 0,1 0 1 0 0,-1 1 0 0 0,0-1 0 0 0,-1 0-1 0 0,1 1 1 0 0,-1 0 0 0 0,0-1 0 0 0,0 1-1 0 0,0 1 1 0 0,0-1 0 0 0,-1 1 0 0 0,0 0 0 0 0,1 0-1 0 0,-1 0 1 0 0,0 0 0 0 0,-9-2 0 0 0,6 2-157 0 0,1 0 0 0 0,0 1 0 0 0,-1 0 0 0 0,0 1 0 0 0,1 0 0 0 0,-1 0 1 0 0,0 0-1 0 0,0 1 0 0 0,1 0 0 0 0,-1 1 0 0 0,0 0 0 0 0,0 0 0 0 0,1 0 1 0 0,-1 1-1 0 0,1 0 0 0 0,-13 6 0 0 0,11-3 227 0 0,1-1 1 0 0,0 2-1 0 0,0-1 0 0 0,0 1 0 0 0,1 0 1 0 0,0 1-1 0 0,0 0 0 0 0,1 0 1 0 0,0 0-1 0 0,0 1 0 0 0,-8 14 0 0 0,8-10 245 0 0,0 0 0 0 0,1 1 0 0 0,0-1 0 0 0,1 1 0 0 0,1 0 0 0 0,0 0 0 0 0,-2 26 0 0 0,4-22-112 0 0,0-1 0 0 0,2 1 0 0 0,0-1 0 0 0,0 1 0 0 0,2-1 0 0 0,0 0-1 0 0,1 1 1 0 0,1-2 0 0 0,0 1 0 0 0,1-1 0 0 0,1 1 0 0 0,0-2 0 0 0,1 1 0 0 0,12 16-1 0 0,-17-27-187 0 0,1 1 0 0 0,0-1 0 0 0,0 1-1 0 0,1-1 1 0 0,-1-1 0 0 0,1 1 0 0 0,0-1-1 0 0,0 1 1 0 0,0-1 0 0 0,0-1-1 0 0,0 1 1 0 0,1-1 0 0 0,-1 0 0 0 0,1 0-1 0 0,9 2 1 0 0,-8-4-13 0 0,1 1 0 0 0,-1-1 0 0 0,0 0 0 0 0,1-1 0 0 0,-1 1 0 0 0,0-1-1 0 0,1-1 1 0 0,-1 0 0 0 0,0 0 0 0 0,0 0 0 0 0,0-1 0 0 0,8-4 0 0 0,8-6-172 0 0,-1-1 1 0 0,0-1 0 0 0,36-32-1 0 0,-16 8-461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4.131"/>
    </inkml:context>
    <inkml:brush xml:id="br0">
      <inkml:brushProperty name="width" value="0.035" units="cm"/>
      <inkml:brushProperty name="height" value="0.035" units="cm"/>
      <inkml:brushProperty name="color" value="#E71224"/>
    </inkml:brush>
  </inkml:definitions>
  <inkml:trace contextRef="#ctx0" brushRef="#br0">6 0 16131 0 0,'-1'0'57'0'0,"1"1"0"0"0,0-1 1 0 0,-1 0-1 0 0,1 0 0 0 0,0 1 0 0 0,-1-1 0 0 0,1 0 0 0 0,0 1 0 0 0,0-1 0 0 0,-1 0 0 0 0,1 1 0 0 0,0-1 0 0 0,0 0 0 0 0,0 1 0 0 0,-1-1 0 0 0,1 0 0 0 0,0 1 0 0 0,0-1 0 0 0,0 1 0 0 0,0-1 0 0 0,0 0 0 0 0,0 1 0 0 0,0-1 0 0 0,0 1 0 0 0,0-1 0 0 0,0 0 0 0 0,0 1 0 0 0,0-1 0 0 0,0 1 0 0 0,0-1 0 0 0,0 0 0 0 0,1 1 0 0 0,-1 0 0 0 0,10 13 1052 0 0,-2-2-58 0 0,19 53-826 0 0,21 76 0 0 0,-16-43-853 0 0,7 19-210 0 0,23 65-1511 0 0,-45-139 1605 0 0,1-1 0 0 0,28 44-1 0 0,-32-65 493 0 0,0-1 0 0 0,1 0 0 0 0,1-1 0 0 0,19 17 0 0 0,-22-23 143 0 0,1-2 1 0 0,0 0-1 0 0,0-1 1 0 0,1 0-1 0 0,0-1 1 0 0,24 10-1 0 0,-5-8-4349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4.639"/>
    </inkml:context>
    <inkml:brush xml:id="br0">
      <inkml:brushProperty name="width" value="0.035" units="cm"/>
      <inkml:brushProperty name="height" value="0.035" units="cm"/>
      <inkml:brushProperty name="color" value="#E71224"/>
    </inkml:brush>
  </inkml:definitions>
  <inkml:trace contextRef="#ctx0" brushRef="#br0">122 388 11058 0 0,'5'-12'4436'0'0,"-1"3"-4856"0"0,-5-15 33 0 0,0 9 1737 0 0,2 15-1102 0 0,0-1 0 0 0,0 0 0 0 0,0 1 0 0 0,0-1 0 0 0,0 1 0 0 0,0-1 0 0 0,0 1 1 0 0,0-1-1 0 0,0 1 0 0 0,0 0 0 0 0,1 0 0 0 0,-1 0 0 0 0,0-1 0 0 0,0 1 0 0 0,0 0 0 0 0,0 0 0 0 0,2 1 0 0 0,0-1 48 0 0,5-2-126 0 0,0 1 0 0 0,0-1 0 0 0,0-1-1 0 0,0 1 1 0 0,-1-1 0 0 0,1-1 0 0 0,-1 1 0 0 0,0-1 0 0 0,10-7 0 0 0,-1-1-130 0 0,0-1 1 0 0,23-24-1 0 0,-29 27-52 0 0,0-1 0 0 0,-1-1-1 0 0,0 0 1 0 0,-1 0 0 0 0,11-22 0 0 0,-17 29-16 0 0,0-1 0 0 0,0 1 1 0 0,0-1-1 0 0,-1 0 1 0 0,1 0-1 0 0,-1 1 1 0 0,0-9-1 0 0,-1 10-1 0 0,0 0 1 0 0,-1 0-1 0 0,1 1 0 0 0,-1-1 0 0 0,0 1 0 0 0,0-1 0 0 0,0 0 0 0 0,0 1 0 0 0,-1 0 0 0 0,1-1 0 0 0,-1 1 1 0 0,-4-6-1 0 0,5 7 17 0 0,-1-1 1 0 0,0 1-1 0 0,0 0 1 0 0,0 0-1 0 0,-1 0 1 0 0,1 0-1 0 0,0 1 1 0 0,-1-1-1 0 0,1 0 1 0 0,-1 1-1 0 0,0 0 1 0 0,1 0-1 0 0,-1 0 1 0 0,-5-2-1 0 0,3 2-7 0 0,0 1 0 0 0,0-1 0 0 0,-1 1 0 0 0,1 0 0 0 0,0 0 0 0 0,-1 0-1 0 0,-7 3 1 0 0,-1 0-40 0 0,1 1 0 0 0,0 0 0 0 0,0 1 0 0 0,0 1 0 0 0,-16 9 0 0 0,13-5 136 0 0,1 0 1 0 0,0 1-1 0 0,1 1 1 0 0,0 0-1 0 0,1 1 1 0 0,0 0-1 0 0,1 1 1 0 0,0 0-1 0 0,-11 20 1 0 0,18-25-78 0 0,0 0 1 0 0,0 0 0 0 0,1 0-1 0 0,0 1 1 0 0,0-1-1 0 0,1 1 1 0 0,1 0 0 0 0,0 0-1 0 0,0 0 1 0 0,1 0-1 0 0,0 1 1 0 0,1-1 0 0 0,0 0-1 0 0,0 0 1 0 0,1 0 0 0 0,1 1-1 0 0,0-1 1 0 0,3 11-1 0 0,-3-16-2 0 0,0 1 0 0 0,0-1-1 0 0,1 0 1 0 0,0 0 0 0 0,0 1 0 0 0,0-2-1 0 0,1 1 1 0 0,-1 0 0 0 0,1-1-1 0 0,0 0 1 0 0,1 1 0 0 0,-1-2 0 0 0,1 1-1 0 0,-1 0 1 0 0,1-1 0 0 0,0 0-1 0 0,0 0 1 0 0,1-1 0 0 0,-1 1-1 0 0,1-1 1 0 0,-1 0 0 0 0,1-1 0 0 0,0 1-1 0 0,-1-1 1 0 0,1 0 0 0 0,0-1-1 0 0,0 1 1 0 0,0-1 0 0 0,0 0-1 0 0,0-1 1 0 0,0 1 0 0 0,-1-1 0 0 0,1 0-1 0 0,0-1 1 0 0,9-3 0 0 0,-2 0-180 0 0,0-1 1 0 0,17-10 0 0 0,0-2-460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4.773"/>
    </inkml:context>
    <inkml:brush xml:id="br0">
      <inkml:brushProperty name="width" value="0.035" units="cm"/>
      <inkml:brushProperty name="height" value="0.035" units="cm"/>
      <inkml:brushProperty name="color" value="#E71224"/>
    </inkml:brush>
  </inkml:definitions>
  <inkml:trace contextRef="#ctx0" brushRef="#br0">0 1 5065 0 0,'1'3'1000'0'0,"0"-1"-1"0"0,-1 0 1 0 0,1 1-1 0 0,0-1 1 0 0,0 1-1 0 0,0-1 1 0 0,1 0-1 0 0,-1 0 1 0 0,1 1-1 0 0,-1-1 1 0 0,1 0-1 0 0,3 3 1 0 0,3 5-735 0 0,0-1-11 0 0,0 0 0 0 0,0 0-1 0 0,0-1 1 0 0,1 0 0 0 0,1 0 0 0 0,-1-1 0 0 0,1 0-1 0 0,0-1 1 0 0,1 0 0 0 0,-1-1 0 0 0,1 0 0 0 0,0-1 0 0 0,18 5-1 0 0,-14-5-320 0 0,1-1-1 0 0,0-1 0 0 0,-1 0 0 0 0,1-1 0 0 0,0 0 0 0 0,0-1 1 0 0,0-1-1 0 0,0-1 0 0 0,25-5 0 0 0,-15-3-1836 0 0,-16 7-5052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4.980"/>
    </inkml:context>
    <inkml:brush xml:id="br0">
      <inkml:brushProperty name="width" value="0.035" units="cm"/>
      <inkml:brushProperty name="height" value="0.035" units="cm"/>
      <inkml:brushProperty name="color" value="#E71224"/>
    </inkml:brush>
  </inkml:definitions>
  <inkml:trace contextRef="#ctx0" brushRef="#br0">359 35 13363 0 0,'-5'-5'399'0'0,"0"1"0"0"0,-1 0 0 0 0,0 0 0 0 0,0 0 0 0 0,0 1 0 0 0,-9-4 0 0 0,12 6-296 0 0,0 0 0 0 0,0 0 0 0 0,0 1 0 0 0,0-1 0 0 0,0 1 0 0 0,0 0 0 0 0,0 0 0 0 0,0 0 0 0 0,-1 0 1 0 0,1 1-1 0 0,0-1 0 0 0,0 1 0 0 0,0 0 0 0 0,0 0 0 0 0,0 0 0 0 0,-5 3 0 0 0,1 0-16 0 0,0 1 0 0 0,1-1 0 0 0,-1 1 0 0 0,1 0 1 0 0,0 1-1 0 0,0 0 0 0 0,1 0 0 0 0,-9 13 0 0 0,-2 5-42 0 0,-14 28-1 0 0,29-49-37 0 0,-29 55-142 0 0,3 0 1 0 0,3 2-1 0 0,-28 101 0 0 0,45-124-346 0 0,7-34 468 0 0,-1-1 0 0 0,1 1 0 0 0,0-1 1 0 0,0 1-1 0 0,0-1 0 0 0,0 1 1 0 0,1-1-1 0 0,-1 1 0 0 0,1-1 1 0 0,-1 0-1 0 0,1 1 0 0 0,1 2 0 0 0,-2-4 15 0 0,0-1-1 0 0,0 0 1 0 0,0 0-1 0 0,0 0 1 0 0,0 0-1 0 0,0 0 1 0 0,1 0-1 0 0,-1 0 1 0 0,0 0-1 0 0,0 0 1 0 0,0 0-1 0 0,0 0 1 0 0,0 0-1 0 0,0 0 1 0 0,0 0 0 0 0,0 1-1 0 0,0-1 1 0 0,0 0-1 0 0,1 0 1 0 0,-1 0-1 0 0,0 0 1 0 0,0 0-1 0 0,0 0 1 0 0,0 0-1 0 0,0 0 1 0 0,0 0-1 0 0,0 0 1 0 0,0 0-1 0 0,0 0 1 0 0,1 0-1 0 0,-1 0 1 0 0,0 0-1 0 0,0 0 1 0 0,0 0-1 0 0,0-1 1 0 0,0 1-1 0 0,0 0 1 0 0,0 0-1 0 0,0 0 1 0 0,0 0-1 0 0,1 0 1 0 0,-1 0-1 0 0,0 0 1 0 0,0 0-1 0 0,0 0 1 0 0,0 0-1 0 0,2-7 74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5.206"/>
    </inkml:context>
    <inkml:brush xml:id="br0">
      <inkml:brushProperty name="width" value="0.035" units="cm"/>
      <inkml:brushProperty name="height" value="0.035" units="cm"/>
      <inkml:brushProperty name="color" value="#E71224"/>
    </inkml:brush>
  </inkml:definitions>
  <inkml:trace contextRef="#ctx0" brushRef="#br0">6 1 18436 0 0,'-4'35'369'0'0,"3"0"1"0"0,1 0-1 0 0,8 64 0 0 0,-2-22-774 0 0,1 39-230 0 0,16 217-602 0 0,21-2-3860 0 0,-10-192 644 0 0,-18-75 1827 0 0,-15-63 2614 0 0,-1 0 15 0 0,0 0 0 0 0,1-1 0 0 0,-1 1 0 0 0,0 0-1 0 0,0 0 1 0 0,0 0 0 0 0,0 0 0 0 0,1-1 0 0 0,-1 1 0 0 0,0 0 0 0 0,-1 0 0 0 0,1 0 0 0 0,0 1 0 0 0,-4-2 61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05.901"/>
    </inkml:context>
    <inkml:brush xml:id="br0">
      <inkml:brushProperty name="width" value="0.035" units="cm"/>
      <inkml:brushProperty name="height" value="0.035" units="cm"/>
      <inkml:brushProperty name="color" value="#E71224"/>
    </inkml:brush>
  </inkml:definitions>
  <inkml:trace contextRef="#ctx0" brushRef="#br0">4 422 13827 0 0,'0'0'79'0'0,"-1"-1"1"0"0,1 0-1 0 0,-1 1 1 0 0,1-1-1 0 0,0 0 1 0 0,0 1-1 0 0,-1-1 1 0 0,1 0-1 0 0,0 0 1 0 0,0 1-1 0 0,0-1 1 0 0,0 0-1 0 0,0 0 1 0 0,0 1-1 0 0,0-1 1 0 0,0 0-1 0 0,0 0 1 0 0,0 1-1 0 0,0-1 1 0 0,1 0-1 0 0,-1 1 1 0 0,0-1-1 0 0,0 0 1 0 0,1 0-1 0 0,-1 1 1 0 0,1-1-1 0 0,-1 0 1 0 0,0 1-1 0 0,1-1 0 0 0,-1 1 1 0 0,1-1-1 0 0,-1 1 1 0 0,1-1-1 0 0,0 1 1 0 0,-1-1-1 0 0,1 1 1 0 0,-1-1-1 0 0,1 1 1 0 0,1-1-1 0 0,5-3 750 0 0,1 0 0 0 0,-1 0 0 0 0,9-2 0 0 0,0-1-909 0 0,144-69-346 0 0,-61 30-466 0 0,-77 36 327 0 0,25-8 0 0 0,-39 15 420 0 0,0 1 0 0 0,1 0 0 0 0,-1 1-1 0 0,0 0 1 0 0,1 0 0 0 0,14 0 0 0 0,-20 2 176 0 0,0 0 0 0 0,0-1 0 0 0,0 1 0 0 0,0 0-1 0 0,0 1 1 0 0,0-1 0 0 0,0 0 0 0 0,-1 1 0 0 0,1 0 0 0 0,0-1-1 0 0,-1 1 1 0 0,0 0 0 0 0,1 0 0 0 0,-1 1 0 0 0,0-1 0 0 0,0 0-1 0 0,0 1 1 0 0,0-1 0 0 0,-1 1 0 0 0,1 0 0 0 0,-1-1 0 0 0,1 1-1 0 0,0 3 1 0 0,4 9 116 0 0,-1-1 0 0 0,-1 1 0 0 0,4 20 0 0 0,-7-28-102 0 0,8 59-7 0 0,-7-47-304 0 0,0-1 0 0 0,1 0 0 0 0,1 0 0 0 0,7 20 1 0 0,-2-21-73 0 0,-3-11 695 0 0,-6-6-335 0 0,0 0 0 0 0,1 1 0 0 0,-1-1 0 0 0,0 0 0 0 0,0 0 0 0 0,0 0 0 0 0,0 0 0 0 0,0 0 1 0 0,1 0-1 0 0,-1 0 0 0 0,0 0 0 0 0,0 0 0 0 0,0 0 0 0 0,0 0 0 0 0,0 0 0 0 0,1-1 0 0 0,-1 1 0 0 0,0 0 0 0 0,0 0 1 0 0,0 0-1 0 0,0 0 0 0 0,0 0 0 0 0,0 0 0 0 0,1 0 0 0 0,-1 0 0 0 0,0 0 0 0 0,0 0 0 0 0,0 0 0 0 0,0-1 0 0 0,0 1 0 0 0,0 0 1 0 0,0 0-1 0 0,0 0 0 0 0,0 0 0 0 0,1 0 0 0 0,-1 0 0 0 0,0-1 0 0 0,0 1 0 0 0,0 0 0 0 0,0 0 0 0 0,0 0 0 0 0,3-13 416 0 0,0 0 0 0 0,0-1 0 0 0,-1 1 0 0 0,-1 0 0 0 0,0-1 0 0 0,-1 1-1 0 0,-2-21 1 0 0,1-17 10 0 0,1 28-267 0 0,6-89 432 0 0,-4 88-554 0 0,1 1 0 0 0,12-39 1 0 0,-12 54-46 0 0,0 0 0 0 0,0 1 1 0 0,1-1-1 0 0,0 1 0 0 0,0 0 0 0 0,1 0 1 0 0,0 1-1 0 0,0 0 0 0 0,8-8 0 0 0,-9 10-34 0 0,1 0-1 0 0,-1 0 0 0 0,1 0 1 0 0,0 1-1 0 0,0 0 0 0 0,0 0 1 0 0,1 0-1 0 0,-1 1 0 0 0,0-1 1 0 0,1 1-1 0 0,0 1 0 0 0,0-1 1 0 0,7 0-1 0 0,-12 1-3 0 0,0 1-1 0 0,0 0 0 0 0,0 0 1 0 0,1 0-1 0 0,-1 0 1 0 0,0 0-1 0 0,0 0 1 0 0,0 0-1 0 0,0 0 1 0 0,0 1-1 0 0,0-1 1 0 0,0 0-1 0 0,0 1 0 0 0,0-1 1 0 0,0 1-1 0 0,0-1 1 0 0,0 1-1 0 0,0-1 1 0 0,0 1-1 0 0,0 0 1 0 0,0-1-1 0 0,0 1 0 0 0,0 0 1 0 0,-1 0-1 0 0,1 0 1 0 0,0 0-1 0 0,-1-1 1 0 0,1 1-1 0 0,-1 0 1 0 0,1 0-1 0 0,-1 0 0 0 0,1 0 1 0 0,-1 1-1 0 0,1-1 1 0 0,-1 0-1 0 0,0 0 1 0 0,0 0-1 0 0,0 0 1 0 0,0 0-1 0 0,0 0 1 0 0,0 0-1 0 0,0 0 0 0 0,0 2 1 0 0,-1 6-60 0 0,0 0 0 0 0,-1 0 1 0 0,0 0-1 0 0,-4 11 0 0 0,4-12 100 0 0,-13 40-35 0 0,-35 139 862 0 0,45-162-685 0 0,1 1 1 0 0,2-1 0 0 0,0 1-1 0 0,1 0 1 0 0,5 36-1 0 0,-3-56-142 0 0,-1-1-1 0 0,2 1 1 0 0,-1-1-1 0 0,1 1 1 0 0,0-1 0 0 0,0 1-1 0 0,0-1 1 0 0,1 0-1 0 0,3 6 1 0 0,-4-9-9 0 0,-1 0 0 0 0,1-1 1 0 0,-1 1-1 0 0,1 0 0 0 0,0-1 1 0 0,-1 1-1 0 0,1-1 0 0 0,0 1 0 0 0,0-1 1 0 0,0 0-1 0 0,0 0 0 0 0,0 0 1 0 0,0 0-1 0 0,1 0 0 0 0,-1-1 1 0 0,0 1-1 0 0,0-1 0 0 0,1 1 1 0 0,-1-1-1 0 0,0 0 0 0 0,0 0 0 0 0,1 0 1 0 0,-1 0-1 0 0,0 0 0 0 0,4-1 1 0 0,1-1 2 0 0,0 0 0 0 0,0-1 0 0 0,0 1 0 0 0,-1-1 0 0 0,1-1 0 0 0,-1 1 0 0 0,0-1 0 0 0,0-1 0 0 0,0 1 0 0 0,0-1 0 0 0,-1 0 0 0 0,0 0 0 0 0,7-8 0 0 0,-3 2-66 0 0,-1 0-1 0 0,0-1 1 0 0,-1 0 0 0 0,0 0 0 0 0,-1-1-1 0 0,5-14 1 0 0,-7 15 12 0 0,0 0-1 0 0,-2 1 0 0 0,1-1 0 0 0,-2 0 1 0 0,1 0-1 0 0,-2 0 0 0 0,0 0 0 0 0,0-1 1 0 0,-1 1-1 0 0,-3-13 0 0 0,0 5 112 0 0,-2 0 0 0 0,0 1 1 0 0,-1-1-1 0 0,-1 2 0 0 0,-12-22 0 0 0,3 8 126 0 0,-25-67 1 0 0,61 158-999 0 0,29 79 755 0 0,-36-107 155 0 0,2-1-1 0 0,24 41 0 0 0,-33-65-90 0 0,-1 1 1 0 0,1-1-1 0 0,0 0 0 0 0,0 0 0 0 0,1-1 1 0 0,0 0-1 0 0,0 0 0 0 0,10 7 0 0 0,-11-9-193 0 0,-1-1 0 0 0,1 1 0 0 0,0-1 0 0 0,0-1 0 0 0,0 1 0 0 0,1 0 0 0 0,-1-1 0 0 0,0 0 0 0 0,0-1 0 0 0,1 1 0 0 0,-1-1 0 0 0,0 0 0 0 0,9-1 0 0 0,5-2-7162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0.004"/>
    </inkml:context>
    <inkml:brush xml:id="br0">
      <inkml:brushProperty name="width" value="0.035" units="cm"/>
      <inkml:brushProperty name="height" value="0.035" units="cm"/>
      <inkml:brushProperty name="color" value="#E71224"/>
    </inkml:brush>
  </inkml:definitions>
  <inkml:trace contextRef="#ctx0" brushRef="#br0">369 1772 13827 0 0,'0'0'45'0'0,"1"0"-1"0"0,-1 0 1 0 0,1-1 0 0 0,-1 1 0 0 0,1 0-1 0 0,-1 0 1 0 0,0 0 0 0 0,1 0 0 0 0,-1-1-1 0 0,1 1 1 0 0,-1 0 0 0 0,0-1 0 0 0,1 1-1 0 0,-1 0 1 0 0,0 0 0 0 0,1-1 0 0 0,-1 1-1 0 0,0 0 1 0 0,0-1 0 0 0,1 1 0 0 0,-1-1-1 0 0,0 1 1 0 0,0 0 0 0 0,0-1 0 0 0,0 1-1 0 0,1-1 1 0 0,-1 1 0 0 0,0-1 0 0 0,0 1-1 0 0,0 0 1 0 0,0-1 0 0 0,0 1 0 0 0,0-1-1 0 0,0 1 1 0 0,0-1 0 0 0,0 0 0 0 0,-3-21-201 0 0,2 15 287 0 0,-4-32 51 0 0,-2 0-1 0 0,-19-63 1 0 0,-37-74-74 0 0,34 100 32 0 0,-48-120 697 0 0,-15-41 1395 0 0,70 173-1036 0 0,-22-114-1 0 0,41 162-872 0 0,0-1-1 0 0,1 0 1 0 0,1-28-1 0 0,2 40-257 0 0,-1 0-1 0 0,1 1 1 0 0,0-1-1 0 0,0 1 1 0 0,0-1-1 0 0,0 1 1 0 0,1-1-1 0 0,0 1 1 0 0,0 0-1 0 0,0 0 1 0 0,0 0-1 0 0,1 0 1 0 0,0 0-1 0 0,-1 0 1 0 0,1 1-1 0 0,1 0 1 0 0,-1-1-1 0 0,5-3 1 0 0,191-132 221 0 0,55-1-652 0 0,-139 80-8 0 0,28-13-471 0 0,-76 40 170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0.253"/>
    </inkml:context>
    <inkml:brush xml:id="br0">
      <inkml:brushProperty name="width" value="0.035" units="cm"/>
      <inkml:brushProperty name="height" value="0.035" units="cm"/>
      <inkml:brushProperty name="color" value="#E71224"/>
    </inkml:brush>
  </inkml:definitions>
  <inkml:trace contextRef="#ctx0" brushRef="#br0">107 209 12899 0 0,'-14'16'984'0'0,"1"0"-1"0"0,-14 22 1 0 0,15-21-494 0 0,0 0 0 0 0,-17 17 0 0 0,68-80 1209 0 0,5 8-1510 0 0,1 2 0 0 0,2 2 0 0 0,2 2 0 0 0,58-28 0 0 0,-62 37-971 0 0,1 2 0 0 0,70-21 0 0 0,-70 28-104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0.949"/>
    </inkml:context>
    <inkml:brush xml:id="br0">
      <inkml:brushProperty name="width" value="0.035" units="cm"/>
      <inkml:brushProperty name="height" value="0.035" units="cm"/>
      <inkml:brushProperty name="color" value="#E71224"/>
    </inkml:brush>
  </inkml:definitions>
  <inkml:trace contextRef="#ctx0" brushRef="#br0">184 260 13827 0 0,'-1'-1'2539'0'0,"1"1"-2455"0"0,12-8 4551 0 0,-11 8-4625 0 0,7-3 47 0 0,0 0-1 0 0,0-1 0 0 0,0 0 1 0 0,-1-1-1 0 0,1 1 1 0 0,10-10-1 0 0,-10 5-433 0 0,-1 0 0 0 0,0 0 1 0 0,-1-1-1 0 0,0 0 0 0 0,0 0 0 0 0,-1 0 0 0 0,0-1 1 0 0,-1 0-1 0 0,0 0 0 0 0,-1 0 0 0 0,0 0 0 0 0,2-19 1 0 0,-5 27 232 0 0,0 0 0 0 0,0 1 0 0 0,0-1 0 0 0,0 1 0 0 0,0-1 0 0 0,-1 0 0 0 0,1 1 0 0 0,-1-1 1 0 0,1 1-1 0 0,-1-1 0 0 0,0 1 0 0 0,0-1 0 0 0,0 1 0 0 0,0 0 0 0 0,-1 0 0 0 0,1-1 0 0 0,-1 1 1 0 0,-2-3-1 0 0,3 4 128 0 0,-1 0 0 0 0,0 0 0 0 0,1 0 1 0 0,-1 0-1 0 0,0 0 0 0 0,0 0 0 0 0,0 0 1 0 0,0 0-1 0 0,0 1 0 0 0,0-1 1 0 0,0 1-1 0 0,0-1 0 0 0,0 1 0 0 0,0 0 1 0 0,0 0-1 0 0,0 0 0 0 0,0 0 0 0 0,0 0 1 0 0,0 0-1 0 0,0 1 0 0 0,0-1 0 0 0,0 1 1 0 0,0-1-1 0 0,-2 2 0 0 0,-6 2 337 0 0,-1 1-1 0 0,1 0 1 0 0,0 1-1 0 0,1 0 1 0 0,-16 13 0 0 0,-41 42 2015 0 0,50-45-1664 0 0,1 0 0 0 0,0 1 0 0 0,1 1 0 0 0,-19 33 0 0 0,28-42-600 0 0,1 0 0 0 0,0 0 1 0 0,0 0-1 0 0,1 1 1 0 0,1-1-1 0 0,-1 1 1 0 0,2 0-1 0 0,-1 0 1 0 0,1 0-1 0 0,1 0 1 0 0,0 0-1 0 0,0 0 1 0 0,2 10-1 0 0,-1-12-63 0 0,0 0 1 0 0,1 0-1 0 0,0 0 0 0 0,1 0 0 0 0,0 0 1 0 0,0-1-1 0 0,0 1 0 0 0,1-1 0 0 0,0 0 1 0 0,0 0-1 0 0,1-1 0 0 0,0 1 0 0 0,0-1 1 0 0,1 0-1 0 0,0 0 0 0 0,0 0 0 0 0,0-1 1 0 0,0 0-1 0 0,1-1 0 0 0,0 1 0 0 0,0-1 1 0 0,0 0-1 0 0,1-1 0 0 0,-1 0 0 0 0,1 0 1 0 0,0 0-1 0 0,0-1 0 0 0,0-1 0 0 0,0 1 1 0 0,12 0-1 0 0,-7-2 81 0 0,1 0 1 0 0,-1-1-1 0 0,0 0 1 0 0,0-1 0 0 0,0 0-1 0 0,0-1 1 0 0,17-6-1 0 0,-13 2-427 0 0,0-1 0 0 0,0-1 0 0 0,-1 0-1 0 0,24-17 1 0 0,1-9-1699 0 0,-1-1 0 0 0,57-67 0 0 0,-80 85 1459 0 0,-5 4 580 0 0,20-22-1531 0 0,-29 32 561 0 0,-1 1-1 0 0,1-1 1 0 0,-1 0-1 0 0,0 0 1 0 0,1-1-1 0 0,-2 1 1 0 0,3-7-1 0 0,-4 10 1109 0 0,1 1 1 0 0,-1-1-1 0 0,0 1 0 0 0,0-1 1 0 0,0 1-1 0 0,0-1 0 0 0,0 0 1 0 0,0 1-1 0 0,0-1 0 0 0,0 1 1 0 0,0-1-1 0 0,0 1 0 0 0,-1-1 1 0 0,1 1-1 0 0,0-1 0 0 0,0 1 1 0 0,0-1-1 0 0,-1 1 0 0 0,1-1 1 0 0,0 1-1 0 0,-1-1 0 0 0,1 1 1 0 0,0-1-1 0 0,-1 1 0 0 0,1-1 1 0 0,-2 0 185 0 0,1 1 1 0 0,0-1 0 0 0,0 1-1 0 0,0-1 1 0 0,0 1 0 0 0,0-1-1 0 0,0 1 1 0 0,-1 0 0 0 0,1 0 0 0 0,0-1-1 0 0,-2 1 1 0 0,-5 0 1208 0 0,-1 1 1 0 0,1-1-1 0 0,-8 3 1 0 0,6-2-636 0 0,-31 4 26 0 0,-75 18 1 0 0,114-22-934 0 0,0 0 0 0 0,0-1 0 0 0,0 1 0 0 0,0 0-1 0 0,0 0 1 0 0,0 0 0 0 0,0 0 0 0 0,1 1 0 0 0,-1-1 0 0 0,0 0 0 0 0,1 1 0 0 0,-1-1-1 0 0,1 1 1 0 0,-1 0 0 0 0,1-1 0 0 0,-2 4 0 0 0,1-1 2 0 0,1-1-1 0 0,0 0 1 0 0,-1 1-1 0 0,2-1 1 0 0,-1 1 0 0 0,0-1-1 0 0,1 1 1 0 0,-1-1-1 0 0,1 6 1 0 0,1 3 24 0 0,0 1 1 0 0,1 0-1 0 0,1 0 0 0 0,5 18 0 0 0,-4-20 45 0 0,-1-1-1 0 0,2 0 1 0 0,-1 0-1 0 0,1 0 0 0 0,1-1 1 0 0,0 0-1 0 0,0 0 1 0 0,1 0-1 0 0,14 14 1 0 0,-18-20-45 0 0,0 0 1 0 0,0-1 0 0 0,0 1-1 0 0,1-1 1 0 0,-1 0 0 0 0,1 0-1 0 0,-1 0 1 0 0,1 0 0 0 0,0 0-1 0 0,0-1 1 0 0,-1 0 0 0 0,1 0-1 0 0,0 0 1 0 0,0 0 0 0 0,0-1-1 0 0,0 1 1 0 0,1-1 0 0 0,-1 0-1 0 0,0 0 1 0 0,0-1 0 0 0,0 1-1 0 0,0-1 1 0 0,0 0 0 0 0,0 0-1 0 0,0 0 1 0 0,-1 0 0 0 0,1-1-1 0 0,0 0 1 0 0,5-3 0 0 0,-1 0-7 0 0,-1-1 0 0 0,1 0 0 0 0,-1-1 0 0 0,0 1 0 0 0,-1-2 0 0 0,0 1 0 0 0,0 0 0 0 0,-1-1 1 0 0,1 0-1 0 0,-2-1 0 0 0,7-13 0 0 0,2-11-35 0 0,16-59 0 0 0,-26 83 7 0 0,3-17-71 0 0,-4 16-67 0 0,0 1 1 0 0,1 0-1 0 0,6-14 0 0 0,-9 23 145 0 0,0 0 0 0 0,0 0 0 0 0,0 1-1 0 0,0-1 1 0 0,0 0 0 0 0,0 0 0 0 0,0 0 0 0 0,0 0 0 0 0,0 1 0 0 0,0-1 0 0 0,0 0 0 0 0,0 0-1 0 0,0 0 1 0 0,0 0 0 0 0,0 1 0 0 0,1-1 0 0 0,-1 0 0 0 0,0 0 0 0 0,0 0 0 0 0,0 0 0 0 0,0 0 0 0 0,0 0-1 0 0,0 1 1 0 0,1-1 0 0 0,-1 0 0 0 0,0 0 0 0 0,0 0 0 0 0,0 0 0 0 0,0 0 0 0 0,0 0 0 0 0,1 0 0 0 0,-1 0-1 0 0,0 0 1 0 0,0 0 0 0 0,0 0 0 0 0,0 0 0 0 0,1 0 0 0 0,-1 0 0 0 0,0 0 0 0 0,0 0 0 0 0,0 0 0 0 0,1 0-1 0 0,-1 0 1 0 0,0 0 0 0 0,0 0 0 0 0,0 0 0 0 0,0 0 0 0 0,0 0 0 0 0,1 0 0 0 0,-1 0 0 0 0,0 0-1 0 0,0 0 1 0 0,0 0 0 0 0,0-1 0 0 0,1 1 0 0 0,-1 0 0 0 0,0 0 0 0 0,0 0 0 0 0,0 0 0 0 0,0 0 0 0 0,0 0-1 0 0,0-1 1 0 0,0 1 0 0 0,0 0 0 0 0,1 0 0 0 0,2 14-204 0 0,2 23-180 0 0,9 51-527 0 0,-11-76-6 0 0,1-1 0 0 0,0 0 0 0 0,5 11 0 0 0,1-3-5346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1.225"/>
    </inkml:context>
    <inkml:brush xml:id="br0">
      <inkml:brushProperty name="width" value="0.035" units="cm"/>
      <inkml:brushProperty name="height" value="0.035" units="cm"/>
      <inkml:brushProperty name="color" value="#E71224"/>
    </inkml:brush>
  </inkml:definitions>
  <inkml:trace contextRef="#ctx0" brushRef="#br0">23 40 16131 0 0,'-7'-9'491'0'0,"5"6"-312"0"0,-1-1 0 0 0,1 1 0 0 0,0-1 0 0 0,0 1 1 0 0,0-1-1 0 0,-1-4 0 0 0,4 6-49 0 0,3 4 152 0 0,4 5 81 0 0,7 21-564 0 0,-1 0 1 0 0,-2 1-1 0 0,0 1 1 0 0,7 35-1 0 0,-6-23 103 0 0,81 267 198 0 0,13 42-1069 0 0,-92-304-5006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1.526"/>
    </inkml:context>
    <inkml:brush xml:id="br0">
      <inkml:brushProperty name="width" value="0.035" units="cm"/>
      <inkml:brushProperty name="height" value="0.035" units="cm"/>
      <inkml:brushProperty name="color" value="#E71224"/>
    </inkml:brush>
  </inkml:definitions>
  <inkml:trace contextRef="#ctx0" brushRef="#br0">27 239 19356 0 0,'-4'-1'422'0'0,"-14"-5"918"0"0,18 6-1330 0 0,-1 0 0 0 0,1 0 0 0 0,0 0 0 0 0,0-1 0 0 0,0 1 0 0 0,-1 0 0 0 0,1 0 0 0 0,0 0 0 0 0,0 0 0 0 0,0 0 0 0 0,-1 0 0 0 0,1 0 0 0 0,0 0 0 0 0,0-1 0 0 0,0 1 0 0 0,0 0 0 0 0,0 0 0 0 0,-1 0 0 0 0,1 0 0 0 0,0-1 0 0 0,0 1 0 0 0,0 0 0 0 0,0 0 0 0 0,0 0 0 0 0,0-1 0 0 0,0 1 0 0 0,0 0 0 0 0,-1 0 0 0 0,1 0 0 0 0,0-1 0 0 0,0 1 0 0 0,0 0 0 0 0,0 0 0 0 0,0 0 0 0 0,0-1 0 0 0,0 1 0 0 0,0 0 0 0 0,0 0 0 0 0,1 0 0 0 0,-1-1 0 0 0,0 1 0 0 0,0 0 0 0 0,0 0 0 0 0,0 0 0 0 0,0-1 0 0 0,0 1 0 0 0,0 0 0 0 0,0 0 0 0 0,1 0 0 0 0,-1-1 0 0 0,0 1 0 0 0,0 0 0 0 0,0 0 0 0 0,0 0 0 0 0,0 0-1 0 0,1 0 1 0 0,-1 0 0 0 0,0-1 0 0 0,0 1 0 0 0,0 0 0 0 0,1 0 0 0 0,-1 0 0 0 0,0 0 0 0 0,0 0 0 0 0,146-101 514 0 0,-136 94-562 0 0,37-31-658 0 0,-31 23 167 0 0,1 2 0 0 0,1 0 0 0 0,34-19 0 0 0,-51 32 532 0 0,-1-1-1 0 0,1 1 0 0 0,0-1 1 0 0,0 1-1 0 0,0 0 0 0 0,0 0 1 0 0,0-1-1 0 0,0 1 0 0 0,0 0 1 0 0,0 0-1 0 0,0 0 0 0 0,0 0 1 0 0,-1 0-1 0 0,1 0 0 0 0,0 1 1 0 0,0-1-1 0 0,0 0 0 0 0,0 0 1 0 0,0 1-1 0 0,0-1 0 0 0,0 0 1 0 0,-1 1-1 0 0,1-1 0 0 0,0 1 1 0 0,0-1-1 0 0,0 1 0 0 0,-1-1 1 0 0,1 1-1 0 0,0 0 0 0 0,-1-1 1 0 0,1 1-1 0 0,-1 0 0 0 0,1 0 1 0 0,0-1-1 0 0,-1 1 0 0 0,0 0 1 0 0,1 0-1 0 0,0 1 0 0 0,1 5 109 0 0,1 0 0 0 0,-1-1-1 0 0,0 1 1 0 0,1 9-1 0 0,-1-5 125 0 0,9 39 844 0 0,-6-19-809 0 0,2-1-1 0 0,1 0 0 0 0,24 55 1 0 0,-28-76-240 0 0,1-1-1 0 0,0 0 1 0 0,0 0 0 0 0,1-1 0 0 0,0 0 0 0 0,0 0-1 0 0,14 11 1 0 0,-18-16-19 0 0,0 0 0 0 0,0 0 0 0 0,0-1 0 0 0,0 1 0 0 0,1-1 0 0 0,-1 0 0 0 0,1 0 0 0 0,-1 0 0 0 0,1 0 0 0 0,-1 0 0 0 0,1 0 1 0 0,0-1-1 0 0,-1 1 0 0 0,1-1 0 0 0,0 0 0 0 0,-1 1 0 0 0,1-1 0 0 0,0-1 0 0 0,-1 1 0 0 0,1 0 0 0 0,0-1 0 0 0,-1 1 0 0 0,1-1 0 0 0,0 0 0 0 0,-1 0 0 0 0,1 0 0 0 0,-1 0 0 0 0,0 0 0 0 0,1 0 0 0 0,3-4 0 0 0,1-1 29 0 0,-1 0 0 0 0,0-1-1 0 0,0 1 1 0 0,-1-1 0 0 0,1-1 0 0 0,-1 1 0 0 0,-1-1 0 0 0,0 0 0 0 0,5-11-1 0 0,1-10 100 0 0,11-40 0 0 0,-13 34-1160 0 0,7-65-1 0 0,-14 71-6777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1.824"/>
    </inkml:context>
    <inkml:brush xml:id="br0">
      <inkml:brushProperty name="width" value="0.035" units="cm"/>
      <inkml:brushProperty name="height" value="0.035" units="cm"/>
      <inkml:brushProperty name="color" value="#E71224"/>
    </inkml:brush>
  </inkml:definitions>
  <inkml:trace contextRef="#ctx0" brushRef="#br0">0 231 17508 0 0,'3'0'167'0'0,"-1"1"0"0"0,1-1 0 0 0,0 1 0 0 0,-1 0 1 0 0,1 0-1 0 0,-1 0 0 0 0,1 0 0 0 0,-1 0 0 0 0,0 0 1 0 0,1 0-1 0 0,-1 1 0 0 0,0-1 0 0 0,0 1 0 0 0,0 0 0 0 0,0 0 1 0 0,0 0-1 0 0,-1 0 0 0 0,1 0 0 0 0,0 0 0 0 0,-1 0 1 0 0,0 0-1 0 0,2 4 0 0 0,3 6-254 0 0,0-1 0 0 0,-1 1 1 0 0,3 16-1 0 0,-2-5-1143 0 0,-1 1 0 0 0,2 37 1 0 0,-1-11-5023 0 0,-6-60 3109 0 0,1-26 5251 0 0,-21-79 5772 0 0,3 19-4492 0 0,13 70-3169 0 0,1 10 47 0 0,1-1 0 0 0,0 0 0 0 0,2-21 1 0 0,0 34-230 0 0,1-1 1 0 0,-1 0-1 0 0,1 1 1 0 0,0-1 0 0 0,1 1-1 0 0,-1-1 1 0 0,1 1 0 0 0,0-1-1 0 0,0 1 1 0 0,0 0-1 0 0,0 0 1 0 0,1 0 0 0 0,0 0-1 0 0,0 1 1 0 0,0-1-1 0 0,5-4 1 0 0,-1 2-394 0 0,0 0 1 0 0,1 1-1 0 0,0-1 1 0 0,9-3-1 0 0,2 0-7324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2.179"/>
    </inkml:context>
    <inkml:brush xml:id="br0">
      <inkml:brushProperty name="width" value="0.035" units="cm"/>
      <inkml:brushProperty name="height" value="0.035" units="cm"/>
      <inkml:brushProperty name="color" value="#E71224"/>
    </inkml:brush>
  </inkml:definitions>
  <inkml:trace contextRef="#ctx0" brushRef="#br0">64 386 20276 0 0,'23'-4'2585'0'0,"-13"2"-2615"0"0,1-2-1 0 0,-1 1 0 0 0,0-1 0 0 0,0-1 1 0 0,10-5-1 0 0,-3-3-806 0 0,0 0 0 0 0,-1 0-1 0 0,0-1 1 0 0,-1-2 0 0 0,-1 1 0 0 0,0-1 0 0 0,-1-1 0 0 0,-1-1 0 0 0,-1 0-1 0 0,17-35 1 0 0,-23 41-602 0 0,0 0 0 0 0,-1 0 0 0 0,5-21-1 0 0,-8 29 1101 0 0,-1 1 0 0 0,1-1-1 0 0,-1 1 1 0 0,0 0-1 0 0,0-1 1 0 0,0 1 0 0 0,0-1-1 0 0,0 1 1 0 0,-1-1-1 0 0,1 1 1 0 0,-1 0 0 0 0,0-1-1 0 0,0 1 1 0 0,-1 0 0 0 0,1 0-1 0 0,-1-1 1 0 0,1 1-1 0 0,-4-4 1 0 0,4 6 450 0 0,0 0-1 0 0,-1 0 1 0 0,1 0-1 0 0,0 0 1 0 0,-1 0 0 0 0,1 0-1 0 0,0 1 1 0 0,-1-1-1 0 0,1 1 1 0 0,-1-1 0 0 0,1 1-1 0 0,-1-1 1 0 0,1 1 0 0 0,-1 0-1 0 0,0 0 1 0 0,1-1-1 0 0,-1 1 1 0 0,1 0 0 0 0,-1 1-1 0 0,1-1 1 0 0,-1 0-1 0 0,0 0 1 0 0,1 1 0 0 0,-1-1-1 0 0,1 1 1 0 0,-1-1-1 0 0,1 1 1 0 0,0 0 0 0 0,-2 0-1 0 0,-6 4 1071 0 0,1 0-1 0 0,0 1 1 0 0,-12 9 0 0 0,13-9-281 0 0,-18 14 1194 0 0,1 2 1 0 0,2 1 0 0 0,0 1-1 0 0,-19 26 1 0 0,23-25-1881 0 0,2 0 1 0 0,0 2-1 0 0,2 0 0 0 0,-15 38 1 0 0,26-56-256 0 0,0 1 0 0 0,0 0 0 0 0,1 0 0 0 0,0 0 0 0 0,0 0 0 0 0,1 0 0 0 0,1 1 0 0 0,0-1 1 0 0,0 0-1 0 0,2 11 0 0 0,-1-18 61 0 0,0 1 1 0 0,0 0-1 0 0,0 0 1 0 0,0 0-1 0 0,0-1 1 0 0,1 1-1 0 0,0-1 1 0 0,0 1-1 0 0,0-1 1 0 0,0 0-1 0 0,0 0 1 0 0,1 0-1 0 0,-1 0 1 0 0,1 0-1 0 0,0 0 0 0 0,0-1 1 0 0,0 1-1 0 0,0-1 1 0 0,0 0-1 0 0,0 0 1 0 0,1 0-1 0 0,-1 0 1 0 0,1 0-1 0 0,0-1 1 0 0,-1 0-1 0 0,1 0 1 0 0,0 0-1 0 0,6 1 1 0 0,-3-2-29 0 0,0 1 0 0 0,0-1 0 0 0,1-1 0 0 0,-1 0 0 0 0,0 0 0 0 0,0 0 0 0 0,0 0 0 0 0,0-1 0 0 0,12-6 0 0 0,12-5-392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2.494"/>
    </inkml:context>
    <inkml:brush xml:id="br0">
      <inkml:brushProperty name="width" value="0.035" units="cm"/>
      <inkml:brushProperty name="height" value="0.035" units="cm"/>
      <inkml:brushProperty name="color" value="#E71224"/>
    </inkml:brush>
  </inkml:definitions>
  <inkml:trace contextRef="#ctx0" brushRef="#br0">166 109 14283 0 0,'2'-4'205'0'0,"0"1"-1"0"0,-1-1 0 0 0,0 0 1 0 0,0 1-1 0 0,0-1 1 0 0,0 0-1 0 0,0 1 1 0 0,-1-1-1 0 0,0 0 1 0 0,0 0-1 0 0,0-4 1 0 0,-1 6-29 0 0,1-1 0 0 0,-1 1 0 0 0,0-1 0 0 0,0 1 1 0 0,0-1-1 0 0,0 1 0 0 0,-1 0 0 0 0,1-1 1 0 0,-1 1-1 0 0,1 0 0 0 0,-1 0 0 0 0,0 0 0 0 0,0 0 1 0 0,0 0-1 0 0,0 1 0 0 0,-4-4 0 0 0,2 3-106 0 0,1-1-1 0 0,-1 1 0 0 0,0 0 1 0 0,1 0-1 0 0,-1 0 1 0 0,0 1-1 0 0,0-1 1 0 0,-1 1-1 0 0,1 0 0 0 0,0 0 1 0 0,0 1-1 0 0,-1-1 1 0 0,-5 1-1 0 0,8 0-200 0 0,-1 1 0 0 0,0-1 0 0 0,1 1 0 0 0,-1-1 1 0 0,1 1-1 0 0,-1 0 0 0 0,1 0 0 0 0,-1 0 0 0 0,1 0 0 0 0,-1 1 0 0 0,1-1 0 0 0,0 1 0 0 0,0-1 0 0 0,0 1 0 0 0,0 0 1 0 0,0 0-1 0 0,0 0 0 0 0,0 0 0 0 0,1 0 0 0 0,-1 0 0 0 0,1 0 0 0 0,-3 5 0 0 0,-2 5-188 0 0,1 2 1 0 0,0-1-1 0 0,1 1 0 0 0,0-1 1 0 0,1 1-1 0 0,1 0 0 0 0,-2 17 1 0 0,3-11 763 0 0,1-1 0 0 0,1 1 1 0 0,0 0-1 0 0,7 30 0 0 0,-6-41-260 0 0,0 0-1 0 0,1 0 0 0 0,0 0 1 0 0,1 0-1 0 0,-1 0 0 0 0,2 0 1 0 0,-1-1-1 0 0,2 0 0 0 0,7 11 1 0 0,-9-15-178 0 0,1 1 0 0 0,0-1 0 0 0,-1 0 0 0 0,1 0 1 0 0,1 0-1 0 0,-1 0 0 0 0,0-1 0 0 0,1 0 0 0 0,0-1 0 0 0,0 1 0 0 0,-1-1 1 0 0,2 0-1 0 0,-1 0 0 0 0,0-1 0 0 0,7 1 0 0 0,13 0 147 0 0,-1-1 0 0 0,1-2 0 0 0,0 0 0 0 0,31-7 0 0 0,32-2 1589 0 0,-87 10-1698 0 0,0 0 0 0 0,0 0 0 0 0,0 0 0 0 0,0 1 0 0 0,0-1 0 0 0,0 0 0 0 0,0 1 0 0 0,0 0 0 0 0,0-1 0 0 0,2 3 0 0 0,-3-3-33 0 0,0 0 0 0 0,-1 1 0 0 0,1-1 0 0 0,-1 1 1 0 0,1-1-1 0 0,-1 0 0 0 0,1 1 0 0 0,-1 0 0 0 0,1-1 0 0 0,-1 1 0 0 0,1-1 0 0 0,-1 1 0 0 0,0-1 0 0 0,1 1 0 0 0,-1 0 0 0 0,0-1 0 0 0,1 1 0 0 0,-1 0 0 0 0,0-1 0 0 0,0 1 0 0 0,0 0 0 0 0,0 0 0 0 0,0-1 0 0 0,0 1 0 0 0,0 0 0 0 0,0-1 0 0 0,0 1 0 0 0,0 0 0 0 0,0 0 0 0 0,0-1 0 0 0,0 1 0 0 0,-1 0 0 0 0,1-1 0 0 0,0 1 0 0 0,-1 0 0 0 0,-3 7 7 0 0,0 0 1 0 0,-1-1-1 0 0,0 0 1 0 0,0 0 0 0 0,-1 0-1 0 0,0 0 1 0 0,0-1-1 0 0,-10 8 1 0 0,-4 1-140 0 0,-38 23 0 0 0,41-29-116 0 0,0 0 0 0 0,-35 11 0 0 0,12-9-5560 0 0,11-6-1163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5.343"/>
    </inkml:context>
    <inkml:brush xml:id="br0">
      <inkml:brushProperty name="width" value="0.035" units="cm"/>
      <inkml:brushProperty name="height" value="0.035" units="cm"/>
      <inkml:brushProperty name="color" value="#E71224"/>
    </inkml:brush>
  </inkml:definitions>
  <inkml:trace contextRef="#ctx0" brushRef="#br0">30 245 6449 0 0,'-5'-6'1131'0'0,"-9"-9"150"0"0,14 15-1256 0 0,0 0 0 0 0,0 0 0 0 0,-1 0 1 0 0,1-1-1 0 0,0 1 0 0 0,0 0 0 0 0,-1 0 0 0 0,1 0 0 0 0,0 0 0 0 0,0 0 0 0 0,-1 0 0 0 0,1 0 0 0 0,0 0 0 0 0,-1 0 0 0 0,1 0 0 0 0,0 0 0 0 0,0 0 0 0 0,-1 0 0 0 0,1 0 0 0 0,0 0 0 0 0,-1 0 0 0 0,1 0 0 0 0,0 0 0 0 0,0 0 0 0 0,-1 0 0 0 0,1 0 0 0 0,0 1 0 0 0,0-1 0 0 0,-1 0 0 0 0,1 0 0 0 0,0 0 0 0 0,0 0 0 0 0,0 1 0 0 0,-1-1 0 0 0,1 0 0 0 0,0 0 0 0 0,0 0 0 0 0,0 1 0 0 0,-1-1 0 0 0,1 0 0 0 0,0 0 0 0 0,0 1 0 0 0,0-1 0 0 0,0 0 0 0 0,0 0 0 0 0,0 1 0 0 0,0-1 0 0 0,0 0 0 0 0,0 1 0 0 0,0-1 0 0 0,0 0 0 0 0,0 0 0 0 0,0 1 0 0 0,0-1 0 0 0,0 0 0 0 0,0 1 1 0 0,0 0 43 0 0,0 0 1 0 0,0 0 0 0 0,1 0 0 0 0,-1 0 0 0 0,0 0 0 0 0,0 0 0 0 0,1 0-1 0 0,-1 0 1 0 0,1 0 0 0 0,-1 0 0 0 0,1-1 0 0 0,-1 1 0 0 0,1 0 0 0 0,0 0-1 0 0,-1-1 1 0 0,1 1 0 0 0,0 0 0 0 0,0 0 0 0 0,-1-1 0 0 0,1 1 0 0 0,0-1 0 0 0,0 1-1 0 0,0-1 1 0 0,2 1 0 0 0,23 11 990 0 0,-26-12-1038 0 0,6 2 46 0 0,0 0 0 0 0,0 0 0 0 0,0-1 0 0 0,0 0 0 0 0,1 0 0 0 0,-1 0 0 0 0,0-1 0 0 0,0 0 0 0 0,0 0 0 0 0,1-1 1 0 0,-1 0-1 0 0,0 0 0 0 0,0 0 0 0 0,0-1 0 0 0,10-3 0 0 0,-5-1 46 0 0,0 1 0 0 0,-1-2 0 0 0,0 1 0 0 0,0-2 0 0 0,0 1 0 0 0,17-19 0 0 0,-9 8-165 0 0,30-40-1 0 0,-41 48 7 0 0,-1 0 0 0 0,0 0-1 0 0,0-1 1 0 0,-1 0 0 0 0,-1 0-1 0 0,5-17 1 0 0,-8 27 6 0 0,-1 0 0 0 0,0 0 1 0 0,1 0-1 0 0,-1 0 0 0 0,0 0 0 0 0,0 0 0 0 0,0 0 1 0 0,1 0-1 0 0,-1 0 0 0 0,-1-1 0 0 0,1 1 0 0 0,0 0 1 0 0,0 0-1 0 0,0 0 0 0 0,0 0 0 0 0,-1 0 0 0 0,1 0 1 0 0,-1 0-1 0 0,1 0 0 0 0,-1 0 0 0 0,1 0 0 0 0,-1-1 0 0 0,0 1 16 0 0,0 1 0 0 0,0-1-1 0 0,0 1 1 0 0,0-1 0 0 0,0 1-1 0 0,0 0 1 0 0,0-1 0 0 0,0 1-1 0 0,0 0 1 0 0,0 0 0 0 0,0 0-1 0 0,0-1 1 0 0,0 1 0 0 0,0 0-1 0 0,0 1 1 0 0,0-1 0 0 0,-1 0-1 0 0,0 0 1 0 0,-6 2-8 0 0,-1 1-1 0 0,1-1 1 0 0,0 2 0 0 0,-9 4 0 0 0,17-8 31 0 0,-26 14 283 0 0,1 1-1 0 0,1 2 1 0 0,1 0 0 0 0,1 2-1 0 0,-23 23 1 0 0,36-33-195 0 0,0 1 0 0 0,2 0 0 0 0,-1 0 1 0 0,1 0-1 0 0,0 1 0 0 0,1 0 0 0 0,1 1 0 0 0,-1-1 0 0 0,2 1 0 0 0,0 0 0 0 0,0 1 0 0 0,1-1 0 0 0,1 0 1 0 0,0 1-1 0 0,0 0 0 0 0,1 20 0 0 0,1-11 190 0 0,0 0 0 0 0,2 0 1 0 0,1 0-1 0 0,7 34 0 0 0,-8-49-155 0 0,0 0-1 0 0,1-1 0 0 0,0 1 0 0 0,0-1 0 0 0,0 0 0 0 0,0 0 0 0 0,1 0 0 0 0,0 0 0 0 0,1 0 0 0 0,-1-1 1 0 0,1 0-1 0 0,0 0 0 0 0,0 0 0 0 0,1-1 0 0 0,-1 0 0 0 0,1 0 0 0 0,0 0 0 0 0,11 5 0 0 0,-10-6-17 0 0,0-1-1 0 0,0 1 1 0 0,0-1 0 0 0,1 0-1 0 0,-1-1 1 0 0,1 0-1 0 0,0 0 1 0 0,-1-1 0 0 0,1 0-1 0 0,-1 0 1 0 0,12-2-1 0 0,-8 0 3 0 0,0-1 0 0 0,0 0 0 0 0,0-1 0 0 0,0 0 0 0 0,-1-1 0 0 0,19-11 0 0 0,-4-1-330 0 0,-1-1 1 0 0,-1-2-1 0 0,0 0 1 0 0,36-44-1 0 0,-28 28-916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6.155"/>
    </inkml:context>
    <inkml:brush xml:id="br0">
      <inkml:brushProperty name="width" value="0.035" units="cm"/>
      <inkml:brushProperty name="height" value="0.035" units="cm"/>
      <inkml:brushProperty name="color" value="#E71224"/>
    </inkml:brush>
  </inkml:definitions>
  <inkml:trace contextRef="#ctx0" brushRef="#br0">61 222 6913 0 0,'2'-15'623'0'0,"-1"21"271"0"0,0-1-1 0 0,0 0 1 0 0,1 0 0 0 0,0 0-1 0 0,3 6 1 0 0,3 7 448 0 0,39 116 3122 0 0,18 71-5223 0 0,-57-167 36 0 0,-18-56 915 0 0,1-14 398 0 0,-3 0-1 0 0,0 1 1 0 0,-20-35-1 0 0,25 55-412 0 0,0 1-1 0 0,0-1 1 0 0,-1 1 0 0 0,0 0 0 0 0,-1 1-1 0 0,0-1 1 0 0,-1 2 0 0 0,0 0 0 0 0,0 0-1 0 0,0 0 1 0 0,-18-8 0 0 0,28 16-160 0 0,0 0 1 0 0,0 0-1 0 0,-1 0 1 0 0,1 0-1 0 0,0 0 1 0 0,0 0-1 0 0,-1 0 1 0 0,1 0-1 0 0,0-1 1 0 0,0 1-1 0 0,0 0 1 0 0,-1 0-1 0 0,1 0 1 0 0,0 0-1 0 0,0 0 1 0 0,0-1-1 0 0,0 1 1 0 0,-1 0-1 0 0,1 0 1 0 0,0 0 0 0 0,0-1-1 0 0,0 1 1 0 0,0 0-1 0 0,0 0 1 0 0,0-1-1 0 0,0 1 1 0 0,0 0-1 0 0,0 0 1 0 0,-1 0-1 0 0,1-1 1 0 0,0 1-1 0 0,0 0 1 0 0,0 0-1 0 0,0-1 1 0 0,0 1-1 0 0,1 0 1 0 0,-1 0-1 0 0,0-1 1 0 0,0 1-1 0 0,0 0 1 0 0,0-1-1 0 0,11-7 299 0 0,25-5-264 0 0,-31 11-32 0 0,50-20 0 0 0,-2-3 1 0 0,67-40 0 0 0,37-19-103 0 0,-142 77 63 0 0,-3 1 6 0 0,0 0 0 0 0,1 1 1 0 0,0 0-1 0 0,1 1 1 0 0,21-4-1 0 0,-34 8 13 0 0,1 0 0 0 0,-1 0 0 0 0,0 0 0 0 0,0 0 0 0 0,0 0 0 0 0,1 0 0 0 0,-1 0 0 0 0,0 1 0 0 0,0-1 0 0 0,0 1 0 0 0,0-1 0 0 0,0 1 0 0 0,0-1 0 0 0,0 1 0 0 0,0-1 0 0 0,0 1 0 0 0,0 0 0 0 0,0 0 0 0 0,1 0 0 0 0,0 1 2 0 0,-1 0 0 0 0,1 0 0 0 0,-1 0 1 0 0,0 0-1 0 0,0 1 0 0 0,0-1 0 0 0,0 0 1 0 0,2 5-1 0 0,-1 4 19 0 0,0 0 1 0 0,-1 0 0 0 0,1 15-1 0 0,-2-16 2 0 0,15 293 360 0 0,-15-292-391 0 0,1 1-119 0 0,-1 0 0 0 0,0-1-1 0 0,-2 17 1 0 0,-2-34 108 0 0,1 1 0 0 0,0-1 1 0 0,-4-12-1 0 0,-1-8 105 0 0,2 0 0 0 0,0 0 1 0 0,2-1-1 0 0,1 0 0 0 0,0-43 0 0 0,4 61-33 0 0,0 0-1 0 0,0 0 0 0 0,1 0 0 0 0,0 0 0 0 0,1 0 1 0 0,0 1-1 0 0,0-1 0 0 0,1 1 0 0 0,0 0 0 0 0,0 0 1 0 0,1 1-1 0 0,11-15 0 0 0,6-5 6 0 0,2 2 1 0 0,27-23-1 0 0,-35 32-126 0 0,8-8-104 0 0,-13 13 11 0 0,0 0 0 0 0,21-14 0 0 0,-32 24 161 0 0,0 1-1 0 0,0 0 1 0 0,0 0-1 0 0,1 0 1 0 0,-1-1-1 0 0,0 1 1 0 0,0 0 0 0 0,1 0-1 0 0,-1 0 1 0 0,0 0-1 0 0,1-1 1 0 0,-1 1-1 0 0,0 0 1 0 0,0 0 0 0 0,1 0-1 0 0,-1 0 1 0 0,0 0-1 0 0,1 0 1 0 0,-1 0-1 0 0,0 0 1 0 0,1 0-1 0 0,-1 0 1 0 0,0 0 0 0 0,1 0-1 0 0,-1 0 1 0 0,0 0-1 0 0,0 0 1 0 0,1 0-1 0 0,-1 1 1 0 0,0-1 0 0 0,1 0-1 0 0,0 10-3 0 0,-8 20 7 0 0,5-24-4 0 0,-14 56 69 0 0,-11 89-1 0 0,24-130-43 0 0,2 1 0 0 0,0 0-1 0 0,2-1 1 0 0,0 1 0 0 0,1 0 0 0 0,1-1 0 0 0,12 41-1 0 0,-12-53-18 0 0,0-1 0 0 0,1 0 0 0 0,0 0 0 0 0,0-1 0 0 0,1 1 0 0 0,0-1 0 0 0,0 0 0 0 0,0 0 0 0 0,1 0 0 0 0,0-1 0 0 0,8 6 0 0 0,-11-9-4 0 0,1-1 0 0 0,-1 0 0 0 0,1 1 1 0 0,-1-1-1 0 0,1-1 0 0 0,0 1 0 0 0,0-1 0 0 0,0 1 0 0 0,0-1 0 0 0,0 0 0 0 0,1 0 0 0 0,-1-1 0 0 0,0 1 0 0 0,0-1 0 0 0,1 0 0 0 0,-1 0 0 0 0,0 0 0 0 0,0-1 0 0 0,0 0 0 0 0,1 0 0 0 0,-1 0 0 0 0,0 0 0 0 0,0 0 0 0 0,6-4 0 0 0,-4 2 2 0 0,0-1 0 0 0,0 0 0 0 0,0 0 0 0 0,-1 0 0 0 0,0-1 0 0 0,0 1 1 0 0,0-1-1 0 0,-1-1 0 0 0,1 1 0 0 0,-1-1 0 0 0,0 1 0 0 0,-1-1 0 0 0,1 0 0 0 0,-1-1 1 0 0,-1 1-1 0 0,1 0 0 0 0,-1-1 0 0 0,3-13 0 0 0,-2 6-5 0 0,-1 0-1 0 0,-1-1 1 0 0,0 1 0 0 0,-1-1 0 0 0,0 1-1 0 0,-1-1 1 0 0,-1 1 0 0 0,-3-16-1 0 0,-1 12-19 0 0,0 1-1 0 0,-1-1 0 0 0,0 1 0 0 0,-2 1 0 0 0,-17-27 0 0 0,21 35 31 0 0,0 1 0 0 0,-1 0-1 0 0,0 0 1 0 0,0 0 0 0 0,0 1 0 0 0,-1-1-1 0 0,0 2 1 0 0,-1-1 0 0 0,1 1 0 0 0,-11-5-1 0 0,16 9 0 0 0,0 0-1 0 0,0 1 1 0 0,0-1-1 0 0,0 1 1 0 0,0-1 0 0 0,0 1-1 0 0,0 0 1 0 0,0 0-1 0 0,0 0 1 0 0,-1 0-1 0 0,1 0 1 0 0,0 0-1 0 0,0 1 1 0 0,0-1-1 0 0,0 1 1 0 0,0-1-1 0 0,0 1 1 0 0,0 0-1 0 0,0 0 1 0 0,0 0-1 0 0,0 0 1 0 0,0 0-1 0 0,1 0 1 0 0,-1 1-1 0 0,0-1 1 0 0,1 0-1 0 0,-1 1 1 0 0,1-1-1 0 0,-2 3 1 0 0,-2 2-307 0 0,0 1 0 0 0,1 0 1 0 0,0 0-1 0 0,0 0 0 0 0,0 0 0 0 0,-3 11 0 0 0,-3 9-7580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7T12:00:16.775"/>
    </inkml:context>
    <inkml:brush xml:id="br0">
      <inkml:brushProperty name="width" value="0.035" units="cm"/>
      <inkml:brushProperty name="height" value="0.035" units="cm"/>
      <inkml:brushProperty name="color" value="#E71224"/>
    </inkml:brush>
  </inkml:definitions>
  <inkml:trace contextRef="#ctx0" brushRef="#br0">38 175 17508 0 0,'9'-3'716'0'0,"-8"2"-670"0"0,0 1 1 0 0,0-1 0 0 0,0 1-1 0 0,0-1 1 0 0,0 1-1 0 0,0 0 1 0 0,0 0 0 0 0,0-1-1 0 0,0 1 1 0 0,0 0-1 0 0,0 0 1 0 0,0 0 0 0 0,0 0-1 0 0,0 0 1 0 0,1 0-1 0 0,-1 0 1 0 0,0 1 0 0 0,0-1-1 0 0,0 0 1 0 0,0 0 0 0 0,0 1-1 0 0,0-1 1 0 0,0 1-1 0 0,0-1 1 0 0,0 1 0 0 0,0-1-1 0 0,0 1 1 0 0,-1 0-1 0 0,1 0 1 0 0,0-1 0 0 0,0 1-1 0 0,0 0 1 0 0,-1 0-1 0 0,1 0 1 0 0,-1 0 0 0 0,2 1-1 0 0,2 5-17 0 0,1 1-1 0 0,-1 0 1 0 0,-1-1-1 0 0,1 1 1 0 0,-1 1-1 0 0,-1-1 1 0 0,1 0 0 0 0,-2 1-1 0 0,3 16 1 0 0,-2 6-830 0 0,-3 42 1 0 0,1-70 732 0 0,-2 39-2304 0 0,-2 0 0 0 0,-2 0 0 0 0,-20 77 0 0 0,26-118 2396 0 0,-1 0 0 0 0,1 0 0 0 0,0 0 0 0 0,-1 0 0 0 0,1 0 0 0 0,-1 0 1 0 0,1 0-1 0 0,-1 0 0 0 0,1 0 0 0 0,-1 0 0 0 0,1 0 0 0 0,-1-1 0 0 0,0 1 1 0 0,0 0-1 0 0,0 0 0 0 0,1-1 0 0 0,-1 1 0 0 0,0 0 0 0 0,-2 0 0 0 0,3-1 102 0 0,-1 0-1 0 0,0 0 1 0 0,0 0-1 0 0,1 0 1 0 0,-1 0-1 0 0,0-1 1 0 0,1 1-1 0 0,-1 0 0 0 0,0 0 1 0 0,1-1-1 0 0,-1 1 1 0 0,0 0-1 0 0,1-1 1 0 0,-1 1-1 0 0,1-1 1 0 0,-1 1-1 0 0,1-1 0 0 0,-1 1 1 0 0,1-1-1 0 0,-1 1 1 0 0,1-1-1 0 0,-1 0 1 0 0,1 1-1 0 0,0-1 1 0 0,-1 0-1 0 0,1 1 1 0 0,0-1-1 0 0,-1-1 0 0 0,-6-15 1039 0 0,1-1-1 0 0,1 1 0 0 0,1-1 0 0 0,0 0 0 0 0,-1-22 0 0 0,0 11-764 0 0,-2-28 83 0 0,2 0 0 0 0,4-103 0 0 0,2 151-435 0 0,-1 0 1 0 0,1 0 0 0 0,1 1-1 0 0,0-1 1 0 0,0 0 0 0 0,1 1-1 0 0,3-10 1 0 0,-4 14-18 0 0,1 1 1 0 0,-1-1-1 0 0,0 0 0 0 0,1 1 1 0 0,0-1-1 0 0,0 1 0 0 0,0 0 0 0 0,0 0 1 0 0,1 0-1 0 0,-1 0 0 0 0,1 1 0 0 0,-1-1 1 0 0,1 1-1 0 0,0 0 0 0 0,0 0 1 0 0,5-1-1 0 0,19-6-11 0 0,0 2 0 0 0,39-5 1 0 0,-39 7-269 0 0,0 0 0 0 0,42-15 1 0 0,-25 4 218 0 0,-45 16 32 0 0,1 0-1 0 0,-1 0 0 0 0,0 0 1 0 0,0 0-1 0 0,0 0 0 0 0,0 0 1 0 0,0 0-1 0 0,0 0 0 0 0,0 0 0 0 0,0 0 1 0 0,0 0-1 0 0,1 0 0 0 0,-1 0 1 0 0,0 0-1 0 0,0 0 0 0 0,0 0 1 0 0,0 0-1 0 0,0 0 0 0 0,0 0 0 0 0,0 0 1 0 0,0 0-1 0 0,0 0 0 0 0,0 0 1 0 0,1 0-1 0 0,-1 1 0 0 0,0-1 1 0 0,0 0-1 0 0,0 0 0 0 0,0 0 0 0 0,0 0 1 0 0,0 0-1 0 0,0 0 0 0 0,0 0 1 0 0,0 0-1 0 0,0 0 0 0 0,0 0 1 0 0,0 0-1 0 0,0 1 0 0 0,0-1 1 0 0,0 0-1 0 0,0 0 0 0 0,0 0 0 0 0,0 0 1 0 0,0 0-1 0 0,0 0 0 0 0,0 0 1 0 0,0 0-1 0 0,0 0 0 0 0,0 1 1 0 0,0-1-1 0 0,0 0 0 0 0,0 0 0 0 0,-3 8 19 0 0,-6 8 20 0 0,9-15-31 0 0,-15 21 42 0 0,2 1-1 0 0,0 0 1 0 0,2 1 0 0 0,0 1 0 0 0,2-1 0 0 0,1 2 0 0 0,-7 31 0 0 0,15-53-40 0 0,-1 0 0 0 0,1 0 1 0 0,-1 0-1 0 0,1 0 0 0 0,0 0 1 0 0,1 0-1 0 0,-1 0 0 0 0,1 0 1 0 0,0 0-1 0 0,0 0 1 0 0,0 0-1 0 0,0 0 0 0 0,1 0 1 0 0,1 3-1 0 0,-1-4-3 0 0,-1-1 0 0 0,1-1 0 0 0,0 1 0 0 0,0 0 0 0 0,0 0 0 0 0,0-1 0 0 0,0 1 0 0 0,0-1 0 0 0,0 1 0 0 0,0-1 0 0 0,0 0 0 0 0,1 0 0 0 0,-1 0 0 0 0,1 0 0 0 0,-1 0 0 0 0,0-1 0 0 0,1 1 0 0 0,0-1 0 0 0,-1 1 0 0 0,1-1 0 0 0,-1 0 0 0 0,1 0 0 0 0,3-1 0 0 0,8 0-53 0 0,0-2-1 0 0,0 0 1 0 0,-1 0-1 0 0,1-2 1 0 0,20-8-1 0 0,-20 7-57 0 0,0 0 0 0 0,1 2-1 0 0,-1 0 1 0 0,25-4 0 0 0,-36 8 101 0 0,-1-1-1 0 0,1 1 1 0 0,0 0 0 0 0,0 0 0 0 0,0 0 0 0 0,0 1 0 0 0,0-1-1 0 0,0 1 1 0 0,-1 0 0 0 0,1-1 0 0 0,0 1 0 0 0,0 1-1 0 0,-1-1 1 0 0,1 0 0 0 0,-1 1 0 0 0,1-1 0 0 0,-1 1 0 0 0,1-1-1 0 0,-1 1 1 0 0,0 0 0 0 0,0 0 0 0 0,0 0 0 0 0,0 1 0 0 0,0-1-1 0 0,-1 0 1 0 0,1 1 0 0 0,-1-1 0 0 0,1 1 0 0 0,-1-1-1 0 0,0 1 1 0 0,0 0 0 0 0,0 0 0 0 0,0-1 0 0 0,-1 1 0 0 0,1 0-1 0 0,-1 0 1 0 0,1 6 0 0 0,-2 2 57 0 0,0 0 0 0 0,0 0 0 0 0,-1 1 0 0 0,0-1 0 0 0,-1 0 0 0 0,0-1 0 0 0,-1 1 0 0 0,0 0 0 0 0,-1-1 0 0 0,0 0 0 0 0,-1 0 1 0 0,0-1-1 0 0,0 1 0 0 0,-1-1 0 0 0,0-1 0 0 0,-1 1 0 0 0,-16 13 0 0 0,11-11-52 0 0,-1 0 0 0 0,-1-1 1 0 0,0-1-1 0 0,0-1 0 0 0,0 0 0 0 0,-1-1 1 0 0,-1 0-1 0 0,1-2 0 0 0,-1 0 1 0 0,-33 6-1 0 0,27-8-323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8056"/>
          </a:xfrm>
          <a:prstGeom prst="rect">
            <a:avLst/>
          </a:prstGeom>
        </p:spPr>
        <p:txBody>
          <a:bodyPr vert="horz" lIns="94826" tIns="47413" rIns="94826" bIns="47413" rtlCol="0"/>
          <a:lstStyle>
            <a:lvl1pPr algn="l">
              <a:defRPr sz="1200"/>
            </a:lvl1pPr>
          </a:lstStyle>
          <a:p>
            <a:endParaRPr lang="en-GB"/>
          </a:p>
        </p:txBody>
      </p:sp>
      <p:sp>
        <p:nvSpPr>
          <p:cNvPr id="3" name="Date Placeholder 2"/>
          <p:cNvSpPr>
            <a:spLocks noGrp="1"/>
          </p:cNvSpPr>
          <p:nvPr>
            <p:ph type="dt" idx="1"/>
          </p:nvPr>
        </p:nvSpPr>
        <p:spPr>
          <a:xfrm>
            <a:off x="3777607" y="0"/>
            <a:ext cx="2889938" cy="498056"/>
          </a:xfrm>
          <a:prstGeom prst="rect">
            <a:avLst/>
          </a:prstGeom>
        </p:spPr>
        <p:txBody>
          <a:bodyPr vert="horz" lIns="94826" tIns="47413" rIns="94826" bIns="47413" rtlCol="0"/>
          <a:lstStyle>
            <a:lvl1pPr algn="r">
              <a:defRPr sz="1200"/>
            </a:lvl1pPr>
          </a:lstStyle>
          <a:p>
            <a:fld id="{0E35528A-819C-4AD3-BDC3-2CDCE7BEAF53}" type="datetimeFigureOut">
              <a:rPr lang="en-GB" smtClean="0"/>
              <a:t>29/10/2026</a:t>
            </a:fld>
            <a:endParaRPr lang="en-GB"/>
          </a:p>
        </p:txBody>
      </p:sp>
      <p:sp>
        <p:nvSpPr>
          <p:cNvPr id="4" name="Slide Image Placeholder 3"/>
          <p:cNvSpPr>
            <a:spLocks noGrp="1" noRot="1" noChangeAspect="1"/>
          </p:cNvSpPr>
          <p:nvPr>
            <p:ph type="sldImg" idx="2"/>
          </p:nvPr>
        </p:nvSpPr>
        <p:spPr>
          <a:xfrm>
            <a:off x="357188" y="1241425"/>
            <a:ext cx="5954712" cy="3349625"/>
          </a:xfrm>
          <a:prstGeom prst="rect">
            <a:avLst/>
          </a:prstGeom>
          <a:noFill/>
          <a:ln w="12700">
            <a:solidFill>
              <a:prstClr val="black"/>
            </a:solidFill>
          </a:ln>
        </p:spPr>
        <p:txBody>
          <a:bodyPr vert="horz" lIns="94826" tIns="47413" rIns="94826" bIns="47413" rtlCol="0" anchor="ctr"/>
          <a:lstStyle/>
          <a:p>
            <a:endParaRPr lang="en-GB"/>
          </a:p>
        </p:txBody>
      </p:sp>
      <p:sp>
        <p:nvSpPr>
          <p:cNvPr id="5" name="Notes Placeholder 4"/>
          <p:cNvSpPr>
            <a:spLocks noGrp="1"/>
          </p:cNvSpPr>
          <p:nvPr>
            <p:ph type="body" sz="quarter" idx="3"/>
          </p:nvPr>
        </p:nvSpPr>
        <p:spPr>
          <a:xfrm>
            <a:off x="666909" y="4777194"/>
            <a:ext cx="5335270" cy="3908614"/>
          </a:xfrm>
          <a:prstGeom prst="rect">
            <a:avLst/>
          </a:prstGeom>
        </p:spPr>
        <p:txBody>
          <a:bodyPr vert="horz" lIns="94826" tIns="47413" rIns="94826" bIns="4741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5"/>
            <a:ext cx="2889938" cy="498055"/>
          </a:xfrm>
          <a:prstGeom prst="rect">
            <a:avLst/>
          </a:prstGeom>
        </p:spPr>
        <p:txBody>
          <a:bodyPr vert="horz" lIns="94826" tIns="47413" rIns="94826" bIns="47413"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428585"/>
            <a:ext cx="2889938" cy="498055"/>
          </a:xfrm>
          <a:prstGeom prst="rect">
            <a:avLst/>
          </a:prstGeom>
        </p:spPr>
        <p:txBody>
          <a:bodyPr vert="horz" lIns="94826" tIns="47413" rIns="94826" bIns="47413" rtlCol="0" anchor="b"/>
          <a:lstStyle>
            <a:lvl1pPr algn="r">
              <a:defRPr sz="1200"/>
            </a:lvl1pPr>
          </a:lstStyle>
          <a:p>
            <a:fld id="{B71FE5B5-A979-4370-A255-218EAB36A5F4}" type="slidenum">
              <a:rPr lang="en-GB" smtClean="0"/>
              <a:t>‹#›</a:t>
            </a:fld>
            <a:endParaRPr lang="en-GB"/>
          </a:p>
        </p:txBody>
      </p:sp>
    </p:spTree>
    <p:extLst>
      <p:ext uri="{BB962C8B-B14F-4D97-AF65-F5344CB8AC3E}">
        <p14:creationId xmlns:p14="http://schemas.microsoft.com/office/powerpoint/2010/main" val="259520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1FE5B5-A979-4370-A255-218EAB36A5F4}" type="slidenum">
              <a:rPr lang="en-GB" smtClean="0"/>
              <a:t>2</a:t>
            </a:fld>
            <a:endParaRPr lang="en-GB"/>
          </a:p>
        </p:txBody>
      </p:sp>
    </p:spTree>
    <p:extLst>
      <p:ext uri="{BB962C8B-B14F-4D97-AF65-F5344CB8AC3E}">
        <p14:creationId xmlns:p14="http://schemas.microsoft.com/office/powerpoint/2010/main" val="2786555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https://www.omg.org/spec/UML/2.5.1/PDF#page=681</a:t>
            </a:r>
          </a:p>
        </p:txBody>
      </p:sp>
      <p:sp>
        <p:nvSpPr>
          <p:cNvPr id="4" name="Slide Number Placeholder 3"/>
          <p:cNvSpPr>
            <a:spLocks noGrp="1"/>
          </p:cNvSpPr>
          <p:nvPr>
            <p:ph type="sldNum" sz="quarter" idx="10"/>
          </p:nvPr>
        </p:nvSpPr>
        <p:spPr/>
        <p:txBody>
          <a:bodyPr/>
          <a:lstStyle/>
          <a:p>
            <a:fld id="{B71FE5B5-A979-4370-A255-218EAB36A5F4}" type="slidenum">
              <a:rPr lang="en-GB" smtClean="0"/>
              <a:t>5</a:t>
            </a:fld>
            <a:endParaRPr lang="en-GB"/>
          </a:p>
        </p:txBody>
      </p:sp>
    </p:spTree>
    <p:extLst>
      <p:ext uri="{BB962C8B-B14F-4D97-AF65-F5344CB8AC3E}">
        <p14:creationId xmlns:p14="http://schemas.microsoft.com/office/powerpoint/2010/main" val="3666018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Use Case specifies a set of behaviours performed by a system, which yield an observable result that is of value for Actors.</a:t>
            </a:r>
          </a:p>
          <a:p>
            <a:endParaRPr lang="en-GB" dirty="0"/>
          </a:p>
          <a:p>
            <a:r>
              <a:rPr lang="en-GB" dirty="0"/>
              <a:t>UML use case diagrams: www.youtube.com/watch?v=4emxjxonNRI</a:t>
            </a:r>
          </a:p>
          <a:p>
            <a:r>
              <a:rPr lang="en-GB" dirty="0"/>
              <a:t>Can use an icon to represent what the Actor does</a:t>
            </a:r>
          </a:p>
        </p:txBody>
      </p:sp>
      <p:sp>
        <p:nvSpPr>
          <p:cNvPr id="4" name="Slide Number Placeholder 3"/>
          <p:cNvSpPr>
            <a:spLocks noGrp="1"/>
          </p:cNvSpPr>
          <p:nvPr>
            <p:ph type="sldNum" sz="quarter" idx="5"/>
          </p:nvPr>
        </p:nvSpPr>
        <p:spPr/>
        <p:txBody>
          <a:bodyPr/>
          <a:lstStyle/>
          <a:p>
            <a:fld id="{B71FE5B5-A979-4370-A255-218EAB36A5F4}" type="slidenum">
              <a:rPr lang="en-GB" smtClean="0"/>
              <a:t>8</a:t>
            </a:fld>
            <a:endParaRPr lang="en-GB"/>
          </a:p>
        </p:txBody>
      </p:sp>
    </p:spTree>
    <p:extLst>
      <p:ext uri="{BB962C8B-B14F-4D97-AF65-F5344CB8AC3E}">
        <p14:creationId xmlns:p14="http://schemas.microsoft.com/office/powerpoint/2010/main" val="857180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UML use case diagrams: www.youtube.com/watch?v=4emxjxonNRI</a:t>
            </a:r>
          </a:p>
          <a:p>
            <a:endParaRPr lang="en-GB" dirty="0"/>
          </a:p>
          <a:p>
            <a:r>
              <a:rPr lang="en-GB" dirty="0"/>
              <a:t>Can use an icon to represent what the Actor does</a:t>
            </a:r>
          </a:p>
        </p:txBody>
      </p:sp>
      <p:sp>
        <p:nvSpPr>
          <p:cNvPr id="4" name="Slide Number Placeholder 3"/>
          <p:cNvSpPr>
            <a:spLocks noGrp="1"/>
          </p:cNvSpPr>
          <p:nvPr>
            <p:ph type="sldNum" sz="quarter" idx="5"/>
          </p:nvPr>
        </p:nvSpPr>
        <p:spPr/>
        <p:txBody>
          <a:bodyPr/>
          <a:lstStyle/>
          <a:p>
            <a:fld id="{B71FE5B5-A979-4370-A255-218EAB36A5F4}" type="slidenum">
              <a:rPr lang="en-GB" smtClean="0"/>
              <a:t>9</a:t>
            </a:fld>
            <a:endParaRPr lang="en-GB"/>
          </a:p>
        </p:txBody>
      </p:sp>
    </p:spTree>
    <p:extLst>
      <p:ext uri="{BB962C8B-B14F-4D97-AF65-F5344CB8AC3E}">
        <p14:creationId xmlns:p14="http://schemas.microsoft.com/office/powerpoint/2010/main" val="104590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Primary: </a:t>
            </a:r>
            <a:r>
              <a:rPr lang="en-GB" dirty="0" err="1"/>
              <a:t>LHS</a:t>
            </a:r>
            <a:r>
              <a:rPr lang="en-GB" dirty="0"/>
              <a:t>		Secondary: </a:t>
            </a:r>
            <a:r>
              <a:rPr lang="en-GB" dirty="0" err="1"/>
              <a:t>RHS</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a:t>
            </a:fld>
            <a:endParaRPr lang="en-GB"/>
          </a:p>
        </p:txBody>
      </p:sp>
    </p:spTree>
    <p:extLst>
      <p:ext uri="{BB962C8B-B14F-4D97-AF65-F5344CB8AC3E}">
        <p14:creationId xmlns:p14="http://schemas.microsoft.com/office/powerpoint/2010/main" val="369161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Primary: </a:t>
            </a:r>
            <a:r>
              <a:rPr lang="en-GB" dirty="0" err="1"/>
              <a:t>LHS</a:t>
            </a:r>
            <a:r>
              <a:rPr lang="en-GB" dirty="0"/>
              <a:t>		Secondary: </a:t>
            </a:r>
            <a:r>
              <a:rPr lang="en-GB" dirty="0" err="1"/>
              <a:t>RHS</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a:t>
            </a:fld>
            <a:endParaRPr lang="en-GB"/>
          </a:p>
        </p:txBody>
      </p:sp>
    </p:spTree>
    <p:extLst>
      <p:ext uri="{BB962C8B-B14F-4D97-AF65-F5344CB8AC3E}">
        <p14:creationId xmlns:p14="http://schemas.microsoft.com/office/powerpoint/2010/main" val="1217900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22:30 -  https://www.youtube.com/watch?v=OGGZVYlZbAY</a:t>
            </a:r>
          </a:p>
        </p:txBody>
      </p:sp>
      <p:sp>
        <p:nvSpPr>
          <p:cNvPr id="4" name="Slide Number Placeholder 3"/>
          <p:cNvSpPr>
            <a:spLocks noGrp="1"/>
          </p:cNvSpPr>
          <p:nvPr>
            <p:ph type="sldNum" sz="quarter" idx="5"/>
          </p:nvPr>
        </p:nvSpPr>
        <p:spPr/>
        <p:txBody>
          <a:bodyPr/>
          <a:lstStyle/>
          <a:p>
            <a:fld id="{B71FE5B5-A979-4370-A255-218EAB36A5F4}" type="slidenum">
              <a:rPr lang="en-GB" smtClean="0"/>
              <a:t>12</a:t>
            </a:fld>
            <a:endParaRPr lang="en-GB"/>
          </a:p>
        </p:txBody>
      </p:sp>
    </p:spTree>
    <p:extLst>
      <p:ext uri="{BB962C8B-B14F-4D97-AF65-F5344CB8AC3E}">
        <p14:creationId xmlns:p14="http://schemas.microsoft.com/office/powerpoint/2010/main" val="3597596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13</a:t>
            </a:fld>
            <a:endParaRPr lang="en-GB"/>
          </a:p>
        </p:txBody>
      </p:sp>
    </p:spTree>
    <p:extLst>
      <p:ext uri="{BB962C8B-B14F-4D97-AF65-F5344CB8AC3E}">
        <p14:creationId xmlns:p14="http://schemas.microsoft.com/office/powerpoint/2010/main" val="3421928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Arrow points to what must be done.</a:t>
            </a:r>
          </a:p>
        </p:txBody>
      </p:sp>
      <p:sp>
        <p:nvSpPr>
          <p:cNvPr id="4" name="Slide Number Placeholder 3"/>
          <p:cNvSpPr>
            <a:spLocks noGrp="1"/>
          </p:cNvSpPr>
          <p:nvPr>
            <p:ph type="sldNum" sz="quarter" idx="5"/>
          </p:nvPr>
        </p:nvSpPr>
        <p:spPr/>
        <p:txBody>
          <a:bodyPr/>
          <a:lstStyle/>
          <a:p>
            <a:fld id="{B71FE5B5-A979-4370-A255-218EAB36A5F4}" type="slidenum">
              <a:rPr lang="en-GB" smtClean="0"/>
              <a:t>14</a:t>
            </a:fld>
            <a:endParaRPr lang="en-GB"/>
          </a:p>
        </p:txBody>
      </p:sp>
    </p:spTree>
    <p:extLst>
      <p:ext uri="{BB962C8B-B14F-4D97-AF65-F5344CB8AC3E}">
        <p14:creationId xmlns:p14="http://schemas.microsoft.com/office/powerpoint/2010/main" val="4051856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15</a:t>
            </a:fld>
            <a:endParaRPr lang="en-GB"/>
          </a:p>
        </p:txBody>
      </p:sp>
    </p:spTree>
    <p:extLst>
      <p:ext uri="{BB962C8B-B14F-4D97-AF65-F5344CB8AC3E}">
        <p14:creationId xmlns:p14="http://schemas.microsoft.com/office/powerpoint/2010/main" val="2059869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16</a:t>
            </a:fld>
            <a:endParaRPr lang="en-GB"/>
          </a:p>
        </p:txBody>
      </p:sp>
    </p:spTree>
    <p:extLst>
      <p:ext uri="{BB962C8B-B14F-4D97-AF65-F5344CB8AC3E}">
        <p14:creationId xmlns:p14="http://schemas.microsoft.com/office/powerpoint/2010/main" val="1526805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https://www.omg.org/spec/UML/2.5.1/PDF#page=236</a:t>
            </a:r>
          </a:p>
        </p:txBody>
      </p:sp>
      <p:sp>
        <p:nvSpPr>
          <p:cNvPr id="4" name="Slide Number Placeholder 3"/>
          <p:cNvSpPr>
            <a:spLocks noGrp="1"/>
          </p:cNvSpPr>
          <p:nvPr>
            <p:ph type="sldNum" sz="quarter" idx="10"/>
          </p:nvPr>
        </p:nvSpPr>
        <p:spPr/>
        <p:txBody>
          <a:bodyPr/>
          <a:lstStyle/>
          <a:p>
            <a:fld id="{B71FE5B5-A979-4370-A255-218EAB36A5F4}" type="slidenum">
              <a:rPr lang="en-GB" smtClean="0"/>
              <a:t>18</a:t>
            </a:fld>
            <a:endParaRPr lang="en-GB"/>
          </a:p>
        </p:txBody>
      </p:sp>
    </p:spTree>
    <p:extLst>
      <p:ext uri="{BB962C8B-B14F-4D97-AF65-F5344CB8AC3E}">
        <p14:creationId xmlns:p14="http://schemas.microsoft.com/office/powerpoint/2010/main" val="2881217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Similar to ERD</a:t>
            </a:r>
          </a:p>
          <a:p>
            <a:r>
              <a:rPr lang="en-GB"/>
              <a:t>https://www.edx.org/learn/software-engineering/ku-leuven-uml-class-diagrams-for-software-engineering</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20</a:t>
            </a:fld>
            <a:endParaRPr lang="en-GB"/>
          </a:p>
        </p:txBody>
      </p:sp>
    </p:spTree>
    <p:extLst>
      <p:ext uri="{BB962C8B-B14F-4D97-AF65-F5344CB8AC3E}">
        <p14:creationId xmlns:p14="http://schemas.microsoft.com/office/powerpoint/2010/main" val="606558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21</a:t>
            </a:fld>
            <a:endParaRPr lang="en-GB"/>
          </a:p>
        </p:txBody>
      </p:sp>
    </p:spTree>
    <p:extLst>
      <p:ext uri="{BB962C8B-B14F-4D97-AF65-F5344CB8AC3E}">
        <p14:creationId xmlns:p14="http://schemas.microsoft.com/office/powerpoint/2010/main" val="745499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https://www.youtube.com/watch?v=6XrL5jXmTwM</a:t>
            </a:r>
          </a:p>
        </p:txBody>
      </p:sp>
      <p:sp>
        <p:nvSpPr>
          <p:cNvPr id="4" name="Slide Number Placeholder 3"/>
          <p:cNvSpPr>
            <a:spLocks noGrp="1"/>
          </p:cNvSpPr>
          <p:nvPr>
            <p:ph type="sldNum" sz="quarter" idx="5"/>
          </p:nvPr>
        </p:nvSpPr>
        <p:spPr/>
        <p:txBody>
          <a:bodyPr/>
          <a:lstStyle/>
          <a:p>
            <a:fld id="{B71FE5B5-A979-4370-A255-218EAB36A5F4}" type="slidenum">
              <a:rPr lang="en-GB" smtClean="0"/>
              <a:t>22</a:t>
            </a:fld>
            <a:endParaRPr lang="en-GB"/>
          </a:p>
        </p:txBody>
      </p:sp>
    </p:spTree>
    <p:extLst>
      <p:ext uri="{BB962C8B-B14F-4D97-AF65-F5344CB8AC3E}">
        <p14:creationId xmlns:p14="http://schemas.microsoft.com/office/powerpoint/2010/main" val="286042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23</a:t>
            </a:fld>
            <a:endParaRPr lang="en-GB"/>
          </a:p>
        </p:txBody>
      </p:sp>
    </p:spTree>
    <p:extLst>
      <p:ext uri="{BB962C8B-B14F-4D97-AF65-F5344CB8AC3E}">
        <p14:creationId xmlns:p14="http://schemas.microsoft.com/office/powerpoint/2010/main" val="3492010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24</a:t>
            </a:fld>
            <a:endParaRPr lang="en-GB"/>
          </a:p>
        </p:txBody>
      </p:sp>
    </p:spTree>
    <p:extLst>
      <p:ext uri="{BB962C8B-B14F-4D97-AF65-F5344CB8AC3E}">
        <p14:creationId xmlns:p14="http://schemas.microsoft.com/office/powerpoint/2010/main" val="1333487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2DF4D-2FBA-171A-6922-E57F2702C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8B3B1-A266-25C9-D15F-FB4F181AE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767F4-28F9-722B-8338-1886075DFDD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B3C0B2F-05F0-96D7-6F68-81FBCCDB5EC4}"/>
              </a:ext>
            </a:extLst>
          </p:cNvPr>
          <p:cNvSpPr>
            <a:spLocks noGrp="1"/>
          </p:cNvSpPr>
          <p:nvPr>
            <p:ph type="sldNum" sz="quarter" idx="5"/>
          </p:nvPr>
        </p:nvSpPr>
        <p:spPr/>
        <p:txBody>
          <a:bodyPr/>
          <a:lstStyle/>
          <a:p>
            <a:fld id="{B71FE5B5-A979-4370-A255-218EAB36A5F4}" type="slidenum">
              <a:rPr lang="en-GB" smtClean="0"/>
              <a:t>25</a:t>
            </a:fld>
            <a:endParaRPr lang="en-GB"/>
          </a:p>
        </p:txBody>
      </p:sp>
    </p:spTree>
    <p:extLst>
      <p:ext uri="{BB962C8B-B14F-4D97-AF65-F5344CB8AC3E}">
        <p14:creationId xmlns:p14="http://schemas.microsoft.com/office/powerpoint/2010/main" val="3432715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https://www.omg.org/spec/UML/2.5.1/PDF#page=236</a:t>
            </a:r>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26</a:t>
            </a:fld>
            <a:endParaRPr lang="en-GB"/>
          </a:p>
        </p:txBody>
      </p:sp>
    </p:spTree>
    <p:extLst>
      <p:ext uri="{BB962C8B-B14F-4D97-AF65-F5344CB8AC3E}">
        <p14:creationId xmlns:p14="http://schemas.microsoft.com/office/powerpoint/2010/main" val="33720851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27</a:t>
            </a:fld>
            <a:endParaRPr lang="en-GB"/>
          </a:p>
        </p:txBody>
      </p:sp>
    </p:spTree>
    <p:extLst>
      <p:ext uri="{BB962C8B-B14F-4D97-AF65-F5344CB8AC3E}">
        <p14:creationId xmlns:p14="http://schemas.microsoft.com/office/powerpoint/2010/main" val="1106523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2025 Q3(c)</a:t>
            </a:r>
          </a:p>
        </p:txBody>
      </p:sp>
      <p:sp>
        <p:nvSpPr>
          <p:cNvPr id="4" name="Slide Number Placeholder 3"/>
          <p:cNvSpPr>
            <a:spLocks noGrp="1"/>
          </p:cNvSpPr>
          <p:nvPr>
            <p:ph type="sldNum" sz="quarter" idx="5"/>
          </p:nvPr>
        </p:nvSpPr>
        <p:spPr/>
        <p:txBody>
          <a:bodyPr/>
          <a:lstStyle/>
          <a:p>
            <a:fld id="{B71FE5B5-A979-4370-A255-218EAB36A5F4}" type="slidenum">
              <a:rPr lang="en-GB" smtClean="0"/>
              <a:t>28</a:t>
            </a:fld>
            <a:endParaRPr lang="en-GB"/>
          </a:p>
        </p:txBody>
      </p:sp>
    </p:spTree>
    <p:extLst>
      <p:ext uri="{BB962C8B-B14F-4D97-AF65-F5344CB8AC3E}">
        <p14:creationId xmlns:p14="http://schemas.microsoft.com/office/powerpoint/2010/main" val="3373821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29</a:t>
            </a:fld>
            <a:endParaRPr lang="en-GB"/>
          </a:p>
        </p:txBody>
      </p:sp>
    </p:spTree>
    <p:extLst>
      <p:ext uri="{BB962C8B-B14F-4D97-AF65-F5344CB8AC3E}">
        <p14:creationId xmlns:p14="http://schemas.microsoft.com/office/powerpoint/2010/main" val="3790710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2025 Q3(a)</a:t>
            </a:r>
          </a:p>
        </p:txBody>
      </p:sp>
      <p:sp>
        <p:nvSpPr>
          <p:cNvPr id="4" name="Slide Number Placeholder 3"/>
          <p:cNvSpPr>
            <a:spLocks noGrp="1"/>
          </p:cNvSpPr>
          <p:nvPr>
            <p:ph type="sldNum" sz="quarter" idx="5"/>
          </p:nvPr>
        </p:nvSpPr>
        <p:spPr/>
        <p:txBody>
          <a:bodyPr/>
          <a:lstStyle/>
          <a:p>
            <a:fld id="{B71FE5B5-A979-4370-A255-218EAB36A5F4}" type="slidenum">
              <a:rPr lang="en-GB" smtClean="0"/>
              <a:t>30</a:t>
            </a:fld>
            <a:endParaRPr lang="en-GB"/>
          </a:p>
        </p:txBody>
      </p:sp>
    </p:spTree>
    <p:extLst>
      <p:ext uri="{BB962C8B-B14F-4D97-AF65-F5344CB8AC3E}">
        <p14:creationId xmlns:p14="http://schemas.microsoft.com/office/powerpoint/2010/main" val="3618701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https://peps.python.org/pep-0008/</a:t>
            </a:r>
          </a:p>
        </p:txBody>
      </p:sp>
      <p:sp>
        <p:nvSpPr>
          <p:cNvPr id="4" name="Slide Number Placeholder 3"/>
          <p:cNvSpPr>
            <a:spLocks noGrp="1"/>
          </p:cNvSpPr>
          <p:nvPr>
            <p:ph type="sldNum" sz="quarter" idx="5"/>
          </p:nvPr>
        </p:nvSpPr>
        <p:spPr/>
        <p:txBody>
          <a:bodyPr/>
          <a:lstStyle/>
          <a:p>
            <a:fld id="{B71FE5B5-A979-4370-A255-218EAB36A5F4}" type="slidenum">
              <a:rPr lang="en-GB" smtClean="0"/>
              <a:t>32</a:t>
            </a:fld>
            <a:endParaRPr lang="en-GB"/>
          </a:p>
        </p:txBody>
      </p:sp>
    </p:spTree>
    <p:extLst>
      <p:ext uri="{BB962C8B-B14F-4D97-AF65-F5344CB8AC3E}">
        <p14:creationId xmlns:p14="http://schemas.microsoft.com/office/powerpoint/2010/main" val="26834839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300F-5D99-868A-9BFC-6EC707D24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63596-6941-1E76-E981-0A63F1F02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7FE72-FF5E-AC28-4EB9-0105F0E4207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20DD3A6-5BAA-28B4-284A-1DC57D8D5D5A}"/>
              </a:ext>
            </a:extLst>
          </p:cNvPr>
          <p:cNvSpPr>
            <a:spLocks noGrp="1"/>
          </p:cNvSpPr>
          <p:nvPr>
            <p:ph type="sldNum" sz="quarter" idx="10"/>
          </p:nvPr>
        </p:nvSpPr>
        <p:spPr/>
        <p:txBody>
          <a:bodyPr/>
          <a:lstStyle/>
          <a:p>
            <a:fld id="{B71FE5B5-A979-4370-A255-218EAB36A5F4}" type="slidenum">
              <a:rPr lang="en-GB" smtClean="0"/>
              <a:t>33</a:t>
            </a:fld>
            <a:endParaRPr lang="en-GB"/>
          </a:p>
        </p:txBody>
      </p:sp>
    </p:spTree>
    <p:extLst>
      <p:ext uri="{BB962C8B-B14F-4D97-AF65-F5344CB8AC3E}">
        <p14:creationId xmlns:p14="http://schemas.microsoft.com/office/powerpoint/2010/main" val="2206870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35</a:t>
            </a:fld>
            <a:endParaRPr lang="en-GB"/>
          </a:p>
        </p:txBody>
      </p:sp>
    </p:spTree>
    <p:extLst>
      <p:ext uri="{BB962C8B-B14F-4D97-AF65-F5344CB8AC3E}">
        <p14:creationId xmlns:p14="http://schemas.microsoft.com/office/powerpoint/2010/main" val="33353164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38</a:t>
            </a:fld>
            <a:endParaRPr lang="en-GB"/>
          </a:p>
        </p:txBody>
      </p:sp>
    </p:spTree>
    <p:extLst>
      <p:ext uri="{BB962C8B-B14F-4D97-AF65-F5344CB8AC3E}">
        <p14:creationId xmlns:p14="http://schemas.microsoft.com/office/powerpoint/2010/main" val="2131988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41</a:t>
            </a:fld>
            <a:endParaRPr lang="en-GB"/>
          </a:p>
        </p:txBody>
      </p:sp>
    </p:spTree>
    <p:extLst>
      <p:ext uri="{BB962C8B-B14F-4D97-AF65-F5344CB8AC3E}">
        <p14:creationId xmlns:p14="http://schemas.microsoft.com/office/powerpoint/2010/main" val="32069478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Above and beyond can be on major (</a:t>
            </a:r>
            <a:r>
              <a:rPr lang="en-GB" dirty="0" err="1"/>
              <a:t>SDD</a:t>
            </a:r>
            <a:r>
              <a:rPr lang="en-GB" dirty="0"/>
              <a:t>) or minor (</a:t>
            </a:r>
            <a:r>
              <a:rPr lang="en-GB" dirty="0" err="1"/>
              <a:t>DDD</a:t>
            </a:r>
            <a:r>
              <a:rPr lang="en-GB" dirty="0"/>
              <a:t>).  Two things: researched, documented, referenced, and implemented.  Not a new library (</a:t>
            </a:r>
            <a:r>
              <a:rPr lang="en-GB" dirty="0" err="1"/>
              <a:t>Tkinter</a:t>
            </a:r>
            <a:r>
              <a:rPr lang="en-GB" dirty="0"/>
              <a:t>), use new commands!</a:t>
            </a:r>
          </a:p>
          <a:p>
            <a:r>
              <a:rPr lang="en-GB" dirty="0"/>
              <a:t>1:17:30 https://www.youtube.com/watch?v=NtiUBg6dSrI</a:t>
            </a:r>
          </a:p>
          <a:p>
            <a:r>
              <a:rPr lang="en-GB" dirty="0"/>
              <a:t>Project length could be 10 pages, if stick to the requirements! </a:t>
            </a:r>
          </a:p>
        </p:txBody>
      </p:sp>
      <p:sp>
        <p:nvSpPr>
          <p:cNvPr id="4" name="Slide Number Placeholder 3"/>
          <p:cNvSpPr>
            <a:spLocks noGrp="1"/>
          </p:cNvSpPr>
          <p:nvPr>
            <p:ph type="sldNum" sz="quarter" idx="5"/>
          </p:nvPr>
        </p:nvSpPr>
        <p:spPr/>
        <p:txBody>
          <a:bodyPr/>
          <a:lstStyle/>
          <a:p>
            <a:fld id="{B71FE5B5-A979-4370-A255-218EAB36A5F4}" type="slidenum">
              <a:rPr lang="en-GB" smtClean="0"/>
              <a:t>44</a:t>
            </a:fld>
            <a:endParaRPr lang="en-GB"/>
          </a:p>
        </p:txBody>
      </p:sp>
    </p:spTree>
    <p:extLst>
      <p:ext uri="{BB962C8B-B14F-4D97-AF65-F5344CB8AC3E}">
        <p14:creationId xmlns:p14="http://schemas.microsoft.com/office/powerpoint/2010/main" val="12561625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50</a:t>
            </a:fld>
            <a:endParaRPr lang="en-GB"/>
          </a:p>
        </p:txBody>
      </p:sp>
    </p:spTree>
    <p:extLst>
      <p:ext uri="{BB962C8B-B14F-4D97-AF65-F5344CB8AC3E}">
        <p14:creationId xmlns:p14="http://schemas.microsoft.com/office/powerpoint/2010/main" val="2950136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0564-5510-4968-B83C-E0988A9D5B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F3D860D-1211-4E26-A35E-A80BC376E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23C5969-3F05-4100-9F8A-DB9A82EB4B23}"/>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5" name="Footer Placeholder 4">
            <a:extLst>
              <a:ext uri="{FF2B5EF4-FFF2-40B4-BE49-F238E27FC236}">
                <a16:creationId xmlns:a16="http://schemas.microsoft.com/office/drawing/2014/main" id="{8879FB1B-2516-429F-B867-4823287B8D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1741A-33DE-4C5E-8C9F-B4AD75DA464D}"/>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83201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5E7B-67B3-496A-822C-C32976D915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DBFEDAD-10D4-47B6-8F35-0155F7D63D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020D4F-7E43-4DFE-B626-E846C85BC6A4}"/>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5" name="Footer Placeholder 4">
            <a:extLst>
              <a:ext uri="{FF2B5EF4-FFF2-40B4-BE49-F238E27FC236}">
                <a16:creationId xmlns:a16="http://schemas.microsoft.com/office/drawing/2014/main" id="{ED3EDBDD-527D-4909-8BEF-723EEB3501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505016-CD99-4792-B5CE-4FC2732AB21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28972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2FA82-2BA5-4E38-B83A-773E800962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C8DA602-023E-4AF2-8A02-5ED3BE4E1C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97AF83-9AAB-4395-A1CD-8B1810E80A15}"/>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5" name="Footer Placeholder 4">
            <a:extLst>
              <a:ext uri="{FF2B5EF4-FFF2-40B4-BE49-F238E27FC236}">
                <a16:creationId xmlns:a16="http://schemas.microsoft.com/office/drawing/2014/main" id="{929F4F5F-ED11-4FF4-8082-EF13CCF8D9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17B83B-7338-4290-BCDC-071F1F558BE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274567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238D4-5905-4C6E-BCBB-B9407311419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6C15E6-8B9A-4199-90FC-6E93032700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CE19C19-84FB-4E02-8D3E-A145EF70F6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10729DE-CB61-4172-B1A0-5F570A694499}"/>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6" name="Footer Placeholder 5">
            <a:extLst>
              <a:ext uri="{FF2B5EF4-FFF2-40B4-BE49-F238E27FC236}">
                <a16:creationId xmlns:a16="http://schemas.microsoft.com/office/drawing/2014/main" id="{8FE18137-140C-4C10-9A2D-A8BEA88DAD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7788274-F0A0-4D87-9901-05DB5CB1C875}"/>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32749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0B87-D3F8-4BAA-8DE3-3836317BC4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8ADC46-22A7-453D-BB94-D1CA48C5A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35B5B-116B-4974-BF81-F7294090D1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D89685-D393-44B4-B943-5A951A4725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529B97-30F9-4234-A140-11E2C1505C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7FD1C8F-089B-4A81-946C-8404750F99B0}"/>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8" name="Footer Placeholder 7">
            <a:extLst>
              <a:ext uri="{FF2B5EF4-FFF2-40B4-BE49-F238E27FC236}">
                <a16:creationId xmlns:a16="http://schemas.microsoft.com/office/drawing/2014/main" id="{59EE9EF7-FF78-45D1-965B-99664AD00F9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41DFC4-4931-4DBE-A0A7-A1E0A15DC20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5806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7CCB-CA9F-4F77-978B-946CBCC20A9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692E69A-AA02-4CC0-9FE5-3C50B8F4E60A}"/>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4" name="Footer Placeholder 3">
            <a:extLst>
              <a:ext uri="{FF2B5EF4-FFF2-40B4-BE49-F238E27FC236}">
                <a16:creationId xmlns:a16="http://schemas.microsoft.com/office/drawing/2014/main" id="{964A0F08-87A5-4B96-B446-1337E28A93D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9B3645-39BF-4DC7-A6DC-E10EB4E4D358}"/>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5594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36AF93-0450-4C93-8AED-561C8D0B9C42}"/>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3" name="Footer Placeholder 2">
            <a:extLst>
              <a:ext uri="{FF2B5EF4-FFF2-40B4-BE49-F238E27FC236}">
                <a16:creationId xmlns:a16="http://schemas.microsoft.com/office/drawing/2014/main" id="{D2336096-32F7-4552-856B-0F42E86F0B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8B2CEA9-085F-4023-8477-F0F082AED997}"/>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470016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F9064-4077-4B58-8BD0-E8642C9064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367D8E-F32F-4041-9FDE-C12CBB5278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761CF05-D7DF-470D-8951-656268BBB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EF19F6-CB71-4073-820E-814F731641A1}"/>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6" name="Footer Placeholder 5">
            <a:extLst>
              <a:ext uri="{FF2B5EF4-FFF2-40B4-BE49-F238E27FC236}">
                <a16:creationId xmlns:a16="http://schemas.microsoft.com/office/drawing/2014/main" id="{7389668D-5D63-440F-B937-227682F00C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4DC044-699A-457B-A741-69E8543CEE3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3636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CDCB-7EE6-4D7B-9EC9-999829823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B8A68D7-4A60-4176-AEF9-C7224992D6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CDADDFE-E588-428C-9ACE-BF6D4DC2B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8DAD98-EFA3-40FD-B220-0CEFA3B04D0A}"/>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6" name="Footer Placeholder 5">
            <a:extLst>
              <a:ext uri="{FF2B5EF4-FFF2-40B4-BE49-F238E27FC236}">
                <a16:creationId xmlns:a16="http://schemas.microsoft.com/office/drawing/2014/main" id="{533492CB-8784-44CD-8BE4-F038F0DA8E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6B88F3-B6B9-4DE8-80B4-B31DCC6FF15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626704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B7571-E3AA-47DA-8A99-A8577E9EAE4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56407A-F3C5-4467-999F-12834F3D5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BC1D0D-C52B-4D14-AEAB-FF6484676A94}"/>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5" name="Footer Placeholder 4">
            <a:extLst>
              <a:ext uri="{FF2B5EF4-FFF2-40B4-BE49-F238E27FC236}">
                <a16:creationId xmlns:a16="http://schemas.microsoft.com/office/drawing/2014/main" id="{34558F66-3EB8-48B5-B410-20C1141D68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E85733-F1B0-47F6-B3EA-C32A59118EA0}"/>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204816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78E59-2798-47E7-97DF-12EB43D4DB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823F44B-7DC4-4852-9AAB-98C84D6912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2AEF75-C039-4933-808F-7735F4020E9A}"/>
              </a:ext>
            </a:extLst>
          </p:cNvPr>
          <p:cNvSpPr>
            <a:spLocks noGrp="1"/>
          </p:cNvSpPr>
          <p:nvPr>
            <p:ph type="dt" sz="half" idx="10"/>
          </p:nvPr>
        </p:nvSpPr>
        <p:spPr/>
        <p:txBody>
          <a:bodyPr/>
          <a:lstStyle/>
          <a:p>
            <a:fld id="{CBBB66F6-7471-47DA-8EED-C7BCCA53B015}" type="datetimeFigureOut">
              <a:rPr lang="en-GB" smtClean="0"/>
              <a:t>29/10/2026</a:t>
            </a:fld>
            <a:endParaRPr lang="en-GB"/>
          </a:p>
        </p:txBody>
      </p:sp>
      <p:sp>
        <p:nvSpPr>
          <p:cNvPr id="5" name="Footer Placeholder 4">
            <a:extLst>
              <a:ext uri="{FF2B5EF4-FFF2-40B4-BE49-F238E27FC236}">
                <a16:creationId xmlns:a16="http://schemas.microsoft.com/office/drawing/2014/main" id="{047011B2-1EEF-4630-AB8B-1FC4D8E1FB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B43AA0-545D-40FB-A090-776833BF596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77995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934EA5-96D5-44F8-8B2E-EB636C3A97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096C3A-1C2D-4B6E-9BA6-958361A919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5E72CA-E085-451A-A6D7-D31116C422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BB66F6-7471-47DA-8EED-C7BCCA53B015}" type="datetimeFigureOut">
              <a:rPr lang="en-GB" smtClean="0"/>
              <a:t>29/10/2026</a:t>
            </a:fld>
            <a:endParaRPr lang="en-GB"/>
          </a:p>
        </p:txBody>
      </p:sp>
      <p:sp>
        <p:nvSpPr>
          <p:cNvPr id="5" name="Footer Placeholder 4">
            <a:extLst>
              <a:ext uri="{FF2B5EF4-FFF2-40B4-BE49-F238E27FC236}">
                <a16:creationId xmlns:a16="http://schemas.microsoft.com/office/drawing/2014/main" id="{903CA142-8F89-49C4-92C2-0106F5541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C0D0BA0-3B07-4BE4-ACEC-E0EC87569D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9890C-4870-410D-A143-591B2BA0A39B}" type="slidenum">
              <a:rPr lang="en-GB" smtClean="0"/>
              <a:t>‹#›</a:t>
            </a:fld>
            <a:endParaRPr lang="en-GB"/>
          </a:p>
        </p:txBody>
      </p:sp>
    </p:spTree>
    <p:extLst>
      <p:ext uri="{BB962C8B-B14F-4D97-AF65-F5344CB8AC3E}">
        <p14:creationId xmlns:p14="http://schemas.microsoft.com/office/powerpoint/2010/main" val="3492412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3" Type="http://schemas.openxmlformats.org/officeDocument/2006/relationships/image" Target="../media/image6.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19.png"/><Relationship Id="rId21" Type="http://schemas.openxmlformats.org/officeDocument/2006/relationships/image" Target="../media/image10.png"/><Relationship Id="rId34" Type="http://schemas.openxmlformats.org/officeDocument/2006/relationships/customXml" Target="../ink/ink16.xml"/><Relationship Id="rId42" Type="http://schemas.openxmlformats.org/officeDocument/2006/relationships/customXml" Target="../ink/ink20.xml"/><Relationship Id="rId47" Type="http://schemas.openxmlformats.org/officeDocument/2006/relationships/image" Target="../media/image23.png"/><Relationship Id="rId50" Type="http://schemas.openxmlformats.org/officeDocument/2006/relationships/customXml" Target="../ink/ink24.xml"/><Relationship Id="rId55" Type="http://schemas.openxmlformats.org/officeDocument/2006/relationships/image" Target="../media/image27.png"/><Relationship Id="rId7" Type="http://schemas.openxmlformats.org/officeDocument/2006/relationships/image" Target="../media/image3.png"/><Relationship Id="rId2" Type="http://schemas.openxmlformats.org/officeDocument/2006/relationships/notesSlide" Target="../notesSlides/notesSlide6.xml"/><Relationship Id="rId16" Type="http://schemas.openxmlformats.org/officeDocument/2006/relationships/customXml" Target="../ink/ink7.xml"/><Relationship Id="rId29" Type="http://schemas.openxmlformats.org/officeDocument/2006/relationships/image" Target="../media/image14.png"/><Relationship Id="rId11" Type="http://schemas.openxmlformats.org/officeDocument/2006/relationships/image" Target="../media/image5.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18.png"/><Relationship Id="rId40" Type="http://schemas.openxmlformats.org/officeDocument/2006/relationships/customXml" Target="../ink/ink19.xml"/><Relationship Id="rId45" Type="http://schemas.openxmlformats.org/officeDocument/2006/relationships/image" Target="../media/image22.png"/><Relationship Id="rId53" Type="http://schemas.openxmlformats.org/officeDocument/2006/relationships/image" Target="../media/image26.png"/><Relationship Id="rId5" Type="http://schemas.openxmlformats.org/officeDocument/2006/relationships/image" Target="../media/image2.png"/><Relationship Id="rId10" Type="http://schemas.openxmlformats.org/officeDocument/2006/relationships/customXml" Target="../ink/ink4.xml"/><Relationship Id="rId19" Type="http://schemas.openxmlformats.org/officeDocument/2006/relationships/image" Target="../media/image9.png"/><Relationship Id="rId31" Type="http://schemas.openxmlformats.org/officeDocument/2006/relationships/image" Target="../media/image15.png"/><Relationship Id="rId44" Type="http://schemas.openxmlformats.org/officeDocument/2006/relationships/customXml" Target="../ink/ink21.xml"/><Relationship Id="rId52" Type="http://schemas.openxmlformats.org/officeDocument/2006/relationships/customXml" Target="../ink/ink25.xml"/><Relationship Id="rId4" Type="http://schemas.openxmlformats.org/officeDocument/2006/relationships/customXml" Target="../ink/ink1.xml"/><Relationship Id="rId9" Type="http://schemas.openxmlformats.org/officeDocument/2006/relationships/image" Target="../media/image4.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3.png"/><Relationship Id="rId30" Type="http://schemas.openxmlformats.org/officeDocument/2006/relationships/customXml" Target="../ink/ink14.xml"/><Relationship Id="rId35" Type="http://schemas.openxmlformats.org/officeDocument/2006/relationships/image" Target="../media/image17.png"/><Relationship Id="rId43" Type="http://schemas.openxmlformats.org/officeDocument/2006/relationships/image" Target="../media/image21.png"/><Relationship Id="rId48" Type="http://schemas.openxmlformats.org/officeDocument/2006/relationships/customXml" Target="../ink/ink23.xml"/><Relationship Id="rId8" Type="http://schemas.openxmlformats.org/officeDocument/2006/relationships/customXml" Target="../ink/ink3.xml"/><Relationship Id="rId51" Type="http://schemas.openxmlformats.org/officeDocument/2006/relationships/image" Target="../media/image25.png"/><Relationship Id="rId3" Type="http://schemas.openxmlformats.org/officeDocument/2006/relationships/image" Target="../media/image1.png"/><Relationship Id="rId12" Type="http://schemas.openxmlformats.org/officeDocument/2006/relationships/customXml" Target="../ink/ink5.xml"/><Relationship Id="rId17" Type="http://schemas.openxmlformats.org/officeDocument/2006/relationships/image" Target="../media/image8.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18.xml"/><Relationship Id="rId46" Type="http://schemas.openxmlformats.org/officeDocument/2006/relationships/customXml" Target="../ink/ink22.xml"/><Relationship Id="rId20" Type="http://schemas.openxmlformats.org/officeDocument/2006/relationships/customXml" Target="../ink/ink9.xml"/><Relationship Id="rId41" Type="http://schemas.openxmlformats.org/officeDocument/2006/relationships/image" Target="../media/image20.png"/><Relationship Id="rId54" Type="http://schemas.openxmlformats.org/officeDocument/2006/relationships/customXml" Target="../ink/ink26.xml"/><Relationship Id="rId1" Type="http://schemas.openxmlformats.org/officeDocument/2006/relationships/slideLayout" Target="../slideLayouts/slideLayout6.xml"/><Relationship Id="rId6" Type="http://schemas.openxmlformats.org/officeDocument/2006/relationships/customXml" Target="../ink/ink2.xml"/><Relationship Id="rId15" Type="http://schemas.openxmlformats.org/officeDocument/2006/relationships/image" Target="../media/image7.png"/><Relationship Id="rId23" Type="http://schemas.openxmlformats.org/officeDocument/2006/relationships/image" Target="../media/image11.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 Id="rId14" Type="http://schemas.openxmlformats.org/officeDocument/2006/relationships/image" Target="../media/image40.svg"/></Relationships>
</file>

<file path=ppt/slides/_rels/slide21.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 Id="rId14" Type="http://schemas.openxmlformats.org/officeDocument/2006/relationships/image" Target="../media/image40.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54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customXml" Target="../ink/ink29.xml"/><Relationship Id="rId4" Type="http://schemas.openxmlformats.org/officeDocument/2006/relationships/image" Target="../media/image99.png"/></Relationships>
</file>

<file path=ppt/slides/_rels/slide48.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customXml" Target="../ink/ink31.xml"/><Relationship Id="rId4" Type="http://schemas.openxmlformats.org/officeDocument/2006/relationships/image" Target="../media/image102.png"/></Relationships>
</file>

<file path=ppt/slides/_rels/slide49.xml.rels><?xml version="1.0" encoding="UTF-8" standalone="yes"?>
<Relationships xmlns="http://schemas.openxmlformats.org/package/2006/relationships"><Relationship Id="rId3" Type="http://schemas.openxmlformats.org/officeDocument/2006/relationships/customXml" Target="../ink/ink32.xml"/><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customXml" Target="../ink/ink33.xml"/><Relationship Id="rId4" Type="http://schemas.openxmlformats.org/officeDocument/2006/relationships/image" Target="../media/image105.png"/></Relationships>
</file>

<file path=ppt/slides/_rels/slide50.xml.rels><?xml version="1.0" encoding="UTF-8" standalone="yes"?>
<Relationships xmlns="http://schemas.openxmlformats.org/package/2006/relationships"><Relationship Id="rId26" Type="http://schemas.openxmlformats.org/officeDocument/2006/relationships/customXml" Target="../ink/ink45.xml"/><Relationship Id="rId21" Type="http://schemas.openxmlformats.org/officeDocument/2006/relationships/image" Target="../media/image116.png"/><Relationship Id="rId42" Type="http://schemas.openxmlformats.org/officeDocument/2006/relationships/customXml" Target="../ink/ink53.xml"/><Relationship Id="rId47" Type="http://schemas.openxmlformats.org/officeDocument/2006/relationships/image" Target="../media/image129.png"/><Relationship Id="rId63" Type="http://schemas.openxmlformats.org/officeDocument/2006/relationships/image" Target="../media/image137.png"/><Relationship Id="rId68" Type="http://schemas.openxmlformats.org/officeDocument/2006/relationships/customXml" Target="../ink/ink66.xml"/><Relationship Id="rId16" Type="http://schemas.openxmlformats.org/officeDocument/2006/relationships/customXml" Target="../ink/ink40.xml"/><Relationship Id="rId11" Type="http://schemas.openxmlformats.org/officeDocument/2006/relationships/image" Target="../media/image111.png"/><Relationship Id="rId32" Type="http://schemas.openxmlformats.org/officeDocument/2006/relationships/customXml" Target="../ink/ink48.xml"/><Relationship Id="rId37" Type="http://schemas.openxmlformats.org/officeDocument/2006/relationships/image" Target="../media/image124.png"/><Relationship Id="rId53" Type="http://schemas.openxmlformats.org/officeDocument/2006/relationships/image" Target="../media/image132.png"/><Relationship Id="rId58" Type="http://schemas.openxmlformats.org/officeDocument/2006/relationships/customXml" Target="../ink/ink61.xml"/><Relationship Id="rId74" Type="http://schemas.openxmlformats.org/officeDocument/2006/relationships/customXml" Target="../ink/ink69.xml"/><Relationship Id="rId79" Type="http://schemas.openxmlformats.org/officeDocument/2006/relationships/image" Target="../media/image145.png"/><Relationship Id="rId5" Type="http://schemas.openxmlformats.org/officeDocument/2006/relationships/image" Target="../media/image108.png"/><Relationship Id="rId61" Type="http://schemas.openxmlformats.org/officeDocument/2006/relationships/image" Target="../media/image136.png"/><Relationship Id="rId19" Type="http://schemas.openxmlformats.org/officeDocument/2006/relationships/image" Target="../media/image115.png"/><Relationship Id="rId14" Type="http://schemas.openxmlformats.org/officeDocument/2006/relationships/customXml" Target="../ink/ink39.xml"/><Relationship Id="rId22" Type="http://schemas.openxmlformats.org/officeDocument/2006/relationships/customXml" Target="../ink/ink43.xml"/><Relationship Id="rId27" Type="http://schemas.openxmlformats.org/officeDocument/2006/relationships/image" Target="../media/image119.png"/><Relationship Id="rId30" Type="http://schemas.openxmlformats.org/officeDocument/2006/relationships/customXml" Target="../ink/ink47.xml"/><Relationship Id="rId35" Type="http://schemas.openxmlformats.org/officeDocument/2006/relationships/image" Target="../media/image123.png"/><Relationship Id="rId43" Type="http://schemas.openxmlformats.org/officeDocument/2006/relationships/image" Target="../media/image127.png"/><Relationship Id="rId48" Type="http://schemas.openxmlformats.org/officeDocument/2006/relationships/customXml" Target="../ink/ink56.xml"/><Relationship Id="rId56" Type="http://schemas.openxmlformats.org/officeDocument/2006/relationships/customXml" Target="../ink/ink60.xml"/><Relationship Id="rId64" Type="http://schemas.openxmlformats.org/officeDocument/2006/relationships/customXml" Target="../ink/ink64.xml"/><Relationship Id="rId69" Type="http://schemas.openxmlformats.org/officeDocument/2006/relationships/image" Target="../media/image140.png"/><Relationship Id="rId77" Type="http://schemas.openxmlformats.org/officeDocument/2006/relationships/image" Target="../media/image144.png"/><Relationship Id="rId8" Type="http://schemas.openxmlformats.org/officeDocument/2006/relationships/customXml" Target="../ink/ink36.xml"/><Relationship Id="rId51" Type="http://schemas.openxmlformats.org/officeDocument/2006/relationships/image" Target="../media/image131.png"/><Relationship Id="rId72" Type="http://schemas.openxmlformats.org/officeDocument/2006/relationships/customXml" Target="../ink/ink68.xml"/><Relationship Id="rId80" Type="http://schemas.openxmlformats.org/officeDocument/2006/relationships/customXml" Target="../ink/ink72.xml"/><Relationship Id="rId3" Type="http://schemas.openxmlformats.org/officeDocument/2006/relationships/image" Target="../media/image47.png"/><Relationship Id="rId12" Type="http://schemas.openxmlformats.org/officeDocument/2006/relationships/customXml" Target="../ink/ink38.xml"/><Relationship Id="rId17" Type="http://schemas.openxmlformats.org/officeDocument/2006/relationships/image" Target="../media/image114.png"/><Relationship Id="rId25" Type="http://schemas.openxmlformats.org/officeDocument/2006/relationships/image" Target="../media/image118.png"/><Relationship Id="rId33" Type="http://schemas.openxmlformats.org/officeDocument/2006/relationships/image" Target="../media/image122.png"/><Relationship Id="rId38" Type="http://schemas.openxmlformats.org/officeDocument/2006/relationships/customXml" Target="../ink/ink51.xml"/><Relationship Id="rId46" Type="http://schemas.openxmlformats.org/officeDocument/2006/relationships/customXml" Target="../ink/ink55.xml"/><Relationship Id="rId59" Type="http://schemas.openxmlformats.org/officeDocument/2006/relationships/image" Target="../media/image135.png"/><Relationship Id="rId67" Type="http://schemas.openxmlformats.org/officeDocument/2006/relationships/image" Target="../media/image139.png"/><Relationship Id="rId20" Type="http://schemas.openxmlformats.org/officeDocument/2006/relationships/customXml" Target="../ink/ink42.xml"/><Relationship Id="rId41" Type="http://schemas.openxmlformats.org/officeDocument/2006/relationships/image" Target="../media/image126.png"/><Relationship Id="rId54" Type="http://schemas.openxmlformats.org/officeDocument/2006/relationships/customXml" Target="../ink/ink59.xml"/><Relationship Id="rId62" Type="http://schemas.openxmlformats.org/officeDocument/2006/relationships/customXml" Target="../ink/ink63.xml"/><Relationship Id="rId70" Type="http://schemas.openxmlformats.org/officeDocument/2006/relationships/customXml" Target="../ink/ink67.xml"/><Relationship Id="rId75"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customXml" Target="../ink/ink35.xml"/><Relationship Id="rId15" Type="http://schemas.openxmlformats.org/officeDocument/2006/relationships/image" Target="../media/image113.png"/><Relationship Id="rId23" Type="http://schemas.openxmlformats.org/officeDocument/2006/relationships/image" Target="../media/image117.png"/><Relationship Id="rId28" Type="http://schemas.openxmlformats.org/officeDocument/2006/relationships/customXml" Target="../ink/ink46.xml"/><Relationship Id="rId36" Type="http://schemas.openxmlformats.org/officeDocument/2006/relationships/customXml" Target="../ink/ink50.xml"/><Relationship Id="rId49" Type="http://schemas.openxmlformats.org/officeDocument/2006/relationships/image" Target="../media/image130.png"/><Relationship Id="rId57" Type="http://schemas.openxmlformats.org/officeDocument/2006/relationships/image" Target="../media/image134.png"/><Relationship Id="rId10" Type="http://schemas.openxmlformats.org/officeDocument/2006/relationships/customXml" Target="../ink/ink37.xml"/><Relationship Id="rId31" Type="http://schemas.openxmlformats.org/officeDocument/2006/relationships/image" Target="../media/image121.png"/><Relationship Id="rId44" Type="http://schemas.openxmlformats.org/officeDocument/2006/relationships/customXml" Target="../ink/ink54.xml"/><Relationship Id="rId52" Type="http://schemas.openxmlformats.org/officeDocument/2006/relationships/customXml" Target="../ink/ink58.xml"/><Relationship Id="rId60" Type="http://schemas.openxmlformats.org/officeDocument/2006/relationships/customXml" Target="../ink/ink62.xml"/><Relationship Id="rId65" Type="http://schemas.openxmlformats.org/officeDocument/2006/relationships/image" Target="../media/image138.png"/><Relationship Id="rId73" Type="http://schemas.openxmlformats.org/officeDocument/2006/relationships/image" Target="../media/image142.png"/><Relationship Id="rId78" Type="http://schemas.openxmlformats.org/officeDocument/2006/relationships/customXml" Target="../ink/ink71.xml"/><Relationship Id="rId81" Type="http://schemas.openxmlformats.org/officeDocument/2006/relationships/image" Target="../media/image146.png"/><Relationship Id="rId4" Type="http://schemas.openxmlformats.org/officeDocument/2006/relationships/customXml" Target="../ink/ink34.xml"/><Relationship Id="rId9" Type="http://schemas.openxmlformats.org/officeDocument/2006/relationships/image" Target="../media/image110.png"/><Relationship Id="rId13" Type="http://schemas.openxmlformats.org/officeDocument/2006/relationships/image" Target="../media/image112.png"/><Relationship Id="rId18" Type="http://schemas.openxmlformats.org/officeDocument/2006/relationships/customXml" Target="../ink/ink41.xml"/><Relationship Id="rId39" Type="http://schemas.openxmlformats.org/officeDocument/2006/relationships/image" Target="../media/image125.png"/><Relationship Id="rId34" Type="http://schemas.openxmlformats.org/officeDocument/2006/relationships/customXml" Target="../ink/ink49.xml"/><Relationship Id="rId50" Type="http://schemas.openxmlformats.org/officeDocument/2006/relationships/customXml" Target="../ink/ink57.xml"/><Relationship Id="rId55" Type="http://schemas.openxmlformats.org/officeDocument/2006/relationships/image" Target="../media/image133.png"/><Relationship Id="rId76" Type="http://schemas.openxmlformats.org/officeDocument/2006/relationships/customXml" Target="../ink/ink70.xml"/><Relationship Id="rId7" Type="http://schemas.openxmlformats.org/officeDocument/2006/relationships/image" Target="../media/image109.png"/><Relationship Id="rId71" Type="http://schemas.openxmlformats.org/officeDocument/2006/relationships/image" Target="../media/image141.png"/><Relationship Id="rId2" Type="http://schemas.openxmlformats.org/officeDocument/2006/relationships/notesSlide" Target="../notesSlides/notesSlide30.xml"/><Relationship Id="rId29" Type="http://schemas.openxmlformats.org/officeDocument/2006/relationships/image" Target="../media/image120.png"/><Relationship Id="rId24" Type="http://schemas.openxmlformats.org/officeDocument/2006/relationships/customXml" Target="../ink/ink44.xml"/><Relationship Id="rId40" Type="http://schemas.openxmlformats.org/officeDocument/2006/relationships/customXml" Target="../ink/ink52.xml"/><Relationship Id="rId45" Type="http://schemas.openxmlformats.org/officeDocument/2006/relationships/image" Target="../media/image128.png"/><Relationship Id="rId66" Type="http://schemas.openxmlformats.org/officeDocument/2006/relationships/customXml" Target="../ink/ink6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6" Type="http://schemas.openxmlformats.org/officeDocument/2006/relationships/image" Target="../media/image159.png"/><Relationship Id="rId21" Type="http://schemas.openxmlformats.org/officeDocument/2006/relationships/customXml" Target="../ink/ink82.xml"/><Relationship Id="rId42" Type="http://schemas.openxmlformats.org/officeDocument/2006/relationships/image" Target="../media/image167.png"/><Relationship Id="rId47" Type="http://schemas.openxmlformats.org/officeDocument/2006/relationships/customXml" Target="../ink/ink95.xml"/><Relationship Id="rId63" Type="http://schemas.openxmlformats.org/officeDocument/2006/relationships/customXml" Target="../ink/ink103.xml"/><Relationship Id="rId68" Type="http://schemas.openxmlformats.org/officeDocument/2006/relationships/image" Target="../media/image180.png"/><Relationship Id="rId84" Type="http://schemas.openxmlformats.org/officeDocument/2006/relationships/image" Target="../media/image188.png"/><Relationship Id="rId89" Type="http://schemas.openxmlformats.org/officeDocument/2006/relationships/customXml" Target="../ink/ink116.xml"/><Relationship Id="rId112" Type="http://schemas.openxmlformats.org/officeDocument/2006/relationships/image" Target="../media/image202.png"/><Relationship Id="rId16" Type="http://schemas.openxmlformats.org/officeDocument/2006/relationships/image" Target="../media/image154.png"/><Relationship Id="rId107" Type="http://schemas.openxmlformats.org/officeDocument/2006/relationships/customXml" Target="../ink/ink125.xml"/><Relationship Id="rId11" Type="http://schemas.openxmlformats.org/officeDocument/2006/relationships/customXml" Target="../ink/ink77.xml"/><Relationship Id="rId32" Type="http://schemas.openxmlformats.org/officeDocument/2006/relationships/image" Target="../media/image162.png"/><Relationship Id="rId37" Type="http://schemas.openxmlformats.org/officeDocument/2006/relationships/customXml" Target="../ink/ink90.xml"/><Relationship Id="rId53" Type="http://schemas.openxmlformats.org/officeDocument/2006/relationships/customXml" Target="../ink/ink98.xml"/><Relationship Id="rId58" Type="http://schemas.openxmlformats.org/officeDocument/2006/relationships/image" Target="../media/image175.png"/><Relationship Id="rId74" Type="http://schemas.openxmlformats.org/officeDocument/2006/relationships/image" Target="../media/image183.png"/><Relationship Id="rId79" Type="http://schemas.openxmlformats.org/officeDocument/2006/relationships/customXml" Target="../ink/ink111.xml"/><Relationship Id="rId102" Type="http://schemas.openxmlformats.org/officeDocument/2006/relationships/image" Target="../media/image197.png"/><Relationship Id="rId5" Type="http://schemas.openxmlformats.org/officeDocument/2006/relationships/customXml" Target="../ink/ink74.xml"/><Relationship Id="rId90" Type="http://schemas.openxmlformats.org/officeDocument/2006/relationships/image" Target="../media/image191.png"/><Relationship Id="rId95" Type="http://schemas.openxmlformats.org/officeDocument/2006/relationships/customXml" Target="../ink/ink119.xml"/><Relationship Id="rId22" Type="http://schemas.openxmlformats.org/officeDocument/2006/relationships/image" Target="../media/image157.png"/><Relationship Id="rId27" Type="http://schemas.openxmlformats.org/officeDocument/2006/relationships/customXml" Target="../ink/ink85.xml"/><Relationship Id="rId43" Type="http://schemas.openxmlformats.org/officeDocument/2006/relationships/customXml" Target="../ink/ink93.xml"/><Relationship Id="rId48" Type="http://schemas.openxmlformats.org/officeDocument/2006/relationships/image" Target="../media/image170.png"/><Relationship Id="rId64" Type="http://schemas.openxmlformats.org/officeDocument/2006/relationships/image" Target="../media/image178.png"/><Relationship Id="rId69" Type="http://schemas.openxmlformats.org/officeDocument/2006/relationships/customXml" Target="../ink/ink106.xml"/><Relationship Id="rId113" Type="http://schemas.openxmlformats.org/officeDocument/2006/relationships/customXml" Target="../ink/ink128.xml"/><Relationship Id="rId80" Type="http://schemas.openxmlformats.org/officeDocument/2006/relationships/image" Target="../media/image186.png"/><Relationship Id="rId85" Type="http://schemas.openxmlformats.org/officeDocument/2006/relationships/customXml" Target="../ink/ink114.xml"/><Relationship Id="rId12" Type="http://schemas.openxmlformats.org/officeDocument/2006/relationships/image" Target="../media/image152.png"/><Relationship Id="rId17" Type="http://schemas.openxmlformats.org/officeDocument/2006/relationships/customXml" Target="../ink/ink80.xml"/><Relationship Id="rId33" Type="http://schemas.openxmlformats.org/officeDocument/2006/relationships/customXml" Target="../ink/ink88.xml"/><Relationship Id="rId38" Type="http://schemas.openxmlformats.org/officeDocument/2006/relationships/image" Target="../media/image165.png"/><Relationship Id="rId59" Type="http://schemas.openxmlformats.org/officeDocument/2006/relationships/customXml" Target="../ink/ink101.xml"/><Relationship Id="rId103" Type="http://schemas.openxmlformats.org/officeDocument/2006/relationships/customXml" Target="../ink/ink123.xml"/><Relationship Id="rId108" Type="http://schemas.openxmlformats.org/officeDocument/2006/relationships/image" Target="../media/image200.png"/><Relationship Id="rId54" Type="http://schemas.openxmlformats.org/officeDocument/2006/relationships/image" Target="../media/image173.png"/><Relationship Id="rId70" Type="http://schemas.openxmlformats.org/officeDocument/2006/relationships/image" Target="../media/image181.png"/><Relationship Id="rId75" Type="http://schemas.openxmlformats.org/officeDocument/2006/relationships/customXml" Target="../ink/ink109.xml"/><Relationship Id="rId91" Type="http://schemas.openxmlformats.org/officeDocument/2006/relationships/customXml" Target="../ink/ink117.xml"/><Relationship Id="rId96" Type="http://schemas.openxmlformats.org/officeDocument/2006/relationships/image" Target="../media/image194.png"/><Relationship Id="rId1" Type="http://schemas.openxmlformats.org/officeDocument/2006/relationships/slideLayout" Target="../slideLayouts/slideLayout2.xml"/><Relationship Id="rId6" Type="http://schemas.openxmlformats.org/officeDocument/2006/relationships/image" Target="../media/image149.png"/><Relationship Id="rId15" Type="http://schemas.openxmlformats.org/officeDocument/2006/relationships/customXml" Target="../ink/ink79.xml"/><Relationship Id="rId23" Type="http://schemas.openxmlformats.org/officeDocument/2006/relationships/customXml" Target="../ink/ink83.xml"/><Relationship Id="rId28" Type="http://schemas.openxmlformats.org/officeDocument/2006/relationships/image" Target="../media/image160.png"/><Relationship Id="rId36" Type="http://schemas.openxmlformats.org/officeDocument/2006/relationships/image" Target="../media/image164.png"/><Relationship Id="rId49" Type="http://schemas.openxmlformats.org/officeDocument/2006/relationships/customXml" Target="../ink/ink96.xml"/><Relationship Id="rId57" Type="http://schemas.openxmlformats.org/officeDocument/2006/relationships/customXml" Target="../ink/ink100.xml"/><Relationship Id="rId106" Type="http://schemas.openxmlformats.org/officeDocument/2006/relationships/image" Target="../media/image199.png"/><Relationship Id="rId114" Type="http://schemas.openxmlformats.org/officeDocument/2006/relationships/image" Target="../media/image203.png"/><Relationship Id="rId10" Type="http://schemas.openxmlformats.org/officeDocument/2006/relationships/image" Target="../media/image151.png"/><Relationship Id="rId31" Type="http://schemas.openxmlformats.org/officeDocument/2006/relationships/customXml" Target="../ink/ink87.xml"/><Relationship Id="rId44" Type="http://schemas.openxmlformats.org/officeDocument/2006/relationships/image" Target="../media/image168.png"/><Relationship Id="rId52" Type="http://schemas.openxmlformats.org/officeDocument/2006/relationships/image" Target="../media/image172.png"/><Relationship Id="rId60" Type="http://schemas.openxmlformats.org/officeDocument/2006/relationships/image" Target="../media/image176.png"/><Relationship Id="rId65" Type="http://schemas.openxmlformats.org/officeDocument/2006/relationships/customXml" Target="../ink/ink104.xml"/><Relationship Id="rId73" Type="http://schemas.openxmlformats.org/officeDocument/2006/relationships/customXml" Target="../ink/ink108.xml"/><Relationship Id="rId78" Type="http://schemas.openxmlformats.org/officeDocument/2006/relationships/image" Target="../media/image185.png"/><Relationship Id="rId81" Type="http://schemas.openxmlformats.org/officeDocument/2006/relationships/customXml" Target="../ink/ink112.xml"/><Relationship Id="rId86" Type="http://schemas.openxmlformats.org/officeDocument/2006/relationships/image" Target="../media/image189.png"/><Relationship Id="rId94" Type="http://schemas.openxmlformats.org/officeDocument/2006/relationships/image" Target="../media/image193.png"/><Relationship Id="rId99" Type="http://schemas.openxmlformats.org/officeDocument/2006/relationships/customXml" Target="../ink/ink121.xml"/><Relationship Id="rId101" Type="http://schemas.openxmlformats.org/officeDocument/2006/relationships/customXml" Target="../ink/ink122.xml"/><Relationship Id="rId4" Type="http://schemas.openxmlformats.org/officeDocument/2006/relationships/image" Target="../media/image148.png"/><Relationship Id="rId9" Type="http://schemas.openxmlformats.org/officeDocument/2006/relationships/customXml" Target="../ink/ink76.xml"/><Relationship Id="rId13" Type="http://schemas.openxmlformats.org/officeDocument/2006/relationships/customXml" Target="../ink/ink78.xml"/><Relationship Id="rId18" Type="http://schemas.openxmlformats.org/officeDocument/2006/relationships/image" Target="../media/image155.png"/><Relationship Id="rId39" Type="http://schemas.openxmlformats.org/officeDocument/2006/relationships/customXml" Target="../ink/ink91.xml"/><Relationship Id="rId109" Type="http://schemas.openxmlformats.org/officeDocument/2006/relationships/customXml" Target="../ink/ink126.xml"/><Relationship Id="rId34" Type="http://schemas.openxmlformats.org/officeDocument/2006/relationships/image" Target="../media/image163.png"/><Relationship Id="rId50" Type="http://schemas.openxmlformats.org/officeDocument/2006/relationships/image" Target="../media/image171.png"/><Relationship Id="rId55" Type="http://schemas.openxmlformats.org/officeDocument/2006/relationships/customXml" Target="../ink/ink99.xml"/><Relationship Id="rId76" Type="http://schemas.openxmlformats.org/officeDocument/2006/relationships/image" Target="../media/image184.png"/><Relationship Id="rId97" Type="http://schemas.openxmlformats.org/officeDocument/2006/relationships/customXml" Target="../ink/ink120.xml"/><Relationship Id="rId104" Type="http://schemas.openxmlformats.org/officeDocument/2006/relationships/image" Target="../media/image198.png"/><Relationship Id="rId7" Type="http://schemas.openxmlformats.org/officeDocument/2006/relationships/customXml" Target="../ink/ink75.xml"/><Relationship Id="rId71" Type="http://schemas.openxmlformats.org/officeDocument/2006/relationships/customXml" Target="../ink/ink107.xml"/><Relationship Id="rId92" Type="http://schemas.openxmlformats.org/officeDocument/2006/relationships/image" Target="../media/image192.png"/><Relationship Id="rId2" Type="http://schemas.openxmlformats.org/officeDocument/2006/relationships/image" Target="../media/image48.png"/><Relationship Id="rId29" Type="http://schemas.openxmlformats.org/officeDocument/2006/relationships/customXml" Target="../ink/ink86.xml"/><Relationship Id="rId24" Type="http://schemas.openxmlformats.org/officeDocument/2006/relationships/image" Target="../media/image158.png"/><Relationship Id="rId40" Type="http://schemas.openxmlformats.org/officeDocument/2006/relationships/image" Target="../media/image166.png"/><Relationship Id="rId45" Type="http://schemas.openxmlformats.org/officeDocument/2006/relationships/customXml" Target="../ink/ink94.xml"/><Relationship Id="rId66" Type="http://schemas.openxmlformats.org/officeDocument/2006/relationships/image" Target="../media/image179.png"/><Relationship Id="rId87" Type="http://schemas.openxmlformats.org/officeDocument/2006/relationships/customXml" Target="../ink/ink115.xml"/><Relationship Id="rId110" Type="http://schemas.openxmlformats.org/officeDocument/2006/relationships/image" Target="../media/image201.png"/><Relationship Id="rId61" Type="http://schemas.openxmlformats.org/officeDocument/2006/relationships/customXml" Target="../ink/ink102.xml"/><Relationship Id="rId82" Type="http://schemas.openxmlformats.org/officeDocument/2006/relationships/image" Target="../media/image187.png"/><Relationship Id="rId19" Type="http://schemas.openxmlformats.org/officeDocument/2006/relationships/customXml" Target="../ink/ink81.xml"/><Relationship Id="rId14" Type="http://schemas.openxmlformats.org/officeDocument/2006/relationships/image" Target="../media/image153.png"/><Relationship Id="rId30" Type="http://schemas.openxmlformats.org/officeDocument/2006/relationships/image" Target="../media/image161.png"/><Relationship Id="rId35" Type="http://schemas.openxmlformats.org/officeDocument/2006/relationships/customXml" Target="../ink/ink89.xml"/><Relationship Id="rId56" Type="http://schemas.openxmlformats.org/officeDocument/2006/relationships/image" Target="../media/image174.png"/><Relationship Id="rId77" Type="http://schemas.openxmlformats.org/officeDocument/2006/relationships/customXml" Target="../ink/ink110.xml"/><Relationship Id="rId100" Type="http://schemas.openxmlformats.org/officeDocument/2006/relationships/image" Target="../media/image196.png"/><Relationship Id="rId105" Type="http://schemas.openxmlformats.org/officeDocument/2006/relationships/customXml" Target="../ink/ink124.xml"/><Relationship Id="rId8" Type="http://schemas.openxmlformats.org/officeDocument/2006/relationships/image" Target="../media/image150.png"/><Relationship Id="rId51" Type="http://schemas.openxmlformats.org/officeDocument/2006/relationships/customXml" Target="../ink/ink97.xml"/><Relationship Id="rId72" Type="http://schemas.openxmlformats.org/officeDocument/2006/relationships/image" Target="../media/image182.png"/><Relationship Id="rId93" Type="http://schemas.openxmlformats.org/officeDocument/2006/relationships/customXml" Target="../ink/ink118.xml"/><Relationship Id="rId98" Type="http://schemas.openxmlformats.org/officeDocument/2006/relationships/image" Target="../media/image195.png"/><Relationship Id="rId3" Type="http://schemas.openxmlformats.org/officeDocument/2006/relationships/customXml" Target="../ink/ink73.xml"/><Relationship Id="rId25" Type="http://schemas.openxmlformats.org/officeDocument/2006/relationships/customXml" Target="../ink/ink84.xml"/><Relationship Id="rId46" Type="http://schemas.openxmlformats.org/officeDocument/2006/relationships/image" Target="../media/image169.png"/><Relationship Id="rId67" Type="http://schemas.openxmlformats.org/officeDocument/2006/relationships/customXml" Target="../ink/ink105.xml"/><Relationship Id="rId20" Type="http://schemas.openxmlformats.org/officeDocument/2006/relationships/image" Target="../media/image156.png"/><Relationship Id="rId41" Type="http://schemas.openxmlformats.org/officeDocument/2006/relationships/customXml" Target="../ink/ink92.xml"/><Relationship Id="rId62" Type="http://schemas.openxmlformats.org/officeDocument/2006/relationships/image" Target="../media/image177.png"/><Relationship Id="rId83" Type="http://schemas.openxmlformats.org/officeDocument/2006/relationships/customXml" Target="../ink/ink113.xml"/><Relationship Id="rId88" Type="http://schemas.openxmlformats.org/officeDocument/2006/relationships/image" Target="../media/image190.png"/><Relationship Id="rId111" Type="http://schemas.openxmlformats.org/officeDocument/2006/relationships/customXml" Target="../ink/ink127.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3" Type="http://schemas.openxmlformats.org/officeDocument/2006/relationships/customXml" Target="../ink/ink134.xml"/><Relationship Id="rId18" Type="http://schemas.openxmlformats.org/officeDocument/2006/relationships/image" Target="../media/image213.png"/><Relationship Id="rId26" Type="http://schemas.openxmlformats.org/officeDocument/2006/relationships/image" Target="../media/image217.png"/><Relationship Id="rId39" Type="http://schemas.openxmlformats.org/officeDocument/2006/relationships/customXml" Target="../ink/ink147.xml"/><Relationship Id="rId21" Type="http://schemas.openxmlformats.org/officeDocument/2006/relationships/customXml" Target="../ink/ink138.xml"/><Relationship Id="rId34" Type="http://schemas.openxmlformats.org/officeDocument/2006/relationships/image" Target="../media/image221.png"/><Relationship Id="rId42" Type="http://schemas.openxmlformats.org/officeDocument/2006/relationships/image" Target="../media/image225.png"/><Relationship Id="rId47" Type="http://schemas.openxmlformats.org/officeDocument/2006/relationships/customXml" Target="../ink/ink151.xml"/><Relationship Id="rId50" Type="http://schemas.openxmlformats.org/officeDocument/2006/relationships/image" Target="../media/image229.png"/><Relationship Id="rId7" Type="http://schemas.openxmlformats.org/officeDocument/2006/relationships/customXml" Target="../ink/ink131.xml"/><Relationship Id="rId2" Type="http://schemas.openxmlformats.org/officeDocument/2006/relationships/image" Target="../media/image50.png"/><Relationship Id="rId16" Type="http://schemas.openxmlformats.org/officeDocument/2006/relationships/image" Target="../media/image212.png"/><Relationship Id="rId29" Type="http://schemas.openxmlformats.org/officeDocument/2006/relationships/customXml" Target="../ink/ink142.xml"/><Relationship Id="rId11" Type="http://schemas.openxmlformats.org/officeDocument/2006/relationships/customXml" Target="../ink/ink133.xml"/><Relationship Id="rId24" Type="http://schemas.openxmlformats.org/officeDocument/2006/relationships/image" Target="../media/image216.png"/><Relationship Id="rId32" Type="http://schemas.openxmlformats.org/officeDocument/2006/relationships/image" Target="../media/image220.png"/><Relationship Id="rId37" Type="http://schemas.openxmlformats.org/officeDocument/2006/relationships/customXml" Target="../ink/ink146.xml"/><Relationship Id="rId40" Type="http://schemas.openxmlformats.org/officeDocument/2006/relationships/image" Target="../media/image224.png"/><Relationship Id="rId45" Type="http://schemas.openxmlformats.org/officeDocument/2006/relationships/customXml" Target="../ink/ink150.xml"/><Relationship Id="rId5" Type="http://schemas.openxmlformats.org/officeDocument/2006/relationships/customXml" Target="../ink/ink130.xml"/><Relationship Id="rId15" Type="http://schemas.openxmlformats.org/officeDocument/2006/relationships/customXml" Target="../ink/ink135.xml"/><Relationship Id="rId23" Type="http://schemas.openxmlformats.org/officeDocument/2006/relationships/customXml" Target="../ink/ink139.xml"/><Relationship Id="rId28" Type="http://schemas.openxmlformats.org/officeDocument/2006/relationships/image" Target="../media/image218.png"/><Relationship Id="rId36" Type="http://schemas.openxmlformats.org/officeDocument/2006/relationships/image" Target="../media/image222.png"/><Relationship Id="rId49" Type="http://schemas.openxmlformats.org/officeDocument/2006/relationships/customXml" Target="../ink/ink152.xml"/><Relationship Id="rId10" Type="http://schemas.openxmlformats.org/officeDocument/2006/relationships/image" Target="../media/image209.png"/><Relationship Id="rId19" Type="http://schemas.openxmlformats.org/officeDocument/2006/relationships/customXml" Target="../ink/ink137.xml"/><Relationship Id="rId31" Type="http://schemas.openxmlformats.org/officeDocument/2006/relationships/customXml" Target="../ink/ink143.xml"/><Relationship Id="rId44" Type="http://schemas.openxmlformats.org/officeDocument/2006/relationships/image" Target="../media/image226.png"/><Relationship Id="rId4" Type="http://schemas.openxmlformats.org/officeDocument/2006/relationships/image" Target="../media/image206.png"/><Relationship Id="rId9" Type="http://schemas.openxmlformats.org/officeDocument/2006/relationships/customXml" Target="../ink/ink132.xml"/><Relationship Id="rId14" Type="http://schemas.openxmlformats.org/officeDocument/2006/relationships/image" Target="../media/image211.png"/><Relationship Id="rId22" Type="http://schemas.openxmlformats.org/officeDocument/2006/relationships/image" Target="../media/image215.png"/><Relationship Id="rId27" Type="http://schemas.openxmlformats.org/officeDocument/2006/relationships/customXml" Target="../ink/ink141.xml"/><Relationship Id="rId30" Type="http://schemas.openxmlformats.org/officeDocument/2006/relationships/image" Target="../media/image219.png"/><Relationship Id="rId35" Type="http://schemas.openxmlformats.org/officeDocument/2006/relationships/customXml" Target="../ink/ink145.xml"/><Relationship Id="rId43" Type="http://schemas.openxmlformats.org/officeDocument/2006/relationships/customXml" Target="../ink/ink149.xml"/><Relationship Id="rId48" Type="http://schemas.openxmlformats.org/officeDocument/2006/relationships/image" Target="../media/image228.png"/><Relationship Id="rId8" Type="http://schemas.openxmlformats.org/officeDocument/2006/relationships/image" Target="../media/image208.png"/><Relationship Id="rId3" Type="http://schemas.openxmlformats.org/officeDocument/2006/relationships/customXml" Target="../ink/ink129.xml"/><Relationship Id="rId12" Type="http://schemas.openxmlformats.org/officeDocument/2006/relationships/image" Target="../media/image210.png"/><Relationship Id="rId17" Type="http://schemas.openxmlformats.org/officeDocument/2006/relationships/customXml" Target="../ink/ink136.xml"/><Relationship Id="rId25" Type="http://schemas.openxmlformats.org/officeDocument/2006/relationships/customXml" Target="../ink/ink140.xml"/><Relationship Id="rId33" Type="http://schemas.openxmlformats.org/officeDocument/2006/relationships/customXml" Target="../ink/ink144.xml"/><Relationship Id="rId38" Type="http://schemas.openxmlformats.org/officeDocument/2006/relationships/image" Target="../media/image223.png"/><Relationship Id="rId46" Type="http://schemas.openxmlformats.org/officeDocument/2006/relationships/image" Target="../media/image227.png"/><Relationship Id="rId20" Type="http://schemas.openxmlformats.org/officeDocument/2006/relationships/image" Target="../media/image214.png"/><Relationship Id="rId41" Type="http://schemas.openxmlformats.org/officeDocument/2006/relationships/customXml" Target="../ink/ink148.xml"/><Relationship Id="rId1" Type="http://schemas.openxmlformats.org/officeDocument/2006/relationships/slideLayout" Target="../slideLayouts/slideLayout2.xml"/><Relationship Id="rId6" Type="http://schemas.openxmlformats.org/officeDocument/2006/relationships/image" Target="../media/image20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6" Type="http://schemas.openxmlformats.org/officeDocument/2006/relationships/image" Target="../media/image247.png"/><Relationship Id="rId21" Type="http://schemas.openxmlformats.org/officeDocument/2006/relationships/customXml" Target="../ink/ink162.xml"/><Relationship Id="rId42" Type="http://schemas.openxmlformats.org/officeDocument/2006/relationships/image" Target="../media/image255.png"/><Relationship Id="rId47" Type="http://schemas.openxmlformats.org/officeDocument/2006/relationships/customXml" Target="../ink/ink175.xml"/><Relationship Id="rId63" Type="http://schemas.openxmlformats.org/officeDocument/2006/relationships/customXml" Target="../ink/ink183.xml"/><Relationship Id="rId68" Type="http://schemas.openxmlformats.org/officeDocument/2006/relationships/image" Target="../media/image268.png"/><Relationship Id="rId84" Type="http://schemas.openxmlformats.org/officeDocument/2006/relationships/image" Target="../media/image276.png"/><Relationship Id="rId89" Type="http://schemas.openxmlformats.org/officeDocument/2006/relationships/customXml" Target="../ink/ink196.xml"/><Relationship Id="rId16" Type="http://schemas.openxmlformats.org/officeDocument/2006/relationships/image" Target="../media/image242.png"/><Relationship Id="rId11" Type="http://schemas.openxmlformats.org/officeDocument/2006/relationships/customXml" Target="../ink/ink157.xml"/><Relationship Id="rId32" Type="http://schemas.openxmlformats.org/officeDocument/2006/relationships/image" Target="../media/image250.png"/><Relationship Id="rId37" Type="http://schemas.openxmlformats.org/officeDocument/2006/relationships/customXml" Target="../ink/ink170.xml"/><Relationship Id="rId53" Type="http://schemas.openxmlformats.org/officeDocument/2006/relationships/customXml" Target="../ink/ink178.xml"/><Relationship Id="rId58" Type="http://schemas.openxmlformats.org/officeDocument/2006/relationships/image" Target="../media/image263.png"/><Relationship Id="rId74" Type="http://schemas.openxmlformats.org/officeDocument/2006/relationships/image" Target="../media/image271.png"/><Relationship Id="rId79" Type="http://schemas.openxmlformats.org/officeDocument/2006/relationships/customXml" Target="../ink/ink191.xml"/><Relationship Id="rId102" Type="http://schemas.openxmlformats.org/officeDocument/2006/relationships/image" Target="../media/image285.png"/><Relationship Id="rId5" Type="http://schemas.openxmlformats.org/officeDocument/2006/relationships/customXml" Target="../ink/ink154.xml"/><Relationship Id="rId90" Type="http://schemas.openxmlformats.org/officeDocument/2006/relationships/image" Target="../media/image279.png"/><Relationship Id="rId95" Type="http://schemas.openxmlformats.org/officeDocument/2006/relationships/customXml" Target="../ink/ink199.xml"/><Relationship Id="rId22" Type="http://schemas.openxmlformats.org/officeDocument/2006/relationships/image" Target="../media/image245.png"/><Relationship Id="rId27" Type="http://schemas.openxmlformats.org/officeDocument/2006/relationships/customXml" Target="../ink/ink165.xml"/><Relationship Id="rId43" Type="http://schemas.openxmlformats.org/officeDocument/2006/relationships/customXml" Target="../ink/ink173.xml"/><Relationship Id="rId48" Type="http://schemas.openxmlformats.org/officeDocument/2006/relationships/image" Target="../media/image258.png"/><Relationship Id="rId64" Type="http://schemas.openxmlformats.org/officeDocument/2006/relationships/image" Target="../media/image266.png"/><Relationship Id="rId69" Type="http://schemas.openxmlformats.org/officeDocument/2006/relationships/customXml" Target="../ink/ink186.xml"/><Relationship Id="rId80" Type="http://schemas.openxmlformats.org/officeDocument/2006/relationships/image" Target="../media/image274.png"/><Relationship Id="rId85" Type="http://schemas.openxmlformats.org/officeDocument/2006/relationships/customXml" Target="../ink/ink194.xml"/><Relationship Id="rId12" Type="http://schemas.openxmlformats.org/officeDocument/2006/relationships/image" Target="../media/image240.png"/><Relationship Id="rId17" Type="http://schemas.openxmlformats.org/officeDocument/2006/relationships/customXml" Target="../ink/ink160.xml"/><Relationship Id="rId25" Type="http://schemas.openxmlformats.org/officeDocument/2006/relationships/customXml" Target="../ink/ink164.xml"/><Relationship Id="rId33" Type="http://schemas.openxmlformats.org/officeDocument/2006/relationships/customXml" Target="../ink/ink168.xml"/><Relationship Id="rId38" Type="http://schemas.openxmlformats.org/officeDocument/2006/relationships/image" Target="../media/image253.png"/><Relationship Id="rId46" Type="http://schemas.openxmlformats.org/officeDocument/2006/relationships/image" Target="../media/image257.png"/><Relationship Id="rId59" Type="http://schemas.openxmlformats.org/officeDocument/2006/relationships/customXml" Target="../ink/ink181.xml"/><Relationship Id="rId67" Type="http://schemas.openxmlformats.org/officeDocument/2006/relationships/customXml" Target="../ink/ink185.xml"/><Relationship Id="rId103" Type="http://schemas.openxmlformats.org/officeDocument/2006/relationships/customXml" Target="../ink/ink203.xml"/><Relationship Id="rId20" Type="http://schemas.openxmlformats.org/officeDocument/2006/relationships/image" Target="../media/image244.png"/><Relationship Id="rId41" Type="http://schemas.openxmlformats.org/officeDocument/2006/relationships/customXml" Target="../ink/ink172.xml"/><Relationship Id="rId54" Type="http://schemas.openxmlformats.org/officeDocument/2006/relationships/image" Target="../media/image261.png"/><Relationship Id="rId62" Type="http://schemas.openxmlformats.org/officeDocument/2006/relationships/image" Target="../media/image265.png"/><Relationship Id="rId70" Type="http://schemas.openxmlformats.org/officeDocument/2006/relationships/image" Target="../media/image269.png"/><Relationship Id="rId75" Type="http://schemas.openxmlformats.org/officeDocument/2006/relationships/customXml" Target="../ink/ink189.xml"/><Relationship Id="rId83" Type="http://schemas.openxmlformats.org/officeDocument/2006/relationships/customXml" Target="../ink/ink193.xml"/><Relationship Id="rId88" Type="http://schemas.openxmlformats.org/officeDocument/2006/relationships/image" Target="../media/image278.png"/><Relationship Id="rId91" Type="http://schemas.openxmlformats.org/officeDocument/2006/relationships/customXml" Target="../ink/ink197.xml"/><Relationship Id="rId96" Type="http://schemas.openxmlformats.org/officeDocument/2006/relationships/image" Target="../media/image282.png"/><Relationship Id="rId1" Type="http://schemas.openxmlformats.org/officeDocument/2006/relationships/slideLayout" Target="../slideLayouts/slideLayout2.xml"/><Relationship Id="rId6" Type="http://schemas.openxmlformats.org/officeDocument/2006/relationships/image" Target="../media/image237.png"/><Relationship Id="rId15" Type="http://schemas.openxmlformats.org/officeDocument/2006/relationships/customXml" Target="../ink/ink159.xml"/><Relationship Id="rId23" Type="http://schemas.openxmlformats.org/officeDocument/2006/relationships/customXml" Target="../ink/ink163.xml"/><Relationship Id="rId28" Type="http://schemas.openxmlformats.org/officeDocument/2006/relationships/image" Target="../media/image248.png"/><Relationship Id="rId36" Type="http://schemas.openxmlformats.org/officeDocument/2006/relationships/image" Target="../media/image252.png"/><Relationship Id="rId49" Type="http://schemas.openxmlformats.org/officeDocument/2006/relationships/customXml" Target="../ink/ink176.xml"/><Relationship Id="rId57" Type="http://schemas.openxmlformats.org/officeDocument/2006/relationships/customXml" Target="../ink/ink180.xml"/><Relationship Id="rId10" Type="http://schemas.openxmlformats.org/officeDocument/2006/relationships/image" Target="../media/image239.png"/><Relationship Id="rId31" Type="http://schemas.openxmlformats.org/officeDocument/2006/relationships/customXml" Target="../ink/ink167.xml"/><Relationship Id="rId44" Type="http://schemas.openxmlformats.org/officeDocument/2006/relationships/image" Target="../media/image256.png"/><Relationship Id="rId52" Type="http://schemas.openxmlformats.org/officeDocument/2006/relationships/image" Target="../media/image260.png"/><Relationship Id="rId60" Type="http://schemas.openxmlformats.org/officeDocument/2006/relationships/image" Target="../media/image264.png"/><Relationship Id="rId65" Type="http://schemas.openxmlformats.org/officeDocument/2006/relationships/customXml" Target="../ink/ink184.xml"/><Relationship Id="rId73" Type="http://schemas.openxmlformats.org/officeDocument/2006/relationships/customXml" Target="../ink/ink188.xml"/><Relationship Id="rId78" Type="http://schemas.openxmlformats.org/officeDocument/2006/relationships/image" Target="../media/image273.png"/><Relationship Id="rId81" Type="http://schemas.openxmlformats.org/officeDocument/2006/relationships/customXml" Target="../ink/ink192.xml"/><Relationship Id="rId86" Type="http://schemas.openxmlformats.org/officeDocument/2006/relationships/image" Target="../media/image277.png"/><Relationship Id="rId94" Type="http://schemas.openxmlformats.org/officeDocument/2006/relationships/image" Target="../media/image281.png"/><Relationship Id="rId99" Type="http://schemas.openxmlformats.org/officeDocument/2006/relationships/customXml" Target="../ink/ink201.xml"/><Relationship Id="rId101" Type="http://schemas.openxmlformats.org/officeDocument/2006/relationships/customXml" Target="../ink/ink202.xml"/><Relationship Id="rId4" Type="http://schemas.openxmlformats.org/officeDocument/2006/relationships/image" Target="../media/image236.png"/><Relationship Id="rId9" Type="http://schemas.openxmlformats.org/officeDocument/2006/relationships/customXml" Target="../ink/ink156.xml"/><Relationship Id="rId13" Type="http://schemas.openxmlformats.org/officeDocument/2006/relationships/customXml" Target="../ink/ink158.xml"/><Relationship Id="rId18" Type="http://schemas.openxmlformats.org/officeDocument/2006/relationships/image" Target="../media/image243.png"/><Relationship Id="rId39" Type="http://schemas.openxmlformats.org/officeDocument/2006/relationships/customXml" Target="../ink/ink171.xml"/><Relationship Id="rId34" Type="http://schemas.openxmlformats.org/officeDocument/2006/relationships/image" Target="../media/image251.png"/><Relationship Id="rId50" Type="http://schemas.openxmlformats.org/officeDocument/2006/relationships/image" Target="../media/image259.png"/><Relationship Id="rId55" Type="http://schemas.openxmlformats.org/officeDocument/2006/relationships/customXml" Target="../ink/ink179.xml"/><Relationship Id="rId76" Type="http://schemas.openxmlformats.org/officeDocument/2006/relationships/image" Target="../media/image272.png"/><Relationship Id="rId97" Type="http://schemas.openxmlformats.org/officeDocument/2006/relationships/customXml" Target="../ink/ink200.xml"/><Relationship Id="rId104" Type="http://schemas.openxmlformats.org/officeDocument/2006/relationships/image" Target="../media/image286.png"/><Relationship Id="rId7" Type="http://schemas.openxmlformats.org/officeDocument/2006/relationships/customXml" Target="../ink/ink155.xml"/><Relationship Id="rId71" Type="http://schemas.openxmlformats.org/officeDocument/2006/relationships/customXml" Target="../ink/ink187.xml"/><Relationship Id="rId92" Type="http://schemas.openxmlformats.org/officeDocument/2006/relationships/image" Target="../media/image280.png"/><Relationship Id="rId2" Type="http://schemas.openxmlformats.org/officeDocument/2006/relationships/image" Target="../media/image56.png"/><Relationship Id="rId29" Type="http://schemas.openxmlformats.org/officeDocument/2006/relationships/customXml" Target="../ink/ink166.xml"/><Relationship Id="rId24" Type="http://schemas.openxmlformats.org/officeDocument/2006/relationships/image" Target="../media/image246.png"/><Relationship Id="rId40" Type="http://schemas.openxmlformats.org/officeDocument/2006/relationships/image" Target="../media/image254.png"/><Relationship Id="rId45" Type="http://schemas.openxmlformats.org/officeDocument/2006/relationships/customXml" Target="../ink/ink174.xml"/><Relationship Id="rId66" Type="http://schemas.openxmlformats.org/officeDocument/2006/relationships/image" Target="../media/image267.png"/><Relationship Id="rId87" Type="http://schemas.openxmlformats.org/officeDocument/2006/relationships/customXml" Target="../ink/ink195.xml"/><Relationship Id="rId61" Type="http://schemas.openxmlformats.org/officeDocument/2006/relationships/customXml" Target="../ink/ink182.xml"/><Relationship Id="rId82" Type="http://schemas.openxmlformats.org/officeDocument/2006/relationships/image" Target="../media/image275.png"/><Relationship Id="rId19" Type="http://schemas.openxmlformats.org/officeDocument/2006/relationships/customXml" Target="../ink/ink161.xml"/><Relationship Id="rId14" Type="http://schemas.openxmlformats.org/officeDocument/2006/relationships/image" Target="../media/image241.png"/><Relationship Id="rId30" Type="http://schemas.openxmlformats.org/officeDocument/2006/relationships/image" Target="../media/image249.png"/><Relationship Id="rId35" Type="http://schemas.openxmlformats.org/officeDocument/2006/relationships/customXml" Target="../ink/ink169.xml"/><Relationship Id="rId56" Type="http://schemas.openxmlformats.org/officeDocument/2006/relationships/image" Target="../media/image262.png"/><Relationship Id="rId77" Type="http://schemas.openxmlformats.org/officeDocument/2006/relationships/customXml" Target="../ink/ink190.xml"/><Relationship Id="rId100" Type="http://schemas.openxmlformats.org/officeDocument/2006/relationships/image" Target="../media/image284.png"/><Relationship Id="rId8" Type="http://schemas.openxmlformats.org/officeDocument/2006/relationships/image" Target="../media/image238.png"/><Relationship Id="rId51" Type="http://schemas.openxmlformats.org/officeDocument/2006/relationships/customXml" Target="../ink/ink177.xml"/><Relationship Id="rId72" Type="http://schemas.openxmlformats.org/officeDocument/2006/relationships/image" Target="../media/image270.png"/><Relationship Id="rId93" Type="http://schemas.openxmlformats.org/officeDocument/2006/relationships/customXml" Target="../ink/ink198.xml"/><Relationship Id="rId98" Type="http://schemas.openxmlformats.org/officeDocument/2006/relationships/image" Target="../media/image283.png"/><Relationship Id="rId3" Type="http://schemas.openxmlformats.org/officeDocument/2006/relationships/customXml" Target="../ink/ink1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6" Type="http://schemas.openxmlformats.org/officeDocument/2006/relationships/image" Target="../media/image299.png"/><Relationship Id="rId21" Type="http://schemas.openxmlformats.org/officeDocument/2006/relationships/customXml" Target="../ink/ink213.xml"/><Relationship Id="rId42" Type="http://schemas.openxmlformats.org/officeDocument/2006/relationships/image" Target="../media/image307.png"/><Relationship Id="rId47" Type="http://schemas.openxmlformats.org/officeDocument/2006/relationships/customXml" Target="../ink/ink226.xml"/><Relationship Id="rId63" Type="http://schemas.openxmlformats.org/officeDocument/2006/relationships/customXml" Target="../ink/ink234.xml"/><Relationship Id="rId68" Type="http://schemas.openxmlformats.org/officeDocument/2006/relationships/image" Target="../media/image320.png"/><Relationship Id="rId84" Type="http://schemas.openxmlformats.org/officeDocument/2006/relationships/image" Target="../media/image328.png"/><Relationship Id="rId89" Type="http://schemas.openxmlformats.org/officeDocument/2006/relationships/customXml" Target="../ink/ink247.xml"/><Relationship Id="rId16" Type="http://schemas.openxmlformats.org/officeDocument/2006/relationships/image" Target="../media/image294.png"/><Relationship Id="rId11" Type="http://schemas.openxmlformats.org/officeDocument/2006/relationships/customXml" Target="../ink/ink208.xml"/><Relationship Id="rId32" Type="http://schemas.openxmlformats.org/officeDocument/2006/relationships/image" Target="../media/image302.png"/><Relationship Id="rId37" Type="http://schemas.openxmlformats.org/officeDocument/2006/relationships/customXml" Target="../ink/ink221.xml"/><Relationship Id="rId53" Type="http://schemas.openxmlformats.org/officeDocument/2006/relationships/customXml" Target="../ink/ink229.xml"/><Relationship Id="rId58" Type="http://schemas.openxmlformats.org/officeDocument/2006/relationships/image" Target="../media/image315.png"/><Relationship Id="rId74" Type="http://schemas.openxmlformats.org/officeDocument/2006/relationships/image" Target="../media/image323.png"/><Relationship Id="rId79" Type="http://schemas.openxmlformats.org/officeDocument/2006/relationships/customXml" Target="../ink/ink242.xml"/><Relationship Id="rId5" Type="http://schemas.openxmlformats.org/officeDocument/2006/relationships/customXml" Target="../ink/ink205.xml"/><Relationship Id="rId90" Type="http://schemas.openxmlformats.org/officeDocument/2006/relationships/image" Target="../media/image331.png"/><Relationship Id="rId14" Type="http://schemas.openxmlformats.org/officeDocument/2006/relationships/image" Target="../media/image293.png"/><Relationship Id="rId22" Type="http://schemas.openxmlformats.org/officeDocument/2006/relationships/image" Target="../media/image297.png"/><Relationship Id="rId27" Type="http://schemas.openxmlformats.org/officeDocument/2006/relationships/customXml" Target="../ink/ink216.xml"/><Relationship Id="rId30" Type="http://schemas.openxmlformats.org/officeDocument/2006/relationships/image" Target="../media/image301.png"/><Relationship Id="rId35" Type="http://schemas.openxmlformats.org/officeDocument/2006/relationships/customXml" Target="../ink/ink220.xml"/><Relationship Id="rId43" Type="http://schemas.openxmlformats.org/officeDocument/2006/relationships/customXml" Target="../ink/ink224.xml"/><Relationship Id="rId48" Type="http://schemas.openxmlformats.org/officeDocument/2006/relationships/image" Target="../media/image310.png"/><Relationship Id="rId56" Type="http://schemas.openxmlformats.org/officeDocument/2006/relationships/image" Target="../media/image314.png"/><Relationship Id="rId64" Type="http://schemas.openxmlformats.org/officeDocument/2006/relationships/image" Target="../media/image318.png"/><Relationship Id="rId69" Type="http://schemas.openxmlformats.org/officeDocument/2006/relationships/customXml" Target="../ink/ink237.xml"/><Relationship Id="rId77" Type="http://schemas.openxmlformats.org/officeDocument/2006/relationships/customXml" Target="../ink/ink241.xml"/><Relationship Id="rId8" Type="http://schemas.openxmlformats.org/officeDocument/2006/relationships/image" Target="../media/image290.png"/><Relationship Id="rId51" Type="http://schemas.openxmlformats.org/officeDocument/2006/relationships/customXml" Target="../ink/ink228.xml"/><Relationship Id="rId72" Type="http://schemas.openxmlformats.org/officeDocument/2006/relationships/image" Target="../media/image322.png"/><Relationship Id="rId80" Type="http://schemas.openxmlformats.org/officeDocument/2006/relationships/image" Target="../media/image326.png"/><Relationship Id="rId85" Type="http://schemas.openxmlformats.org/officeDocument/2006/relationships/customXml" Target="../ink/ink245.xml"/><Relationship Id="rId3" Type="http://schemas.openxmlformats.org/officeDocument/2006/relationships/customXml" Target="../ink/ink204.xml"/><Relationship Id="rId12" Type="http://schemas.openxmlformats.org/officeDocument/2006/relationships/image" Target="../media/image292.png"/><Relationship Id="rId17" Type="http://schemas.openxmlformats.org/officeDocument/2006/relationships/customXml" Target="../ink/ink211.xml"/><Relationship Id="rId25" Type="http://schemas.openxmlformats.org/officeDocument/2006/relationships/customXml" Target="../ink/ink215.xml"/><Relationship Id="rId33" Type="http://schemas.openxmlformats.org/officeDocument/2006/relationships/customXml" Target="../ink/ink219.xml"/><Relationship Id="rId38" Type="http://schemas.openxmlformats.org/officeDocument/2006/relationships/image" Target="../media/image305.png"/><Relationship Id="rId46" Type="http://schemas.openxmlformats.org/officeDocument/2006/relationships/image" Target="../media/image309.png"/><Relationship Id="rId59" Type="http://schemas.openxmlformats.org/officeDocument/2006/relationships/customXml" Target="../ink/ink232.xml"/><Relationship Id="rId67" Type="http://schemas.openxmlformats.org/officeDocument/2006/relationships/customXml" Target="../ink/ink236.xml"/><Relationship Id="rId20" Type="http://schemas.openxmlformats.org/officeDocument/2006/relationships/image" Target="../media/image296.png"/><Relationship Id="rId41" Type="http://schemas.openxmlformats.org/officeDocument/2006/relationships/customXml" Target="../ink/ink223.xml"/><Relationship Id="rId54" Type="http://schemas.openxmlformats.org/officeDocument/2006/relationships/image" Target="../media/image313.png"/><Relationship Id="rId62" Type="http://schemas.openxmlformats.org/officeDocument/2006/relationships/image" Target="../media/image317.png"/><Relationship Id="rId70" Type="http://schemas.openxmlformats.org/officeDocument/2006/relationships/image" Target="../media/image321.png"/><Relationship Id="rId75" Type="http://schemas.openxmlformats.org/officeDocument/2006/relationships/customXml" Target="../ink/ink240.xml"/><Relationship Id="rId83" Type="http://schemas.openxmlformats.org/officeDocument/2006/relationships/customXml" Target="../ink/ink244.xml"/><Relationship Id="rId88" Type="http://schemas.openxmlformats.org/officeDocument/2006/relationships/image" Target="../media/image330.png"/><Relationship Id="rId91" Type="http://schemas.openxmlformats.org/officeDocument/2006/relationships/customXml" Target="../ink/ink248.xml"/><Relationship Id="rId1" Type="http://schemas.openxmlformats.org/officeDocument/2006/relationships/slideLayout" Target="../slideLayouts/slideLayout2.xml"/><Relationship Id="rId6" Type="http://schemas.openxmlformats.org/officeDocument/2006/relationships/image" Target="../media/image289.png"/><Relationship Id="rId15" Type="http://schemas.openxmlformats.org/officeDocument/2006/relationships/customXml" Target="../ink/ink210.xml"/><Relationship Id="rId23" Type="http://schemas.openxmlformats.org/officeDocument/2006/relationships/customXml" Target="../ink/ink214.xml"/><Relationship Id="rId28" Type="http://schemas.openxmlformats.org/officeDocument/2006/relationships/image" Target="../media/image300.png"/><Relationship Id="rId36" Type="http://schemas.openxmlformats.org/officeDocument/2006/relationships/image" Target="../media/image304.png"/><Relationship Id="rId49" Type="http://schemas.openxmlformats.org/officeDocument/2006/relationships/customXml" Target="../ink/ink227.xml"/><Relationship Id="rId57" Type="http://schemas.openxmlformats.org/officeDocument/2006/relationships/customXml" Target="../ink/ink231.xml"/><Relationship Id="rId10" Type="http://schemas.openxmlformats.org/officeDocument/2006/relationships/image" Target="../media/image291.png"/><Relationship Id="rId31" Type="http://schemas.openxmlformats.org/officeDocument/2006/relationships/customXml" Target="../ink/ink218.xml"/><Relationship Id="rId44" Type="http://schemas.openxmlformats.org/officeDocument/2006/relationships/image" Target="../media/image308.png"/><Relationship Id="rId52" Type="http://schemas.openxmlformats.org/officeDocument/2006/relationships/image" Target="../media/image312.png"/><Relationship Id="rId60" Type="http://schemas.openxmlformats.org/officeDocument/2006/relationships/image" Target="../media/image316.png"/><Relationship Id="rId65" Type="http://schemas.openxmlformats.org/officeDocument/2006/relationships/customXml" Target="../ink/ink235.xml"/><Relationship Id="rId73" Type="http://schemas.openxmlformats.org/officeDocument/2006/relationships/customXml" Target="../ink/ink239.xml"/><Relationship Id="rId78" Type="http://schemas.openxmlformats.org/officeDocument/2006/relationships/image" Target="../media/image325.png"/><Relationship Id="rId81" Type="http://schemas.openxmlformats.org/officeDocument/2006/relationships/customXml" Target="../ink/ink243.xml"/><Relationship Id="rId86" Type="http://schemas.openxmlformats.org/officeDocument/2006/relationships/image" Target="../media/image329.png"/><Relationship Id="rId4" Type="http://schemas.openxmlformats.org/officeDocument/2006/relationships/image" Target="../media/image288.png"/><Relationship Id="rId9" Type="http://schemas.openxmlformats.org/officeDocument/2006/relationships/customXml" Target="../ink/ink207.xml"/><Relationship Id="rId13" Type="http://schemas.openxmlformats.org/officeDocument/2006/relationships/customXml" Target="../ink/ink209.xml"/><Relationship Id="rId18" Type="http://schemas.openxmlformats.org/officeDocument/2006/relationships/image" Target="../media/image295.png"/><Relationship Id="rId39" Type="http://schemas.openxmlformats.org/officeDocument/2006/relationships/customXml" Target="../ink/ink222.xml"/><Relationship Id="rId34" Type="http://schemas.openxmlformats.org/officeDocument/2006/relationships/image" Target="../media/image303.png"/><Relationship Id="rId50" Type="http://schemas.openxmlformats.org/officeDocument/2006/relationships/image" Target="../media/image311.png"/><Relationship Id="rId55" Type="http://schemas.openxmlformats.org/officeDocument/2006/relationships/customXml" Target="../ink/ink230.xml"/><Relationship Id="rId76" Type="http://schemas.openxmlformats.org/officeDocument/2006/relationships/image" Target="../media/image324.png"/><Relationship Id="rId7" Type="http://schemas.openxmlformats.org/officeDocument/2006/relationships/customXml" Target="../ink/ink206.xml"/><Relationship Id="rId71" Type="http://schemas.openxmlformats.org/officeDocument/2006/relationships/customXml" Target="../ink/ink238.xml"/><Relationship Id="rId92" Type="http://schemas.openxmlformats.org/officeDocument/2006/relationships/image" Target="../media/image332.png"/><Relationship Id="rId2" Type="http://schemas.openxmlformats.org/officeDocument/2006/relationships/image" Target="../media/image57.png"/><Relationship Id="rId29" Type="http://schemas.openxmlformats.org/officeDocument/2006/relationships/customXml" Target="../ink/ink217.xml"/><Relationship Id="rId24" Type="http://schemas.openxmlformats.org/officeDocument/2006/relationships/image" Target="../media/image298.png"/><Relationship Id="rId40" Type="http://schemas.openxmlformats.org/officeDocument/2006/relationships/image" Target="../media/image306.png"/><Relationship Id="rId45" Type="http://schemas.openxmlformats.org/officeDocument/2006/relationships/customXml" Target="../ink/ink225.xml"/><Relationship Id="rId66" Type="http://schemas.openxmlformats.org/officeDocument/2006/relationships/image" Target="../media/image319.png"/><Relationship Id="rId87" Type="http://schemas.openxmlformats.org/officeDocument/2006/relationships/customXml" Target="../ink/ink246.xml"/><Relationship Id="rId61" Type="http://schemas.openxmlformats.org/officeDocument/2006/relationships/customXml" Target="../ink/ink233.xml"/><Relationship Id="rId82" Type="http://schemas.openxmlformats.org/officeDocument/2006/relationships/image" Target="../media/image327.png"/><Relationship Id="rId19" Type="http://schemas.openxmlformats.org/officeDocument/2006/relationships/customXml" Target="../ink/ink2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3" Type="http://schemas.openxmlformats.org/officeDocument/2006/relationships/customXml" Target="../ink/ink254.xml"/><Relationship Id="rId18" Type="http://schemas.openxmlformats.org/officeDocument/2006/relationships/image" Target="../media/image342.png"/><Relationship Id="rId26" Type="http://schemas.openxmlformats.org/officeDocument/2006/relationships/image" Target="../media/image346.png"/><Relationship Id="rId39" Type="http://schemas.openxmlformats.org/officeDocument/2006/relationships/customXml" Target="../ink/ink267.xml"/><Relationship Id="rId21" Type="http://schemas.openxmlformats.org/officeDocument/2006/relationships/customXml" Target="../ink/ink258.xml"/><Relationship Id="rId34" Type="http://schemas.openxmlformats.org/officeDocument/2006/relationships/image" Target="../media/image350.png"/><Relationship Id="rId42" Type="http://schemas.openxmlformats.org/officeDocument/2006/relationships/image" Target="../media/image354.png"/><Relationship Id="rId47" Type="http://schemas.openxmlformats.org/officeDocument/2006/relationships/customXml" Target="../ink/ink271.xml"/><Relationship Id="rId50" Type="http://schemas.openxmlformats.org/officeDocument/2006/relationships/image" Target="../media/image358.png"/><Relationship Id="rId55" Type="http://schemas.openxmlformats.org/officeDocument/2006/relationships/customXml" Target="../ink/ink275.xml"/><Relationship Id="rId63" Type="http://schemas.openxmlformats.org/officeDocument/2006/relationships/customXml" Target="../ink/ink279.xml"/><Relationship Id="rId7" Type="http://schemas.openxmlformats.org/officeDocument/2006/relationships/customXml" Target="../ink/ink251.xml"/><Relationship Id="rId2" Type="http://schemas.openxmlformats.org/officeDocument/2006/relationships/image" Target="../media/image59.png"/><Relationship Id="rId16" Type="http://schemas.openxmlformats.org/officeDocument/2006/relationships/image" Target="../media/image341.png"/><Relationship Id="rId29" Type="http://schemas.openxmlformats.org/officeDocument/2006/relationships/customXml" Target="../ink/ink262.xml"/><Relationship Id="rId11" Type="http://schemas.openxmlformats.org/officeDocument/2006/relationships/customXml" Target="../ink/ink253.xml"/><Relationship Id="rId24" Type="http://schemas.openxmlformats.org/officeDocument/2006/relationships/image" Target="../media/image345.png"/><Relationship Id="rId32" Type="http://schemas.openxmlformats.org/officeDocument/2006/relationships/image" Target="../media/image349.png"/><Relationship Id="rId37" Type="http://schemas.openxmlformats.org/officeDocument/2006/relationships/customXml" Target="../ink/ink266.xml"/><Relationship Id="rId40" Type="http://schemas.openxmlformats.org/officeDocument/2006/relationships/image" Target="../media/image353.png"/><Relationship Id="rId45" Type="http://schemas.openxmlformats.org/officeDocument/2006/relationships/customXml" Target="../ink/ink270.xml"/><Relationship Id="rId53" Type="http://schemas.openxmlformats.org/officeDocument/2006/relationships/customXml" Target="../ink/ink274.xml"/><Relationship Id="rId58" Type="http://schemas.openxmlformats.org/officeDocument/2006/relationships/image" Target="../media/image362.png"/><Relationship Id="rId5" Type="http://schemas.openxmlformats.org/officeDocument/2006/relationships/customXml" Target="../ink/ink250.xml"/><Relationship Id="rId61" Type="http://schemas.openxmlformats.org/officeDocument/2006/relationships/customXml" Target="../ink/ink278.xml"/><Relationship Id="rId19" Type="http://schemas.openxmlformats.org/officeDocument/2006/relationships/customXml" Target="../ink/ink257.xml"/><Relationship Id="rId14" Type="http://schemas.openxmlformats.org/officeDocument/2006/relationships/image" Target="../media/image340.png"/><Relationship Id="rId22" Type="http://schemas.openxmlformats.org/officeDocument/2006/relationships/image" Target="../media/image344.png"/><Relationship Id="rId27" Type="http://schemas.openxmlformats.org/officeDocument/2006/relationships/customXml" Target="../ink/ink261.xml"/><Relationship Id="rId30" Type="http://schemas.openxmlformats.org/officeDocument/2006/relationships/image" Target="../media/image348.png"/><Relationship Id="rId35" Type="http://schemas.openxmlformats.org/officeDocument/2006/relationships/customXml" Target="../ink/ink265.xml"/><Relationship Id="rId43" Type="http://schemas.openxmlformats.org/officeDocument/2006/relationships/customXml" Target="../ink/ink269.xml"/><Relationship Id="rId48" Type="http://schemas.openxmlformats.org/officeDocument/2006/relationships/image" Target="../media/image357.png"/><Relationship Id="rId56" Type="http://schemas.openxmlformats.org/officeDocument/2006/relationships/image" Target="../media/image361.png"/><Relationship Id="rId64" Type="http://schemas.openxmlformats.org/officeDocument/2006/relationships/image" Target="../media/image365.png"/><Relationship Id="rId8" Type="http://schemas.openxmlformats.org/officeDocument/2006/relationships/image" Target="../media/image337.png"/><Relationship Id="rId51" Type="http://schemas.openxmlformats.org/officeDocument/2006/relationships/customXml" Target="../ink/ink273.xml"/><Relationship Id="rId3" Type="http://schemas.openxmlformats.org/officeDocument/2006/relationships/customXml" Target="../ink/ink249.xml"/><Relationship Id="rId12" Type="http://schemas.openxmlformats.org/officeDocument/2006/relationships/image" Target="../media/image339.png"/><Relationship Id="rId17" Type="http://schemas.openxmlformats.org/officeDocument/2006/relationships/customXml" Target="../ink/ink256.xml"/><Relationship Id="rId25" Type="http://schemas.openxmlformats.org/officeDocument/2006/relationships/customXml" Target="../ink/ink260.xml"/><Relationship Id="rId33" Type="http://schemas.openxmlformats.org/officeDocument/2006/relationships/customXml" Target="../ink/ink264.xml"/><Relationship Id="rId38" Type="http://schemas.openxmlformats.org/officeDocument/2006/relationships/image" Target="../media/image352.png"/><Relationship Id="rId46" Type="http://schemas.openxmlformats.org/officeDocument/2006/relationships/image" Target="../media/image356.png"/><Relationship Id="rId59" Type="http://schemas.openxmlformats.org/officeDocument/2006/relationships/customXml" Target="../ink/ink277.xml"/><Relationship Id="rId20" Type="http://schemas.openxmlformats.org/officeDocument/2006/relationships/image" Target="../media/image343.png"/><Relationship Id="rId41" Type="http://schemas.openxmlformats.org/officeDocument/2006/relationships/customXml" Target="../ink/ink268.xml"/><Relationship Id="rId54" Type="http://schemas.openxmlformats.org/officeDocument/2006/relationships/image" Target="../media/image360.png"/><Relationship Id="rId62" Type="http://schemas.openxmlformats.org/officeDocument/2006/relationships/image" Target="../media/image364.png"/><Relationship Id="rId1" Type="http://schemas.openxmlformats.org/officeDocument/2006/relationships/slideLayout" Target="../slideLayouts/slideLayout2.xml"/><Relationship Id="rId6" Type="http://schemas.openxmlformats.org/officeDocument/2006/relationships/image" Target="../media/image336.png"/><Relationship Id="rId15" Type="http://schemas.openxmlformats.org/officeDocument/2006/relationships/customXml" Target="../ink/ink255.xml"/><Relationship Id="rId23" Type="http://schemas.openxmlformats.org/officeDocument/2006/relationships/customXml" Target="../ink/ink259.xml"/><Relationship Id="rId28" Type="http://schemas.openxmlformats.org/officeDocument/2006/relationships/image" Target="../media/image347.png"/><Relationship Id="rId36" Type="http://schemas.openxmlformats.org/officeDocument/2006/relationships/image" Target="../media/image351.png"/><Relationship Id="rId49" Type="http://schemas.openxmlformats.org/officeDocument/2006/relationships/customXml" Target="../ink/ink272.xml"/><Relationship Id="rId57" Type="http://schemas.openxmlformats.org/officeDocument/2006/relationships/customXml" Target="../ink/ink276.xml"/><Relationship Id="rId10" Type="http://schemas.openxmlformats.org/officeDocument/2006/relationships/image" Target="../media/image338.png"/><Relationship Id="rId31" Type="http://schemas.openxmlformats.org/officeDocument/2006/relationships/customXml" Target="../ink/ink263.xml"/><Relationship Id="rId44" Type="http://schemas.openxmlformats.org/officeDocument/2006/relationships/image" Target="../media/image355.png"/><Relationship Id="rId52" Type="http://schemas.openxmlformats.org/officeDocument/2006/relationships/image" Target="../media/image359.png"/><Relationship Id="rId60" Type="http://schemas.openxmlformats.org/officeDocument/2006/relationships/image" Target="../media/image363.png"/><Relationship Id="rId4" Type="http://schemas.openxmlformats.org/officeDocument/2006/relationships/image" Target="../media/image335.png"/><Relationship Id="rId9" Type="http://schemas.openxmlformats.org/officeDocument/2006/relationships/customXml" Target="../ink/ink2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3" Type="http://schemas.openxmlformats.org/officeDocument/2006/relationships/customXml" Target="../ink/ink285.xml"/><Relationship Id="rId18" Type="http://schemas.openxmlformats.org/officeDocument/2006/relationships/image" Target="../media/image375.png"/><Relationship Id="rId26" Type="http://schemas.openxmlformats.org/officeDocument/2006/relationships/image" Target="../media/image379.png"/><Relationship Id="rId39" Type="http://schemas.openxmlformats.org/officeDocument/2006/relationships/customXml" Target="../ink/ink298.xml"/><Relationship Id="rId21" Type="http://schemas.openxmlformats.org/officeDocument/2006/relationships/customXml" Target="../ink/ink289.xml"/><Relationship Id="rId34" Type="http://schemas.openxmlformats.org/officeDocument/2006/relationships/image" Target="../media/image383.png"/><Relationship Id="rId42" Type="http://schemas.openxmlformats.org/officeDocument/2006/relationships/image" Target="../media/image387.png"/><Relationship Id="rId47" Type="http://schemas.openxmlformats.org/officeDocument/2006/relationships/customXml" Target="../ink/ink302.xml"/><Relationship Id="rId50" Type="http://schemas.openxmlformats.org/officeDocument/2006/relationships/image" Target="../media/image391.png"/><Relationship Id="rId55" Type="http://schemas.openxmlformats.org/officeDocument/2006/relationships/customXml" Target="../ink/ink306.xml"/><Relationship Id="rId7" Type="http://schemas.openxmlformats.org/officeDocument/2006/relationships/customXml" Target="../ink/ink282.xml"/><Relationship Id="rId2" Type="http://schemas.openxmlformats.org/officeDocument/2006/relationships/image" Target="../media/image61.png"/><Relationship Id="rId16" Type="http://schemas.openxmlformats.org/officeDocument/2006/relationships/image" Target="../media/image374.png"/><Relationship Id="rId29" Type="http://schemas.openxmlformats.org/officeDocument/2006/relationships/customXml" Target="../ink/ink293.xml"/><Relationship Id="rId11" Type="http://schemas.openxmlformats.org/officeDocument/2006/relationships/customXml" Target="../ink/ink284.xml"/><Relationship Id="rId24" Type="http://schemas.openxmlformats.org/officeDocument/2006/relationships/image" Target="../media/image378.png"/><Relationship Id="rId32" Type="http://schemas.openxmlformats.org/officeDocument/2006/relationships/image" Target="../media/image382.png"/><Relationship Id="rId37" Type="http://schemas.openxmlformats.org/officeDocument/2006/relationships/customXml" Target="../ink/ink297.xml"/><Relationship Id="rId40" Type="http://schemas.openxmlformats.org/officeDocument/2006/relationships/image" Target="../media/image386.png"/><Relationship Id="rId45" Type="http://schemas.openxmlformats.org/officeDocument/2006/relationships/customXml" Target="../ink/ink301.xml"/><Relationship Id="rId53" Type="http://schemas.openxmlformats.org/officeDocument/2006/relationships/customXml" Target="../ink/ink305.xml"/><Relationship Id="rId58" Type="http://schemas.openxmlformats.org/officeDocument/2006/relationships/image" Target="../media/image395.png"/><Relationship Id="rId5" Type="http://schemas.openxmlformats.org/officeDocument/2006/relationships/customXml" Target="../ink/ink281.xml"/><Relationship Id="rId19" Type="http://schemas.openxmlformats.org/officeDocument/2006/relationships/customXml" Target="../ink/ink288.xml"/><Relationship Id="rId4" Type="http://schemas.openxmlformats.org/officeDocument/2006/relationships/image" Target="../media/image368.png"/><Relationship Id="rId9" Type="http://schemas.openxmlformats.org/officeDocument/2006/relationships/customXml" Target="../ink/ink283.xml"/><Relationship Id="rId14" Type="http://schemas.openxmlformats.org/officeDocument/2006/relationships/image" Target="../media/image373.png"/><Relationship Id="rId22" Type="http://schemas.openxmlformats.org/officeDocument/2006/relationships/image" Target="../media/image377.png"/><Relationship Id="rId27" Type="http://schemas.openxmlformats.org/officeDocument/2006/relationships/customXml" Target="../ink/ink292.xml"/><Relationship Id="rId30" Type="http://schemas.openxmlformats.org/officeDocument/2006/relationships/image" Target="../media/image381.png"/><Relationship Id="rId35" Type="http://schemas.openxmlformats.org/officeDocument/2006/relationships/customXml" Target="../ink/ink296.xml"/><Relationship Id="rId43" Type="http://schemas.openxmlformats.org/officeDocument/2006/relationships/customXml" Target="../ink/ink300.xml"/><Relationship Id="rId48" Type="http://schemas.openxmlformats.org/officeDocument/2006/relationships/image" Target="../media/image390.png"/><Relationship Id="rId56" Type="http://schemas.openxmlformats.org/officeDocument/2006/relationships/image" Target="../media/image394.png"/><Relationship Id="rId8" Type="http://schemas.openxmlformats.org/officeDocument/2006/relationships/image" Target="../media/image370.png"/><Relationship Id="rId51" Type="http://schemas.openxmlformats.org/officeDocument/2006/relationships/customXml" Target="../ink/ink304.xml"/><Relationship Id="rId3" Type="http://schemas.openxmlformats.org/officeDocument/2006/relationships/customXml" Target="../ink/ink280.xml"/><Relationship Id="rId12" Type="http://schemas.openxmlformats.org/officeDocument/2006/relationships/image" Target="../media/image372.png"/><Relationship Id="rId17" Type="http://schemas.openxmlformats.org/officeDocument/2006/relationships/customXml" Target="../ink/ink287.xml"/><Relationship Id="rId25" Type="http://schemas.openxmlformats.org/officeDocument/2006/relationships/customXml" Target="../ink/ink291.xml"/><Relationship Id="rId33" Type="http://schemas.openxmlformats.org/officeDocument/2006/relationships/customXml" Target="../ink/ink295.xml"/><Relationship Id="rId38" Type="http://schemas.openxmlformats.org/officeDocument/2006/relationships/image" Target="../media/image385.png"/><Relationship Id="rId46" Type="http://schemas.openxmlformats.org/officeDocument/2006/relationships/image" Target="../media/image389.png"/><Relationship Id="rId20" Type="http://schemas.openxmlformats.org/officeDocument/2006/relationships/image" Target="../media/image376.png"/><Relationship Id="rId41" Type="http://schemas.openxmlformats.org/officeDocument/2006/relationships/customXml" Target="../ink/ink299.xml"/><Relationship Id="rId54" Type="http://schemas.openxmlformats.org/officeDocument/2006/relationships/image" Target="../media/image393.png"/><Relationship Id="rId1" Type="http://schemas.openxmlformats.org/officeDocument/2006/relationships/slideLayout" Target="../slideLayouts/slideLayout2.xml"/><Relationship Id="rId6" Type="http://schemas.openxmlformats.org/officeDocument/2006/relationships/image" Target="../media/image369.png"/><Relationship Id="rId15" Type="http://schemas.openxmlformats.org/officeDocument/2006/relationships/customXml" Target="../ink/ink286.xml"/><Relationship Id="rId23" Type="http://schemas.openxmlformats.org/officeDocument/2006/relationships/customXml" Target="../ink/ink290.xml"/><Relationship Id="rId28" Type="http://schemas.openxmlformats.org/officeDocument/2006/relationships/image" Target="../media/image380.png"/><Relationship Id="rId36" Type="http://schemas.openxmlformats.org/officeDocument/2006/relationships/image" Target="../media/image384.png"/><Relationship Id="rId49" Type="http://schemas.openxmlformats.org/officeDocument/2006/relationships/customXml" Target="../ink/ink303.xml"/><Relationship Id="rId57" Type="http://schemas.openxmlformats.org/officeDocument/2006/relationships/customXml" Target="../ink/ink307.xml"/><Relationship Id="rId10" Type="http://schemas.openxmlformats.org/officeDocument/2006/relationships/image" Target="../media/image371.png"/><Relationship Id="rId31" Type="http://schemas.openxmlformats.org/officeDocument/2006/relationships/customXml" Target="../ink/ink294.xml"/><Relationship Id="rId44" Type="http://schemas.openxmlformats.org/officeDocument/2006/relationships/image" Target="../media/image388.png"/><Relationship Id="rId52" Type="http://schemas.openxmlformats.org/officeDocument/2006/relationships/image" Target="../media/image392.png"/></Relationships>
</file>

<file path=ppt/slides/_rels/slide70.xml.rels><?xml version="1.0" encoding="UTF-8" standalone="yes"?>
<Relationships xmlns="http://schemas.openxmlformats.org/package/2006/relationships"><Relationship Id="rId26" Type="http://schemas.openxmlformats.org/officeDocument/2006/relationships/image" Target="../media/image408.png"/><Relationship Id="rId21" Type="http://schemas.openxmlformats.org/officeDocument/2006/relationships/customXml" Target="../ink/ink317.xml"/><Relationship Id="rId42" Type="http://schemas.openxmlformats.org/officeDocument/2006/relationships/image" Target="../media/image416.png"/><Relationship Id="rId47" Type="http://schemas.openxmlformats.org/officeDocument/2006/relationships/customXml" Target="../ink/ink330.xml"/><Relationship Id="rId63" Type="http://schemas.openxmlformats.org/officeDocument/2006/relationships/customXml" Target="../ink/ink338.xml"/><Relationship Id="rId68" Type="http://schemas.openxmlformats.org/officeDocument/2006/relationships/image" Target="../media/image429.png"/><Relationship Id="rId84" Type="http://schemas.openxmlformats.org/officeDocument/2006/relationships/image" Target="../media/image437.png"/><Relationship Id="rId89" Type="http://schemas.openxmlformats.org/officeDocument/2006/relationships/customXml" Target="../ink/ink351.xml"/><Relationship Id="rId16" Type="http://schemas.openxmlformats.org/officeDocument/2006/relationships/image" Target="../media/image403.png"/><Relationship Id="rId11" Type="http://schemas.openxmlformats.org/officeDocument/2006/relationships/customXml" Target="../ink/ink312.xml"/><Relationship Id="rId32" Type="http://schemas.openxmlformats.org/officeDocument/2006/relationships/image" Target="../media/image411.png"/><Relationship Id="rId37" Type="http://schemas.openxmlformats.org/officeDocument/2006/relationships/customXml" Target="../ink/ink325.xml"/><Relationship Id="rId53" Type="http://schemas.openxmlformats.org/officeDocument/2006/relationships/customXml" Target="../ink/ink333.xml"/><Relationship Id="rId58" Type="http://schemas.openxmlformats.org/officeDocument/2006/relationships/image" Target="../media/image424.png"/><Relationship Id="rId74" Type="http://schemas.openxmlformats.org/officeDocument/2006/relationships/image" Target="../media/image432.png"/><Relationship Id="rId79" Type="http://schemas.openxmlformats.org/officeDocument/2006/relationships/customXml" Target="../ink/ink346.xml"/><Relationship Id="rId5" Type="http://schemas.openxmlformats.org/officeDocument/2006/relationships/customXml" Target="../ink/ink309.xml"/><Relationship Id="rId90" Type="http://schemas.openxmlformats.org/officeDocument/2006/relationships/image" Target="../media/image440.png"/><Relationship Id="rId22" Type="http://schemas.openxmlformats.org/officeDocument/2006/relationships/image" Target="../media/image406.png"/><Relationship Id="rId27" Type="http://schemas.openxmlformats.org/officeDocument/2006/relationships/customXml" Target="../ink/ink320.xml"/><Relationship Id="rId43" Type="http://schemas.openxmlformats.org/officeDocument/2006/relationships/customXml" Target="../ink/ink328.xml"/><Relationship Id="rId48" Type="http://schemas.openxmlformats.org/officeDocument/2006/relationships/image" Target="../media/image419.png"/><Relationship Id="rId64" Type="http://schemas.openxmlformats.org/officeDocument/2006/relationships/image" Target="../media/image427.png"/><Relationship Id="rId69" Type="http://schemas.openxmlformats.org/officeDocument/2006/relationships/customXml" Target="../ink/ink341.xml"/><Relationship Id="rId8" Type="http://schemas.openxmlformats.org/officeDocument/2006/relationships/image" Target="../media/image399.png"/><Relationship Id="rId51" Type="http://schemas.openxmlformats.org/officeDocument/2006/relationships/customXml" Target="../ink/ink332.xml"/><Relationship Id="rId72" Type="http://schemas.openxmlformats.org/officeDocument/2006/relationships/image" Target="../media/image431.png"/><Relationship Id="rId80" Type="http://schemas.openxmlformats.org/officeDocument/2006/relationships/image" Target="../media/image435.png"/><Relationship Id="rId85" Type="http://schemas.openxmlformats.org/officeDocument/2006/relationships/customXml" Target="../ink/ink349.xml"/><Relationship Id="rId93" Type="http://schemas.openxmlformats.org/officeDocument/2006/relationships/customXml" Target="../ink/ink353.xml"/><Relationship Id="rId3" Type="http://schemas.openxmlformats.org/officeDocument/2006/relationships/customXml" Target="../ink/ink308.xml"/><Relationship Id="rId12" Type="http://schemas.openxmlformats.org/officeDocument/2006/relationships/image" Target="../media/image401.png"/><Relationship Id="rId17" Type="http://schemas.openxmlformats.org/officeDocument/2006/relationships/customXml" Target="../ink/ink315.xml"/><Relationship Id="rId25" Type="http://schemas.openxmlformats.org/officeDocument/2006/relationships/customXml" Target="../ink/ink319.xml"/><Relationship Id="rId33" Type="http://schemas.openxmlformats.org/officeDocument/2006/relationships/customXml" Target="../ink/ink323.xml"/><Relationship Id="rId38" Type="http://schemas.openxmlformats.org/officeDocument/2006/relationships/image" Target="../media/image414.png"/><Relationship Id="rId46" Type="http://schemas.openxmlformats.org/officeDocument/2006/relationships/image" Target="../media/image418.png"/><Relationship Id="rId59" Type="http://schemas.openxmlformats.org/officeDocument/2006/relationships/customXml" Target="../ink/ink336.xml"/><Relationship Id="rId67" Type="http://schemas.openxmlformats.org/officeDocument/2006/relationships/customXml" Target="../ink/ink340.xml"/><Relationship Id="rId20" Type="http://schemas.openxmlformats.org/officeDocument/2006/relationships/image" Target="../media/image405.png"/><Relationship Id="rId41" Type="http://schemas.openxmlformats.org/officeDocument/2006/relationships/customXml" Target="../ink/ink327.xml"/><Relationship Id="rId54" Type="http://schemas.openxmlformats.org/officeDocument/2006/relationships/image" Target="../media/image422.png"/><Relationship Id="rId62" Type="http://schemas.openxmlformats.org/officeDocument/2006/relationships/image" Target="../media/image426.png"/><Relationship Id="rId70" Type="http://schemas.openxmlformats.org/officeDocument/2006/relationships/image" Target="../media/image430.png"/><Relationship Id="rId75" Type="http://schemas.openxmlformats.org/officeDocument/2006/relationships/customXml" Target="../ink/ink344.xml"/><Relationship Id="rId83" Type="http://schemas.openxmlformats.org/officeDocument/2006/relationships/customXml" Target="../ink/ink348.xml"/><Relationship Id="rId88" Type="http://schemas.openxmlformats.org/officeDocument/2006/relationships/image" Target="../media/image439.png"/><Relationship Id="rId91" Type="http://schemas.openxmlformats.org/officeDocument/2006/relationships/customXml" Target="../ink/ink352.xml"/><Relationship Id="rId1" Type="http://schemas.openxmlformats.org/officeDocument/2006/relationships/slideLayout" Target="../slideLayouts/slideLayout2.xml"/><Relationship Id="rId6" Type="http://schemas.openxmlformats.org/officeDocument/2006/relationships/image" Target="../media/image398.png"/><Relationship Id="rId15" Type="http://schemas.openxmlformats.org/officeDocument/2006/relationships/customXml" Target="../ink/ink314.xml"/><Relationship Id="rId23" Type="http://schemas.openxmlformats.org/officeDocument/2006/relationships/customXml" Target="../ink/ink318.xml"/><Relationship Id="rId28" Type="http://schemas.openxmlformats.org/officeDocument/2006/relationships/image" Target="../media/image409.png"/><Relationship Id="rId36" Type="http://schemas.openxmlformats.org/officeDocument/2006/relationships/image" Target="../media/image413.png"/><Relationship Id="rId49" Type="http://schemas.openxmlformats.org/officeDocument/2006/relationships/customXml" Target="../ink/ink331.xml"/><Relationship Id="rId57" Type="http://schemas.openxmlformats.org/officeDocument/2006/relationships/customXml" Target="../ink/ink335.xml"/><Relationship Id="rId10" Type="http://schemas.openxmlformats.org/officeDocument/2006/relationships/image" Target="../media/image400.png"/><Relationship Id="rId31" Type="http://schemas.openxmlformats.org/officeDocument/2006/relationships/customXml" Target="../ink/ink322.xml"/><Relationship Id="rId44" Type="http://schemas.openxmlformats.org/officeDocument/2006/relationships/image" Target="../media/image417.png"/><Relationship Id="rId52" Type="http://schemas.openxmlformats.org/officeDocument/2006/relationships/image" Target="../media/image421.png"/><Relationship Id="rId60" Type="http://schemas.openxmlformats.org/officeDocument/2006/relationships/image" Target="../media/image425.png"/><Relationship Id="rId65" Type="http://schemas.openxmlformats.org/officeDocument/2006/relationships/customXml" Target="../ink/ink339.xml"/><Relationship Id="rId73" Type="http://schemas.openxmlformats.org/officeDocument/2006/relationships/customXml" Target="../ink/ink343.xml"/><Relationship Id="rId78" Type="http://schemas.openxmlformats.org/officeDocument/2006/relationships/image" Target="../media/image434.png"/><Relationship Id="rId81" Type="http://schemas.openxmlformats.org/officeDocument/2006/relationships/customXml" Target="../ink/ink347.xml"/><Relationship Id="rId86" Type="http://schemas.openxmlformats.org/officeDocument/2006/relationships/image" Target="../media/image438.png"/><Relationship Id="rId94" Type="http://schemas.openxmlformats.org/officeDocument/2006/relationships/image" Target="../media/image442.png"/><Relationship Id="rId4" Type="http://schemas.openxmlformats.org/officeDocument/2006/relationships/image" Target="../media/image397.png"/><Relationship Id="rId9" Type="http://schemas.openxmlformats.org/officeDocument/2006/relationships/customXml" Target="../ink/ink311.xml"/><Relationship Id="rId13" Type="http://schemas.openxmlformats.org/officeDocument/2006/relationships/customXml" Target="../ink/ink313.xml"/><Relationship Id="rId18" Type="http://schemas.openxmlformats.org/officeDocument/2006/relationships/image" Target="../media/image404.png"/><Relationship Id="rId39" Type="http://schemas.openxmlformats.org/officeDocument/2006/relationships/customXml" Target="../ink/ink326.xml"/><Relationship Id="rId34" Type="http://schemas.openxmlformats.org/officeDocument/2006/relationships/image" Target="../media/image412.png"/><Relationship Id="rId50" Type="http://schemas.openxmlformats.org/officeDocument/2006/relationships/image" Target="../media/image420.png"/><Relationship Id="rId55" Type="http://schemas.openxmlformats.org/officeDocument/2006/relationships/customXml" Target="../ink/ink334.xml"/><Relationship Id="rId76" Type="http://schemas.openxmlformats.org/officeDocument/2006/relationships/image" Target="../media/image433.png"/><Relationship Id="rId7" Type="http://schemas.openxmlformats.org/officeDocument/2006/relationships/customXml" Target="../ink/ink310.xml"/><Relationship Id="rId71" Type="http://schemas.openxmlformats.org/officeDocument/2006/relationships/customXml" Target="../ink/ink342.xml"/><Relationship Id="rId92" Type="http://schemas.openxmlformats.org/officeDocument/2006/relationships/image" Target="../media/image441.png"/><Relationship Id="rId2" Type="http://schemas.openxmlformats.org/officeDocument/2006/relationships/image" Target="../media/image62.png"/><Relationship Id="rId29" Type="http://schemas.openxmlformats.org/officeDocument/2006/relationships/customXml" Target="../ink/ink321.xml"/><Relationship Id="rId24" Type="http://schemas.openxmlformats.org/officeDocument/2006/relationships/image" Target="../media/image407.png"/><Relationship Id="rId40" Type="http://schemas.openxmlformats.org/officeDocument/2006/relationships/image" Target="../media/image415.png"/><Relationship Id="rId45" Type="http://schemas.openxmlformats.org/officeDocument/2006/relationships/customXml" Target="../ink/ink329.xml"/><Relationship Id="rId66" Type="http://schemas.openxmlformats.org/officeDocument/2006/relationships/image" Target="../media/image428.png"/><Relationship Id="rId87" Type="http://schemas.openxmlformats.org/officeDocument/2006/relationships/customXml" Target="../ink/ink350.xml"/><Relationship Id="rId61" Type="http://schemas.openxmlformats.org/officeDocument/2006/relationships/customXml" Target="../ink/ink337.xml"/><Relationship Id="rId82" Type="http://schemas.openxmlformats.org/officeDocument/2006/relationships/image" Target="../media/image436.png"/><Relationship Id="rId19" Type="http://schemas.openxmlformats.org/officeDocument/2006/relationships/customXml" Target="../ink/ink316.xml"/><Relationship Id="rId14" Type="http://schemas.openxmlformats.org/officeDocument/2006/relationships/image" Target="../media/image402.png"/><Relationship Id="rId30" Type="http://schemas.openxmlformats.org/officeDocument/2006/relationships/image" Target="../media/image410.png"/><Relationship Id="rId35" Type="http://schemas.openxmlformats.org/officeDocument/2006/relationships/customXml" Target="../ink/ink324.xml"/><Relationship Id="rId56" Type="http://schemas.openxmlformats.org/officeDocument/2006/relationships/image" Target="../media/image423.png"/><Relationship Id="rId77" Type="http://schemas.openxmlformats.org/officeDocument/2006/relationships/customXml" Target="../ink/ink34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17" Type="http://schemas.openxmlformats.org/officeDocument/2006/relationships/customXml" Target="../ink/ink411.xml"/><Relationship Id="rId21" Type="http://schemas.openxmlformats.org/officeDocument/2006/relationships/customXml" Target="../ink/ink363.xml"/><Relationship Id="rId42" Type="http://schemas.openxmlformats.org/officeDocument/2006/relationships/image" Target="../media/image463.png"/><Relationship Id="rId47" Type="http://schemas.openxmlformats.org/officeDocument/2006/relationships/customXml" Target="../ink/ink376.xml"/><Relationship Id="rId63" Type="http://schemas.openxmlformats.org/officeDocument/2006/relationships/customXml" Target="../ink/ink384.xml"/><Relationship Id="rId68" Type="http://schemas.openxmlformats.org/officeDocument/2006/relationships/image" Target="../media/image476.png"/><Relationship Id="rId84" Type="http://schemas.openxmlformats.org/officeDocument/2006/relationships/image" Target="../media/image484.png"/><Relationship Id="rId89" Type="http://schemas.openxmlformats.org/officeDocument/2006/relationships/customXml" Target="../ink/ink397.xml"/><Relationship Id="rId112" Type="http://schemas.openxmlformats.org/officeDocument/2006/relationships/image" Target="../media/image498.png"/><Relationship Id="rId16" Type="http://schemas.openxmlformats.org/officeDocument/2006/relationships/image" Target="../media/image450.png"/><Relationship Id="rId107" Type="http://schemas.openxmlformats.org/officeDocument/2006/relationships/customXml" Target="../ink/ink406.xml"/><Relationship Id="rId11" Type="http://schemas.openxmlformats.org/officeDocument/2006/relationships/customXml" Target="../ink/ink358.xml"/><Relationship Id="rId32" Type="http://schemas.openxmlformats.org/officeDocument/2006/relationships/image" Target="../media/image458.png"/><Relationship Id="rId37" Type="http://schemas.openxmlformats.org/officeDocument/2006/relationships/customXml" Target="../ink/ink371.xml"/><Relationship Id="rId53" Type="http://schemas.openxmlformats.org/officeDocument/2006/relationships/customXml" Target="../ink/ink379.xml"/><Relationship Id="rId58" Type="http://schemas.openxmlformats.org/officeDocument/2006/relationships/image" Target="../media/image471.png"/><Relationship Id="rId74" Type="http://schemas.openxmlformats.org/officeDocument/2006/relationships/image" Target="../media/image479.png"/><Relationship Id="rId79" Type="http://schemas.openxmlformats.org/officeDocument/2006/relationships/customXml" Target="../ink/ink392.xml"/><Relationship Id="rId102" Type="http://schemas.openxmlformats.org/officeDocument/2006/relationships/image" Target="../media/image493.png"/><Relationship Id="rId123" Type="http://schemas.openxmlformats.org/officeDocument/2006/relationships/customXml" Target="../ink/ink414.xml"/><Relationship Id="rId128" Type="http://schemas.openxmlformats.org/officeDocument/2006/relationships/image" Target="../media/image506.png"/><Relationship Id="rId5" Type="http://schemas.openxmlformats.org/officeDocument/2006/relationships/customXml" Target="../ink/ink355.xml"/><Relationship Id="rId90" Type="http://schemas.openxmlformats.org/officeDocument/2006/relationships/image" Target="../media/image487.png"/><Relationship Id="rId95" Type="http://schemas.openxmlformats.org/officeDocument/2006/relationships/customXml" Target="../ink/ink400.xml"/><Relationship Id="rId22" Type="http://schemas.openxmlformats.org/officeDocument/2006/relationships/image" Target="../media/image453.png"/><Relationship Id="rId27" Type="http://schemas.openxmlformats.org/officeDocument/2006/relationships/customXml" Target="../ink/ink366.xml"/><Relationship Id="rId43" Type="http://schemas.openxmlformats.org/officeDocument/2006/relationships/customXml" Target="../ink/ink374.xml"/><Relationship Id="rId48" Type="http://schemas.openxmlformats.org/officeDocument/2006/relationships/image" Target="../media/image466.png"/><Relationship Id="rId64" Type="http://schemas.openxmlformats.org/officeDocument/2006/relationships/image" Target="../media/image474.png"/><Relationship Id="rId69" Type="http://schemas.openxmlformats.org/officeDocument/2006/relationships/customXml" Target="../ink/ink387.xml"/><Relationship Id="rId113" Type="http://schemas.openxmlformats.org/officeDocument/2006/relationships/customXml" Target="../ink/ink409.xml"/><Relationship Id="rId118" Type="http://schemas.openxmlformats.org/officeDocument/2006/relationships/image" Target="../media/image501.png"/><Relationship Id="rId80" Type="http://schemas.openxmlformats.org/officeDocument/2006/relationships/image" Target="../media/image482.png"/><Relationship Id="rId85" Type="http://schemas.openxmlformats.org/officeDocument/2006/relationships/customXml" Target="../ink/ink395.xml"/><Relationship Id="rId12" Type="http://schemas.openxmlformats.org/officeDocument/2006/relationships/image" Target="../media/image448.png"/><Relationship Id="rId17" Type="http://schemas.openxmlformats.org/officeDocument/2006/relationships/customXml" Target="../ink/ink361.xml"/><Relationship Id="rId33" Type="http://schemas.openxmlformats.org/officeDocument/2006/relationships/customXml" Target="../ink/ink369.xml"/><Relationship Id="rId38" Type="http://schemas.openxmlformats.org/officeDocument/2006/relationships/image" Target="../media/image461.png"/><Relationship Id="rId59" Type="http://schemas.openxmlformats.org/officeDocument/2006/relationships/customXml" Target="../ink/ink382.xml"/><Relationship Id="rId103" Type="http://schemas.openxmlformats.org/officeDocument/2006/relationships/customXml" Target="../ink/ink404.xml"/><Relationship Id="rId108" Type="http://schemas.openxmlformats.org/officeDocument/2006/relationships/image" Target="../media/image496.png"/><Relationship Id="rId124" Type="http://schemas.openxmlformats.org/officeDocument/2006/relationships/image" Target="../media/image504.png"/><Relationship Id="rId129" Type="http://schemas.openxmlformats.org/officeDocument/2006/relationships/customXml" Target="../ink/ink417.xml"/><Relationship Id="rId54" Type="http://schemas.openxmlformats.org/officeDocument/2006/relationships/image" Target="../media/image469.png"/><Relationship Id="rId70" Type="http://schemas.openxmlformats.org/officeDocument/2006/relationships/image" Target="../media/image477.png"/><Relationship Id="rId75" Type="http://schemas.openxmlformats.org/officeDocument/2006/relationships/customXml" Target="../ink/ink390.xml"/><Relationship Id="rId91" Type="http://schemas.openxmlformats.org/officeDocument/2006/relationships/customXml" Target="../ink/ink398.xml"/><Relationship Id="rId96" Type="http://schemas.openxmlformats.org/officeDocument/2006/relationships/image" Target="../media/image490.png"/><Relationship Id="rId1" Type="http://schemas.openxmlformats.org/officeDocument/2006/relationships/slideLayout" Target="../slideLayouts/slideLayout2.xml"/><Relationship Id="rId6" Type="http://schemas.openxmlformats.org/officeDocument/2006/relationships/image" Target="../media/image445.png"/><Relationship Id="rId23" Type="http://schemas.openxmlformats.org/officeDocument/2006/relationships/customXml" Target="../ink/ink364.xml"/><Relationship Id="rId28" Type="http://schemas.openxmlformats.org/officeDocument/2006/relationships/image" Target="../media/image456.png"/><Relationship Id="rId49" Type="http://schemas.openxmlformats.org/officeDocument/2006/relationships/customXml" Target="../ink/ink377.xml"/><Relationship Id="rId114" Type="http://schemas.openxmlformats.org/officeDocument/2006/relationships/image" Target="../media/image499.png"/><Relationship Id="rId119" Type="http://schemas.openxmlformats.org/officeDocument/2006/relationships/customXml" Target="../ink/ink412.xml"/><Relationship Id="rId44" Type="http://schemas.openxmlformats.org/officeDocument/2006/relationships/image" Target="../media/image464.png"/><Relationship Id="rId60" Type="http://schemas.openxmlformats.org/officeDocument/2006/relationships/image" Target="../media/image472.png"/><Relationship Id="rId65" Type="http://schemas.openxmlformats.org/officeDocument/2006/relationships/customXml" Target="../ink/ink385.xml"/><Relationship Id="rId81" Type="http://schemas.openxmlformats.org/officeDocument/2006/relationships/customXml" Target="../ink/ink393.xml"/><Relationship Id="rId86" Type="http://schemas.openxmlformats.org/officeDocument/2006/relationships/image" Target="../media/image485.png"/><Relationship Id="rId130" Type="http://schemas.openxmlformats.org/officeDocument/2006/relationships/image" Target="../media/image507.png"/><Relationship Id="rId13" Type="http://schemas.openxmlformats.org/officeDocument/2006/relationships/customXml" Target="../ink/ink359.xml"/><Relationship Id="rId18" Type="http://schemas.openxmlformats.org/officeDocument/2006/relationships/image" Target="../media/image451.png"/><Relationship Id="rId39" Type="http://schemas.openxmlformats.org/officeDocument/2006/relationships/customXml" Target="../ink/ink372.xml"/><Relationship Id="rId109" Type="http://schemas.openxmlformats.org/officeDocument/2006/relationships/customXml" Target="../ink/ink407.xml"/><Relationship Id="rId34" Type="http://schemas.openxmlformats.org/officeDocument/2006/relationships/image" Target="../media/image459.png"/><Relationship Id="rId50" Type="http://schemas.openxmlformats.org/officeDocument/2006/relationships/image" Target="../media/image467.png"/><Relationship Id="rId55" Type="http://schemas.openxmlformats.org/officeDocument/2006/relationships/customXml" Target="../ink/ink380.xml"/><Relationship Id="rId76" Type="http://schemas.openxmlformats.org/officeDocument/2006/relationships/image" Target="../media/image480.png"/><Relationship Id="rId97" Type="http://schemas.openxmlformats.org/officeDocument/2006/relationships/customXml" Target="../ink/ink401.xml"/><Relationship Id="rId104" Type="http://schemas.openxmlformats.org/officeDocument/2006/relationships/image" Target="../media/image494.png"/><Relationship Id="rId120" Type="http://schemas.openxmlformats.org/officeDocument/2006/relationships/image" Target="../media/image502.png"/><Relationship Id="rId125" Type="http://schemas.openxmlformats.org/officeDocument/2006/relationships/customXml" Target="../ink/ink415.xml"/><Relationship Id="rId7" Type="http://schemas.openxmlformats.org/officeDocument/2006/relationships/customXml" Target="../ink/ink356.xml"/><Relationship Id="rId71" Type="http://schemas.openxmlformats.org/officeDocument/2006/relationships/customXml" Target="../ink/ink388.xml"/><Relationship Id="rId92" Type="http://schemas.openxmlformats.org/officeDocument/2006/relationships/image" Target="../media/image488.png"/><Relationship Id="rId2" Type="http://schemas.openxmlformats.org/officeDocument/2006/relationships/image" Target="../media/image63.png"/><Relationship Id="rId29" Type="http://schemas.openxmlformats.org/officeDocument/2006/relationships/customXml" Target="../ink/ink367.xml"/><Relationship Id="rId24" Type="http://schemas.openxmlformats.org/officeDocument/2006/relationships/image" Target="../media/image454.png"/><Relationship Id="rId40" Type="http://schemas.openxmlformats.org/officeDocument/2006/relationships/image" Target="../media/image462.png"/><Relationship Id="rId45" Type="http://schemas.openxmlformats.org/officeDocument/2006/relationships/customXml" Target="../ink/ink375.xml"/><Relationship Id="rId66" Type="http://schemas.openxmlformats.org/officeDocument/2006/relationships/image" Target="../media/image475.png"/><Relationship Id="rId87" Type="http://schemas.openxmlformats.org/officeDocument/2006/relationships/customXml" Target="../ink/ink396.xml"/><Relationship Id="rId110" Type="http://schemas.openxmlformats.org/officeDocument/2006/relationships/image" Target="../media/image497.png"/><Relationship Id="rId115" Type="http://schemas.openxmlformats.org/officeDocument/2006/relationships/customXml" Target="../ink/ink410.xml"/><Relationship Id="rId131" Type="http://schemas.openxmlformats.org/officeDocument/2006/relationships/customXml" Target="../ink/ink418.xml"/><Relationship Id="rId61" Type="http://schemas.openxmlformats.org/officeDocument/2006/relationships/customXml" Target="../ink/ink383.xml"/><Relationship Id="rId82" Type="http://schemas.openxmlformats.org/officeDocument/2006/relationships/image" Target="../media/image483.png"/><Relationship Id="rId19" Type="http://schemas.openxmlformats.org/officeDocument/2006/relationships/customXml" Target="../ink/ink362.xml"/><Relationship Id="rId14" Type="http://schemas.openxmlformats.org/officeDocument/2006/relationships/image" Target="../media/image449.png"/><Relationship Id="rId30" Type="http://schemas.openxmlformats.org/officeDocument/2006/relationships/image" Target="../media/image457.png"/><Relationship Id="rId35" Type="http://schemas.openxmlformats.org/officeDocument/2006/relationships/customXml" Target="../ink/ink370.xml"/><Relationship Id="rId56" Type="http://schemas.openxmlformats.org/officeDocument/2006/relationships/image" Target="../media/image470.png"/><Relationship Id="rId77" Type="http://schemas.openxmlformats.org/officeDocument/2006/relationships/customXml" Target="../ink/ink391.xml"/><Relationship Id="rId100" Type="http://schemas.openxmlformats.org/officeDocument/2006/relationships/image" Target="../media/image492.png"/><Relationship Id="rId105" Type="http://schemas.openxmlformats.org/officeDocument/2006/relationships/customXml" Target="../ink/ink405.xml"/><Relationship Id="rId126" Type="http://schemas.openxmlformats.org/officeDocument/2006/relationships/image" Target="../media/image505.png"/><Relationship Id="rId8" Type="http://schemas.openxmlformats.org/officeDocument/2006/relationships/image" Target="../media/image446.png"/><Relationship Id="rId51" Type="http://schemas.openxmlformats.org/officeDocument/2006/relationships/customXml" Target="../ink/ink378.xml"/><Relationship Id="rId72" Type="http://schemas.openxmlformats.org/officeDocument/2006/relationships/image" Target="../media/image478.png"/><Relationship Id="rId93" Type="http://schemas.openxmlformats.org/officeDocument/2006/relationships/customXml" Target="../ink/ink399.xml"/><Relationship Id="rId98" Type="http://schemas.openxmlformats.org/officeDocument/2006/relationships/image" Target="../media/image491.png"/><Relationship Id="rId121" Type="http://schemas.openxmlformats.org/officeDocument/2006/relationships/customXml" Target="../ink/ink413.xml"/><Relationship Id="rId3" Type="http://schemas.openxmlformats.org/officeDocument/2006/relationships/customXml" Target="../ink/ink354.xml"/><Relationship Id="rId25" Type="http://schemas.openxmlformats.org/officeDocument/2006/relationships/customXml" Target="../ink/ink365.xml"/><Relationship Id="rId46" Type="http://schemas.openxmlformats.org/officeDocument/2006/relationships/image" Target="../media/image465.png"/><Relationship Id="rId67" Type="http://schemas.openxmlformats.org/officeDocument/2006/relationships/customXml" Target="../ink/ink386.xml"/><Relationship Id="rId116" Type="http://schemas.openxmlformats.org/officeDocument/2006/relationships/image" Target="../media/image500.png"/><Relationship Id="rId20" Type="http://schemas.openxmlformats.org/officeDocument/2006/relationships/image" Target="../media/image452.png"/><Relationship Id="rId41" Type="http://schemas.openxmlformats.org/officeDocument/2006/relationships/customXml" Target="../ink/ink373.xml"/><Relationship Id="rId62" Type="http://schemas.openxmlformats.org/officeDocument/2006/relationships/image" Target="../media/image473.png"/><Relationship Id="rId83" Type="http://schemas.openxmlformats.org/officeDocument/2006/relationships/customXml" Target="../ink/ink394.xml"/><Relationship Id="rId88" Type="http://schemas.openxmlformats.org/officeDocument/2006/relationships/image" Target="../media/image486.png"/><Relationship Id="rId111" Type="http://schemas.openxmlformats.org/officeDocument/2006/relationships/customXml" Target="../ink/ink408.xml"/><Relationship Id="rId132" Type="http://schemas.openxmlformats.org/officeDocument/2006/relationships/image" Target="../media/image508.png"/><Relationship Id="rId15" Type="http://schemas.openxmlformats.org/officeDocument/2006/relationships/customXml" Target="../ink/ink360.xml"/><Relationship Id="rId36" Type="http://schemas.openxmlformats.org/officeDocument/2006/relationships/image" Target="../media/image460.png"/><Relationship Id="rId57" Type="http://schemas.openxmlformats.org/officeDocument/2006/relationships/customXml" Target="../ink/ink381.xml"/><Relationship Id="rId106" Type="http://schemas.openxmlformats.org/officeDocument/2006/relationships/image" Target="../media/image495.png"/><Relationship Id="rId127" Type="http://schemas.openxmlformats.org/officeDocument/2006/relationships/customXml" Target="../ink/ink416.xml"/><Relationship Id="rId10" Type="http://schemas.openxmlformats.org/officeDocument/2006/relationships/image" Target="../media/image447.png"/><Relationship Id="rId31" Type="http://schemas.openxmlformats.org/officeDocument/2006/relationships/customXml" Target="../ink/ink368.xml"/><Relationship Id="rId52" Type="http://schemas.openxmlformats.org/officeDocument/2006/relationships/image" Target="../media/image468.png"/><Relationship Id="rId73" Type="http://schemas.openxmlformats.org/officeDocument/2006/relationships/customXml" Target="../ink/ink389.xml"/><Relationship Id="rId78" Type="http://schemas.openxmlformats.org/officeDocument/2006/relationships/image" Target="../media/image481.png"/><Relationship Id="rId94" Type="http://schemas.openxmlformats.org/officeDocument/2006/relationships/image" Target="../media/image489.png"/><Relationship Id="rId99" Type="http://schemas.openxmlformats.org/officeDocument/2006/relationships/customXml" Target="../ink/ink402.xml"/><Relationship Id="rId101" Type="http://schemas.openxmlformats.org/officeDocument/2006/relationships/customXml" Target="../ink/ink403.xml"/><Relationship Id="rId122" Type="http://schemas.openxmlformats.org/officeDocument/2006/relationships/image" Target="../media/image503.png"/><Relationship Id="rId4" Type="http://schemas.openxmlformats.org/officeDocument/2006/relationships/image" Target="../media/image444.png"/><Relationship Id="rId9" Type="http://schemas.openxmlformats.org/officeDocument/2006/relationships/customXml" Target="../ink/ink357.xml"/><Relationship Id="rId26" Type="http://schemas.openxmlformats.org/officeDocument/2006/relationships/image" Target="../media/image455.png"/></Relationships>
</file>

<file path=ppt/slides/_rels/slide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Advanced Higher</a:t>
            </a:r>
            <a:br>
              <a:rPr lang="en-GB" dirty="0"/>
            </a:br>
            <a:r>
              <a:rPr lang="en-GB" dirty="0"/>
              <a:t>Computing Science</a:t>
            </a:r>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4009330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Plan</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12181180"/>
              </p:ext>
            </p:extLst>
          </p:nvPr>
        </p:nvGraphicFramePr>
        <p:xfrm>
          <a:off x="2042160" y="1825625"/>
          <a:ext cx="8107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6A97AC26-082B-45FF-807A-F23AA3F80267}"/>
              </a:ext>
            </a:extLst>
          </p:cNvPr>
          <p:cNvSpPr txBox="1"/>
          <p:nvPr/>
        </p:nvSpPr>
        <p:spPr>
          <a:xfrm rot="16200000">
            <a:off x="9968919" y="2907341"/>
            <a:ext cx="1541576" cy="646331"/>
          </a:xfrm>
          <a:prstGeom prst="rect">
            <a:avLst/>
          </a:prstGeom>
          <a:noFill/>
        </p:spPr>
        <p:txBody>
          <a:bodyPr wrap="none" rtlCol="0">
            <a:spAutoFit/>
          </a:bodyPr>
          <a:lstStyle/>
          <a:p>
            <a:pPr algn="ctr"/>
            <a:r>
              <a:rPr lang="en-GB" sz="3600" b="1" dirty="0">
                <a:solidFill>
                  <a:srgbClr val="FF0000"/>
                </a:solidFill>
              </a:rPr>
              <a:t>Project</a:t>
            </a:r>
            <a:endParaRPr lang="en-GB" b="1" dirty="0">
              <a:solidFill>
                <a:srgbClr val="FF0000"/>
              </a:solidFill>
            </a:endParaRPr>
          </a:p>
        </p:txBody>
      </p:sp>
    </p:spTree>
    <p:extLst>
      <p:ext uri="{BB962C8B-B14F-4D97-AF65-F5344CB8AC3E}">
        <p14:creationId xmlns:p14="http://schemas.microsoft.com/office/powerpoint/2010/main" val="368862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DFA48299-B840-4714-A5F6-769C74D74113}"/>
                                            </p:graphicEl>
                                          </p:spTgt>
                                        </p:tgtEl>
                                        <p:attrNameLst>
                                          <p:attrName>style.visibility</p:attrName>
                                        </p:attrNameLst>
                                      </p:cBhvr>
                                      <p:to>
                                        <p:strVal val="visible"/>
                                      </p:to>
                                    </p:set>
                                    <p:animEffect transition="in" filter="wipe(left)">
                                      <p:cBhvr>
                                        <p:cTn id="7" dur="500"/>
                                        <p:tgtEl>
                                          <p:spTgt spid="5">
                                            <p:graphicEl>
                                              <a:dgm id="{DFA48299-B840-4714-A5F6-769C74D74113}"/>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graphicEl>
                                              <a:dgm id="{19C32B8D-512E-49A1-A0E6-109384C61E4D}"/>
                                            </p:graphicEl>
                                          </p:spTgt>
                                        </p:tgtEl>
                                        <p:attrNameLst>
                                          <p:attrName>style.visibility</p:attrName>
                                        </p:attrNameLst>
                                      </p:cBhvr>
                                      <p:to>
                                        <p:strVal val="visible"/>
                                      </p:to>
                                    </p:set>
                                    <p:animEffect transition="in" filter="wipe(left)">
                                      <p:cBhvr>
                                        <p:cTn id="11" dur="2000"/>
                                        <p:tgtEl>
                                          <p:spTgt spid="5">
                                            <p:graphicEl>
                                              <a:dgm id="{19C32B8D-512E-49A1-A0E6-109384C61E4D}"/>
                                            </p:graphic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graphicEl>
                                              <a:dgm id="{AAD30B60-88C6-4919-B6DD-9F480459E84E}"/>
                                            </p:graphicEl>
                                          </p:spTgt>
                                        </p:tgtEl>
                                        <p:attrNameLst>
                                          <p:attrName>style.visibility</p:attrName>
                                        </p:attrNameLst>
                                      </p:cBhvr>
                                      <p:to>
                                        <p:strVal val="visible"/>
                                      </p:to>
                                    </p:set>
                                    <p:animEffect transition="in" filter="wipe(left)">
                                      <p:cBhvr>
                                        <p:cTn id="16" dur="500"/>
                                        <p:tgtEl>
                                          <p:spTgt spid="5">
                                            <p:graphicEl>
                                              <a:dgm id="{AAD30B60-88C6-4919-B6DD-9F480459E84E}"/>
                                            </p:graphic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5">
                                            <p:graphicEl>
                                              <a:dgm id="{0DFDFC6D-8604-4378-B6A3-6A6720006C95}"/>
                                            </p:graphicEl>
                                          </p:spTgt>
                                        </p:tgtEl>
                                        <p:attrNameLst>
                                          <p:attrName>style.visibility</p:attrName>
                                        </p:attrNameLst>
                                      </p:cBhvr>
                                      <p:to>
                                        <p:strVal val="visible"/>
                                      </p:to>
                                    </p:set>
                                    <p:animEffect transition="in" filter="wipe(left)">
                                      <p:cBhvr>
                                        <p:cTn id="20" dur="2000"/>
                                        <p:tgtEl>
                                          <p:spTgt spid="5">
                                            <p:graphicEl>
                                              <a:dgm id="{0DFDFC6D-8604-4378-B6A3-6A6720006C95}"/>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graphicEl>
                                              <a:dgm id="{13389968-BA24-47B6-8473-359CF30A7B68}"/>
                                            </p:graphicEl>
                                          </p:spTgt>
                                        </p:tgtEl>
                                        <p:attrNameLst>
                                          <p:attrName>style.visibility</p:attrName>
                                        </p:attrNameLst>
                                      </p:cBhvr>
                                      <p:to>
                                        <p:strVal val="visible"/>
                                      </p:to>
                                    </p:set>
                                    <p:animEffect transition="in" filter="wipe(left)">
                                      <p:cBhvr>
                                        <p:cTn id="25" dur="500"/>
                                        <p:tgtEl>
                                          <p:spTgt spid="5">
                                            <p:graphicEl>
                                              <a:dgm id="{13389968-BA24-47B6-8473-359CF30A7B68}"/>
                                            </p:graphic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5">
                                            <p:graphicEl>
                                              <a:dgm id="{7B327266-A4CF-4A7C-A1A8-A8419A288BA3}"/>
                                            </p:graphicEl>
                                          </p:spTgt>
                                        </p:tgtEl>
                                        <p:attrNameLst>
                                          <p:attrName>style.visibility</p:attrName>
                                        </p:attrNameLst>
                                      </p:cBhvr>
                                      <p:to>
                                        <p:strVal val="visible"/>
                                      </p:to>
                                    </p:set>
                                    <p:animEffect transition="in" filter="wipe(left)">
                                      <p:cBhvr>
                                        <p:cTn id="29" dur="2000"/>
                                        <p:tgtEl>
                                          <p:spTgt spid="5">
                                            <p:graphicEl>
                                              <a:dgm id="{7B327266-A4CF-4A7C-A1A8-A8419A288BA3}"/>
                                            </p:graphic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10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graphicEl>
                                              <a:dgm id="{EB2E52AE-8FCF-47D0-B499-CFCFAF1883A9}"/>
                                            </p:graphicEl>
                                          </p:spTgt>
                                        </p:tgtEl>
                                        <p:attrNameLst>
                                          <p:attrName>style.visibility</p:attrName>
                                        </p:attrNameLst>
                                      </p:cBhvr>
                                      <p:to>
                                        <p:strVal val="visible"/>
                                      </p:to>
                                    </p:set>
                                    <p:animEffect transition="in" filter="wipe(left)">
                                      <p:cBhvr>
                                        <p:cTn id="39" dur="500"/>
                                        <p:tgtEl>
                                          <p:spTgt spid="5">
                                            <p:graphicEl>
                                              <a:dgm id="{EB2E52AE-8FCF-47D0-B499-CFCFAF1883A9}"/>
                                            </p:graphicEl>
                                          </p:spTgt>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5">
                                            <p:graphicEl>
                                              <a:dgm id="{C92F1771-01AA-4FF3-B7EC-0229DB7A592C}"/>
                                            </p:graphicEl>
                                          </p:spTgt>
                                        </p:tgtEl>
                                        <p:attrNameLst>
                                          <p:attrName>style.visibility</p:attrName>
                                        </p:attrNameLst>
                                      </p:cBhvr>
                                      <p:to>
                                        <p:strVal val="visible"/>
                                      </p:to>
                                    </p:set>
                                    <p:animEffect transition="in" filter="wipe(left)">
                                      <p:cBhvr>
                                        <p:cTn id="43" dur="2000"/>
                                        <p:tgtEl>
                                          <p:spTgt spid="5">
                                            <p:graphicEl>
                                              <a:dgm id="{C92F1771-01AA-4FF3-B7EC-0229DB7A592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00886-4568-405D-A477-82C7E4CA49F9}"/>
              </a:ext>
            </a:extLst>
          </p:cNvPr>
          <p:cNvSpPr>
            <a:spLocks noGrp="1"/>
          </p:cNvSpPr>
          <p:nvPr>
            <p:ph type="title"/>
          </p:nvPr>
        </p:nvSpPr>
        <p:spPr/>
        <p:txBody>
          <a:bodyPr/>
          <a:lstStyle/>
          <a:p>
            <a:r>
              <a:rPr lang="en-GB"/>
              <a:t>Assessment</a:t>
            </a:r>
          </a:p>
        </p:txBody>
      </p:sp>
      <p:sp>
        <p:nvSpPr>
          <p:cNvPr id="3" name="Text Placeholder 2">
            <a:extLst>
              <a:ext uri="{FF2B5EF4-FFF2-40B4-BE49-F238E27FC236}">
                <a16:creationId xmlns:a16="http://schemas.microsoft.com/office/drawing/2014/main" id="{800ECB73-0608-4B44-882B-9BBB8EADD3EA}"/>
              </a:ext>
            </a:extLst>
          </p:cNvPr>
          <p:cNvSpPr>
            <a:spLocks noGrp="1"/>
          </p:cNvSpPr>
          <p:nvPr>
            <p:ph type="body" idx="1"/>
          </p:nvPr>
        </p:nvSpPr>
        <p:spPr/>
        <p:txBody>
          <a:bodyPr/>
          <a:lstStyle/>
          <a:p>
            <a:r>
              <a:rPr lang="en-GB" dirty="0"/>
              <a:t>Project – 60%</a:t>
            </a:r>
          </a:p>
        </p:txBody>
      </p:sp>
      <p:sp>
        <p:nvSpPr>
          <p:cNvPr id="4" name="Content Placeholder 3">
            <a:extLst>
              <a:ext uri="{FF2B5EF4-FFF2-40B4-BE49-F238E27FC236}">
                <a16:creationId xmlns:a16="http://schemas.microsoft.com/office/drawing/2014/main" id="{6C837FB6-A567-497F-93B1-2DEE87ED18D6}"/>
              </a:ext>
            </a:extLst>
          </p:cNvPr>
          <p:cNvSpPr>
            <a:spLocks noGrp="1"/>
          </p:cNvSpPr>
          <p:nvPr>
            <p:ph sz="half" idx="2"/>
          </p:nvPr>
        </p:nvSpPr>
        <p:spPr/>
        <p:txBody>
          <a:bodyPr/>
          <a:lstStyle/>
          <a:p>
            <a:pPr indent="0"/>
            <a:r>
              <a:rPr lang="en-GB" dirty="0" err="1"/>
              <a:t>SDD</a:t>
            </a:r>
            <a:endParaRPr lang="en-GB" dirty="0"/>
          </a:p>
          <a:p>
            <a:pPr indent="0"/>
            <a:r>
              <a:rPr lang="en-GB" dirty="0" err="1"/>
              <a:t>DDD</a:t>
            </a:r>
            <a:endParaRPr lang="en-GB" dirty="0"/>
          </a:p>
          <a:p>
            <a:pPr indent="0"/>
            <a:endParaRPr lang="en-GB" dirty="0"/>
          </a:p>
          <a:p>
            <a:pPr indent="0">
              <a:buNone/>
            </a:pPr>
            <a:endParaRPr lang="en-GB" dirty="0"/>
          </a:p>
          <a:p>
            <a:pPr indent="0"/>
            <a:r>
              <a:rPr lang="en-GB" b="1" dirty="0"/>
              <a:t>Marks		80</a:t>
            </a:r>
          </a:p>
        </p:txBody>
      </p:sp>
      <p:sp>
        <p:nvSpPr>
          <p:cNvPr id="5" name="Text Placeholder 4">
            <a:extLst>
              <a:ext uri="{FF2B5EF4-FFF2-40B4-BE49-F238E27FC236}">
                <a16:creationId xmlns:a16="http://schemas.microsoft.com/office/drawing/2014/main" id="{23B492CD-F51E-4517-A552-72BB03A9DDC1}"/>
              </a:ext>
            </a:extLst>
          </p:cNvPr>
          <p:cNvSpPr>
            <a:spLocks noGrp="1"/>
          </p:cNvSpPr>
          <p:nvPr>
            <p:ph type="body" sz="quarter" idx="3"/>
          </p:nvPr>
        </p:nvSpPr>
        <p:spPr/>
        <p:txBody>
          <a:bodyPr/>
          <a:lstStyle/>
          <a:p>
            <a:r>
              <a:rPr lang="en-GB" dirty="0"/>
              <a:t>Question Paper – 40%</a:t>
            </a:r>
          </a:p>
        </p:txBody>
      </p:sp>
      <p:sp>
        <p:nvSpPr>
          <p:cNvPr id="6" name="Content Placeholder 5">
            <a:extLst>
              <a:ext uri="{FF2B5EF4-FFF2-40B4-BE49-F238E27FC236}">
                <a16:creationId xmlns:a16="http://schemas.microsoft.com/office/drawing/2014/main" id="{85EA51F6-ECFD-4D1F-BF54-C5C44552D6D8}"/>
              </a:ext>
            </a:extLst>
          </p:cNvPr>
          <p:cNvSpPr>
            <a:spLocks noGrp="1"/>
          </p:cNvSpPr>
          <p:nvPr>
            <p:ph sz="quarter" idx="4"/>
          </p:nvPr>
        </p:nvSpPr>
        <p:spPr/>
        <p:txBody>
          <a:bodyPr>
            <a:normAutofit/>
          </a:bodyPr>
          <a:lstStyle/>
          <a:p>
            <a:pPr indent="0"/>
            <a:r>
              <a:rPr lang="en-GB" dirty="0"/>
              <a:t>SDD		64%</a:t>
            </a:r>
          </a:p>
          <a:p>
            <a:pPr indent="0"/>
            <a:r>
              <a:rPr lang="en-GB" dirty="0"/>
              <a:t>DDD		36%</a:t>
            </a:r>
          </a:p>
          <a:p>
            <a:pPr indent="0">
              <a:buNone/>
            </a:pPr>
            <a:endParaRPr lang="en-GB" dirty="0"/>
          </a:p>
          <a:p>
            <a:pPr marL="0" indent="0">
              <a:buNone/>
            </a:pPr>
            <a:endParaRPr lang="en-GB" dirty="0"/>
          </a:p>
          <a:p>
            <a:pPr indent="0"/>
            <a:r>
              <a:rPr lang="en-GB" b="1" dirty="0"/>
              <a:t>Marks		55</a:t>
            </a:r>
          </a:p>
        </p:txBody>
      </p:sp>
      <p:sp>
        <p:nvSpPr>
          <p:cNvPr id="7" name="TextBox 6"/>
          <p:cNvSpPr txBox="1"/>
          <p:nvPr/>
        </p:nvSpPr>
        <p:spPr>
          <a:xfrm>
            <a:off x="4053485" y="5897275"/>
            <a:ext cx="3888180" cy="584775"/>
          </a:xfrm>
          <a:prstGeom prst="rect">
            <a:avLst/>
          </a:prstGeom>
          <a:noFill/>
        </p:spPr>
        <p:txBody>
          <a:bodyPr wrap="none" rtlCol="0">
            <a:spAutoFit/>
          </a:bodyPr>
          <a:lstStyle/>
          <a:p>
            <a:r>
              <a:rPr lang="en-GB" sz="3200" b="1" dirty="0">
                <a:solidFill>
                  <a:srgbClr val="FF0000"/>
                </a:solidFill>
              </a:rPr>
              <a:t>Final grade out of 135</a:t>
            </a:r>
          </a:p>
        </p:txBody>
      </p:sp>
    </p:spTree>
    <p:extLst>
      <p:ext uri="{BB962C8B-B14F-4D97-AF65-F5344CB8AC3E}">
        <p14:creationId xmlns:p14="http://schemas.microsoft.com/office/powerpoint/2010/main" val="325290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ipe(left)">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wipe(left)">
                                      <p:cBhvr>
                                        <p:cTn id="32" dur="500"/>
                                        <p:tgtEl>
                                          <p:spTgt spid="4">
                                            <p:txEl>
                                              <p:pRg st="4" end="4"/>
                                            </p:tx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animEffect transition="in" filter="wipe(left)">
                                      <p:cBhvr>
                                        <p:cTn id="36" dur="500"/>
                                        <p:tgtEl>
                                          <p:spTgt spid="6">
                                            <p:txEl>
                                              <p:pRg st="1" end="1"/>
                                            </p:txEl>
                                          </p:spTgt>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wipe(left)">
                                      <p:cBhvr>
                                        <p:cTn id="40" dur="500"/>
                                        <p:tgtEl>
                                          <p:spTgt spid="6">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err="1"/>
              <a:t>SDD</a:t>
            </a:r>
            <a:r>
              <a:rPr lang="en-GB" dirty="0"/>
              <a:t> Analysis</a:t>
            </a:r>
          </a:p>
        </p:txBody>
      </p:sp>
      <p:sp>
        <p:nvSpPr>
          <p:cNvPr id="3" name="Subtitle 2"/>
          <p:cNvSpPr>
            <a:spLocks noGrp="1"/>
          </p:cNvSpPr>
          <p:nvPr>
            <p:ph type="subTitle" idx="1"/>
          </p:nvPr>
        </p:nvSpPr>
        <p:spPr/>
        <p:txBody>
          <a:bodyPr/>
          <a:lstStyle/>
          <a:p>
            <a:r>
              <a:rPr lang="en-GB" dirty="0"/>
              <a:t>Advanced Higher (Python)</a:t>
            </a:r>
          </a:p>
        </p:txBody>
      </p:sp>
    </p:spTree>
    <p:extLst>
      <p:ext uri="{BB962C8B-B14F-4D97-AF65-F5344CB8AC3E}">
        <p14:creationId xmlns:p14="http://schemas.microsoft.com/office/powerpoint/2010/main" val="1397375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pPr>
              <a:spcAft>
                <a:spcPts val="1800"/>
              </a:spcAft>
            </a:pPr>
            <a:r>
              <a:rPr lang="en-GB" dirty="0"/>
              <a:t>Describe, exemplify and implement Unified Modelling Language (UML) use case diagrams: </a:t>
            </a:r>
          </a:p>
          <a:p>
            <a:pPr lvl="1">
              <a:spcAft>
                <a:spcPts val="1800"/>
              </a:spcAft>
            </a:pPr>
            <a:r>
              <a:rPr lang="en-GB" sz="2800" dirty="0"/>
              <a:t>actors </a:t>
            </a:r>
          </a:p>
          <a:p>
            <a:pPr lvl="1">
              <a:spcAft>
                <a:spcPts val="1800"/>
              </a:spcAft>
            </a:pPr>
            <a:r>
              <a:rPr lang="en-GB" sz="2800" dirty="0"/>
              <a:t>use cases </a:t>
            </a:r>
          </a:p>
          <a:p>
            <a:pPr lvl="1">
              <a:spcAft>
                <a:spcPts val="1800"/>
              </a:spcAft>
            </a:pPr>
            <a:r>
              <a:rPr lang="en-GB" sz="2800" dirty="0"/>
              <a:t>relationships</a:t>
            </a:r>
          </a:p>
        </p:txBody>
      </p:sp>
    </p:spTree>
    <p:extLst>
      <p:ext uri="{BB962C8B-B14F-4D97-AF65-F5344CB8AC3E}">
        <p14:creationId xmlns:p14="http://schemas.microsoft.com/office/powerpoint/2010/main" val="814279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374ED-F922-1F42-30DA-6139E3EEFB4E}"/>
              </a:ext>
            </a:extLst>
          </p:cNvPr>
          <p:cNvSpPr>
            <a:spLocks noGrp="1"/>
          </p:cNvSpPr>
          <p:nvPr>
            <p:ph type="title"/>
          </p:nvPr>
        </p:nvSpPr>
        <p:spPr/>
        <p:txBody>
          <a:bodyPr/>
          <a:lstStyle/>
          <a:p>
            <a:r>
              <a:rPr lang="en-GB" dirty="0"/>
              <a:t>Use Case Diagram</a:t>
            </a:r>
          </a:p>
        </p:txBody>
      </p:sp>
      <p:sp>
        <p:nvSpPr>
          <p:cNvPr id="3" name="Content Placeholder 2">
            <a:extLst>
              <a:ext uri="{FF2B5EF4-FFF2-40B4-BE49-F238E27FC236}">
                <a16:creationId xmlns:a16="http://schemas.microsoft.com/office/drawing/2014/main" id="{246B11CC-3339-C315-0BE8-FA4C1D5275B4}"/>
              </a:ext>
            </a:extLst>
          </p:cNvPr>
          <p:cNvSpPr>
            <a:spLocks noGrp="1"/>
          </p:cNvSpPr>
          <p:nvPr>
            <p:ph idx="1"/>
          </p:nvPr>
        </p:nvSpPr>
        <p:spPr/>
        <p:txBody>
          <a:bodyPr/>
          <a:lstStyle/>
          <a:p>
            <a:pPr>
              <a:spcAft>
                <a:spcPts val="1200"/>
              </a:spcAft>
            </a:pPr>
            <a:r>
              <a:rPr lang="en-GB" dirty="0"/>
              <a:t>specifies behaviours – triggered by a user</a:t>
            </a:r>
          </a:p>
          <a:p>
            <a:pPr>
              <a:spcAft>
                <a:spcPts val="1200"/>
              </a:spcAft>
            </a:pPr>
            <a:r>
              <a:rPr lang="en-GB" dirty="0"/>
              <a:t>observable results of value to a user – End User Requirements</a:t>
            </a:r>
          </a:p>
        </p:txBody>
      </p:sp>
    </p:spTree>
    <p:extLst>
      <p:ext uri="{BB962C8B-B14F-4D97-AF65-F5344CB8AC3E}">
        <p14:creationId xmlns:p14="http://schemas.microsoft.com/office/powerpoint/2010/main" val="204779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374ED-F922-1F42-30DA-6139E3EEFB4E}"/>
              </a:ext>
            </a:extLst>
          </p:cNvPr>
          <p:cNvSpPr>
            <a:spLocks noGrp="1"/>
          </p:cNvSpPr>
          <p:nvPr>
            <p:ph type="title"/>
          </p:nvPr>
        </p:nvSpPr>
        <p:spPr/>
        <p:txBody>
          <a:bodyPr/>
          <a:lstStyle/>
          <a:p>
            <a:r>
              <a:rPr lang="en-GB" dirty="0"/>
              <a:t>Use Case Diagram</a:t>
            </a:r>
          </a:p>
        </p:txBody>
      </p:sp>
      <p:sp>
        <p:nvSpPr>
          <p:cNvPr id="3" name="Content Placeholder 2">
            <a:extLst>
              <a:ext uri="{FF2B5EF4-FFF2-40B4-BE49-F238E27FC236}">
                <a16:creationId xmlns:a16="http://schemas.microsoft.com/office/drawing/2014/main" id="{246B11CC-3339-C315-0BE8-FA4C1D5275B4}"/>
              </a:ext>
            </a:extLst>
          </p:cNvPr>
          <p:cNvSpPr>
            <a:spLocks noGrp="1"/>
          </p:cNvSpPr>
          <p:nvPr>
            <p:ph idx="1"/>
          </p:nvPr>
        </p:nvSpPr>
        <p:spPr/>
        <p:txBody>
          <a:bodyPr/>
          <a:lstStyle/>
          <a:p>
            <a:pPr>
              <a:spcAft>
                <a:spcPts val="1200"/>
              </a:spcAft>
            </a:pPr>
            <a:r>
              <a:rPr lang="en-GB" dirty="0"/>
              <a:t>shows End User requirements</a:t>
            </a:r>
          </a:p>
          <a:p>
            <a:pPr>
              <a:spcAft>
                <a:spcPts val="1200"/>
              </a:spcAft>
            </a:pPr>
            <a:r>
              <a:rPr lang="en-GB" dirty="0"/>
              <a:t>shows how a user interacts with the system</a:t>
            </a:r>
          </a:p>
          <a:p>
            <a:pPr>
              <a:spcAft>
                <a:spcPts val="1200"/>
              </a:spcAft>
            </a:pPr>
            <a:r>
              <a:rPr lang="en-GB" dirty="0"/>
              <a:t>a way to capture the requirements of a system</a:t>
            </a:r>
          </a:p>
          <a:p>
            <a:pPr>
              <a:spcAft>
                <a:spcPts val="1200"/>
              </a:spcAft>
            </a:pPr>
            <a:r>
              <a:rPr lang="en-GB" dirty="0"/>
              <a:t>a specification of behaviour</a:t>
            </a:r>
          </a:p>
          <a:p>
            <a:pPr>
              <a:spcAft>
                <a:spcPts val="1200"/>
              </a:spcAft>
            </a:pPr>
            <a:r>
              <a:rPr lang="en-GB" dirty="0"/>
              <a:t>an Actor is a user that interacts with the system</a:t>
            </a:r>
          </a:p>
          <a:p>
            <a:pPr>
              <a:spcAft>
                <a:spcPts val="1200"/>
              </a:spcAft>
            </a:pPr>
            <a:r>
              <a:rPr lang="en-GB" dirty="0"/>
              <a:t>an Actor is a role: a person, a thing, a database, …</a:t>
            </a:r>
          </a:p>
        </p:txBody>
      </p:sp>
      <p:sp>
        <p:nvSpPr>
          <p:cNvPr id="4" name="Rectangle 3">
            <a:extLst>
              <a:ext uri="{FF2B5EF4-FFF2-40B4-BE49-F238E27FC236}">
                <a16:creationId xmlns:a16="http://schemas.microsoft.com/office/drawing/2014/main" id="{07EBDAD5-D985-4D50-A9CC-26BBF17724DD}"/>
              </a:ext>
            </a:extLst>
          </p:cNvPr>
          <p:cNvSpPr/>
          <p:nvPr/>
        </p:nvSpPr>
        <p:spPr>
          <a:xfrm>
            <a:off x="7546989" y="5988734"/>
            <a:ext cx="3806811" cy="646331"/>
          </a:xfrm>
          <a:prstGeom prst="rect">
            <a:avLst/>
          </a:prstGeom>
        </p:spPr>
        <p:txBody>
          <a:bodyPr wrap="none">
            <a:spAutoFit/>
          </a:bodyPr>
          <a:lstStyle/>
          <a:p>
            <a:pPr algn="ctr"/>
            <a:r>
              <a:rPr lang="en-GB" sz="3600" b="1" dirty="0">
                <a:solidFill>
                  <a:srgbClr val="7030A0"/>
                </a:solidFill>
              </a:rPr>
              <a:t>Behaviour diagram</a:t>
            </a:r>
            <a:endParaRPr lang="en-GB" sz="2400" dirty="0">
              <a:solidFill>
                <a:srgbClr val="7030A0"/>
              </a:solidFill>
            </a:endParaRPr>
          </a:p>
        </p:txBody>
      </p:sp>
    </p:spTree>
    <p:extLst>
      <p:ext uri="{BB962C8B-B14F-4D97-AF65-F5344CB8AC3E}">
        <p14:creationId xmlns:p14="http://schemas.microsoft.com/office/powerpoint/2010/main" val="303725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2000"/>
                                        <p:tgtEl>
                                          <p:spTgt spid="3">
                                            <p:txEl>
                                              <p:pRg st="5" end="5"/>
                                            </p:txEl>
                                          </p:spTgt>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Case Diagram – Overview</a:t>
            </a:r>
          </a:p>
        </p:txBody>
      </p:sp>
      <p:sp>
        <p:nvSpPr>
          <p:cNvPr id="5" name="Rectangle 4">
            <a:extLst>
              <a:ext uri="{FF2B5EF4-FFF2-40B4-BE49-F238E27FC236}">
                <a16:creationId xmlns:a16="http://schemas.microsoft.com/office/drawing/2014/main" id="{CCE05E6E-A41D-4F17-976E-859832DCAAEB}"/>
              </a:ext>
            </a:extLst>
          </p:cNvPr>
          <p:cNvSpPr/>
          <p:nvPr/>
        </p:nvSpPr>
        <p:spPr>
          <a:xfrm>
            <a:off x="6804660" y="2011680"/>
            <a:ext cx="3600450" cy="4320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B026E70D-B3FD-4141-85F9-75190461C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270" y="2712178"/>
            <a:ext cx="1482940" cy="2919004"/>
          </a:xfrm>
          <a:prstGeom prst="rect">
            <a:avLst/>
          </a:prstGeom>
        </p:spPr>
      </p:pic>
      <p:sp>
        <p:nvSpPr>
          <p:cNvPr id="9" name="Oval 8">
            <a:extLst>
              <a:ext uri="{FF2B5EF4-FFF2-40B4-BE49-F238E27FC236}">
                <a16:creationId xmlns:a16="http://schemas.microsoft.com/office/drawing/2014/main" id="{EE2EFB0E-AB56-4E96-9F15-7393AA54BFAA}"/>
              </a:ext>
            </a:extLst>
          </p:cNvPr>
          <p:cNvSpPr/>
          <p:nvPr/>
        </p:nvSpPr>
        <p:spPr>
          <a:xfrm>
            <a:off x="7524885" y="3631680"/>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3B047DC7-344F-4A56-83D8-286EB77BF4E1}"/>
              </a:ext>
            </a:extLst>
          </p:cNvPr>
          <p:cNvSpPr/>
          <p:nvPr/>
        </p:nvSpPr>
        <p:spPr>
          <a:xfrm>
            <a:off x="1965008" y="5482545"/>
            <a:ext cx="995465" cy="523220"/>
          </a:xfrm>
          <a:prstGeom prst="rect">
            <a:avLst/>
          </a:prstGeom>
        </p:spPr>
        <p:txBody>
          <a:bodyPr wrap="none">
            <a:spAutoFit/>
          </a:bodyPr>
          <a:lstStyle/>
          <a:p>
            <a:pPr algn="ctr"/>
            <a:r>
              <a:rPr lang="en-GB" sz="2800" b="1" dirty="0">
                <a:solidFill>
                  <a:srgbClr val="0070C0"/>
                </a:solidFill>
              </a:rPr>
              <a:t>Actor</a:t>
            </a:r>
            <a:endParaRPr lang="en-GB" dirty="0">
              <a:solidFill>
                <a:srgbClr val="0070C0"/>
              </a:solidFill>
            </a:endParaRPr>
          </a:p>
        </p:txBody>
      </p:sp>
      <p:sp>
        <p:nvSpPr>
          <p:cNvPr id="33" name="Rectangle 32">
            <a:extLst>
              <a:ext uri="{FF2B5EF4-FFF2-40B4-BE49-F238E27FC236}">
                <a16:creationId xmlns:a16="http://schemas.microsoft.com/office/drawing/2014/main" id="{20BD216E-3A07-4ACF-B399-9EE44B4195D2}"/>
              </a:ext>
            </a:extLst>
          </p:cNvPr>
          <p:cNvSpPr/>
          <p:nvPr/>
        </p:nvSpPr>
        <p:spPr>
          <a:xfrm>
            <a:off x="7214794" y="1589574"/>
            <a:ext cx="2780185" cy="523220"/>
          </a:xfrm>
          <a:prstGeom prst="rect">
            <a:avLst/>
          </a:prstGeom>
        </p:spPr>
        <p:txBody>
          <a:bodyPr wrap="none">
            <a:spAutoFit/>
          </a:bodyPr>
          <a:lstStyle/>
          <a:p>
            <a:pPr algn="ctr"/>
            <a:r>
              <a:rPr lang="en-GB" sz="2800" b="1" dirty="0">
                <a:solidFill>
                  <a:srgbClr val="0070C0"/>
                </a:solidFill>
              </a:rPr>
              <a:t>System Boundary</a:t>
            </a:r>
            <a:endParaRPr lang="en-GB" dirty="0">
              <a:solidFill>
                <a:srgbClr val="0070C0"/>
              </a:solidFill>
            </a:endParaRPr>
          </a:p>
        </p:txBody>
      </p:sp>
      <p:sp>
        <p:nvSpPr>
          <p:cNvPr id="35" name="Rectangle 34">
            <a:extLst>
              <a:ext uri="{FF2B5EF4-FFF2-40B4-BE49-F238E27FC236}">
                <a16:creationId xmlns:a16="http://schemas.microsoft.com/office/drawing/2014/main" id="{4945BC8F-E969-47AB-AA94-0700AEF4950A}"/>
              </a:ext>
            </a:extLst>
          </p:cNvPr>
          <p:cNvSpPr/>
          <p:nvPr/>
        </p:nvSpPr>
        <p:spPr>
          <a:xfrm>
            <a:off x="7846505" y="3910070"/>
            <a:ext cx="1516762" cy="523220"/>
          </a:xfrm>
          <a:prstGeom prst="rect">
            <a:avLst/>
          </a:prstGeom>
        </p:spPr>
        <p:txBody>
          <a:bodyPr wrap="none">
            <a:spAutoFit/>
          </a:bodyPr>
          <a:lstStyle/>
          <a:p>
            <a:pPr algn="ctr"/>
            <a:r>
              <a:rPr lang="en-GB" sz="2800" b="1" dirty="0">
                <a:solidFill>
                  <a:srgbClr val="0070C0"/>
                </a:solidFill>
              </a:rPr>
              <a:t>Use Case</a:t>
            </a:r>
            <a:endParaRPr lang="en-GB" dirty="0">
              <a:solidFill>
                <a:srgbClr val="0070C0"/>
              </a:solidFill>
            </a:endParaRPr>
          </a:p>
        </p:txBody>
      </p:sp>
      <p:cxnSp>
        <p:nvCxnSpPr>
          <p:cNvPr id="12" name="Straight Connector 11">
            <a:extLst>
              <a:ext uri="{FF2B5EF4-FFF2-40B4-BE49-F238E27FC236}">
                <a16:creationId xmlns:a16="http://schemas.microsoft.com/office/drawing/2014/main" id="{5DA4DAB6-55AE-451F-A496-DB8E57B81C0E}"/>
              </a:ext>
            </a:extLst>
          </p:cNvPr>
          <p:cNvCxnSpPr>
            <a:cxnSpLocks/>
            <a:endCxn id="9" idx="2"/>
          </p:cNvCxnSpPr>
          <p:nvPr/>
        </p:nvCxnSpPr>
        <p:spPr>
          <a:xfrm>
            <a:off x="2960473" y="4171680"/>
            <a:ext cx="45644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596FB08-E7CA-4052-9B88-984FB2912E57}"/>
              </a:ext>
            </a:extLst>
          </p:cNvPr>
          <p:cNvSpPr/>
          <p:nvPr/>
        </p:nvSpPr>
        <p:spPr>
          <a:xfrm>
            <a:off x="4333128" y="3651480"/>
            <a:ext cx="1891736" cy="523220"/>
          </a:xfrm>
          <a:prstGeom prst="rect">
            <a:avLst/>
          </a:prstGeom>
        </p:spPr>
        <p:txBody>
          <a:bodyPr wrap="none">
            <a:spAutoFit/>
          </a:bodyPr>
          <a:lstStyle/>
          <a:p>
            <a:pPr algn="ctr"/>
            <a:r>
              <a:rPr lang="en-GB" sz="2800" b="1" dirty="0">
                <a:solidFill>
                  <a:srgbClr val="0070C0"/>
                </a:solidFill>
              </a:rPr>
              <a:t>Association</a:t>
            </a:r>
            <a:endParaRPr lang="en-GB" dirty="0">
              <a:solidFill>
                <a:srgbClr val="0070C0"/>
              </a:solidFill>
            </a:endParaRPr>
          </a:p>
        </p:txBody>
      </p:sp>
      <p:sp>
        <p:nvSpPr>
          <p:cNvPr id="13" name="Callout: Line with No Border 12">
            <a:extLst>
              <a:ext uri="{FF2B5EF4-FFF2-40B4-BE49-F238E27FC236}">
                <a16:creationId xmlns:a16="http://schemas.microsoft.com/office/drawing/2014/main" id="{2F507C9B-D761-4CAC-97A9-BA44CF16B4A8}"/>
              </a:ext>
            </a:extLst>
          </p:cNvPr>
          <p:cNvSpPr/>
          <p:nvPr/>
        </p:nvSpPr>
        <p:spPr>
          <a:xfrm>
            <a:off x="4115878" y="2339363"/>
            <a:ext cx="2108986" cy="565349"/>
          </a:xfrm>
          <a:prstGeom prst="callout1">
            <a:avLst>
              <a:gd name="adj1" fmla="val 51692"/>
              <a:gd name="adj2" fmla="val 99924"/>
              <a:gd name="adj3" fmla="val 265295"/>
              <a:gd name="adj4" fmla="val 166052"/>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Behaviour(s)</a:t>
            </a:r>
          </a:p>
        </p:txBody>
      </p:sp>
      <p:sp>
        <p:nvSpPr>
          <p:cNvPr id="14" name="Callout: Line with No Border 13">
            <a:extLst>
              <a:ext uri="{FF2B5EF4-FFF2-40B4-BE49-F238E27FC236}">
                <a16:creationId xmlns:a16="http://schemas.microsoft.com/office/drawing/2014/main" id="{AD73AC7B-FBDE-41C1-950A-7E318AC52F15}"/>
              </a:ext>
            </a:extLst>
          </p:cNvPr>
          <p:cNvSpPr/>
          <p:nvPr/>
        </p:nvSpPr>
        <p:spPr>
          <a:xfrm>
            <a:off x="3987014" y="5195127"/>
            <a:ext cx="2108986" cy="805892"/>
          </a:xfrm>
          <a:prstGeom prst="callout1">
            <a:avLst>
              <a:gd name="adj1" fmla="val 51692"/>
              <a:gd name="adj2" fmla="val 99924"/>
              <a:gd name="adj3" fmla="val -79043"/>
              <a:gd name="adj4" fmla="val 173455"/>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Observable</a:t>
            </a:r>
          </a:p>
          <a:p>
            <a:pPr algn="r"/>
            <a:r>
              <a:rPr lang="en-GB" sz="2800" b="1" dirty="0">
                <a:solidFill>
                  <a:srgbClr val="7030A0"/>
                </a:solidFill>
              </a:rPr>
              <a:t>result(s)</a:t>
            </a:r>
          </a:p>
        </p:txBody>
      </p:sp>
    </p:spTree>
    <p:extLst>
      <p:ext uri="{BB962C8B-B14F-4D97-AF65-F5344CB8AC3E}">
        <p14:creationId xmlns:p14="http://schemas.microsoft.com/office/powerpoint/2010/main" val="3792360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500"/>
                                        <p:tgtEl>
                                          <p:spTgt spid="5"/>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10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1000"/>
                                        <p:tgtEl>
                                          <p:spTgt spid="9"/>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left)">
                                      <p:cBhvr>
                                        <p:cTn id="20" dur="75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1500"/>
                                        <p:tgtEl>
                                          <p:spTgt spid="7"/>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2000"/>
                                        <p:tgtEl>
                                          <p:spTgt spid="12"/>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wipe(left)">
                                      <p:cBhvr>
                                        <p:cTn id="38"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p:bldP spid="33" grpId="0"/>
      <p:bldP spid="35"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Case Diagram – Overview</a:t>
            </a:r>
          </a:p>
        </p:txBody>
      </p:sp>
      <p:sp>
        <p:nvSpPr>
          <p:cNvPr id="5" name="Rectangle 4">
            <a:extLst>
              <a:ext uri="{FF2B5EF4-FFF2-40B4-BE49-F238E27FC236}">
                <a16:creationId xmlns:a16="http://schemas.microsoft.com/office/drawing/2014/main" id="{CCE05E6E-A41D-4F17-976E-859832DCAAEB}"/>
              </a:ext>
            </a:extLst>
          </p:cNvPr>
          <p:cNvSpPr/>
          <p:nvPr/>
        </p:nvSpPr>
        <p:spPr>
          <a:xfrm>
            <a:off x="6804660" y="2011680"/>
            <a:ext cx="3600450" cy="4320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B026E70D-B3FD-4141-85F9-75190461C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270" y="2712178"/>
            <a:ext cx="1482940" cy="2919004"/>
          </a:xfrm>
          <a:prstGeom prst="rect">
            <a:avLst/>
          </a:prstGeom>
        </p:spPr>
      </p:pic>
      <p:sp>
        <p:nvSpPr>
          <p:cNvPr id="9" name="Oval 8">
            <a:extLst>
              <a:ext uri="{FF2B5EF4-FFF2-40B4-BE49-F238E27FC236}">
                <a16:creationId xmlns:a16="http://schemas.microsoft.com/office/drawing/2014/main" id="{EE2EFB0E-AB56-4E96-9F15-7393AA54BFAA}"/>
              </a:ext>
            </a:extLst>
          </p:cNvPr>
          <p:cNvSpPr/>
          <p:nvPr/>
        </p:nvSpPr>
        <p:spPr>
          <a:xfrm>
            <a:off x="7524885" y="3631680"/>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Connector 11">
            <a:extLst>
              <a:ext uri="{FF2B5EF4-FFF2-40B4-BE49-F238E27FC236}">
                <a16:creationId xmlns:a16="http://schemas.microsoft.com/office/drawing/2014/main" id="{5DA4DAB6-55AE-451F-A496-DB8E57B81C0E}"/>
              </a:ext>
            </a:extLst>
          </p:cNvPr>
          <p:cNvCxnSpPr>
            <a:cxnSpLocks/>
            <a:endCxn id="9" idx="2"/>
          </p:cNvCxnSpPr>
          <p:nvPr/>
        </p:nvCxnSpPr>
        <p:spPr>
          <a:xfrm>
            <a:off x="2960473" y="4171680"/>
            <a:ext cx="45644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357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Actors</a:t>
            </a:r>
          </a:p>
        </p:txBody>
      </p:sp>
      <p:sp>
        <p:nvSpPr>
          <p:cNvPr id="5" name="Rectangle 4">
            <a:extLst>
              <a:ext uri="{FF2B5EF4-FFF2-40B4-BE49-F238E27FC236}">
                <a16:creationId xmlns:a16="http://schemas.microsoft.com/office/drawing/2014/main" id="{CCE05E6E-A41D-4F17-976E-859832DCAAEB}"/>
              </a:ext>
            </a:extLst>
          </p:cNvPr>
          <p:cNvSpPr/>
          <p:nvPr/>
        </p:nvSpPr>
        <p:spPr>
          <a:xfrm>
            <a:off x="4295775" y="1977390"/>
            <a:ext cx="3600450" cy="4320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Oval 8">
            <a:extLst>
              <a:ext uri="{FF2B5EF4-FFF2-40B4-BE49-F238E27FC236}">
                <a16:creationId xmlns:a16="http://schemas.microsoft.com/office/drawing/2014/main" id="{EE2EFB0E-AB56-4E96-9F15-7393AA54BFAA}"/>
              </a:ext>
            </a:extLst>
          </p:cNvPr>
          <p:cNvSpPr/>
          <p:nvPr/>
        </p:nvSpPr>
        <p:spPr>
          <a:xfrm>
            <a:off x="5016000" y="3597390"/>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Use Case 2</a:t>
            </a:r>
          </a:p>
        </p:txBody>
      </p:sp>
      <p:grpSp>
        <p:nvGrpSpPr>
          <p:cNvPr id="6" name="Group 5">
            <a:extLst>
              <a:ext uri="{FF2B5EF4-FFF2-40B4-BE49-F238E27FC236}">
                <a16:creationId xmlns:a16="http://schemas.microsoft.com/office/drawing/2014/main" id="{0BB39DF7-79D3-4D6E-AF0C-2E487668613E}"/>
              </a:ext>
            </a:extLst>
          </p:cNvPr>
          <p:cNvGrpSpPr/>
          <p:nvPr/>
        </p:nvGrpSpPr>
        <p:grpSpPr>
          <a:xfrm>
            <a:off x="843678" y="2712178"/>
            <a:ext cx="2620910" cy="3293587"/>
            <a:chOff x="843678" y="2712178"/>
            <a:chExt cx="2620910" cy="3293587"/>
          </a:xfrm>
        </p:grpSpPr>
        <p:pic>
          <p:nvPicPr>
            <p:cNvPr id="7" name="Picture 6">
              <a:extLst>
                <a:ext uri="{FF2B5EF4-FFF2-40B4-BE49-F238E27FC236}">
                  <a16:creationId xmlns:a16="http://schemas.microsoft.com/office/drawing/2014/main" id="{B026E70D-B3FD-4141-85F9-75190461C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2663" y="2712178"/>
              <a:ext cx="1482940" cy="2919004"/>
            </a:xfrm>
            <a:prstGeom prst="rect">
              <a:avLst/>
            </a:prstGeom>
          </p:spPr>
        </p:pic>
        <p:sp>
          <p:nvSpPr>
            <p:cNvPr id="10" name="Rectangle 9">
              <a:extLst>
                <a:ext uri="{FF2B5EF4-FFF2-40B4-BE49-F238E27FC236}">
                  <a16:creationId xmlns:a16="http://schemas.microsoft.com/office/drawing/2014/main" id="{3B047DC7-344F-4A56-83D8-286EB77BF4E1}"/>
                </a:ext>
              </a:extLst>
            </p:cNvPr>
            <p:cNvSpPr/>
            <p:nvPr/>
          </p:nvSpPr>
          <p:spPr>
            <a:xfrm>
              <a:off x="843678" y="5482545"/>
              <a:ext cx="2620910" cy="523220"/>
            </a:xfrm>
            <a:prstGeom prst="rect">
              <a:avLst/>
            </a:prstGeom>
          </p:spPr>
          <p:txBody>
            <a:bodyPr wrap="none">
              <a:spAutoFit/>
            </a:bodyPr>
            <a:lstStyle/>
            <a:p>
              <a:pPr algn="ctr"/>
              <a:r>
                <a:rPr lang="en-GB" sz="2800" b="1" dirty="0">
                  <a:solidFill>
                    <a:srgbClr val="0070C0"/>
                  </a:solidFill>
                </a:rPr>
                <a:t>Primary Actor(s)</a:t>
              </a:r>
            </a:p>
          </p:txBody>
        </p:sp>
      </p:grpSp>
      <p:grpSp>
        <p:nvGrpSpPr>
          <p:cNvPr id="8" name="Group 7">
            <a:extLst>
              <a:ext uri="{FF2B5EF4-FFF2-40B4-BE49-F238E27FC236}">
                <a16:creationId xmlns:a16="http://schemas.microsoft.com/office/drawing/2014/main" id="{B33DA13A-4070-4314-8B7C-AA37D17A2E41}"/>
              </a:ext>
            </a:extLst>
          </p:cNvPr>
          <p:cNvGrpSpPr/>
          <p:nvPr/>
        </p:nvGrpSpPr>
        <p:grpSpPr>
          <a:xfrm>
            <a:off x="8526888" y="2712178"/>
            <a:ext cx="2999091" cy="3293587"/>
            <a:chOff x="8526888" y="2712178"/>
            <a:chExt cx="2999091" cy="3293587"/>
          </a:xfrm>
        </p:grpSpPr>
        <p:pic>
          <p:nvPicPr>
            <p:cNvPr id="11" name="Picture 10">
              <a:extLst>
                <a:ext uri="{FF2B5EF4-FFF2-40B4-BE49-F238E27FC236}">
                  <a16:creationId xmlns:a16="http://schemas.microsoft.com/office/drawing/2014/main" id="{32A0F86B-CA07-4894-B384-CE8C6EE15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4963" y="2712178"/>
              <a:ext cx="1482940" cy="2919004"/>
            </a:xfrm>
            <a:prstGeom prst="rect">
              <a:avLst/>
            </a:prstGeom>
          </p:spPr>
        </p:pic>
        <p:sp>
          <p:nvSpPr>
            <p:cNvPr id="13" name="Rectangle 12">
              <a:extLst>
                <a:ext uri="{FF2B5EF4-FFF2-40B4-BE49-F238E27FC236}">
                  <a16:creationId xmlns:a16="http://schemas.microsoft.com/office/drawing/2014/main" id="{0CAC0334-43B5-419F-AB51-243DA6DA4779}"/>
                </a:ext>
              </a:extLst>
            </p:cNvPr>
            <p:cNvSpPr/>
            <p:nvPr/>
          </p:nvSpPr>
          <p:spPr>
            <a:xfrm>
              <a:off x="8526888" y="5482545"/>
              <a:ext cx="2999091" cy="523220"/>
            </a:xfrm>
            <a:prstGeom prst="rect">
              <a:avLst/>
            </a:prstGeom>
          </p:spPr>
          <p:txBody>
            <a:bodyPr wrap="none">
              <a:spAutoFit/>
            </a:bodyPr>
            <a:lstStyle/>
            <a:p>
              <a:pPr algn="ctr"/>
              <a:r>
                <a:rPr lang="en-GB" sz="2800" b="1" dirty="0">
                  <a:solidFill>
                    <a:srgbClr val="0070C0"/>
                  </a:solidFill>
                </a:rPr>
                <a:t>Secondary Actor(s)</a:t>
              </a:r>
              <a:endParaRPr lang="en-GB" dirty="0">
                <a:solidFill>
                  <a:srgbClr val="0070C0"/>
                </a:solidFill>
              </a:endParaRPr>
            </a:p>
          </p:txBody>
        </p:sp>
      </p:grpSp>
      <p:sp>
        <p:nvSpPr>
          <p:cNvPr id="15" name="Rectangle 14">
            <a:extLst>
              <a:ext uri="{FF2B5EF4-FFF2-40B4-BE49-F238E27FC236}">
                <a16:creationId xmlns:a16="http://schemas.microsoft.com/office/drawing/2014/main" id="{A254E6C5-E390-440D-A8AE-CB82709F6CB5}"/>
              </a:ext>
            </a:extLst>
          </p:cNvPr>
          <p:cNvSpPr/>
          <p:nvPr/>
        </p:nvSpPr>
        <p:spPr>
          <a:xfrm>
            <a:off x="933350" y="6060873"/>
            <a:ext cx="2441566" cy="523220"/>
          </a:xfrm>
          <a:prstGeom prst="rect">
            <a:avLst/>
          </a:prstGeom>
        </p:spPr>
        <p:txBody>
          <a:bodyPr wrap="none">
            <a:spAutoFit/>
          </a:bodyPr>
          <a:lstStyle/>
          <a:p>
            <a:pPr algn="ctr"/>
            <a:r>
              <a:rPr lang="en-GB" sz="2800" b="1" dirty="0">
                <a:solidFill>
                  <a:srgbClr val="7030A0"/>
                </a:solidFill>
              </a:rPr>
              <a:t>Use the system</a:t>
            </a:r>
            <a:endParaRPr lang="en-GB" dirty="0">
              <a:solidFill>
                <a:srgbClr val="7030A0"/>
              </a:solidFill>
            </a:endParaRPr>
          </a:p>
        </p:txBody>
      </p:sp>
      <p:sp>
        <p:nvSpPr>
          <p:cNvPr id="17" name="Rectangle 16">
            <a:extLst>
              <a:ext uri="{FF2B5EF4-FFF2-40B4-BE49-F238E27FC236}">
                <a16:creationId xmlns:a16="http://schemas.microsoft.com/office/drawing/2014/main" id="{2F30E93A-CA2E-4A90-876C-B218CB0B7AAB}"/>
              </a:ext>
            </a:extLst>
          </p:cNvPr>
          <p:cNvSpPr/>
          <p:nvPr/>
        </p:nvSpPr>
        <p:spPr>
          <a:xfrm>
            <a:off x="8488256" y="5962551"/>
            <a:ext cx="3076355" cy="523220"/>
          </a:xfrm>
          <a:prstGeom prst="rect">
            <a:avLst/>
          </a:prstGeom>
        </p:spPr>
        <p:txBody>
          <a:bodyPr wrap="none">
            <a:spAutoFit/>
          </a:bodyPr>
          <a:lstStyle/>
          <a:p>
            <a:pPr algn="ctr"/>
            <a:r>
              <a:rPr lang="en-GB" sz="2800" b="1" dirty="0">
                <a:solidFill>
                  <a:srgbClr val="7030A0"/>
                </a:solidFill>
              </a:rPr>
              <a:t>Support the system</a:t>
            </a:r>
            <a:endParaRPr lang="en-GB" dirty="0">
              <a:solidFill>
                <a:srgbClr val="7030A0"/>
              </a:solidFill>
            </a:endParaRPr>
          </a:p>
        </p:txBody>
      </p:sp>
      <p:sp>
        <p:nvSpPr>
          <p:cNvPr id="18" name="Rectangle 17">
            <a:extLst>
              <a:ext uri="{FF2B5EF4-FFF2-40B4-BE49-F238E27FC236}">
                <a16:creationId xmlns:a16="http://schemas.microsoft.com/office/drawing/2014/main" id="{1B38B5A5-FF85-4F91-98A2-2BD48295D2CE}"/>
              </a:ext>
            </a:extLst>
          </p:cNvPr>
          <p:cNvSpPr/>
          <p:nvPr/>
        </p:nvSpPr>
        <p:spPr>
          <a:xfrm>
            <a:off x="4648995" y="1454171"/>
            <a:ext cx="2780185" cy="523220"/>
          </a:xfrm>
          <a:prstGeom prst="rect">
            <a:avLst/>
          </a:prstGeom>
        </p:spPr>
        <p:txBody>
          <a:bodyPr wrap="none">
            <a:spAutoFit/>
          </a:bodyPr>
          <a:lstStyle/>
          <a:p>
            <a:pPr algn="ctr"/>
            <a:r>
              <a:rPr lang="en-GB" sz="2800" b="1" dirty="0">
                <a:solidFill>
                  <a:srgbClr val="0070C0"/>
                </a:solidFill>
              </a:rPr>
              <a:t>System Boundary</a:t>
            </a:r>
            <a:endParaRPr lang="en-GB" dirty="0">
              <a:solidFill>
                <a:srgbClr val="0070C0"/>
              </a:solidFill>
            </a:endParaRPr>
          </a:p>
        </p:txBody>
      </p:sp>
      <p:cxnSp>
        <p:nvCxnSpPr>
          <p:cNvPr id="12" name="Straight Connector 11">
            <a:extLst>
              <a:ext uri="{FF2B5EF4-FFF2-40B4-BE49-F238E27FC236}">
                <a16:creationId xmlns:a16="http://schemas.microsoft.com/office/drawing/2014/main" id="{5DA4DAB6-55AE-451F-A496-DB8E57B81C0E}"/>
              </a:ext>
            </a:extLst>
          </p:cNvPr>
          <p:cNvCxnSpPr>
            <a:cxnSpLocks/>
            <a:endCxn id="9" idx="2"/>
          </p:cNvCxnSpPr>
          <p:nvPr/>
        </p:nvCxnSpPr>
        <p:spPr>
          <a:xfrm>
            <a:off x="2531444" y="4137390"/>
            <a:ext cx="2484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BC27613-8AD7-42F9-96C9-701E22C58D62}"/>
              </a:ext>
            </a:extLst>
          </p:cNvPr>
          <p:cNvCxnSpPr>
            <a:cxnSpLocks/>
            <a:stCxn id="27" idx="6"/>
          </p:cNvCxnSpPr>
          <p:nvPr/>
        </p:nvCxnSpPr>
        <p:spPr>
          <a:xfrm flipV="1">
            <a:off x="7176000" y="4137390"/>
            <a:ext cx="2497389" cy="13332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B3D409DD-93B4-40DB-8A45-A1FF26971C42}"/>
              </a:ext>
            </a:extLst>
          </p:cNvPr>
          <p:cNvSpPr/>
          <p:nvPr/>
        </p:nvSpPr>
        <p:spPr>
          <a:xfrm>
            <a:off x="5016000" y="2230687"/>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Use Case 1</a:t>
            </a:r>
          </a:p>
        </p:txBody>
      </p:sp>
      <p:sp>
        <p:nvSpPr>
          <p:cNvPr id="27" name="Oval 26">
            <a:extLst>
              <a:ext uri="{FF2B5EF4-FFF2-40B4-BE49-F238E27FC236}">
                <a16:creationId xmlns:a16="http://schemas.microsoft.com/office/drawing/2014/main" id="{2584A295-72FF-468A-A6FA-4E277C254EDC}"/>
              </a:ext>
            </a:extLst>
          </p:cNvPr>
          <p:cNvSpPr/>
          <p:nvPr/>
        </p:nvSpPr>
        <p:spPr>
          <a:xfrm>
            <a:off x="5016000" y="4930686"/>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Use Case 3</a:t>
            </a:r>
          </a:p>
        </p:txBody>
      </p:sp>
      <p:cxnSp>
        <p:nvCxnSpPr>
          <p:cNvPr id="29" name="Straight Connector 28">
            <a:extLst>
              <a:ext uri="{FF2B5EF4-FFF2-40B4-BE49-F238E27FC236}">
                <a16:creationId xmlns:a16="http://schemas.microsoft.com/office/drawing/2014/main" id="{78E5B12E-DE80-4E14-AEB9-E9D7561A3273}"/>
              </a:ext>
            </a:extLst>
          </p:cNvPr>
          <p:cNvCxnSpPr>
            <a:cxnSpLocks/>
            <a:endCxn id="27" idx="2"/>
          </p:cNvCxnSpPr>
          <p:nvPr/>
        </p:nvCxnSpPr>
        <p:spPr>
          <a:xfrm>
            <a:off x="2531444" y="4137389"/>
            <a:ext cx="2484556" cy="13332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5305137-03E8-429E-AC65-B6B9C9CCD0EA}"/>
              </a:ext>
            </a:extLst>
          </p:cNvPr>
          <p:cNvCxnSpPr>
            <a:cxnSpLocks/>
            <a:endCxn id="26" idx="2"/>
          </p:cNvCxnSpPr>
          <p:nvPr/>
        </p:nvCxnSpPr>
        <p:spPr>
          <a:xfrm flipV="1">
            <a:off x="2531444" y="2770687"/>
            <a:ext cx="2484556" cy="13667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2F1A47C7-E731-4809-8106-AEB0DAE10E97}"/>
              </a:ext>
            </a:extLst>
          </p:cNvPr>
          <p:cNvSpPr/>
          <p:nvPr/>
        </p:nvSpPr>
        <p:spPr>
          <a:xfrm>
            <a:off x="1457307" y="1977390"/>
            <a:ext cx="1393651" cy="523220"/>
          </a:xfrm>
          <a:prstGeom prst="rect">
            <a:avLst/>
          </a:prstGeom>
        </p:spPr>
        <p:txBody>
          <a:bodyPr wrap="none">
            <a:spAutoFit/>
          </a:bodyPr>
          <a:lstStyle/>
          <a:p>
            <a:pPr algn="ctr"/>
            <a:r>
              <a:rPr lang="en-GB" sz="2800" b="1" dirty="0">
                <a:solidFill>
                  <a:srgbClr val="7030A0"/>
                </a:solidFill>
              </a:rPr>
              <a:t>Initiates</a:t>
            </a:r>
            <a:endParaRPr lang="en-GB" dirty="0">
              <a:solidFill>
                <a:srgbClr val="7030A0"/>
              </a:solidFill>
            </a:endParaRPr>
          </a:p>
        </p:txBody>
      </p:sp>
      <p:sp>
        <p:nvSpPr>
          <p:cNvPr id="21" name="Rectangle 20">
            <a:extLst>
              <a:ext uri="{FF2B5EF4-FFF2-40B4-BE49-F238E27FC236}">
                <a16:creationId xmlns:a16="http://schemas.microsoft.com/office/drawing/2014/main" id="{897A90B6-2DC7-49BB-B5D7-B238F413E6B2}"/>
              </a:ext>
            </a:extLst>
          </p:cNvPr>
          <p:cNvSpPr/>
          <p:nvPr/>
        </p:nvSpPr>
        <p:spPr>
          <a:xfrm>
            <a:off x="9217782" y="1977390"/>
            <a:ext cx="1617302" cy="523220"/>
          </a:xfrm>
          <a:prstGeom prst="rect">
            <a:avLst/>
          </a:prstGeom>
        </p:spPr>
        <p:txBody>
          <a:bodyPr wrap="none">
            <a:spAutoFit/>
          </a:bodyPr>
          <a:lstStyle/>
          <a:p>
            <a:pPr algn="ctr"/>
            <a:r>
              <a:rPr lang="en-GB" sz="2800" b="1" dirty="0">
                <a:solidFill>
                  <a:srgbClr val="7030A0"/>
                </a:solidFill>
              </a:rPr>
              <a:t>Responds</a:t>
            </a:r>
            <a:endParaRPr lang="en-GB" dirty="0">
              <a:solidFill>
                <a:srgbClr val="7030A0"/>
              </a:solidFill>
            </a:endParaRPr>
          </a:p>
        </p:txBody>
      </p:sp>
    </p:spTree>
    <p:extLst>
      <p:ext uri="{BB962C8B-B14F-4D97-AF65-F5344CB8AC3E}">
        <p14:creationId xmlns:p14="http://schemas.microsoft.com/office/powerpoint/2010/main" val="51507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par>
                                <p:cTn id="13" presetID="22" presetClass="entr" presetSubtype="8"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500"/>
                                        <p:tgtEl>
                                          <p:spTgt spid="30"/>
                                        </p:tgtEl>
                                      </p:cBhvr>
                                    </p:animEffect>
                                  </p:childTnLst>
                                </p:cTn>
                              </p:par>
                              <p:par>
                                <p:cTn id="16" presetID="22" presetClass="entr" presetSubtype="8"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par>
                                <p:cTn id="19" presetID="22" presetClass="entr" presetSubtype="8"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20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Actors</a:t>
            </a:r>
          </a:p>
        </p:txBody>
      </p:sp>
      <p:sp>
        <p:nvSpPr>
          <p:cNvPr id="5" name="Rectangle 4">
            <a:extLst>
              <a:ext uri="{FF2B5EF4-FFF2-40B4-BE49-F238E27FC236}">
                <a16:creationId xmlns:a16="http://schemas.microsoft.com/office/drawing/2014/main" id="{CCE05E6E-A41D-4F17-976E-859832DCAAEB}"/>
              </a:ext>
            </a:extLst>
          </p:cNvPr>
          <p:cNvSpPr/>
          <p:nvPr/>
        </p:nvSpPr>
        <p:spPr>
          <a:xfrm>
            <a:off x="4295775" y="1977390"/>
            <a:ext cx="3600450" cy="432000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Oval 8">
            <a:extLst>
              <a:ext uri="{FF2B5EF4-FFF2-40B4-BE49-F238E27FC236}">
                <a16:creationId xmlns:a16="http://schemas.microsoft.com/office/drawing/2014/main" id="{EE2EFB0E-AB56-4E96-9F15-7393AA54BFAA}"/>
              </a:ext>
            </a:extLst>
          </p:cNvPr>
          <p:cNvSpPr/>
          <p:nvPr/>
        </p:nvSpPr>
        <p:spPr>
          <a:xfrm>
            <a:off x="5016000" y="3597390"/>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Use Case 2</a:t>
            </a:r>
          </a:p>
        </p:txBody>
      </p:sp>
      <p:pic>
        <p:nvPicPr>
          <p:cNvPr id="7" name="Picture 6">
            <a:extLst>
              <a:ext uri="{FF2B5EF4-FFF2-40B4-BE49-F238E27FC236}">
                <a16:creationId xmlns:a16="http://schemas.microsoft.com/office/drawing/2014/main" id="{B026E70D-B3FD-4141-85F9-75190461C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2663" y="2712178"/>
            <a:ext cx="1482940" cy="2919004"/>
          </a:xfrm>
          <a:prstGeom prst="rect">
            <a:avLst/>
          </a:prstGeom>
        </p:spPr>
      </p:pic>
      <p:pic>
        <p:nvPicPr>
          <p:cNvPr id="11" name="Picture 10">
            <a:extLst>
              <a:ext uri="{FF2B5EF4-FFF2-40B4-BE49-F238E27FC236}">
                <a16:creationId xmlns:a16="http://schemas.microsoft.com/office/drawing/2014/main" id="{32A0F86B-CA07-4894-B384-CE8C6EE15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4963" y="2712178"/>
            <a:ext cx="1482940" cy="2919004"/>
          </a:xfrm>
          <a:prstGeom prst="rect">
            <a:avLst/>
          </a:prstGeom>
        </p:spPr>
      </p:pic>
      <p:sp>
        <p:nvSpPr>
          <p:cNvPr id="18" name="Rectangle 17">
            <a:extLst>
              <a:ext uri="{FF2B5EF4-FFF2-40B4-BE49-F238E27FC236}">
                <a16:creationId xmlns:a16="http://schemas.microsoft.com/office/drawing/2014/main" id="{1B38B5A5-FF85-4F91-98A2-2BD48295D2CE}"/>
              </a:ext>
            </a:extLst>
          </p:cNvPr>
          <p:cNvSpPr/>
          <p:nvPr/>
        </p:nvSpPr>
        <p:spPr>
          <a:xfrm>
            <a:off x="4648995" y="1454171"/>
            <a:ext cx="2780185" cy="523220"/>
          </a:xfrm>
          <a:prstGeom prst="rect">
            <a:avLst/>
          </a:prstGeom>
        </p:spPr>
        <p:txBody>
          <a:bodyPr wrap="none">
            <a:spAutoFit/>
          </a:bodyPr>
          <a:lstStyle/>
          <a:p>
            <a:pPr algn="ctr"/>
            <a:r>
              <a:rPr lang="en-GB" sz="2800" b="1" dirty="0">
                <a:solidFill>
                  <a:srgbClr val="0070C0"/>
                </a:solidFill>
              </a:rPr>
              <a:t>System Boundary</a:t>
            </a:r>
            <a:endParaRPr lang="en-GB" dirty="0">
              <a:solidFill>
                <a:srgbClr val="0070C0"/>
              </a:solidFill>
            </a:endParaRPr>
          </a:p>
        </p:txBody>
      </p:sp>
      <p:cxnSp>
        <p:nvCxnSpPr>
          <p:cNvPr id="12" name="Straight Connector 11">
            <a:extLst>
              <a:ext uri="{FF2B5EF4-FFF2-40B4-BE49-F238E27FC236}">
                <a16:creationId xmlns:a16="http://schemas.microsoft.com/office/drawing/2014/main" id="{5DA4DAB6-55AE-451F-A496-DB8E57B81C0E}"/>
              </a:ext>
            </a:extLst>
          </p:cNvPr>
          <p:cNvCxnSpPr>
            <a:cxnSpLocks/>
            <a:endCxn id="9" idx="2"/>
          </p:cNvCxnSpPr>
          <p:nvPr/>
        </p:nvCxnSpPr>
        <p:spPr>
          <a:xfrm>
            <a:off x="2531444" y="4137390"/>
            <a:ext cx="2484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BC27613-8AD7-42F9-96C9-701E22C58D62}"/>
              </a:ext>
            </a:extLst>
          </p:cNvPr>
          <p:cNvCxnSpPr>
            <a:cxnSpLocks/>
            <a:stCxn id="27" idx="6"/>
          </p:cNvCxnSpPr>
          <p:nvPr/>
        </p:nvCxnSpPr>
        <p:spPr>
          <a:xfrm flipV="1">
            <a:off x="7176000" y="4137390"/>
            <a:ext cx="2497389" cy="13332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B3D409DD-93B4-40DB-8A45-A1FF26971C42}"/>
              </a:ext>
            </a:extLst>
          </p:cNvPr>
          <p:cNvSpPr/>
          <p:nvPr/>
        </p:nvSpPr>
        <p:spPr>
          <a:xfrm>
            <a:off x="5016000" y="2230687"/>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Use Case 1</a:t>
            </a:r>
          </a:p>
        </p:txBody>
      </p:sp>
      <p:sp>
        <p:nvSpPr>
          <p:cNvPr id="27" name="Oval 26">
            <a:extLst>
              <a:ext uri="{FF2B5EF4-FFF2-40B4-BE49-F238E27FC236}">
                <a16:creationId xmlns:a16="http://schemas.microsoft.com/office/drawing/2014/main" id="{2584A295-72FF-468A-A6FA-4E277C254EDC}"/>
              </a:ext>
            </a:extLst>
          </p:cNvPr>
          <p:cNvSpPr/>
          <p:nvPr/>
        </p:nvSpPr>
        <p:spPr>
          <a:xfrm>
            <a:off x="5016000" y="4930686"/>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Use Case 3</a:t>
            </a:r>
          </a:p>
        </p:txBody>
      </p:sp>
      <p:cxnSp>
        <p:nvCxnSpPr>
          <p:cNvPr id="29" name="Straight Connector 28">
            <a:extLst>
              <a:ext uri="{FF2B5EF4-FFF2-40B4-BE49-F238E27FC236}">
                <a16:creationId xmlns:a16="http://schemas.microsoft.com/office/drawing/2014/main" id="{78E5B12E-DE80-4E14-AEB9-E9D7561A3273}"/>
              </a:ext>
            </a:extLst>
          </p:cNvPr>
          <p:cNvCxnSpPr>
            <a:cxnSpLocks/>
            <a:endCxn id="27" idx="2"/>
          </p:cNvCxnSpPr>
          <p:nvPr/>
        </p:nvCxnSpPr>
        <p:spPr>
          <a:xfrm>
            <a:off x="2531444" y="4137389"/>
            <a:ext cx="2484556" cy="13332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5305137-03E8-429E-AC65-B6B9C9CCD0EA}"/>
              </a:ext>
            </a:extLst>
          </p:cNvPr>
          <p:cNvCxnSpPr>
            <a:cxnSpLocks/>
            <a:endCxn id="26" idx="2"/>
          </p:cNvCxnSpPr>
          <p:nvPr/>
        </p:nvCxnSpPr>
        <p:spPr>
          <a:xfrm flipV="1">
            <a:off x="2531444" y="2770687"/>
            <a:ext cx="2484556" cy="136670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72BE313F-CDC0-A687-CB8D-73C8190ECBB4}"/>
              </a:ext>
            </a:extLst>
          </p:cNvPr>
          <p:cNvGrpSpPr/>
          <p:nvPr/>
        </p:nvGrpSpPr>
        <p:grpSpPr>
          <a:xfrm>
            <a:off x="8404142" y="377652"/>
            <a:ext cx="3290760" cy="1950840"/>
            <a:chOff x="8404142" y="377652"/>
            <a:chExt cx="3290760" cy="195084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6EEB5C8-F4E2-428B-E250-D40C48BC7C75}"/>
                    </a:ext>
                  </a:extLst>
                </p14:cNvPr>
                <p14:cNvContentPartPr/>
                <p14:nvPr/>
              </p14:nvContentPartPr>
              <p14:xfrm>
                <a:off x="8404142" y="1009452"/>
                <a:ext cx="457200" cy="487440"/>
              </p14:xfrm>
            </p:contentPart>
          </mc:Choice>
          <mc:Fallback xmlns="">
            <p:pic>
              <p:nvPicPr>
                <p:cNvPr id="3" name="Ink 2">
                  <a:extLst>
                    <a:ext uri="{FF2B5EF4-FFF2-40B4-BE49-F238E27FC236}">
                      <a16:creationId xmlns:a16="http://schemas.microsoft.com/office/drawing/2014/main" id="{16EEB5C8-F4E2-428B-E250-D40C48BC7C75}"/>
                    </a:ext>
                  </a:extLst>
                </p:cNvPr>
                <p:cNvPicPr/>
                <p:nvPr/>
              </p:nvPicPr>
              <p:blipFill>
                <a:blip r:embed="rId5"/>
                <a:stretch>
                  <a:fillRect/>
                </a:stretch>
              </p:blipFill>
              <p:spPr>
                <a:xfrm>
                  <a:off x="8398022" y="1003332"/>
                  <a:ext cx="469440" cy="499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8BDF2A5-A404-7EA6-1F5C-5E1EB333D540}"/>
                    </a:ext>
                  </a:extLst>
                </p14:cNvPr>
                <p14:cNvContentPartPr/>
                <p14:nvPr/>
              </p14:nvContentPartPr>
              <p14:xfrm>
                <a:off x="8547422" y="1199172"/>
                <a:ext cx="224640" cy="91800"/>
              </p14:xfrm>
            </p:contentPart>
          </mc:Choice>
          <mc:Fallback xmlns="">
            <p:pic>
              <p:nvPicPr>
                <p:cNvPr id="4" name="Ink 3">
                  <a:extLst>
                    <a:ext uri="{FF2B5EF4-FFF2-40B4-BE49-F238E27FC236}">
                      <a16:creationId xmlns:a16="http://schemas.microsoft.com/office/drawing/2014/main" id="{F8BDF2A5-A404-7EA6-1F5C-5E1EB333D540}"/>
                    </a:ext>
                  </a:extLst>
                </p:cNvPr>
                <p:cNvPicPr/>
                <p:nvPr/>
              </p:nvPicPr>
              <p:blipFill>
                <a:blip r:embed="rId7"/>
                <a:stretch>
                  <a:fillRect/>
                </a:stretch>
              </p:blipFill>
              <p:spPr>
                <a:xfrm>
                  <a:off x="8541302" y="1193052"/>
                  <a:ext cx="2368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4EB482C2-9CFE-9316-E402-EEAF3E661E5E}"/>
                    </a:ext>
                  </a:extLst>
                </p14:cNvPr>
                <p14:cNvContentPartPr/>
                <p14:nvPr/>
              </p14:nvContentPartPr>
              <p14:xfrm>
                <a:off x="8789702" y="1158132"/>
                <a:ext cx="17640" cy="19080"/>
              </p14:xfrm>
            </p:contentPart>
          </mc:Choice>
          <mc:Fallback xmlns="">
            <p:pic>
              <p:nvPicPr>
                <p:cNvPr id="6" name="Ink 5">
                  <a:extLst>
                    <a:ext uri="{FF2B5EF4-FFF2-40B4-BE49-F238E27FC236}">
                      <a16:creationId xmlns:a16="http://schemas.microsoft.com/office/drawing/2014/main" id="{4EB482C2-9CFE-9316-E402-EEAF3E661E5E}"/>
                    </a:ext>
                  </a:extLst>
                </p:cNvPr>
                <p:cNvPicPr/>
                <p:nvPr/>
              </p:nvPicPr>
              <p:blipFill>
                <a:blip r:embed="rId9"/>
                <a:stretch>
                  <a:fillRect/>
                </a:stretch>
              </p:blipFill>
              <p:spPr>
                <a:xfrm>
                  <a:off x="8783582" y="1152012"/>
                  <a:ext cx="298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3792886A-DE24-8D0E-EA54-2D7E6153EB3F}"/>
                    </a:ext>
                  </a:extLst>
                </p14:cNvPr>
                <p14:cNvContentPartPr/>
                <p14:nvPr/>
              </p14:nvContentPartPr>
              <p14:xfrm>
                <a:off x="8883302" y="1231932"/>
                <a:ext cx="20160" cy="164160"/>
              </p14:xfrm>
            </p:contentPart>
          </mc:Choice>
          <mc:Fallback xmlns="">
            <p:pic>
              <p:nvPicPr>
                <p:cNvPr id="8" name="Ink 7">
                  <a:extLst>
                    <a:ext uri="{FF2B5EF4-FFF2-40B4-BE49-F238E27FC236}">
                      <a16:creationId xmlns:a16="http://schemas.microsoft.com/office/drawing/2014/main" id="{3792886A-DE24-8D0E-EA54-2D7E6153EB3F}"/>
                    </a:ext>
                  </a:extLst>
                </p:cNvPr>
                <p:cNvPicPr/>
                <p:nvPr/>
              </p:nvPicPr>
              <p:blipFill>
                <a:blip r:embed="rId11"/>
                <a:stretch>
                  <a:fillRect/>
                </a:stretch>
              </p:blipFill>
              <p:spPr>
                <a:xfrm>
                  <a:off x="8877182" y="1225812"/>
                  <a:ext cx="3240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09F51531-6679-1829-4A26-24FF5030BFDF}"/>
                    </a:ext>
                  </a:extLst>
                </p14:cNvPr>
                <p14:cNvContentPartPr/>
                <p14:nvPr/>
              </p14:nvContentPartPr>
              <p14:xfrm>
                <a:off x="8964302" y="957252"/>
                <a:ext cx="64800" cy="407160"/>
              </p14:xfrm>
            </p:contentPart>
          </mc:Choice>
          <mc:Fallback xmlns="">
            <p:pic>
              <p:nvPicPr>
                <p:cNvPr id="10" name="Ink 9">
                  <a:extLst>
                    <a:ext uri="{FF2B5EF4-FFF2-40B4-BE49-F238E27FC236}">
                      <a16:creationId xmlns:a16="http://schemas.microsoft.com/office/drawing/2014/main" id="{09F51531-6679-1829-4A26-24FF5030BFDF}"/>
                    </a:ext>
                  </a:extLst>
                </p:cNvPr>
                <p:cNvPicPr/>
                <p:nvPr/>
              </p:nvPicPr>
              <p:blipFill>
                <a:blip r:embed="rId13"/>
                <a:stretch>
                  <a:fillRect/>
                </a:stretch>
              </p:blipFill>
              <p:spPr>
                <a:xfrm>
                  <a:off x="8958182" y="951132"/>
                  <a:ext cx="7704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09043F0D-15F1-0D2C-EC37-05727E72527B}"/>
                    </a:ext>
                  </a:extLst>
                </p14:cNvPr>
                <p14:cNvContentPartPr/>
                <p14:nvPr/>
              </p14:nvContentPartPr>
              <p14:xfrm>
                <a:off x="9114782" y="1078932"/>
                <a:ext cx="553680" cy="352440"/>
              </p14:xfrm>
            </p:contentPart>
          </mc:Choice>
          <mc:Fallback xmlns="">
            <p:pic>
              <p:nvPicPr>
                <p:cNvPr id="13" name="Ink 12">
                  <a:extLst>
                    <a:ext uri="{FF2B5EF4-FFF2-40B4-BE49-F238E27FC236}">
                      <a16:creationId xmlns:a16="http://schemas.microsoft.com/office/drawing/2014/main" id="{09043F0D-15F1-0D2C-EC37-05727E72527B}"/>
                    </a:ext>
                  </a:extLst>
                </p:cNvPr>
                <p:cNvPicPr/>
                <p:nvPr/>
              </p:nvPicPr>
              <p:blipFill>
                <a:blip r:embed="rId15"/>
                <a:stretch>
                  <a:fillRect/>
                </a:stretch>
              </p:blipFill>
              <p:spPr>
                <a:xfrm>
                  <a:off x="9108662" y="1072812"/>
                  <a:ext cx="56592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2BEE26C0-8F18-1397-04F1-1E5C14842A5A}"/>
                    </a:ext>
                  </a:extLst>
                </p14:cNvPr>
                <p14:cNvContentPartPr/>
                <p14:nvPr/>
              </p14:nvContentPartPr>
              <p14:xfrm>
                <a:off x="9891662" y="605892"/>
                <a:ext cx="65880" cy="762480"/>
              </p14:xfrm>
            </p:contentPart>
          </mc:Choice>
          <mc:Fallback xmlns="">
            <p:pic>
              <p:nvPicPr>
                <p:cNvPr id="16" name="Ink 15">
                  <a:extLst>
                    <a:ext uri="{FF2B5EF4-FFF2-40B4-BE49-F238E27FC236}">
                      <a16:creationId xmlns:a16="http://schemas.microsoft.com/office/drawing/2014/main" id="{2BEE26C0-8F18-1397-04F1-1E5C14842A5A}"/>
                    </a:ext>
                  </a:extLst>
                </p:cNvPr>
                <p:cNvPicPr/>
                <p:nvPr/>
              </p:nvPicPr>
              <p:blipFill>
                <a:blip r:embed="rId17"/>
                <a:stretch>
                  <a:fillRect/>
                </a:stretch>
              </p:blipFill>
              <p:spPr>
                <a:xfrm>
                  <a:off x="9885542" y="599772"/>
                  <a:ext cx="78120" cy="774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0811A3DF-2DED-A4DE-B3C9-1CECE4CE07CD}"/>
                    </a:ext>
                  </a:extLst>
                </p14:cNvPr>
                <p14:cNvContentPartPr/>
                <p14:nvPr/>
              </p14:nvContentPartPr>
              <p14:xfrm>
                <a:off x="10053302" y="936372"/>
                <a:ext cx="127440" cy="249480"/>
              </p14:xfrm>
            </p:contentPart>
          </mc:Choice>
          <mc:Fallback xmlns="">
            <p:pic>
              <p:nvPicPr>
                <p:cNvPr id="17" name="Ink 16">
                  <a:extLst>
                    <a:ext uri="{FF2B5EF4-FFF2-40B4-BE49-F238E27FC236}">
                      <a16:creationId xmlns:a16="http://schemas.microsoft.com/office/drawing/2014/main" id="{0811A3DF-2DED-A4DE-B3C9-1CECE4CE07CD}"/>
                    </a:ext>
                  </a:extLst>
                </p:cNvPr>
                <p:cNvPicPr/>
                <p:nvPr/>
              </p:nvPicPr>
              <p:blipFill>
                <a:blip r:embed="rId19"/>
                <a:stretch>
                  <a:fillRect/>
                </a:stretch>
              </p:blipFill>
              <p:spPr>
                <a:xfrm>
                  <a:off x="10047182" y="930252"/>
                  <a:ext cx="1396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1CFFA930-A5A9-9F58-09CE-4683436BD500}"/>
                    </a:ext>
                  </a:extLst>
                </p14:cNvPr>
                <p14:cNvContentPartPr/>
                <p14:nvPr/>
              </p14:nvContentPartPr>
              <p14:xfrm>
                <a:off x="10185062" y="907212"/>
                <a:ext cx="171360" cy="216000"/>
              </p14:xfrm>
            </p:contentPart>
          </mc:Choice>
          <mc:Fallback xmlns="">
            <p:pic>
              <p:nvPicPr>
                <p:cNvPr id="19" name="Ink 18">
                  <a:extLst>
                    <a:ext uri="{FF2B5EF4-FFF2-40B4-BE49-F238E27FC236}">
                      <a16:creationId xmlns:a16="http://schemas.microsoft.com/office/drawing/2014/main" id="{1CFFA930-A5A9-9F58-09CE-4683436BD500}"/>
                    </a:ext>
                  </a:extLst>
                </p:cNvPr>
                <p:cNvPicPr/>
                <p:nvPr/>
              </p:nvPicPr>
              <p:blipFill>
                <a:blip r:embed="rId21"/>
                <a:stretch>
                  <a:fillRect/>
                </a:stretch>
              </p:blipFill>
              <p:spPr>
                <a:xfrm>
                  <a:off x="10178942" y="901092"/>
                  <a:ext cx="18360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382033B4-EFE2-D229-5776-8E6EBFAA85E8}"/>
                    </a:ext>
                  </a:extLst>
                </p14:cNvPr>
                <p14:cNvContentPartPr/>
                <p14:nvPr/>
              </p14:nvContentPartPr>
              <p14:xfrm>
                <a:off x="10363622" y="888852"/>
                <a:ext cx="227160" cy="186480"/>
              </p14:xfrm>
            </p:contentPart>
          </mc:Choice>
          <mc:Fallback xmlns="">
            <p:pic>
              <p:nvPicPr>
                <p:cNvPr id="20" name="Ink 19">
                  <a:extLst>
                    <a:ext uri="{FF2B5EF4-FFF2-40B4-BE49-F238E27FC236}">
                      <a16:creationId xmlns:a16="http://schemas.microsoft.com/office/drawing/2014/main" id="{382033B4-EFE2-D229-5776-8E6EBFAA85E8}"/>
                    </a:ext>
                  </a:extLst>
                </p:cNvPr>
                <p:cNvPicPr/>
                <p:nvPr/>
              </p:nvPicPr>
              <p:blipFill>
                <a:blip r:embed="rId23"/>
                <a:stretch>
                  <a:fillRect/>
                </a:stretch>
              </p:blipFill>
              <p:spPr>
                <a:xfrm>
                  <a:off x="10357502" y="882732"/>
                  <a:ext cx="2394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F1559AB8-4B4B-0ACE-5E29-17463487FF22}"/>
                    </a:ext>
                  </a:extLst>
                </p14:cNvPr>
                <p14:cNvContentPartPr/>
                <p14:nvPr/>
              </p14:nvContentPartPr>
              <p14:xfrm>
                <a:off x="10626422" y="1054812"/>
                <a:ext cx="93240" cy="222840"/>
              </p14:xfrm>
            </p:contentPart>
          </mc:Choice>
          <mc:Fallback xmlns="">
            <p:pic>
              <p:nvPicPr>
                <p:cNvPr id="21" name="Ink 20">
                  <a:extLst>
                    <a:ext uri="{FF2B5EF4-FFF2-40B4-BE49-F238E27FC236}">
                      <a16:creationId xmlns:a16="http://schemas.microsoft.com/office/drawing/2014/main" id="{F1559AB8-4B4B-0ACE-5E29-17463487FF22}"/>
                    </a:ext>
                  </a:extLst>
                </p:cNvPr>
                <p:cNvPicPr/>
                <p:nvPr/>
              </p:nvPicPr>
              <p:blipFill>
                <a:blip r:embed="rId25"/>
                <a:stretch>
                  <a:fillRect/>
                </a:stretch>
              </p:blipFill>
              <p:spPr>
                <a:xfrm>
                  <a:off x="10620302" y="1048692"/>
                  <a:ext cx="10548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9EA83DF0-0C2E-5353-E19A-BC5C2A0C55F2}"/>
                    </a:ext>
                  </a:extLst>
                </p14:cNvPr>
                <p14:cNvContentPartPr/>
                <p14:nvPr/>
              </p14:nvContentPartPr>
              <p14:xfrm>
                <a:off x="10908302" y="512292"/>
                <a:ext cx="83520" cy="450360"/>
              </p14:xfrm>
            </p:contentPart>
          </mc:Choice>
          <mc:Fallback xmlns="">
            <p:pic>
              <p:nvPicPr>
                <p:cNvPr id="22" name="Ink 21">
                  <a:extLst>
                    <a:ext uri="{FF2B5EF4-FFF2-40B4-BE49-F238E27FC236}">
                      <a16:creationId xmlns:a16="http://schemas.microsoft.com/office/drawing/2014/main" id="{9EA83DF0-0C2E-5353-E19A-BC5C2A0C55F2}"/>
                    </a:ext>
                  </a:extLst>
                </p:cNvPr>
                <p:cNvPicPr/>
                <p:nvPr/>
              </p:nvPicPr>
              <p:blipFill>
                <a:blip r:embed="rId27"/>
                <a:stretch>
                  <a:fillRect/>
                </a:stretch>
              </p:blipFill>
              <p:spPr>
                <a:xfrm>
                  <a:off x="10902182" y="506172"/>
                  <a:ext cx="9576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23844E1B-2D76-3074-0B7F-044095807075}"/>
                    </a:ext>
                  </a:extLst>
                </p14:cNvPr>
                <p14:cNvContentPartPr/>
                <p14:nvPr/>
              </p14:nvContentPartPr>
              <p14:xfrm>
                <a:off x="10847822" y="786252"/>
                <a:ext cx="234360" cy="109080"/>
              </p14:xfrm>
            </p:contentPart>
          </mc:Choice>
          <mc:Fallback xmlns="">
            <p:pic>
              <p:nvPicPr>
                <p:cNvPr id="23" name="Ink 22">
                  <a:extLst>
                    <a:ext uri="{FF2B5EF4-FFF2-40B4-BE49-F238E27FC236}">
                      <a16:creationId xmlns:a16="http://schemas.microsoft.com/office/drawing/2014/main" id="{23844E1B-2D76-3074-0B7F-044095807075}"/>
                    </a:ext>
                  </a:extLst>
                </p:cNvPr>
                <p:cNvPicPr/>
                <p:nvPr/>
              </p:nvPicPr>
              <p:blipFill>
                <a:blip r:embed="rId29"/>
                <a:stretch>
                  <a:fillRect/>
                </a:stretch>
              </p:blipFill>
              <p:spPr>
                <a:xfrm>
                  <a:off x="10841702" y="780132"/>
                  <a:ext cx="24660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46C9A01B-42E9-E7B1-EC54-06BA28EC6889}"/>
                    </a:ext>
                  </a:extLst>
                </p14:cNvPr>
                <p14:cNvContentPartPr/>
                <p14:nvPr/>
              </p14:nvContentPartPr>
              <p14:xfrm>
                <a:off x="11064902" y="793092"/>
                <a:ext cx="146520" cy="63360"/>
              </p14:xfrm>
            </p:contentPart>
          </mc:Choice>
          <mc:Fallback xmlns="">
            <p:pic>
              <p:nvPicPr>
                <p:cNvPr id="24" name="Ink 23">
                  <a:extLst>
                    <a:ext uri="{FF2B5EF4-FFF2-40B4-BE49-F238E27FC236}">
                      <a16:creationId xmlns:a16="http://schemas.microsoft.com/office/drawing/2014/main" id="{46C9A01B-42E9-E7B1-EC54-06BA28EC6889}"/>
                    </a:ext>
                  </a:extLst>
                </p:cNvPr>
                <p:cNvPicPr/>
                <p:nvPr/>
              </p:nvPicPr>
              <p:blipFill>
                <a:blip r:embed="rId31"/>
                <a:stretch>
                  <a:fillRect/>
                </a:stretch>
              </p:blipFill>
              <p:spPr>
                <a:xfrm>
                  <a:off x="11058782" y="786972"/>
                  <a:ext cx="1587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5" name="Ink 24">
                  <a:extLst>
                    <a:ext uri="{FF2B5EF4-FFF2-40B4-BE49-F238E27FC236}">
                      <a16:creationId xmlns:a16="http://schemas.microsoft.com/office/drawing/2014/main" id="{24D3E5E2-398C-BAB1-A0BC-60C10A9611F7}"/>
                    </a:ext>
                  </a:extLst>
                </p14:cNvPr>
                <p14:cNvContentPartPr/>
                <p14:nvPr/>
              </p14:nvContentPartPr>
              <p14:xfrm>
                <a:off x="11148782" y="773292"/>
                <a:ext cx="129240" cy="172080"/>
              </p14:xfrm>
            </p:contentPart>
          </mc:Choice>
          <mc:Fallback xmlns="">
            <p:pic>
              <p:nvPicPr>
                <p:cNvPr id="25" name="Ink 24">
                  <a:extLst>
                    <a:ext uri="{FF2B5EF4-FFF2-40B4-BE49-F238E27FC236}">
                      <a16:creationId xmlns:a16="http://schemas.microsoft.com/office/drawing/2014/main" id="{24D3E5E2-398C-BAB1-A0BC-60C10A9611F7}"/>
                    </a:ext>
                  </a:extLst>
                </p:cNvPr>
                <p:cNvPicPr/>
                <p:nvPr/>
              </p:nvPicPr>
              <p:blipFill>
                <a:blip r:embed="rId33"/>
                <a:stretch>
                  <a:fillRect/>
                </a:stretch>
              </p:blipFill>
              <p:spPr>
                <a:xfrm>
                  <a:off x="11142662" y="767172"/>
                  <a:ext cx="1414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6ED4E2CA-944E-A44F-9894-038016A5FD20}"/>
                    </a:ext>
                  </a:extLst>
                </p14:cNvPr>
                <p14:cNvContentPartPr/>
                <p14:nvPr/>
              </p14:nvContentPartPr>
              <p14:xfrm>
                <a:off x="11339942" y="394572"/>
                <a:ext cx="75960" cy="429120"/>
              </p14:xfrm>
            </p:contentPart>
          </mc:Choice>
          <mc:Fallback xmlns="">
            <p:pic>
              <p:nvPicPr>
                <p:cNvPr id="28" name="Ink 27">
                  <a:extLst>
                    <a:ext uri="{FF2B5EF4-FFF2-40B4-BE49-F238E27FC236}">
                      <a16:creationId xmlns:a16="http://schemas.microsoft.com/office/drawing/2014/main" id="{6ED4E2CA-944E-A44F-9894-038016A5FD20}"/>
                    </a:ext>
                  </a:extLst>
                </p:cNvPr>
                <p:cNvPicPr/>
                <p:nvPr/>
              </p:nvPicPr>
              <p:blipFill>
                <a:blip r:embed="rId35"/>
                <a:stretch>
                  <a:fillRect/>
                </a:stretch>
              </p:blipFill>
              <p:spPr>
                <a:xfrm>
                  <a:off x="11333822" y="388452"/>
                  <a:ext cx="88200"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1" name="Ink 30">
                  <a:extLst>
                    <a:ext uri="{FF2B5EF4-FFF2-40B4-BE49-F238E27FC236}">
                      <a16:creationId xmlns:a16="http://schemas.microsoft.com/office/drawing/2014/main" id="{B079F814-A69C-0BB4-859D-3ABC0C29A89C}"/>
                    </a:ext>
                  </a:extLst>
                </p14:cNvPr>
                <p14:cNvContentPartPr/>
                <p14:nvPr/>
              </p14:nvContentPartPr>
              <p14:xfrm>
                <a:off x="11200262" y="700212"/>
                <a:ext cx="256680" cy="94680"/>
              </p14:xfrm>
            </p:contentPart>
          </mc:Choice>
          <mc:Fallback xmlns="">
            <p:pic>
              <p:nvPicPr>
                <p:cNvPr id="31" name="Ink 30">
                  <a:extLst>
                    <a:ext uri="{FF2B5EF4-FFF2-40B4-BE49-F238E27FC236}">
                      <a16:creationId xmlns:a16="http://schemas.microsoft.com/office/drawing/2014/main" id="{B079F814-A69C-0BB4-859D-3ABC0C29A89C}"/>
                    </a:ext>
                  </a:extLst>
                </p:cNvPr>
                <p:cNvPicPr/>
                <p:nvPr/>
              </p:nvPicPr>
              <p:blipFill>
                <a:blip r:embed="rId37"/>
                <a:stretch>
                  <a:fillRect/>
                </a:stretch>
              </p:blipFill>
              <p:spPr>
                <a:xfrm>
                  <a:off x="11194142" y="694092"/>
                  <a:ext cx="2689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2" name="Ink 31">
                  <a:extLst>
                    <a:ext uri="{FF2B5EF4-FFF2-40B4-BE49-F238E27FC236}">
                      <a16:creationId xmlns:a16="http://schemas.microsoft.com/office/drawing/2014/main" id="{4C6AB883-8A7C-57BD-3339-3EA1AA5A3BED}"/>
                    </a:ext>
                  </a:extLst>
                </p14:cNvPr>
                <p14:cNvContentPartPr/>
                <p14:nvPr/>
              </p14:nvContentPartPr>
              <p14:xfrm>
                <a:off x="11441462" y="377652"/>
                <a:ext cx="253440" cy="541800"/>
              </p14:xfrm>
            </p:contentPart>
          </mc:Choice>
          <mc:Fallback xmlns="">
            <p:pic>
              <p:nvPicPr>
                <p:cNvPr id="32" name="Ink 31">
                  <a:extLst>
                    <a:ext uri="{FF2B5EF4-FFF2-40B4-BE49-F238E27FC236}">
                      <a16:creationId xmlns:a16="http://schemas.microsoft.com/office/drawing/2014/main" id="{4C6AB883-8A7C-57BD-3339-3EA1AA5A3BED}"/>
                    </a:ext>
                  </a:extLst>
                </p:cNvPr>
                <p:cNvPicPr/>
                <p:nvPr/>
              </p:nvPicPr>
              <p:blipFill>
                <a:blip r:embed="rId39"/>
                <a:stretch>
                  <a:fillRect/>
                </a:stretch>
              </p:blipFill>
              <p:spPr>
                <a:xfrm>
                  <a:off x="11435342" y="371532"/>
                  <a:ext cx="265680" cy="554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4" name="Ink 33">
                  <a:extLst>
                    <a:ext uri="{FF2B5EF4-FFF2-40B4-BE49-F238E27FC236}">
                      <a16:creationId xmlns:a16="http://schemas.microsoft.com/office/drawing/2014/main" id="{628CD49C-7977-96A8-7043-DC1DEF719AA0}"/>
                    </a:ext>
                  </a:extLst>
                </p14:cNvPr>
                <p14:cNvContentPartPr/>
                <p14:nvPr/>
              </p14:nvContentPartPr>
              <p14:xfrm>
                <a:off x="8682062" y="1806492"/>
                <a:ext cx="334800" cy="368280"/>
              </p14:xfrm>
            </p:contentPart>
          </mc:Choice>
          <mc:Fallback xmlns="">
            <p:pic>
              <p:nvPicPr>
                <p:cNvPr id="34" name="Ink 33">
                  <a:extLst>
                    <a:ext uri="{FF2B5EF4-FFF2-40B4-BE49-F238E27FC236}">
                      <a16:creationId xmlns:a16="http://schemas.microsoft.com/office/drawing/2014/main" id="{628CD49C-7977-96A8-7043-DC1DEF719AA0}"/>
                    </a:ext>
                  </a:extLst>
                </p:cNvPr>
                <p:cNvPicPr/>
                <p:nvPr/>
              </p:nvPicPr>
              <p:blipFill>
                <a:blip r:embed="rId41"/>
                <a:stretch>
                  <a:fillRect/>
                </a:stretch>
              </p:blipFill>
              <p:spPr>
                <a:xfrm>
                  <a:off x="8675942" y="1800372"/>
                  <a:ext cx="34704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5" name="Ink 34">
                  <a:extLst>
                    <a:ext uri="{FF2B5EF4-FFF2-40B4-BE49-F238E27FC236}">
                      <a16:creationId xmlns:a16="http://schemas.microsoft.com/office/drawing/2014/main" id="{69838FF0-3988-C0DD-12E8-E23F4C4AB5F5}"/>
                    </a:ext>
                  </a:extLst>
                </p14:cNvPr>
                <p14:cNvContentPartPr/>
                <p14:nvPr/>
              </p14:nvContentPartPr>
              <p14:xfrm>
                <a:off x="9033782" y="1937532"/>
                <a:ext cx="276840" cy="184320"/>
              </p14:xfrm>
            </p:contentPart>
          </mc:Choice>
          <mc:Fallback xmlns="">
            <p:pic>
              <p:nvPicPr>
                <p:cNvPr id="35" name="Ink 34">
                  <a:extLst>
                    <a:ext uri="{FF2B5EF4-FFF2-40B4-BE49-F238E27FC236}">
                      <a16:creationId xmlns:a16="http://schemas.microsoft.com/office/drawing/2014/main" id="{69838FF0-3988-C0DD-12E8-E23F4C4AB5F5}"/>
                    </a:ext>
                  </a:extLst>
                </p:cNvPr>
                <p:cNvPicPr/>
                <p:nvPr/>
              </p:nvPicPr>
              <p:blipFill>
                <a:blip r:embed="rId43"/>
                <a:stretch>
                  <a:fillRect/>
                </a:stretch>
              </p:blipFill>
              <p:spPr>
                <a:xfrm>
                  <a:off x="9027662" y="1931412"/>
                  <a:ext cx="2890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6" name="Ink 35">
                  <a:extLst>
                    <a:ext uri="{FF2B5EF4-FFF2-40B4-BE49-F238E27FC236}">
                      <a16:creationId xmlns:a16="http://schemas.microsoft.com/office/drawing/2014/main" id="{5916BF53-A06A-FDA2-F439-A96FAD7F499A}"/>
                    </a:ext>
                  </a:extLst>
                </p14:cNvPr>
                <p14:cNvContentPartPr/>
                <p14:nvPr/>
              </p14:nvContentPartPr>
              <p14:xfrm>
                <a:off x="9316382" y="1612812"/>
                <a:ext cx="45720" cy="431640"/>
              </p14:xfrm>
            </p:contentPart>
          </mc:Choice>
          <mc:Fallback xmlns="">
            <p:pic>
              <p:nvPicPr>
                <p:cNvPr id="36" name="Ink 35">
                  <a:extLst>
                    <a:ext uri="{FF2B5EF4-FFF2-40B4-BE49-F238E27FC236}">
                      <a16:creationId xmlns:a16="http://schemas.microsoft.com/office/drawing/2014/main" id="{5916BF53-A06A-FDA2-F439-A96FAD7F499A}"/>
                    </a:ext>
                  </a:extLst>
                </p:cNvPr>
                <p:cNvPicPr/>
                <p:nvPr/>
              </p:nvPicPr>
              <p:blipFill>
                <a:blip r:embed="rId45"/>
                <a:stretch>
                  <a:fillRect/>
                </a:stretch>
              </p:blipFill>
              <p:spPr>
                <a:xfrm>
                  <a:off x="9310262" y="1606692"/>
                  <a:ext cx="57960" cy="443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7" name="Ink 36">
                  <a:extLst>
                    <a:ext uri="{FF2B5EF4-FFF2-40B4-BE49-F238E27FC236}">
                      <a16:creationId xmlns:a16="http://schemas.microsoft.com/office/drawing/2014/main" id="{92B8E2BE-FD8A-B7E7-B78C-A480EA412D59}"/>
                    </a:ext>
                  </a:extLst>
                </p14:cNvPr>
                <p14:cNvContentPartPr/>
                <p14:nvPr/>
              </p14:nvContentPartPr>
              <p14:xfrm>
                <a:off x="9254822" y="1847172"/>
                <a:ext cx="356400" cy="201960"/>
              </p14:xfrm>
            </p:contentPart>
          </mc:Choice>
          <mc:Fallback xmlns="">
            <p:pic>
              <p:nvPicPr>
                <p:cNvPr id="37" name="Ink 36">
                  <a:extLst>
                    <a:ext uri="{FF2B5EF4-FFF2-40B4-BE49-F238E27FC236}">
                      <a16:creationId xmlns:a16="http://schemas.microsoft.com/office/drawing/2014/main" id="{92B8E2BE-FD8A-B7E7-B78C-A480EA412D59}"/>
                    </a:ext>
                  </a:extLst>
                </p:cNvPr>
                <p:cNvPicPr/>
                <p:nvPr/>
              </p:nvPicPr>
              <p:blipFill>
                <a:blip r:embed="rId47"/>
                <a:stretch>
                  <a:fillRect/>
                </a:stretch>
              </p:blipFill>
              <p:spPr>
                <a:xfrm>
                  <a:off x="9248702" y="1841052"/>
                  <a:ext cx="3686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8" name="Ink 37">
                  <a:extLst>
                    <a:ext uri="{FF2B5EF4-FFF2-40B4-BE49-F238E27FC236}">
                      <a16:creationId xmlns:a16="http://schemas.microsoft.com/office/drawing/2014/main" id="{2F4B75AA-F0B2-CCCD-A866-5E7D750B4E3C}"/>
                    </a:ext>
                  </a:extLst>
                </p14:cNvPr>
                <p14:cNvContentPartPr/>
                <p14:nvPr/>
              </p14:nvContentPartPr>
              <p14:xfrm>
                <a:off x="9516182" y="1521372"/>
                <a:ext cx="294840" cy="448920"/>
              </p14:xfrm>
            </p:contentPart>
          </mc:Choice>
          <mc:Fallback xmlns="">
            <p:pic>
              <p:nvPicPr>
                <p:cNvPr id="38" name="Ink 37">
                  <a:extLst>
                    <a:ext uri="{FF2B5EF4-FFF2-40B4-BE49-F238E27FC236}">
                      <a16:creationId xmlns:a16="http://schemas.microsoft.com/office/drawing/2014/main" id="{2F4B75AA-F0B2-CCCD-A866-5E7D750B4E3C}"/>
                    </a:ext>
                  </a:extLst>
                </p:cNvPr>
                <p:cNvPicPr/>
                <p:nvPr/>
              </p:nvPicPr>
              <p:blipFill>
                <a:blip r:embed="rId49"/>
                <a:stretch>
                  <a:fillRect/>
                </a:stretch>
              </p:blipFill>
              <p:spPr>
                <a:xfrm>
                  <a:off x="9510062" y="1515252"/>
                  <a:ext cx="30708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 name="Ink 38">
                  <a:extLst>
                    <a:ext uri="{FF2B5EF4-FFF2-40B4-BE49-F238E27FC236}">
                      <a16:creationId xmlns:a16="http://schemas.microsoft.com/office/drawing/2014/main" id="{71790C6A-239A-5011-BBC7-13DFC2447209}"/>
                    </a:ext>
                  </a:extLst>
                </p14:cNvPr>
                <p14:cNvContentPartPr/>
                <p14:nvPr/>
              </p14:nvContentPartPr>
              <p14:xfrm>
                <a:off x="9795542" y="1598052"/>
                <a:ext cx="574200" cy="361800"/>
              </p14:xfrm>
            </p:contentPart>
          </mc:Choice>
          <mc:Fallback xmlns="">
            <p:pic>
              <p:nvPicPr>
                <p:cNvPr id="39" name="Ink 38">
                  <a:extLst>
                    <a:ext uri="{FF2B5EF4-FFF2-40B4-BE49-F238E27FC236}">
                      <a16:creationId xmlns:a16="http://schemas.microsoft.com/office/drawing/2014/main" id="{71790C6A-239A-5011-BBC7-13DFC2447209}"/>
                    </a:ext>
                  </a:extLst>
                </p:cNvPr>
                <p:cNvPicPr/>
                <p:nvPr/>
              </p:nvPicPr>
              <p:blipFill>
                <a:blip r:embed="rId51"/>
                <a:stretch>
                  <a:fillRect/>
                </a:stretch>
              </p:blipFill>
              <p:spPr>
                <a:xfrm>
                  <a:off x="9789422" y="1591932"/>
                  <a:ext cx="58644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0" name="Ink 39">
                  <a:extLst>
                    <a:ext uri="{FF2B5EF4-FFF2-40B4-BE49-F238E27FC236}">
                      <a16:creationId xmlns:a16="http://schemas.microsoft.com/office/drawing/2014/main" id="{BF054C9C-F381-8CED-9063-0E1211073D4F}"/>
                    </a:ext>
                  </a:extLst>
                </p14:cNvPr>
                <p14:cNvContentPartPr/>
                <p14:nvPr/>
              </p14:nvContentPartPr>
              <p14:xfrm>
                <a:off x="10299542" y="1549452"/>
                <a:ext cx="373680" cy="266400"/>
              </p14:xfrm>
            </p:contentPart>
          </mc:Choice>
          <mc:Fallback xmlns="">
            <p:pic>
              <p:nvPicPr>
                <p:cNvPr id="40" name="Ink 39">
                  <a:extLst>
                    <a:ext uri="{FF2B5EF4-FFF2-40B4-BE49-F238E27FC236}">
                      <a16:creationId xmlns:a16="http://schemas.microsoft.com/office/drawing/2014/main" id="{BF054C9C-F381-8CED-9063-0E1211073D4F}"/>
                    </a:ext>
                  </a:extLst>
                </p:cNvPr>
                <p:cNvPicPr/>
                <p:nvPr/>
              </p:nvPicPr>
              <p:blipFill>
                <a:blip r:embed="rId53"/>
                <a:stretch>
                  <a:fillRect/>
                </a:stretch>
              </p:blipFill>
              <p:spPr>
                <a:xfrm>
                  <a:off x="10293422" y="1543332"/>
                  <a:ext cx="38592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 name="Ink 41">
                  <a:extLst>
                    <a:ext uri="{FF2B5EF4-FFF2-40B4-BE49-F238E27FC236}">
                      <a16:creationId xmlns:a16="http://schemas.microsoft.com/office/drawing/2014/main" id="{CD8C53A0-2A7C-A0DA-2E3B-68AE11FDDE5D}"/>
                    </a:ext>
                  </a:extLst>
                </p14:cNvPr>
                <p14:cNvContentPartPr/>
                <p14:nvPr/>
              </p14:nvContentPartPr>
              <p14:xfrm>
                <a:off x="8976542" y="1890012"/>
                <a:ext cx="1440000" cy="438480"/>
              </p14:xfrm>
            </p:contentPart>
          </mc:Choice>
          <mc:Fallback xmlns="">
            <p:pic>
              <p:nvPicPr>
                <p:cNvPr id="42" name="Ink 41">
                  <a:extLst>
                    <a:ext uri="{FF2B5EF4-FFF2-40B4-BE49-F238E27FC236}">
                      <a16:creationId xmlns:a16="http://schemas.microsoft.com/office/drawing/2014/main" id="{CD8C53A0-2A7C-A0DA-2E3B-68AE11FDDE5D}"/>
                    </a:ext>
                  </a:extLst>
                </p:cNvPr>
                <p:cNvPicPr/>
                <p:nvPr/>
              </p:nvPicPr>
              <p:blipFill>
                <a:blip r:embed="rId55"/>
                <a:stretch>
                  <a:fillRect/>
                </a:stretch>
              </p:blipFill>
              <p:spPr>
                <a:xfrm>
                  <a:off x="8970422" y="1883892"/>
                  <a:ext cx="1452240" cy="450720"/>
                </a:xfrm>
                <a:prstGeom prst="rect">
                  <a:avLst/>
                </a:prstGeom>
              </p:spPr>
            </p:pic>
          </mc:Fallback>
        </mc:AlternateContent>
      </p:grpSp>
    </p:spTree>
    <p:extLst>
      <p:ext uri="{BB962C8B-B14F-4D97-AF65-F5344CB8AC3E}">
        <p14:creationId xmlns:p14="http://schemas.microsoft.com/office/powerpoint/2010/main" val="975855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diagram illustrates a system for entering player names, positions, and scores, validating input, calculating scores, and displaying a leaderboard of top scores.&#10;&#10;AI-generated content may be incorrect.">
            <a:extLst>
              <a:ext uri="{FF2B5EF4-FFF2-40B4-BE49-F238E27FC236}">
                <a16:creationId xmlns:a16="http://schemas.microsoft.com/office/drawing/2014/main" id="{BBA096E6-01DB-6614-5615-C75EE9B6D33F}"/>
              </a:ext>
            </a:extLst>
          </p:cNvPr>
          <p:cNvPicPr>
            <a:picLocks noChangeAspect="1"/>
          </p:cNvPicPr>
          <p:nvPr/>
        </p:nvPicPr>
        <p:blipFill>
          <a:blip r:embed="rId3"/>
          <a:stretch>
            <a:fillRect/>
          </a:stretch>
        </p:blipFill>
        <p:spPr>
          <a:xfrm>
            <a:off x="1073682" y="741962"/>
            <a:ext cx="10447757" cy="5589753"/>
          </a:xfrm>
          <a:prstGeom prst="rect">
            <a:avLst/>
          </a:prstGeom>
        </p:spPr>
      </p:pic>
    </p:spTree>
    <p:extLst>
      <p:ext uri="{BB962C8B-B14F-4D97-AF65-F5344CB8AC3E}">
        <p14:creationId xmlns:p14="http://schemas.microsoft.com/office/powerpoint/2010/main" val="540329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Actor - Description</a:t>
            </a:r>
          </a:p>
        </p:txBody>
      </p:sp>
      <p:grpSp>
        <p:nvGrpSpPr>
          <p:cNvPr id="30" name="Group 29">
            <a:extLst>
              <a:ext uri="{FF2B5EF4-FFF2-40B4-BE49-F238E27FC236}">
                <a16:creationId xmlns:a16="http://schemas.microsoft.com/office/drawing/2014/main" id="{418821E3-9E37-4A8C-BAE7-32612F048C17}"/>
              </a:ext>
            </a:extLst>
          </p:cNvPr>
          <p:cNvGrpSpPr/>
          <p:nvPr/>
        </p:nvGrpSpPr>
        <p:grpSpPr>
          <a:xfrm>
            <a:off x="1721273" y="2712178"/>
            <a:ext cx="1482940" cy="3293587"/>
            <a:chOff x="1721273" y="2712178"/>
            <a:chExt cx="1482940" cy="3293587"/>
          </a:xfrm>
        </p:grpSpPr>
        <p:pic>
          <p:nvPicPr>
            <p:cNvPr id="7" name="Picture 6">
              <a:extLst>
                <a:ext uri="{FF2B5EF4-FFF2-40B4-BE49-F238E27FC236}">
                  <a16:creationId xmlns:a16="http://schemas.microsoft.com/office/drawing/2014/main" id="{B026E70D-B3FD-4141-85F9-75190461C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273" y="2712178"/>
              <a:ext cx="1482940" cy="2919004"/>
            </a:xfrm>
            <a:prstGeom prst="rect">
              <a:avLst/>
            </a:prstGeom>
          </p:spPr>
        </p:pic>
        <p:sp>
          <p:nvSpPr>
            <p:cNvPr id="10" name="Rectangle 9">
              <a:extLst>
                <a:ext uri="{FF2B5EF4-FFF2-40B4-BE49-F238E27FC236}">
                  <a16:creationId xmlns:a16="http://schemas.microsoft.com/office/drawing/2014/main" id="{3B047DC7-344F-4A56-83D8-286EB77BF4E1}"/>
                </a:ext>
              </a:extLst>
            </p:cNvPr>
            <p:cNvSpPr/>
            <p:nvPr/>
          </p:nvSpPr>
          <p:spPr>
            <a:xfrm>
              <a:off x="1994507" y="5482545"/>
              <a:ext cx="936475" cy="523220"/>
            </a:xfrm>
            <a:prstGeom prst="rect">
              <a:avLst/>
            </a:prstGeom>
          </p:spPr>
          <p:txBody>
            <a:bodyPr wrap="none">
              <a:spAutoFit/>
            </a:bodyPr>
            <a:lstStyle/>
            <a:p>
              <a:pPr algn="ctr"/>
              <a:r>
                <a:rPr lang="en-GB" sz="2800" b="1" dirty="0"/>
                <a:t>Pupil</a:t>
              </a:r>
              <a:endParaRPr lang="en-GB" dirty="0"/>
            </a:p>
          </p:txBody>
        </p:sp>
      </p:grpSp>
      <p:grpSp>
        <p:nvGrpSpPr>
          <p:cNvPr id="31" name="Group 30">
            <a:extLst>
              <a:ext uri="{FF2B5EF4-FFF2-40B4-BE49-F238E27FC236}">
                <a16:creationId xmlns:a16="http://schemas.microsoft.com/office/drawing/2014/main" id="{E9063C33-BE31-459D-AC9C-7ECDA468C472}"/>
              </a:ext>
            </a:extLst>
          </p:cNvPr>
          <p:cNvGrpSpPr/>
          <p:nvPr/>
        </p:nvGrpSpPr>
        <p:grpSpPr>
          <a:xfrm>
            <a:off x="8987783" y="2712178"/>
            <a:ext cx="1482940" cy="3293587"/>
            <a:chOff x="8987783" y="2712178"/>
            <a:chExt cx="1482940" cy="3293587"/>
          </a:xfrm>
        </p:grpSpPr>
        <p:pic>
          <p:nvPicPr>
            <p:cNvPr id="11" name="Picture 10">
              <a:extLst>
                <a:ext uri="{FF2B5EF4-FFF2-40B4-BE49-F238E27FC236}">
                  <a16:creationId xmlns:a16="http://schemas.microsoft.com/office/drawing/2014/main" id="{32A0F86B-CA07-4894-B384-CE8C6EE15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7783" y="2712178"/>
              <a:ext cx="1482940" cy="2919004"/>
            </a:xfrm>
            <a:prstGeom prst="rect">
              <a:avLst/>
            </a:prstGeom>
          </p:spPr>
        </p:pic>
        <p:sp>
          <p:nvSpPr>
            <p:cNvPr id="13" name="Rectangle 12">
              <a:extLst>
                <a:ext uri="{FF2B5EF4-FFF2-40B4-BE49-F238E27FC236}">
                  <a16:creationId xmlns:a16="http://schemas.microsoft.com/office/drawing/2014/main" id="{0CAC0334-43B5-419F-AB51-243DA6DA4779}"/>
                </a:ext>
              </a:extLst>
            </p:cNvPr>
            <p:cNvSpPr/>
            <p:nvPr/>
          </p:nvSpPr>
          <p:spPr>
            <a:xfrm>
              <a:off x="9107991" y="5482545"/>
              <a:ext cx="1242521" cy="523220"/>
            </a:xfrm>
            <a:prstGeom prst="rect">
              <a:avLst/>
            </a:prstGeom>
          </p:spPr>
          <p:txBody>
            <a:bodyPr wrap="none">
              <a:spAutoFit/>
            </a:bodyPr>
            <a:lstStyle/>
            <a:p>
              <a:pPr algn="ctr"/>
              <a:r>
                <a:rPr lang="en-GB" sz="2800" b="1" dirty="0"/>
                <a:t>Prefect</a:t>
              </a:r>
              <a:endParaRPr lang="en-GB" dirty="0"/>
            </a:p>
          </p:txBody>
        </p:sp>
      </p:grpSp>
      <p:sp>
        <p:nvSpPr>
          <p:cNvPr id="15" name="Rectangle 14">
            <a:extLst>
              <a:ext uri="{FF2B5EF4-FFF2-40B4-BE49-F238E27FC236}">
                <a16:creationId xmlns:a16="http://schemas.microsoft.com/office/drawing/2014/main" id="{A254E6C5-E390-440D-A8AE-CB82709F6CB5}"/>
              </a:ext>
            </a:extLst>
          </p:cNvPr>
          <p:cNvSpPr/>
          <p:nvPr/>
        </p:nvSpPr>
        <p:spPr>
          <a:xfrm>
            <a:off x="1241960" y="6060873"/>
            <a:ext cx="2441566" cy="523220"/>
          </a:xfrm>
          <a:prstGeom prst="rect">
            <a:avLst/>
          </a:prstGeom>
        </p:spPr>
        <p:txBody>
          <a:bodyPr wrap="none">
            <a:spAutoFit/>
          </a:bodyPr>
          <a:lstStyle/>
          <a:p>
            <a:pPr algn="ctr"/>
            <a:r>
              <a:rPr lang="en-GB" sz="2800" b="1" dirty="0">
                <a:solidFill>
                  <a:srgbClr val="7030A0"/>
                </a:solidFill>
              </a:rPr>
              <a:t>Use the system</a:t>
            </a:r>
            <a:endParaRPr lang="en-GB" dirty="0">
              <a:solidFill>
                <a:srgbClr val="7030A0"/>
              </a:solidFill>
            </a:endParaRPr>
          </a:p>
        </p:txBody>
      </p:sp>
      <p:sp>
        <p:nvSpPr>
          <p:cNvPr id="17" name="Rectangle 16">
            <a:extLst>
              <a:ext uri="{FF2B5EF4-FFF2-40B4-BE49-F238E27FC236}">
                <a16:creationId xmlns:a16="http://schemas.microsoft.com/office/drawing/2014/main" id="{2F30E93A-CA2E-4A90-876C-B218CB0B7AAB}"/>
              </a:ext>
            </a:extLst>
          </p:cNvPr>
          <p:cNvSpPr/>
          <p:nvPr/>
        </p:nvSpPr>
        <p:spPr>
          <a:xfrm>
            <a:off x="8191076" y="5962551"/>
            <a:ext cx="3076355" cy="523220"/>
          </a:xfrm>
          <a:prstGeom prst="rect">
            <a:avLst/>
          </a:prstGeom>
        </p:spPr>
        <p:txBody>
          <a:bodyPr wrap="none">
            <a:spAutoFit/>
          </a:bodyPr>
          <a:lstStyle/>
          <a:p>
            <a:pPr algn="ctr"/>
            <a:r>
              <a:rPr lang="en-GB" sz="2800" b="1" dirty="0">
                <a:solidFill>
                  <a:srgbClr val="7030A0"/>
                </a:solidFill>
              </a:rPr>
              <a:t>Support the system</a:t>
            </a:r>
            <a:endParaRPr lang="en-GB" dirty="0">
              <a:solidFill>
                <a:srgbClr val="7030A0"/>
              </a:solidFill>
            </a:endParaRPr>
          </a:p>
        </p:txBody>
      </p:sp>
      <p:sp>
        <p:nvSpPr>
          <p:cNvPr id="18" name="Rectangle 17">
            <a:extLst>
              <a:ext uri="{FF2B5EF4-FFF2-40B4-BE49-F238E27FC236}">
                <a16:creationId xmlns:a16="http://schemas.microsoft.com/office/drawing/2014/main" id="{D88574CC-45EE-41B3-9E51-9F1267441FCF}"/>
              </a:ext>
            </a:extLst>
          </p:cNvPr>
          <p:cNvSpPr/>
          <p:nvPr/>
        </p:nvSpPr>
        <p:spPr>
          <a:xfrm>
            <a:off x="2421256" y="1561240"/>
            <a:ext cx="7349489" cy="2554545"/>
          </a:xfrm>
          <a:prstGeom prst="rect">
            <a:avLst/>
          </a:prstGeom>
        </p:spPr>
        <p:txBody>
          <a:bodyPr wrap="square">
            <a:spAutoFit/>
          </a:bodyPr>
          <a:lstStyle/>
          <a:p>
            <a:pPr>
              <a:spcAft>
                <a:spcPts val="600"/>
              </a:spcAft>
            </a:pPr>
            <a:r>
              <a:rPr lang="en-GB" sz="2800" dirty="0"/>
              <a:t>An actor uses the system to achieve an outcome.</a:t>
            </a:r>
          </a:p>
          <a:p>
            <a:pPr lvl="4">
              <a:spcAft>
                <a:spcPts val="600"/>
              </a:spcAft>
            </a:pPr>
            <a:r>
              <a:rPr lang="en-GB" sz="2800" dirty="0"/>
              <a:t>An actor can be:</a:t>
            </a:r>
          </a:p>
          <a:p>
            <a:pPr marL="2743200" lvl="5" indent="-457200">
              <a:spcAft>
                <a:spcPts val="600"/>
              </a:spcAft>
              <a:buFont typeface="Arial" panose="020B0604020202020204" pitchFamily="34" charset="0"/>
              <a:buChar char="•"/>
            </a:pPr>
            <a:r>
              <a:rPr lang="en-GB" sz="2800" dirty="0"/>
              <a:t>a person</a:t>
            </a:r>
          </a:p>
          <a:p>
            <a:pPr marL="2743200" lvl="5" indent="-457200">
              <a:spcAft>
                <a:spcPts val="600"/>
              </a:spcAft>
              <a:buFont typeface="Arial" panose="020B0604020202020204" pitchFamily="34" charset="0"/>
              <a:buChar char="•"/>
            </a:pPr>
            <a:r>
              <a:rPr lang="en-GB" sz="2800" dirty="0"/>
              <a:t>an organisation</a:t>
            </a:r>
          </a:p>
          <a:p>
            <a:pPr marL="2743200" lvl="5" indent="-457200">
              <a:spcAft>
                <a:spcPts val="600"/>
              </a:spcAft>
              <a:buFont typeface="Arial" panose="020B0604020202020204" pitchFamily="34" charset="0"/>
              <a:buChar char="•"/>
            </a:pPr>
            <a:r>
              <a:rPr lang="en-GB" sz="2800" dirty="0"/>
              <a:t>another system</a:t>
            </a:r>
          </a:p>
        </p:txBody>
      </p:sp>
      <p:cxnSp>
        <p:nvCxnSpPr>
          <p:cNvPr id="29" name="Straight Connector 28">
            <a:extLst>
              <a:ext uri="{FF2B5EF4-FFF2-40B4-BE49-F238E27FC236}">
                <a16:creationId xmlns:a16="http://schemas.microsoft.com/office/drawing/2014/main" id="{FA43D775-B13A-41BA-A1F8-00B3CC6C3F2F}"/>
              </a:ext>
            </a:extLst>
          </p:cNvPr>
          <p:cNvCxnSpPr>
            <a:cxnSpLocks/>
          </p:cNvCxnSpPr>
          <p:nvPr/>
        </p:nvCxnSpPr>
        <p:spPr>
          <a:xfrm flipH="1">
            <a:off x="3204213" y="4532781"/>
            <a:ext cx="5783570" cy="0"/>
          </a:xfrm>
          <a:prstGeom prst="line">
            <a:avLst/>
          </a:prstGeom>
          <a:ln w="444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4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Cases - Relationships</a:t>
            </a:r>
          </a:p>
        </p:txBody>
      </p:sp>
      <p:sp>
        <p:nvSpPr>
          <p:cNvPr id="9" name="Oval 8">
            <a:extLst>
              <a:ext uri="{FF2B5EF4-FFF2-40B4-BE49-F238E27FC236}">
                <a16:creationId xmlns:a16="http://schemas.microsoft.com/office/drawing/2014/main" id="{EE2EFB0E-AB56-4E96-9F15-7393AA54BFAA}"/>
              </a:ext>
            </a:extLst>
          </p:cNvPr>
          <p:cNvSpPr/>
          <p:nvPr/>
        </p:nvSpPr>
        <p:spPr>
          <a:xfrm>
            <a:off x="1027522" y="4162552"/>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Select drink</a:t>
            </a:r>
          </a:p>
        </p:txBody>
      </p:sp>
      <p:sp>
        <p:nvSpPr>
          <p:cNvPr id="21" name="Oval 20">
            <a:extLst>
              <a:ext uri="{FF2B5EF4-FFF2-40B4-BE49-F238E27FC236}">
                <a16:creationId xmlns:a16="http://schemas.microsoft.com/office/drawing/2014/main" id="{65F9084E-A1EA-4464-9384-FDA12CD1EE06}"/>
              </a:ext>
            </a:extLst>
          </p:cNvPr>
          <p:cNvSpPr/>
          <p:nvPr/>
        </p:nvSpPr>
        <p:spPr>
          <a:xfrm>
            <a:off x="4334342" y="2337013"/>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Pay</a:t>
            </a:r>
          </a:p>
        </p:txBody>
      </p:sp>
      <p:sp>
        <p:nvSpPr>
          <p:cNvPr id="22" name="Oval 21">
            <a:extLst>
              <a:ext uri="{FF2B5EF4-FFF2-40B4-BE49-F238E27FC236}">
                <a16:creationId xmlns:a16="http://schemas.microsoft.com/office/drawing/2014/main" id="{CDAB617F-D868-4AAD-BA99-EFE6D44FFB55}"/>
              </a:ext>
            </a:extLst>
          </p:cNvPr>
          <p:cNvSpPr/>
          <p:nvPr/>
        </p:nvSpPr>
        <p:spPr>
          <a:xfrm>
            <a:off x="7618673" y="4162552"/>
            <a:ext cx="2160000" cy="1080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Print receipt</a:t>
            </a:r>
          </a:p>
        </p:txBody>
      </p:sp>
      <p:cxnSp>
        <p:nvCxnSpPr>
          <p:cNvPr id="24" name="Straight Arrow Connector 23">
            <a:extLst>
              <a:ext uri="{FF2B5EF4-FFF2-40B4-BE49-F238E27FC236}">
                <a16:creationId xmlns:a16="http://schemas.microsoft.com/office/drawing/2014/main" id="{440C0681-510B-4743-9A20-D172D0F4A65E}"/>
              </a:ext>
            </a:extLst>
          </p:cNvPr>
          <p:cNvCxnSpPr>
            <a:cxnSpLocks/>
            <a:stCxn id="9" idx="7"/>
            <a:endCxn id="21" idx="3"/>
          </p:cNvCxnSpPr>
          <p:nvPr/>
        </p:nvCxnSpPr>
        <p:spPr>
          <a:xfrm flipV="1">
            <a:off x="2871197" y="3258851"/>
            <a:ext cx="1779470" cy="1061863"/>
          </a:xfrm>
          <a:prstGeom prst="straightConnector1">
            <a:avLst/>
          </a:prstGeom>
          <a:ln w="38100">
            <a:solidFill>
              <a:schemeClr val="tx1"/>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FD594C9-5C27-4A4C-B85E-7B863E6D3F4E}"/>
              </a:ext>
            </a:extLst>
          </p:cNvPr>
          <p:cNvCxnSpPr>
            <a:cxnSpLocks/>
            <a:stCxn id="22" idx="1"/>
            <a:endCxn id="21" idx="5"/>
          </p:cNvCxnSpPr>
          <p:nvPr/>
        </p:nvCxnSpPr>
        <p:spPr>
          <a:xfrm flipH="1" flipV="1">
            <a:off x="6178017" y="3258851"/>
            <a:ext cx="1756981" cy="1061863"/>
          </a:xfrm>
          <a:prstGeom prst="straightConnector1">
            <a:avLst/>
          </a:prstGeom>
          <a:ln w="38100">
            <a:solidFill>
              <a:schemeClr val="tx1"/>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5CDA261-9BB5-4CC4-B2DE-8D9152BEA2AF}"/>
              </a:ext>
            </a:extLst>
          </p:cNvPr>
          <p:cNvSpPr txBox="1"/>
          <p:nvPr/>
        </p:nvSpPr>
        <p:spPr>
          <a:xfrm>
            <a:off x="3081417" y="3536878"/>
            <a:ext cx="1614545" cy="523220"/>
          </a:xfrm>
          <a:prstGeom prst="rect">
            <a:avLst/>
          </a:prstGeom>
          <a:solidFill>
            <a:srgbClr val="BDD7EE"/>
          </a:solidFill>
        </p:spPr>
        <p:txBody>
          <a:bodyPr wrap="none" rtlCol="0">
            <a:spAutoFit/>
          </a:bodyPr>
          <a:lstStyle/>
          <a:p>
            <a:r>
              <a:rPr lang="en-GB" sz="2800" dirty="0"/>
              <a:t>«include»</a:t>
            </a:r>
          </a:p>
        </p:txBody>
      </p:sp>
      <p:sp>
        <p:nvSpPr>
          <p:cNvPr id="33" name="TextBox 32">
            <a:extLst>
              <a:ext uri="{FF2B5EF4-FFF2-40B4-BE49-F238E27FC236}">
                <a16:creationId xmlns:a16="http://schemas.microsoft.com/office/drawing/2014/main" id="{5FA2AB05-D591-4DE1-930E-0EDCED894325}"/>
              </a:ext>
            </a:extLst>
          </p:cNvPr>
          <p:cNvSpPr txBox="1"/>
          <p:nvPr/>
        </p:nvSpPr>
        <p:spPr>
          <a:xfrm>
            <a:off x="6453407" y="3579248"/>
            <a:ext cx="1554977" cy="523220"/>
          </a:xfrm>
          <a:prstGeom prst="rect">
            <a:avLst/>
          </a:prstGeom>
          <a:solidFill>
            <a:srgbClr val="BDD7EE"/>
          </a:solidFill>
        </p:spPr>
        <p:txBody>
          <a:bodyPr wrap="none" rtlCol="0">
            <a:spAutoFit/>
          </a:bodyPr>
          <a:lstStyle/>
          <a:p>
            <a:r>
              <a:rPr lang="en-GB" sz="2800" dirty="0"/>
              <a:t>«extend»</a:t>
            </a:r>
          </a:p>
        </p:txBody>
      </p:sp>
      <p:sp>
        <p:nvSpPr>
          <p:cNvPr id="39" name="Callout: Line with No Border 38">
            <a:extLst>
              <a:ext uri="{FF2B5EF4-FFF2-40B4-BE49-F238E27FC236}">
                <a16:creationId xmlns:a16="http://schemas.microsoft.com/office/drawing/2014/main" id="{C90D3FE8-1169-4EDF-A2ED-2F943CD5C876}"/>
              </a:ext>
            </a:extLst>
          </p:cNvPr>
          <p:cNvSpPr/>
          <p:nvPr/>
        </p:nvSpPr>
        <p:spPr>
          <a:xfrm>
            <a:off x="4711202" y="4615545"/>
            <a:ext cx="1866456" cy="340399"/>
          </a:xfrm>
          <a:prstGeom prst="callout1">
            <a:avLst>
              <a:gd name="adj1" fmla="val 2444"/>
              <a:gd name="adj2" fmla="val -395"/>
              <a:gd name="adj3" fmla="val -176418"/>
              <a:gd name="adj4" fmla="val -33719"/>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Mandatory</a:t>
            </a:r>
          </a:p>
        </p:txBody>
      </p:sp>
      <p:sp>
        <p:nvSpPr>
          <p:cNvPr id="40" name="Callout: Line with No Border 39">
            <a:extLst>
              <a:ext uri="{FF2B5EF4-FFF2-40B4-BE49-F238E27FC236}">
                <a16:creationId xmlns:a16="http://schemas.microsoft.com/office/drawing/2014/main" id="{F0D9822E-881E-4E96-ACB0-4C7728754CF3}"/>
              </a:ext>
            </a:extLst>
          </p:cNvPr>
          <p:cNvSpPr/>
          <p:nvPr/>
        </p:nvSpPr>
        <p:spPr>
          <a:xfrm>
            <a:off x="7862700" y="2619877"/>
            <a:ext cx="1915863" cy="467961"/>
          </a:xfrm>
          <a:prstGeom prst="callout1">
            <a:avLst>
              <a:gd name="adj1" fmla="val 95719"/>
              <a:gd name="adj2" fmla="val -96"/>
              <a:gd name="adj3" fmla="val 227073"/>
              <a:gd name="adj4" fmla="val -27596"/>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Conditional</a:t>
            </a:r>
          </a:p>
        </p:txBody>
      </p:sp>
      <p:sp>
        <p:nvSpPr>
          <p:cNvPr id="42" name="Rectangle 41">
            <a:extLst>
              <a:ext uri="{FF2B5EF4-FFF2-40B4-BE49-F238E27FC236}">
                <a16:creationId xmlns:a16="http://schemas.microsoft.com/office/drawing/2014/main" id="{F5F9953F-5BB6-4F85-90AC-D05F2552F76A}"/>
              </a:ext>
            </a:extLst>
          </p:cNvPr>
          <p:cNvSpPr/>
          <p:nvPr/>
        </p:nvSpPr>
        <p:spPr>
          <a:xfrm>
            <a:off x="838200" y="1537574"/>
            <a:ext cx="9144000" cy="405360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2800" b="1" dirty="0">
                <a:solidFill>
                  <a:schemeClr val="tx1"/>
                </a:solidFill>
              </a:rPr>
              <a:t>Drinks Vending Machine</a:t>
            </a:r>
          </a:p>
        </p:txBody>
      </p:sp>
      <p:sp>
        <p:nvSpPr>
          <p:cNvPr id="3" name="Rectangle 2">
            <a:extLst>
              <a:ext uri="{FF2B5EF4-FFF2-40B4-BE49-F238E27FC236}">
                <a16:creationId xmlns:a16="http://schemas.microsoft.com/office/drawing/2014/main" id="{6B73F8E2-351C-B873-7A2F-0D4291693A98}"/>
              </a:ext>
            </a:extLst>
          </p:cNvPr>
          <p:cNvSpPr/>
          <p:nvPr/>
        </p:nvSpPr>
        <p:spPr>
          <a:xfrm>
            <a:off x="838200" y="1537574"/>
            <a:ext cx="3812381" cy="5400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95107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Case - Description</a:t>
            </a:r>
          </a:p>
        </p:txBody>
      </p:sp>
      <p:sp>
        <p:nvSpPr>
          <p:cNvPr id="18" name="Rectangle 17">
            <a:extLst>
              <a:ext uri="{FF2B5EF4-FFF2-40B4-BE49-F238E27FC236}">
                <a16:creationId xmlns:a16="http://schemas.microsoft.com/office/drawing/2014/main" id="{D88574CC-45EE-41B3-9E51-9F1267441FCF}"/>
              </a:ext>
            </a:extLst>
          </p:cNvPr>
          <p:cNvSpPr/>
          <p:nvPr/>
        </p:nvSpPr>
        <p:spPr>
          <a:xfrm>
            <a:off x="2421256" y="1561240"/>
            <a:ext cx="7349489" cy="2246769"/>
          </a:xfrm>
          <a:prstGeom prst="rect">
            <a:avLst/>
          </a:prstGeom>
        </p:spPr>
        <p:txBody>
          <a:bodyPr wrap="square">
            <a:spAutoFit/>
          </a:bodyPr>
          <a:lstStyle/>
          <a:p>
            <a:r>
              <a:rPr lang="en-GB" sz="2800" dirty="0"/>
              <a:t>A use case represents an action.</a:t>
            </a:r>
          </a:p>
          <a:p>
            <a:endParaRPr lang="en-GB" sz="2800" dirty="0"/>
          </a:p>
          <a:p>
            <a:r>
              <a:rPr lang="en-GB" sz="2800" dirty="0"/>
              <a:t>Text: Verb – Action</a:t>
            </a:r>
          </a:p>
          <a:p>
            <a:endParaRPr lang="en-GB" sz="2800" dirty="0"/>
          </a:p>
          <a:p>
            <a:r>
              <a:rPr lang="en-GB" sz="2800" dirty="0"/>
              <a:t>Logical order: top to bottom</a:t>
            </a:r>
          </a:p>
        </p:txBody>
      </p:sp>
    </p:spTree>
    <p:extLst>
      <p:ext uri="{BB962C8B-B14F-4D97-AF65-F5344CB8AC3E}">
        <p14:creationId xmlns:p14="http://schemas.microsoft.com/office/powerpoint/2010/main" val="1159162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Relationship Types - Description</a:t>
            </a:r>
          </a:p>
        </p:txBody>
      </p:sp>
      <p:grpSp>
        <p:nvGrpSpPr>
          <p:cNvPr id="30" name="Group 29">
            <a:extLst>
              <a:ext uri="{FF2B5EF4-FFF2-40B4-BE49-F238E27FC236}">
                <a16:creationId xmlns:a16="http://schemas.microsoft.com/office/drawing/2014/main" id="{418821E3-9E37-4A8C-BAE7-32612F048C17}"/>
              </a:ext>
            </a:extLst>
          </p:cNvPr>
          <p:cNvGrpSpPr/>
          <p:nvPr/>
        </p:nvGrpSpPr>
        <p:grpSpPr>
          <a:xfrm>
            <a:off x="1721273" y="2712178"/>
            <a:ext cx="1482940" cy="3293587"/>
            <a:chOff x="1721273" y="2712178"/>
            <a:chExt cx="1482940" cy="3293587"/>
          </a:xfrm>
        </p:grpSpPr>
        <p:pic>
          <p:nvPicPr>
            <p:cNvPr id="7" name="Picture 6">
              <a:extLst>
                <a:ext uri="{FF2B5EF4-FFF2-40B4-BE49-F238E27FC236}">
                  <a16:creationId xmlns:a16="http://schemas.microsoft.com/office/drawing/2014/main" id="{B026E70D-B3FD-4141-85F9-75190461CD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273" y="2712178"/>
              <a:ext cx="1482940" cy="2919004"/>
            </a:xfrm>
            <a:prstGeom prst="rect">
              <a:avLst/>
            </a:prstGeom>
          </p:spPr>
        </p:pic>
        <p:sp>
          <p:nvSpPr>
            <p:cNvPr id="10" name="Rectangle 9">
              <a:extLst>
                <a:ext uri="{FF2B5EF4-FFF2-40B4-BE49-F238E27FC236}">
                  <a16:creationId xmlns:a16="http://schemas.microsoft.com/office/drawing/2014/main" id="{3B047DC7-344F-4A56-83D8-286EB77BF4E1}"/>
                </a:ext>
              </a:extLst>
            </p:cNvPr>
            <p:cNvSpPr/>
            <p:nvPr/>
          </p:nvSpPr>
          <p:spPr>
            <a:xfrm>
              <a:off x="1994507" y="5482545"/>
              <a:ext cx="936475" cy="523220"/>
            </a:xfrm>
            <a:prstGeom prst="rect">
              <a:avLst/>
            </a:prstGeom>
          </p:spPr>
          <p:txBody>
            <a:bodyPr wrap="none">
              <a:spAutoFit/>
            </a:bodyPr>
            <a:lstStyle/>
            <a:p>
              <a:pPr algn="ctr"/>
              <a:r>
                <a:rPr lang="en-GB" sz="2800" b="1" dirty="0"/>
                <a:t>Pupil</a:t>
              </a:r>
              <a:endParaRPr lang="en-GB" dirty="0"/>
            </a:p>
          </p:txBody>
        </p:sp>
      </p:grpSp>
      <p:grpSp>
        <p:nvGrpSpPr>
          <p:cNvPr id="31" name="Group 30">
            <a:extLst>
              <a:ext uri="{FF2B5EF4-FFF2-40B4-BE49-F238E27FC236}">
                <a16:creationId xmlns:a16="http://schemas.microsoft.com/office/drawing/2014/main" id="{E9063C33-BE31-459D-AC9C-7ECDA468C472}"/>
              </a:ext>
            </a:extLst>
          </p:cNvPr>
          <p:cNvGrpSpPr/>
          <p:nvPr/>
        </p:nvGrpSpPr>
        <p:grpSpPr>
          <a:xfrm>
            <a:off x="8987783" y="2712178"/>
            <a:ext cx="1482940" cy="3293587"/>
            <a:chOff x="8987783" y="2712178"/>
            <a:chExt cx="1482940" cy="3293587"/>
          </a:xfrm>
        </p:grpSpPr>
        <p:pic>
          <p:nvPicPr>
            <p:cNvPr id="11" name="Picture 10">
              <a:extLst>
                <a:ext uri="{FF2B5EF4-FFF2-40B4-BE49-F238E27FC236}">
                  <a16:creationId xmlns:a16="http://schemas.microsoft.com/office/drawing/2014/main" id="{32A0F86B-CA07-4894-B384-CE8C6EE159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7783" y="2712178"/>
              <a:ext cx="1482940" cy="2919004"/>
            </a:xfrm>
            <a:prstGeom prst="rect">
              <a:avLst/>
            </a:prstGeom>
          </p:spPr>
        </p:pic>
        <p:sp>
          <p:nvSpPr>
            <p:cNvPr id="13" name="Rectangle 12">
              <a:extLst>
                <a:ext uri="{FF2B5EF4-FFF2-40B4-BE49-F238E27FC236}">
                  <a16:creationId xmlns:a16="http://schemas.microsoft.com/office/drawing/2014/main" id="{0CAC0334-43B5-419F-AB51-243DA6DA4779}"/>
                </a:ext>
              </a:extLst>
            </p:cNvPr>
            <p:cNvSpPr/>
            <p:nvPr/>
          </p:nvSpPr>
          <p:spPr>
            <a:xfrm>
              <a:off x="9107991" y="5482545"/>
              <a:ext cx="1242521" cy="523220"/>
            </a:xfrm>
            <a:prstGeom prst="rect">
              <a:avLst/>
            </a:prstGeom>
          </p:spPr>
          <p:txBody>
            <a:bodyPr wrap="none">
              <a:spAutoFit/>
            </a:bodyPr>
            <a:lstStyle/>
            <a:p>
              <a:pPr algn="ctr"/>
              <a:r>
                <a:rPr lang="en-GB" sz="2800" b="1" dirty="0"/>
                <a:t>Prefect</a:t>
              </a:r>
              <a:endParaRPr lang="en-GB" dirty="0"/>
            </a:p>
          </p:txBody>
        </p:sp>
      </p:grpSp>
      <p:sp>
        <p:nvSpPr>
          <p:cNvPr id="17" name="Rectangle 16">
            <a:extLst>
              <a:ext uri="{FF2B5EF4-FFF2-40B4-BE49-F238E27FC236}">
                <a16:creationId xmlns:a16="http://schemas.microsoft.com/office/drawing/2014/main" id="{2F30E93A-CA2E-4A90-876C-B218CB0B7AAB}"/>
              </a:ext>
            </a:extLst>
          </p:cNvPr>
          <p:cNvSpPr/>
          <p:nvPr/>
        </p:nvSpPr>
        <p:spPr>
          <a:xfrm>
            <a:off x="8191076" y="5962551"/>
            <a:ext cx="3076355" cy="523220"/>
          </a:xfrm>
          <a:prstGeom prst="rect">
            <a:avLst/>
          </a:prstGeom>
        </p:spPr>
        <p:txBody>
          <a:bodyPr wrap="none">
            <a:spAutoFit/>
          </a:bodyPr>
          <a:lstStyle/>
          <a:p>
            <a:pPr algn="ctr"/>
            <a:r>
              <a:rPr lang="en-GB" sz="2800" b="1" dirty="0">
                <a:solidFill>
                  <a:srgbClr val="7030A0"/>
                </a:solidFill>
              </a:rPr>
              <a:t>Support the system</a:t>
            </a:r>
            <a:endParaRPr lang="en-GB" dirty="0">
              <a:solidFill>
                <a:srgbClr val="7030A0"/>
              </a:solidFill>
            </a:endParaRPr>
          </a:p>
        </p:txBody>
      </p:sp>
      <p:sp>
        <p:nvSpPr>
          <p:cNvPr id="18" name="Rectangle 17">
            <a:extLst>
              <a:ext uri="{FF2B5EF4-FFF2-40B4-BE49-F238E27FC236}">
                <a16:creationId xmlns:a16="http://schemas.microsoft.com/office/drawing/2014/main" id="{D88574CC-45EE-41B3-9E51-9F1267441FCF}"/>
              </a:ext>
            </a:extLst>
          </p:cNvPr>
          <p:cNvSpPr/>
          <p:nvPr/>
        </p:nvSpPr>
        <p:spPr>
          <a:xfrm>
            <a:off x="5038727" y="1575766"/>
            <a:ext cx="2436494" cy="2046714"/>
          </a:xfrm>
          <a:prstGeom prst="rect">
            <a:avLst/>
          </a:prstGeom>
        </p:spPr>
        <p:txBody>
          <a:bodyPr wrap="square">
            <a:spAutoFit/>
          </a:bodyPr>
          <a:lstStyle/>
          <a:p>
            <a:pPr>
              <a:spcAft>
                <a:spcPts val="600"/>
              </a:spcAft>
            </a:pPr>
            <a:r>
              <a:rPr lang="en-GB" sz="2800" dirty="0"/>
              <a:t>Association</a:t>
            </a:r>
          </a:p>
          <a:p>
            <a:pPr>
              <a:spcAft>
                <a:spcPts val="600"/>
              </a:spcAft>
            </a:pPr>
            <a:r>
              <a:rPr lang="en-GB" sz="2800" dirty="0"/>
              <a:t>Include</a:t>
            </a:r>
          </a:p>
          <a:p>
            <a:pPr>
              <a:spcAft>
                <a:spcPts val="600"/>
              </a:spcAft>
            </a:pPr>
            <a:r>
              <a:rPr lang="en-GB" sz="2800" dirty="0"/>
              <a:t>Extend</a:t>
            </a:r>
          </a:p>
          <a:p>
            <a:pPr>
              <a:spcAft>
                <a:spcPts val="600"/>
              </a:spcAft>
            </a:pPr>
            <a:r>
              <a:rPr lang="en-GB" sz="2800" dirty="0"/>
              <a:t>Generalisation</a:t>
            </a:r>
          </a:p>
        </p:txBody>
      </p:sp>
      <p:cxnSp>
        <p:nvCxnSpPr>
          <p:cNvPr id="29" name="Straight Connector 28">
            <a:extLst>
              <a:ext uri="{FF2B5EF4-FFF2-40B4-BE49-F238E27FC236}">
                <a16:creationId xmlns:a16="http://schemas.microsoft.com/office/drawing/2014/main" id="{FA43D775-B13A-41BA-A1F8-00B3CC6C3F2F}"/>
              </a:ext>
            </a:extLst>
          </p:cNvPr>
          <p:cNvCxnSpPr>
            <a:cxnSpLocks/>
          </p:cNvCxnSpPr>
          <p:nvPr/>
        </p:nvCxnSpPr>
        <p:spPr>
          <a:xfrm flipH="1">
            <a:off x="3204213" y="4532781"/>
            <a:ext cx="5783570" cy="0"/>
          </a:xfrm>
          <a:prstGeom prst="line">
            <a:avLst/>
          </a:prstGeom>
          <a:ln w="444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921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up)">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err="1"/>
              <a:t>SDD</a:t>
            </a:r>
            <a:r>
              <a:rPr lang="en-GB" dirty="0"/>
              <a:t> Design</a:t>
            </a:r>
          </a:p>
        </p:txBody>
      </p:sp>
      <p:sp>
        <p:nvSpPr>
          <p:cNvPr id="3" name="Subtitle 2"/>
          <p:cNvSpPr>
            <a:spLocks noGrp="1"/>
          </p:cNvSpPr>
          <p:nvPr>
            <p:ph type="subTitle" idx="1"/>
          </p:nvPr>
        </p:nvSpPr>
        <p:spPr/>
        <p:txBody>
          <a:bodyPr/>
          <a:lstStyle/>
          <a:p>
            <a:r>
              <a:rPr lang="en-GB" dirty="0"/>
              <a:t>Advanced Higher (Python)</a:t>
            </a:r>
          </a:p>
        </p:txBody>
      </p:sp>
    </p:spTree>
    <p:extLst>
      <p:ext uri="{BB962C8B-B14F-4D97-AF65-F5344CB8AC3E}">
        <p14:creationId xmlns:p14="http://schemas.microsoft.com/office/powerpoint/2010/main" val="3121337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pPr marL="0" indent="0">
              <a:lnSpc>
                <a:spcPct val="100000"/>
              </a:lnSpc>
              <a:spcBef>
                <a:spcPts val="0"/>
              </a:spcBef>
              <a:spcAft>
                <a:spcPts val="600"/>
              </a:spcAft>
              <a:buNone/>
            </a:pPr>
            <a:r>
              <a:rPr lang="en-GB" dirty="0"/>
              <a:t>Describe, exemplify, and implement UML for class diagrams:</a:t>
            </a:r>
          </a:p>
          <a:p>
            <a:pPr lvl="1">
              <a:lnSpc>
                <a:spcPct val="100000"/>
              </a:lnSpc>
              <a:spcBef>
                <a:spcPts val="0"/>
              </a:spcBef>
              <a:spcAft>
                <a:spcPts val="600"/>
              </a:spcAft>
            </a:pPr>
            <a:r>
              <a:rPr lang="en-GB" sz="2800" dirty="0"/>
              <a:t>class name</a:t>
            </a:r>
          </a:p>
          <a:p>
            <a:pPr lvl="1">
              <a:lnSpc>
                <a:spcPct val="100000"/>
              </a:lnSpc>
              <a:spcBef>
                <a:spcPts val="0"/>
              </a:spcBef>
              <a:spcAft>
                <a:spcPts val="600"/>
              </a:spcAft>
            </a:pPr>
            <a:r>
              <a:rPr lang="en-GB" sz="2800" dirty="0"/>
              <a:t>instance variables and data types</a:t>
            </a:r>
          </a:p>
          <a:p>
            <a:pPr lvl="1">
              <a:lnSpc>
                <a:spcPct val="100000"/>
              </a:lnSpc>
              <a:spcBef>
                <a:spcPts val="0"/>
              </a:spcBef>
              <a:spcAft>
                <a:spcPts val="600"/>
              </a:spcAft>
            </a:pPr>
            <a:r>
              <a:rPr lang="en-GB" sz="2800" dirty="0"/>
              <a:t>methods</a:t>
            </a:r>
          </a:p>
          <a:p>
            <a:pPr lvl="1">
              <a:lnSpc>
                <a:spcPct val="100000"/>
              </a:lnSpc>
              <a:spcBef>
                <a:spcPts val="0"/>
              </a:spcBef>
              <a:spcAft>
                <a:spcPts val="600"/>
              </a:spcAft>
            </a:pPr>
            <a:r>
              <a:rPr lang="en-GB" sz="2800" dirty="0"/>
              <a:t>public and private</a:t>
            </a:r>
          </a:p>
          <a:p>
            <a:pPr lvl="1">
              <a:lnSpc>
                <a:spcPct val="100000"/>
              </a:lnSpc>
              <a:spcBef>
                <a:spcPts val="0"/>
              </a:spcBef>
              <a:spcAft>
                <a:spcPts val="600"/>
              </a:spcAft>
            </a:pPr>
            <a:r>
              <a:rPr lang="en-GB" sz="2800" dirty="0"/>
              <a:t>constructor</a:t>
            </a:r>
          </a:p>
        </p:txBody>
      </p:sp>
    </p:spTree>
    <p:extLst>
      <p:ext uri="{BB962C8B-B14F-4D97-AF65-F5344CB8AC3E}">
        <p14:creationId xmlns:p14="http://schemas.microsoft.com/office/powerpoint/2010/main" val="4181631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033F8-8680-772C-2AD4-139DAFC19DE1}"/>
              </a:ext>
            </a:extLst>
          </p:cNvPr>
          <p:cNvSpPr>
            <a:spLocks noGrp="1"/>
          </p:cNvSpPr>
          <p:nvPr>
            <p:ph type="title"/>
          </p:nvPr>
        </p:nvSpPr>
        <p:spPr/>
        <p:txBody>
          <a:bodyPr/>
          <a:lstStyle/>
          <a:p>
            <a:r>
              <a:rPr lang="en-GB" dirty="0"/>
              <a:t>Class – Overview</a:t>
            </a:r>
          </a:p>
        </p:txBody>
      </p:sp>
      <p:sp>
        <p:nvSpPr>
          <p:cNvPr id="3" name="Content Placeholder 2">
            <a:extLst>
              <a:ext uri="{FF2B5EF4-FFF2-40B4-BE49-F238E27FC236}">
                <a16:creationId xmlns:a16="http://schemas.microsoft.com/office/drawing/2014/main" id="{B3E2F1BB-6BA1-D6E7-7BD1-FB75A801A75B}"/>
              </a:ext>
            </a:extLst>
          </p:cNvPr>
          <p:cNvSpPr>
            <a:spLocks noGrp="1"/>
          </p:cNvSpPr>
          <p:nvPr>
            <p:ph idx="1"/>
          </p:nvPr>
        </p:nvSpPr>
        <p:spPr/>
        <p:txBody>
          <a:bodyPr/>
          <a:lstStyle/>
          <a:p>
            <a:r>
              <a:rPr lang="en-GB" dirty="0"/>
              <a:t>A template for objects with similar characteristics</a:t>
            </a:r>
          </a:p>
          <a:p>
            <a:r>
              <a:rPr lang="en-GB" dirty="0"/>
              <a:t>An object can be tangible or intangible</a:t>
            </a:r>
          </a:p>
          <a:p>
            <a:r>
              <a:rPr lang="en-GB" dirty="0"/>
              <a:t>Abstraction: ignore irrelevant characteristics*</a:t>
            </a:r>
          </a:p>
        </p:txBody>
      </p:sp>
      <p:sp>
        <p:nvSpPr>
          <p:cNvPr id="4" name="Rectangle 3">
            <a:extLst>
              <a:ext uri="{FF2B5EF4-FFF2-40B4-BE49-F238E27FC236}">
                <a16:creationId xmlns:a16="http://schemas.microsoft.com/office/drawing/2014/main" id="{C68ABF8D-9F1A-3687-71E2-6DAE03CF3F86}"/>
              </a:ext>
            </a:extLst>
          </p:cNvPr>
          <p:cNvSpPr/>
          <p:nvPr/>
        </p:nvSpPr>
        <p:spPr>
          <a:xfrm>
            <a:off x="3072447" y="5969655"/>
            <a:ext cx="6047105" cy="523220"/>
          </a:xfrm>
          <a:prstGeom prst="rect">
            <a:avLst/>
          </a:prstGeom>
        </p:spPr>
        <p:txBody>
          <a:bodyPr wrap="none">
            <a:spAutoFit/>
          </a:bodyPr>
          <a:lstStyle/>
          <a:p>
            <a:pPr algn="ctr"/>
            <a:r>
              <a:rPr lang="en-GB" sz="2800" b="1" dirty="0">
                <a:solidFill>
                  <a:srgbClr val="7030A0"/>
                </a:solidFill>
              </a:rPr>
              <a:t>* irrelevant from a design point of view</a:t>
            </a:r>
            <a:endParaRPr lang="en-GB" dirty="0">
              <a:solidFill>
                <a:srgbClr val="7030A0"/>
              </a:solidFill>
            </a:endParaRPr>
          </a:p>
        </p:txBody>
      </p:sp>
    </p:spTree>
    <p:extLst>
      <p:ext uri="{BB962C8B-B14F-4D97-AF65-F5344CB8AC3E}">
        <p14:creationId xmlns:p14="http://schemas.microsoft.com/office/powerpoint/2010/main" val="272324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DDAC-B7CC-945D-B74A-87246E8E6368}"/>
              </a:ext>
            </a:extLst>
          </p:cNvPr>
          <p:cNvSpPr>
            <a:spLocks noGrp="1"/>
          </p:cNvSpPr>
          <p:nvPr>
            <p:ph type="title"/>
          </p:nvPr>
        </p:nvSpPr>
        <p:spPr/>
        <p:txBody>
          <a:bodyPr/>
          <a:lstStyle/>
          <a:p>
            <a:r>
              <a:rPr lang="en-GB" dirty="0"/>
              <a:t>Classes – School Example</a:t>
            </a:r>
          </a:p>
        </p:txBody>
      </p:sp>
      <p:pic>
        <p:nvPicPr>
          <p:cNvPr id="5" name="Graphic 4" descr="Man with solid fill">
            <a:extLst>
              <a:ext uri="{FF2B5EF4-FFF2-40B4-BE49-F238E27FC236}">
                <a16:creationId xmlns:a16="http://schemas.microsoft.com/office/drawing/2014/main" id="{19D019E1-9343-7DD7-F11F-1ADFAEBF51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1091" y="2935493"/>
            <a:ext cx="914400" cy="914400"/>
          </a:xfrm>
          <a:prstGeom prst="rect">
            <a:avLst/>
          </a:prstGeom>
        </p:spPr>
      </p:pic>
      <p:pic>
        <p:nvPicPr>
          <p:cNvPr id="9" name="Graphic 8" descr="Woman with solid fill">
            <a:extLst>
              <a:ext uri="{FF2B5EF4-FFF2-40B4-BE49-F238E27FC236}">
                <a16:creationId xmlns:a16="http://schemas.microsoft.com/office/drawing/2014/main" id="{53CE0249-A61C-9215-8E46-9C5D4A4E0F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17254" y="2505499"/>
            <a:ext cx="914400" cy="914400"/>
          </a:xfrm>
          <a:prstGeom prst="rect">
            <a:avLst/>
          </a:prstGeom>
        </p:spPr>
      </p:pic>
      <p:pic>
        <p:nvPicPr>
          <p:cNvPr id="11" name="Graphic 10" descr="Woman outline">
            <a:extLst>
              <a:ext uri="{FF2B5EF4-FFF2-40B4-BE49-F238E27FC236}">
                <a16:creationId xmlns:a16="http://schemas.microsoft.com/office/drawing/2014/main" id="{26930976-710A-9121-E6A9-E1F1CF7BB12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58562" y="2071279"/>
            <a:ext cx="914400" cy="914400"/>
          </a:xfrm>
          <a:prstGeom prst="rect">
            <a:avLst/>
          </a:prstGeom>
        </p:spPr>
      </p:pic>
      <p:pic>
        <p:nvPicPr>
          <p:cNvPr id="13" name="Graphic 12" descr="Man outline">
            <a:extLst>
              <a:ext uri="{FF2B5EF4-FFF2-40B4-BE49-F238E27FC236}">
                <a16:creationId xmlns:a16="http://schemas.microsoft.com/office/drawing/2014/main" id="{24FB712A-84E3-D214-D829-76438CF1FF7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67603" y="1617178"/>
            <a:ext cx="914400" cy="914400"/>
          </a:xfrm>
          <a:prstGeom prst="rect">
            <a:avLst/>
          </a:prstGeom>
        </p:spPr>
      </p:pic>
      <p:pic>
        <p:nvPicPr>
          <p:cNvPr id="15" name="Graphic 14" descr="Closed book with solid fill">
            <a:extLst>
              <a:ext uri="{FF2B5EF4-FFF2-40B4-BE49-F238E27FC236}">
                <a16:creationId xmlns:a16="http://schemas.microsoft.com/office/drawing/2014/main" id="{C2FC3120-4859-0E36-9B84-AD9C76B1AA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34348" y="1752419"/>
            <a:ext cx="914400" cy="914400"/>
          </a:xfrm>
          <a:prstGeom prst="rect">
            <a:avLst/>
          </a:prstGeom>
        </p:spPr>
      </p:pic>
      <p:pic>
        <p:nvPicPr>
          <p:cNvPr id="17" name="Graphic 16" descr="Closed book outline">
            <a:extLst>
              <a:ext uri="{FF2B5EF4-FFF2-40B4-BE49-F238E27FC236}">
                <a16:creationId xmlns:a16="http://schemas.microsoft.com/office/drawing/2014/main" id="{58687F61-8D2B-ED11-7BDD-4ACE86BAE36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11065" y="2917953"/>
            <a:ext cx="914400" cy="914400"/>
          </a:xfrm>
          <a:prstGeom prst="rect">
            <a:avLst/>
          </a:prstGeom>
        </p:spPr>
      </p:pic>
      <p:pic>
        <p:nvPicPr>
          <p:cNvPr id="18" name="Graphic 17" descr="Closed book with solid fill">
            <a:extLst>
              <a:ext uri="{FF2B5EF4-FFF2-40B4-BE49-F238E27FC236}">
                <a16:creationId xmlns:a16="http://schemas.microsoft.com/office/drawing/2014/main" id="{C8ECCEDB-84CB-E10E-29A0-6A7C6A8F872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05412" y="3129636"/>
            <a:ext cx="914400" cy="914400"/>
          </a:xfrm>
          <a:prstGeom prst="rect">
            <a:avLst/>
          </a:prstGeom>
        </p:spPr>
      </p:pic>
      <p:pic>
        <p:nvPicPr>
          <p:cNvPr id="19" name="Graphic 18" descr="Closed book outline">
            <a:extLst>
              <a:ext uri="{FF2B5EF4-FFF2-40B4-BE49-F238E27FC236}">
                <a16:creationId xmlns:a16="http://schemas.microsoft.com/office/drawing/2014/main" id="{F77B082A-3A6A-6638-5522-14D3AAE6115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226509" y="1899565"/>
            <a:ext cx="914400" cy="914400"/>
          </a:xfrm>
          <a:prstGeom prst="rect">
            <a:avLst/>
          </a:prstGeom>
        </p:spPr>
      </p:pic>
      <p:sp>
        <p:nvSpPr>
          <p:cNvPr id="20" name="Rectangle 19">
            <a:extLst>
              <a:ext uri="{FF2B5EF4-FFF2-40B4-BE49-F238E27FC236}">
                <a16:creationId xmlns:a16="http://schemas.microsoft.com/office/drawing/2014/main" id="{1821B1EE-C09C-B44F-9763-691373B40A43}"/>
              </a:ext>
            </a:extLst>
          </p:cNvPr>
          <p:cNvSpPr/>
          <p:nvPr/>
        </p:nvSpPr>
        <p:spPr>
          <a:xfrm>
            <a:off x="2185232" y="4046620"/>
            <a:ext cx="1079142" cy="523220"/>
          </a:xfrm>
          <a:prstGeom prst="rect">
            <a:avLst/>
          </a:prstGeom>
        </p:spPr>
        <p:txBody>
          <a:bodyPr wrap="none">
            <a:spAutoFit/>
          </a:bodyPr>
          <a:lstStyle/>
          <a:p>
            <a:pPr algn="ctr"/>
            <a:r>
              <a:rPr lang="en-GB" sz="2800" b="1" dirty="0">
                <a:solidFill>
                  <a:srgbClr val="7030A0"/>
                </a:solidFill>
              </a:rPr>
              <a:t>Pupils</a:t>
            </a:r>
            <a:endParaRPr lang="en-GB" dirty="0">
              <a:solidFill>
                <a:srgbClr val="7030A0"/>
              </a:solidFill>
            </a:endParaRPr>
          </a:p>
        </p:txBody>
      </p:sp>
      <p:sp>
        <p:nvSpPr>
          <p:cNvPr id="21" name="Rectangle 20">
            <a:extLst>
              <a:ext uri="{FF2B5EF4-FFF2-40B4-BE49-F238E27FC236}">
                <a16:creationId xmlns:a16="http://schemas.microsoft.com/office/drawing/2014/main" id="{5D10E706-C415-F069-6596-D6EB42794CEC}"/>
              </a:ext>
            </a:extLst>
          </p:cNvPr>
          <p:cNvSpPr/>
          <p:nvPr/>
        </p:nvSpPr>
        <p:spPr>
          <a:xfrm>
            <a:off x="8104778" y="4046620"/>
            <a:ext cx="1350498" cy="523220"/>
          </a:xfrm>
          <a:prstGeom prst="rect">
            <a:avLst/>
          </a:prstGeom>
        </p:spPr>
        <p:txBody>
          <a:bodyPr wrap="none">
            <a:spAutoFit/>
          </a:bodyPr>
          <a:lstStyle/>
          <a:p>
            <a:pPr algn="ctr"/>
            <a:r>
              <a:rPr lang="en-GB" sz="2800" b="1" dirty="0">
                <a:solidFill>
                  <a:srgbClr val="7030A0"/>
                </a:solidFill>
              </a:rPr>
              <a:t>Courses</a:t>
            </a:r>
            <a:endParaRPr lang="en-GB" dirty="0">
              <a:solidFill>
                <a:srgbClr val="7030A0"/>
              </a:solidFill>
            </a:endParaRPr>
          </a:p>
        </p:txBody>
      </p:sp>
      <p:sp>
        <p:nvSpPr>
          <p:cNvPr id="22" name="Rectangle 21">
            <a:extLst>
              <a:ext uri="{FF2B5EF4-FFF2-40B4-BE49-F238E27FC236}">
                <a16:creationId xmlns:a16="http://schemas.microsoft.com/office/drawing/2014/main" id="{63D1B5CA-3293-8AB0-9AD8-32AAB374D400}"/>
              </a:ext>
            </a:extLst>
          </p:cNvPr>
          <p:cNvSpPr/>
          <p:nvPr/>
        </p:nvSpPr>
        <p:spPr>
          <a:xfrm>
            <a:off x="4043317" y="2552355"/>
            <a:ext cx="2965492" cy="954107"/>
          </a:xfrm>
          <a:prstGeom prst="rect">
            <a:avLst/>
          </a:prstGeom>
        </p:spPr>
        <p:txBody>
          <a:bodyPr wrap="none">
            <a:spAutoFit/>
          </a:bodyPr>
          <a:lstStyle/>
          <a:p>
            <a:pPr algn="ctr"/>
            <a:r>
              <a:rPr lang="en-GB" sz="2800" b="1" dirty="0">
                <a:solidFill>
                  <a:srgbClr val="7030A0"/>
                </a:solidFill>
              </a:rPr>
              <a:t>Pupils are enrolled</a:t>
            </a:r>
          </a:p>
          <a:p>
            <a:pPr algn="ctr"/>
            <a:r>
              <a:rPr lang="en-GB" sz="2800" b="1" dirty="0">
                <a:solidFill>
                  <a:srgbClr val="7030A0"/>
                </a:solidFill>
              </a:rPr>
              <a:t>on courses</a:t>
            </a:r>
            <a:endParaRPr lang="en-GB" dirty="0">
              <a:solidFill>
                <a:srgbClr val="7030A0"/>
              </a:solidFill>
            </a:endParaRPr>
          </a:p>
        </p:txBody>
      </p:sp>
      <p:sp>
        <p:nvSpPr>
          <p:cNvPr id="23" name="Rectangle 22">
            <a:extLst>
              <a:ext uri="{FF2B5EF4-FFF2-40B4-BE49-F238E27FC236}">
                <a16:creationId xmlns:a16="http://schemas.microsoft.com/office/drawing/2014/main" id="{E932A1AA-E488-B330-F5D4-C8F7E1AFEB79}"/>
              </a:ext>
            </a:extLst>
          </p:cNvPr>
          <p:cNvSpPr/>
          <p:nvPr/>
        </p:nvSpPr>
        <p:spPr>
          <a:xfrm>
            <a:off x="1124465" y="2659052"/>
            <a:ext cx="675185" cy="400110"/>
          </a:xfrm>
          <a:prstGeom prst="rect">
            <a:avLst/>
          </a:prstGeom>
        </p:spPr>
        <p:txBody>
          <a:bodyPr wrap="none">
            <a:spAutoFit/>
          </a:bodyPr>
          <a:lstStyle/>
          <a:p>
            <a:pPr algn="r"/>
            <a:r>
              <a:rPr lang="en-GB" sz="2000" b="1" dirty="0">
                <a:solidFill>
                  <a:srgbClr val="7030A0"/>
                </a:solidFill>
              </a:rPr>
              <a:t>Leila</a:t>
            </a:r>
            <a:endParaRPr lang="en-GB" dirty="0">
              <a:solidFill>
                <a:srgbClr val="7030A0"/>
              </a:solidFill>
            </a:endParaRPr>
          </a:p>
        </p:txBody>
      </p:sp>
      <p:sp>
        <p:nvSpPr>
          <p:cNvPr id="24" name="Rectangle 23">
            <a:extLst>
              <a:ext uri="{FF2B5EF4-FFF2-40B4-BE49-F238E27FC236}">
                <a16:creationId xmlns:a16="http://schemas.microsoft.com/office/drawing/2014/main" id="{ADBE2120-BC91-CBCB-2287-C05D78CF4327}"/>
              </a:ext>
            </a:extLst>
          </p:cNvPr>
          <p:cNvSpPr/>
          <p:nvPr/>
        </p:nvSpPr>
        <p:spPr>
          <a:xfrm>
            <a:off x="2521096" y="3528010"/>
            <a:ext cx="865494" cy="400110"/>
          </a:xfrm>
          <a:prstGeom prst="rect">
            <a:avLst/>
          </a:prstGeom>
        </p:spPr>
        <p:txBody>
          <a:bodyPr wrap="none">
            <a:spAutoFit/>
          </a:bodyPr>
          <a:lstStyle/>
          <a:p>
            <a:r>
              <a:rPr lang="en-GB" sz="2000" b="1" dirty="0">
                <a:solidFill>
                  <a:srgbClr val="7030A0"/>
                </a:solidFill>
              </a:rPr>
              <a:t>Archie</a:t>
            </a:r>
            <a:endParaRPr lang="en-GB" dirty="0">
              <a:solidFill>
                <a:srgbClr val="7030A0"/>
              </a:solidFill>
            </a:endParaRPr>
          </a:p>
        </p:txBody>
      </p:sp>
      <p:sp>
        <p:nvSpPr>
          <p:cNvPr id="25" name="Rectangle 24">
            <a:extLst>
              <a:ext uri="{FF2B5EF4-FFF2-40B4-BE49-F238E27FC236}">
                <a16:creationId xmlns:a16="http://schemas.microsoft.com/office/drawing/2014/main" id="{1458AC3E-04C8-223F-64C1-CE57362A71C9}"/>
              </a:ext>
            </a:extLst>
          </p:cNvPr>
          <p:cNvSpPr/>
          <p:nvPr/>
        </p:nvSpPr>
        <p:spPr>
          <a:xfrm>
            <a:off x="7865627" y="1479980"/>
            <a:ext cx="817853" cy="400110"/>
          </a:xfrm>
          <a:prstGeom prst="rect">
            <a:avLst/>
          </a:prstGeom>
        </p:spPr>
        <p:txBody>
          <a:bodyPr wrap="none">
            <a:spAutoFit/>
          </a:bodyPr>
          <a:lstStyle/>
          <a:p>
            <a:r>
              <a:rPr lang="en-GB" sz="2000" b="1" dirty="0">
                <a:solidFill>
                  <a:srgbClr val="7030A0"/>
                </a:solidFill>
              </a:rPr>
              <a:t>AH CS</a:t>
            </a:r>
            <a:endParaRPr lang="en-GB" dirty="0">
              <a:solidFill>
                <a:srgbClr val="7030A0"/>
              </a:solidFill>
            </a:endParaRPr>
          </a:p>
        </p:txBody>
      </p:sp>
      <p:sp>
        <p:nvSpPr>
          <p:cNvPr id="26" name="Rectangle 25">
            <a:extLst>
              <a:ext uri="{FF2B5EF4-FFF2-40B4-BE49-F238E27FC236}">
                <a16:creationId xmlns:a16="http://schemas.microsoft.com/office/drawing/2014/main" id="{1B446702-FF50-E3E0-BBEC-4575EEF5350A}"/>
              </a:ext>
            </a:extLst>
          </p:cNvPr>
          <p:cNvSpPr/>
          <p:nvPr/>
        </p:nvSpPr>
        <p:spPr>
          <a:xfrm>
            <a:off x="8617592" y="2859107"/>
            <a:ext cx="1217834" cy="400110"/>
          </a:xfrm>
          <a:prstGeom prst="rect">
            <a:avLst/>
          </a:prstGeom>
        </p:spPr>
        <p:txBody>
          <a:bodyPr wrap="none">
            <a:spAutoFit/>
          </a:bodyPr>
          <a:lstStyle/>
          <a:p>
            <a:r>
              <a:rPr lang="en-GB" sz="2000" b="1" dirty="0">
                <a:solidFill>
                  <a:srgbClr val="7030A0"/>
                </a:solidFill>
              </a:rPr>
              <a:t>N5 Maths</a:t>
            </a:r>
            <a:endParaRPr lang="en-GB" dirty="0">
              <a:solidFill>
                <a:srgbClr val="7030A0"/>
              </a:solidFill>
            </a:endParaRPr>
          </a:p>
        </p:txBody>
      </p:sp>
      <p:sp>
        <p:nvSpPr>
          <p:cNvPr id="27" name="TextBox 26">
            <a:extLst>
              <a:ext uri="{FF2B5EF4-FFF2-40B4-BE49-F238E27FC236}">
                <a16:creationId xmlns:a16="http://schemas.microsoft.com/office/drawing/2014/main" id="{DE55E28E-12CA-4300-79D8-A465E7328BD1}"/>
              </a:ext>
            </a:extLst>
          </p:cNvPr>
          <p:cNvSpPr txBox="1"/>
          <p:nvPr/>
        </p:nvSpPr>
        <p:spPr>
          <a:xfrm>
            <a:off x="2084902" y="5058509"/>
            <a:ext cx="1279802" cy="584775"/>
          </a:xfrm>
          <a:prstGeom prst="rect">
            <a:avLst/>
          </a:prstGeom>
          <a:noFill/>
          <a:ln w="19050">
            <a:solidFill>
              <a:schemeClr val="tx1"/>
            </a:solidFill>
          </a:ln>
        </p:spPr>
        <p:txBody>
          <a:bodyPr wrap="square" rtlCol="0">
            <a:spAutoFit/>
          </a:bodyPr>
          <a:lstStyle/>
          <a:p>
            <a:pPr algn="ctr"/>
            <a:r>
              <a:rPr lang="en-GB" sz="3200" b="1" dirty="0">
                <a:solidFill>
                  <a:srgbClr val="0070C0"/>
                </a:solidFill>
              </a:rPr>
              <a:t>Pupil</a:t>
            </a:r>
          </a:p>
        </p:txBody>
      </p:sp>
      <p:sp>
        <p:nvSpPr>
          <p:cNvPr id="28" name="TextBox 27">
            <a:extLst>
              <a:ext uri="{FF2B5EF4-FFF2-40B4-BE49-F238E27FC236}">
                <a16:creationId xmlns:a16="http://schemas.microsoft.com/office/drawing/2014/main" id="{7B412730-5CDA-D1F4-5FDC-B0A55A466C1D}"/>
              </a:ext>
            </a:extLst>
          </p:cNvPr>
          <p:cNvSpPr txBox="1"/>
          <p:nvPr/>
        </p:nvSpPr>
        <p:spPr>
          <a:xfrm>
            <a:off x="7978519" y="5058508"/>
            <a:ext cx="1540458" cy="584775"/>
          </a:xfrm>
          <a:prstGeom prst="rect">
            <a:avLst/>
          </a:prstGeom>
          <a:noFill/>
          <a:ln w="19050">
            <a:solidFill>
              <a:schemeClr val="tx1"/>
            </a:solidFill>
          </a:ln>
        </p:spPr>
        <p:txBody>
          <a:bodyPr wrap="square" rtlCol="0">
            <a:spAutoFit/>
          </a:bodyPr>
          <a:lstStyle/>
          <a:p>
            <a:pPr algn="ctr"/>
            <a:r>
              <a:rPr lang="en-GB" sz="3200" b="1" dirty="0">
                <a:solidFill>
                  <a:srgbClr val="0070C0"/>
                </a:solidFill>
              </a:rPr>
              <a:t>Course</a:t>
            </a:r>
          </a:p>
        </p:txBody>
      </p:sp>
      <p:sp>
        <p:nvSpPr>
          <p:cNvPr id="29" name="Rectangle 28">
            <a:extLst>
              <a:ext uri="{FF2B5EF4-FFF2-40B4-BE49-F238E27FC236}">
                <a16:creationId xmlns:a16="http://schemas.microsoft.com/office/drawing/2014/main" id="{41629774-E830-5865-08C7-3250472DAA8C}"/>
              </a:ext>
            </a:extLst>
          </p:cNvPr>
          <p:cNvSpPr/>
          <p:nvPr/>
        </p:nvSpPr>
        <p:spPr>
          <a:xfrm>
            <a:off x="4748532" y="5911197"/>
            <a:ext cx="1904515" cy="523220"/>
          </a:xfrm>
          <a:prstGeom prst="rect">
            <a:avLst/>
          </a:prstGeom>
        </p:spPr>
        <p:txBody>
          <a:bodyPr wrap="square">
            <a:spAutoFit/>
          </a:bodyPr>
          <a:lstStyle/>
          <a:p>
            <a:pPr algn="ctr"/>
            <a:r>
              <a:rPr lang="en-GB" sz="2800" b="1" dirty="0">
                <a:solidFill>
                  <a:srgbClr val="7030A0"/>
                </a:solidFill>
              </a:rPr>
              <a:t>Abstraction</a:t>
            </a:r>
            <a:endParaRPr lang="en-GB" b="1" dirty="0">
              <a:solidFill>
                <a:srgbClr val="7030A0"/>
              </a:solidFill>
            </a:endParaRPr>
          </a:p>
        </p:txBody>
      </p:sp>
      <p:cxnSp>
        <p:nvCxnSpPr>
          <p:cNvPr id="30" name="Straight Arrow Connector 29">
            <a:extLst>
              <a:ext uri="{FF2B5EF4-FFF2-40B4-BE49-F238E27FC236}">
                <a16:creationId xmlns:a16="http://schemas.microsoft.com/office/drawing/2014/main" id="{D24CFD43-E225-9A60-DD0D-39E2BF7507F3}"/>
              </a:ext>
            </a:extLst>
          </p:cNvPr>
          <p:cNvCxnSpPr>
            <a:cxnSpLocks/>
            <a:stCxn id="29" idx="3"/>
            <a:endCxn id="28" idx="1"/>
          </p:cNvCxnSpPr>
          <p:nvPr/>
        </p:nvCxnSpPr>
        <p:spPr>
          <a:xfrm flipV="1">
            <a:off x="6653047" y="5350896"/>
            <a:ext cx="1325472" cy="821911"/>
          </a:xfrm>
          <a:prstGeom prst="straightConnector1">
            <a:avLst/>
          </a:prstGeom>
          <a:ln w="38100">
            <a:solidFill>
              <a:srgbClr val="00864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FEB3678-3EC2-9435-6703-DBA4673C5740}"/>
              </a:ext>
            </a:extLst>
          </p:cNvPr>
          <p:cNvCxnSpPr>
            <a:cxnSpLocks/>
            <a:stCxn id="29" idx="1"/>
            <a:endCxn id="27" idx="3"/>
          </p:cNvCxnSpPr>
          <p:nvPr/>
        </p:nvCxnSpPr>
        <p:spPr>
          <a:xfrm flipH="1" flipV="1">
            <a:off x="3364704" y="5350897"/>
            <a:ext cx="1383828" cy="821910"/>
          </a:xfrm>
          <a:prstGeom prst="straightConnector1">
            <a:avLst/>
          </a:prstGeom>
          <a:ln w="38100">
            <a:solidFill>
              <a:srgbClr val="00864F"/>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29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000"/>
                                        <p:tgtEl>
                                          <p:spTgt spid="11"/>
                                        </p:tgtEl>
                                      </p:cBhvr>
                                    </p:animEffect>
                                  </p:childTnLst>
                                </p:cTn>
                              </p:par>
                              <p:par>
                                <p:cTn id="8" presetID="22" presetClass="entr" presetSubtype="4"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1000"/>
                                        <p:tgtEl>
                                          <p:spTgt spid="13"/>
                                        </p:tgtEl>
                                      </p:cBhvr>
                                    </p:animEffect>
                                  </p:childTnLst>
                                </p:cTn>
                              </p:par>
                              <p:par>
                                <p:cTn id="11" presetID="2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1000"/>
                                        <p:tgtEl>
                                          <p:spTgt spid="9"/>
                                        </p:tgtEl>
                                      </p:cBhvr>
                                    </p:animEffect>
                                  </p:childTnLst>
                                </p:cTn>
                              </p:par>
                              <p:par>
                                <p:cTn id="14" presetID="2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left)">
                                      <p:cBhvr>
                                        <p:cTn id="21" dur="10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down)">
                                      <p:cBhvr>
                                        <p:cTn id="26" dur="1000"/>
                                        <p:tgtEl>
                                          <p:spTgt spid="15"/>
                                        </p:tgtEl>
                                      </p:cBhvr>
                                    </p:animEffect>
                                  </p:childTnLst>
                                </p:cTn>
                              </p:par>
                              <p:par>
                                <p:cTn id="27" presetID="22" presetClass="entr" presetSubtype="4"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1000"/>
                                        <p:tgtEl>
                                          <p:spTgt spid="17"/>
                                        </p:tgtEl>
                                      </p:cBhvr>
                                    </p:animEffect>
                                  </p:childTnLst>
                                </p:cTn>
                              </p:par>
                              <p:par>
                                <p:cTn id="30" presetID="22" presetClass="entr" presetSubtype="4"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1000"/>
                                        <p:tgtEl>
                                          <p:spTgt spid="19"/>
                                        </p:tgtEl>
                                      </p:cBhvr>
                                    </p:animEffect>
                                  </p:childTnLst>
                                </p:cTn>
                              </p:par>
                              <p:par>
                                <p:cTn id="33" presetID="22" presetClass="entr" presetSubtype="4"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down)">
                                      <p:cBhvr>
                                        <p:cTn id="35" dur="10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10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1000"/>
                                        <p:tgtEl>
                                          <p:spTgt spid="23"/>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left)">
                                      <p:cBhvr>
                                        <p:cTn id="48" dur="1000"/>
                                        <p:tgtEl>
                                          <p:spTgt spid="24"/>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1000"/>
                                        <p:tgtEl>
                                          <p:spTgt spid="25"/>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wipe(left)">
                                      <p:cBhvr>
                                        <p:cTn id="54" dur="10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left)">
                                      <p:cBhvr>
                                        <p:cTn id="59" dur="15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ipe(left)">
                                      <p:cBhvr>
                                        <p:cTn id="64" dur="1000"/>
                                        <p:tgtEl>
                                          <p:spTgt spid="27"/>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10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wipe(down)">
                                      <p:cBhvr>
                                        <p:cTn id="72" dur="1500"/>
                                        <p:tgtEl>
                                          <p:spTgt spid="29"/>
                                        </p:tgtEl>
                                      </p:cBhvr>
                                    </p:animEffect>
                                  </p:childTnLst>
                                </p:cTn>
                              </p:par>
                              <p:par>
                                <p:cTn id="73" presetID="22" presetClass="entr" presetSubtype="4"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wipe(down)">
                                      <p:cBhvr>
                                        <p:cTn id="75" dur="1500"/>
                                        <p:tgtEl>
                                          <p:spTgt spid="31"/>
                                        </p:tgtEl>
                                      </p:cBhvr>
                                    </p:animEffect>
                                  </p:childTnLst>
                                </p:cTn>
                              </p:par>
                              <p:par>
                                <p:cTn id="76" presetID="22" presetClass="entr" presetSubtype="4"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wipe(down)">
                                      <p:cBhvr>
                                        <p:cTn id="78" dur="1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animBg="1"/>
      <p:bldP spid="28" grpId="0" animBg="1"/>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5DDAC-B7CC-945D-B74A-87246E8E6368}"/>
              </a:ext>
            </a:extLst>
          </p:cNvPr>
          <p:cNvSpPr>
            <a:spLocks noGrp="1"/>
          </p:cNvSpPr>
          <p:nvPr>
            <p:ph type="title"/>
          </p:nvPr>
        </p:nvSpPr>
        <p:spPr/>
        <p:txBody>
          <a:bodyPr/>
          <a:lstStyle/>
          <a:p>
            <a:r>
              <a:rPr lang="en-GB" dirty="0"/>
              <a:t>Classes – School Example</a:t>
            </a:r>
          </a:p>
        </p:txBody>
      </p:sp>
      <p:pic>
        <p:nvPicPr>
          <p:cNvPr id="5" name="Graphic 4" descr="Man with solid fill">
            <a:extLst>
              <a:ext uri="{FF2B5EF4-FFF2-40B4-BE49-F238E27FC236}">
                <a16:creationId xmlns:a16="http://schemas.microsoft.com/office/drawing/2014/main" id="{19D019E1-9343-7DD7-F11F-1ADFAEBF51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1091" y="2935493"/>
            <a:ext cx="914400" cy="914400"/>
          </a:xfrm>
          <a:prstGeom prst="rect">
            <a:avLst/>
          </a:prstGeom>
        </p:spPr>
      </p:pic>
      <p:pic>
        <p:nvPicPr>
          <p:cNvPr id="9" name="Graphic 8" descr="Woman with solid fill">
            <a:extLst>
              <a:ext uri="{FF2B5EF4-FFF2-40B4-BE49-F238E27FC236}">
                <a16:creationId xmlns:a16="http://schemas.microsoft.com/office/drawing/2014/main" id="{53CE0249-A61C-9215-8E46-9C5D4A4E0F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17254" y="2505499"/>
            <a:ext cx="914400" cy="914400"/>
          </a:xfrm>
          <a:prstGeom prst="rect">
            <a:avLst/>
          </a:prstGeom>
        </p:spPr>
      </p:pic>
      <p:pic>
        <p:nvPicPr>
          <p:cNvPr id="11" name="Graphic 10" descr="Woman outline">
            <a:extLst>
              <a:ext uri="{FF2B5EF4-FFF2-40B4-BE49-F238E27FC236}">
                <a16:creationId xmlns:a16="http://schemas.microsoft.com/office/drawing/2014/main" id="{26930976-710A-9121-E6A9-E1F1CF7BB12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58562" y="2071279"/>
            <a:ext cx="914400" cy="914400"/>
          </a:xfrm>
          <a:prstGeom prst="rect">
            <a:avLst/>
          </a:prstGeom>
        </p:spPr>
      </p:pic>
      <p:pic>
        <p:nvPicPr>
          <p:cNvPr id="13" name="Graphic 12" descr="Man outline">
            <a:extLst>
              <a:ext uri="{FF2B5EF4-FFF2-40B4-BE49-F238E27FC236}">
                <a16:creationId xmlns:a16="http://schemas.microsoft.com/office/drawing/2014/main" id="{24FB712A-84E3-D214-D829-76438CF1FF7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67603" y="1617178"/>
            <a:ext cx="914400" cy="914400"/>
          </a:xfrm>
          <a:prstGeom prst="rect">
            <a:avLst/>
          </a:prstGeom>
        </p:spPr>
      </p:pic>
      <p:pic>
        <p:nvPicPr>
          <p:cNvPr id="15" name="Graphic 14" descr="Closed book with solid fill">
            <a:extLst>
              <a:ext uri="{FF2B5EF4-FFF2-40B4-BE49-F238E27FC236}">
                <a16:creationId xmlns:a16="http://schemas.microsoft.com/office/drawing/2014/main" id="{C2FC3120-4859-0E36-9B84-AD9C76B1AA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34348" y="1752419"/>
            <a:ext cx="914400" cy="914400"/>
          </a:xfrm>
          <a:prstGeom prst="rect">
            <a:avLst/>
          </a:prstGeom>
        </p:spPr>
      </p:pic>
      <p:pic>
        <p:nvPicPr>
          <p:cNvPr id="17" name="Graphic 16" descr="Closed book outline">
            <a:extLst>
              <a:ext uri="{FF2B5EF4-FFF2-40B4-BE49-F238E27FC236}">
                <a16:creationId xmlns:a16="http://schemas.microsoft.com/office/drawing/2014/main" id="{58687F61-8D2B-ED11-7BDD-4ACE86BAE36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11065" y="2917953"/>
            <a:ext cx="914400" cy="914400"/>
          </a:xfrm>
          <a:prstGeom prst="rect">
            <a:avLst/>
          </a:prstGeom>
        </p:spPr>
      </p:pic>
      <p:pic>
        <p:nvPicPr>
          <p:cNvPr id="18" name="Graphic 17" descr="Closed book with solid fill">
            <a:extLst>
              <a:ext uri="{FF2B5EF4-FFF2-40B4-BE49-F238E27FC236}">
                <a16:creationId xmlns:a16="http://schemas.microsoft.com/office/drawing/2014/main" id="{C8ECCEDB-84CB-E10E-29A0-6A7C6A8F872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05412" y="3129636"/>
            <a:ext cx="914400" cy="914400"/>
          </a:xfrm>
          <a:prstGeom prst="rect">
            <a:avLst/>
          </a:prstGeom>
        </p:spPr>
      </p:pic>
      <p:pic>
        <p:nvPicPr>
          <p:cNvPr id="19" name="Graphic 18" descr="Closed book outline">
            <a:extLst>
              <a:ext uri="{FF2B5EF4-FFF2-40B4-BE49-F238E27FC236}">
                <a16:creationId xmlns:a16="http://schemas.microsoft.com/office/drawing/2014/main" id="{F77B082A-3A6A-6638-5522-14D3AAE6115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226509" y="1899565"/>
            <a:ext cx="914400" cy="914400"/>
          </a:xfrm>
          <a:prstGeom prst="rect">
            <a:avLst/>
          </a:prstGeom>
        </p:spPr>
      </p:pic>
      <p:sp>
        <p:nvSpPr>
          <p:cNvPr id="27" name="TextBox 26">
            <a:extLst>
              <a:ext uri="{FF2B5EF4-FFF2-40B4-BE49-F238E27FC236}">
                <a16:creationId xmlns:a16="http://schemas.microsoft.com/office/drawing/2014/main" id="{DE55E28E-12CA-4300-79D8-A465E7328BD1}"/>
              </a:ext>
            </a:extLst>
          </p:cNvPr>
          <p:cNvSpPr txBox="1"/>
          <p:nvPr/>
        </p:nvSpPr>
        <p:spPr>
          <a:xfrm>
            <a:off x="2084902" y="5058509"/>
            <a:ext cx="1279802" cy="584775"/>
          </a:xfrm>
          <a:prstGeom prst="rect">
            <a:avLst/>
          </a:prstGeom>
          <a:noFill/>
          <a:ln w="19050">
            <a:solidFill>
              <a:schemeClr val="tx1"/>
            </a:solidFill>
          </a:ln>
        </p:spPr>
        <p:txBody>
          <a:bodyPr wrap="square" rtlCol="0">
            <a:spAutoFit/>
          </a:bodyPr>
          <a:lstStyle/>
          <a:p>
            <a:pPr algn="ctr"/>
            <a:endParaRPr lang="en-GB" sz="3200" b="1" dirty="0">
              <a:solidFill>
                <a:srgbClr val="0070C0"/>
              </a:solidFill>
            </a:endParaRPr>
          </a:p>
        </p:txBody>
      </p:sp>
      <p:sp>
        <p:nvSpPr>
          <p:cNvPr id="28" name="TextBox 27">
            <a:extLst>
              <a:ext uri="{FF2B5EF4-FFF2-40B4-BE49-F238E27FC236}">
                <a16:creationId xmlns:a16="http://schemas.microsoft.com/office/drawing/2014/main" id="{7B412730-5CDA-D1F4-5FDC-B0A55A466C1D}"/>
              </a:ext>
            </a:extLst>
          </p:cNvPr>
          <p:cNvSpPr txBox="1"/>
          <p:nvPr/>
        </p:nvSpPr>
        <p:spPr>
          <a:xfrm>
            <a:off x="7978519" y="5058508"/>
            <a:ext cx="1540458" cy="584775"/>
          </a:xfrm>
          <a:prstGeom prst="rect">
            <a:avLst/>
          </a:prstGeom>
          <a:noFill/>
          <a:ln w="19050">
            <a:solidFill>
              <a:schemeClr val="tx1"/>
            </a:solidFill>
          </a:ln>
        </p:spPr>
        <p:txBody>
          <a:bodyPr wrap="square" rtlCol="0">
            <a:spAutoFit/>
          </a:bodyPr>
          <a:lstStyle/>
          <a:p>
            <a:pPr algn="ctr"/>
            <a:endParaRPr lang="en-GB" sz="3200" b="1" dirty="0">
              <a:solidFill>
                <a:srgbClr val="0070C0"/>
              </a:solidFill>
            </a:endParaRPr>
          </a:p>
        </p:txBody>
      </p:sp>
    </p:spTree>
    <p:extLst>
      <p:ext uri="{BB962C8B-B14F-4D97-AF65-F5344CB8AC3E}">
        <p14:creationId xmlns:p14="http://schemas.microsoft.com/office/powerpoint/2010/main" val="267293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000"/>
                                        <p:tgtEl>
                                          <p:spTgt spid="11"/>
                                        </p:tgtEl>
                                      </p:cBhvr>
                                    </p:animEffect>
                                  </p:childTnLst>
                                </p:cTn>
                              </p:par>
                              <p:par>
                                <p:cTn id="8" presetID="22" presetClass="entr" presetSubtype="4"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1000"/>
                                        <p:tgtEl>
                                          <p:spTgt spid="13"/>
                                        </p:tgtEl>
                                      </p:cBhvr>
                                    </p:animEffect>
                                  </p:childTnLst>
                                </p:cTn>
                              </p:par>
                              <p:par>
                                <p:cTn id="11" presetID="2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1000"/>
                                        <p:tgtEl>
                                          <p:spTgt spid="9"/>
                                        </p:tgtEl>
                                      </p:cBhvr>
                                    </p:animEffect>
                                  </p:childTnLst>
                                </p:cTn>
                              </p:par>
                              <p:par>
                                <p:cTn id="14" presetID="22" presetClass="entr" presetSubtype="4"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1000"/>
                                        <p:tgtEl>
                                          <p:spTgt spid="15"/>
                                        </p:tgtEl>
                                      </p:cBhvr>
                                    </p:animEffect>
                                  </p:childTnLst>
                                </p:cTn>
                              </p:par>
                              <p:par>
                                <p:cTn id="22" presetID="22" presetClass="entr" presetSubtype="4"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down)">
                                      <p:cBhvr>
                                        <p:cTn id="24" dur="1000"/>
                                        <p:tgtEl>
                                          <p:spTgt spid="17"/>
                                        </p:tgtEl>
                                      </p:cBhvr>
                                    </p:animEffect>
                                  </p:childTnLst>
                                </p:cTn>
                              </p:par>
                              <p:par>
                                <p:cTn id="25" presetID="22" presetClass="entr" presetSubtype="4"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1000"/>
                                        <p:tgtEl>
                                          <p:spTgt spid="19"/>
                                        </p:tgtEl>
                                      </p:cBhvr>
                                    </p:animEffect>
                                  </p:childTnLst>
                                </p:cTn>
                              </p:par>
                              <p:par>
                                <p:cTn id="28" presetID="22" presetClass="entr" presetSubtype="4"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down)">
                                      <p:cBhvr>
                                        <p:cTn id="30" dur="10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wipe(left)">
                                      <p:cBhvr>
                                        <p:cTn id="35" dur="1000"/>
                                        <p:tgtEl>
                                          <p:spTgt spid="27"/>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left)">
                                      <p:cBhvr>
                                        <p:cTn id="38"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EF6B-9990-4895-9A8F-2103C304A52F}"/>
              </a:ext>
            </a:extLst>
          </p:cNvPr>
          <p:cNvSpPr>
            <a:spLocks noGrp="1"/>
          </p:cNvSpPr>
          <p:nvPr>
            <p:ph type="title"/>
          </p:nvPr>
        </p:nvSpPr>
        <p:spPr>
          <a:xfrm>
            <a:off x="838200" y="365125"/>
            <a:ext cx="10515600" cy="1325563"/>
          </a:xfrm>
        </p:spPr>
        <p:txBody>
          <a:bodyPr/>
          <a:lstStyle/>
          <a:p>
            <a:r>
              <a:rPr lang="en-GB" dirty="0"/>
              <a:t>UML Class Diagram – Overview</a:t>
            </a:r>
          </a:p>
        </p:txBody>
      </p:sp>
      <p:grpSp>
        <p:nvGrpSpPr>
          <p:cNvPr id="10" name="Group 9">
            <a:extLst>
              <a:ext uri="{FF2B5EF4-FFF2-40B4-BE49-F238E27FC236}">
                <a16:creationId xmlns:a16="http://schemas.microsoft.com/office/drawing/2014/main" id="{399CD5E7-76CA-46D4-8759-2AB56AB29762}"/>
              </a:ext>
            </a:extLst>
          </p:cNvPr>
          <p:cNvGrpSpPr/>
          <p:nvPr/>
        </p:nvGrpSpPr>
        <p:grpSpPr>
          <a:xfrm>
            <a:off x="4309110" y="1965960"/>
            <a:ext cx="3600000" cy="3657600"/>
            <a:chOff x="3886200" y="1965960"/>
            <a:chExt cx="3600000" cy="3657600"/>
          </a:xfrm>
        </p:grpSpPr>
        <p:sp>
          <p:nvSpPr>
            <p:cNvPr id="4" name="Rectangle 3">
              <a:extLst>
                <a:ext uri="{FF2B5EF4-FFF2-40B4-BE49-F238E27FC236}">
                  <a16:creationId xmlns:a16="http://schemas.microsoft.com/office/drawing/2014/main" id="{D68F3B12-91FF-4536-9BDF-3DFA0AD860B7}"/>
                </a:ext>
              </a:extLst>
            </p:cNvPr>
            <p:cNvSpPr/>
            <p:nvPr/>
          </p:nvSpPr>
          <p:spPr>
            <a:xfrm>
              <a:off x="3886200" y="1965960"/>
              <a:ext cx="3600000" cy="3657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0F620062-B2DF-4004-8305-6226A65C3AFF}"/>
                </a:ext>
              </a:extLst>
            </p:cNvPr>
            <p:cNvCxnSpPr/>
            <p:nvPr/>
          </p:nvCxnSpPr>
          <p:spPr>
            <a:xfrm>
              <a:off x="3886200" y="4164330"/>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06970F1-E4C6-493D-921A-F57A4EAA659D}"/>
                </a:ext>
              </a:extLst>
            </p:cNvPr>
            <p:cNvSpPr/>
            <p:nvPr/>
          </p:nvSpPr>
          <p:spPr>
            <a:xfrm>
              <a:off x="3886200" y="1965960"/>
              <a:ext cx="3600000" cy="72771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Callout: Line with No Border 12">
            <a:extLst>
              <a:ext uri="{FF2B5EF4-FFF2-40B4-BE49-F238E27FC236}">
                <a16:creationId xmlns:a16="http://schemas.microsoft.com/office/drawing/2014/main" id="{31DE4C51-5C31-4CFA-BE3D-731751DE74B0}"/>
              </a:ext>
            </a:extLst>
          </p:cNvPr>
          <p:cNvSpPr/>
          <p:nvPr/>
        </p:nvSpPr>
        <p:spPr>
          <a:xfrm>
            <a:off x="1645920" y="3031958"/>
            <a:ext cx="1748790" cy="818147"/>
          </a:xfrm>
          <a:prstGeom prst="callout1">
            <a:avLst>
              <a:gd name="adj1" fmla="val 50466"/>
              <a:gd name="adj2" fmla="val 100987"/>
              <a:gd name="adj3" fmla="val 50311"/>
              <a:gd name="adj4" fmla="val 150987"/>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Properties</a:t>
            </a:r>
          </a:p>
        </p:txBody>
      </p:sp>
      <p:sp>
        <p:nvSpPr>
          <p:cNvPr id="14" name="Callout: Line with No Border 13">
            <a:extLst>
              <a:ext uri="{FF2B5EF4-FFF2-40B4-BE49-F238E27FC236}">
                <a16:creationId xmlns:a16="http://schemas.microsoft.com/office/drawing/2014/main" id="{E5304D38-62A3-4A8C-98E0-6337163FA56E}"/>
              </a:ext>
            </a:extLst>
          </p:cNvPr>
          <p:cNvSpPr/>
          <p:nvPr/>
        </p:nvSpPr>
        <p:spPr>
          <a:xfrm>
            <a:off x="1748790" y="4632197"/>
            <a:ext cx="1668780" cy="458724"/>
          </a:xfrm>
          <a:prstGeom prst="callout1">
            <a:avLst>
              <a:gd name="adj1" fmla="val 50466"/>
              <a:gd name="adj2" fmla="val 100987"/>
              <a:gd name="adj3" fmla="val 50311"/>
              <a:gd name="adj4" fmla="val 150987"/>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Methods</a:t>
            </a:r>
          </a:p>
        </p:txBody>
      </p:sp>
      <p:sp>
        <p:nvSpPr>
          <p:cNvPr id="15" name="Callout: Line with No Border 14">
            <a:extLst>
              <a:ext uri="{FF2B5EF4-FFF2-40B4-BE49-F238E27FC236}">
                <a16:creationId xmlns:a16="http://schemas.microsoft.com/office/drawing/2014/main" id="{EFB1A153-6E9D-4603-B7E7-DB48DD6E2DED}"/>
              </a:ext>
            </a:extLst>
          </p:cNvPr>
          <p:cNvSpPr/>
          <p:nvPr/>
        </p:nvSpPr>
        <p:spPr>
          <a:xfrm>
            <a:off x="1551472" y="2100453"/>
            <a:ext cx="1866098" cy="458724"/>
          </a:xfrm>
          <a:prstGeom prst="callout1">
            <a:avLst>
              <a:gd name="adj1" fmla="val 50466"/>
              <a:gd name="adj2" fmla="val 100987"/>
              <a:gd name="adj3" fmla="val 50311"/>
              <a:gd name="adj4" fmla="val 145883"/>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Class name</a:t>
            </a:r>
          </a:p>
        </p:txBody>
      </p:sp>
      <p:sp>
        <p:nvSpPr>
          <p:cNvPr id="16" name="TextBox 15">
            <a:extLst>
              <a:ext uri="{FF2B5EF4-FFF2-40B4-BE49-F238E27FC236}">
                <a16:creationId xmlns:a16="http://schemas.microsoft.com/office/drawing/2014/main" id="{F9DA67FF-CA17-47F2-BE12-2F4EF7BC1D21}"/>
              </a:ext>
            </a:extLst>
          </p:cNvPr>
          <p:cNvSpPr txBox="1"/>
          <p:nvPr/>
        </p:nvSpPr>
        <p:spPr>
          <a:xfrm>
            <a:off x="5572743" y="2035957"/>
            <a:ext cx="1072730" cy="523220"/>
          </a:xfrm>
          <a:prstGeom prst="rect">
            <a:avLst/>
          </a:prstGeom>
          <a:noFill/>
        </p:spPr>
        <p:txBody>
          <a:bodyPr wrap="none" rtlCol="0">
            <a:spAutoFit/>
          </a:bodyPr>
          <a:lstStyle/>
          <a:p>
            <a:pPr algn="ctr"/>
            <a:r>
              <a:rPr lang="en-GB" sz="2800" b="1" dirty="0">
                <a:solidFill>
                  <a:schemeClr val="accent1"/>
                </a:solidFill>
              </a:rPr>
              <a:t>Name</a:t>
            </a:r>
          </a:p>
        </p:txBody>
      </p:sp>
      <p:sp>
        <p:nvSpPr>
          <p:cNvPr id="17" name="TextBox 16">
            <a:extLst>
              <a:ext uri="{FF2B5EF4-FFF2-40B4-BE49-F238E27FC236}">
                <a16:creationId xmlns:a16="http://schemas.microsoft.com/office/drawing/2014/main" id="{AE596573-766B-4AFA-B34B-C56D5BA1BE63}"/>
              </a:ext>
            </a:extLst>
          </p:cNvPr>
          <p:cNvSpPr txBox="1"/>
          <p:nvPr/>
        </p:nvSpPr>
        <p:spPr>
          <a:xfrm>
            <a:off x="4623208" y="2730787"/>
            <a:ext cx="2971800" cy="1384995"/>
          </a:xfrm>
          <a:prstGeom prst="rect">
            <a:avLst/>
          </a:prstGeom>
          <a:noFill/>
        </p:spPr>
        <p:txBody>
          <a:bodyPr wrap="square" rtlCol="0">
            <a:spAutoFit/>
          </a:bodyPr>
          <a:lstStyle/>
          <a:p>
            <a:pPr algn="ctr"/>
            <a:r>
              <a:rPr lang="en-GB" sz="2800" b="1" dirty="0">
                <a:solidFill>
                  <a:schemeClr val="accent1"/>
                </a:solidFill>
              </a:rPr>
              <a:t>Attributes /</a:t>
            </a:r>
          </a:p>
          <a:p>
            <a:pPr algn="ctr"/>
            <a:r>
              <a:rPr lang="en-GB" sz="2800" b="1" dirty="0">
                <a:solidFill>
                  <a:schemeClr val="accent1"/>
                </a:solidFill>
              </a:rPr>
              <a:t> fields / </a:t>
            </a:r>
          </a:p>
          <a:p>
            <a:pPr algn="ctr"/>
            <a:r>
              <a:rPr lang="en-GB" sz="2800" b="1" dirty="0">
                <a:solidFill>
                  <a:schemeClr val="accent1"/>
                </a:solidFill>
              </a:rPr>
              <a:t>instance variables</a:t>
            </a:r>
          </a:p>
        </p:txBody>
      </p:sp>
      <p:sp>
        <p:nvSpPr>
          <p:cNvPr id="18" name="TextBox 17">
            <a:extLst>
              <a:ext uri="{FF2B5EF4-FFF2-40B4-BE49-F238E27FC236}">
                <a16:creationId xmlns:a16="http://schemas.microsoft.com/office/drawing/2014/main" id="{D3DE1068-9C54-4D92-A45F-8DEAD06D3824}"/>
              </a:ext>
            </a:extLst>
          </p:cNvPr>
          <p:cNvSpPr txBox="1"/>
          <p:nvPr/>
        </p:nvSpPr>
        <p:spPr>
          <a:xfrm>
            <a:off x="4966810" y="4439603"/>
            <a:ext cx="2284600" cy="954107"/>
          </a:xfrm>
          <a:prstGeom prst="rect">
            <a:avLst/>
          </a:prstGeom>
          <a:noFill/>
        </p:spPr>
        <p:txBody>
          <a:bodyPr wrap="square" rtlCol="0">
            <a:spAutoFit/>
          </a:bodyPr>
          <a:lstStyle/>
          <a:p>
            <a:pPr algn="ctr"/>
            <a:r>
              <a:rPr lang="en-GB" sz="2800" b="1" dirty="0">
                <a:solidFill>
                  <a:schemeClr val="accent1"/>
                </a:solidFill>
              </a:rPr>
              <a:t>Functions / Procedures</a:t>
            </a:r>
          </a:p>
        </p:txBody>
      </p:sp>
      <p:sp>
        <p:nvSpPr>
          <p:cNvPr id="19" name="Callout: Line with No Border 18">
            <a:extLst>
              <a:ext uri="{FF2B5EF4-FFF2-40B4-BE49-F238E27FC236}">
                <a16:creationId xmlns:a16="http://schemas.microsoft.com/office/drawing/2014/main" id="{AE75B9AD-FFA7-46C7-8C97-FBD2DEC6546A}"/>
              </a:ext>
            </a:extLst>
          </p:cNvPr>
          <p:cNvSpPr/>
          <p:nvPr/>
        </p:nvSpPr>
        <p:spPr>
          <a:xfrm flipH="1">
            <a:off x="8566810" y="3031958"/>
            <a:ext cx="1200600" cy="818147"/>
          </a:xfrm>
          <a:prstGeom prst="callout1">
            <a:avLst>
              <a:gd name="adj1" fmla="val 50466"/>
              <a:gd name="adj2" fmla="val 100987"/>
              <a:gd name="adj3" fmla="val 50311"/>
              <a:gd name="adj4" fmla="val 150987"/>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i="1" dirty="0">
                <a:solidFill>
                  <a:srgbClr val="7030A0"/>
                </a:solidFill>
              </a:rPr>
              <a:t>Nouns</a:t>
            </a:r>
          </a:p>
        </p:txBody>
      </p:sp>
      <p:sp>
        <p:nvSpPr>
          <p:cNvPr id="20" name="Callout: Line with No Border 19">
            <a:extLst>
              <a:ext uri="{FF2B5EF4-FFF2-40B4-BE49-F238E27FC236}">
                <a16:creationId xmlns:a16="http://schemas.microsoft.com/office/drawing/2014/main" id="{11F1C24C-E417-4481-B9E5-EE522678B769}"/>
              </a:ext>
            </a:extLst>
          </p:cNvPr>
          <p:cNvSpPr/>
          <p:nvPr/>
        </p:nvSpPr>
        <p:spPr>
          <a:xfrm flipH="1">
            <a:off x="8566810" y="4452485"/>
            <a:ext cx="1200600" cy="818147"/>
          </a:xfrm>
          <a:prstGeom prst="callout1">
            <a:avLst>
              <a:gd name="adj1" fmla="val 50466"/>
              <a:gd name="adj2" fmla="val 100987"/>
              <a:gd name="adj3" fmla="val 50311"/>
              <a:gd name="adj4" fmla="val 150987"/>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i="1" dirty="0">
                <a:solidFill>
                  <a:srgbClr val="7030A0"/>
                </a:solidFill>
              </a:rPr>
              <a:t>Verbs</a:t>
            </a:r>
          </a:p>
        </p:txBody>
      </p:sp>
      <p:sp>
        <p:nvSpPr>
          <p:cNvPr id="21" name="Rectangle 20">
            <a:extLst>
              <a:ext uri="{FF2B5EF4-FFF2-40B4-BE49-F238E27FC236}">
                <a16:creationId xmlns:a16="http://schemas.microsoft.com/office/drawing/2014/main" id="{DF06B9C9-2841-40D1-A61B-DA36AD5357BC}"/>
              </a:ext>
            </a:extLst>
          </p:cNvPr>
          <p:cNvSpPr/>
          <p:nvPr/>
        </p:nvSpPr>
        <p:spPr>
          <a:xfrm>
            <a:off x="7715560" y="5846544"/>
            <a:ext cx="3638240" cy="646331"/>
          </a:xfrm>
          <a:prstGeom prst="rect">
            <a:avLst/>
          </a:prstGeom>
        </p:spPr>
        <p:txBody>
          <a:bodyPr wrap="none">
            <a:spAutoFit/>
          </a:bodyPr>
          <a:lstStyle/>
          <a:p>
            <a:pPr algn="ctr"/>
            <a:r>
              <a:rPr lang="en-GB" sz="3600" b="1" dirty="0">
                <a:solidFill>
                  <a:srgbClr val="7030A0"/>
                </a:solidFill>
              </a:rPr>
              <a:t>Structure diagram</a:t>
            </a:r>
            <a:endParaRPr lang="en-GB" sz="2400" dirty="0">
              <a:solidFill>
                <a:srgbClr val="7030A0"/>
              </a:solidFill>
            </a:endParaRPr>
          </a:p>
        </p:txBody>
      </p:sp>
    </p:spTree>
    <p:extLst>
      <p:ext uri="{BB962C8B-B14F-4D97-AF65-F5344CB8AC3E}">
        <p14:creationId xmlns:p14="http://schemas.microsoft.com/office/powerpoint/2010/main" val="190092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500"/>
                                        <p:tgtEl>
                                          <p:spTgt spid="15"/>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10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1500"/>
                                        <p:tgtEl>
                                          <p:spTgt spid="13"/>
                                        </p:tgtEl>
                                      </p:cBhvr>
                                    </p:animEffect>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10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1500"/>
                                        <p:tgtEl>
                                          <p:spTgt spid="14"/>
                                        </p:tgtEl>
                                      </p:cBhvr>
                                    </p:animEffect>
                                  </p:childTnLst>
                                </p:cTn>
                              </p:par>
                            </p:childTnLst>
                          </p:cTn>
                        </p:par>
                        <p:par>
                          <p:cTn id="26" fill="hold">
                            <p:stCondLst>
                              <p:cond delay="1500"/>
                            </p:stCondLst>
                            <p:childTnLst>
                              <p:par>
                                <p:cTn id="27" presetID="22" presetClass="entr" presetSubtype="1"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10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10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left)">
                                      <p:cBhvr>
                                        <p:cTn id="39" dur="1000"/>
                                        <p:tgtEl>
                                          <p:spTgt spid="20"/>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p:bldP spid="17" grpId="0"/>
      <p:bldP spid="18" grpId="0"/>
      <p:bldP spid="19" grpId="0" animBg="1"/>
      <p:bldP spid="20" grpId="0" animBg="1"/>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EF6B-9990-4895-9A8F-2103C304A52F}"/>
              </a:ext>
            </a:extLst>
          </p:cNvPr>
          <p:cNvSpPr>
            <a:spLocks noGrp="1"/>
          </p:cNvSpPr>
          <p:nvPr>
            <p:ph type="title"/>
          </p:nvPr>
        </p:nvSpPr>
        <p:spPr>
          <a:xfrm>
            <a:off x="838200" y="365125"/>
            <a:ext cx="10515600" cy="1325563"/>
          </a:xfrm>
        </p:spPr>
        <p:txBody>
          <a:bodyPr/>
          <a:lstStyle/>
          <a:p>
            <a:r>
              <a:rPr lang="en-GB" dirty="0"/>
              <a:t>UML Class Diagram – Overview</a:t>
            </a:r>
          </a:p>
        </p:txBody>
      </p:sp>
      <p:grpSp>
        <p:nvGrpSpPr>
          <p:cNvPr id="10" name="Group 9">
            <a:extLst>
              <a:ext uri="{FF2B5EF4-FFF2-40B4-BE49-F238E27FC236}">
                <a16:creationId xmlns:a16="http://schemas.microsoft.com/office/drawing/2014/main" id="{399CD5E7-76CA-46D4-8759-2AB56AB29762}"/>
              </a:ext>
            </a:extLst>
          </p:cNvPr>
          <p:cNvGrpSpPr/>
          <p:nvPr/>
        </p:nvGrpSpPr>
        <p:grpSpPr>
          <a:xfrm>
            <a:off x="4309110" y="1965960"/>
            <a:ext cx="3600000" cy="3657600"/>
            <a:chOff x="3886200" y="1965960"/>
            <a:chExt cx="3600000" cy="3657600"/>
          </a:xfrm>
        </p:grpSpPr>
        <p:sp>
          <p:nvSpPr>
            <p:cNvPr id="4" name="Rectangle 3">
              <a:extLst>
                <a:ext uri="{FF2B5EF4-FFF2-40B4-BE49-F238E27FC236}">
                  <a16:creationId xmlns:a16="http://schemas.microsoft.com/office/drawing/2014/main" id="{D68F3B12-91FF-4536-9BDF-3DFA0AD860B7}"/>
                </a:ext>
              </a:extLst>
            </p:cNvPr>
            <p:cNvSpPr/>
            <p:nvPr/>
          </p:nvSpPr>
          <p:spPr>
            <a:xfrm>
              <a:off x="3886200" y="1965960"/>
              <a:ext cx="3600000" cy="3657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0F620062-B2DF-4004-8305-6226A65C3AFF}"/>
                </a:ext>
              </a:extLst>
            </p:cNvPr>
            <p:cNvCxnSpPr/>
            <p:nvPr/>
          </p:nvCxnSpPr>
          <p:spPr>
            <a:xfrm>
              <a:off x="3886200" y="4164330"/>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06970F1-E4C6-493D-921A-F57A4EAA659D}"/>
                </a:ext>
              </a:extLst>
            </p:cNvPr>
            <p:cNvSpPr/>
            <p:nvPr/>
          </p:nvSpPr>
          <p:spPr>
            <a:xfrm>
              <a:off x="3886200" y="1965960"/>
              <a:ext cx="3600000" cy="72771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TextBox 15">
            <a:extLst>
              <a:ext uri="{FF2B5EF4-FFF2-40B4-BE49-F238E27FC236}">
                <a16:creationId xmlns:a16="http://schemas.microsoft.com/office/drawing/2014/main" id="{F9DA67FF-CA17-47F2-BE12-2F4EF7BC1D21}"/>
              </a:ext>
            </a:extLst>
          </p:cNvPr>
          <p:cNvSpPr txBox="1"/>
          <p:nvPr/>
        </p:nvSpPr>
        <p:spPr>
          <a:xfrm>
            <a:off x="5572743" y="2035957"/>
            <a:ext cx="1072730" cy="523220"/>
          </a:xfrm>
          <a:prstGeom prst="rect">
            <a:avLst/>
          </a:prstGeom>
          <a:noFill/>
        </p:spPr>
        <p:txBody>
          <a:bodyPr wrap="none" rtlCol="0">
            <a:spAutoFit/>
          </a:bodyPr>
          <a:lstStyle/>
          <a:p>
            <a:pPr algn="ctr"/>
            <a:r>
              <a:rPr lang="en-GB" sz="2800" b="1" dirty="0">
                <a:solidFill>
                  <a:schemeClr val="accent1"/>
                </a:solidFill>
              </a:rPr>
              <a:t>Name</a:t>
            </a:r>
          </a:p>
        </p:txBody>
      </p:sp>
      <p:sp>
        <p:nvSpPr>
          <p:cNvPr id="17" name="TextBox 16">
            <a:extLst>
              <a:ext uri="{FF2B5EF4-FFF2-40B4-BE49-F238E27FC236}">
                <a16:creationId xmlns:a16="http://schemas.microsoft.com/office/drawing/2014/main" id="{AE596573-766B-4AFA-B34B-C56D5BA1BE63}"/>
              </a:ext>
            </a:extLst>
          </p:cNvPr>
          <p:cNvSpPr txBox="1"/>
          <p:nvPr/>
        </p:nvSpPr>
        <p:spPr>
          <a:xfrm>
            <a:off x="4623208" y="2730787"/>
            <a:ext cx="2971800" cy="1384995"/>
          </a:xfrm>
          <a:prstGeom prst="rect">
            <a:avLst/>
          </a:prstGeom>
          <a:noFill/>
        </p:spPr>
        <p:txBody>
          <a:bodyPr wrap="square" rtlCol="0">
            <a:spAutoFit/>
          </a:bodyPr>
          <a:lstStyle/>
          <a:p>
            <a:pPr algn="ctr"/>
            <a:r>
              <a:rPr lang="en-GB" sz="2800" b="1" dirty="0">
                <a:solidFill>
                  <a:schemeClr val="accent1"/>
                </a:solidFill>
              </a:rPr>
              <a:t>Attributes /</a:t>
            </a:r>
          </a:p>
          <a:p>
            <a:pPr algn="ctr"/>
            <a:r>
              <a:rPr lang="en-GB" sz="2800" b="1" dirty="0">
                <a:solidFill>
                  <a:schemeClr val="accent1"/>
                </a:solidFill>
              </a:rPr>
              <a:t> fields / </a:t>
            </a:r>
          </a:p>
          <a:p>
            <a:pPr algn="ctr"/>
            <a:r>
              <a:rPr lang="en-GB" sz="2800" b="1" dirty="0">
                <a:solidFill>
                  <a:schemeClr val="accent1"/>
                </a:solidFill>
              </a:rPr>
              <a:t>instance variables</a:t>
            </a:r>
          </a:p>
        </p:txBody>
      </p:sp>
      <p:sp>
        <p:nvSpPr>
          <p:cNvPr id="18" name="TextBox 17">
            <a:extLst>
              <a:ext uri="{FF2B5EF4-FFF2-40B4-BE49-F238E27FC236}">
                <a16:creationId xmlns:a16="http://schemas.microsoft.com/office/drawing/2014/main" id="{D3DE1068-9C54-4D92-A45F-8DEAD06D3824}"/>
              </a:ext>
            </a:extLst>
          </p:cNvPr>
          <p:cNvSpPr txBox="1"/>
          <p:nvPr/>
        </p:nvSpPr>
        <p:spPr>
          <a:xfrm>
            <a:off x="4966810" y="4439603"/>
            <a:ext cx="2284600" cy="954107"/>
          </a:xfrm>
          <a:prstGeom prst="rect">
            <a:avLst/>
          </a:prstGeom>
          <a:noFill/>
        </p:spPr>
        <p:txBody>
          <a:bodyPr wrap="square" rtlCol="0">
            <a:spAutoFit/>
          </a:bodyPr>
          <a:lstStyle/>
          <a:p>
            <a:pPr algn="ctr"/>
            <a:r>
              <a:rPr lang="en-GB" sz="2800" b="1" dirty="0">
                <a:solidFill>
                  <a:schemeClr val="accent1"/>
                </a:solidFill>
              </a:rPr>
              <a:t>Functions / Procedures</a:t>
            </a:r>
          </a:p>
        </p:txBody>
      </p:sp>
    </p:spTree>
    <p:extLst>
      <p:ext uri="{BB962C8B-B14F-4D97-AF65-F5344CB8AC3E}">
        <p14:creationId xmlns:p14="http://schemas.microsoft.com/office/powerpoint/2010/main" val="400101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up)">
                                      <p:cBhvr>
                                        <p:cTn id="11" dur="1000"/>
                                        <p:tgtEl>
                                          <p:spTgt spid="17"/>
                                        </p:tgtEl>
                                      </p:cBhvr>
                                    </p:animEffect>
                                  </p:childTnLst>
                                </p:cTn>
                              </p:par>
                            </p:childTnLst>
                          </p:cTn>
                        </p:par>
                        <p:par>
                          <p:cTn id="12" fill="hold">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up)">
                                      <p:cBhvr>
                                        <p:cTn id="15"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EF6B-9990-4895-9A8F-2103C304A52F}"/>
              </a:ext>
            </a:extLst>
          </p:cNvPr>
          <p:cNvSpPr>
            <a:spLocks noGrp="1"/>
          </p:cNvSpPr>
          <p:nvPr>
            <p:ph type="title"/>
          </p:nvPr>
        </p:nvSpPr>
        <p:spPr/>
        <p:txBody>
          <a:bodyPr/>
          <a:lstStyle/>
          <a:p>
            <a:r>
              <a:rPr lang="en-GB" dirty="0"/>
              <a:t>UML Class Diagram – Example</a:t>
            </a:r>
          </a:p>
        </p:txBody>
      </p:sp>
      <p:grpSp>
        <p:nvGrpSpPr>
          <p:cNvPr id="10" name="Group 9">
            <a:extLst>
              <a:ext uri="{FF2B5EF4-FFF2-40B4-BE49-F238E27FC236}">
                <a16:creationId xmlns:a16="http://schemas.microsoft.com/office/drawing/2014/main" id="{399CD5E7-76CA-46D4-8759-2AB56AB29762}"/>
              </a:ext>
            </a:extLst>
          </p:cNvPr>
          <p:cNvGrpSpPr/>
          <p:nvPr/>
        </p:nvGrpSpPr>
        <p:grpSpPr>
          <a:xfrm>
            <a:off x="3166109" y="1965960"/>
            <a:ext cx="4415073" cy="4103370"/>
            <a:chOff x="3886200" y="1965960"/>
            <a:chExt cx="3600000" cy="3657600"/>
          </a:xfrm>
        </p:grpSpPr>
        <p:sp>
          <p:nvSpPr>
            <p:cNvPr id="4" name="Rectangle 3">
              <a:extLst>
                <a:ext uri="{FF2B5EF4-FFF2-40B4-BE49-F238E27FC236}">
                  <a16:creationId xmlns:a16="http://schemas.microsoft.com/office/drawing/2014/main" id="{D68F3B12-91FF-4536-9BDF-3DFA0AD860B7}"/>
                </a:ext>
              </a:extLst>
            </p:cNvPr>
            <p:cNvSpPr/>
            <p:nvPr/>
          </p:nvSpPr>
          <p:spPr>
            <a:xfrm>
              <a:off x="3886200" y="1965960"/>
              <a:ext cx="3600000" cy="3657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0F620062-B2DF-4004-8305-6226A65C3AFF}"/>
                </a:ext>
              </a:extLst>
            </p:cNvPr>
            <p:cNvCxnSpPr/>
            <p:nvPr/>
          </p:nvCxnSpPr>
          <p:spPr>
            <a:xfrm>
              <a:off x="3886200" y="3909619"/>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06970F1-E4C6-493D-921A-F57A4EAA659D}"/>
                </a:ext>
              </a:extLst>
            </p:cNvPr>
            <p:cNvSpPr/>
            <p:nvPr/>
          </p:nvSpPr>
          <p:spPr>
            <a:xfrm>
              <a:off x="3886200" y="1965960"/>
              <a:ext cx="3600000" cy="686832"/>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Callout: Line with No Border 12">
            <a:extLst>
              <a:ext uri="{FF2B5EF4-FFF2-40B4-BE49-F238E27FC236}">
                <a16:creationId xmlns:a16="http://schemas.microsoft.com/office/drawing/2014/main" id="{31DE4C51-5C31-4CFA-BE3D-731751DE74B0}"/>
              </a:ext>
            </a:extLst>
          </p:cNvPr>
          <p:cNvSpPr/>
          <p:nvPr/>
        </p:nvSpPr>
        <p:spPr>
          <a:xfrm>
            <a:off x="480060" y="3031958"/>
            <a:ext cx="1748790" cy="818147"/>
          </a:xfrm>
          <a:prstGeom prst="callout1">
            <a:avLst>
              <a:gd name="adj1" fmla="val 50466"/>
              <a:gd name="adj2" fmla="val 100987"/>
              <a:gd name="adj3" fmla="val 50311"/>
              <a:gd name="adj4" fmla="val 150987"/>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Properties</a:t>
            </a:r>
          </a:p>
        </p:txBody>
      </p:sp>
      <p:sp>
        <p:nvSpPr>
          <p:cNvPr id="14" name="Callout: Line with No Border 13">
            <a:extLst>
              <a:ext uri="{FF2B5EF4-FFF2-40B4-BE49-F238E27FC236}">
                <a16:creationId xmlns:a16="http://schemas.microsoft.com/office/drawing/2014/main" id="{E5304D38-62A3-4A8C-98E0-6337163FA56E}"/>
              </a:ext>
            </a:extLst>
          </p:cNvPr>
          <p:cNvSpPr/>
          <p:nvPr/>
        </p:nvSpPr>
        <p:spPr>
          <a:xfrm>
            <a:off x="605790" y="4872227"/>
            <a:ext cx="1668780" cy="458724"/>
          </a:xfrm>
          <a:prstGeom prst="callout1">
            <a:avLst>
              <a:gd name="adj1" fmla="val 50466"/>
              <a:gd name="adj2" fmla="val 100987"/>
              <a:gd name="adj3" fmla="val 50311"/>
              <a:gd name="adj4" fmla="val 150987"/>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Methods</a:t>
            </a:r>
          </a:p>
        </p:txBody>
      </p:sp>
      <p:sp>
        <p:nvSpPr>
          <p:cNvPr id="15" name="Callout: Line with No Border 14">
            <a:extLst>
              <a:ext uri="{FF2B5EF4-FFF2-40B4-BE49-F238E27FC236}">
                <a16:creationId xmlns:a16="http://schemas.microsoft.com/office/drawing/2014/main" id="{EFB1A153-6E9D-4603-B7E7-DB48DD6E2DED}"/>
              </a:ext>
            </a:extLst>
          </p:cNvPr>
          <p:cNvSpPr/>
          <p:nvPr/>
        </p:nvSpPr>
        <p:spPr>
          <a:xfrm>
            <a:off x="408472" y="2100453"/>
            <a:ext cx="1866098" cy="458724"/>
          </a:xfrm>
          <a:prstGeom prst="callout1">
            <a:avLst>
              <a:gd name="adj1" fmla="val 50466"/>
              <a:gd name="adj2" fmla="val 100987"/>
              <a:gd name="adj3" fmla="val 50311"/>
              <a:gd name="adj4" fmla="val 145883"/>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Class name</a:t>
            </a:r>
          </a:p>
        </p:txBody>
      </p:sp>
      <p:sp>
        <p:nvSpPr>
          <p:cNvPr id="16" name="TextBox 15">
            <a:extLst>
              <a:ext uri="{FF2B5EF4-FFF2-40B4-BE49-F238E27FC236}">
                <a16:creationId xmlns:a16="http://schemas.microsoft.com/office/drawing/2014/main" id="{F9DA67FF-CA17-47F2-BE12-2F4EF7BC1D21}"/>
              </a:ext>
            </a:extLst>
          </p:cNvPr>
          <p:cNvSpPr txBox="1"/>
          <p:nvPr/>
        </p:nvSpPr>
        <p:spPr>
          <a:xfrm>
            <a:off x="4365079" y="2035957"/>
            <a:ext cx="1202060" cy="523220"/>
          </a:xfrm>
          <a:prstGeom prst="rect">
            <a:avLst/>
          </a:prstGeom>
          <a:noFill/>
        </p:spPr>
        <p:txBody>
          <a:bodyPr wrap="none" rtlCol="0">
            <a:spAutoFit/>
          </a:bodyPr>
          <a:lstStyle/>
          <a:p>
            <a:pPr algn="ctr"/>
            <a:r>
              <a:rPr lang="en-GB" sz="2800" b="1" dirty="0">
                <a:solidFill>
                  <a:schemeClr val="accent1"/>
                </a:solidFill>
              </a:rPr>
              <a:t>Person</a:t>
            </a:r>
          </a:p>
        </p:txBody>
      </p:sp>
      <p:sp>
        <p:nvSpPr>
          <p:cNvPr id="17" name="TextBox 16">
            <a:extLst>
              <a:ext uri="{FF2B5EF4-FFF2-40B4-BE49-F238E27FC236}">
                <a16:creationId xmlns:a16="http://schemas.microsoft.com/office/drawing/2014/main" id="{AE596573-766B-4AFA-B34B-C56D5BA1BE63}"/>
              </a:ext>
            </a:extLst>
          </p:cNvPr>
          <p:cNvSpPr txBox="1"/>
          <p:nvPr/>
        </p:nvSpPr>
        <p:spPr>
          <a:xfrm>
            <a:off x="3179830" y="2736502"/>
            <a:ext cx="3060700" cy="1404000"/>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forename: String</a:t>
            </a:r>
          </a:p>
          <a:p>
            <a:r>
              <a:rPr lang="en-GB" sz="2800" b="1" dirty="0">
                <a:solidFill>
                  <a:srgbClr val="FF0000"/>
                </a:solidFill>
              </a:rPr>
              <a:t>-</a:t>
            </a:r>
            <a:r>
              <a:rPr lang="en-GB" sz="2800" b="1" dirty="0">
                <a:solidFill>
                  <a:schemeClr val="accent1"/>
                </a:solidFill>
              </a:rPr>
              <a:t> surname: String</a:t>
            </a:r>
          </a:p>
          <a:p>
            <a:r>
              <a:rPr lang="en-GB" sz="2800" b="1" dirty="0">
                <a:solidFill>
                  <a:srgbClr val="FF0000"/>
                </a:solidFill>
              </a:rPr>
              <a:t>-</a:t>
            </a:r>
            <a:r>
              <a:rPr lang="en-GB" sz="2800" b="1" dirty="0">
                <a:solidFill>
                  <a:schemeClr val="accent1"/>
                </a:solidFill>
              </a:rPr>
              <a:t> age: Integer</a:t>
            </a:r>
          </a:p>
        </p:txBody>
      </p:sp>
      <p:sp>
        <p:nvSpPr>
          <p:cNvPr id="18" name="TextBox 17">
            <a:extLst>
              <a:ext uri="{FF2B5EF4-FFF2-40B4-BE49-F238E27FC236}">
                <a16:creationId xmlns:a16="http://schemas.microsoft.com/office/drawing/2014/main" id="{D3DE1068-9C54-4D92-A45F-8DEAD06D3824}"/>
              </a:ext>
            </a:extLst>
          </p:cNvPr>
          <p:cNvSpPr txBox="1"/>
          <p:nvPr/>
        </p:nvSpPr>
        <p:spPr>
          <a:xfrm>
            <a:off x="3179829" y="4193974"/>
            <a:ext cx="4415073" cy="1815882"/>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Person()</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get_name</a:t>
            </a:r>
            <a:r>
              <a:rPr lang="en-GB" sz="2800" b="1" dirty="0">
                <a:solidFill>
                  <a:schemeClr val="accent1"/>
                </a:solidFill>
              </a:rPr>
              <a:t>(): String</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get_age</a:t>
            </a:r>
            <a:r>
              <a:rPr lang="en-GB" sz="2800" b="1" dirty="0">
                <a:solidFill>
                  <a:schemeClr val="accent1"/>
                </a:solidFill>
              </a:rPr>
              <a:t>(): Integer</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set_age</a:t>
            </a:r>
            <a:r>
              <a:rPr lang="en-GB" sz="2800" b="1" dirty="0">
                <a:solidFill>
                  <a:schemeClr val="accent1"/>
                </a:solidFill>
              </a:rPr>
              <a:t>(age: Integer): void</a:t>
            </a:r>
          </a:p>
        </p:txBody>
      </p:sp>
      <p:sp>
        <p:nvSpPr>
          <p:cNvPr id="21" name="Rectangle 20">
            <a:extLst>
              <a:ext uri="{FF2B5EF4-FFF2-40B4-BE49-F238E27FC236}">
                <a16:creationId xmlns:a16="http://schemas.microsoft.com/office/drawing/2014/main" id="{61BE2CD1-5F61-4B09-9AEC-39EA9BFBB6A9}"/>
              </a:ext>
            </a:extLst>
          </p:cNvPr>
          <p:cNvSpPr/>
          <p:nvPr/>
        </p:nvSpPr>
        <p:spPr>
          <a:xfrm>
            <a:off x="7936075" y="1820513"/>
            <a:ext cx="1688154" cy="954107"/>
          </a:xfrm>
          <a:prstGeom prst="rect">
            <a:avLst/>
          </a:prstGeom>
        </p:spPr>
        <p:txBody>
          <a:bodyPr wrap="none">
            <a:spAutoFit/>
          </a:bodyPr>
          <a:lstStyle/>
          <a:p>
            <a:r>
              <a:rPr lang="en-GB" sz="2800" b="1" dirty="0">
                <a:solidFill>
                  <a:srgbClr val="FF0000"/>
                </a:solidFill>
              </a:rPr>
              <a:t>+</a:t>
            </a:r>
            <a:r>
              <a:rPr lang="en-GB" sz="2800" b="1" dirty="0">
                <a:solidFill>
                  <a:srgbClr val="7030A0"/>
                </a:solidFill>
              </a:rPr>
              <a:t> = public</a:t>
            </a:r>
          </a:p>
          <a:p>
            <a:r>
              <a:rPr lang="en-GB" sz="2800" b="1" dirty="0">
                <a:solidFill>
                  <a:srgbClr val="FF0000"/>
                </a:solidFill>
              </a:rPr>
              <a:t>-</a:t>
            </a:r>
            <a:r>
              <a:rPr lang="en-GB" sz="2800" b="1" dirty="0">
                <a:solidFill>
                  <a:srgbClr val="7030A0"/>
                </a:solidFill>
              </a:rPr>
              <a:t> = private</a:t>
            </a:r>
            <a:endParaRPr lang="en-GB" dirty="0">
              <a:solidFill>
                <a:srgbClr val="7030A0"/>
              </a:solidFill>
            </a:endParaRPr>
          </a:p>
        </p:txBody>
      </p:sp>
      <p:sp>
        <p:nvSpPr>
          <p:cNvPr id="22" name="Callout: Line with No Border 21">
            <a:extLst>
              <a:ext uri="{FF2B5EF4-FFF2-40B4-BE49-F238E27FC236}">
                <a16:creationId xmlns:a16="http://schemas.microsoft.com/office/drawing/2014/main" id="{26E50561-9E7A-49B1-BF1B-897BB0D6CA6D}"/>
              </a:ext>
            </a:extLst>
          </p:cNvPr>
          <p:cNvSpPr/>
          <p:nvPr/>
        </p:nvSpPr>
        <p:spPr>
          <a:xfrm flipH="1">
            <a:off x="7720545" y="4227964"/>
            <a:ext cx="3919608" cy="459183"/>
          </a:xfrm>
          <a:prstGeom prst="callout1">
            <a:avLst>
              <a:gd name="adj1" fmla="val 49244"/>
              <a:gd name="adj2" fmla="val 100557"/>
              <a:gd name="adj3" fmla="val 50495"/>
              <a:gd name="adj4" fmla="val 172360"/>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Constructor – class name</a:t>
            </a:r>
          </a:p>
        </p:txBody>
      </p:sp>
      <p:sp>
        <p:nvSpPr>
          <p:cNvPr id="23" name="Rectangle 22">
            <a:extLst>
              <a:ext uri="{FF2B5EF4-FFF2-40B4-BE49-F238E27FC236}">
                <a16:creationId xmlns:a16="http://schemas.microsoft.com/office/drawing/2014/main" id="{703AB56C-EA29-4B82-A3B9-946D93A89946}"/>
              </a:ext>
            </a:extLst>
          </p:cNvPr>
          <p:cNvSpPr/>
          <p:nvPr/>
        </p:nvSpPr>
        <p:spPr>
          <a:xfrm>
            <a:off x="1603054" y="6251111"/>
            <a:ext cx="8985922" cy="523220"/>
          </a:xfrm>
          <a:prstGeom prst="rect">
            <a:avLst/>
          </a:prstGeom>
        </p:spPr>
        <p:txBody>
          <a:bodyPr wrap="none">
            <a:spAutoFit/>
          </a:bodyPr>
          <a:lstStyle/>
          <a:p>
            <a:pPr algn="ctr"/>
            <a:r>
              <a:rPr lang="en-GB" sz="2800" b="1" dirty="0">
                <a:solidFill>
                  <a:srgbClr val="FF0000"/>
                </a:solidFill>
              </a:rPr>
              <a:t>Private properties / methods only accessible to the object! </a:t>
            </a:r>
            <a:endParaRPr lang="en-GB" sz="2800" b="1" dirty="0">
              <a:solidFill>
                <a:srgbClr val="7030A0"/>
              </a:solidFill>
            </a:endParaRPr>
          </a:p>
        </p:txBody>
      </p:sp>
      <p:sp>
        <p:nvSpPr>
          <p:cNvPr id="19" name="Rectangle 18">
            <a:extLst>
              <a:ext uri="{FF2B5EF4-FFF2-40B4-BE49-F238E27FC236}">
                <a16:creationId xmlns:a16="http://schemas.microsoft.com/office/drawing/2014/main" id="{6FDCD0ED-37D2-4509-B937-22AF1C6A2C79}"/>
              </a:ext>
            </a:extLst>
          </p:cNvPr>
          <p:cNvSpPr/>
          <p:nvPr/>
        </p:nvSpPr>
        <p:spPr>
          <a:xfrm>
            <a:off x="786945" y="3576336"/>
            <a:ext cx="1109151" cy="523220"/>
          </a:xfrm>
          <a:prstGeom prst="rect">
            <a:avLst/>
          </a:prstGeom>
        </p:spPr>
        <p:txBody>
          <a:bodyPr wrap="none">
            <a:spAutoFit/>
          </a:bodyPr>
          <a:lstStyle/>
          <a:p>
            <a:pPr algn="ctr"/>
            <a:r>
              <a:rPr lang="en-GB" sz="2800" b="1" dirty="0">
                <a:solidFill>
                  <a:srgbClr val="FF0000"/>
                </a:solidFill>
              </a:rPr>
              <a:t>(Data)</a:t>
            </a:r>
            <a:endParaRPr lang="en-GB" sz="2800" b="1" dirty="0">
              <a:solidFill>
                <a:srgbClr val="7030A0"/>
              </a:solidFill>
            </a:endParaRPr>
          </a:p>
        </p:txBody>
      </p:sp>
      <p:sp>
        <p:nvSpPr>
          <p:cNvPr id="20" name="Rectangle 19">
            <a:extLst>
              <a:ext uri="{FF2B5EF4-FFF2-40B4-BE49-F238E27FC236}">
                <a16:creationId xmlns:a16="http://schemas.microsoft.com/office/drawing/2014/main" id="{EE354554-5AFB-49A6-A53C-9776BB163FA1}"/>
              </a:ext>
            </a:extLst>
          </p:cNvPr>
          <p:cNvSpPr/>
          <p:nvPr/>
        </p:nvSpPr>
        <p:spPr>
          <a:xfrm>
            <a:off x="575378" y="5218168"/>
            <a:ext cx="1928478" cy="523220"/>
          </a:xfrm>
          <a:prstGeom prst="rect">
            <a:avLst/>
          </a:prstGeom>
        </p:spPr>
        <p:txBody>
          <a:bodyPr wrap="none">
            <a:spAutoFit/>
          </a:bodyPr>
          <a:lstStyle/>
          <a:p>
            <a:pPr algn="ctr"/>
            <a:r>
              <a:rPr lang="en-GB" sz="2800" b="1" dirty="0">
                <a:solidFill>
                  <a:srgbClr val="FF0000"/>
                </a:solidFill>
              </a:rPr>
              <a:t>(Behaviour)</a:t>
            </a:r>
            <a:endParaRPr lang="en-GB" sz="2800" b="1" dirty="0">
              <a:solidFill>
                <a:srgbClr val="7030A0"/>
              </a:solidFill>
            </a:endParaRPr>
          </a:p>
        </p:txBody>
      </p:sp>
      <mc:AlternateContent xmlns:mc="http://schemas.openxmlformats.org/markup-compatibility/2006" xmlns:p14="http://schemas.microsoft.com/office/powerpoint/2010/main">
        <mc:Choice Requires="p14">
          <p:contentPart p14:bwMode="auto" r:id="rId3">
            <p14:nvContentPartPr>
              <p14:cNvPr id="34" name="Ink 33">
                <a:extLst>
                  <a:ext uri="{FF2B5EF4-FFF2-40B4-BE49-F238E27FC236}">
                    <a16:creationId xmlns:a16="http://schemas.microsoft.com/office/drawing/2014/main" id="{29E9023C-59F0-1A99-64DB-3EB8247A9252}"/>
                  </a:ext>
                </a:extLst>
              </p14:cNvPr>
              <p14:cNvContentPartPr/>
              <p14:nvPr/>
            </p14:nvContentPartPr>
            <p14:xfrm>
              <a:off x="11277302" y="2348988"/>
              <a:ext cx="8280" cy="3960"/>
            </p14:xfrm>
          </p:contentPart>
        </mc:Choice>
        <mc:Fallback xmlns="">
          <p:pic>
            <p:nvPicPr>
              <p:cNvPr id="34" name="Ink 33">
                <a:extLst>
                  <a:ext uri="{FF2B5EF4-FFF2-40B4-BE49-F238E27FC236}">
                    <a16:creationId xmlns:a16="http://schemas.microsoft.com/office/drawing/2014/main" id="{29E9023C-59F0-1A99-64DB-3EB8247A9252}"/>
                  </a:ext>
                </a:extLst>
              </p:cNvPr>
              <p:cNvPicPr/>
              <p:nvPr/>
            </p:nvPicPr>
            <p:blipFill>
              <a:blip r:embed="rId4"/>
              <a:stretch>
                <a:fillRect/>
              </a:stretch>
            </p:blipFill>
            <p:spPr>
              <a:xfrm>
                <a:off x="11271437" y="2343378"/>
                <a:ext cx="20010" cy="15180"/>
              </a:xfrm>
              <a:prstGeom prst="rect">
                <a:avLst/>
              </a:prstGeom>
            </p:spPr>
          </p:pic>
        </mc:Fallback>
      </mc:AlternateContent>
      <p:sp>
        <p:nvSpPr>
          <p:cNvPr id="57" name="Callout: Line with No Border 21">
            <a:extLst>
              <a:ext uri="{FF2B5EF4-FFF2-40B4-BE49-F238E27FC236}">
                <a16:creationId xmlns:a16="http://schemas.microsoft.com/office/drawing/2014/main" id="{572AD0FF-61D3-BD77-DA13-9B37EF2A319F}"/>
              </a:ext>
            </a:extLst>
          </p:cNvPr>
          <p:cNvSpPr/>
          <p:nvPr/>
        </p:nvSpPr>
        <p:spPr>
          <a:xfrm flipH="1">
            <a:off x="7764948" y="4649636"/>
            <a:ext cx="2030407" cy="459183"/>
          </a:xfrm>
          <a:prstGeom prst="callout1">
            <a:avLst>
              <a:gd name="adj1" fmla="val 49244"/>
              <a:gd name="adj2" fmla="val 100557"/>
              <a:gd name="adj3" fmla="val 52938"/>
              <a:gd name="adj4" fmla="val 168066"/>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Return type</a:t>
            </a:r>
          </a:p>
        </p:txBody>
      </p:sp>
      <p:sp>
        <p:nvSpPr>
          <p:cNvPr id="58" name="Callout: Line with No Border 21">
            <a:extLst>
              <a:ext uri="{FF2B5EF4-FFF2-40B4-BE49-F238E27FC236}">
                <a16:creationId xmlns:a16="http://schemas.microsoft.com/office/drawing/2014/main" id="{99C5C3D1-F650-3BFA-305F-A465843E48F8}"/>
              </a:ext>
            </a:extLst>
          </p:cNvPr>
          <p:cNvSpPr/>
          <p:nvPr/>
        </p:nvSpPr>
        <p:spPr>
          <a:xfrm flipH="1">
            <a:off x="7720545" y="5120482"/>
            <a:ext cx="2868431" cy="459183"/>
          </a:xfrm>
          <a:prstGeom prst="callout1">
            <a:avLst>
              <a:gd name="adj1" fmla="val 49244"/>
              <a:gd name="adj2" fmla="val 100557"/>
              <a:gd name="adj3" fmla="val 105471"/>
              <a:gd name="adj4" fmla="val 138535"/>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Parameter &amp; type</a:t>
            </a:r>
          </a:p>
        </p:txBody>
      </p:sp>
    </p:spTree>
    <p:extLst>
      <p:ext uri="{BB962C8B-B14F-4D97-AF65-F5344CB8AC3E}">
        <p14:creationId xmlns:p14="http://schemas.microsoft.com/office/powerpoint/2010/main" val="1982100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10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1000"/>
                                        <p:tgtEl>
                                          <p:spTgt spid="13"/>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7">
                                            <p:txEl>
                                              <p:pRg st="0" end="0"/>
                                            </p:txEl>
                                          </p:spTgt>
                                        </p:tgtEl>
                                        <p:attrNameLst>
                                          <p:attrName>style.visibility</p:attrName>
                                        </p:attrNameLst>
                                      </p:cBhvr>
                                      <p:to>
                                        <p:strVal val="visible"/>
                                      </p:to>
                                    </p:set>
                                    <p:animEffect transition="in" filter="wipe(left)">
                                      <p:cBhvr>
                                        <p:cTn id="20" dur="1000"/>
                                        <p:tgtEl>
                                          <p:spTgt spid="17">
                                            <p:txEl>
                                              <p:pRg st="0" end="0"/>
                                            </p:txEl>
                                          </p:spTgt>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17">
                                            <p:txEl>
                                              <p:pRg st="1" end="1"/>
                                            </p:txEl>
                                          </p:spTgt>
                                        </p:tgtEl>
                                        <p:attrNameLst>
                                          <p:attrName>style.visibility</p:attrName>
                                        </p:attrNameLst>
                                      </p:cBhvr>
                                      <p:to>
                                        <p:strVal val="visible"/>
                                      </p:to>
                                    </p:set>
                                    <p:animEffect transition="in" filter="wipe(left)">
                                      <p:cBhvr>
                                        <p:cTn id="24" dur="1000"/>
                                        <p:tgtEl>
                                          <p:spTgt spid="17">
                                            <p:txEl>
                                              <p:pRg st="1" end="1"/>
                                            </p:txEl>
                                          </p:spTgt>
                                        </p:tgtEl>
                                      </p:cBhvr>
                                    </p:animEffect>
                                  </p:childTnLst>
                                </p:cTn>
                              </p:par>
                            </p:childTnLst>
                          </p:cTn>
                        </p:par>
                        <p:par>
                          <p:cTn id="25" fill="hold">
                            <p:stCondLst>
                              <p:cond delay="3000"/>
                            </p:stCondLst>
                            <p:childTnLst>
                              <p:par>
                                <p:cTn id="26" presetID="22" presetClass="entr" presetSubtype="8" fill="hold" nodeType="afterEffect">
                                  <p:stCondLst>
                                    <p:cond delay="0"/>
                                  </p:stCondLst>
                                  <p:childTnLst>
                                    <p:set>
                                      <p:cBhvr>
                                        <p:cTn id="27" dur="1" fill="hold">
                                          <p:stCondLst>
                                            <p:cond delay="0"/>
                                          </p:stCondLst>
                                        </p:cTn>
                                        <p:tgtEl>
                                          <p:spTgt spid="17">
                                            <p:txEl>
                                              <p:pRg st="2" end="2"/>
                                            </p:txEl>
                                          </p:spTgt>
                                        </p:tgtEl>
                                        <p:attrNameLst>
                                          <p:attrName>style.visibility</p:attrName>
                                        </p:attrNameLst>
                                      </p:cBhvr>
                                      <p:to>
                                        <p:strVal val="visible"/>
                                      </p:to>
                                    </p:set>
                                    <p:animEffect transition="in" filter="wipe(left)">
                                      <p:cBhvr>
                                        <p:cTn id="28" dur="1000"/>
                                        <p:tgtEl>
                                          <p:spTgt spid="17">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1000"/>
                                        <p:tgtEl>
                                          <p:spTgt spid="14"/>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animEffect transition="in" filter="wipe(left)">
                                      <p:cBhvr>
                                        <p:cTn id="37" dur="1000"/>
                                        <p:tgtEl>
                                          <p:spTgt spid="18">
                                            <p:txEl>
                                              <p:pRg st="0" end="0"/>
                                            </p:txEl>
                                          </p:spTgt>
                                        </p:tgtEl>
                                      </p:cBhvr>
                                    </p:animEffect>
                                  </p:childTnLst>
                                </p:cTn>
                              </p:par>
                            </p:childTnLst>
                          </p:cTn>
                        </p:par>
                        <p:par>
                          <p:cTn id="38" fill="hold">
                            <p:stCondLst>
                              <p:cond delay="2000"/>
                            </p:stCondLst>
                            <p:childTnLst>
                              <p:par>
                                <p:cTn id="39" presetID="22" presetClass="entr" presetSubtype="8" fill="hold" nodeType="afterEffect">
                                  <p:stCondLst>
                                    <p:cond delay="0"/>
                                  </p:stCondLst>
                                  <p:childTnLst>
                                    <p:set>
                                      <p:cBhvr>
                                        <p:cTn id="40" dur="1" fill="hold">
                                          <p:stCondLst>
                                            <p:cond delay="0"/>
                                          </p:stCondLst>
                                        </p:cTn>
                                        <p:tgtEl>
                                          <p:spTgt spid="18">
                                            <p:txEl>
                                              <p:pRg st="1" end="1"/>
                                            </p:txEl>
                                          </p:spTgt>
                                        </p:tgtEl>
                                        <p:attrNameLst>
                                          <p:attrName>style.visibility</p:attrName>
                                        </p:attrNameLst>
                                      </p:cBhvr>
                                      <p:to>
                                        <p:strVal val="visible"/>
                                      </p:to>
                                    </p:set>
                                    <p:animEffect transition="in" filter="wipe(left)">
                                      <p:cBhvr>
                                        <p:cTn id="41" dur="1000"/>
                                        <p:tgtEl>
                                          <p:spTgt spid="18">
                                            <p:txEl>
                                              <p:pRg st="1" end="1"/>
                                            </p:txEl>
                                          </p:spTgt>
                                        </p:tgtEl>
                                      </p:cBhvr>
                                    </p:animEffect>
                                  </p:childTnLst>
                                </p:cTn>
                              </p:par>
                            </p:childTnLst>
                          </p:cTn>
                        </p:par>
                        <p:par>
                          <p:cTn id="42" fill="hold">
                            <p:stCondLst>
                              <p:cond delay="3000"/>
                            </p:stCondLst>
                            <p:childTnLst>
                              <p:par>
                                <p:cTn id="43" presetID="22" presetClass="entr" presetSubtype="8" fill="hold" nodeType="afterEffect">
                                  <p:stCondLst>
                                    <p:cond delay="0"/>
                                  </p:stCondLst>
                                  <p:childTnLst>
                                    <p:set>
                                      <p:cBhvr>
                                        <p:cTn id="44" dur="1" fill="hold">
                                          <p:stCondLst>
                                            <p:cond delay="0"/>
                                          </p:stCondLst>
                                        </p:cTn>
                                        <p:tgtEl>
                                          <p:spTgt spid="18">
                                            <p:txEl>
                                              <p:pRg st="2" end="2"/>
                                            </p:txEl>
                                          </p:spTgt>
                                        </p:tgtEl>
                                        <p:attrNameLst>
                                          <p:attrName>style.visibility</p:attrName>
                                        </p:attrNameLst>
                                      </p:cBhvr>
                                      <p:to>
                                        <p:strVal val="visible"/>
                                      </p:to>
                                    </p:set>
                                    <p:animEffect transition="in" filter="wipe(left)">
                                      <p:cBhvr>
                                        <p:cTn id="45" dur="1000"/>
                                        <p:tgtEl>
                                          <p:spTgt spid="18">
                                            <p:txEl>
                                              <p:pRg st="2" end="2"/>
                                            </p:txEl>
                                          </p:spTgt>
                                        </p:tgtEl>
                                      </p:cBhvr>
                                    </p:animEffect>
                                  </p:childTnLst>
                                </p:cTn>
                              </p:par>
                            </p:childTnLst>
                          </p:cTn>
                        </p:par>
                        <p:par>
                          <p:cTn id="46" fill="hold">
                            <p:stCondLst>
                              <p:cond delay="4000"/>
                            </p:stCondLst>
                            <p:childTnLst>
                              <p:par>
                                <p:cTn id="47" presetID="22" presetClass="entr" presetSubtype="8" fill="hold" nodeType="afterEffect">
                                  <p:stCondLst>
                                    <p:cond delay="0"/>
                                  </p:stCondLst>
                                  <p:childTnLst>
                                    <p:set>
                                      <p:cBhvr>
                                        <p:cTn id="48" dur="1" fill="hold">
                                          <p:stCondLst>
                                            <p:cond delay="0"/>
                                          </p:stCondLst>
                                        </p:cTn>
                                        <p:tgtEl>
                                          <p:spTgt spid="18">
                                            <p:txEl>
                                              <p:pRg st="3" end="3"/>
                                            </p:txEl>
                                          </p:spTgt>
                                        </p:tgtEl>
                                        <p:attrNameLst>
                                          <p:attrName>style.visibility</p:attrName>
                                        </p:attrNameLst>
                                      </p:cBhvr>
                                      <p:to>
                                        <p:strVal val="visible"/>
                                      </p:to>
                                    </p:set>
                                    <p:animEffect transition="in" filter="wipe(left)">
                                      <p:cBhvr>
                                        <p:cTn id="49" dur="1000"/>
                                        <p:tgtEl>
                                          <p:spTgt spid="18">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left)">
                                      <p:cBhvr>
                                        <p:cTn id="59" dur="10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ipe(left)">
                                      <p:cBhvr>
                                        <p:cTn id="64" dur="1000"/>
                                        <p:tgtEl>
                                          <p:spTgt spid="2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3000"/>
                                        <p:tgtEl>
                                          <p:spTgt spid="2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30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wipe(left)">
                                      <p:cBhvr>
                                        <p:cTn id="79" dur="3000"/>
                                        <p:tgtEl>
                                          <p:spTgt spid="5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58"/>
                                        </p:tgtEl>
                                        <p:attrNameLst>
                                          <p:attrName>style.visibility</p:attrName>
                                        </p:attrNameLst>
                                      </p:cBhvr>
                                      <p:to>
                                        <p:strVal val="visible"/>
                                      </p:to>
                                    </p:set>
                                    <p:animEffect transition="in" filter="wipe(left)">
                                      <p:cBhvr>
                                        <p:cTn id="84" dur="30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p:bldP spid="21" grpId="0"/>
      <p:bldP spid="22" grpId="0" animBg="1"/>
      <p:bldP spid="23" grpId="0"/>
      <p:bldP spid="19" grpId="0"/>
      <p:bldP spid="20" grpId="0"/>
      <p:bldP spid="57" grpId="0" animBg="1"/>
      <p:bldP spid="58"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A7C838-CC62-6FDE-DE0B-71F2AA874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C6E39-08E5-9BA9-59C1-326989E35A10}"/>
              </a:ext>
            </a:extLst>
          </p:cNvPr>
          <p:cNvSpPr>
            <a:spLocks noGrp="1"/>
          </p:cNvSpPr>
          <p:nvPr>
            <p:ph type="title"/>
          </p:nvPr>
        </p:nvSpPr>
        <p:spPr/>
        <p:txBody>
          <a:bodyPr/>
          <a:lstStyle/>
          <a:p>
            <a:r>
              <a:rPr lang="en-GB" dirty="0"/>
              <a:t>UML Class Diagram – Example</a:t>
            </a:r>
          </a:p>
        </p:txBody>
      </p:sp>
      <p:grpSp>
        <p:nvGrpSpPr>
          <p:cNvPr id="10" name="Group 9">
            <a:extLst>
              <a:ext uri="{FF2B5EF4-FFF2-40B4-BE49-F238E27FC236}">
                <a16:creationId xmlns:a16="http://schemas.microsoft.com/office/drawing/2014/main" id="{39C22189-5B47-3EBF-99B4-01525370E0DD}"/>
              </a:ext>
            </a:extLst>
          </p:cNvPr>
          <p:cNvGrpSpPr/>
          <p:nvPr/>
        </p:nvGrpSpPr>
        <p:grpSpPr>
          <a:xfrm>
            <a:off x="3166110" y="1965960"/>
            <a:ext cx="4401532" cy="4103370"/>
            <a:chOff x="3886200" y="1965960"/>
            <a:chExt cx="3600000" cy="3657600"/>
          </a:xfrm>
        </p:grpSpPr>
        <p:sp>
          <p:nvSpPr>
            <p:cNvPr id="4" name="Rectangle 3">
              <a:extLst>
                <a:ext uri="{FF2B5EF4-FFF2-40B4-BE49-F238E27FC236}">
                  <a16:creationId xmlns:a16="http://schemas.microsoft.com/office/drawing/2014/main" id="{1F67E913-42E7-1C3B-AE6C-7CBB33A0665A}"/>
                </a:ext>
              </a:extLst>
            </p:cNvPr>
            <p:cNvSpPr/>
            <p:nvPr/>
          </p:nvSpPr>
          <p:spPr>
            <a:xfrm>
              <a:off x="3886200" y="1965960"/>
              <a:ext cx="3600000" cy="3657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8C95A761-2817-CBE9-3736-CFB58F557A01}"/>
                </a:ext>
              </a:extLst>
            </p:cNvPr>
            <p:cNvCxnSpPr/>
            <p:nvPr/>
          </p:nvCxnSpPr>
          <p:spPr>
            <a:xfrm>
              <a:off x="3886200" y="3909619"/>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BE05BF8-5274-EC1A-E3EC-9DF1275BB8F8}"/>
                </a:ext>
              </a:extLst>
            </p:cNvPr>
            <p:cNvSpPr/>
            <p:nvPr/>
          </p:nvSpPr>
          <p:spPr>
            <a:xfrm>
              <a:off x="3886200" y="1965960"/>
              <a:ext cx="3600000" cy="686832"/>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TextBox 15">
            <a:extLst>
              <a:ext uri="{FF2B5EF4-FFF2-40B4-BE49-F238E27FC236}">
                <a16:creationId xmlns:a16="http://schemas.microsoft.com/office/drawing/2014/main" id="{C7AE0F42-682E-223C-B72C-FA5E389A26F5}"/>
              </a:ext>
            </a:extLst>
          </p:cNvPr>
          <p:cNvSpPr txBox="1"/>
          <p:nvPr/>
        </p:nvSpPr>
        <p:spPr>
          <a:xfrm>
            <a:off x="4365079" y="2035957"/>
            <a:ext cx="1202060" cy="523220"/>
          </a:xfrm>
          <a:prstGeom prst="rect">
            <a:avLst/>
          </a:prstGeom>
          <a:noFill/>
        </p:spPr>
        <p:txBody>
          <a:bodyPr wrap="none" rtlCol="0">
            <a:spAutoFit/>
          </a:bodyPr>
          <a:lstStyle/>
          <a:p>
            <a:pPr algn="ctr"/>
            <a:r>
              <a:rPr lang="en-GB" sz="2800" b="1" dirty="0">
                <a:solidFill>
                  <a:schemeClr val="accent1"/>
                </a:solidFill>
              </a:rPr>
              <a:t>Person</a:t>
            </a:r>
          </a:p>
        </p:txBody>
      </p:sp>
      <p:sp>
        <p:nvSpPr>
          <p:cNvPr id="17" name="TextBox 16">
            <a:extLst>
              <a:ext uri="{FF2B5EF4-FFF2-40B4-BE49-F238E27FC236}">
                <a16:creationId xmlns:a16="http://schemas.microsoft.com/office/drawing/2014/main" id="{C11882F0-3C80-045C-FCF7-42E1FAC03D79}"/>
              </a:ext>
            </a:extLst>
          </p:cNvPr>
          <p:cNvSpPr txBox="1"/>
          <p:nvPr/>
        </p:nvSpPr>
        <p:spPr>
          <a:xfrm>
            <a:off x="3179830" y="2736502"/>
            <a:ext cx="3060700" cy="1404000"/>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forename: String</a:t>
            </a:r>
          </a:p>
          <a:p>
            <a:r>
              <a:rPr lang="en-GB" sz="2800" b="1" dirty="0">
                <a:solidFill>
                  <a:srgbClr val="FF0000"/>
                </a:solidFill>
              </a:rPr>
              <a:t>-</a:t>
            </a:r>
            <a:r>
              <a:rPr lang="en-GB" sz="2800" b="1" dirty="0">
                <a:solidFill>
                  <a:schemeClr val="accent1"/>
                </a:solidFill>
              </a:rPr>
              <a:t> surname: String</a:t>
            </a:r>
          </a:p>
          <a:p>
            <a:r>
              <a:rPr lang="en-GB" sz="2800" b="1" dirty="0">
                <a:solidFill>
                  <a:srgbClr val="FF0000"/>
                </a:solidFill>
              </a:rPr>
              <a:t>-</a:t>
            </a:r>
            <a:r>
              <a:rPr lang="en-GB" sz="2800" b="1" dirty="0">
                <a:solidFill>
                  <a:schemeClr val="accent1"/>
                </a:solidFill>
              </a:rPr>
              <a:t> age: Integer</a:t>
            </a:r>
          </a:p>
        </p:txBody>
      </p:sp>
      <p:sp>
        <p:nvSpPr>
          <p:cNvPr id="18" name="TextBox 17">
            <a:extLst>
              <a:ext uri="{FF2B5EF4-FFF2-40B4-BE49-F238E27FC236}">
                <a16:creationId xmlns:a16="http://schemas.microsoft.com/office/drawing/2014/main" id="{FD89EA82-2CA8-B18C-C016-50912B2336A4}"/>
              </a:ext>
            </a:extLst>
          </p:cNvPr>
          <p:cNvSpPr txBox="1"/>
          <p:nvPr/>
        </p:nvSpPr>
        <p:spPr>
          <a:xfrm>
            <a:off x="3179830" y="4193974"/>
            <a:ext cx="4387812" cy="1815882"/>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Person()</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get_name</a:t>
            </a:r>
            <a:r>
              <a:rPr lang="en-GB" sz="2800" b="1" dirty="0">
                <a:solidFill>
                  <a:schemeClr val="accent1"/>
                </a:solidFill>
              </a:rPr>
              <a:t>(): String</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get_age</a:t>
            </a:r>
            <a:r>
              <a:rPr lang="en-GB" sz="2800" b="1" dirty="0">
                <a:solidFill>
                  <a:schemeClr val="accent1"/>
                </a:solidFill>
              </a:rPr>
              <a:t>(): Integer</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set_age</a:t>
            </a:r>
            <a:r>
              <a:rPr lang="en-GB" sz="2800" b="1" dirty="0">
                <a:solidFill>
                  <a:schemeClr val="accent1"/>
                </a:solidFill>
              </a:rPr>
              <a:t>(age: Integer): void</a:t>
            </a:r>
          </a:p>
        </p:txBody>
      </p:sp>
    </p:spTree>
    <p:extLst>
      <p:ext uri="{BB962C8B-B14F-4D97-AF65-F5344CB8AC3E}">
        <p14:creationId xmlns:p14="http://schemas.microsoft.com/office/powerpoint/2010/main" val="73686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animEffect transition="in" filter="wipe(left)">
                                      <p:cBhvr>
                                        <p:cTn id="11" dur="1000"/>
                                        <p:tgtEl>
                                          <p:spTgt spid="17">
                                            <p:txEl>
                                              <p:pRg st="0" end="0"/>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Effect transition="in" filter="wipe(left)">
                                      <p:cBhvr>
                                        <p:cTn id="15" dur="1000"/>
                                        <p:tgtEl>
                                          <p:spTgt spid="17">
                                            <p:txEl>
                                              <p:pRg st="1" end="1"/>
                                            </p:txEl>
                                          </p:spTgt>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animEffect transition="in" filter="wipe(left)">
                                      <p:cBhvr>
                                        <p:cTn id="19" dur="1000"/>
                                        <p:tgtEl>
                                          <p:spTgt spid="17">
                                            <p:txEl>
                                              <p:pRg st="2" end="2"/>
                                            </p:txEl>
                                          </p:spTgt>
                                        </p:tgtEl>
                                      </p:cBhvr>
                                    </p:animEffect>
                                  </p:childTnLst>
                                </p:cTn>
                              </p:par>
                            </p:childTnLst>
                          </p:cTn>
                        </p:par>
                        <p:par>
                          <p:cTn id="20" fill="hold">
                            <p:stCondLst>
                              <p:cond delay="4000"/>
                            </p:stCondLst>
                            <p:childTnLst>
                              <p:par>
                                <p:cTn id="21" presetID="22" presetClass="entr" presetSubtype="8" fill="hold" nodeType="afterEffect">
                                  <p:stCondLst>
                                    <p:cond delay="0"/>
                                  </p:stCondLst>
                                  <p:childTnLst>
                                    <p:set>
                                      <p:cBhvr>
                                        <p:cTn id="22" dur="1" fill="hold">
                                          <p:stCondLst>
                                            <p:cond delay="0"/>
                                          </p:stCondLst>
                                        </p:cTn>
                                        <p:tgtEl>
                                          <p:spTgt spid="18">
                                            <p:txEl>
                                              <p:pRg st="0" end="0"/>
                                            </p:txEl>
                                          </p:spTgt>
                                        </p:tgtEl>
                                        <p:attrNameLst>
                                          <p:attrName>style.visibility</p:attrName>
                                        </p:attrNameLst>
                                      </p:cBhvr>
                                      <p:to>
                                        <p:strVal val="visible"/>
                                      </p:to>
                                    </p:set>
                                    <p:animEffect transition="in" filter="wipe(left)">
                                      <p:cBhvr>
                                        <p:cTn id="23" dur="1000"/>
                                        <p:tgtEl>
                                          <p:spTgt spid="18">
                                            <p:txEl>
                                              <p:pRg st="0" end="0"/>
                                            </p:txEl>
                                          </p:spTgt>
                                        </p:tgtEl>
                                      </p:cBhvr>
                                    </p:animEffect>
                                  </p:childTnLst>
                                </p:cTn>
                              </p:par>
                            </p:childTnLst>
                          </p:cTn>
                        </p:par>
                        <p:par>
                          <p:cTn id="24" fill="hold">
                            <p:stCondLst>
                              <p:cond delay="5000"/>
                            </p:stCondLst>
                            <p:childTnLst>
                              <p:par>
                                <p:cTn id="25" presetID="22" presetClass="entr" presetSubtype="8" fill="hold" nodeType="afterEffect">
                                  <p:stCondLst>
                                    <p:cond delay="0"/>
                                  </p:stCondLst>
                                  <p:childTnLst>
                                    <p:set>
                                      <p:cBhvr>
                                        <p:cTn id="26" dur="1" fill="hold">
                                          <p:stCondLst>
                                            <p:cond delay="0"/>
                                          </p:stCondLst>
                                        </p:cTn>
                                        <p:tgtEl>
                                          <p:spTgt spid="18">
                                            <p:txEl>
                                              <p:pRg st="1" end="1"/>
                                            </p:txEl>
                                          </p:spTgt>
                                        </p:tgtEl>
                                        <p:attrNameLst>
                                          <p:attrName>style.visibility</p:attrName>
                                        </p:attrNameLst>
                                      </p:cBhvr>
                                      <p:to>
                                        <p:strVal val="visible"/>
                                      </p:to>
                                    </p:set>
                                    <p:animEffect transition="in" filter="wipe(left)">
                                      <p:cBhvr>
                                        <p:cTn id="27" dur="1000"/>
                                        <p:tgtEl>
                                          <p:spTgt spid="18">
                                            <p:txEl>
                                              <p:pRg st="1" end="1"/>
                                            </p:txEl>
                                          </p:spTgt>
                                        </p:tgtEl>
                                      </p:cBhvr>
                                    </p:animEffect>
                                  </p:childTnLst>
                                </p:cTn>
                              </p:par>
                            </p:childTnLst>
                          </p:cTn>
                        </p:par>
                        <p:par>
                          <p:cTn id="28" fill="hold">
                            <p:stCondLst>
                              <p:cond delay="6000"/>
                            </p:stCondLst>
                            <p:childTnLst>
                              <p:par>
                                <p:cTn id="29" presetID="22" presetClass="entr" presetSubtype="8" fill="hold" nodeType="afterEffect">
                                  <p:stCondLst>
                                    <p:cond delay="0"/>
                                  </p:stCondLst>
                                  <p:childTnLst>
                                    <p:set>
                                      <p:cBhvr>
                                        <p:cTn id="30" dur="1" fill="hold">
                                          <p:stCondLst>
                                            <p:cond delay="0"/>
                                          </p:stCondLst>
                                        </p:cTn>
                                        <p:tgtEl>
                                          <p:spTgt spid="18">
                                            <p:txEl>
                                              <p:pRg st="2" end="2"/>
                                            </p:txEl>
                                          </p:spTgt>
                                        </p:tgtEl>
                                        <p:attrNameLst>
                                          <p:attrName>style.visibility</p:attrName>
                                        </p:attrNameLst>
                                      </p:cBhvr>
                                      <p:to>
                                        <p:strVal val="visible"/>
                                      </p:to>
                                    </p:set>
                                    <p:animEffect transition="in" filter="wipe(left)">
                                      <p:cBhvr>
                                        <p:cTn id="31" dur="1000"/>
                                        <p:tgtEl>
                                          <p:spTgt spid="18">
                                            <p:txEl>
                                              <p:pRg st="2" end="2"/>
                                            </p:txEl>
                                          </p:spTgt>
                                        </p:tgtEl>
                                      </p:cBhvr>
                                    </p:animEffect>
                                  </p:childTnLst>
                                </p:cTn>
                              </p:par>
                            </p:childTnLst>
                          </p:cTn>
                        </p:par>
                        <p:par>
                          <p:cTn id="32" fill="hold">
                            <p:stCondLst>
                              <p:cond delay="7000"/>
                            </p:stCondLst>
                            <p:childTnLst>
                              <p:par>
                                <p:cTn id="33" presetID="22" presetClass="entr" presetSubtype="8" fill="hold" nodeType="afterEffect">
                                  <p:stCondLst>
                                    <p:cond delay="0"/>
                                  </p:stCondLst>
                                  <p:childTnLst>
                                    <p:set>
                                      <p:cBhvr>
                                        <p:cTn id="34" dur="1" fill="hold">
                                          <p:stCondLst>
                                            <p:cond delay="0"/>
                                          </p:stCondLst>
                                        </p:cTn>
                                        <p:tgtEl>
                                          <p:spTgt spid="18">
                                            <p:txEl>
                                              <p:pRg st="3" end="3"/>
                                            </p:txEl>
                                          </p:spTgt>
                                        </p:tgtEl>
                                        <p:attrNameLst>
                                          <p:attrName>style.visibility</p:attrName>
                                        </p:attrNameLst>
                                      </p:cBhvr>
                                      <p:to>
                                        <p:strVal val="visible"/>
                                      </p:to>
                                    </p:set>
                                    <p:animEffect transition="in" filter="wipe(left)">
                                      <p:cBhvr>
                                        <p:cTn id="35" dur="10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pPr marL="0" indent="0">
              <a:lnSpc>
                <a:spcPct val="100000"/>
              </a:lnSpc>
              <a:spcBef>
                <a:spcPts val="0"/>
              </a:spcBef>
              <a:spcAft>
                <a:spcPts val="600"/>
              </a:spcAft>
              <a:buNone/>
            </a:pPr>
            <a:r>
              <a:rPr lang="en-GB" dirty="0"/>
              <a:t>Describe, exemplify, and implement UML for class diagrams:</a:t>
            </a:r>
          </a:p>
          <a:p>
            <a:pPr lvl="1">
              <a:lnSpc>
                <a:spcPct val="100000"/>
              </a:lnSpc>
              <a:spcBef>
                <a:spcPts val="0"/>
              </a:spcBef>
              <a:spcAft>
                <a:spcPts val="600"/>
              </a:spcAft>
            </a:pPr>
            <a:r>
              <a:rPr lang="en-GB" sz="2800" dirty="0"/>
              <a:t>array of objects</a:t>
            </a:r>
          </a:p>
          <a:p>
            <a:pPr lvl="1">
              <a:lnSpc>
                <a:spcPct val="100000"/>
              </a:lnSpc>
              <a:spcBef>
                <a:spcPts val="0"/>
              </a:spcBef>
              <a:spcAft>
                <a:spcPts val="600"/>
              </a:spcAft>
            </a:pPr>
            <a:r>
              <a:rPr lang="en-GB" sz="2800" dirty="0"/>
              <a:t>inheritance</a:t>
            </a:r>
          </a:p>
        </p:txBody>
      </p:sp>
    </p:spTree>
    <p:extLst>
      <p:ext uri="{BB962C8B-B14F-4D97-AF65-F5344CB8AC3E}">
        <p14:creationId xmlns:p14="http://schemas.microsoft.com/office/powerpoint/2010/main" val="2004894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EF6B-9990-4895-9A8F-2103C304A52F}"/>
              </a:ext>
            </a:extLst>
          </p:cNvPr>
          <p:cNvSpPr>
            <a:spLocks noGrp="1"/>
          </p:cNvSpPr>
          <p:nvPr>
            <p:ph type="title"/>
          </p:nvPr>
        </p:nvSpPr>
        <p:spPr/>
        <p:txBody>
          <a:bodyPr/>
          <a:lstStyle/>
          <a:p>
            <a:r>
              <a:rPr lang="en-GB" dirty="0"/>
              <a:t>UML Inheritance</a:t>
            </a:r>
          </a:p>
        </p:txBody>
      </p:sp>
      <p:sp>
        <p:nvSpPr>
          <p:cNvPr id="14" name="Callout: Line with No Border 13">
            <a:extLst>
              <a:ext uri="{FF2B5EF4-FFF2-40B4-BE49-F238E27FC236}">
                <a16:creationId xmlns:a16="http://schemas.microsoft.com/office/drawing/2014/main" id="{E5304D38-62A3-4A8C-98E0-6337163FA56E}"/>
              </a:ext>
            </a:extLst>
          </p:cNvPr>
          <p:cNvSpPr/>
          <p:nvPr/>
        </p:nvSpPr>
        <p:spPr>
          <a:xfrm>
            <a:off x="555290" y="3301343"/>
            <a:ext cx="1668780" cy="458724"/>
          </a:xfrm>
          <a:prstGeom prst="callout1">
            <a:avLst>
              <a:gd name="adj1" fmla="val 50466"/>
              <a:gd name="adj2" fmla="val 100987"/>
              <a:gd name="adj3" fmla="val 224176"/>
              <a:gd name="adj4" fmla="val 171763"/>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Inherits</a:t>
            </a:r>
          </a:p>
        </p:txBody>
      </p:sp>
      <p:grpSp>
        <p:nvGrpSpPr>
          <p:cNvPr id="6" name="Group 5">
            <a:extLst>
              <a:ext uri="{FF2B5EF4-FFF2-40B4-BE49-F238E27FC236}">
                <a16:creationId xmlns:a16="http://schemas.microsoft.com/office/drawing/2014/main" id="{1AA28F7D-6FE7-4115-AE1B-CD86E306F984}"/>
              </a:ext>
            </a:extLst>
          </p:cNvPr>
          <p:cNvGrpSpPr/>
          <p:nvPr/>
        </p:nvGrpSpPr>
        <p:grpSpPr>
          <a:xfrm>
            <a:off x="3931920" y="1419858"/>
            <a:ext cx="3600000" cy="2803345"/>
            <a:chOff x="3931920" y="1419858"/>
            <a:chExt cx="3600000" cy="2803345"/>
          </a:xfrm>
        </p:grpSpPr>
        <p:sp>
          <p:nvSpPr>
            <p:cNvPr id="4" name="Rectangle 3">
              <a:extLst>
                <a:ext uri="{FF2B5EF4-FFF2-40B4-BE49-F238E27FC236}">
                  <a16:creationId xmlns:a16="http://schemas.microsoft.com/office/drawing/2014/main" id="{D68F3B12-91FF-4536-9BDF-3DFA0AD860B7}"/>
                </a:ext>
              </a:extLst>
            </p:cNvPr>
            <p:cNvSpPr/>
            <p:nvPr/>
          </p:nvSpPr>
          <p:spPr>
            <a:xfrm>
              <a:off x="3931920" y="1419861"/>
              <a:ext cx="3600000" cy="28033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0F620062-B2DF-4004-8305-6226A65C3AFF}"/>
                </a:ext>
              </a:extLst>
            </p:cNvPr>
            <p:cNvCxnSpPr/>
            <p:nvPr/>
          </p:nvCxnSpPr>
          <p:spPr>
            <a:xfrm>
              <a:off x="3931920" y="2816750"/>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06970F1-E4C6-493D-921A-F57A4EAA659D}"/>
                </a:ext>
              </a:extLst>
            </p:cNvPr>
            <p:cNvSpPr/>
            <p:nvPr/>
          </p:nvSpPr>
          <p:spPr>
            <a:xfrm>
              <a:off x="3931920" y="1419858"/>
              <a:ext cx="3600000" cy="46800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Person</a:t>
              </a:r>
              <a:endParaRPr lang="en-GB" sz="3200" b="1" dirty="0">
                <a:solidFill>
                  <a:srgbClr val="0070C0"/>
                </a:solidFill>
              </a:endParaRPr>
            </a:p>
          </p:txBody>
        </p:sp>
        <p:sp>
          <p:nvSpPr>
            <p:cNvPr id="17" name="TextBox 16">
              <a:extLst>
                <a:ext uri="{FF2B5EF4-FFF2-40B4-BE49-F238E27FC236}">
                  <a16:creationId xmlns:a16="http://schemas.microsoft.com/office/drawing/2014/main" id="{AE596573-766B-4AFA-B34B-C56D5BA1BE63}"/>
                </a:ext>
              </a:extLst>
            </p:cNvPr>
            <p:cNvSpPr txBox="1"/>
            <p:nvPr/>
          </p:nvSpPr>
          <p:spPr>
            <a:xfrm>
              <a:off x="4589619" y="1870149"/>
              <a:ext cx="2284600" cy="954107"/>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name: String</a:t>
              </a:r>
            </a:p>
            <a:p>
              <a:r>
                <a:rPr lang="en-GB" sz="2800" b="1" dirty="0">
                  <a:solidFill>
                    <a:srgbClr val="FF0000"/>
                  </a:solidFill>
                </a:rPr>
                <a:t>-</a:t>
              </a:r>
              <a:r>
                <a:rPr lang="en-GB" sz="2800" b="1" dirty="0">
                  <a:solidFill>
                    <a:schemeClr val="accent1"/>
                  </a:solidFill>
                </a:rPr>
                <a:t> age: Integer</a:t>
              </a:r>
            </a:p>
          </p:txBody>
        </p:sp>
        <p:sp>
          <p:nvSpPr>
            <p:cNvPr id="18" name="TextBox 17">
              <a:extLst>
                <a:ext uri="{FF2B5EF4-FFF2-40B4-BE49-F238E27FC236}">
                  <a16:creationId xmlns:a16="http://schemas.microsoft.com/office/drawing/2014/main" id="{D3DE1068-9C54-4D92-A45F-8DEAD06D3824}"/>
                </a:ext>
              </a:extLst>
            </p:cNvPr>
            <p:cNvSpPr txBox="1"/>
            <p:nvPr/>
          </p:nvSpPr>
          <p:spPr>
            <a:xfrm>
              <a:off x="4589619" y="2838208"/>
              <a:ext cx="2284600" cy="1384995"/>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Person()</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get_name</a:t>
              </a:r>
              <a:r>
                <a:rPr lang="en-GB" sz="2800" b="1" dirty="0">
                  <a:solidFill>
                    <a:schemeClr val="accent1"/>
                  </a:solidFill>
                </a:rPr>
                <a:t>()</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get_age</a:t>
              </a:r>
              <a:r>
                <a:rPr lang="en-GB" sz="2800" b="1" dirty="0">
                  <a:solidFill>
                    <a:schemeClr val="accent1"/>
                  </a:solidFill>
                </a:rPr>
                <a:t>()</a:t>
              </a:r>
            </a:p>
          </p:txBody>
        </p:sp>
      </p:grpSp>
      <p:grpSp>
        <p:nvGrpSpPr>
          <p:cNvPr id="5" name="Group 4">
            <a:extLst>
              <a:ext uri="{FF2B5EF4-FFF2-40B4-BE49-F238E27FC236}">
                <a16:creationId xmlns:a16="http://schemas.microsoft.com/office/drawing/2014/main" id="{9B282EDB-923B-43AA-A7A0-4FB78350E754}"/>
              </a:ext>
            </a:extLst>
          </p:cNvPr>
          <p:cNvGrpSpPr/>
          <p:nvPr/>
        </p:nvGrpSpPr>
        <p:grpSpPr>
          <a:xfrm>
            <a:off x="697530" y="4762740"/>
            <a:ext cx="3600000" cy="1886237"/>
            <a:chOff x="7883190" y="3681709"/>
            <a:chExt cx="3600000" cy="1886237"/>
          </a:xfrm>
        </p:grpSpPr>
        <p:sp>
          <p:nvSpPr>
            <p:cNvPr id="20" name="Rectangle 19">
              <a:extLst>
                <a:ext uri="{FF2B5EF4-FFF2-40B4-BE49-F238E27FC236}">
                  <a16:creationId xmlns:a16="http://schemas.microsoft.com/office/drawing/2014/main" id="{F9AD989B-F1AD-48F4-AEE9-9B57F69F844A}"/>
                </a:ext>
              </a:extLst>
            </p:cNvPr>
            <p:cNvSpPr/>
            <p:nvPr/>
          </p:nvSpPr>
          <p:spPr>
            <a:xfrm>
              <a:off x="7883190" y="3681710"/>
              <a:ext cx="3600000" cy="188623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FD737D40-1EBB-44CD-81E0-4959A8119A08}"/>
                </a:ext>
              </a:extLst>
            </p:cNvPr>
            <p:cNvCxnSpPr/>
            <p:nvPr/>
          </p:nvCxnSpPr>
          <p:spPr>
            <a:xfrm>
              <a:off x="7883190" y="4631153"/>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8ED6BD4-D2B0-4DF3-BED1-47D309818666}"/>
                </a:ext>
              </a:extLst>
            </p:cNvPr>
            <p:cNvSpPr/>
            <p:nvPr/>
          </p:nvSpPr>
          <p:spPr>
            <a:xfrm>
              <a:off x="7883190" y="3681709"/>
              <a:ext cx="3600000" cy="43200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Pupil</a:t>
              </a:r>
              <a:endParaRPr lang="en-GB" sz="3200" b="1" dirty="0">
                <a:solidFill>
                  <a:srgbClr val="0070C0"/>
                </a:solidFill>
              </a:endParaRPr>
            </a:p>
          </p:txBody>
        </p:sp>
        <p:sp>
          <p:nvSpPr>
            <p:cNvPr id="26" name="TextBox 25">
              <a:extLst>
                <a:ext uri="{FF2B5EF4-FFF2-40B4-BE49-F238E27FC236}">
                  <a16:creationId xmlns:a16="http://schemas.microsoft.com/office/drawing/2014/main" id="{EC3E50A6-C1AB-4FE5-864D-16BBF061445C}"/>
                </a:ext>
              </a:extLst>
            </p:cNvPr>
            <p:cNvSpPr txBox="1"/>
            <p:nvPr/>
          </p:nvSpPr>
          <p:spPr>
            <a:xfrm>
              <a:off x="8236278" y="4100464"/>
              <a:ext cx="3114923" cy="523220"/>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a:t>
              </a:r>
              <a:r>
                <a:rPr lang="en-GB" sz="2800" b="1" dirty="0" err="1">
                  <a:solidFill>
                    <a:schemeClr val="accent1"/>
                  </a:solidFill>
                </a:rPr>
                <a:t>year_group</a:t>
              </a:r>
              <a:r>
                <a:rPr lang="en-GB" sz="2800" b="1" dirty="0">
                  <a:solidFill>
                    <a:schemeClr val="accent1"/>
                  </a:solidFill>
                </a:rPr>
                <a:t>: String</a:t>
              </a:r>
            </a:p>
          </p:txBody>
        </p:sp>
        <p:sp>
          <p:nvSpPr>
            <p:cNvPr id="27" name="TextBox 26">
              <a:extLst>
                <a:ext uri="{FF2B5EF4-FFF2-40B4-BE49-F238E27FC236}">
                  <a16:creationId xmlns:a16="http://schemas.microsoft.com/office/drawing/2014/main" id="{DBEA44BA-2065-4960-99BA-43573E7581B5}"/>
                </a:ext>
              </a:extLst>
            </p:cNvPr>
            <p:cNvSpPr txBox="1"/>
            <p:nvPr/>
          </p:nvSpPr>
          <p:spPr>
            <a:xfrm>
              <a:off x="8236278" y="4591642"/>
              <a:ext cx="3008140" cy="954107"/>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Pupil()</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get_year_group</a:t>
              </a:r>
              <a:r>
                <a:rPr lang="en-GB" sz="2800" b="1" dirty="0">
                  <a:solidFill>
                    <a:schemeClr val="accent1"/>
                  </a:solidFill>
                </a:rPr>
                <a:t>()</a:t>
              </a:r>
            </a:p>
          </p:txBody>
        </p:sp>
      </p:grpSp>
      <p:grpSp>
        <p:nvGrpSpPr>
          <p:cNvPr id="29" name="Group 28">
            <a:extLst>
              <a:ext uri="{FF2B5EF4-FFF2-40B4-BE49-F238E27FC236}">
                <a16:creationId xmlns:a16="http://schemas.microsoft.com/office/drawing/2014/main" id="{EB1001EF-2209-4669-BF53-AFCF59C6179D}"/>
              </a:ext>
            </a:extLst>
          </p:cNvPr>
          <p:cNvGrpSpPr/>
          <p:nvPr/>
        </p:nvGrpSpPr>
        <p:grpSpPr>
          <a:xfrm>
            <a:off x="7105369" y="4737440"/>
            <a:ext cx="3600000" cy="1886237"/>
            <a:chOff x="7883190" y="3681709"/>
            <a:chExt cx="3600000" cy="1886237"/>
          </a:xfrm>
        </p:grpSpPr>
        <p:sp>
          <p:nvSpPr>
            <p:cNvPr id="30" name="Rectangle 29">
              <a:extLst>
                <a:ext uri="{FF2B5EF4-FFF2-40B4-BE49-F238E27FC236}">
                  <a16:creationId xmlns:a16="http://schemas.microsoft.com/office/drawing/2014/main" id="{09D47A08-40A4-41E1-A2C1-918C0388BB27}"/>
                </a:ext>
              </a:extLst>
            </p:cNvPr>
            <p:cNvSpPr/>
            <p:nvPr/>
          </p:nvSpPr>
          <p:spPr>
            <a:xfrm>
              <a:off x="7883190" y="3681710"/>
              <a:ext cx="3600000" cy="188623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Straight Connector 30">
              <a:extLst>
                <a:ext uri="{FF2B5EF4-FFF2-40B4-BE49-F238E27FC236}">
                  <a16:creationId xmlns:a16="http://schemas.microsoft.com/office/drawing/2014/main" id="{2D36A0A9-6448-4761-9F28-444BF419DD8E}"/>
                </a:ext>
              </a:extLst>
            </p:cNvPr>
            <p:cNvCxnSpPr/>
            <p:nvPr/>
          </p:nvCxnSpPr>
          <p:spPr>
            <a:xfrm>
              <a:off x="7883190" y="4631153"/>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6F9E9482-EB24-4541-877E-068D4A0C3A11}"/>
                </a:ext>
              </a:extLst>
            </p:cNvPr>
            <p:cNvSpPr/>
            <p:nvPr/>
          </p:nvSpPr>
          <p:spPr>
            <a:xfrm>
              <a:off x="7883190" y="3681709"/>
              <a:ext cx="3600000" cy="43200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Staff</a:t>
              </a:r>
              <a:endParaRPr lang="en-GB" sz="3200" b="1" dirty="0">
                <a:solidFill>
                  <a:srgbClr val="0070C0"/>
                </a:solidFill>
              </a:endParaRPr>
            </a:p>
          </p:txBody>
        </p:sp>
        <p:sp>
          <p:nvSpPr>
            <p:cNvPr id="33" name="TextBox 32">
              <a:extLst>
                <a:ext uri="{FF2B5EF4-FFF2-40B4-BE49-F238E27FC236}">
                  <a16:creationId xmlns:a16="http://schemas.microsoft.com/office/drawing/2014/main" id="{B31FDF04-E2F6-4383-9A71-B1E096B511B4}"/>
                </a:ext>
              </a:extLst>
            </p:cNvPr>
            <p:cNvSpPr txBox="1"/>
            <p:nvPr/>
          </p:nvSpPr>
          <p:spPr>
            <a:xfrm>
              <a:off x="8401377" y="4100464"/>
              <a:ext cx="2580894" cy="523220"/>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subject: String</a:t>
              </a:r>
            </a:p>
          </p:txBody>
        </p:sp>
        <p:sp>
          <p:nvSpPr>
            <p:cNvPr id="34" name="TextBox 33">
              <a:extLst>
                <a:ext uri="{FF2B5EF4-FFF2-40B4-BE49-F238E27FC236}">
                  <a16:creationId xmlns:a16="http://schemas.microsoft.com/office/drawing/2014/main" id="{33D21E20-5786-42ED-A48F-1F8E03BC725B}"/>
                </a:ext>
              </a:extLst>
            </p:cNvPr>
            <p:cNvSpPr txBox="1"/>
            <p:nvPr/>
          </p:nvSpPr>
          <p:spPr>
            <a:xfrm>
              <a:off x="8401378" y="4591642"/>
              <a:ext cx="2712882" cy="954107"/>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Staff() </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get_subject</a:t>
              </a:r>
              <a:r>
                <a:rPr lang="en-GB" sz="2800" b="1" dirty="0">
                  <a:solidFill>
                    <a:schemeClr val="accent1"/>
                  </a:solidFill>
                </a:rPr>
                <a:t>()</a:t>
              </a:r>
            </a:p>
          </p:txBody>
        </p:sp>
      </p:grpSp>
      <p:sp>
        <p:nvSpPr>
          <p:cNvPr id="35" name="Rectangle 34">
            <a:extLst>
              <a:ext uri="{FF2B5EF4-FFF2-40B4-BE49-F238E27FC236}">
                <a16:creationId xmlns:a16="http://schemas.microsoft.com/office/drawing/2014/main" id="{67882CB4-64C2-47C3-B796-954847CC112D}"/>
              </a:ext>
            </a:extLst>
          </p:cNvPr>
          <p:cNvSpPr/>
          <p:nvPr/>
        </p:nvSpPr>
        <p:spPr>
          <a:xfrm>
            <a:off x="8189619" y="1793393"/>
            <a:ext cx="3030831" cy="2046714"/>
          </a:xfrm>
          <a:prstGeom prst="rect">
            <a:avLst/>
          </a:prstGeom>
        </p:spPr>
        <p:txBody>
          <a:bodyPr wrap="square">
            <a:spAutoFit/>
          </a:bodyPr>
          <a:lstStyle/>
          <a:p>
            <a:pPr>
              <a:spcAft>
                <a:spcPts val="600"/>
              </a:spcAft>
            </a:pPr>
            <a:r>
              <a:rPr lang="en-GB" sz="2800" b="1" dirty="0">
                <a:solidFill>
                  <a:srgbClr val="7030A0"/>
                </a:solidFill>
              </a:rPr>
              <a:t>A subclass inherits:</a:t>
            </a:r>
          </a:p>
          <a:p>
            <a:pPr marL="457200" indent="-457200">
              <a:spcAft>
                <a:spcPts val="600"/>
              </a:spcAft>
              <a:buFont typeface="Arial" panose="020B0604020202020204" pitchFamily="34" charset="0"/>
              <a:buChar char="•"/>
            </a:pPr>
            <a:r>
              <a:rPr lang="en-GB" sz="2800" b="1" dirty="0">
                <a:solidFill>
                  <a:srgbClr val="7030A0"/>
                </a:solidFill>
              </a:rPr>
              <a:t>all properties</a:t>
            </a:r>
          </a:p>
          <a:p>
            <a:pPr marL="457200" indent="-457200">
              <a:spcAft>
                <a:spcPts val="600"/>
              </a:spcAft>
              <a:buFont typeface="Arial" panose="020B0604020202020204" pitchFamily="34" charset="0"/>
              <a:buChar char="•"/>
            </a:pPr>
            <a:r>
              <a:rPr lang="en-GB" sz="2800" b="1" dirty="0">
                <a:solidFill>
                  <a:srgbClr val="7030A0"/>
                </a:solidFill>
              </a:rPr>
              <a:t>all methods</a:t>
            </a:r>
          </a:p>
          <a:p>
            <a:pPr>
              <a:spcAft>
                <a:spcPts val="600"/>
              </a:spcAft>
            </a:pPr>
            <a:r>
              <a:rPr lang="en-GB" sz="2800" b="1" dirty="0">
                <a:solidFill>
                  <a:srgbClr val="7030A0"/>
                </a:solidFill>
              </a:rPr>
              <a:t>of the superclass</a:t>
            </a:r>
            <a:endParaRPr lang="en-GB" dirty="0">
              <a:solidFill>
                <a:srgbClr val="7030A0"/>
              </a:solidFill>
            </a:endParaRPr>
          </a:p>
        </p:txBody>
      </p:sp>
      <p:cxnSp>
        <p:nvCxnSpPr>
          <p:cNvPr id="11" name="Straight Arrow Connector 10">
            <a:extLst>
              <a:ext uri="{FF2B5EF4-FFF2-40B4-BE49-F238E27FC236}">
                <a16:creationId xmlns:a16="http://schemas.microsoft.com/office/drawing/2014/main" id="{DBDAE3C2-47DB-4DFA-ADA5-DF066664C0CD}"/>
              </a:ext>
            </a:extLst>
          </p:cNvPr>
          <p:cNvCxnSpPr>
            <a:cxnSpLocks/>
            <a:stCxn id="25" idx="0"/>
          </p:cNvCxnSpPr>
          <p:nvPr/>
        </p:nvCxnSpPr>
        <p:spPr>
          <a:xfrm flipV="1">
            <a:off x="2497530" y="4211933"/>
            <a:ext cx="1434388" cy="550807"/>
          </a:xfrm>
          <a:prstGeom prst="straightConnector1">
            <a:avLst/>
          </a:prstGeom>
          <a:ln w="381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6C4DA32-EB6F-48BC-BF59-481A03FDF3FA}"/>
              </a:ext>
            </a:extLst>
          </p:cNvPr>
          <p:cNvCxnSpPr>
            <a:cxnSpLocks/>
            <a:stCxn id="32" idx="0"/>
          </p:cNvCxnSpPr>
          <p:nvPr/>
        </p:nvCxnSpPr>
        <p:spPr>
          <a:xfrm flipH="1" flipV="1">
            <a:off x="7531918" y="4211933"/>
            <a:ext cx="1373451" cy="525507"/>
          </a:xfrm>
          <a:prstGeom prst="straightConnector1">
            <a:avLst/>
          </a:prstGeom>
          <a:ln w="381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0" name="Callout: Line with No Border 39">
            <a:extLst>
              <a:ext uri="{FF2B5EF4-FFF2-40B4-BE49-F238E27FC236}">
                <a16:creationId xmlns:a16="http://schemas.microsoft.com/office/drawing/2014/main" id="{9AF9AC62-05E7-420C-B80B-20719B2841D3}"/>
              </a:ext>
            </a:extLst>
          </p:cNvPr>
          <p:cNvSpPr/>
          <p:nvPr/>
        </p:nvSpPr>
        <p:spPr>
          <a:xfrm>
            <a:off x="971550" y="1794995"/>
            <a:ext cx="1806240" cy="458724"/>
          </a:xfrm>
          <a:prstGeom prst="callout1">
            <a:avLst>
              <a:gd name="adj1" fmla="val 50466"/>
              <a:gd name="adj2" fmla="val 100987"/>
              <a:gd name="adj3" fmla="val 69691"/>
              <a:gd name="adj4" fmla="val 160574"/>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Superclass</a:t>
            </a:r>
          </a:p>
        </p:txBody>
      </p:sp>
      <p:sp>
        <p:nvSpPr>
          <p:cNvPr id="45" name="Rectangle 44">
            <a:extLst>
              <a:ext uri="{FF2B5EF4-FFF2-40B4-BE49-F238E27FC236}">
                <a16:creationId xmlns:a16="http://schemas.microsoft.com/office/drawing/2014/main" id="{1E67091E-C2CE-47A7-9BCD-380A030776A4}"/>
              </a:ext>
            </a:extLst>
          </p:cNvPr>
          <p:cNvSpPr/>
          <p:nvPr/>
        </p:nvSpPr>
        <p:spPr>
          <a:xfrm>
            <a:off x="4998322" y="4671520"/>
            <a:ext cx="1469831" cy="523220"/>
          </a:xfrm>
          <a:prstGeom prst="rect">
            <a:avLst/>
          </a:prstGeom>
        </p:spPr>
        <p:txBody>
          <a:bodyPr wrap="square">
            <a:spAutoFit/>
          </a:bodyPr>
          <a:lstStyle/>
          <a:p>
            <a:pPr algn="ctr"/>
            <a:r>
              <a:rPr lang="en-GB" sz="2800" b="1" dirty="0">
                <a:solidFill>
                  <a:srgbClr val="7030A0"/>
                </a:solidFill>
              </a:rPr>
              <a:t>Subclass</a:t>
            </a:r>
            <a:endParaRPr lang="en-GB" dirty="0">
              <a:solidFill>
                <a:srgbClr val="7030A0"/>
              </a:solidFill>
            </a:endParaRPr>
          </a:p>
        </p:txBody>
      </p:sp>
      <p:cxnSp>
        <p:nvCxnSpPr>
          <p:cNvPr id="47" name="Straight Arrow Connector 46">
            <a:extLst>
              <a:ext uri="{FF2B5EF4-FFF2-40B4-BE49-F238E27FC236}">
                <a16:creationId xmlns:a16="http://schemas.microsoft.com/office/drawing/2014/main" id="{C30F19AF-9E3E-4F7A-ABB2-5682DFBA7145}"/>
              </a:ext>
            </a:extLst>
          </p:cNvPr>
          <p:cNvCxnSpPr>
            <a:cxnSpLocks/>
            <a:stCxn id="45" idx="2"/>
            <a:endCxn id="30" idx="1"/>
          </p:cNvCxnSpPr>
          <p:nvPr/>
        </p:nvCxnSpPr>
        <p:spPr>
          <a:xfrm>
            <a:off x="5733238" y="5194740"/>
            <a:ext cx="1372131" cy="485819"/>
          </a:xfrm>
          <a:prstGeom prst="straightConnector1">
            <a:avLst/>
          </a:prstGeom>
          <a:ln w="38100">
            <a:solidFill>
              <a:srgbClr val="00864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731073C-2961-45F8-BA70-83375DBBA138}"/>
              </a:ext>
            </a:extLst>
          </p:cNvPr>
          <p:cNvCxnSpPr>
            <a:cxnSpLocks/>
            <a:stCxn id="45" idx="2"/>
            <a:endCxn id="20" idx="3"/>
          </p:cNvCxnSpPr>
          <p:nvPr/>
        </p:nvCxnSpPr>
        <p:spPr>
          <a:xfrm flipH="1">
            <a:off x="4297530" y="5194740"/>
            <a:ext cx="1435708" cy="511119"/>
          </a:xfrm>
          <a:prstGeom prst="straightConnector1">
            <a:avLst/>
          </a:prstGeom>
          <a:ln w="38100">
            <a:solidFill>
              <a:srgbClr val="00864F"/>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41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CF7C-318C-AA39-2A97-1C1AFF5331C6}"/>
              </a:ext>
            </a:extLst>
          </p:cNvPr>
          <p:cNvSpPr>
            <a:spLocks noGrp="1"/>
          </p:cNvSpPr>
          <p:nvPr>
            <p:ph type="title"/>
          </p:nvPr>
        </p:nvSpPr>
        <p:spPr/>
        <p:txBody>
          <a:bodyPr/>
          <a:lstStyle/>
          <a:p>
            <a:r>
              <a:rPr lang="en-GB" dirty="0"/>
              <a:t>Polymorphism</a:t>
            </a:r>
          </a:p>
        </p:txBody>
      </p:sp>
      <p:pic>
        <p:nvPicPr>
          <p:cNvPr id="9" name="Content Placeholder 8" descr="This image illustrates a diagram of a data structure, likely representing a database or an object-oriented model, detailing various classes and their attributes, methods, and relationships.&#10;&#10;AI-generated content may be incorrect.">
            <a:extLst>
              <a:ext uri="{FF2B5EF4-FFF2-40B4-BE49-F238E27FC236}">
                <a16:creationId xmlns:a16="http://schemas.microsoft.com/office/drawing/2014/main" id="{D6B28E56-819D-6A3B-D049-736BF8DDDA95}"/>
              </a:ext>
            </a:extLst>
          </p:cNvPr>
          <p:cNvPicPr>
            <a:picLocks noGrp="1" noChangeAspect="1"/>
          </p:cNvPicPr>
          <p:nvPr>
            <p:ph idx="1"/>
          </p:nvPr>
        </p:nvPicPr>
        <p:blipFill>
          <a:blip r:embed="rId3"/>
          <a:stretch>
            <a:fillRect/>
          </a:stretch>
        </p:blipFill>
        <p:spPr>
          <a:xfrm>
            <a:off x="838200" y="1690688"/>
            <a:ext cx="5789150" cy="4894041"/>
          </a:xfrm>
          <a:prstGeom prst="rect">
            <a:avLst/>
          </a:prstGeom>
        </p:spPr>
      </p:pic>
      <p:pic>
        <p:nvPicPr>
          <p:cNvPr id="3" name="Picture 2">
            <a:extLst>
              <a:ext uri="{FF2B5EF4-FFF2-40B4-BE49-F238E27FC236}">
                <a16:creationId xmlns:a16="http://schemas.microsoft.com/office/drawing/2014/main" id="{6578EF72-1A6B-4458-9615-C79C715BC2ED}"/>
              </a:ext>
            </a:extLst>
          </p:cNvPr>
          <p:cNvPicPr>
            <a:picLocks noChangeAspect="1"/>
          </p:cNvPicPr>
          <p:nvPr/>
        </p:nvPicPr>
        <p:blipFill>
          <a:blip r:embed="rId4"/>
          <a:stretch>
            <a:fillRect/>
          </a:stretch>
        </p:blipFill>
        <p:spPr>
          <a:xfrm>
            <a:off x="7002614" y="2517984"/>
            <a:ext cx="4823878" cy="2911092"/>
          </a:xfrm>
          <a:prstGeom prst="rect">
            <a:avLst/>
          </a:prstGeom>
        </p:spPr>
      </p:pic>
    </p:spTree>
    <p:extLst>
      <p:ext uri="{BB962C8B-B14F-4D97-AF65-F5344CB8AC3E}">
        <p14:creationId xmlns:p14="http://schemas.microsoft.com/office/powerpoint/2010/main" val="1250227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EF6B-9990-4895-9A8F-2103C304A52F}"/>
              </a:ext>
            </a:extLst>
          </p:cNvPr>
          <p:cNvSpPr>
            <a:spLocks noGrp="1"/>
          </p:cNvSpPr>
          <p:nvPr>
            <p:ph type="title"/>
          </p:nvPr>
        </p:nvSpPr>
        <p:spPr/>
        <p:txBody>
          <a:bodyPr/>
          <a:lstStyle/>
          <a:p>
            <a:r>
              <a:rPr lang="en-GB" dirty="0"/>
              <a:t>Abstract Class</a:t>
            </a:r>
          </a:p>
        </p:txBody>
      </p:sp>
      <p:grpSp>
        <p:nvGrpSpPr>
          <p:cNvPr id="6" name="Group 5">
            <a:extLst>
              <a:ext uri="{FF2B5EF4-FFF2-40B4-BE49-F238E27FC236}">
                <a16:creationId xmlns:a16="http://schemas.microsoft.com/office/drawing/2014/main" id="{1AA28F7D-6FE7-4115-AE1B-CD86E306F984}"/>
              </a:ext>
            </a:extLst>
          </p:cNvPr>
          <p:cNvGrpSpPr/>
          <p:nvPr/>
        </p:nvGrpSpPr>
        <p:grpSpPr>
          <a:xfrm>
            <a:off x="3931920" y="1419859"/>
            <a:ext cx="3600000" cy="2256551"/>
            <a:chOff x="3931920" y="1419858"/>
            <a:chExt cx="3600000" cy="2837939"/>
          </a:xfrm>
        </p:grpSpPr>
        <p:sp>
          <p:nvSpPr>
            <p:cNvPr id="4" name="Rectangle 3">
              <a:extLst>
                <a:ext uri="{FF2B5EF4-FFF2-40B4-BE49-F238E27FC236}">
                  <a16:creationId xmlns:a16="http://schemas.microsoft.com/office/drawing/2014/main" id="{D68F3B12-91FF-4536-9BDF-3DFA0AD860B7}"/>
                </a:ext>
              </a:extLst>
            </p:cNvPr>
            <p:cNvSpPr/>
            <p:nvPr/>
          </p:nvSpPr>
          <p:spPr>
            <a:xfrm>
              <a:off x="3931920" y="1419861"/>
              <a:ext cx="3600000" cy="28033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a:extLst>
                <a:ext uri="{FF2B5EF4-FFF2-40B4-BE49-F238E27FC236}">
                  <a16:creationId xmlns:a16="http://schemas.microsoft.com/office/drawing/2014/main" id="{0F620062-B2DF-4004-8305-6226A65C3AFF}"/>
                </a:ext>
              </a:extLst>
            </p:cNvPr>
            <p:cNvCxnSpPr/>
            <p:nvPr/>
          </p:nvCxnSpPr>
          <p:spPr>
            <a:xfrm>
              <a:off x="3931920" y="3075177"/>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06970F1-E4C6-493D-921A-F57A4EAA659D}"/>
                </a:ext>
              </a:extLst>
            </p:cNvPr>
            <p:cNvSpPr/>
            <p:nvPr/>
          </p:nvSpPr>
          <p:spPr>
            <a:xfrm>
              <a:off x="3931920" y="1419858"/>
              <a:ext cx="3600000" cy="46800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Vehicle</a:t>
              </a:r>
              <a:endParaRPr lang="en-GB" sz="3200" b="1" dirty="0">
                <a:solidFill>
                  <a:srgbClr val="0070C0"/>
                </a:solidFill>
              </a:endParaRPr>
            </a:p>
          </p:txBody>
        </p:sp>
        <p:sp>
          <p:nvSpPr>
            <p:cNvPr id="17" name="TextBox 16">
              <a:extLst>
                <a:ext uri="{FF2B5EF4-FFF2-40B4-BE49-F238E27FC236}">
                  <a16:creationId xmlns:a16="http://schemas.microsoft.com/office/drawing/2014/main" id="{AE596573-766B-4AFA-B34B-C56D5BA1BE63}"/>
                </a:ext>
              </a:extLst>
            </p:cNvPr>
            <p:cNvSpPr txBox="1"/>
            <p:nvPr/>
          </p:nvSpPr>
          <p:spPr>
            <a:xfrm>
              <a:off x="4589619" y="1870149"/>
              <a:ext cx="2284600" cy="954107"/>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make: String</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model:String</a:t>
              </a:r>
              <a:endParaRPr lang="en-GB" sz="2800" b="1" dirty="0">
                <a:solidFill>
                  <a:schemeClr val="accent1"/>
                </a:solidFill>
              </a:endParaRPr>
            </a:p>
          </p:txBody>
        </p:sp>
        <p:sp>
          <p:nvSpPr>
            <p:cNvPr id="18" name="TextBox 17">
              <a:extLst>
                <a:ext uri="{FF2B5EF4-FFF2-40B4-BE49-F238E27FC236}">
                  <a16:creationId xmlns:a16="http://schemas.microsoft.com/office/drawing/2014/main" id="{D3DE1068-9C54-4D92-A45F-8DEAD06D3824}"/>
                </a:ext>
              </a:extLst>
            </p:cNvPr>
            <p:cNvSpPr txBox="1"/>
            <p:nvPr/>
          </p:nvSpPr>
          <p:spPr>
            <a:xfrm>
              <a:off x="4589619" y="3057870"/>
              <a:ext cx="2284600" cy="1199927"/>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a:t>
              </a:r>
              <a:r>
                <a:rPr lang="en-GB" sz="2800" b="1" dirty="0" err="1">
                  <a:solidFill>
                    <a:schemeClr val="accent1"/>
                  </a:solidFill>
                </a:rPr>
                <a:t>get_make</a:t>
              </a:r>
              <a:r>
                <a:rPr lang="en-GB" sz="2800" b="1" dirty="0">
                  <a:solidFill>
                    <a:schemeClr val="accent1"/>
                  </a:solidFill>
                </a:rPr>
                <a:t>()</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get_model</a:t>
              </a:r>
              <a:r>
                <a:rPr lang="en-GB" sz="2800" b="1" dirty="0">
                  <a:solidFill>
                    <a:schemeClr val="accent1"/>
                  </a:solidFill>
                </a:rPr>
                <a:t>()</a:t>
              </a:r>
            </a:p>
          </p:txBody>
        </p:sp>
      </p:grpSp>
      <p:grpSp>
        <p:nvGrpSpPr>
          <p:cNvPr id="5" name="Group 4">
            <a:extLst>
              <a:ext uri="{FF2B5EF4-FFF2-40B4-BE49-F238E27FC236}">
                <a16:creationId xmlns:a16="http://schemas.microsoft.com/office/drawing/2014/main" id="{9B282EDB-923B-43AA-A7A0-4FB78350E754}"/>
              </a:ext>
            </a:extLst>
          </p:cNvPr>
          <p:cNvGrpSpPr/>
          <p:nvPr/>
        </p:nvGrpSpPr>
        <p:grpSpPr>
          <a:xfrm>
            <a:off x="697530" y="4762740"/>
            <a:ext cx="3600000" cy="1886237"/>
            <a:chOff x="7883190" y="3681709"/>
            <a:chExt cx="3600000" cy="1886237"/>
          </a:xfrm>
        </p:grpSpPr>
        <p:sp>
          <p:nvSpPr>
            <p:cNvPr id="20" name="Rectangle 19">
              <a:extLst>
                <a:ext uri="{FF2B5EF4-FFF2-40B4-BE49-F238E27FC236}">
                  <a16:creationId xmlns:a16="http://schemas.microsoft.com/office/drawing/2014/main" id="{F9AD989B-F1AD-48F4-AEE9-9B57F69F844A}"/>
                </a:ext>
              </a:extLst>
            </p:cNvPr>
            <p:cNvSpPr/>
            <p:nvPr/>
          </p:nvSpPr>
          <p:spPr>
            <a:xfrm>
              <a:off x="7883190" y="3681710"/>
              <a:ext cx="3600000" cy="188623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a:extLst>
                <a:ext uri="{FF2B5EF4-FFF2-40B4-BE49-F238E27FC236}">
                  <a16:creationId xmlns:a16="http://schemas.microsoft.com/office/drawing/2014/main" id="{FD737D40-1EBB-44CD-81E0-4959A8119A08}"/>
                </a:ext>
              </a:extLst>
            </p:cNvPr>
            <p:cNvCxnSpPr/>
            <p:nvPr/>
          </p:nvCxnSpPr>
          <p:spPr>
            <a:xfrm>
              <a:off x="7883190" y="4631153"/>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8ED6BD4-D2B0-4DF3-BED1-47D309818666}"/>
                </a:ext>
              </a:extLst>
            </p:cNvPr>
            <p:cNvSpPr/>
            <p:nvPr/>
          </p:nvSpPr>
          <p:spPr>
            <a:xfrm>
              <a:off x="7883190" y="3681709"/>
              <a:ext cx="3600000" cy="43200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Car</a:t>
              </a:r>
              <a:endParaRPr lang="en-GB" sz="3200" b="1" dirty="0">
                <a:solidFill>
                  <a:srgbClr val="0070C0"/>
                </a:solidFill>
              </a:endParaRPr>
            </a:p>
          </p:txBody>
        </p:sp>
        <p:sp>
          <p:nvSpPr>
            <p:cNvPr id="26" name="TextBox 25">
              <a:extLst>
                <a:ext uri="{FF2B5EF4-FFF2-40B4-BE49-F238E27FC236}">
                  <a16:creationId xmlns:a16="http://schemas.microsoft.com/office/drawing/2014/main" id="{EC3E50A6-C1AB-4FE5-864D-16BBF061445C}"/>
                </a:ext>
              </a:extLst>
            </p:cNvPr>
            <p:cNvSpPr txBox="1"/>
            <p:nvPr/>
          </p:nvSpPr>
          <p:spPr>
            <a:xfrm>
              <a:off x="8236278" y="4100464"/>
              <a:ext cx="3114923" cy="523220"/>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doors: Integer</a:t>
              </a:r>
            </a:p>
          </p:txBody>
        </p:sp>
        <p:sp>
          <p:nvSpPr>
            <p:cNvPr id="27" name="TextBox 26">
              <a:extLst>
                <a:ext uri="{FF2B5EF4-FFF2-40B4-BE49-F238E27FC236}">
                  <a16:creationId xmlns:a16="http://schemas.microsoft.com/office/drawing/2014/main" id="{DBEA44BA-2065-4960-99BA-43573E7581B5}"/>
                </a:ext>
              </a:extLst>
            </p:cNvPr>
            <p:cNvSpPr txBox="1"/>
            <p:nvPr/>
          </p:nvSpPr>
          <p:spPr>
            <a:xfrm>
              <a:off x="8236278" y="4591642"/>
              <a:ext cx="3008140" cy="954107"/>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Car()</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get_doors</a:t>
              </a:r>
              <a:r>
                <a:rPr lang="en-GB" sz="2800" b="1" dirty="0">
                  <a:solidFill>
                    <a:schemeClr val="accent1"/>
                  </a:solidFill>
                </a:rPr>
                <a:t>()</a:t>
              </a:r>
            </a:p>
          </p:txBody>
        </p:sp>
      </p:grpSp>
      <p:grpSp>
        <p:nvGrpSpPr>
          <p:cNvPr id="29" name="Group 28">
            <a:extLst>
              <a:ext uri="{FF2B5EF4-FFF2-40B4-BE49-F238E27FC236}">
                <a16:creationId xmlns:a16="http://schemas.microsoft.com/office/drawing/2014/main" id="{EB1001EF-2209-4669-BF53-AFCF59C6179D}"/>
              </a:ext>
            </a:extLst>
          </p:cNvPr>
          <p:cNvGrpSpPr/>
          <p:nvPr/>
        </p:nvGrpSpPr>
        <p:grpSpPr>
          <a:xfrm>
            <a:off x="7105369" y="4737440"/>
            <a:ext cx="3600000" cy="1886237"/>
            <a:chOff x="7883190" y="3681709"/>
            <a:chExt cx="3600000" cy="1886237"/>
          </a:xfrm>
        </p:grpSpPr>
        <p:sp>
          <p:nvSpPr>
            <p:cNvPr id="30" name="Rectangle 29">
              <a:extLst>
                <a:ext uri="{FF2B5EF4-FFF2-40B4-BE49-F238E27FC236}">
                  <a16:creationId xmlns:a16="http://schemas.microsoft.com/office/drawing/2014/main" id="{09D47A08-40A4-41E1-A2C1-918C0388BB27}"/>
                </a:ext>
              </a:extLst>
            </p:cNvPr>
            <p:cNvSpPr/>
            <p:nvPr/>
          </p:nvSpPr>
          <p:spPr>
            <a:xfrm>
              <a:off x="7883190" y="3681710"/>
              <a:ext cx="3600000" cy="188623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Straight Connector 30">
              <a:extLst>
                <a:ext uri="{FF2B5EF4-FFF2-40B4-BE49-F238E27FC236}">
                  <a16:creationId xmlns:a16="http://schemas.microsoft.com/office/drawing/2014/main" id="{2D36A0A9-6448-4761-9F28-444BF419DD8E}"/>
                </a:ext>
              </a:extLst>
            </p:cNvPr>
            <p:cNvCxnSpPr/>
            <p:nvPr/>
          </p:nvCxnSpPr>
          <p:spPr>
            <a:xfrm>
              <a:off x="7883190" y="4631153"/>
              <a:ext cx="36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6F9E9482-EB24-4541-877E-068D4A0C3A11}"/>
                </a:ext>
              </a:extLst>
            </p:cNvPr>
            <p:cNvSpPr/>
            <p:nvPr/>
          </p:nvSpPr>
          <p:spPr>
            <a:xfrm>
              <a:off x="7883190" y="3681709"/>
              <a:ext cx="3600000" cy="432000"/>
            </a:xfrm>
            <a:prstGeom prst="rect">
              <a:avLst/>
            </a:prstGeom>
            <a:solidFill>
              <a:schemeClr val="accent3">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0070C0"/>
                  </a:solidFill>
                </a:rPr>
                <a:t>Motorcycle</a:t>
              </a:r>
              <a:endParaRPr lang="en-GB" sz="3200" b="1" dirty="0">
                <a:solidFill>
                  <a:srgbClr val="0070C0"/>
                </a:solidFill>
              </a:endParaRPr>
            </a:p>
          </p:txBody>
        </p:sp>
        <p:sp>
          <p:nvSpPr>
            <p:cNvPr id="33" name="TextBox 32">
              <a:extLst>
                <a:ext uri="{FF2B5EF4-FFF2-40B4-BE49-F238E27FC236}">
                  <a16:creationId xmlns:a16="http://schemas.microsoft.com/office/drawing/2014/main" id="{B31FDF04-E2F6-4383-9A71-B1E096B511B4}"/>
                </a:ext>
              </a:extLst>
            </p:cNvPr>
            <p:cNvSpPr txBox="1"/>
            <p:nvPr/>
          </p:nvSpPr>
          <p:spPr>
            <a:xfrm>
              <a:off x="8206170" y="4100464"/>
              <a:ext cx="3081814" cy="523220"/>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kickstart: Boolean</a:t>
              </a:r>
            </a:p>
          </p:txBody>
        </p:sp>
        <p:sp>
          <p:nvSpPr>
            <p:cNvPr id="34" name="TextBox 33">
              <a:extLst>
                <a:ext uri="{FF2B5EF4-FFF2-40B4-BE49-F238E27FC236}">
                  <a16:creationId xmlns:a16="http://schemas.microsoft.com/office/drawing/2014/main" id="{33D21E20-5786-42ED-A48F-1F8E03BC725B}"/>
                </a:ext>
              </a:extLst>
            </p:cNvPr>
            <p:cNvSpPr txBox="1"/>
            <p:nvPr/>
          </p:nvSpPr>
          <p:spPr>
            <a:xfrm>
              <a:off x="8206172" y="4591642"/>
              <a:ext cx="2712882" cy="954107"/>
            </a:xfrm>
            <a:prstGeom prst="rect">
              <a:avLst/>
            </a:prstGeom>
            <a:noFill/>
          </p:spPr>
          <p:txBody>
            <a:bodyPr wrap="square" rtlCol="0">
              <a:spAutoFit/>
            </a:bodyPr>
            <a:lstStyle/>
            <a:p>
              <a:r>
                <a:rPr lang="en-GB" sz="2800" b="1" dirty="0">
                  <a:solidFill>
                    <a:srgbClr val="FF0000"/>
                  </a:solidFill>
                </a:rPr>
                <a:t>+</a:t>
              </a:r>
              <a:r>
                <a:rPr lang="en-GB" sz="2800" b="1" dirty="0">
                  <a:solidFill>
                    <a:schemeClr val="accent1"/>
                  </a:solidFill>
                </a:rPr>
                <a:t> </a:t>
              </a:r>
              <a:r>
                <a:rPr lang="en-GB" sz="2800" b="1" dirty="0">
                  <a:solidFill>
                    <a:srgbClr val="0070C0"/>
                  </a:solidFill>
                </a:rPr>
                <a:t>Motorcycle</a:t>
              </a:r>
              <a:r>
                <a:rPr lang="en-GB" sz="2800" b="1" dirty="0">
                  <a:solidFill>
                    <a:schemeClr val="accent1"/>
                  </a:solidFill>
                </a:rPr>
                <a:t>() </a:t>
              </a:r>
            </a:p>
            <a:p>
              <a:r>
                <a:rPr lang="en-GB" sz="2800" b="1" dirty="0">
                  <a:solidFill>
                    <a:srgbClr val="FF0000"/>
                  </a:solidFill>
                </a:rPr>
                <a:t>+</a:t>
              </a:r>
              <a:r>
                <a:rPr lang="en-GB" sz="2800" b="1" dirty="0">
                  <a:solidFill>
                    <a:schemeClr val="accent1"/>
                  </a:solidFill>
                </a:rPr>
                <a:t> </a:t>
              </a:r>
              <a:r>
                <a:rPr lang="en-GB" sz="2800" b="1" dirty="0" err="1">
                  <a:solidFill>
                    <a:schemeClr val="accent1"/>
                  </a:solidFill>
                </a:rPr>
                <a:t>get_kickstart</a:t>
              </a:r>
              <a:r>
                <a:rPr lang="en-GB" sz="2800" b="1" dirty="0">
                  <a:solidFill>
                    <a:schemeClr val="accent1"/>
                  </a:solidFill>
                </a:rPr>
                <a:t>()</a:t>
              </a:r>
            </a:p>
          </p:txBody>
        </p:sp>
      </p:grpSp>
      <p:sp>
        <p:nvSpPr>
          <p:cNvPr id="35" name="Rectangle 34">
            <a:extLst>
              <a:ext uri="{FF2B5EF4-FFF2-40B4-BE49-F238E27FC236}">
                <a16:creationId xmlns:a16="http://schemas.microsoft.com/office/drawing/2014/main" id="{67882CB4-64C2-47C3-B796-954847CC112D}"/>
              </a:ext>
            </a:extLst>
          </p:cNvPr>
          <p:cNvSpPr/>
          <p:nvPr/>
        </p:nvSpPr>
        <p:spPr>
          <a:xfrm>
            <a:off x="8189619" y="1793393"/>
            <a:ext cx="3030831" cy="954107"/>
          </a:xfrm>
          <a:prstGeom prst="rect">
            <a:avLst/>
          </a:prstGeom>
        </p:spPr>
        <p:txBody>
          <a:bodyPr wrap="square">
            <a:spAutoFit/>
          </a:bodyPr>
          <a:lstStyle/>
          <a:p>
            <a:pPr>
              <a:spcAft>
                <a:spcPts val="600"/>
              </a:spcAft>
            </a:pPr>
            <a:r>
              <a:rPr lang="en-GB" sz="2800" b="1" dirty="0">
                <a:solidFill>
                  <a:srgbClr val="7030A0"/>
                </a:solidFill>
              </a:rPr>
              <a:t>An abstract class has no constructor</a:t>
            </a:r>
          </a:p>
        </p:txBody>
      </p:sp>
      <p:cxnSp>
        <p:nvCxnSpPr>
          <p:cNvPr id="11" name="Straight Arrow Connector 10">
            <a:extLst>
              <a:ext uri="{FF2B5EF4-FFF2-40B4-BE49-F238E27FC236}">
                <a16:creationId xmlns:a16="http://schemas.microsoft.com/office/drawing/2014/main" id="{DBDAE3C2-47DB-4DFA-ADA5-DF066664C0CD}"/>
              </a:ext>
            </a:extLst>
          </p:cNvPr>
          <p:cNvCxnSpPr>
            <a:cxnSpLocks/>
            <a:stCxn id="25" idx="0"/>
          </p:cNvCxnSpPr>
          <p:nvPr/>
        </p:nvCxnSpPr>
        <p:spPr>
          <a:xfrm flipV="1">
            <a:off x="2497530" y="3648903"/>
            <a:ext cx="1425558" cy="1113837"/>
          </a:xfrm>
          <a:prstGeom prst="straightConnector1">
            <a:avLst/>
          </a:prstGeom>
          <a:ln w="381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6C4DA32-EB6F-48BC-BF59-481A03FDF3FA}"/>
              </a:ext>
            </a:extLst>
          </p:cNvPr>
          <p:cNvCxnSpPr>
            <a:cxnSpLocks/>
            <a:stCxn id="32" idx="0"/>
          </p:cNvCxnSpPr>
          <p:nvPr/>
        </p:nvCxnSpPr>
        <p:spPr>
          <a:xfrm flipH="1" flipV="1">
            <a:off x="7531920" y="3648903"/>
            <a:ext cx="1373449" cy="1088537"/>
          </a:xfrm>
          <a:prstGeom prst="straightConnector1">
            <a:avLst/>
          </a:prstGeom>
          <a:ln w="381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0" name="Callout: Line with No Border 39">
            <a:extLst>
              <a:ext uri="{FF2B5EF4-FFF2-40B4-BE49-F238E27FC236}">
                <a16:creationId xmlns:a16="http://schemas.microsoft.com/office/drawing/2014/main" id="{9AF9AC62-05E7-420C-B80B-20719B2841D3}"/>
              </a:ext>
            </a:extLst>
          </p:cNvPr>
          <p:cNvSpPr/>
          <p:nvPr/>
        </p:nvSpPr>
        <p:spPr>
          <a:xfrm>
            <a:off x="555290" y="1794995"/>
            <a:ext cx="2222500" cy="458724"/>
          </a:xfrm>
          <a:prstGeom prst="callout1">
            <a:avLst>
              <a:gd name="adj1" fmla="val 50466"/>
              <a:gd name="adj2" fmla="val 100987"/>
              <a:gd name="adj3" fmla="val 71931"/>
              <a:gd name="adj4" fmla="val 152861"/>
            </a:avLst>
          </a:prstGeom>
          <a:noFill/>
          <a:ln w="38100">
            <a:solidFill>
              <a:schemeClr val="accent6">
                <a:lumMod val="75000"/>
              </a:schemeClr>
            </a:solidFill>
            <a:headEnd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Abstract class</a:t>
            </a:r>
          </a:p>
        </p:txBody>
      </p:sp>
      <p:sp>
        <p:nvSpPr>
          <p:cNvPr id="36" name="Rectangle 35">
            <a:extLst>
              <a:ext uri="{FF2B5EF4-FFF2-40B4-BE49-F238E27FC236}">
                <a16:creationId xmlns:a16="http://schemas.microsoft.com/office/drawing/2014/main" id="{13699B52-4CE7-42E4-8CC8-1E69E2D59335}"/>
              </a:ext>
            </a:extLst>
          </p:cNvPr>
          <p:cNvSpPr/>
          <p:nvPr/>
        </p:nvSpPr>
        <p:spPr>
          <a:xfrm>
            <a:off x="4667323" y="4463770"/>
            <a:ext cx="1965150" cy="1461939"/>
          </a:xfrm>
          <a:prstGeom prst="rect">
            <a:avLst/>
          </a:prstGeom>
        </p:spPr>
        <p:txBody>
          <a:bodyPr wrap="square">
            <a:spAutoFit/>
          </a:bodyPr>
          <a:lstStyle/>
          <a:p>
            <a:pPr algn="ctr">
              <a:spcAft>
                <a:spcPts val="600"/>
              </a:spcAft>
            </a:pPr>
            <a:r>
              <a:rPr lang="en-GB" sz="2800" b="1" dirty="0">
                <a:solidFill>
                  <a:srgbClr val="7030A0"/>
                </a:solidFill>
              </a:rPr>
              <a:t>Only</a:t>
            </a:r>
          </a:p>
          <a:p>
            <a:pPr algn="ctr">
              <a:spcAft>
                <a:spcPts val="600"/>
              </a:spcAft>
            </a:pPr>
            <a:r>
              <a:rPr lang="en-GB" sz="2800" b="1" dirty="0">
                <a:solidFill>
                  <a:srgbClr val="7030A0"/>
                </a:solidFill>
              </a:rPr>
              <a:t>subclasses instantiated</a:t>
            </a:r>
            <a:endParaRPr lang="en-GB" dirty="0">
              <a:solidFill>
                <a:srgbClr val="7030A0"/>
              </a:solidFill>
            </a:endParaRPr>
          </a:p>
        </p:txBody>
      </p:sp>
    </p:spTree>
    <p:extLst>
      <p:ext uri="{BB962C8B-B14F-4D97-AF65-F5344CB8AC3E}">
        <p14:creationId xmlns:p14="http://schemas.microsoft.com/office/powerpoint/2010/main" val="2201311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CF7C-318C-AA39-2A97-1C1AFF5331C6}"/>
              </a:ext>
            </a:extLst>
          </p:cNvPr>
          <p:cNvSpPr>
            <a:spLocks noGrp="1"/>
          </p:cNvSpPr>
          <p:nvPr>
            <p:ph type="title"/>
          </p:nvPr>
        </p:nvSpPr>
        <p:spPr/>
        <p:txBody>
          <a:bodyPr/>
          <a:lstStyle/>
          <a:p>
            <a:r>
              <a:rPr lang="en-GB" dirty="0"/>
              <a:t>Abstract Class</a:t>
            </a:r>
          </a:p>
        </p:txBody>
      </p:sp>
      <p:pic>
        <p:nvPicPr>
          <p:cNvPr id="9" name="Content Placeholder 8" descr="This image illustrates a diagram of a data structure, likely representing a database or an object-oriented model, detailing various classes and their attributes, methods, and relationships.&#10;&#10;AI-generated content may be incorrect.">
            <a:extLst>
              <a:ext uri="{FF2B5EF4-FFF2-40B4-BE49-F238E27FC236}">
                <a16:creationId xmlns:a16="http://schemas.microsoft.com/office/drawing/2014/main" id="{D6B28E56-819D-6A3B-D049-736BF8DDDA95}"/>
              </a:ext>
            </a:extLst>
          </p:cNvPr>
          <p:cNvPicPr>
            <a:picLocks noGrp="1" noChangeAspect="1"/>
          </p:cNvPicPr>
          <p:nvPr>
            <p:ph idx="1"/>
          </p:nvPr>
        </p:nvPicPr>
        <p:blipFill>
          <a:blip r:embed="rId3"/>
          <a:stretch>
            <a:fillRect/>
          </a:stretch>
        </p:blipFill>
        <p:spPr>
          <a:xfrm>
            <a:off x="838200" y="1690688"/>
            <a:ext cx="5789150" cy="4894041"/>
          </a:xfrm>
          <a:prstGeom prst="rect">
            <a:avLst/>
          </a:prstGeom>
        </p:spPr>
      </p:pic>
    </p:spTree>
    <p:extLst>
      <p:ext uri="{BB962C8B-B14F-4D97-AF65-F5344CB8AC3E}">
        <p14:creationId xmlns:p14="http://schemas.microsoft.com/office/powerpoint/2010/main" val="947698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SDD Implementation</a:t>
            </a:r>
          </a:p>
        </p:txBody>
      </p:sp>
      <p:sp>
        <p:nvSpPr>
          <p:cNvPr id="3" name="Subtitle 2"/>
          <p:cNvSpPr>
            <a:spLocks noGrp="1"/>
          </p:cNvSpPr>
          <p:nvPr>
            <p:ph type="subTitle" idx="1"/>
          </p:nvPr>
        </p:nvSpPr>
        <p:spPr/>
        <p:txBody>
          <a:bodyPr/>
          <a:lstStyle/>
          <a:p>
            <a:r>
              <a:rPr lang="en-GB" dirty="0"/>
              <a:t>Advanced Higher (Python)</a:t>
            </a:r>
          </a:p>
        </p:txBody>
      </p:sp>
    </p:spTree>
    <p:extLst>
      <p:ext uri="{BB962C8B-B14F-4D97-AF65-F5344CB8AC3E}">
        <p14:creationId xmlns:p14="http://schemas.microsoft.com/office/powerpoint/2010/main" val="1083161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A6536-E36B-FDC3-0D0D-6BE9F325ED95}"/>
              </a:ext>
            </a:extLst>
          </p:cNvPr>
          <p:cNvSpPr>
            <a:spLocks noGrp="1"/>
          </p:cNvSpPr>
          <p:nvPr>
            <p:ph type="title"/>
          </p:nvPr>
        </p:nvSpPr>
        <p:spPr/>
        <p:txBody>
          <a:bodyPr/>
          <a:lstStyle/>
          <a:p>
            <a:r>
              <a:rPr lang="en-GB" dirty="0"/>
              <a:t>Style Guide</a:t>
            </a:r>
          </a:p>
        </p:txBody>
      </p:sp>
      <p:sp>
        <p:nvSpPr>
          <p:cNvPr id="3" name="Content Placeholder 2">
            <a:extLst>
              <a:ext uri="{FF2B5EF4-FFF2-40B4-BE49-F238E27FC236}">
                <a16:creationId xmlns:a16="http://schemas.microsoft.com/office/drawing/2014/main" id="{B6CF721D-6706-CEA2-850F-67CB688971C4}"/>
              </a:ext>
            </a:extLst>
          </p:cNvPr>
          <p:cNvSpPr>
            <a:spLocks noGrp="1"/>
          </p:cNvSpPr>
          <p:nvPr>
            <p:ph idx="1"/>
          </p:nvPr>
        </p:nvSpPr>
        <p:spPr/>
        <p:txBody>
          <a:bodyPr/>
          <a:lstStyle/>
          <a:p>
            <a:r>
              <a:rPr lang="en-GB" dirty="0"/>
              <a:t>Class: </a:t>
            </a:r>
            <a:r>
              <a:rPr lang="en-GB" dirty="0">
                <a:latin typeface="Consolas" panose="020B0609020204030204" pitchFamily="49" charset="0"/>
              </a:rPr>
              <a:t>ThisIsAClass</a:t>
            </a:r>
          </a:p>
          <a:p>
            <a:r>
              <a:rPr lang="en-GB" dirty="0"/>
              <a:t>Property: </a:t>
            </a:r>
            <a:r>
              <a:rPr lang="en-GB" dirty="0" err="1">
                <a:latin typeface="Consolas" panose="020B0609020204030204" pitchFamily="49" charset="0"/>
              </a:rPr>
              <a:t>this_is_a_property</a:t>
            </a:r>
            <a:endParaRPr lang="en-GB" dirty="0">
              <a:latin typeface="Consolas" panose="020B0609020204030204" pitchFamily="49" charset="0"/>
            </a:endParaRPr>
          </a:p>
          <a:p>
            <a:r>
              <a:rPr lang="en-GB" dirty="0"/>
              <a:t>Method: </a:t>
            </a:r>
            <a:r>
              <a:rPr lang="en-GB" dirty="0" err="1">
                <a:latin typeface="Consolas" panose="020B0609020204030204" pitchFamily="49" charset="0"/>
              </a:rPr>
              <a:t>this_is_a_method</a:t>
            </a:r>
            <a:endParaRPr lang="en-GB" dirty="0">
              <a:latin typeface="Consolas" panose="020B0609020204030204" pitchFamily="49" charset="0"/>
            </a:endParaRPr>
          </a:p>
          <a:p>
            <a:r>
              <a:rPr lang="en-GB" dirty="0"/>
              <a:t>Two blank lines before / after a class / function</a:t>
            </a:r>
          </a:p>
          <a:p>
            <a:r>
              <a:rPr lang="en-GB" dirty="0"/>
              <a:t>One blank </a:t>
            </a:r>
            <a:r>
              <a:rPr lang="en-GB"/>
              <a:t>line before / after a method</a:t>
            </a:r>
            <a:endParaRPr lang="en-GB" dirty="0"/>
          </a:p>
          <a:p>
            <a:r>
              <a:rPr lang="en-GB" dirty="0"/>
              <a:t>Maximum line length: 72 characters</a:t>
            </a:r>
          </a:p>
        </p:txBody>
      </p:sp>
    </p:spTree>
    <p:extLst>
      <p:ext uri="{BB962C8B-B14F-4D97-AF65-F5344CB8AC3E}">
        <p14:creationId xmlns:p14="http://schemas.microsoft.com/office/powerpoint/2010/main" val="1498524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D111-A867-6922-3C36-12B9663CD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46C28-1934-D460-F17B-C981FB19949A}"/>
              </a:ext>
            </a:extLst>
          </p:cNvPr>
          <p:cNvSpPr>
            <a:spLocks noGrp="1"/>
          </p:cNvSpPr>
          <p:nvPr>
            <p:ph type="title"/>
          </p:nvPr>
        </p:nvSpPr>
        <p:spPr/>
        <p:txBody>
          <a:bodyPr/>
          <a:lstStyle/>
          <a:p>
            <a:r>
              <a:rPr lang="en-GB" dirty="0"/>
              <a:t>Learning Intentions</a:t>
            </a:r>
          </a:p>
        </p:txBody>
      </p:sp>
      <p:sp>
        <p:nvSpPr>
          <p:cNvPr id="3" name="Content Placeholder 2">
            <a:extLst>
              <a:ext uri="{FF2B5EF4-FFF2-40B4-BE49-F238E27FC236}">
                <a16:creationId xmlns:a16="http://schemas.microsoft.com/office/drawing/2014/main" id="{FB306881-1780-A9BF-D1A4-584CDD0A6D9C}"/>
              </a:ext>
            </a:extLst>
          </p:cNvPr>
          <p:cNvSpPr>
            <a:spLocks noGrp="1"/>
          </p:cNvSpPr>
          <p:nvPr>
            <p:ph idx="1"/>
          </p:nvPr>
        </p:nvSpPr>
        <p:spPr/>
        <p:txBody>
          <a:bodyPr/>
          <a:lstStyle/>
          <a:p>
            <a:pPr>
              <a:spcAft>
                <a:spcPts val="1200"/>
              </a:spcAft>
            </a:pPr>
            <a:r>
              <a:rPr lang="en-GB" dirty="0"/>
              <a:t>Describe, exemplify, and implement 2-D arrays in solutions to problems at this level</a:t>
            </a:r>
            <a:endParaRPr lang="en-GB" sz="2800" dirty="0"/>
          </a:p>
        </p:txBody>
      </p:sp>
    </p:spTree>
    <p:extLst>
      <p:ext uri="{BB962C8B-B14F-4D97-AF65-F5344CB8AC3E}">
        <p14:creationId xmlns:p14="http://schemas.microsoft.com/office/powerpoint/2010/main" val="1837879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26E51-753D-CAD5-DC38-23677219D7D6}"/>
              </a:ext>
            </a:extLst>
          </p:cNvPr>
          <p:cNvSpPr>
            <a:spLocks noGrp="1"/>
          </p:cNvSpPr>
          <p:nvPr>
            <p:ph type="title"/>
          </p:nvPr>
        </p:nvSpPr>
        <p:spPr/>
        <p:txBody>
          <a:bodyPr/>
          <a:lstStyle/>
          <a:p>
            <a:r>
              <a:rPr lang="en-GB" dirty="0"/>
              <a:t>2D Arrays</a:t>
            </a:r>
          </a:p>
        </p:txBody>
      </p:sp>
      <p:sp>
        <p:nvSpPr>
          <p:cNvPr id="3" name="Content Placeholder 2">
            <a:extLst>
              <a:ext uri="{FF2B5EF4-FFF2-40B4-BE49-F238E27FC236}">
                <a16:creationId xmlns:a16="http://schemas.microsoft.com/office/drawing/2014/main" id="{971647AA-E834-6D5A-429A-B93A9ADC03B5}"/>
              </a:ext>
            </a:extLst>
          </p:cNvPr>
          <p:cNvSpPr>
            <a:spLocks noGrp="1"/>
          </p:cNvSpPr>
          <p:nvPr>
            <p:ph idx="1"/>
          </p:nvPr>
        </p:nvSpPr>
        <p:spPr/>
        <p:txBody>
          <a:bodyPr/>
          <a:lstStyle/>
          <a:p>
            <a:pPr>
              <a:spcBef>
                <a:spcPts val="1200"/>
              </a:spcBef>
            </a:pPr>
            <a:r>
              <a:rPr lang="en-GB" dirty="0"/>
              <a:t>Array of arrays</a:t>
            </a:r>
          </a:p>
          <a:p>
            <a:pPr>
              <a:spcBef>
                <a:spcPts val="1200"/>
              </a:spcBef>
            </a:pPr>
            <a:r>
              <a:rPr lang="en-GB" dirty="0"/>
              <a:t>Grid of data:</a:t>
            </a:r>
          </a:p>
          <a:p>
            <a:pPr lvl="1">
              <a:spcBef>
                <a:spcPts val="1200"/>
              </a:spcBef>
            </a:pPr>
            <a:r>
              <a:rPr lang="en-GB" sz="2800" i="1" dirty="0"/>
              <a:t>Chess board</a:t>
            </a:r>
          </a:p>
          <a:p>
            <a:pPr lvl="1">
              <a:spcBef>
                <a:spcPts val="1200"/>
              </a:spcBef>
            </a:pPr>
            <a:r>
              <a:rPr lang="en-GB" sz="2800" i="1" dirty="0"/>
              <a:t>Cinema seats</a:t>
            </a:r>
          </a:p>
          <a:p>
            <a:pPr lvl="1">
              <a:spcBef>
                <a:spcPts val="1200"/>
              </a:spcBef>
            </a:pPr>
            <a:r>
              <a:rPr lang="en-GB" sz="2800" i="1" dirty="0"/>
              <a:t>Maps</a:t>
            </a:r>
          </a:p>
          <a:p>
            <a:pPr lvl="1">
              <a:spcBef>
                <a:spcPts val="1200"/>
              </a:spcBef>
            </a:pPr>
            <a:r>
              <a:rPr lang="en-GB" sz="2800" i="1" dirty="0"/>
              <a:t>Images</a:t>
            </a:r>
          </a:p>
        </p:txBody>
      </p:sp>
      <p:sp>
        <p:nvSpPr>
          <p:cNvPr id="4" name="Rectangle 3">
            <a:extLst>
              <a:ext uri="{FF2B5EF4-FFF2-40B4-BE49-F238E27FC236}">
                <a16:creationId xmlns:a16="http://schemas.microsoft.com/office/drawing/2014/main" id="{76B920FE-8950-EDA2-7571-914C41D21E19}"/>
              </a:ext>
            </a:extLst>
          </p:cNvPr>
          <p:cNvSpPr/>
          <p:nvPr/>
        </p:nvSpPr>
        <p:spPr>
          <a:xfrm>
            <a:off x="8313337" y="2815674"/>
            <a:ext cx="3477234" cy="2862322"/>
          </a:xfrm>
          <a:prstGeom prst="rect">
            <a:avLst/>
          </a:prstGeom>
        </p:spPr>
        <p:txBody>
          <a:bodyPr wrap="none">
            <a:spAutoFit/>
          </a:bodyPr>
          <a:lstStyle/>
          <a:p>
            <a:r>
              <a:rPr lang="en-GB" sz="3600" b="1" dirty="0">
                <a:solidFill>
                  <a:srgbClr val="7030A0"/>
                </a:solidFill>
                <a:latin typeface="Consolas" panose="020B0609020204030204" pitchFamily="49" charset="0"/>
              </a:rPr>
              <a:t>[[0,1,0,1,0]</a:t>
            </a:r>
          </a:p>
          <a:p>
            <a:r>
              <a:rPr lang="en-GB" sz="3600" b="1" dirty="0">
                <a:solidFill>
                  <a:srgbClr val="7030A0"/>
                </a:solidFill>
                <a:latin typeface="Consolas" panose="020B0609020204030204" pitchFamily="49" charset="0"/>
              </a:rPr>
              <a:t> [1,1,1,1,1]</a:t>
            </a:r>
          </a:p>
          <a:p>
            <a:r>
              <a:rPr lang="en-GB" sz="3600" b="1" dirty="0">
                <a:solidFill>
                  <a:srgbClr val="7030A0"/>
                </a:solidFill>
                <a:latin typeface="Consolas" panose="020B0609020204030204" pitchFamily="49" charset="0"/>
              </a:rPr>
              <a:t> [1,1,1,1,1]</a:t>
            </a:r>
          </a:p>
          <a:p>
            <a:r>
              <a:rPr lang="en-GB" sz="3600" b="1" dirty="0">
                <a:solidFill>
                  <a:srgbClr val="7030A0"/>
                </a:solidFill>
                <a:latin typeface="Consolas" panose="020B0609020204030204" pitchFamily="49" charset="0"/>
              </a:rPr>
              <a:t> [0,1,1,1,0]</a:t>
            </a:r>
          </a:p>
          <a:p>
            <a:r>
              <a:rPr lang="en-GB" sz="3600" b="1" dirty="0">
                <a:solidFill>
                  <a:srgbClr val="7030A0"/>
                </a:solidFill>
                <a:latin typeface="Consolas" panose="020B0609020204030204" pitchFamily="49" charset="0"/>
              </a:rPr>
              <a:t> [0,0,1,0,0]]</a:t>
            </a:r>
          </a:p>
        </p:txBody>
      </p:sp>
      <p:graphicFrame>
        <p:nvGraphicFramePr>
          <p:cNvPr id="5" name="Table 4">
            <a:extLst>
              <a:ext uri="{FF2B5EF4-FFF2-40B4-BE49-F238E27FC236}">
                <a16:creationId xmlns:a16="http://schemas.microsoft.com/office/drawing/2014/main" id="{14B69F77-D8C5-F348-FF63-4DC5F2EB2FEC}"/>
              </a:ext>
            </a:extLst>
          </p:cNvPr>
          <p:cNvGraphicFramePr>
            <a:graphicFrameLocks noGrp="1"/>
          </p:cNvGraphicFramePr>
          <p:nvPr>
            <p:extLst>
              <p:ext uri="{D42A27DB-BD31-4B8C-83A1-F6EECF244321}">
                <p14:modId xmlns:p14="http://schemas.microsoft.com/office/powerpoint/2010/main" val="2666027761"/>
              </p:ext>
            </p:extLst>
          </p:nvPr>
        </p:nvGraphicFramePr>
        <p:xfrm>
          <a:off x="4086226" y="2447365"/>
          <a:ext cx="3600000" cy="3604849"/>
        </p:xfrm>
        <a:graphic>
          <a:graphicData uri="http://schemas.openxmlformats.org/drawingml/2006/table">
            <a:tbl>
              <a:tblPr>
                <a:tableStyleId>{5C22544A-7EE6-4342-B048-85BDC9FD1C3A}</a:tableStyleId>
              </a:tblPr>
              <a:tblGrid>
                <a:gridCol w="720000">
                  <a:extLst>
                    <a:ext uri="{9D8B030D-6E8A-4147-A177-3AD203B41FA5}">
                      <a16:colId xmlns:a16="http://schemas.microsoft.com/office/drawing/2014/main" val="3384128499"/>
                    </a:ext>
                  </a:extLst>
                </a:gridCol>
                <a:gridCol w="720000">
                  <a:extLst>
                    <a:ext uri="{9D8B030D-6E8A-4147-A177-3AD203B41FA5}">
                      <a16:colId xmlns:a16="http://schemas.microsoft.com/office/drawing/2014/main" val="2596263812"/>
                    </a:ext>
                  </a:extLst>
                </a:gridCol>
                <a:gridCol w="720000">
                  <a:extLst>
                    <a:ext uri="{9D8B030D-6E8A-4147-A177-3AD203B41FA5}">
                      <a16:colId xmlns:a16="http://schemas.microsoft.com/office/drawing/2014/main" val="526137687"/>
                    </a:ext>
                  </a:extLst>
                </a:gridCol>
                <a:gridCol w="720000">
                  <a:extLst>
                    <a:ext uri="{9D8B030D-6E8A-4147-A177-3AD203B41FA5}">
                      <a16:colId xmlns:a16="http://schemas.microsoft.com/office/drawing/2014/main" val="2865413318"/>
                    </a:ext>
                  </a:extLst>
                </a:gridCol>
                <a:gridCol w="720000">
                  <a:extLst>
                    <a:ext uri="{9D8B030D-6E8A-4147-A177-3AD203B41FA5}">
                      <a16:colId xmlns:a16="http://schemas.microsoft.com/office/drawing/2014/main" val="2895925645"/>
                    </a:ext>
                  </a:extLst>
                </a:gridCol>
              </a:tblGrid>
              <a:tr h="724849">
                <a:tc>
                  <a:txBody>
                    <a:bodyPr/>
                    <a:lstStyle/>
                    <a:p>
                      <a:endParaRPr lang="en-GB" dirty="0"/>
                    </a:p>
                  </a:txBody>
                  <a:tcPr>
                    <a:solidFill>
                      <a:schemeClr val="bg1"/>
                    </a:solidFill>
                  </a:tcPr>
                </a:tc>
                <a:tc>
                  <a:txBody>
                    <a:bodyPr/>
                    <a:lstStyle/>
                    <a:p>
                      <a:endParaRPr lang="en-GB" dirty="0"/>
                    </a:p>
                  </a:txBody>
                  <a:tcPr>
                    <a:solidFill>
                      <a:schemeClr val="tx1"/>
                    </a:solidFill>
                  </a:tcPr>
                </a:tc>
                <a:tc>
                  <a:txBody>
                    <a:bodyPr/>
                    <a:lstStyle/>
                    <a:p>
                      <a:endParaRPr lang="en-GB" dirty="0"/>
                    </a:p>
                  </a:txBody>
                  <a:tcPr>
                    <a:solidFill>
                      <a:schemeClr val="bg1"/>
                    </a:solidFill>
                  </a:tcPr>
                </a:tc>
                <a:tc>
                  <a:txBody>
                    <a:bodyPr/>
                    <a:lstStyle/>
                    <a:p>
                      <a:endParaRPr lang="en-GB" dirty="0"/>
                    </a:p>
                  </a:txBody>
                  <a:tcPr>
                    <a:solidFill>
                      <a:schemeClr val="tx1"/>
                    </a:solidFill>
                  </a:tcPr>
                </a:tc>
                <a:tc>
                  <a:txBody>
                    <a:bodyPr/>
                    <a:lstStyle/>
                    <a:p>
                      <a:endParaRPr lang="en-GB" dirty="0"/>
                    </a:p>
                  </a:txBody>
                  <a:tcPr>
                    <a:solidFill>
                      <a:schemeClr val="bg1"/>
                    </a:solidFill>
                  </a:tcPr>
                </a:tc>
                <a:extLst>
                  <a:ext uri="{0D108BD9-81ED-4DB2-BD59-A6C34878D82A}">
                    <a16:rowId xmlns:a16="http://schemas.microsoft.com/office/drawing/2014/main" val="685117419"/>
                  </a:ext>
                </a:extLst>
              </a:tr>
              <a:tr h="720000">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extLst>
                  <a:ext uri="{0D108BD9-81ED-4DB2-BD59-A6C34878D82A}">
                    <a16:rowId xmlns:a16="http://schemas.microsoft.com/office/drawing/2014/main" val="1290511851"/>
                  </a:ext>
                </a:extLst>
              </a:tr>
              <a:tr h="720000">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extLst>
                  <a:ext uri="{0D108BD9-81ED-4DB2-BD59-A6C34878D82A}">
                    <a16:rowId xmlns:a16="http://schemas.microsoft.com/office/drawing/2014/main" val="2746478400"/>
                  </a:ext>
                </a:extLst>
              </a:tr>
              <a:tr h="720000">
                <a:tc>
                  <a:txBody>
                    <a:bodyPr/>
                    <a:lstStyle/>
                    <a:p>
                      <a:endParaRPr lang="en-GB" dirty="0"/>
                    </a:p>
                  </a:txBody>
                  <a:tcPr>
                    <a:solidFill>
                      <a:schemeClr val="bg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tx1"/>
                    </a:solidFill>
                  </a:tcPr>
                </a:tc>
                <a:tc>
                  <a:txBody>
                    <a:bodyPr/>
                    <a:lstStyle/>
                    <a:p>
                      <a:endParaRPr lang="en-GB" dirty="0"/>
                    </a:p>
                  </a:txBody>
                  <a:tcPr>
                    <a:solidFill>
                      <a:schemeClr val="bg1"/>
                    </a:solidFill>
                  </a:tcPr>
                </a:tc>
                <a:extLst>
                  <a:ext uri="{0D108BD9-81ED-4DB2-BD59-A6C34878D82A}">
                    <a16:rowId xmlns:a16="http://schemas.microsoft.com/office/drawing/2014/main" val="2321847242"/>
                  </a:ext>
                </a:extLst>
              </a:tr>
              <a:tr h="720000">
                <a:tc>
                  <a:txBody>
                    <a:bodyPr/>
                    <a:lstStyle/>
                    <a:p>
                      <a:endParaRPr lang="en-GB" dirty="0"/>
                    </a:p>
                  </a:txBody>
                  <a:tcPr>
                    <a:solidFill>
                      <a:schemeClr val="bg1"/>
                    </a:solidFill>
                  </a:tcPr>
                </a:tc>
                <a:tc>
                  <a:txBody>
                    <a:bodyPr/>
                    <a:lstStyle/>
                    <a:p>
                      <a:endParaRPr lang="en-GB" dirty="0"/>
                    </a:p>
                  </a:txBody>
                  <a:tcPr>
                    <a:solidFill>
                      <a:schemeClr val="bg1"/>
                    </a:solidFill>
                  </a:tcPr>
                </a:tc>
                <a:tc>
                  <a:txBody>
                    <a:bodyPr/>
                    <a:lstStyle/>
                    <a:p>
                      <a:endParaRPr lang="en-GB" dirty="0"/>
                    </a:p>
                  </a:txBody>
                  <a:tcPr>
                    <a:solidFill>
                      <a:schemeClr val="tx1"/>
                    </a:solidFill>
                  </a:tcPr>
                </a:tc>
                <a:tc>
                  <a:txBody>
                    <a:bodyPr/>
                    <a:lstStyle/>
                    <a:p>
                      <a:endParaRPr lang="en-GB" dirty="0"/>
                    </a:p>
                  </a:txBody>
                  <a:tcPr>
                    <a:solidFill>
                      <a:schemeClr val="bg1"/>
                    </a:solidFill>
                  </a:tcPr>
                </a:tc>
                <a:tc>
                  <a:txBody>
                    <a:bodyPr/>
                    <a:lstStyle/>
                    <a:p>
                      <a:endParaRPr lang="en-GB" dirty="0"/>
                    </a:p>
                  </a:txBody>
                  <a:tcPr>
                    <a:solidFill>
                      <a:schemeClr val="bg1"/>
                    </a:solidFill>
                  </a:tcPr>
                </a:tc>
                <a:extLst>
                  <a:ext uri="{0D108BD9-81ED-4DB2-BD59-A6C34878D82A}">
                    <a16:rowId xmlns:a16="http://schemas.microsoft.com/office/drawing/2014/main" val="149174761"/>
                  </a:ext>
                </a:extLst>
              </a:tr>
            </a:tbl>
          </a:graphicData>
        </a:graphic>
      </p:graphicFrame>
      <p:cxnSp>
        <p:nvCxnSpPr>
          <p:cNvPr id="6" name="Straight Arrow Connector 5">
            <a:extLst>
              <a:ext uri="{FF2B5EF4-FFF2-40B4-BE49-F238E27FC236}">
                <a16:creationId xmlns:a16="http://schemas.microsoft.com/office/drawing/2014/main" id="{EADD1197-9205-38C3-A022-8B2C31FC915E}"/>
              </a:ext>
            </a:extLst>
          </p:cNvPr>
          <p:cNvCxnSpPr>
            <a:cxnSpLocks/>
          </p:cNvCxnSpPr>
          <p:nvPr/>
        </p:nvCxnSpPr>
        <p:spPr>
          <a:xfrm flipV="1">
            <a:off x="3131231" y="4745331"/>
            <a:ext cx="720000" cy="0"/>
          </a:xfrm>
          <a:prstGeom prst="straightConnector1">
            <a:avLst/>
          </a:prstGeom>
          <a:ln w="381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47170F2-3D54-B276-65BC-7896487A9B1B}"/>
              </a:ext>
            </a:extLst>
          </p:cNvPr>
          <p:cNvCxnSpPr>
            <a:cxnSpLocks/>
          </p:cNvCxnSpPr>
          <p:nvPr/>
        </p:nvCxnSpPr>
        <p:spPr>
          <a:xfrm flipV="1">
            <a:off x="7811706" y="4745331"/>
            <a:ext cx="720000" cy="0"/>
          </a:xfrm>
          <a:prstGeom prst="straightConnector1">
            <a:avLst/>
          </a:prstGeom>
          <a:ln w="38100">
            <a:solidFill>
              <a:srgbClr val="7030A0"/>
            </a:solidFill>
            <a:headEnd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932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1000"/>
                                        <p:tgtEl>
                                          <p:spTgt spid="3">
                                            <p:txEl>
                                              <p:pRg st="3" end="3"/>
                                            </p:txEl>
                                          </p:spTgt>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10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left)">
                                      <p:cBhvr>
                                        <p:cTn id="30" dur="10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up)">
                                      <p:cBhvr>
                                        <p:cTn id="39" dur="20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left)">
                                      <p:cBhvr>
                                        <p:cTn id="44" dur="500"/>
                                        <p:tgtEl>
                                          <p:spTgt spid="7"/>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up)">
                                      <p:cBhvr>
                                        <p:cTn id="48"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pPr>
              <a:spcAft>
                <a:spcPts val="1200"/>
              </a:spcAft>
            </a:pPr>
            <a:r>
              <a:rPr lang="en-GB" dirty="0"/>
              <a:t>Describe, exemplify and implement standard algorithms:</a:t>
            </a:r>
            <a:endParaRPr lang="en-GB" sz="2800" dirty="0"/>
          </a:p>
          <a:p>
            <a:pPr lvl="1">
              <a:spcAft>
                <a:spcPts val="1200"/>
              </a:spcAft>
            </a:pPr>
            <a:r>
              <a:rPr lang="en-GB" sz="2800" b="1" dirty="0"/>
              <a:t>bubble sort</a:t>
            </a:r>
          </a:p>
          <a:p>
            <a:pPr lvl="1">
              <a:spcAft>
                <a:spcPts val="1200"/>
              </a:spcAft>
            </a:pPr>
            <a:r>
              <a:rPr lang="en-GB" sz="2800" dirty="0"/>
              <a:t>insertion sort</a:t>
            </a:r>
          </a:p>
          <a:p>
            <a:pPr lvl="1">
              <a:spcAft>
                <a:spcPts val="1200"/>
              </a:spcAft>
            </a:pPr>
            <a:r>
              <a:rPr lang="en-GB" sz="2800" dirty="0"/>
              <a:t>binary search</a:t>
            </a:r>
          </a:p>
        </p:txBody>
      </p:sp>
    </p:spTree>
    <p:extLst>
      <p:ext uri="{BB962C8B-B14F-4D97-AF65-F5344CB8AC3E}">
        <p14:creationId xmlns:p14="http://schemas.microsoft.com/office/powerpoint/2010/main" val="41186935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4690-EE97-86DA-1D55-0C494B7B5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CF8B0-4FED-D018-2103-8DE61C2832C6}"/>
              </a:ext>
            </a:extLst>
          </p:cNvPr>
          <p:cNvSpPr>
            <a:spLocks noGrp="1"/>
          </p:cNvSpPr>
          <p:nvPr>
            <p:ph type="title"/>
          </p:nvPr>
        </p:nvSpPr>
        <p:spPr>
          <a:xfrm>
            <a:off x="838200" y="278914"/>
            <a:ext cx="10515600" cy="1325563"/>
          </a:xfrm>
        </p:spPr>
        <p:txBody>
          <a:bodyPr/>
          <a:lstStyle/>
          <a:p>
            <a:r>
              <a:rPr lang="en-GB" dirty="0"/>
              <a:t>Bubble Sort</a:t>
            </a:r>
          </a:p>
        </p:txBody>
      </p:sp>
      <p:sp>
        <p:nvSpPr>
          <p:cNvPr id="5" name="Text">
            <a:extLst>
              <a:ext uri="{FF2B5EF4-FFF2-40B4-BE49-F238E27FC236}">
                <a16:creationId xmlns:a16="http://schemas.microsoft.com/office/drawing/2014/main" id="{546FD6EB-0999-DFFC-F220-CB0C981B6495}"/>
              </a:ext>
            </a:extLst>
          </p:cNvPr>
          <p:cNvSpPr/>
          <p:nvPr/>
        </p:nvSpPr>
        <p:spPr>
          <a:xfrm>
            <a:off x="2706204" y="4055318"/>
            <a:ext cx="6779591" cy="2523768"/>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t>Works left to right</a:t>
            </a:r>
          </a:p>
          <a:p>
            <a:pPr marL="285750" indent="-285750">
              <a:spcAft>
                <a:spcPts val="1200"/>
              </a:spcAft>
              <a:buFont typeface="Arial" panose="020B0604020202020204" pitchFamily="34" charset="0"/>
              <a:buChar char="•"/>
            </a:pPr>
            <a:r>
              <a:rPr lang="en-GB" sz="3200" dirty="0"/>
              <a:t>Current value compared with next</a:t>
            </a:r>
          </a:p>
          <a:p>
            <a:pPr marL="285750" indent="-285750">
              <a:spcAft>
                <a:spcPts val="1200"/>
              </a:spcAft>
              <a:buFont typeface="Arial" panose="020B0604020202020204" pitchFamily="34" charset="0"/>
              <a:buChar char="•"/>
            </a:pPr>
            <a:r>
              <a:rPr lang="en-GB" sz="3200" dirty="0"/>
              <a:t>The largest value 'bubbles' to the 'top'</a:t>
            </a:r>
          </a:p>
          <a:p>
            <a:pPr marL="285750" indent="-285750">
              <a:spcAft>
                <a:spcPts val="1200"/>
              </a:spcAft>
              <a:buFont typeface="Arial" panose="020B0604020202020204" pitchFamily="34" charset="0"/>
              <a:buChar char="•"/>
            </a:pPr>
            <a:r>
              <a:rPr lang="en-GB" sz="3200" dirty="0"/>
              <a:t>Reduces by one element each time</a:t>
            </a:r>
          </a:p>
        </p:txBody>
      </p:sp>
      <p:graphicFrame>
        <p:nvGraphicFramePr>
          <p:cNvPr id="8" name="Table 1 - Original">
            <a:extLst>
              <a:ext uri="{FF2B5EF4-FFF2-40B4-BE49-F238E27FC236}">
                <a16:creationId xmlns:a16="http://schemas.microsoft.com/office/drawing/2014/main" id="{1442AFA7-A27F-E85B-BD85-CDEC1C5338B1}"/>
              </a:ext>
            </a:extLst>
          </p:cNvPr>
          <p:cNvGraphicFramePr>
            <a:graphicFrameLocks noGrp="1"/>
          </p:cNvGraphicFramePr>
          <p:nvPr>
            <p:extLst>
              <p:ext uri="{D42A27DB-BD31-4B8C-83A1-F6EECF244321}">
                <p14:modId xmlns:p14="http://schemas.microsoft.com/office/powerpoint/2010/main" val="2671866644"/>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graphicFrame>
        <p:nvGraphicFramePr>
          <p:cNvPr id="6" name="Table 2 - 51">
            <a:extLst>
              <a:ext uri="{FF2B5EF4-FFF2-40B4-BE49-F238E27FC236}">
                <a16:creationId xmlns:a16="http://schemas.microsoft.com/office/drawing/2014/main" id="{F3CF83D5-A4D9-A61C-60C2-4FCC13C75C70}"/>
              </a:ext>
            </a:extLst>
          </p:cNvPr>
          <p:cNvGraphicFramePr>
            <a:graphicFrameLocks noGrp="1"/>
          </p:cNvGraphicFramePr>
          <p:nvPr>
            <p:extLst>
              <p:ext uri="{D42A27DB-BD31-4B8C-83A1-F6EECF244321}">
                <p14:modId xmlns:p14="http://schemas.microsoft.com/office/powerpoint/2010/main" val="4134158120"/>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7" name="Table 3 - 3">
            <a:extLst>
              <a:ext uri="{FF2B5EF4-FFF2-40B4-BE49-F238E27FC236}">
                <a16:creationId xmlns:a16="http://schemas.microsoft.com/office/drawing/2014/main" id="{ADC564DE-D28F-4875-CA32-B21571AAD6A1}"/>
              </a:ext>
            </a:extLst>
          </p:cNvPr>
          <p:cNvGraphicFramePr>
            <a:graphicFrameLocks noGrp="1"/>
          </p:cNvGraphicFramePr>
          <p:nvPr>
            <p:extLst>
              <p:ext uri="{D42A27DB-BD31-4B8C-83A1-F6EECF244321}">
                <p14:modId xmlns:p14="http://schemas.microsoft.com/office/powerpoint/2010/main" val="961686326"/>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9" name="Table 4 - 51 &amp; 3 - Green">
            <a:extLst>
              <a:ext uri="{FF2B5EF4-FFF2-40B4-BE49-F238E27FC236}">
                <a16:creationId xmlns:a16="http://schemas.microsoft.com/office/drawing/2014/main" id="{E4E9E986-6470-14A4-2D5D-0E7312543716}"/>
              </a:ext>
            </a:extLst>
          </p:cNvPr>
          <p:cNvGraphicFramePr>
            <a:graphicFrameLocks noGrp="1"/>
          </p:cNvGraphicFramePr>
          <p:nvPr>
            <p:extLst>
              <p:ext uri="{D42A27DB-BD31-4B8C-83A1-F6EECF244321}">
                <p14:modId xmlns:p14="http://schemas.microsoft.com/office/powerpoint/2010/main" val="2000753495"/>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 name="Table 5 - 3 &amp; 51">
            <a:extLst>
              <a:ext uri="{FF2B5EF4-FFF2-40B4-BE49-F238E27FC236}">
                <a16:creationId xmlns:a16="http://schemas.microsoft.com/office/drawing/2014/main" id="{668A9850-CE7F-0250-D4D6-BBF711FFCB6B}"/>
              </a:ext>
            </a:extLst>
          </p:cNvPr>
          <p:cNvGraphicFramePr>
            <a:graphicFrameLocks noGrp="1"/>
          </p:cNvGraphicFramePr>
          <p:nvPr>
            <p:extLst>
              <p:ext uri="{D42A27DB-BD31-4B8C-83A1-F6EECF244321}">
                <p14:modId xmlns:p14="http://schemas.microsoft.com/office/powerpoint/2010/main" val="214865917"/>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4" name="Table 6 - 51">
            <a:extLst>
              <a:ext uri="{FF2B5EF4-FFF2-40B4-BE49-F238E27FC236}">
                <a16:creationId xmlns:a16="http://schemas.microsoft.com/office/drawing/2014/main" id="{31675B1A-890B-1891-9466-0125844A5701}"/>
              </a:ext>
            </a:extLst>
          </p:cNvPr>
          <p:cNvGraphicFramePr>
            <a:graphicFrameLocks noGrp="1"/>
          </p:cNvGraphicFramePr>
          <p:nvPr>
            <p:extLst>
              <p:ext uri="{D42A27DB-BD31-4B8C-83A1-F6EECF244321}">
                <p14:modId xmlns:p14="http://schemas.microsoft.com/office/powerpoint/2010/main" val="2062391046"/>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1" name="Table 7 - 29">
            <a:extLst>
              <a:ext uri="{FF2B5EF4-FFF2-40B4-BE49-F238E27FC236}">
                <a16:creationId xmlns:a16="http://schemas.microsoft.com/office/drawing/2014/main" id="{DDEBB0F7-EBD0-2AE4-20B0-260DD31F66EE}"/>
              </a:ext>
            </a:extLst>
          </p:cNvPr>
          <p:cNvGraphicFramePr>
            <a:graphicFrameLocks noGrp="1"/>
          </p:cNvGraphicFramePr>
          <p:nvPr>
            <p:extLst>
              <p:ext uri="{D42A27DB-BD31-4B8C-83A1-F6EECF244321}">
                <p14:modId xmlns:p14="http://schemas.microsoft.com/office/powerpoint/2010/main" val="2939069227"/>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2" name="Table 8 - 51 &amp; 29 - Green">
            <a:extLst>
              <a:ext uri="{FF2B5EF4-FFF2-40B4-BE49-F238E27FC236}">
                <a16:creationId xmlns:a16="http://schemas.microsoft.com/office/drawing/2014/main" id="{AFE8C52C-CA00-5185-0559-27AE766CDBB6}"/>
              </a:ext>
            </a:extLst>
          </p:cNvPr>
          <p:cNvGraphicFramePr>
            <a:graphicFrameLocks noGrp="1"/>
          </p:cNvGraphicFramePr>
          <p:nvPr>
            <p:extLst>
              <p:ext uri="{D42A27DB-BD31-4B8C-83A1-F6EECF244321}">
                <p14:modId xmlns:p14="http://schemas.microsoft.com/office/powerpoint/2010/main" val="3434954794"/>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3" name="Table 9 - 29 &amp; 51">
            <a:extLst>
              <a:ext uri="{FF2B5EF4-FFF2-40B4-BE49-F238E27FC236}">
                <a16:creationId xmlns:a16="http://schemas.microsoft.com/office/drawing/2014/main" id="{3F74E222-3FA1-846D-1AB3-FDE9283947B3}"/>
              </a:ext>
            </a:extLst>
          </p:cNvPr>
          <p:cNvGraphicFramePr>
            <a:graphicFrameLocks noGrp="1"/>
          </p:cNvGraphicFramePr>
          <p:nvPr>
            <p:extLst>
              <p:ext uri="{D42A27DB-BD31-4B8C-83A1-F6EECF244321}">
                <p14:modId xmlns:p14="http://schemas.microsoft.com/office/powerpoint/2010/main" val="1149747147"/>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4" name="Table 10 - 51">
            <a:extLst>
              <a:ext uri="{FF2B5EF4-FFF2-40B4-BE49-F238E27FC236}">
                <a16:creationId xmlns:a16="http://schemas.microsoft.com/office/drawing/2014/main" id="{57995B92-B0FA-9779-BF95-5E29240AFD5D}"/>
              </a:ext>
            </a:extLst>
          </p:cNvPr>
          <p:cNvGraphicFramePr>
            <a:graphicFrameLocks noGrp="1"/>
          </p:cNvGraphicFramePr>
          <p:nvPr>
            <p:extLst>
              <p:ext uri="{D42A27DB-BD31-4B8C-83A1-F6EECF244321}">
                <p14:modId xmlns:p14="http://schemas.microsoft.com/office/powerpoint/2010/main" val="1919914311"/>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5" name="Table 11 - 18">
            <a:extLst>
              <a:ext uri="{FF2B5EF4-FFF2-40B4-BE49-F238E27FC236}">
                <a16:creationId xmlns:a16="http://schemas.microsoft.com/office/drawing/2014/main" id="{5181D659-3B0C-B42F-D14C-A25F29985527}"/>
              </a:ext>
            </a:extLst>
          </p:cNvPr>
          <p:cNvGraphicFramePr>
            <a:graphicFrameLocks noGrp="1"/>
          </p:cNvGraphicFramePr>
          <p:nvPr>
            <p:extLst>
              <p:ext uri="{D42A27DB-BD31-4B8C-83A1-F6EECF244321}">
                <p14:modId xmlns:p14="http://schemas.microsoft.com/office/powerpoint/2010/main" val="1587291274"/>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6" name="Table 12 - 51 &amp; 18 - Green">
            <a:extLst>
              <a:ext uri="{FF2B5EF4-FFF2-40B4-BE49-F238E27FC236}">
                <a16:creationId xmlns:a16="http://schemas.microsoft.com/office/drawing/2014/main" id="{67AC3BC6-A40E-201E-1732-8DF41C115669}"/>
              </a:ext>
            </a:extLst>
          </p:cNvPr>
          <p:cNvGraphicFramePr>
            <a:graphicFrameLocks noGrp="1"/>
          </p:cNvGraphicFramePr>
          <p:nvPr>
            <p:extLst>
              <p:ext uri="{D42A27DB-BD31-4B8C-83A1-F6EECF244321}">
                <p14:modId xmlns:p14="http://schemas.microsoft.com/office/powerpoint/2010/main" val="1421240030"/>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7" name="Table 13 - 18 &amp; 51">
            <a:extLst>
              <a:ext uri="{FF2B5EF4-FFF2-40B4-BE49-F238E27FC236}">
                <a16:creationId xmlns:a16="http://schemas.microsoft.com/office/drawing/2014/main" id="{DA4592A1-64F0-35A2-060A-10F9E3CF29FC}"/>
              </a:ext>
            </a:extLst>
          </p:cNvPr>
          <p:cNvGraphicFramePr>
            <a:graphicFrameLocks noGrp="1"/>
          </p:cNvGraphicFramePr>
          <p:nvPr>
            <p:extLst>
              <p:ext uri="{D42A27DB-BD31-4B8C-83A1-F6EECF244321}">
                <p14:modId xmlns:p14="http://schemas.microsoft.com/office/powerpoint/2010/main" val="129033245"/>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8" name="Table 14 - 51">
            <a:extLst>
              <a:ext uri="{FF2B5EF4-FFF2-40B4-BE49-F238E27FC236}">
                <a16:creationId xmlns:a16="http://schemas.microsoft.com/office/drawing/2014/main" id="{B67EDDEC-7C64-7178-4A4D-B60959485E35}"/>
              </a:ext>
            </a:extLst>
          </p:cNvPr>
          <p:cNvGraphicFramePr>
            <a:graphicFrameLocks noGrp="1"/>
          </p:cNvGraphicFramePr>
          <p:nvPr>
            <p:extLst>
              <p:ext uri="{D42A27DB-BD31-4B8C-83A1-F6EECF244321}">
                <p14:modId xmlns:p14="http://schemas.microsoft.com/office/powerpoint/2010/main" val="2749205175"/>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39" name="Table 15 - 21">
            <a:extLst>
              <a:ext uri="{FF2B5EF4-FFF2-40B4-BE49-F238E27FC236}">
                <a16:creationId xmlns:a16="http://schemas.microsoft.com/office/drawing/2014/main" id="{8FEF33E2-FDD5-18E9-29C3-79D8C253F025}"/>
              </a:ext>
            </a:extLst>
          </p:cNvPr>
          <p:cNvGraphicFramePr>
            <a:graphicFrameLocks noGrp="1"/>
          </p:cNvGraphicFramePr>
          <p:nvPr>
            <p:extLst>
              <p:ext uri="{D42A27DB-BD31-4B8C-83A1-F6EECF244321}">
                <p14:modId xmlns:p14="http://schemas.microsoft.com/office/powerpoint/2010/main" val="2796841202"/>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0" name="Table 16 - 51 &amp; 21 - Green">
            <a:extLst>
              <a:ext uri="{FF2B5EF4-FFF2-40B4-BE49-F238E27FC236}">
                <a16:creationId xmlns:a16="http://schemas.microsoft.com/office/drawing/2014/main" id="{DD93CFA0-F1B8-A6BE-7E5A-5447C5D1C141}"/>
              </a:ext>
            </a:extLst>
          </p:cNvPr>
          <p:cNvGraphicFramePr>
            <a:graphicFrameLocks noGrp="1"/>
          </p:cNvGraphicFramePr>
          <p:nvPr>
            <p:extLst>
              <p:ext uri="{D42A27DB-BD31-4B8C-83A1-F6EECF244321}">
                <p14:modId xmlns:p14="http://schemas.microsoft.com/office/powerpoint/2010/main" val="3618101422"/>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210304019"/>
                  </a:ext>
                </a:extLst>
              </a:tr>
            </a:tbl>
          </a:graphicData>
        </a:graphic>
      </p:graphicFrame>
      <p:graphicFrame>
        <p:nvGraphicFramePr>
          <p:cNvPr id="41" name="Table 17 - 21 &amp; 51">
            <a:extLst>
              <a:ext uri="{FF2B5EF4-FFF2-40B4-BE49-F238E27FC236}">
                <a16:creationId xmlns:a16="http://schemas.microsoft.com/office/drawing/2014/main" id="{CFD8A320-1639-8930-0F58-13B9D4808F22}"/>
              </a:ext>
            </a:extLst>
          </p:cNvPr>
          <p:cNvGraphicFramePr>
            <a:graphicFrameLocks noGrp="1"/>
          </p:cNvGraphicFramePr>
          <p:nvPr>
            <p:extLst>
              <p:ext uri="{D42A27DB-BD31-4B8C-83A1-F6EECF244321}">
                <p14:modId xmlns:p14="http://schemas.microsoft.com/office/powerpoint/2010/main" val="82536453"/>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graphicFrame>
        <p:nvGraphicFramePr>
          <p:cNvPr id="63" name="Table 17a - 51 - Pink">
            <a:extLst>
              <a:ext uri="{FF2B5EF4-FFF2-40B4-BE49-F238E27FC236}">
                <a16:creationId xmlns:a16="http://schemas.microsoft.com/office/drawing/2014/main" id="{8F6520B8-F584-6D77-C222-07A17DE06A25}"/>
              </a:ext>
            </a:extLst>
          </p:cNvPr>
          <p:cNvGraphicFramePr>
            <a:graphicFrameLocks noGrp="1"/>
          </p:cNvGraphicFramePr>
          <p:nvPr>
            <p:extLst>
              <p:ext uri="{D42A27DB-BD31-4B8C-83A1-F6EECF244321}">
                <p14:modId xmlns:p14="http://schemas.microsoft.com/office/powerpoint/2010/main" val="2554854422"/>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210304019"/>
                  </a:ext>
                </a:extLst>
              </a:tr>
            </a:tbl>
          </a:graphicData>
        </a:graphic>
      </p:graphicFrame>
      <p:graphicFrame>
        <p:nvGraphicFramePr>
          <p:cNvPr id="42" name="Table 18 - 3">
            <a:extLst>
              <a:ext uri="{FF2B5EF4-FFF2-40B4-BE49-F238E27FC236}">
                <a16:creationId xmlns:a16="http://schemas.microsoft.com/office/drawing/2014/main" id="{3E62DBA6-F8EC-528C-1EFE-EE732F8135A6}"/>
              </a:ext>
            </a:extLst>
          </p:cNvPr>
          <p:cNvGraphicFramePr>
            <a:graphicFrameLocks noGrp="1"/>
          </p:cNvGraphicFramePr>
          <p:nvPr>
            <p:extLst>
              <p:ext uri="{D42A27DB-BD31-4B8C-83A1-F6EECF244321}">
                <p14:modId xmlns:p14="http://schemas.microsoft.com/office/powerpoint/2010/main" val="1152154344"/>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3" name="Table 19 - 29">
            <a:extLst>
              <a:ext uri="{FF2B5EF4-FFF2-40B4-BE49-F238E27FC236}">
                <a16:creationId xmlns:a16="http://schemas.microsoft.com/office/drawing/2014/main" id="{DFE3958B-8E40-6AF1-12D5-18D44555E703}"/>
              </a:ext>
            </a:extLst>
          </p:cNvPr>
          <p:cNvGraphicFramePr>
            <a:graphicFrameLocks noGrp="1"/>
          </p:cNvGraphicFramePr>
          <p:nvPr>
            <p:extLst>
              <p:ext uri="{D42A27DB-BD31-4B8C-83A1-F6EECF244321}">
                <p14:modId xmlns:p14="http://schemas.microsoft.com/office/powerpoint/2010/main" val="3260727541"/>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4" name="Table 20 - 3 &amp; 29 - Red">
            <a:extLst>
              <a:ext uri="{FF2B5EF4-FFF2-40B4-BE49-F238E27FC236}">
                <a16:creationId xmlns:a16="http://schemas.microsoft.com/office/drawing/2014/main" id="{D6DF2BB4-4764-ED23-F94A-B0660FA4C2BB}"/>
              </a:ext>
            </a:extLst>
          </p:cNvPr>
          <p:cNvGraphicFramePr>
            <a:graphicFrameLocks noGrp="1"/>
          </p:cNvGraphicFramePr>
          <p:nvPr>
            <p:extLst>
              <p:ext uri="{D42A27DB-BD31-4B8C-83A1-F6EECF244321}">
                <p14:modId xmlns:p14="http://schemas.microsoft.com/office/powerpoint/2010/main" val="804652259"/>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5" name="Table 21 - 3 &amp; 29">
            <a:extLst>
              <a:ext uri="{FF2B5EF4-FFF2-40B4-BE49-F238E27FC236}">
                <a16:creationId xmlns:a16="http://schemas.microsoft.com/office/drawing/2014/main" id="{6F73FD2F-EA3E-81EC-4922-2B2C23F93E3E}"/>
              </a:ext>
            </a:extLst>
          </p:cNvPr>
          <p:cNvGraphicFramePr>
            <a:graphicFrameLocks noGrp="1"/>
          </p:cNvGraphicFramePr>
          <p:nvPr>
            <p:extLst>
              <p:ext uri="{D42A27DB-BD31-4B8C-83A1-F6EECF244321}">
                <p14:modId xmlns:p14="http://schemas.microsoft.com/office/powerpoint/2010/main" val="4142506232"/>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6" name="Table 22 - 29">
            <a:extLst>
              <a:ext uri="{FF2B5EF4-FFF2-40B4-BE49-F238E27FC236}">
                <a16:creationId xmlns:a16="http://schemas.microsoft.com/office/drawing/2014/main" id="{960672DF-E730-BEBE-4431-7E6C30211D7C}"/>
              </a:ext>
            </a:extLst>
          </p:cNvPr>
          <p:cNvGraphicFramePr>
            <a:graphicFrameLocks noGrp="1"/>
          </p:cNvGraphicFramePr>
          <p:nvPr>
            <p:extLst>
              <p:ext uri="{D42A27DB-BD31-4B8C-83A1-F6EECF244321}">
                <p14:modId xmlns:p14="http://schemas.microsoft.com/office/powerpoint/2010/main" val="2353144367"/>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7" name="Table 23 - 18">
            <a:extLst>
              <a:ext uri="{FF2B5EF4-FFF2-40B4-BE49-F238E27FC236}">
                <a16:creationId xmlns:a16="http://schemas.microsoft.com/office/drawing/2014/main" id="{BA2C7143-8750-8A35-F03E-A664076FB02C}"/>
              </a:ext>
            </a:extLst>
          </p:cNvPr>
          <p:cNvGraphicFramePr>
            <a:graphicFrameLocks noGrp="1"/>
          </p:cNvGraphicFramePr>
          <p:nvPr>
            <p:extLst>
              <p:ext uri="{D42A27DB-BD31-4B8C-83A1-F6EECF244321}">
                <p14:modId xmlns:p14="http://schemas.microsoft.com/office/powerpoint/2010/main" val="787031231"/>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8" name="Table 24 - 29 &amp; 18 - Green">
            <a:extLst>
              <a:ext uri="{FF2B5EF4-FFF2-40B4-BE49-F238E27FC236}">
                <a16:creationId xmlns:a16="http://schemas.microsoft.com/office/drawing/2014/main" id="{A6461179-82C0-E96B-42E6-6C250F7BF745}"/>
              </a:ext>
            </a:extLst>
          </p:cNvPr>
          <p:cNvGraphicFramePr>
            <a:graphicFrameLocks noGrp="1"/>
          </p:cNvGraphicFramePr>
          <p:nvPr>
            <p:extLst>
              <p:ext uri="{D42A27DB-BD31-4B8C-83A1-F6EECF244321}">
                <p14:modId xmlns:p14="http://schemas.microsoft.com/office/powerpoint/2010/main" val="2058574179"/>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9" name="Table 25 - 18 &amp; 29">
            <a:extLst>
              <a:ext uri="{FF2B5EF4-FFF2-40B4-BE49-F238E27FC236}">
                <a16:creationId xmlns:a16="http://schemas.microsoft.com/office/drawing/2014/main" id="{EB1098E4-FF9A-543E-B7C7-F783B4C854D8}"/>
              </a:ext>
            </a:extLst>
          </p:cNvPr>
          <p:cNvGraphicFramePr>
            <a:graphicFrameLocks noGrp="1"/>
          </p:cNvGraphicFramePr>
          <p:nvPr>
            <p:extLst>
              <p:ext uri="{D42A27DB-BD31-4B8C-83A1-F6EECF244321}">
                <p14:modId xmlns:p14="http://schemas.microsoft.com/office/powerpoint/2010/main" val="3703924994"/>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0" name="Table 26 - 29">
            <a:extLst>
              <a:ext uri="{FF2B5EF4-FFF2-40B4-BE49-F238E27FC236}">
                <a16:creationId xmlns:a16="http://schemas.microsoft.com/office/drawing/2014/main" id="{1DC1F667-54E7-735D-0041-3568D24447E3}"/>
              </a:ext>
            </a:extLst>
          </p:cNvPr>
          <p:cNvGraphicFramePr>
            <a:graphicFrameLocks noGrp="1"/>
          </p:cNvGraphicFramePr>
          <p:nvPr>
            <p:extLst>
              <p:ext uri="{D42A27DB-BD31-4B8C-83A1-F6EECF244321}">
                <p14:modId xmlns:p14="http://schemas.microsoft.com/office/powerpoint/2010/main" val="3896056540"/>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1" name="Table 27 - 21">
            <a:extLst>
              <a:ext uri="{FF2B5EF4-FFF2-40B4-BE49-F238E27FC236}">
                <a16:creationId xmlns:a16="http://schemas.microsoft.com/office/drawing/2014/main" id="{5F716119-8B03-5178-1DF6-C45D3263019E}"/>
              </a:ext>
            </a:extLst>
          </p:cNvPr>
          <p:cNvGraphicFramePr>
            <a:graphicFrameLocks noGrp="1"/>
          </p:cNvGraphicFramePr>
          <p:nvPr>
            <p:extLst>
              <p:ext uri="{D42A27DB-BD31-4B8C-83A1-F6EECF244321}">
                <p14:modId xmlns:p14="http://schemas.microsoft.com/office/powerpoint/2010/main" val="3147097326"/>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2" name="Table 28 - 29 &amp; 21 - Green">
            <a:extLst>
              <a:ext uri="{FF2B5EF4-FFF2-40B4-BE49-F238E27FC236}">
                <a16:creationId xmlns:a16="http://schemas.microsoft.com/office/drawing/2014/main" id="{58756706-74B6-3319-666F-EB49C87533D3}"/>
              </a:ext>
            </a:extLst>
          </p:cNvPr>
          <p:cNvGraphicFramePr>
            <a:graphicFrameLocks noGrp="1"/>
          </p:cNvGraphicFramePr>
          <p:nvPr>
            <p:extLst>
              <p:ext uri="{D42A27DB-BD31-4B8C-83A1-F6EECF244321}">
                <p14:modId xmlns:p14="http://schemas.microsoft.com/office/powerpoint/2010/main" val="4104754162"/>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3" name="Table 29 - 21 &amp; 29">
            <a:extLst>
              <a:ext uri="{FF2B5EF4-FFF2-40B4-BE49-F238E27FC236}">
                <a16:creationId xmlns:a16="http://schemas.microsoft.com/office/drawing/2014/main" id="{72C5B3C4-1CB7-4D3D-F981-3119C0A0CC2C}"/>
              </a:ext>
            </a:extLst>
          </p:cNvPr>
          <p:cNvGraphicFramePr>
            <a:graphicFrameLocks noGrp="1"/>
          </p:cNvGraphicFramePr>
          <p:nvPr>
            <p:extLst>
              <p:ext uri="{D42A27DB-BD31-4B8C-83A1-F6EECF244321}">
                <p14:modId xmlns:p14="http://schemas.microsoft.com/office/powerpoint/2010/main" val="1337678565"/>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64" name="Table 29a - 29 - Pink">
            <a:extLst>
              <a:ext uri="{FF2B5EF4-FFF2-40B4-BE49-F238E27FC236}">
                <a16:creationId xmlns:a16="http://schemas.microsoft.com/office/drawing/2014/main" id="{982D7147-94A8-BC6A-7350-9669F2C86412}"/>
              </a:ext>
            </a:extLst>
          </p:cNvPr>
          <p:cNvGraphicFramePr>
            <a:graphicFrameLocks noGrp="1"/>
          </p:cNvGraphicFramePr>
          <p:nvPr>
            <p:extLst>
              <p:ext uri="{D42A27DB-BD31-4B8C-83A1-F6EECF244321}">
                <p14:modId xmlns:p14="http://schemas.microsoft.com/office/powerpoint/2010/main" val="2294980336"/>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4" name="Table 30 - 3">
            <a:extLst>
              <a:ext uri="{FF2B5EF4-FFF2-40B4-BE49-F238E27FC236}">
                <a16:creationId xmlns:a16="http://schemas.microsoft.com/office/drawing/2014/main" id="{708C21DD-5E6D-C2F4-BAEF-F9CF07BFC5EE}"/>
              </a:ext>
            </a:extLst>
          </p:cNvPr>
          <p:cNvGraphicFramePr>
            <a:graphicFrameLocks noGrp="1"/>
          </p:cNvGraphicFramePr>
          <p:nvPr>
            <p:extLst>
              <p:ext uri="{D42A27DB-BD31-4B8C-83A1-F6EECF244321}">
                <p14:modId xmlns:p14="http://schemas.microsoft.com/office/powerpoint/2010/main" val="1828541144"/>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5" name="Table 31 - 18">
            <a:extLst>
              <a:ext uri="{FF2B5EF4-FFF2-40B4-BE49-F238E27FC236}">
                <a16:creationId xmlns:a16="http://schemas.microsoft.com/office/drawing/2014/main" id="{2C3D6250-FF24-11A8-414E-C4C50CAD957B}"/>
              </a:ext>
            </a:extLst>
          </p:cNvPr>
          <p:cNvGraphicFramePr>
            <a:graphicFrameLocks noGrp="1"/>
          </p:cNvGraphicFramePr>
          <p:nvPr>
            <p:extLst>
              <p:ext uri="{D42A27DB-BD31-4B8C-83A1-F6EECF244321}">
                <p14:modId xmlns:p14="http://schemas.microsoft.com/office/powerpoint/2010/main" val="1025464522"/>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6" name="Table 32 - 3 &amp; 18 - Red">
            <a:extLst>
              <a:ext uri="{FF2B5EF4-FFF2-40B4-BE49-F238E27FC236}">
                <a16:creationId xmlns:a16="http://schemas.microsoft.com/office/drawing/2014/main" id="{47D10CB2-E03C-E095-7411-D3AD458E301E}"/>
              </a:ext>
            </a:extLst>
          </p:cNvPr>
          <p:cNvGraphicFramePr>
            <a:graphicFrameLocks noGrp="1"/>
          </p:cNvGraphicFramePr>
          <p:nvPr>
            <p:extLst>
              <p:ext uri="{D42A27DB-BD31-4B8C-83A1-F6EECF244321}">
                <p14:modId xmlns:p14="http://schemas.microsoft.com/office/powerpoint/2010/main" val="2034729816"/>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7" name="Table 33 - 3 &amp; 18">
            <a:extLst>
              <a:ext uri="{FF2B5EF4-FFF2-40B4-BE49-F238E27FC236}">
                <a16:creationId xmlns:a16="http://schemas.microsoft.com/office/drawing/2014/main" id="{0FCBE045-60B3-A010-0561-48B629C076BA}"/>
              </a:ext>
            </a:extLst>
          </p:cNvPr>
          <p:cNvGraphicFramePr>
            <a:graphicFrameLocks noGrp="1"/>
          </p:cNvGraphicFramePr>
          <p:nvPr>
            <p:extLst>
              <p:ext uri="{D42A27DB-BD31-4B8C-83A1-F6EECF244321}">
                <p14:modId xmlns:p14="http://schemas.microsoft.com/office/powerpoint/2010/main" val="3707545011"/>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8" name="Table 34 - 18">
            <a:extLst>
              <a:ext uri="{FF2B5EF4-FFF2-40B4-BE49-F238E27FC236}">
                <a16:creationId xmlns:a16="http://schemas.microsoft.com/office/drawing/2014/main" id="{B351C213-0DCC-20BE-CB1C-A91DDAA3E5A7}"/>
              </a:ext>
            </a:extLst>
          </p:cNvPr>
          <p:cNvGraphicFramePr>
            <a:graphicFrameLocks noGrp="1"/>
          </p:cNvGraphicFramePr>
          <p:nvPr>
            <p:extLst>
              <p:ext uri="{D42A27DB-BD31-4B8C-83A1-F6EECF244321}">
                <p14:modId xmlns:p14="http://schemas.microsoft.com/office/powerpoint/2010/main" val="3314616202"/>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59" name="Table 35 - 21">
            <a:extLst>
              <a:ext uri="{FF2B5EF4-FFF2-40B4-BE49-F238E27FC236}">
                <a16:creationId xmlns:a16="http://schemas.microsoft.com/office/drawing/2014/main" id="{6E629E7E-65A1-E1CE-ADF2-53B4E7E31598}"/>
              </a:ext>
            </a:extLst>
          </p:cNvPr>
          <p:cNvGraphicFramePr>
            <a:graphicFrameLocks noGrp="1"/>
          </p:cNvGraphicFramePr>
          <p:nvPr>
            <p:extLst>
              <p:ext uri="{D42A27DB-BD31-4B8C-83A1-F6EECF244321}">
                <p14:modId xmlns:p14="http://schemas.microsoft.com/office/powerpoint/2010/main" val="2294738725"/>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60" name="Table 36 - 18 &amp; 21 - Red">
            <a:extLst>
              <a:ext uri="{FF2B5EF4-FFF2-40B4-BE49-F238E27FC236}">
                <a16:creationId xmlns:a16="http://schemas.microsoft.com/office/drawing/2014/main" id="{36283355-3BAC-F5E7-C8CF-9E5CE6B873A1}"/>
              </a:ext>
            </a:extLst>
          </p:cNvPr>
          <p:cNvGraphicFramePr>
            <a:graphicFrameLocks noGrp="1"/>
          </p:cNvGraphicFramePr>
          <p:nvPr>
            <p:extLst>
              <p:ext uri="{D42A27DB-BD31-4B8C-83A1-F6EECF244321}">
                <p14:modId xmlns:p14="http://schemas.microsoft.com/office/powerpoint/2010/main" val="2127049937"/>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b="1"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61" name="Table 37 - 18 &amp; 21">
            <a:extLst>
              <a:ext uri="{FF2B5EF4-FFF2-40B4-BE49-F238E27FC236}">
                <a16:creationId xmlns:a16="http://schemas.microsoft.com/office/drawing/2014/main" id="{0346DFC3-E893-C634-07A6-903C9DC7600D}"/>
              </a:ext>
            </a:extLst>
          </p:cNvPr>
          <p:cNvGraphicFramePr>
            <a:graphicFrameLocks noGrp="1"/>
          </p:cNvGraphicFramePr>
          <p:nvPr>
            <p:extLst>
              <p:ext uri="{D42A27DB-BD31-4B8C-83A1-F6EECF244321}">
                <p14:modId xmlns:p14="http://schemas.microsoft.com/office/powerpoint/2010/main" val="4282526317"/>
              </p:ext>
            </p:extLst>
          </p:nvPr>
        </p:nvGraphicFramePr>
        <p:xfrm>
          <a:off x="2329500" y="1999037"/>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algn="ctr"/>
                      <a:r>
                        <a:rPr lang="en-GB" sz="3200" b="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sp>
        <p:nvSpPr>
          <p:cNvPr id="3" name="Text">
            <a:extLst>
              <a:ext uri="{FF2B5EF4-FFF2-40B4-BE49-F238E27FC236}">
                <a16:creationId xmlns:a16="http://schemas.microsoft.com/office/drawing/2014/main" id="{095E1681-A91C-8BA9-CCE6-F748A2E6098C}"/>
              </a:ext>
            </a:extLst>
          </p:cNvPr>
          <p:cNvSpPr/>
          <p:nvPr/>
        </p:nvSpPr>
        <p:spPr>
          <a:xfrm>
            <a:off x="7508083" y="564027"/>
            <a:ext cx="4364830" cy="1231106"/>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solidFill>
                  <a:srgbClr val="7030A0"/>
                </a:solidFill>
              </a:rPr>
              <a:t>Outer loop: Conditional</a:t>
            </a:r>
          </a:p>
          <a:p>
            <a:pPr marL="285750" indent="-285750">
              <a:spcAft>
                <a:spcPts val="1200"/>
              </a:spcAft>
              <a:buFont typeface="Arial" panose="020B0604020202020204" pitchFamily="34" charset="0"/>
              <a:buChar char="•"/>
            </a:pPr>
            <a:r>
              <a:rPr lang="en-GB" sz="3200" dirty="0">
                <a:solidFill>
                  <a:srgbClr val="7030A0"/>
                </a:solidFill>
              </a:rPr>
              <a:t>Inner loop: Fixed</a:t>
            </a:r>
          </a:p>
        </p:txBody>
      </p:sp>
    </p:spTree>
    <p:extLst>
      <p:ext uri="{BB962C8B-B14F-4D97-AF65-F5344CB8AC3E}">
        <p14:creationId xmlns:p14="http://schemas.microsoft.com/office/powerpoint/2010/main" val="3726086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125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2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2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Effect transition="in" filter="wipe(left)">
                                      <p:cBhvr>
                                        <p:cTn id="35" dur="2500"/>
                                        <p:tgtEl>
                                          <p:spTgt spid="5">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2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31"/>
                                        </p:tgtEl>
                                        <p:attrNameLst>
                                          <p:attrName>style.visibility</p:attrName>
                                        </p:attrNameLst>
                                      </p:cBhvr>
                                      <p:to>
                                        <p:strVal val="visible"/>
                                      </p:to>
                                    </p:set>
                                  </p:childTnLst>
                                </p:cTn>
                              </p:par>
                            </p:childTnLst>
                          </p:cTn>
                        </p:par>
                        <p:par>
                          <p:cTn id="48" fill="hold">
                            <p:stCondLst>
                              <p:cond delay="0"/>
                            </p:stCondLst>
                            <p:childTnLst>
                              <p:par>
                                <p:cTn id="49" presetID="22" presetClass="entr" presetSubtype="8" fill="hold" nodeType="after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left)">
                                      <p:cBhvr>
                                        <p:cTn id="51" dur="2500"/>
                                        <p:tgtEl>
                                          <p:spTgt spid="3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wipe(left)">
                                      <p:cBhvr>
                                        <p:cTn id="56" dur="2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35"/>
                                        </p:tgtEl>
                                        <p:attrNameLst>
                                          <p:attrName>style.visibility</p:attrName>
                                        </p:attrNameLst>
                                      </p:cBhvr>
                                      <p:to>
                                        <p:strVal val="visible"/>
                                      </p:to>
                                    </p:set>
                                  </p:childTnLst>
                                </p:cTn>
                              </p:par>
                            </p:childTnLst>
                          </p:cTn>
                        </p:par>
                        <p:par>
                          <p:cTn id="64" fill="hold">
                            <p:stCondLst>
                              <p:cond delay="0"/>
                            </p:stCondLst>
                            <p:childTnLst>
                              <p:par>
                                <p:cTn id="65" presetID="22" presetClass="entr" presetSubtype="8" fill="hold" nodeType="after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left)">
                                      <p:cBhvr>
                                        <p:cTn id="67" dur="2500"/>
                                        <p:tgtEl>
                                          <p:spTgt spid="36"/>
                                        </p:tgtEl>
                                      </p:cBhvr>
                                    </p:animEffect>
                                  </p:childTnLst>
                                </p:cTn>
                              </p:par>
                            </p:childTnLst>
                          </p:cTn>
                        </p:par>
                        <p:par>
                          <p:cTn id="68" fill="hold">
                            <p:stCondLst>
                              <p:cond delay="2500"/>
                            </p:stCondLst>
                            <p:childTnLst>
                              <p:par>
                                <p:cTn id="69" presetID="1" presetClass="entr" presetSubtype="0" fill="hold" nodeType="after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par>
                          <p:cTn id="75" fill="hold">
                            <p:stCondLst>
                              <p:cond delay="0"/>
                            </p:stCondLst>
                            <p:childTnLst>
                              <p:par>
                                <p:cTn id="76" presetID="1" presetClass="entr" presetSubtype="0" fill="hold" nodeType="afterEffect">
                                  <p:stCondLst>
                                    <p:cond delay="0"/>
                                  </p:stCondLst>
                                  <p:childTnLst>
                                    <p:set>
                                      <p:cBhvr>
                                        <p:cTn id="77" dur="1" fill="hold">
                                          <p:stCondLst>
                                            <p:cond delay="0"/>
                                          </p:stCondLst>
                                        </p:cTn>
                                        <p:tgtEl>
                                          <p:spTgt spid="39"/>
                                        </p:tgtEl>
                                        <p:attrNameLst>
                                          <p:attrName>style.visibility</p:attrName>
                                        </p:attrNameLst>
                                      </p:cBhvr>
                                      <p:to>
                                        <p:strVal val="visible"/>
                                      </p:to>
                                    </p:set>
                                  </p:childTnLst>
                                </p:cTn>
                              </p:par>
                            </p:childTnLst>
                          </p:cTn>
                        </p:par>
                        <p:par>
                          <p:cTn id="78" fill="hold">
                            <p:stCondLst>
                              <p:cond delay="0"/>
                            </p:stCondLst>
                            <p:childTnLst>
                              <p:par>
                                <p:cTn id="79" presetID="22" presetClass="entr" presetSubtype="8"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left)">
                                      <p:cBhvr>
                                        <p:cTn id="81" dur="2500"/>
                                        <p:tgtEl>
                                          <p:spTgt spid="40"/>
                                        </p:tgtEl>
                                      </p:cBhvr>
                                    </p:animEffect>
                                  </p:childTnLst>
                                </p:cTn>
                              </p:par>
                            </p:childTnLst>
                          </p:cTn>
                        </p:par>
                        <p:par>
                          <p:cTn id="82" fill="hold">
                            <p:stCondLst>
                              <p:cond delay="2500"/>
                            </p:stCondLst>
                            <p:childTnLst>
                              <p:par>
                                <p:cTn id="83" presetID="1" presetClass="entr" presetSubtype="0" fill="hold" nodeType="after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5">
                                            <p:txEl>
                                              <p:pRg st="3" end="3"/>
                                            </p:txEl>
                                          </p:spTgt>
                                        </p:tgtEl>
                                        <p:attrNameLst>
                                          <p:attrName>style.visibility</p:attrName>
                                        </p:attrNameLst>
                                      </p:cBhvr>
                                      <p:to>
                                        <p:strVal val="visible"/>
                                      </p:to>
                                    </p:set>
                                    <p:animEffect transition="in" filter="wipe(left)">
                                      <p:cBhvr>
                                        <p:cTn id="89" dur="2500"/>
                                        <p:tgtEl>
                                          <p:spTgt spid="5">
                                            <p:txEl>
                                              <p:pRg st="3" end="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6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42"/>
                                        </p:tgtEl>
                                        <p:attrNameLst>
                                          <p:attrName>style.visibility</p:attrName>
                                        </p:attrNameLst>
                                      </p:cBhvr>
                                      <p:to>
                                        <p:strVal val="visible"/>
                                      </p:to>
                                    </p:set>
                                  </p:childTnLst>
                                </p:cTn>
                              </p:par>
                            </p:childTnLst>
                          </p:cTn>
                        </p:par>
                        <p:par>
                          <p:cTn id="98" fill="hold">
                            <p:stCondLst>
                              <p:cond delay="0"/>
                            </p:stCondLst>
                            <p:childTnLst>
                              <p:par>
                                <p:cTn id="99" presetID="1" presetClass="entr" presetSubtype="0" fill="hold" nodeType="afterEffect">
                                  <p:stCondLst>
                                    <p:cond delay="0"/>
                                  </p:stCondLst>
                                  <p:childTnLst>
                                    <p:set>
                                      <p:cBhvr>
                                        <p:cTn id="100" dur="1" fill="hold">
                                          <p:stCondLst>
                                            <p:cond delay="0"/>
                                          </p:stCondLst>
                                        </p:cTn>
                                        <p:tgtEl>
                                          <p:spTgt spid="43"/>
                                        </p:tgtEl>
                                        <p:attrNameLst>
                                          <p:attrName>style.visibility</p:attrName>
                                        </p:attrNameLst>
                                      </p:cBhvr>
                                      <p:to>
                                        <p:strVal val="visible"/>
                                      </p:to>
                                    </p:set>
                                  </p:childTnLst>
                                </p:cTn>
                              </p:par>
                            </p:childTnLst>
                          </p:cTn>
                        </p:par>
                        <p:par>
                          <p:cTn id="101" fill="hold">
                            <p:stCondLst>
                              <p:cond delay="0"/>
                            </p:stCondLst>
                            <p:childTnLst>
                              <p:par>
                                <p:cTn id="102" presetID="22" presetClass="entr" presetSubtype="8" fill="hold" nodeType="after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wipe(left)">
                                      <p:cBhvr>
                                        <p:cTn id="104" dur="2500"/>
                                        <p:tgtEl>
                                          <p:spTgt spid="44"/>
                                        </p:tgtEl>
                                      </p:cBhvr>
                                    </p:animEffect>
                                  </p:childTnLst>
                                </p:cTn>
                              </p:par>
                            </p:childTnLst>
                          </p:cTn>
                        </p:par>
                        <p:par>
                          <p:cTn id="105" fill="hold">
                            <p:stCondLst>
                              <p:cond delay="2500"/>
                            </p:stCondLst>
                            <p:childTnLst>
                              <p:par>
                                <p:cTn id="106" presetID="1" presetClass="entr" presetSubtype="0" fill="hold" nodeType="afterEffect">
                                  <p:stCondLst>
                                    <p:cond delay="0"/>
                                  </p:stCondLst>
                                  <p:childTnLst>
                                    <p:set>
                                      <p:cBhvr>
                                        <p:cTn id="107" dur="1" fill="hold">
                                          <p:stCondLst>
                                            <p:cond delay="0"/>
                                          </p:stCondLst>
                                        </p:cTn>
                                        <p:tgtEl>
                                          <p:spTgt spid="45"/>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46"/>
                                        </p:tgtEl>
                                        <p:attrNameLst>
                                          <p:attrName>style.visibility</p:attrName>
                                        </p:attrNameLst>
                                      </p:cBhvr>
                                      <p:to>
                                        <p:strVal val="visible"/>
                                      </p:to>
                                    </p:set>
                                  </p:childTnLst>
                                </p:cTn>
                              </p:par>
                            </p:childTnLst>
                          </p:cTn>
                        </p:par>
                        <p:par>
                          <p:cTn id="112" fill="hold">
                            <p:stCondLst>
                              <p:cond delay="0"/>
                            </p:stCondLst>
                            <p:childTnLst>
                              <p:par>
                                <p:cTn id="113" presetID="1" presetClass="entr" presetSubtype="0" fill="hold" nodeType="afterEffect">
                                  <p:stCondLst>
                                    <p:cond delay="0"/>
                                  </p:stCondLst>
                                  <p:childTnLst>
                                    <p:set>
                                      <p:cBhvr>
                                        <p:cTn id="114" dur="1" fill="hold">
                                          <p:stCondLst>
                                            <p:cond delay="0"/>
                                          </p:stCondLst>
                                        </p:cTn>
                                        <p:tgtEl>
                                          <p:spTgt spid="47"/>
                                        </p:tgtEl>
                                        <p:attrNameLst>
                                          <p:attrName>style.visibility</p:attrName>
                                        </p:attrNameLst>
                                      </p:cBhvr>
                                      <p:to>
                                        <p:strVal val="visible"/>
                                      </p:to>
                                    </p:set>
                                  </p:childTnLst>
                                </p:cTn>
                              </p:par>
                            </p:childTnLst>
                          </p:cTn>
                        </p:par>
                        <p:par>
                          <p:cTn id="115" fill="hold">
                            <p:stCondLst>
                              <p:cond delay="0"/>
                            </p:stCondLst>
                            <p:childTnLst>
                              <p:par>
                                <p:cTn id="116" presetID="22" presetClass="entr" presetSubtype="8" fill="hold" nodeType="afterEffect">
                                  <p:stCondLst>
                                    <p:cond delay="0"/>
                                  </p:stCondLst>
                                  <p:childTnLst>
                                    <p:set>
                                      <p:cBhvr>
                                        <p:cTn id="117" dur="1" fill="hold">
                                          <p:stCondLst>
                                            <p:cond delay="0"/>
                                          </p:stCondLst>
                                        </p:cTn>
                                        <p:tgtEl>
                                          <p:spTgt spid="48"/>
                                        </p:tgtEl>
                                        <p:attrNameLst>
                                          <p:attrName>style.visibility</p:attrName>
                                        </p:attrNameLst>
                                      </p:cBhvr>
                                      <p:to>
                                        <p:strVal val="visible"/>
                                      </p:to>
                                    </p:set>
                                    <p:animEffect transition="in" filter="wipe(left)">
                                      <p:cBhvr>
                                        <p:cTn id="118" dur="2500"/>
                                        <p:tgtEl>
                                          <p:spTgt spid="48"/>
                                        </p:tgtEl>
                                      </p:cBhvr>
                                    </p:animEffect>
                                  </p:childTnLst>
                                </p:cTn>
                              </p:par>
                            </p:childTnLst>
                          </p:cTn>
                        </p:par>
                        <p:par>
                          <p:cTn id="119" fill="hold">
                            <p:stCondLst>
                              <p:cond delay="2500"/>
                            </p:stCondLst>
                            <p:childTnLst>
                              <p:par>
                                <p:cTn id="120" presetID="1" presetClass="entr" presetSubtype="0" fill="hold" nodeType="afterEffect">
                                  <p:stCondLst>
                                    <p:cond delay="0"/>
                                  </p:stCondLst>
                                  <p:childTnLst>
                                    <p:set>
                                      <p:cBhvr>
                                        <p:cTn id="121" dur="1" fill="hold">
                                          <p:stCondLst>
                                            <p:cond delay="0"/>
                                          </p:stCondLst>
                                        </p:cTn>
                                        <p:tgtEl>
                                          <p:spTgt spid="49"/>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50"/>
                                        </p:tgtEl>
                                        <p:attrNameLst>
                                          <p:attrName>style.visibility</p:attrName>
                                        </p:attrNameLst>
                                      </p:cBhvr>
                                      <p:to>
                                        <p:strVal val="visible"/>
                                      </p:to>
                                    </p:set>
                                  </p:childTnLst>
                                </p:cTn>
                              </p:par>
                            </p:childTnLst>
                          </p:cTn>
                        </p:par>
                        <p:par>
                          <p:cTn id="126" fill="hold">
                            <p:stCondLst>
                              <p:cond delay="0"/>
                            </p:stCondLst>
                            <p:childTnLst>
                              <p:par>
                                <p:cTn id="127" presetID="1" presetClass="entr" presetSubtype="0" fill="hold" nodeType="afterEffect">
                                  <p:stCondLst>
                                    <p:cond delay="0"/>
                                  </p:stCondLst>
                                  <p:childTnLst>
                                    <p:set>
                                      <p:cBhvr>
                                        <p:cTn id="128" dur="1" fill="hold">
                                          <p:stCondLst>
                                            <p:cond delay="0"/>
                                          </p:stCondLst>
                                        </p:cTn>
                                        <p:tgtEl>
                                          <p:spTgt spid="51"/>
                                        </p:tgtEl>
                                        <p:attrNameLst>
                                          <p:attrName>style.visibility</p:attrName>
                                        </p:attrNameLst>
                                      </p:cBhvr>
                                      <p:to>
                                        <p:strVal val="visible"/>
                                      </p:to>
                                    </p:set>
                                  </p:childTnLst>
                                </p:cTn>
                              </p:par>
                            </p:childTnLst>
                          </p:cTn>
                        </p:par>
                        <p:par>
                          <p:cTn id="129" fill="hold">
                            <p:stCondLst>
                              <p:cond delay="0"/>
                            </p:stCondLst>
                            <p:childTnLst>
                              <p:par>
                                <p:cTn id="130" presetID="22" presetClass="entr" presetSubtype="8" fill="hold" nodeType="afterEffect">
                                  <p:stCondLst>
                                    <p:cond delay="0"/>
                                  </p:stCondLst>
                                  <p:childTnLst>
                                    <p:set>
                                      <p:cBhvr>
                                        <p:cTn id="131" dur="1" fill="hold">
                                          <p:stCondLst>
                                            <p:cond delay="0"/>
                                          </p:stCondLst>
                                        </p:cTn>
                                        <p:tgtEl>
                                          <p:spTgt spid="52"/>
                                        </p:tgtEl>
                                        <p:attrNameLst>
                                          <p:attrName>style.visibility</p:attrName>
                                        </p:attrNameLst>
                                      </p:cBhvr>
                                      <p:to>
                                        <p:strVal val="visible"/>
                                      </p:to>
                                    </p:set>
                                    <p:animEffect transition="in" filter="wipe(left)">
                                      <p:cBhvr>
                                        <p:cTn id="132" dur="2500"/>
                                        <p:tgtEl>
                                          <p:spTgt spid="52"/>
                                        </p:tgtEl>
                                      </p:cBhvr>
                                    </p:animEffect>
                                  </p:childTnLst>
                                </p:cTn>
                              </p:par>
                            </p:childTnLst>
                          </p:cTn>
                        </p:par>
                        <p:par>
                          <p:cTn id="133" fill="hold">
                            <p:stCondLst>
                              <p:cond delay="2500"/>
                            </p:stCondLst>
                            <p:childTnLst>
                              <p:par>
                                <p:cTn id="134" presetID="1" presetClass="entr" presetSubtype="0" fill="hold" nodeType="afterEffect">
                                  <p:stCondLst>
                                    <p:cond delay="0"/>
                                  </p:stCondLst>
                                  <p:childTnLst>
                                    <p:set>
                                      <p:cBhvr>
                                        <p:cTn id="135" dur="1" fill="hold">
                                          <p:stCondLst>
                                            <p:cond delay="0"/>
                                          </p:stCondLst>
                                        </p:cTn>
                                        <p:tgtEl>
                                          <p:spTgt spid="53"/>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nodeType="clickEffect">
                                  <p:stCondLst>
                                    <p:cond delay="0"/>
                                  </p:stCondLst>
                                  <p:childTnLst>
                                    <p:set>
                                      <p:cBhvr>
                                        <p:cTn id="139" dur="1" fill="hold">
                                          <p:stCondLst>
                                            <p:cond delay="0"/>
                                          </p:stCondLst>
                                        </p:cTn>
                                        <p:tgtEl>
                                          <p:spTgt spid="64"/>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nodeType="clickEffect">
                                  <p:stCondLst>
                                    <p:cond delay="0"/>
                                  </p:stCondLst>
                                  <p:childTnLst>
                                    <p:set>
                                      <p:cBhvr>
                                        <p:cTn id="143" dur="1" fill="hold">
                                          <p:stCondLst>
                                            <p:cond delay="0"/>
                                          </p:stCondLst>
                                        </p:cTn>
                                        <p:tgtEl>
                                          <p:spTgt spid="54"/>
                                        </p:tgtEl>
                                        <p:attrNameLst>
                                          <p:attrName>style.visibility</p:attrName>
                                        </p:attrNameLst>
                                      </p:cBhvr>
                                      <p:to>
                                        <p:strVal val="visible"/>
                                      </p:to>
                                    </p:set>
                                  </p:childTnLst>
                                </p:cTn>
                              </p:par>
                            </p:childTnLst>
                          </p:cTn>
                        </p:par>
                        <p:par>
                          <p:cTn id="144" fill="hold">
                            <p:stCondLst>
                              <p:cond delay="0"/>
                            </p:stCondLst>
                            <p:childTnLst>
                              <p:par>
                                <p:cTn id="145" presetID="1" presetClass="entr" presetSubtype="0" fill="hold" nodeType="afterEffect">
                                  <p:stCondLst>
                                    <p:cond delay="0"/>
                                  </p:stCondLst>
                                  <p:childTnLst>
                                    <p:set>
                                      <p:cBhvr>
                                        <p:cTn id="146" dur="1" fill="hold">
                                          <p:stCondLst>
                                            <p:cond delay="0"/>
                                          </p:stCondLst>
                                        </p:cTn>
                                        <p:tgtEl>
                                          <p:spTgt spid="55"/>
                                        </p:tgtEl>
                                        <p:attrNameLst>
                                          <p:attrName>style.visibility</p:attrName>
                                        </p:attrNameLst>
                                      </p:cBhvr>
                                      <p:to>
                                        <p:strVal val="visible"/>
                                      </p:to>
                                    </p:set>
                                  </p:childTnLst>
                                </p:cTn>
                              </p:par>
                            </p:childTnLst>
                          </p:cTn>
                        </p:par>
                        <p:par>
                          <p:cTn id="147" fill="hold">
                            <p:stCondLst>
                              <p:cond delay="0"/>
                            </p:stCondLst>
                            <p:childTnLst>
                              <p:par>
                                <p:cTn id="148" presetID="22" presetClass="entr" presetSubtype="8" fill="hold" nodeType="afterEffect">
                                  <p:stCondLst>
                                    <p:cond delay="0"/>
                                  </p:stCondLst>
                                  <p:childTnLst>
                                    <p:set>
                                      <p:cBhvr>
                                        <p:cTn id="149" dur="1" fill="hold">
                                          <p:stCondLst>
                                            <p:cond delay="0"/>
                                          </p:stCondLst>
                                        </p:cTn>
                                        <p:tgtEl>
                                          <p:spTgt spid="56"/>
                                        </p:tgtEl>
                                        <p:attrNameLst>
                                          <p:attrName>style.visibility</p:attrName>
                                        </p:attrNameLst>
                                      </p:cBhvr>
                                      <p:to>
                                        <p:strVal val="visible"/>
                                      </p:to>
                                    </p:set>
                                    <p:animEffect transition="in" filter="wipe(left)">
                                      <p:cBhvr>
                                        <p:cTn id="150" dur="2500"/>
                                        <p:tgtEl>
                                          <p:spTgt spid="56"/>
                                        </p:tgtEl>
                                      </p:cBhvr>
                                    </p:animEffect>
                                  </p:childTnLst>
                                </p:cTn>
                              </p:par>
                            </p:childTnLst>
                          </p:cTn>
                        </p:par>
                        <p:par>
                          <p:cTn id="151" fill="hold">
                            <p:stCondLst>
                              <p:cond delay="2500"/>
                            </p:stCondLst>
                            <p:childTnLst>
                              <p:par>
                                <p:cTn id="152" presetID="1" presetClass="entr" presetSubtype="0" fill="hold" nodeType="afterEffect">
                                  <p:stCondLst>
                                    <p:cond delay="0"/>
                                  </p:stCondLst>
                                  <p:childTnLst>
                                    <p:set>
                                      <p:cBhvr>
                                        <p:cTn id="153" dur="1" fill="hold">
                                          <p:stCondLst>
                                            <p:cond delay="0"/>
                                          </p:stCondLst>
                                        </p:cTn>
                                        <p:tgtEl>
                                          <p:spTgt spid="57"/>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nodeType="clickEffect">
                                  <p:stCondLst>
                                    <p:cond delay="0"/>
                                  </p:stCondLst>
                                  <p:childTnLst>
                                    <p:set>
                                      <p:cBhvr>
                                        <p:cTn id="157" dur="1" fill="hold">
                                          <p:stCondLst>
                                            <p:cond delay="0"/>
                                          </p:stCondLst>
                                        </p:cTn>
                                        <p:tgtEl>
                                          <p:spTgt spid="58"/>
                                        </p:tgtEl>
                                        <p:attrNameLst>
                                          <p:attrName>style.visibility</p:attrName>
                                        </p:attrNameLst>
                                      </p:cBhvr>
                                      <p:to>
                                        <p:strVal val="visible"/>
                                      </p:to>
                                    </p:set>
                                  </p:childTnLst>
                                </p:cTn>
                              </p:par>
                            </p:childTnLst>
                          </p:cTn>
                        </p:par>
                        <p:par>
                          <p:cTn id="158" fill="hold">
                            <p:stCondLst>
                              <p:cond delay="0"/>
                            </p:stCondLst>
                            <p:childTnLst>
                              <p:par>
                                <p:cTn id="159" presetID="1" presetClass="entr" presetSubtype="0" fill="hold" nodeType="afterEffect">
                                  <p:stCondLst>
                                    <p:cond delay="0"/>
                                  </p:stCondLst>
                                  <p:childTnLst>
                                    <p:set>
                                      <p:cBhvr>
                                        <p:cTn id="160" dur="1" fill="hold">
                                          <p:stCondLst>
                                            <p:cond delay="0"/>
                                          </p:stCondLst>
                                        </p:cTn>
                                        <p:tgtEl>
                                          <p:spTgt spid="59"/>
                                        </p:tgtEl>
                                        <p:attrNameLst>
                                          <p:attrName>style.visibility</p:attrName>
                                        </p:attrNameLst>
                                      </p:cBhvr>
                                      <p:to>
                                        <p:strVal val="visible"/>
                                      </p:to>
                                    </p:set>
                                  </p:childTnLst>
                                </p:cTn>
                              </p:par>
                            </p:childTnLst>
                          </p:cTn>
                        </p:par>
                        <p:par>
                          <p:cTn id="161" fill="hold">
                            <p:stCondLst>
                              <p:cond delay="0"/>
                            </p:stCondLst>
                            <p:childTnLst>
                              <p:par>
                                <p:cTn id="162" presetID="22" presetClass="entr" presetSubtype="8" fill="hold" nodeType="afterEffect">
                                  <p:stCondLst>
                                    <p:cond delay="0"/>
                                  </p:stCondLst>
                                  <p:childTnLst>
                                    <p:set>
                                      <p:cBhvr>
                                        <p:cTn id="163" dur="1" fill="hold">
                                          <p:stCondLst>
                                            <p:cond delay="0"/>
                                          </p:stCondLst>
                                        </p:cTn>
                                        <p:tgtEl>
                                          <p:spTgt spid="60"/>
                                        </p:tgtEl>
                                        <p:attrNameLst>
                                          <p:attrName>style.visibility</p:attrName>
                                        </p:attrNameLst>
                                      </p:cBhvr>
                                      <p:to>
                                        <p:strVal val="visible"/>
                                      </p:to>
                                    </p:set>
                                    <p:animEffect transition="in" filter="wipe(left)">
                                      <p:cBhvr>
                                        <p:cTn id="164" dur="2500"/>
                                        <p:tgtEl>
                                          <p:spTgt spid="60"/>
                                        </p:tgtEl>
                                      </p:cBhvr>
                                    </p:animEffect>
                                  </p:childTnLst>
                                </p:cTn>
                              </p:par>
                            </p:childTnLst>
                          </p:cTn>
                        </p:par>
                        <p:par>
                          <p:cTn id="165" fill="hold">
                            <p:stCondLst>
                              <p:cond delay="2500"/>
                            </p:stCondLst>
                            <p:childTnLst>
                              <p:par>
                                <p:cTn id="166" presetID="1" presetClass="entr" presetSubtype="0" fill="hold" nodeType="afterEffect">
                                  <p:stCondLst>
                                    <p:cond delay="0"/>
                                  </p:stCondLst>
                                  <p:childTnLst>
                                    <p:set>
                                      <p:cBhvr>
                                        <p:cTn id="167" dur="1" fill="hold">
                                          <p:stCondLst>
                                            <p:cond delay="0"/>
                                          </p:stCondLst>
                                        </p:cTn>
                                        <p:tgtEl>
                                          <p:spTgt spid="61"/>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grpId="0" nodeType="clickEffect">
                                  <p:stCondLst>
                                    <p:cond delay="0"/>
                                  </p:stCondLst>
                                  <p:childTnLst>
                                    <p:set>
                                      <p:cBhvr>
                                        <p:cTn id="171" dur="1" fill="hold">
                                          <p:stCondLst>
                                            <p:cond delay="0"/>
                                          </p:stCondLst>
                                        </p:cTn>
                                        <p:tgtEl>
                                          <p:spTgt spid="3">
                                            <p:txEl>
                                              <p:pRg st="0" end="0"/>
                                            </p:txEl>
                                          </p:spTgt>
                                        </p:tgtEl>
                                        <p:attrNameLst>
                                          <p:attrName>style.visibility</p:attrName>
                                        </p:attrNameLst>
                                      </p:cBhvr>
                                      <p:to>
                                        <p:strVal val="visible"/>
                                      </p:to>
                                    </p:set>
                                    <p:animEffect transition="in" filter="wipe(left)">
                                      <p:cBhvr>
                                        <p:cTn id="172" dur="1250"/>
                                        <p:tgtEl>
                                          <p:spTgt spid="3">
                                            <p:txEl>
                                              <p:pRg st="0" end="0"/>
                                            </p:txEl>
                                          </p:spTgt>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3">
                                            <p:txEl>
                                              <p:pRg st="1" end="1"/>
                                            </p:txEl>
                                          </p:spTgt>
                                        </p:tgtEl>
                                        <p:attrNameLst>
                                          <p:attrName>style.visibility</p:attrName>
                                        </p:attrNameLst>
                                      </p:cBhvr>
                                      <p:to>
                                        <p:strVal val="visible"/>
                                      </p:to>
                                    </p:set>
                                    <p:animEffect transition="in" filter="wipe(left)">
                                      <p:cBhvr>
                                        <p:cTn id="177" dur="1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6D1F72-160A-3222-9942-51A2A5192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156B6-C758-1D26-23DF-527ACE431530}"/>
              </a:ext>
            </a:extLst>
          </p:cNvPr>
          <p:cNvSpPr>
            <a:spLocks noGrp="1"/>
          </p:cNvSpPr>
          <p:nvPr>
            <p:ph type="title"/>
          </p:nvPr>
        </p:nvSpPr>
        <p:spPr>
          <a:xfrm>
            <a:off x="838200" y="278914"/>
            <a:ext cx="10515600" cy="1325563"/>
          </a:xfrm>
        </p:spPr>
        <p:txBody>
          <a:bodyPr/>
          <a:lstStyle/>
          <a:p>
            <a:r>
              <a:rPr lang="en-GB" dirty="0"/>
              <a:t>Bubble Sort</a:t>
            </a:r>
          </a:p>
        </p:txBody>
      </p:sp>
      <p:sp>
        <p:nvSpPr>
          <p:cNvPr id="13" name="Rectangle 12">
            <a:extLst>
              <a:ext uri="{FF2B5EF4-FFF2-40B4-BE49-F238E27FC236}">
                <a16:creationId xmlns:a16="http://schemas.microsoft.com/office/drawing/2014/main" id="{5BC263F3-3776-C73E-D9E3-7F3E2504AD1D}"/>
              </a:ext>
            </a:extLst>
          </p:cNvPr>
          <p:cNvSpPr/>
          <p:nvPr/>
        </p:nvSpPr>
        <p:spPr>
          <a:xfrm>
            <a:off x="1166688" y="1930688"/>
            <a:ext cx="1149363" cy="523220"/>
          </a:xfrm>
          <a:prstGeom prst="rect">
            <a:avLst/>
          </a:prstGeom>
        </p:spPr>
        <p:txBody>
          <a:bodyPr wrap="square">
            <a:spAutoFit/>
          </a:bodyPr>
          <a:lstStyle/>
          <a:p>
            <a:pPr algn="r">
              <a:spcAft>
                <a:spcPts val="600"/>
              </a:spcAft>
            </a:pPr>
            <a:r>
              <a:rPr lang="en-GB" sz="2800" b="1" dirty="0">
                <a:solidFill>
                  <a:srgbClr val="7030A0"/>
                </a:solidFill>
              </a:rPr>
              <a:t>Initial</a:t>
            </a:r>
            <a:endParaRPr lang="en-GB" dirty="0">
              <a:solidFill>
                <a:srgbClr val="7030A0"/>
              </a:solidFill>
            </a:endParaRPr>
          </a:p>
        </p:txBody>
      </p:sp>
      <p:sp>
        <p:nvSpPr>
          <p:cNvPr id="15" name="Rectangle 14">
            <a:extLst>
              <a:ext uri="{FF2B5EF4-FFF2-40B4-BE49-F238E27FC236}">
                <a16:creationId xmlns:a16="http://schemas.microsoft.com/office/drawing/2014/main" id="{92E9566B-43BD-367B-308A-CA485931E54E}"/>
              </a:ext>
            </a:extLst>
          </p:cNvPr>
          <p:cNvSpPr/>
          <p:nvPr/>
        </p:nvSpPr>
        <p:spPr>
          <a:xfrm>
            <a:off x="1159964" y="3435914"/>
            <a:ext cx="1160569" cy="523220"/>
          </a:xfrm>
          <a:prstGeom prst="rect">
            <a:avLst/>
          </a:prstGeom>
        </p:spPr>
        <p:txBody>
          <a:bodyPr wrap="square">
            <a:spAutoFit/>
          </a:bodyPr>
          <a:lstStyle/>
          <a:p>
            <a:pPr algn="r">
              <a:spcAft>
                <a:spcPts val="600"/>
              </a:spcAft>
            </a:pPr>
            <a:r>
              <a:rPr lang="en-GB" sz="2800" b="1" dirty="0">
                <a:solidFill>
                  <a:srgbClr val="7030A0"/>
                </a:solidFill>
              </a:rPr>
              <a:t>Sorted</a:t>
            </a:r>
            <a:endParaRPr lang="en-GB" dirty="0">
              <a:solidFill>
                <a:srgbClr val="7030A0"/>
              </a:solidFill>
            </a:endParaRPr>
          </a:p>
        </p:txBody>
      </p:sp>
      <p:graphicFrame>
        <p:nvGraphicFramePr>
          <p:cNvPr id="6" name="Table 1 - Original">
            <a:extLst>
              <a:ext uri="{FF2B5EF4-FFF2-40B4-BE49-F238E27FC236}">
                <a16:creationId xmlns:a16="http://schemas.microsoft.com/office/drawing/2014/main" id="{0CE737ED-D2A4-AC24-DD9E-76CD29E2821B}"/>
              </a:ext>
            </a:extLst>
          </p:cNvPr>
          <p:cNvGraphicFramePr>
            <a:graphicFrameLocks noGrp="1"/>
          </p:cNvGraphicFramePr>
          <p:nvPr>
            <p:extLst>
              <p:ext uri="{D42A27DB-BD31-4B8C-83A1-F6EECF244321}">
                <p14:modId xmlns:p14="http://schemas.microsoft.com/office/powerpoint/2010/main" val="74280495"/>
              </p:ext>
            </p:extLst>
          </p:nvPr>
        </p:nvGraphicFramePr>
        <p:xfrm>
          <a:off x="2329499" y="1613983"/>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graphicFrame>
        <p:nvGraphicFramePr>
          <p:cNvPr id="8" name="Table 1 - Original">
            <a:extLst>
              <a:ext uri="{FF2B5EF4-FFF2-40B4-BE49-F238E27FC236}">
                <a16:creationId xmlns:a16="http://schemas.microsoft.com/office/drawing/2014/main" id="{60B6850D-DE92-A9C2-451A-7BBFD1D97F24}"/>
              </a:ext>
            </a:extLst>
          </p:cNvPr>
          <p:cNvGraphicFramePr>
            <a:graphicFrameLocks noGrp="1"/>
          </p:cNvGraphicFramePr>
          <p:nvPr>
            <p:extLst>
              <p:ext uri="{D42A27DB-BD31-4B8C-83A1-F6EECF244321}">
                <p14:modId xmlns:p14="http://schemas.microsoft.com/office/powerpoint/2010/main" val="2421794459"/>
              </p:ext>
            </p:extLst>
          </p:nvPr>
        </p:nvGraphicFramePr>
        <p:xfrm>
          <a:off x="2329499" y="3118404"/>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sp>
        <p:nvSpPr>
          <p:cNvPr id="10" name="Text">
            <a:extLst>
              <a:ext uri="{FF2B5EF4-FFF2-40B4-BE49-F238E27FC236}">
                <a16:creationId xmlns:a16="http://schemas.microsoft.com/office/drawing/2014/main" id="{CAD8D92C-8726-9286-8A41-08DBC19E013E}"/>
              </a:ext>
            </a:extLst>
          </p:cNvPr>
          <p:cNvSpPr/>
          <p:nvPr/>
        </p:nvSpPr>
        <p:spPr>
          <a:xfrm>
            <a:off x="2706204" y="4286151"/>
            <a:ext cx="6779591" cy="2292935"/>
          </a:xfrm>
          <a:prstGeom prst="rect">
            <a:avLst/>
          </a:prstGeom>
        </p:spPr>
        <p:txBody>
          <a:bodyPr wrap="square">
            <a:spAutoFit/>
          </a:bodyPr>
          <a:lstStyle/>
          <a:p>
            <a:pPr marL="285750" indent="-285750">
              <a:spcAft>
                <a:spcPts val="600"/>
              </a:spcAft>
              <a:buFont typeface="Arial" panose="020B0604020202020204" pitchFamily="34" charset="0"/>
              <a:buChar char="•"/>
            </a:pPr>
            <a:r>
              <a:rPr lang="en-GB" sz="3200" dirty="0"/>
              <a:t>Works</a:t>
            </a:r>
          </a:p>
          <a:p>
            <a:pPr marL="285750" indent="-285750">
              <a:spcAft>
                <a:spcPts val="600"/>
              </a:spcAft>
              <a:buFont typeface="Arial" panose="020B0604020202020204" pitchFamily="34" charset="0"/>
              <a:buChar char="•"/>
            </a:pPr>
            <a:r>
              <a:rPr lang="en-GB" sz="3200" dirty="0"/>
              <a:t>Current value</a:t>
            </a:r>
          </a:p>
          <a:p>
            <a:pPr marL="285750" indent="-285750">
              <a:spcAft>
                <a:spcPts val="600"/>
              </a:spcAft>
              <a:buFont typeface="Arial" panose="020B0604020202020204" pitchFamily="34" charset="0"/>
              <a:buChar char="•"/>
            </a:pPr>
            <a:r>
              <a:rPr lang="en-GB" sz="3200" dirty="0"/>
              <a:t>The largest value</a:t>
            </a:r>
          </a:p>
          <a:p>
            <a:pPr marL="285750" indent="-285750">
              <a:spcAft>
                <a:spcPts val="600"/>
              </a:spcAft>
              <a:buFont typeface="Arial" panose="020B0604020202020204" pitchFamily="34" charset="0"/>
              <a:buChar char="•"/>
            </a:pPr>
            <a:r>
              <a:rPr lang="en-GB" sz="3200" dirty="0"/>
              <a:t>Reduces by</a:t>
            </a:r>
          </a:p>
        </p:txBody>
      </p:sp>
      <p:sp>
        <p:nvSpPr>
          <p:cNvPr id="9" name="Text">
            <a:extLst>
              <a:ext uri="{FF2B5EF4-FFF2-40B4-BE49-F238E27FC236}">
                <a16:creationId xmlns:a16="http://schemas.microsoft.com/office/drawing/2014/main" id="{2E709FBD-1231-49A6-A849-9185F56704D6}"/>
              </a:ext>
            </a:extLst>
          </p:cNvPr>
          <p:cNvSpPr/>
          <p:nvPr/>
        </p:nvSpPr>
        <p:spPr>
          <a:xfrm>
            <a:off x="7518357" y="278914"/>
            <a:ext cx="4364830" cy="1231106"/>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solidFill>
                  <a:srgbClr val="7030A0"/>
                </a:solidFill>
              </a:rPr>
              <a:t>Outer loop:</a:t>
            </a:r>
          </a:p>
          <a:p>
            <a:pPr marL="285750" indent="-285750">
              <a:spcAft>
                <a:spcPts val="1200"/>
              </a:spcAft>
              <a:buFont typeface="Arial" panose="020B0604020202020204" pitchFamily="34" charset="0"/>
              <a:buChar char="•"/>
            </a:pPr>
            <a:r>
              <a:rPr lang="en-GB" sz="3200" dirty="0">
                <a:solidFill>
                  <a:srgbClr val="7030A0"/>
                </a:solidFill>
              </a:rPr>
              <a:t>Inner loop:</a:t>
            </a:r>
          </a:p>
        </p:txBody>
      </p:sp>
    </p:spTree>
    <p:extLst>
      <p:ext uri="{BB962C8B-B14F-4D97-AF65-F5344CB8AC3E}">
        <p14:creationId xmlns:p14="http://schemas.microsoft.com/office/powerpoint/2010/main" val="12832487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pPr>
              <a:spcAft>
                <a:spcPts val="1200"/>
              </a:spcAft>
            </a:pPr>
            <a:r>
              <a:rPr lang="en-GB" dirty="0"/>
              <a:t>Describe, exemplify and implement standard algorithms:</a:t>
            </a:r>
            <a:endParaRPr lang="en-GB" sz="2800" dirty="0"/>
          </a:p>
          <a:p>
            <a:pPr lvl="1">
              <a:spcAft>
                <a:spcPts val="1200"/>
              </a:spcAft>
            </a:pPr>
            <a:r>
              <a:rPr lang="en-GB" sz="2800" dirty="0"/>
              <a:t>bubble sort</a:t>
            </a:r>
          </a:p>
          <a:p>
            <a:pPr lvl="1">
              <a:spcAft>
                <a:spcPts val="1200"/>
              </a:spcAft>
            </a:pPr>
            <a:r>
              <a:rPr lang="en-GB" sz="2800" b="1" dirty="0"/>
              <a:t>insertion sort</a:t>
            </a:r>
          </a:p>
          <a:p>
            <a:pPr lvl="1">
              <a:spcAft>
                <a:spcPts val="1200"/>
              </a:spcAft>
            </a:pPr>
            <a:r>
              <a:rPr lang="en-GB" sz="2800" dirty="0"/>
              <a:t>binary search</a:t>
            </a:r>
          </a:p>
        </p:txBody>
      </p:sp>
    </p:spTree>
    <p:extLst>
      <p:ext uri="{BB962C8B-B14F-4D97-AF65-F5344CB8AC3E}">
        <p14:creationId xmlns:p14="http://schemas.microsoft.com/office/powerpoint/2010/main" val="3427172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F4690-EE97-86DA-1D55-0C494B7B5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CF8B0-4FED-D018-2103-8DE61C2832C6}"/>
              </a:ext>
            </a:extLst>
          </p:cNvPr>
          <p:cNvSpPr>
            <a:spLocks noGrp="1"/>
          </p:cNvSpPr>
          <p:nvPr>
            <p:ph type="title"/>
          </p:nvPr>
        </p:nvSpPr>
        <p:spPr>
          <a:xfrm>
            <a:off x="838200" y="278914"/>
            <a:ext cx="10515600" cy="1325563"/>
          </a:xfrm>
        </p:spPr>
        <p:txBody>
          <a:bodyPr/>
          <a:lstStyle/>
          <a:p>
            <a:r>
              <a:rPr lang="en-GB" dirty="0"/>
              <a:t>Insertion Sort</a:t>
            </a:r>
          </a:p>
        </p:txBody>
      </p:sp>
      <p:sp>
        <p:nvSpPr>
          <p:cNvPr id="5" name="Text">
            <a:extLst>
              <a:ext uri="{FF2B5EF4-FFF2-40B4-BE49-F238E27FC236}">
                <a16:creationId xmlns:a16="http://schemas.microsoft.com/office/drawing/2014/main" id="{546FD6EB-0999-DFFC-F220-CB0C981B6495}"/>
              </a:ext>
            </a:extLst>
          </p:cNvPr>
          <p:cNvSpPr/>
          <p:nvPr/>
        </p:nvSpPr>
        <p:spPr>
          <a:xfrm>
            <a:off x="2000678" y="4402248"/>
            <a:ext cx="8190643" cy="1877437"/>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t>First value always 'sorted'</a:t>
            </a:r>
          </a:p>
          <a:p>
            <a:pPr marL="285750" indent="-285750">
              <a:spcAft>
                <a:spcPts val="1200"/>
              </a:spcAft>
              <a:buFont typeface="Arial" panose="020B0604020202020204" pitchFamily="34" charset="0"/>
              <a:buChar char="•"/>
            </a:pPr>
            <a:r>
              <a:rPr lang="en-GB" sz="3200" dirty="0"/>
              <a:t>First unsorted compared with last sorted value</a:t>
            </a:r>
          </a:p>
          <a:p>
            <a:pPr marL="285750" indent="-285750">
              <a:spcAft>
                <a:spcPts val="1200"/>
              </a:spcAft>
              <a:buFont typeface="Arial" panose="020B0604020202020204" pitchFamily="34" charset="0"/>
              <a:buChar char="•"/>
            </a:pPr>
            <a:r>
              <a:rPr lang="en-GB" sz="3200" dirty="0"/>
              <a:t>Swaps right to left</a:t>
            </a:r>
          </a:p>
        </p:txBody>
      </p:sp>
      <p:grpSp>
        <p:nvGrpSpPr>
          <p:cNvPr id="3" name="Sorted 1">
            <a:extLst>
              <a:ext uri="{FF2B5EF4-FFF2-40B4-BE49-F238E27FC236}">
                <a16:creationId xmlns:a16="http://schemas.microsoft.com/office/drawing/2014/main" id="{F21DC3B0-1720-4C22-BFDC-AB8F60858349}"/>
              </a:ext>
            </a:extLst>
          </p:cNvPr>
          <p:cNvGrpSpPr/>
          <p:nvPr/>
        </p:nvGrpSpPr>
        <p:grpSpPr>
          <a:xfrm>
            <a:off x="3596979" y="3157277"/>
            <a:ext cx="2849489" cy="540000"/>
            <a:chOff x="3707162" y="3157277"/>
            <a:chExt cx="2849489" cy="540000"/>
          </a:xfrm>
        </p:grpSpPr>
        <p:cxnSp>
          <p:nvCxnSpPr>
            <p:cNvPr id="68" name="Straight Connector 67">
              <a:extLst>
                <a:ext uri="{FF2B5EF4-FFF2-40B4-BE49-F238E27FC236}">
                  <a16:creationId xmlns:a16="http://schemas.microsoft.com/office/drawing/2014/main" id="{3EEC7143-77E1-4E51-8ED8-5A46C818B353}"/>
                </a:ext>
              </a:extLst>
            </p:cNvPr>
            <p:cNvCxnSpPr/>
            <p:nvPr/>
          </p:nvCxnSpPr>
          <p:spPr>
            <a:xfrm>
              <a:off x="4952816" y="3157277"/>
              <a:ext cx="0" cy="54000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3FD895A-2D81-4E25-8798-DF6862E199F3}"/>
                </a:ext>
              </a:extLst>
            </p:cNvPr>
            <p:cNvCxnSpPr>
              <a:cxnSpLocks/>
            </p:cNvCxnSpPr>
            <p:nvPr/>
          </p:nvCxnSpPr>
          <p:spPr>
            <a:xfrm flipH="1">
              <a:off x="4063584" y="3697277"/>
              <a:ext cx="1800000" cy="0"/>
            </a:xfrm>
            <a:prstGeom prst="line">
              <a:avLst/>
            </a:prstGeom>
            <a:ln w="57150">
              <a:solidFill>
                <a:srgbClr val="7030A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9077A7F2-8654-4C4B-B5F5-225A798FEA1A}"/>
                </a:ext>
              </a:extLst>
            </p:cNvPr>
            <p:cNvSpPr/>
            <p:nvPr/>
          </p:nvSpPr>
          <p:spPr>
            <a:xfrm>
              <a:off x="3707162" y="3159255"/>
              <a:ext cx="1230991" cy="523220"/>
            </a:xfrm>
            <a:prstGeom prst="rect">
              <a:avLst/>
            </a:prstGeom>
          </p:spPr>
          <p:txBody>
            <a:bodyPr wrap="square">
              <a:spAutoFit/>
            </a:bodyPr>
            <a:lstStyle/>
            <a:p>
              <a:pPr algn="r">
                <a:spcAft>
                  <a:spcPts val="600"/>
                </a:spcAft>
              </a:pPr>
              <a:r>
                <a:rPr lang="en-GB" sz="2800" b="1" dirty="0">
                  <a:solidFill>
                    <a:schemeClr val="accent6">
                      <a:lumMod val="75000"/>
                    </a:schemeClr>
                  </a:solidFill>
                </a:rPr>
                <a:t>Sorted</a:t>
              </a:r>
              <a:endParaRPr lang="en-GB" dirty="0">
                <a:solidFill>
                  <a:schemeClr val="accent6">
                    <a:lumMod val="75000"/>
                  </a:schemeClr>
                </a:solidFill>
              </a:endParaRPr>
            </a:p>
          </p:txBody>
        </p:sp>
        <p:sp>
          <p:nvSpPr>
            <p:cNvPr id="67" name="Rectangle 66">
              <a:extLst>
                <a:ext uri="{FF2B5EF4-FFF2-40B4-BE49-F238E27FC236}">
                  <a16:creationId xmlns:a16="http://schemas.microsoft.com/office/drawing/2014/main" id="{303A3422-D571-41FF-AAEE-83617021B9FF}"/>
                </a:ext>
              </a:extLst>
            </p:cNvPr>
            <p:cNvSpPr/>
            <p:nvPr/>
          </p:nvSpPr>
          <p:spPr>
            <a:xfrm>
              <a:off x="4960187" y="3159255"/>
              <a:ext cx="1596464" cy="523220"/>
            </a:xfrm>
            <a:prstGeom prst="rect">
              <a:avLst/>
            </a:prstGeom>
          </p:spPr>
          <p:txBody>
            <a:bodyPr wrap="square">
              <a:spAutoFit/>
            </a:bodyPr>
            <a:lstStyle/>
            <a:p>
              <a:pPr>
                <a:spcAft>
                  <a:spcPts val="600"/>
                </a:spcAft>
              </a:pPr>
              <a:r>
                <a:rPr lang="en-GB" sz="2800" b="1" dirty="0">
                  <a:solidFill>
                    <a:srgbClr val="FF0000"/>
                  </a:solidFill>
                </a:rPr>
                <a:t>Unsorted</a:t>
              </a:r>
              <a:endParaRPr lang="en-GB" dirty="0">
                <a:solidFill>
                  <a:srgbClr val="FF0000"/>
                </a:solidFill>
              </a:endParaRPr>
            </a:p>
          </p:txBody>
        </p:sp>
      </p:grpSp>
      <p:grpSp>
        <p:nvGrpSpPr>
          <p:cNvPr id="75" name="Sorted 2">
            <a:extLst>
              <a:ext uri="{FF2B5EF4-FFF2-40B4-BE49-F238E27FC236}">
                <a16:creationId xmlns:a16="http://schemas.microsoft.com/office/drawing/2014/main" id="{7DE69EEA-D0EE-4BA2-987E-C54939D22CA7}"/>
              </a:ext>
            </a:extLst>
          </p:cNvPr>
          <p:cNvGrpSpPr/>
          <p:nvPr/>
        </p:nvGrpSpPr>
        <p:grpSpPr>
          <a:xfrm>
            <a:off x="4851346" y="3157277"/>
            <a:ext cx="2849489" cy="540000"/>
            <a:chOff x="3707162" y="3157277"/>
            <a:chExt cx="2849489" cy="540000"/>
          </a:xfrm>
        </p:grpSpPr>
        <p:cxnSp>
          <p:nvCxnSpPr>
            <p:cNvPr id="76" name="Straight Connector 75">
              <a:extLst>
                <a:ext uri="{FF2B5EF4-FFF2-40B4-BE49-F238E27FC236}">
                  <a16:creationId xmlns:a16="http://schemas.microsoft.com/office/drawing/2014/main" id="{6A464ECC-E846-4A16-953F-9258B4023B71}"/>
                </a:ext>
              </a:extLst>
            </p:cNvPr>
            <p:cNvCxnSpPr/>
            <p:nvPr/>
          </p:nvCxnSpPr>
          <p:spPr>
            <a:xfrm>
              <a:off x="4952816" y="3157277"/>
              <a:ext cx="0" cy="54000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2E74219-24D0-429F-99E2-2AA4B543E040}"/>
                </a:ext>
              </a:extLst>
            </p:cNvPr>
            <p:cNvCxnSpPr>
              <a:cxnSpLocks/>
            </p:cNvCxnSpPr>
            <p:nvPr/>
          </p:nvCxnSpPr>
          <p:spPr>
            <a:xfrm flipH="1">
              <a:off x="4063584" y="3697277"/>
              <a:ext cx="1800000" cy="0"/>
            </a:xfrm>
            <a:prstGeom prst="line">
              <a:avLst/>
            </a:prstGeom>
            <a:ln w="57150">
              <a:solidFill>
                <a:srgbClr val="7030A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24202FCD-F7B9-4069-B9BF-65449736611D}"/>
                </a:ext>
              </a:extLst>
            </p:cNvPr>
            <p:cNvSpPr/>
            <p:nvPr/>
          </p:nvSpPr>
          <p:spPr>
            <a:xfrm>
              <a:off x="3707162" y="3159255"/>
              <a:ext cx="1230991" cy="523220"/>
            </a:xfrm>
            <a:prstGeom prst="rect">
              <a:avLst/>
            </a:prstGeom>
          </p:spPr>
          <p:txBody>
            <a:bodyPr wrap="square">
              <a:spAutoFit/>
            </a:bodyPr>
            <a:lstStyle/>
            <a:p>
              <a:pPr algn="r">
                <a:spcAft>
                  <a:spcPts val="600"/>
                </a:spcAft>
              </a:pPr>
              <a:r>
                <a:rPr lang="en-GB" sz="2800" b="1" dirty="0">
                  <a:solidFill>
                    <a:schemeClr val="accent6">
                      <a:lumMod val="75000"/>
                    </a:schemeClr>
                  </a:solidFill>
                </a:rPr>
                <a:t>Sorted</a:t>
              </a:r>
              <a:endParaRPr lang="en-GB" dirty="0">
                <a:solidFill>
                  <a:schemeClr val="accent6">
                    <a:lumMod val="75000"/>
                  </a:schemeClr>
                </a:solidFill>
              </a:endParaRPr>
            </a:p>
          </p:txBody>
        </p:sp>
        <p:sp>
          <p:nvSpPr>
            <p:cNvPr id="79" name="Rectangle 78">
              <a:extLst>
                <a:ext uri="{FF2B5EF4-FFF2-40B4-BE49-F238E27FC236}">
                  <a16:creationId xmlns:a16="http://schemas.microsoft.com/office/drawing/2014/main" id="{2C095BC8-A312-4873-836D-66536C8DB775}"/>
                </a:ext>
              </a:extLst>
            </p:cNvPr>
            <p:cNvSpPr/>
            <p:nvPr/>
          </p:nvSpPr>
          <p:spPr>
            <a:xfrm>
              <a:off x="4960187" y="3159255"/>
              <a:ext cx="1596464" cy="523220"/>
            </a:xfrm>
            <a:prstGeom prst="rect">
              <a:avLst/>
            </a:prstGeom>
          </p:spPr>
          <p:txBody>
            <a:bodyPr wrap="square">
              <a:spAutoFit/>
            </a:bodyPr>
            <a:lstStyle/>
            <a:p>
              <a:pPr>
                <a:spcAft>
                  <a:spcPts val="600"/>
                </a:spcAft>
              </a:pPr>
              <a:r>
                <a:rPr lang="en-GB" sz="2800" b="1" dirty="0">
                  <a:solidFill>
                    <a:srgbClr val="FF0000"/>
                  </a:solidFill>
                </a:rPr>
                <a:t>Unsorted</a:t>
              </a:r>
              <a:endParaRPr lang="en-GB" dirty="0">
                <a:solidFill>
                  <a:srgbClr val="FF0000"/>
                </a:solidFill>
              </a:endParaRPr>
            </a:p>
          </p:txBody>
        </p:sp>
      </p:grpSp>
      <p:grpSp>
        <p:nvGrpSpPr>
          <p:cNvPr id="84" name="Sorted 3">
            <a:extLst>
              <a:ext uri="{FF2B5EF4-FFF2-40B4-BE49-F238E27FC236}">
                <a16:creationId xmlns:a16="http://schemas.microsoft.com/office/drawing/2014/main" id="{7577C431-2A14-42E9-A4F3-C57A2417C6E4}"/>
              </a:ext>
            </a:extLst>
          </p:cNvPr>
          <p:cNvGrpSpPr/>
          <p:nvPr/>
        </p:nvGrpSpPr>
        <p:grpSpPr>
          <a:xfrm>
            <a:off x="6111088" y="3157277"/>
            <a:ext cx="2849489" cy="540000"/>
            <a:chOff x="3707162" y="3157277"/>
            <a:chExt cx="2849489" cy="540000"/>
          </a:xfrm>
        </p:grpSpPr>
        <p:cxnSp>
          <p:nvCxnSpPr>
            <p:cNvPr id="85" name="SLine">
              <a:extLst>
                <a:ext uri="{FF2B5EF4-FFF2-40B4-BE49-F238E27FC236}">
                  <a16:creationId xmlns:a16="http://schemas.microsoft.com/office/drawing/2014/main" id="{263815E6-9B51-42A4-BE6E-21A54CDBE84C}"/>
                </a:ext>
              </a:extLst>
            </p:cNvPr>
            <p:cNvCxnSpPr/>
            <p:nvPr/>
          </p:nvCxnSpPr>
          <p:spPr>
            <a:xfrm>
              <a:off x="4952816" y="3157277"/>
              <a:ext cx="0" cy="54000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6" name="Arrow">
              <a:extLst>
                <a:ext uri="{FF2B5EF4-FFF2-40B4-BE49-F238E27FC236}">
                  <a16:creationId xmlns:a16="http://schemas.microsoft.com/office/drawing/2014/main" id="{74C9F86E-D4D6-4F8C-B757-FD6B288A2D72}"/>
                </a:ext>
              </a:extLst>
            </p:cNvPr>
            <p:cNvCxnSpPr>
              <a:cxnSpLocks/>
            </p:cNvCxnSpPr>
            <p:nvPr/>
          </p:nvCxnSpPr>
          <p:spPr>
            <a:xfrm flipH="1">
              <a:off x="4063584" y="3697277"/>
              <a:ext cx="1800000" cy="0"/>
            </a:xfrm>
            <a:prstGeom prst="line">
              <a:avLst/>
            </a:prstGeom>
            <a:ln w="57150">
              <a:solidFill>
                <a:srgbClr val="7030A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87" name="Sorted">
              <a:extLst>
                <a:ext uri="{FF2B5EF4-FFF2-40B4-BE49-F238E27FC236}">
                  <a16:creationId xmlns:a16="http://schemas.microsoft.com/office/drawing/2014/main" id="{C30F0223-B2F5-45C0-9250-013F073C1493}"/>
                </a:ext>
              </a:extLst>
            </p:cNvPr>
            <p:cNvSpPr/>
            <p:nvPr/>
          </p:nvSpPr>
          <p:spPr>
            <a:xfrm>
              <a:off x="3707162" y="3159255"/>
              <a:ext cx="1230991" cy="523220"/>
            </a:xfrm>
            <a:prstGeom prst="rect">
              <a:avLst/>
            </a:prstGeom>
          </p:spPr>
          <p:txBody>
            <a:bodyPr wrap="square">
              <a:spAutoFit/>
            </a:bodyPr>
            <a:lstStyle/>
            <a:p>
              <a:pPr algn="r">
                <a:spcAft>
                  <a:spcPts val="600"/>
                </a:spcAft>
              </a:pPr>
              <a:r>
                <a:rPr lang="en-GB" sz="2800" b="1" dirty="0">
                  <a:solidFill>
                    <a:schemeClr val="accent6">
                      <a:lumMod val="75000"/>
                    </a:schemeClr>
                  </a:solidFill>
                </a:rPr>
                <a:t>Sorted</a:t>
              </a:r>
              <a:endParaRPr lang="en-GB" dirty="0">
                <a:solidFill>
                  <a:schemeClr val="accent6">
                    <a:lumMod val="75000"/>
                  </a:schemeClr>
                </a:solidFill>
              </a:endParaRPr>
            </a:p>
          </p:txBody>
        </p:sp>
        <p:sp>
          <p:nvSpPr>
            <p:cNvPr id="88" name="Unsorted">
              <a:extLst>
                <a:ext uri="{FF2B5EF4-FFF2-40B4-BE49-F238E27FC236}">
                  <a16:creationId xmlns:a16="http://schemas.microsoft.com/office/drawing/2014/main" id="{A4E68FBB-A3CE-48BF-A464-504AEB109287}"/>
                </a:ext>
              </a:extLst>
            </p:cNvPr>
            <p:cNvSpPr/>
            <p:nvPr/>
          </p:nvSpPr>
          <p:spPr>
            <a:xfrm>
              <a:off x="4960187" y="3159255"/>
              <a:ext cx="1596464" cy="523220"/>
            </a:xfrm>
            <a:prstGeom prst="rect">
              <a:avLst/>
            </a:prstGeom>
          </p:spPr>
          <p:txBody>
            <a:bodyPr wrap="square">
              <a:spAutoFit/>
            </a:bodyPr>
            <a:lstStyle/>
            <a:p>
              <a:pPr>
                <a:spcAft>
                  <a:spcPts val="600"/>
                </a:spcAft>
              </a:pPr>
              <a:r>
                <a:rPr lang="en-GB" sz="2800" b="1" dirty="0">
                  <a:solidFill>
                    <a:srgbClr val="FF0000"/>
                  </a:solidFill>
                </a:rPr>
                <a:t>Unsorted</a:t>
              </a:r>
              <a:endParaRPr lang="en-GB" dirty="0">
                <a:solidFill>
                  <a:srgbClr val="FF0000"/>
                </a:solidFill>
              </a:endParaRPr>
            </a:p>
          </p:txBody>
        </p:sp>
      </p:grpSp>
      <p:grpSp>
        <p:nvGrpSpPr>
          <p:cNvPr id="93" name="Sorted 4">
            <a:extLst>
              <a:ext uri="{FF2B5EF4-FFF2-40B4-BE49-F238E27FC236}">
                <a16:creationId xmlns:a16="http://schemas.microsoft.com/office/drawing/2014/main" id="{AF95ED76-73A3-4383-8955-ECE547FC326B}"/>
              </a:ext>
            </a:extLst>
          </p:cNvPr>
          <p:cNvGrpSpPr/>
          <p:nvPr/>
        </p:nvGrpSpPr>
        <p:grpSpPr>
          <a:xfrm>
            <a:off x="7365288" y="3157277"/>
            <a:ext cx="2849489" cy="540000"/>
            <a:chOff x="3707162" y="3157277"/>
            <a:chExt cx="2849489" cy="540000"/>
          </a:xfrm>
        </p:grpSpPr>
        <p:cxnSp>
          <p:nvCxnSpPr>
            <p:cNvPr id="94" name="SLine">
              <a:extLst>
                <a:ext uri="{FF2B5EF4-FFF2-40B4-BE49-F238E27FC236}">
                  <a16:creationId xmlns:a16="http://schemas.microsoft.com/office/drawing/2014/main" id="{A2E75058-268E-4A81-92C7-7DCDF4979D79}"/>
                </a:ext>
              </a:extLst>
            </p:cNvPr>
            <p:cNvCxnSpPr/>
            <p:nvPr/>
          </p:nvCxnSpPr>
          <p:spPr>
            <a:xfrm>
              <a:off x="4952816" y="3157277"/>
              <a:ext cx="0" cy="54000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5" name="Arrow">
              <a:extLst>
                <a:ext uri="{FF2B5EF4-FFF2-40B4-BE49-F238E27FC236}">
                  <a16:creationId xmlns:a16="http://schemas.microsoft.com/office/drawing/2014/main" id="{F633E673-1CE7-4B43-AF4D-006401D7DB8D}"/>
                </a:ext>
              </a:extLst>
            </p:cNvPr>
            <p:cNvCxnSpPr>
              <a:cxnSpLocks/>
            </p:cNvCxnSpPr>
            <p:nvPr/>
          </p:nvCxnSpPr>
          <p:spPr>
            <a:xfrm flipH="1">
              <a:off x="4063584" y="3697277"/>
              <a:ext cx="1800000" cy="0"/>
            </a:xfrm>
            <a:prstGeom prst="line">
              <a:avLst/>
            </a:prstGeom>
            <a:ln w="57150">
              <a:solidFill>
                <a:srgbClr val="7030A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96" name="Sorted">
              <a:extLst>
                <a:ext uri="{FF2B5EF4-FFF2-40B4-BE49-F238E27FC236}">
                  <a16:creationId xmlns:a16="http://schemas.microsoft.com/office/drawing/2014/main" id="{B9E268ED-2211-463F-B3CA-88F61082F79F}"/>
                </a:ext>
              </a:extLst>
            </p:cNvPr>
            <p:cNvSpPr/>
            <p:nvPr/>
          </p:nvSpPr>
          <p:spPr>
            <a:xfrm>
              <a:off x="3707162" y="3159255"/>
              <a:ext cx="1230991" cy="523220"/>
            </a:xfrm>
            <a:prstGeom prst="rect">
              <a:avLst/>
            </a:prstGeom>
          </p:spPr>
          <p:txBody>
            <a:bodyPr wrap="square">
              <a:spAutoFit/>
            </a:bodyPr>
            <a:lstStyle/>
            <a:p>
              <a:pPr algn="r">
                <a:spcAft>
                  <a:spcPts val="600"/>
                </a:spcAft>
              </a:pPr>
              <a:r>
                <a:rPr lang="en-GB" sz="2800" b="1" dirty="0">
                  <a:solidFill>
                    <a:schemeClr val="accent6">
                      <a:lumMod val="75000"/>
                    </a:schemeClr>
                  </a:solidFill>
                </a:rPr>
                <a:t>Sorted</a:t>
              </a:r>
              <a:endParaRPr lang="en-GB" dirty="0">
                <a:solidFill>
                  <a:schemeClr val="accent6">
                    <a:lumMod val="75000"/>
                  </a:schemeClr>
                </a:solidFill>
              </a:endParaRPr>
            </a:p>
          </p:txBody>
        </p:sp>
        <p:sp>
          <p:nvSpPr>
            <p:cNvPr id="97" name="Unsorted">
              <a:extLst>
                <a:ext uri="{FF2B5EF4-FFF2-40B4-BE49-F238E27FC236}">
                  <a16:creationId xmlns:a16="http://schemas.microsoft.com/office/drawing/2014/main" id="{AAE23850-5BFA-47E0-B51F-D4729A0F4320}"/>
                </a:ext>
              </a:extLst>
            </p:cNvPr>
            <p:cNvSpPr/>
            <p:nvPr/>
          </p:nvSpPr>
          <p:spPr>
            <a:xfrm>
              <a:off x="4960187" y="3159255"/>
              <a:ext cx="1596464" cy="523220"/>
            </a:xfrm>
            <a:prstGeom prst="rect">
              <a:avLst/>
            </a:prstGeom>
          </p:spPr>
          <p:txBody>
            <a:bodyPr wrap="square">
              <a:spAutoFit/>
            </a:bodyPr>
            <a:lstStyle/>
            <a:p>
              <a:pPr>
                <a:spcAft>
                  <a:spcPts val="600"/>
                </a:spcAft>
              </a:pPr>
              <a:r>
                <a:rPr lang="en-GB" sz="2800" b="1" dirty="0">
                  <a:solidFill>
                    <a:srgbClr val="FF0000"/>
                  </a:solidFill>
                </a:rPr>
                <a:t>Unsorted</a:t>
              </a:r>
              <a:endParaRPr lang="en-GB" dirty="0">
                <a:solidFill>
                  <a:srgbClr val="FF0000"/>
                </a:solidFill>
              </a:endParaRPr>
            </a:p>
          </p:txBody>
        </p:sp>
      </p:grpSp>
      <p:graphicFrame>
        <p:nvGraphicFramePr>
          <p:cNvPr id="8" name="Table 1 - Original">
            <a:extLst>
              <a:ext uri="{FF2B5EF4-FFF2-40B4-BE49-F238E27FC236}">
                <a16:creationId xmlns:a16="http://schemas.microsoft.com/office/drawing/2014/main" id="{1442AFA7-A27F-E85B-BD85-CDEC1C5338B1}"/>
              </a:ext>
            </a:extLst>
          </p:cNvPr>
          <p:cNvGraphicFramePr>
            <a:graphicFrameLocks noGrp="1"/>
          </p:cNvGraphicFramePr>
          <p:nvPr>
            <p:extLst>
              <p:ext uri="{D42A27DB-BD31-4B8C-83A1-F6EECF244321}">
                <p14:modId xmlns:p14="http://schemas.microsoft.com/office/powerpoint/2010/main" val="3615279045"/>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graphicFrame>
        <p:nvGraphicFramePr>
          <p:cNvPr id="70" name="Table 2 - 3">
            <a:extLst>
              <a:ext uri="{FF2B5EF4-FFF2-40B4-BE49-F238E27FC236}">
                <a16:creationId xmlns:a16="http://schemas.microsoft.com/office/drawing/2014/main" id="{4E68A82D-EF4E-4B0D-976E-826177EEB2B6}"/>
              </a:ext>
            </a:extLst>
          </p:cNvPr>
          <p:cNvGraphicFramePr>
            <a:graphicFrameLocks noGrp="1"/>
          </p:cNvGraphicFramePr>
          <p:nvPr>
            <p:extLst>
              <p:ext uri="{D42A27DB-BD31-4B8C-83A1-F6EECF244321}">
                <p14:modId xmlns:p14="http://schemas.microsoft.com/office/powerpoint/2010/main" val="2463534920"/>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72" name="Table 3 - 29">
            <a:extLst>
              <a:ext uri="{FF2B5EF4-FFF2-40B4-BE49-F238E27FC236}">
                <a16:creationId xmlns:a16="http://schemas.microsoft.com/office/drawing/2014/main" id="{E527C9DF-89C2-46A7-AA9E-C9821A8022DB}"/>
              </a:ext>
            </a:extLst>
          </p:cNvPr>
          <p:cNvGraphicFramePr>
            <a:graphicFrameLocks noGrp="1"/>
          </p:cNvGraphicFramePr>
          <p:nvPr>
            <p:extLst>
              <p:ext uri="{D42A27DB-BD31-4B8C-83A1-F6EECF244321}">
                <p14:modId xmlns:p14="http://schemas.microsoft.com/office/powerpoint/2010/main" val="3227374654"/>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73" name="Table 4 - 29 &amp; 3 - Green">
            <a:extLst>
              <a:ext uri="{FF2B5EF4-FFF2-40B4-BE49-F238E27FC236}">
                <a16:creationId xmlns:a16="http://schemas.microsoft.com/office/drawing/2014/main" id="{484D6B59-125C-4BE3-87D9-EB0EBD342423}"/>
              </a:ext>
            </a:extLst>
          </p:cNvPr>
          <p:cNvGraphicFramePr>
            <a:graphicFrameLocks noGrp="1"/>
          </p:cNvGraphicFramePr>
          <p:nvPr>
            <p:extLst>
              <p:ext uri="{D42A27DB-BD31-4B8C-83A1-F6EECF244321}">
                <p14:modId xmlns:p14="http://schemas.microsoft.com/office/powerpoint/2010/main" val="189649525"/>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74" name="Table 5 - 3 &amp; 29">
            <a:extLst>
              <a:ext uri="{FF2B5EF4-FFF2-40B4-BE49-F238E27FC236}">
                <a16:creationId xmlns:a16="http://schemas.microsoft.com/office/drawing/2014/main" id="{D6A55EAC-C8B2-42BE-A8A0-27C791FE324E}"/>
              </a:ext>
            </a:extLst>
          </p:cNvPr>
          <p:cNvGraphicFramePr>
            <a:graphicFrameLocks noGrp="1"/>
          </p:cNvGraphicFramePr>
          <p:nvPr>
            <p:extLst>
              <p:ext uri="{D42A27DB-BD31-4B8C-83A1-F6EECF244321}">
                <p14:modId xmlns:p14="http://schemas.microsoft.com/office/powerpoint/2010/main" val="2633948251"/>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80" name="Table 6 - 51">
            <a:extLst>
              <a:ext uri="{FF2B5EF4-FFF2-40B4-BE49-F238E27FC236}">
                <a16:creationId xmlns:a16="http://schemas.microsoft.com/office/drawing/2014/main" id="{85531682-6F12-4F78-805D-A240056D46B8}"/>
              </a:ext>
            </a:extLst>
          </p:cNvPr>
          <p:cNvGraphicFramePr>
            <a:graphicFrameLocks noGrp="1"/>
          </p:cNvGraphicFramePr>
          <p:nvPr>
            <p:extLst>
              <p:ext uri="{D42A27DB-BD31-4B8C-83A1-F6EECF244321}">
                <p14:modId xmlns:p14="http://schemas.microsoft.com/office/powerpoint/2010/main" val="1432558587"/>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81" name="Table 7 - 29">
            <a:extLst>
              <a:ext uri="{FF2B5EF4-FFF2-40B4-BE49-F238E27FC236}">
                <a16:creationId xmlns:a16="http://schemas.microsoft.com/office/drawing/2014/main" id="{A13274D1-0C91-415F-BBFA-CAB6DAFD8D4A}"/>
              </a:ext>
            </a:extLst>
          </p:cNvPr>
          <p:cNvGraphicFramePr>
            <a:graphicFrameLocks noGrp="1"/>
          </p:cNvGraphicFramePr>
          <p:nvPr>
            <p:extLst>
              <p:ext uri="{D42A27DB-BD31-4B8C-83A1-F6EECF244321}">
                <p14:modId xmlns:p14="http://schemas.microsoft.com/office/powerpoint/2010/main" val="3186146551"/>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82" name="Table 8 - 29 &amp; 51 - Red">
            <a:extLst>
              <a:ext uri="{FF2B5EF4-FFF2-40B4-BE49-F238E27FC236}">
                <a16:creationId xmlns:a16="http://schemas.microsoft.com/office/drawing/2014/main" id="{9385BB4A-5F5E-46CB-80E9-3DBC509A0394}"/>
              </a:ext>
            </a:extLst>
          </p:cNvPr>
          <p:cNvGraphicFramePr>
            <a:graphicFrameLocks noGrp="1"/>
          </p:cNvGraphicFramePr>
          <p:nvPr>
            <p:extLst>
              <p:ext uri="{D42A27DB-BD31-4B8C-83A1-F6EECF244321}">
                <p14:modId xmlns:p14="http://schemas.microsoft.com/office/powerpoint/2010/main" val="1785632717"/>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83" name="Table 9 - 29 &amp; 51">
            <a:extLst>
              <a:ext uri="{FF2B5EF4-FFF2-40B4-BE49-F238E27FC236}">
                <a16:creationId xmlns:a16="http://schemas.microsoft.com/office/drawing/2014/main" id="{560854BA-424B-4F23-89F2-334350FC05BA}"/>
              </a:ext>
            </a:extLst>
          </p:cNvPr>
          <p:cNvGraphicFramePr>
            <a:graphicFrameLocks noGrp="1"/>
          </p:cNvGraphicFramePr>
          <p:nvPr>
            <p:extLst>
              <p:ext uri="{D42A27DB-BD31-4B8C-83A1-F6EECF244321}">
                <p14:modId xmlns:p14="http://schemas.microsoft.com/office/powerpoint/2010/main" val="3681901808"/>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89" name="Table 10 - 18">
            <a:extLst>
              <a:ext uri="{FF2B5EF4-FFF2-40B4-BE49-F238E27FC236}">
                <a16:creationId xmlns:a16="http://schemas.microsoft.com/office/drawing/2014/main" id="{0995934E-DE2B-4730-A971-71D6966192C4}"/>
              </a:ext>
            </a:extLst>
          </p:cNvPr>
          <p:cNvGraphicFramePr>
            <a:graphicFrameLocks noGrp="1"/>
          </p:cNvGraphicFramePr>
          <p:nvPr>
            <p:extLst>
              <p:ext uri="{D42A27DB-BD31-4B8C-83A1-F6EECF244321}">
                <p14:modId xmlns:p14="http://schemas.microsoft.com/office/powerpoint/2010/main" val="2281925529"/>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90" name="Table 11 - 51">
            <a:extLst>
              <a:ext uri="{FF2B5EF4-FFF2-40B4-BE49-F238E27FC236}">
                <a16:creationId xmlns:a16="http://schemas.microsoft.com/office/drawing/2014/main" id="{1E48E83B-59BC-4937-9674-D5362ACD64B6}"/>
              </a:ext>
            </a:extLst>
          </p:cNvPr>
          <p:cNvGraphicFramePr>
            <a:graphicFrameLocks noGrp="1"/>
          </p:cNvGraphicFramePr>
          <p:nvPr>
            <p:extLst>
              <p:ext uri="{D42A27DB-BD31-4B8C-83A1-F6EECF244321}">
                <p14:modId xmlns:p14="http://schemas.microsoft.com/office/powerpoint/2010/main" val="894995131"/>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91" name="Table 12 - 51 &amp; 18 - Green">
            <a:extLst>
              <a:ext uri="{FF2B5EF4-FFF2-40B4-BE49-F238E27FC236}">
                <a16:creationId xmlns:a16="http://schemas.microsoft.com/office/drawing/2014/main" id="{ED1ED488-5A81-458E-BE4E-0D4D0DDAD9EA}"/>
              </a:ext>
            </a:extLst>
          </p:cNvPr>
          <p:cNvGraphicFramePr>
            <a:graphicFrameLocks noGrp="1"/>
          </p:cNvGraphicFramePr>
          <p:nvPr>
            <p:extLst>
              <p:ext uri="{D42A27DB-BD31-4B8C-83A1-F6EECF244321}">
                <p14:modId xmlns:p14="http://schemas.microsoft.com/office/powerpoint/2010/main" val="3844075936"/>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92" name="Table 13 - 18 &amp; 51">
            <a:extLst>
              <a:ext uri="{FF2B5EF4-FFF2-40B4-BE49-F238E27FC236}">
                <a16:creationId xmlns:a16="http://schemas.microsoft.com/office/drawing/2014/main" id="{C028E5CB-09B6-4038-B6E4-97FADF9924BF}"/>
              </a:ext>
            </a:extLst>
          </p:cNvPr>
          <p:cNvGraphicFramePr>
            <a:graphicFrameLocks noGrp="1"/>
          </p:cNvGraphicFramePr>
          <p:nvPr>
            <p:extLst>
              <p:ext uri="{D42A27DB-BD31-4B8C-83A1-F6EECF244321}">
                <p14:modId xmlns:p14="http://schemas.microsoft.com/office/powerpoint/2010/main" val="1700950784"/>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98" name="Table 14 - 18">
            <a:extLst>
              <a:ext uri="{FF2B5EF4-FFF2-40B4-BE49-F238E27FC236}">
                <a16:creationId xmlns:a16="http://schemas.microsoft.com/office/drawing/2014/main" id="{D1EEA4BD-41D7-4E88-88AB-DE66335BC219}"/>
              </a:ext>
            </a:extLst>
          </p:cNvPr>
          <p:cNvGraphicFramePr>
            <a:graphicFrameLocks noGrp="1"/>
          </p:cNvGraphicFramePr>
          <p:nvPr>
            <p:extLst>
              <p:ext uri="{D42A27DB-BD31-4B8C-83A1-F6EECF244321}">
                <p14:modId xmlns:p14="http://schemas.microsoft.com/office/powerpoint/2010/main" val="629588089"/>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99" name="Table 15 - 29">
            <a:extLst>
              <a:ext uri="{FF2B5EF4-FFF2-40B4-BE49-F238E27FC236}">
                <a16:creationId xmlns:a16="http://schemas.microsoft.com/office/drawing/2014/main" id="{36E1999F-5A34-40DA-A492-8EAFA7E43537}"/>
              </a:ext>
            </a:extLst>
          </p:cNvPr>
          <p:cNvGraphicFramePr>
            <a:graphicFrameLocks noGrp="1"/>
          </p:cNvGraphicFramePr>
          <p:nvPr>
            <p:extLst>
              <p:ext uri="{D42A27DB-BD31-4B8C-83A1-F6EECF244321}">
                <p14:modId xmlns:p14="http://schemas.microsoft.com/office/powerpoint/2010/main" val="3280876719"/>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0" name="Table 16 - 29 &amp; 18 - Green">
            <a:extLst>
              <a:ext uri="{FF2B5EF4-FFF2-40B4-BE49-F238E27FC236}">
                <a16:creationId xmlns:a16="http://schemas.microsoft.com/office/drawing/2014/main" id="{956AC1A4-9D93-4D20-9DD0-BA3833AA0B30}"/>
              </a:ext>
            </a:extLst>
          </p:cNvPr>
          <p:cNvGraphicFramePr>
            <a:graphicFrameLocks noGrp="1"/>
          </p:cNvGraphicFramePr>
          <p:nvPr>
            <p:extLst>
              <p:ext uri="{D42A27DB-BD31-4B8C-83A1-F6EECF244321}">
                <p14:modId xmlns:p14="http://schemas.microsoft.com/office/powerpoint/2010/main" val="891420003"/>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1" name="Table 17 - 18 &amp; 29">
            <a:extLst>
              <a:ext uri="{FF2B5EF4-FFF2-40B4-BE49-F238E27FC236}">
                <a16:creationId xmlns:a16="http://schemas.microsoft.com/office/drawing/2014/main" id="{B13DA415-5DF1-4AAB-9A67-4B4777F2A886}"/>
              </a:ext>
            </a:extLst>
          </p:cNvPr>
          <p:cNvGraphicFramePr>
            <a:graphicFrameLocks noGrp="1"/>
          </p:cNvGraphicFramePr>
          <p:nvPr>
            <p:extLst>
              <p:ext uri="{D42A27DB-BD31-4B8C-83A1-F6EECF244321}">
                <p14:modId xmlns:p14="http://schemas.microsoft.com/office/powerpoint/2010/main" val="3986495502"/>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2" name="Table 18 - 18">
            <a:extLst>
              <a:ext uri="{FF2B5EF4-FFF2-40B4-BE49-F238E27FC236}">
                <a16:creationId xmlns:a16="http://schemas.microsoft.com/office/drawing/2014/main" id="{0BB7FCF2-B337-422E-8BA2-D9D9D551E5F4}"/>
              </a:ext>
            </a:extLst>
          </p:cNvPr>
          <p:cNvGraphicFramePr>
            <a:graphicFrameLocks noGrp="1"/>
          </p:cNvGraphicFramePr>
          <p:nvPr>
            <p:extLst>
              <p:ext uri="{D42A27DB-BD31-4B8C-83A1-F6EECF244321}">
                <p14:modId xmlns:p14="http://schemas.microsoft.com/office/powerpoint/2010/main" val="2257335365"/>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3" name="Table 19 - 3">
            <a:extLst>
              <a:ext uri="{FF2B5EF4-FFF2-40B4-BE49-F238E27FC236}">
                <a16:creationId xmlns:a16="http://schemas.microsoft.com/office/drawing/2014/main" id="{BB8185BC-698F-4581-B3EA-0C979CDDAD22}"/>
              </a:ext>
            </a:extLst>
          </p:cNvPr>
          <p:cNvGraphicFramePr>
            <a:graphicFrameLocks noGrp="1"/>
          </p:cNvGraphicFramePr>
          <p:nvPr>
            <p:extLst>
              <p:ext uri="{D42A27DB-BD31-4B8C-83A1-F6EECF244321}">
                <p14:modId xmlns:p14="http://schemas.microsoft.com/office/powerpoint/2010/main" val="3085173738"/>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4" name="Table 20 - 3 &amp; 18 - Red">
            <a:extLst>
              <a:ext uri="{FF2B5EF4-FFF2-40B4-BE49-F238E27FC236}">
                <a16:creationId xmlns:a16="http://schemas.microsoft.com/office/drawing/2014/main" id="{908DBC2B-494E-4748-BFE7-10EC099EB0E7}"/>
              </a:ext>
            </a:extLst>
          </p:cNvPr>
          <p:cNvGraphicFramePr>
            <a:graphicFrameLocks noGrp="1"/>
          </p:cNvGraphicFramePr>
          <p:nvPr>
            <p:extLst>
              <p:ext uri="{D42A27DB-BD31-4B8C-83A1-F6EECF244321}">
                <p14:modId xmlns:p14="http://schemas.microsoft.com/office/powerpoint/2010/main" val="4056728760"/>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b="1"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5" name="Table 21 - 3 &amp; 18">
            <a:extLst>
              <a:ext uri="{FF2B5EF4-FFF2-40B4-BE49-F238E27FC236}">
                <a16:creationId xmlns:a16="http://schemas.microsoft.com/office/drawing/2014/main" id="{F4A50C22-C766-4F29-A16E-35B828F0CDFF}"/>
              </a:ext>
            </a:extLst>
          </p:cNvPr>
          <p:cNvGraphicFramePr>
            <a:graphicFrameLocks noGrp="1"/>
          </p:cNvGraphicFramePr>
          <p:nvPr>
            <p:extLst>
              <p:ext uri="{D42A27DB-BD31-4B8C-83A1-F6EECF244321}">
                <p14:modId xmlns:p14="http://schemas.microsoft.com/office/powerpoint/2010/main" val="2652364293"/>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6" name="Table 22 - 41">
            <a:extLst>
              <a:ext uri="{FF2B5EF4-FFF2-40B4-BE49-F238E27FC236}">
                <a16:creationId xmlns:a16="http://schemas.microsoft.com/office/drawing/2014/main" id="{404ADF59-C225-4736-90F1-6859C3441079}"/>
              </a:ext>
            </a:extLst>
          </p:cNvPr>
          <p:cNvGraphicFramePr>
            <a:graphicFrameLocks noGrp="1"/>
          </p:cNvGraphicFramePr>
          <p:nvPr>
            <p:extLst>
              <p:ext uri="{D42A27DB-BD31-4B8C-83A1-F6EECF244321}">
                <p14:modId xmlns:p14="http://schemas.microsoft.com/office/powerpoint/2010/main" val="554262017"/>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7" name="Table 23 - 51">
            <a:extLst>
              <a:ext uri="{FF2B5EF4-FFF2-40B4-BE49-F238E27FC236}">
                <a16:creationId xmlns:a16="http://schemas.microsoft.com/office/drawing/2014/main" id="{F9D8CEBE-56D8-46A8-AB2C-92FAD0B60670}"/>
              </a:ext>
            </a:extLst>
          </p:cNvPr>
          <p:cNvGraphicFramePr>
            <a:graphicFrameLocks noGrp="1"/>
          </p:cNvGraphicFramePr>
          <p:nvPr>
            <p:extLst>
              <p:ext uri="{D42A27DB-BD31-4B8C-83A1-F6EECF244321}">
                <p14:modId xmlns:p14="http://schemas.microsoft.com/office/powerpoint/2010/main" val="2099745656"/>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08" name="Table 24 - 51 &amp; 41 - Green">
            <a:extLst>
              <a:ext uri="{FF2B5EF4-FFF2-40B4-BE49-F238E27FC236}">
                <a16:creationId xmlns:a16="http://schemas.microsoft.com/office/drawing/2014/main" id="{732437D8-B6DF-4FE8-913A-ED41807CA2C0}"/>
              </a:ext>
            </a:extLst>
          </p:cNvPr>
          <p:cNvGraphicFramePr>
            <a:graphicFrameLocks noGrp="1"/>
          </p:cNvGraphicFramePr>
          <p:nvPr>
            <p:extLst>
              <p:ext uri="{D42A27DB-BD31-4B8C-83A1-F6EECF244321}">
                <p14:modId xmlns:p14="http://schemas.microsoft.com/office/powerpoint/2010/main" val="3919770313"/>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GB" sz="3200" b="1"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210304019"/>
                  </a:ext>
                </a:extLst>
              </a:tr>
            </a:tbl>
          </a:graphicData>
        </a:graphic>
      </p:graphicFrame>
      <p:graphicFrame>
        <p:nvGraphicFramePr>
          <p:cNvPr id="109" name="Table 25 - 41 &amp; 51">
            <a:extLst>
              <a:ext uri="{FF2B5EF4-FFF2-40B4-BE49-F238E27FC236}">
                <a16:creationId xmlns:a16="http://schemas.microsoft.com/office/drawing/2014/main" id="{A91AA67F-C8F7-48D3-8B1F-72A6A58E9F48}"/>
              </a:ext>
            </a:extLst>
          </p:cNvPr>
          <p:cNvGraphicFramePr>
            <a:graphicFrameLocks noGrp="1"/>
          </p:cNvGraphicFramePr>
          <p:nvPr>
            <p:extLst>
              <p:ext uri="{D42A27DB-BD31-4B8C-83A1-F6EECF244321}">
                <p14:modId xmlns:p14="http://schemas.microsoft.com/office/powerpoint/2010/main" val="2568174874"/>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graphicFrame>
        <p:nvGraphicFramePr>
          <p:cNvPr id="110" name="Table 26 - 41">
            <a:extLst>
              <a:ext uri="{FF2B5EF4-FFF2-40B4-BE49-F238E27FC236}">
                <a16:creationId xmlns:a16="http://schemas.microsoft.com/office/drawing/2014/main" id="{5B28AA4C-9ACA-40A1-9A55-5EEC79A37290}"/>
              </a:ext>
            </a:extLst>
          </p:cNvPr>
          <p:cNvGraphicFramePr>
            <a:graphicFrameLocks noGrp="1"/>
          </p:cNvGraphicFramePr>
          <p:nvPr>
            <p:extLst>
              <p:ext uri="{D42A27DB-BD31-4B8C-83A1-F6EECF244321}">
                <p14:modId xmlns:p14="http://schemas.microsoft.com/office/powerpoint/2010/main" val="2868876014"/>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11" name="Table 27 - 29">
            <a:extLst>
              <a:ext uri="{FF2B5EF4-FFF2-40B4-BE49-F238E27FC236}">
                <a16:creationId xmlns:a16="http://schemas.microsoft.com/office/drawing/2014/main" id="{441B51C3-EFBB-476B-ADCB-F496A6CBCCC9}"/>
              </a:ext>
            </a:extLst>
          </p:cNvPr>
          <p:cNvGraphicFramePr>
            <a:graphicFrameLocks noGrp="1"/>
          </p:cNvGraphicFramePr>
          <p:nvPr>
            <p:extLst>
              <p:ext uri="{D42A27DB-BD31-4B8C-83A1-F6EECF244321}">
                <p14:modId xmlns:p14="http://schemas.microsoft.com/office/powerpoint/2010/main" val="893947673"/>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12" name="Table 28 - 29 &amp; 41 - Red">
            <a:extLst>
              <a:ext uri="{FF2B5EF4-FFF2-40B4-BE49-F238E27FC236}">
                <a16:creationId xmlns:a16="http://schemas.microsoft.com/office/drawing/2014/main" id="{5F4BC2BE-BFD7-45FC-B618-D7E120D0E702}"/>
              </a:ext>
            </a:extLst>
          </p:cNvPr>
          <p:cNvGraphicFramePr>
            <a:graphicFrameLocks noGrp="1"/>
          </p:cNvGraphicFramePr>
          <p:nvPr>
            <p:extLst>
              <p:ext uri="{D42A27DB-BD31-4B8C-83A1-F6EECF244321}">
                <p14:modId xmlns:p14="http://schemas.microsoft.com/office/powerpoint/2010/main" val="609587393"/>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1"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b="1"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13" name="Table 29 - 29 &amp; 41">
            <a:extLst>
              <a:ext uri="{FF2B5EF4-FFF2-40B4-BE49-F238E27FC236}">
                <a16:creationId xmlns:a16="http://schemas.microsoft.com/office/drawing/2014/main" id="{1EB03091-EA7E-47F3-8811-AE63FB000F8B}"/>
              </a:ext>
            </a:extLst>
          </p:cNvPr>
          <p:cNvGraphicFramePr>
            <a:graphicFrameLocks noGrp="1"/>
          </p:cNvGraphicFramePr>
          <p:nvPr>
            <p:extLst>
              <p:ext uri="{D42A27DB-BD31-4B8C-83A1-F6EECF244321}">
                <p14:modId xmlns:p14="http://schemas.microsoft.com/office/powerpoint/2010/main" val="2103136944"/>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b="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4" name="Table 30 - All - Pink">
            <a:extLst>
              <a:ext uri="{FF2B5EF4-FFF2-40B4-BE49-F238E27FC236}">
                <a16:creationId xmlns:a16="http://schemas.microsoft.com/office/drawing/2014/main" id="{D22C4B69-F8DD-4EE8-CB91-6E13BBA6D337}"/>
              </a:ext>
            </a:extLst>
          </p:cNvPr>
          <p:cNvGraphicFramePr>
            <a:graphicFrameLocks noGrp="1"/>
          </p:cNvGraphicFramePr>
          <p:nvPr>
            <p:extLst>
              <p:ext uri="{D42A27DB-BD31-4B8C-83A1-F6EECF244321}">
                <p14:modId xmlns:p14="http://schemas.microsoft.com/office/powerpoint/2010/main" val="773741239"/>
              </p:ext>
            </p:extLst>
          </p:nvPr>
        </p:nvGraphicFramePr>
        <p:xfrm>
          <a:off x="2329500" y="200695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b="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algn="ctr"/>
                      <a:r>
                        <a:rPr lang="en-GB" sz="3200" b="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algn="ctr"/>
                      <a:r>
                        <a:rPr lang="en-GB" sz="3200" b="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algn="ctr"/>
                      <a:r>
                        <a:rPr lang="en-GB" sz="3200" b="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tc>
                  <a:txBody>
                    <a:bodyPr/>
                    <a:lstStyle/>
                    <a:p>
                      <a:pPr algn="ctr"/>
                      <a:r>
                        <a:rPr lang="en-GB" sz="3200" b="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5D6"/>
                    </a:solidFill>
                  </a:tcPr>
                </a:tc>
                <a:extLst>
                  <a:ext uri="{0D108BD9-81ED-4DB2-BD59-A6C34878D82A}">
                    <a16:rowId xmlns:a16="http://schemas.microsoft.com/office/drawing/2014/main" val="4210304019"/>
                  </a:ext>
                </a:extLst>
              </a:tr>
            </a:tbl>
          </a:graphicData>
        </a:graphic>
      </p:graphicFrame>
      <p:sp>
        <p:nvSpPr>
          <p:cNvPr id="6" name="Text">
            <a:extLst>
              <a:ext uri="{FF2B5EF4-FFF2-40B4-BE49-F238E27FC236}">
                <a16:creationId xmlns:a16="http://schemas.microsoft.com/office/drawing/2014/main" id="{54C2ECEF-5658-3BAD-A7EA-41AD468E8A4B}"/>
              </a:ext>
            </a:extLst>
          </p:cNvPr>
          <p:cNvSpPr/>
          <p:nvPr/>
        </p:nvSpPr>
        <p:spPr>
          <a:xfrm>
            <a:off x="7579523" y="578315"/>
            <a:ext cx="4279105" cy="1231106"/>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solidFill>
                  <a:srgbClr val="7030A0"/>
                </a:solidFill>
              </a:rPr>
              <a:t>Outer loop: Fixed</a:t>
            </a:r>
          </a:p>
          <a:p>
            <a:pPr marL="285750" indent="-285750">
              <a:spcAft>
                <a:spcPts val="1200"/>
              </a:spcAft>
              <a:buFont typeface="Arial" panose="020B0604020202020204" pitchFamily="34" charset="0"/>
              <a:buChar char="•"/>
            </a:pPr>
            <a:r>
              <a:rPr lang="en-GB" sz="3200" dirty="0">
                <a:solidFill>
                  <a:srgbClr val="7030A0"/>
                </a:solidFill>
              </a:rPr>
              <a:t>Inner loop: Conditional</a:t>
            </a:r>
          </a:p>
        </p:txBody>
      </p:sp>
    </p:spTree>
    <p:extLst>
      <p:ext uri="{BB962C8B-B14F-4D97-AF65-F5344CB8AC3E}">
        <p14:creationId xmlns:p14="http://schemas.microsoft.com/office/powerpoint/2010/main" val="161393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1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outVertical)">
                                      <p:cBhvr>
                                        <p:cTn id="17" dur="1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wipe(left)">
                                      <p:cBhvr>
                                        <p:cTn id="22" dur="2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wipe(left)">
                                      <p:cBhvr>
                                        <p:cTn id="35" dur="1500"/>
                                        <p:tgtEl>
                                          <p:spTgt spid="73"/>
                                        </p:tgtEl>
                                      </p:cBhvr>
                                    </p:animEffect>
                                  </p:childTnLst>
                                </p:cTn>
                              </p:par>
                              <p:par>
                                <p:cTn id="36" presetID="16" presetClass="exit" presetSubtype="21" fill="hold" nodeType="withEffect">
                                  <p:stCondLst>
                                    <p:cond delay="0"/>
                                  </p:stCondLst>
                                  <p:childTnLst>
                                    <p:animEffect transition="out" filter="barn(inVertical)">
                                      <p:cBhvr>
                                        <p:cTn id="37" dur="500"/>
                                        <p:tgtEl>
                                          <p:spTgt spid="3"/>
                                        </p:tgtEl>
                                      </p:cBhvr>
                                    </p:animEffect>
                                    <p:set>
                                      <p:cBhvr>
                                        <p:cTn id="38" dur="1" fill="hold">
                                          <p:stCondLst>
                                            <p:cond delay="499"/>
                                          </p:stCondLst>
                                        </p:cTn>
                                        <p:tgtEl>
                                          <p:spTgt spid="3"/>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wipe(left)">
                                      <p:cBhvr>
                                        <p:cTn id="43" dur="2500"/>
                                        <p:tgtEl>
                                          <p:spTgt spid="5">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4"/>
                                        </p:tgtEl>
                                        <p:attrNameLst>
                                          <p:attrName>style.visibility</p:attrName>
                                        </p:attrNameLst>
                                      </p:cBhvr>
                                      <p:to>
                                        <p:strVal val="visible"/>
                                      </p:to>
                                    </p:set>
                                    <p:animEffect transition="in" filter="wipe(left)">
                                      <p:cBhvr>
                                        <p:cTn id="48" dur="1500"/>
                                        <p:tgtEl>
                                          <p:spTgt spid="74"/>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37" fill="hold" nodeType="clickEffect">
                                  <p:stCondLst>
                                    <p:cond delay="0"/>
                                  </p:stCondLst>
                                  <p:childTnLst>
                                    <p:set>
                                      <p:cBhvr>
                                        <p:cTn id="52" dur="1" fill="hold">
                                          <p:stCondLst>
                                            <p:cond delay="0"/>
                                          </p:stCondLst>
                                        </p:cTn>
                                        <p:tgtEl>
                                          <p:spTgt spid="75"/>
                                        </p:tgtEl>
                                        <p:attrNameLst>
                                          <p:attrName>style.visibility</p:attrName>
                                        </p:attrNameLst>
                                      </p:cBhvr>
                                      <p:to>
                                        <p:strVal val="visible"/>
                                      </p:to>
                                    </p:set>
                                    <p:animEffect transition="in" filter="barn(outVertical)">
                                      <p:cBhvr>
                                        <p:cTn id="53" dur="1500"/>
                                        <p:tgtEl>
                                          <p:spTgt spid="75"/>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8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8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82"/>
                                        </p:tgtEl>
                                        <p:attrNameLst>
                                          <p:attrName>style.visibility</p:attrName>
                                        </p:attrNameLst>
                                      </p:cBhvr>
                                      <p:to>
                                        <p:strVal val="visible"/>
                                      </p:to>
                                    </p:set>
                                    <p:animEffect transition="in" filter="wipe(left)">
                                      <p:cBhvr>
                                        <p:cTn id="66" dur="1500"/>
                                        <p:tgtEl>
                                          <p:spTgt spid="82"/>
                                        </p:tgtEl>
                                      </p:cBhvr>
                                    </p:animEffect>
                                  </p:childTnLst>
                                </p:cTn>
                              </p:par>
                              <p:par>
                                <p:cTn id="67" presetID="16" presetClass="exit" presetSubtype="21" fill="hold" nodeType="withEffect">
                                  <p:stCondLst>
                                    <p:cond delay="0"/>
                                  </p:stCondLst>
                                  <p:childTnLst>
                                    <p:animEffect transition="out" filter="barn(inVertical)">
                                      <p:cBhvr>
                                        <p:cTn id="68" dur="500"/>
                                        <p:tgtEl>
                                          <p:spTgt spid="75"/>
                                        </p:tgtEl>
                                      </p:cBhvr>
                                    </p:animEffect>
                                    <p:set>
                                      <p:cBhvr>
                                        <p:cTn id="69" dur="1" fill="hold">
                                          <p:stCondLst>
                                            <p:cond delay="499"/>
                                          </p:stCondLst>
                                        </p:cTn>
                                        <p:tgtEl>
                                          <p:spTgt spid="75"/>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83"/>
                                        </p:tgtEl>
                                        <p:attrNameLst>
                                          <p:attrName>style.visibility</p:attrName>
                                        </p:attrNameLst>
                                      </p:cBhvr>
                                      <p:to>
                                        <p:strVal val="visible"/>
                                      </p:to>
                                    </p:set>
                                    <p:animEffect transition="in" filter="wipe(left)">
                                      <p:cBhvr>
                                        <p:cTn id="74" dur="1500"/>
                                        <p:tgtEl>
                                          <p:spTgt spid="83"/>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37" fill="hold" nodeType="clickEffect">
                                  <p:stCondLst>
                                    <p:cond delay="0"/>
                                  </p:stCondLst>
                                  <p:childTnLst>
                                    <p:set>
                                      <p:cBhvr>
                                        <p:cTn id="78" dur="1" fill="hold">
                                          <p:stCondLst>
                                            <p:cond delay="0"/>
                                          </p:stCondLst>
                                        </p:cTn>
                                        <p:tgtEl>
                                          <p:spTgt spid="84"/>
                                        </p:tgtEl>
                                        <p:attrNameLst>
                                          <p:attrName>style.visibility</p:attrName>
                                        </p:attrNameLst>
                                      </p:cBhvr>
                                      <p:to>
                                        <p:strVal val="visible"/>
                                      </p:to>
                                    </p:set>
                                    <p:animEffect transition="in" filter="barn(outVertical)">
                                      <p:cBhvr>
                                        <p:cTn id="79" dur="1500"/>
                                        <p:tgtEl>
                                          <p:spTgt spid="84"/>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89"/>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90"/>
                                        </p:tgtEl>
                                        <p:attrNameLst>
                                          <p:attrName>style.visibility</p:attrName>
                                        </p:attrNameLst>
                                      </p:cBhvr>
                                      <p:to>
                                        <p:strVal val="visible"/>
                                      </p:to>
                                    </p:set>
                                  </p:childTnLst>
                                </p:cTn>
                              </p:par>
                              <p:par>
                                <p:cTn id="88" presetID="16" presetClass="exit" presetSubtype="21" fill="hold" nodeType="withEffect">
                                  <p:stCondLst>
                                    <p:cond delay="0"/>
                                  </p:stCondLst>
                                  <p:childTnLst>
                                    <p:animEffect transition="out" filter="barn(inVertical)">
                                      <p:cBhvr>
                                        <p:cTn id="89" dur="500"/>
                                        <p:tgtEl>
                                          <p:spTgt spid="84"/>
                                        </p:tgtEl>
                                      </p:cBhvr>
                                    </p:animEffect>
                                    <p:set>
                                      <p:cBhvr>
                                        <p:cTn id="90" dur="1" fill="hold">
                                          <p:stCondLst>
                                            <p:cond delay="499"/>
                                          </p:stCondLst>
                                        </p:cTn>
                                        <p:tgtEl>
                                          <p:spTgt spid="84"/>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91"/>
                                        </p:tgtEl>
                                        <p:attrNameLst>
                                          <p:attrName>style.visibility</p:attrName>
                                        </p:attrNameLst>
                                      </p:cBhvr>
                                      <p:to>
                                        <p:strVal val="visible"/>
                                      </p:to>
                                    </p:set>
                                    <p:animEffect transition="in" filter="wipe(left)">
                                      <p:cBhvr>
                                        <p:cTn id="95" dur="1500"/>
                                        <p:tgtEl>
                                          <p:spTgt spid="9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92"/>
                                        </p:tgtEl>
                                        <p:attrNameLst>
                                          <p:attrName>style.visibility</p:attrName>
                                        </p:attrNameLst>
                                      </p:cBhvr>
                                      <p:to>
                                        <p:strVal val="visible"/>
                                      </p:to>
                                    </p:set>
                                    <p:animEffect transition="in" filter="wipe(left)">
                                      <p:cBhvr>
                                        <p:cTn id="100" dur="1500"/>
                                        <p:tgtEl>
                                          <p:spTgt spid="92"/>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9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9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100"/>
                                        </p:tgtEl>
                                        <p:attrNameLst>
                                          <p:attrName>style.visibility</p:attrName>
                                        </p:attrNameLst>
                                      </p:cBhvr>
                                      <p:to>
                                        <p:strVal val="visible"/>
                                      </p:to>
                                    </p:set>
                                    <p:animEffect transition="in" filter="wipe(left)">
                                      <p:cBhvr>
                                        <p:cTn id="113" dur="1500"/>
                                        <p:tgtEl>
                                          <p:spTgt spid="10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101"/>
                                        </p:tgtEl>
                                        <p:attrNameLst>
                                          <p:attrName>style.visibility</p:attrName>
                                        </p:attrNameLst>
                                      </p:cBhvr>
                                      <p:to>
                                        <p:strVal val="visible"/>
                                      </p:to>
                                    </p:set>
                                    <p:animEffect transition="in" filter="wipe(left)">
                                      <p:cBhvr>
                                        <p:cTn id="118" dur="1500"/>
                                        <p:tgtEl>
                                          <p:spTgt spid="101"/>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0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104"/>
                                        </p:tgtEl>
                                        <p:attrNameLst>
                                          <p:attrName>style.visibility</p:attrName>
                                        </p:attrNameLst>
                                      </p:cBhvr>
                                      <p:to>
                                        <p:strVal val="visible"/>
                                      </p:to>
                                    </p:set>
                                    <p:animEffect transition="in" filter="wipe(left)">
                                      <p:cBhvr>
                                        <p:cTn id="131" dur="1500"/>
                                        <p:tgtEl>
                                          <p:spTgt spid="104"/>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105"/>
                                        </p:tgtEl>
                                        <p:attrNameLst>
                                          <p:attrName>style.visibility</p:attrName>
                                        </p:attrNameLst>
                                      </p:cBhvr>
                                      <p:to>
                                        <p:strVal val="visible"/>
                                      </p:to>
                                    </p:set>
                                    <p:animEffect transition="in" filter="wipe(left)">
                                      <p:cBhvr>
                                        <p:cTn id="136" dur="1500"/>
                                        <p:tgtEl>
                                          <p:spTgt spid="105"/>
                                        </p:tgtEl>
                                      </p:cBhvr>
                                    </p:animEffect>
                                  </p:childTnLst>
                                </p:cTn>
                              </p:par>
                            </p:childTnLst>
                          </p:cTn>
                        </p:par>
                      </p:childTnLst>
                    </p:cTn>
                  </p:par>
                  <p:par>
                    <p:cTn id="137" fill="hold">
                      <p:stCondLst>
                        <p:cond delay="indefinite"/>
                      </p:stCondLst>
                      <p:childTnLst>
                        <p:par>
                          <p:cTn id="138" fill="hold">
                            <p:stCondLst>
                              <p:cond delay="0"/>
                            </p:stCondLst>
                            <p:childTnLst>
                              <p:par>
                                <p:cTn id="139" presetID="16" presetClass="entr" presetSubtype="37" fill="hold" nodeType="clickEffect">
                                  <p:stCondLst>
                                    <p:cond delay="0"/>
                                  </p:stCondLst>
                                  <p:childTnLst>
                                    <p:set>
                                      <p:cBhvr>
                                        <p:cTn id="140" dur="1" fill="hold">
                                          <p:stCondLst>
                                            <p:cond delay="0"/>
                                          </p:stCondLst>
                                        </p:cTn>
                                        <p:tgtEl>
                                          <p:spTgt spid="93"/>
                                        </p:tgtEl>
                                        <p:attrNameLst>
                                          <p:attrName>style.visibility</p:attrName>
                                        </p:attrNameLst>
                                      </p:cBhvr>
                                      <p:to>
                                        <p:strVal val="visible"/>
                                      </p:to>
                                    </p:set>
                                    <p:animEffect transition="in" filter="barn(outVertical)">
                                      <p:cBhvr>
                                        <p:cTn id="141" dur="1500"/>
                                        <p:tgtEl>
                                          <p:spTgt spid="93"/>
                                        </p:tgtEl>
                                      </p:cBhvr>
                                    </p:animEffec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106"/>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107"/>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108"/>
                                        </p:tgtEl>
                                        <p:attrNameLst>
                                          <p:attrName>style.visibility</p:attrName>
                                        </p:attrNameLst>
                                      </p:cBhvr>
                                      <p:to>
                                        <p:strVal val="visible"/>
                                      </p:to>
                                    </p:set>
                                    <p:animEffect transition="in" filter="wipe(left)">
                                      <p:cBhvr>
                                        <p:cTn id="154" dur="1500"/>
                                        <p:tgtEl>
                                          <p:spTgt spid="108"/>
                                        </p:tgtEl>
                                      </p:cBhvr>
                                    </p:animEffect>
                                  </p:childTnLst>
                                </p:cTn>
                              </p:par>
                              <p:par>
                                <p:cTn id="155" presetID="16" presetClass="exit" presetSubtype="21" fill="hold" nodeType="withEffect">
                                  <p:stCondLst>
                                    <p:cond delay="0"/>
                                  </p:stCondLst>
                                  <p:childTnLst>
                                    <p:animEffect transition="out" filter="barn(inVertical)">
                                      <p:cBhvr>
                                        <p:cTn id="156" dur="500"/>
                                        <p:tgtEl>
                                          <p:spTgt spid="93"/>
                                        </p:tgtEl>
                                      </p:cBhvr>
                                    </p:animEffect>
                                    <p:set>
                                      <p:cBhvr>
                                        <p:cTn id="157" dur="1" fill="hold">
                                          <p:stCondLst>
                                            <p:cond delay="499"/>
                                          </p:stCondLst>
                                        </p:cTn>
                                        <p:tgtEl>
                                          <p:spTgt spid="93"/>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109"/>
                                        </p:tgtEl>
                                        <p:attrNameLst>
                                          <p:attrName>style.visibility</p:attrName>
                                        </p:attrNameLst>
                                      </p:cBhvr>
                                      <p:to>
                                        <p:strVal val="visible"/>
                                      </p:to>
                                    </p:set>
                                    <p:animEffect transition="in" filter="wipe(left)">
                                      <p:cBhvr>
                                        <p:cTn id="162" dur="1500"/>
                                        <p:tgtEl>
                                          <p:spTgt spid="109"/>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nodeType="clickEffect">
                                  <p:stCondLst>
                                    <p:cond delay="0"/>
                                  </p:stCondLst>
                                  <p:childTnLst>
                                    <p:set>
                                      <p:cBhvr>
                                        <p:cTn id="166" dur="1" fill="hold">
                                          <p:stCondLst>
                                            <p:cond delay="0"/>
                                          </p:stCondLst>
                                        </p:cTn>
                                        <p:tgtEl>
                                          <p:spTgt spid="110"/>
                                        </p:tgtEl>
                                        <p:attrNameLst>
                                          <p:attrName>style.visibility</p:attrName>
                                        </p:attrNameLst>
                                      </p:cBhvr>
                                      <p:to>
                                        <p:strVal val="visible"/>
                                      </p:to>
                                    </p:set>
                                    <p:animEffect transition="in" filter="wipe(left)">
                                      <p:cBhvr>
                                        <p:cTn id="167" dur="1500"/>
                                        <p:tgtEl>
                                          <p:spTgt spid="110"/>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nodeType="clickEffect">
                                  <p:stCondLst>
                                    <p:cond delay="0"/>
                                  </p:stCondLst>
                                  <p:childTnLst>
                                    <p:set>
                                      <p:cBhvr>
                                        <p:cTn id="171" dur="1" fill="hold">
                                          <p:stCondLst>
                                            <p:cond delay="0"/>
                                          </p:stCondLst>
                                        </p:cTn>
                                        <p:tgtEl>
                                          <p:spTgt spid="111"/>
                                        </p:tgtEl>
                                        <p:attrNameLst>
                                          <p:attrName>style.visibility</p:attrName>
                                        </p:attrNameLst>
                                      </p:cBhvr>
                                      <p:to>
                                        <p:strVal val="visible"/>
                                      </p:to>
                                    </p:set>
                                    <p:animEffect transition="in" filter="wipe(left)">
                                      <p:cBhvr>
                                        <p:cTn id="172" dur="1500"/>
                                        <p:tgtEl>
                                          <p:spTgt spid="111"/>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nodeType="clickEffect">
                                  <p:stCondLst>
                                    <p:cond delay="0"/>
                                  </p:stCondLst>
                                  <p:childTnLst>
                                    <p:set>
                                      <p:cBhvr>
                                        <p:cTn id="176" dur="1" fill="hold">
                                          <p:stCondLst>
                                            <p:cond delay="0"/>
                                          </p:stCondLst>
                                        </p:cTn>
                                        <p:tgtEl>
                                          <p:spTgt spid="112"/>
                                        </p:tgtEl>
                                        <p:attrNameLst>
                                          <p:attrName>style.visibility</p:attrName>
                                        </p:attrNameLst>
                                      </p:cBhvr>
                                      <p:to>
                                        <p:strVal val="visible"/>
                                      </p:to>
                                    </p:set>
                                    <p:animEffect transition="in" filter="wipe(left)">
                                      <p:cBhvr>
                                        <p:cTn id="177" dur="1500"/>
                                        <p:tgtEl>
                                          <p:spTgt spid="112"/>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nodeType="clickEffect">
                                  <p:stCondLst>
                                    <p:cond delay="0"/>
                                  </p:stCondLst>
                                  <p:childTnLst>
                                    <p:set>
                                      <p:cBhvr>
                                        <p:cTn id="181" dur="1" fill="hold">
                                          <p:stCondLst>
                                            <p:cond delay="0"/>
                                          </p:stCondLst>
                                        </p:cTn>
                                        <p:tgtEl>
                                          <p:spTgt spid="113"/>
                                        </p:tgtEl>
                                        <p:attrNameLst>
                                          <p:attrName>style.visibility</p:attrName>
                                        </p:attrNameLst>
                                      </p:cBhvr>
                                      <p:to>
                                        <p:strVal val="visible"/>
                                      </p:to>
                                    </p:set>
                                    <p:animEffect transition="in" filter="wipe(left)">
                                      <p:cBhvr>
                                        <p:cTn id="182" dur="1500"/>
                                        <p:tgtEl>
                                          <p:spTgt spid="113"/>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nodeType="clickEffect">
                                  <p:stCondLst>
                                    <p:cond delay="0"/>
                                  </p:stCondLst>
                                  <p:childTnLst>
                                    <p:set>
                                      <p:cBhvr>
                                        <p:cTn id="186" dur="1" fill="hold">
                                          <p:stCondLst>
                                            <p:cond delay="0"/>
                                          </p:stCondLst>
                                        </p:cTn>
                                        <p:tgtEl>
                                          <p:spTgt spid="4"/>
                                        </p:tgtEl>
                                        <p:attrNameLst>
                                          <p:attrName>style.visibility</p:attrName>
                                        </p:attrNameLst>
                                      </p:cBhvr>
                                      <p:to>
                                        <p:strVal val="visible"/>
                                      </p:to>
                                    </p:set>
                                    <p:animEffect transition="in" filter="wipe(left)">
                                      <p:cBhvr>
                                        <p:cTn id="187" dur="1500"/>
                                        <p:tgtEl>
                                          <p:spTgt spid="4"/>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grpId="0" nodeType="clickEffect">
                                  <p:stCondLst>
                                    <p:cond delay="0"/>
                                  </p:stCondLst>
                                  <p:childTnLst>
                                    <p:set>
                                      <p:cBhvr>
                                        <p:cTn id="191" dur="1" fill="hold">
                                          <p:stCondLst>
                                            <p:cond delay="0"/>
                                          </p:stCondLst>
                                        </p:cTn>
                                        <p:tgtEl>
                                          <p:spTgt spid="6">
                                            <p:txEl>
                                              <p:pRg st="0" end="0"/>
                                            </p:txEl>
                                          </p:spTgt>
                                        </p:tgtEl>
                                        <p:attrNameLst>
                                          <p:attrName>style.visibility</p:attrName>
                                        </p:attrNameLst>
                                      </p:cBhvr>
                                      <p:to>
                                        <p:strVal val="visible"/>
                                      </p:to>
                                    </p:set>
                                    <p:animEffect transition="in" filter="wipe(left)">
                                      <p:cBhvr>
                                        <p:cTn id="192" dur="1250"/>
                                        <p:tgtEl>
                                          <p:spTgt spid="6">
                                            <p:txEl>
                                              <p:pRg st="0" end="0"/>
                                            </p:txEl>
                                          </p:spTgt>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6">
                                            <p:txEl>
                                              <p:pRg st="1" end="1"/>
                                            </p:txEl>
                                          </p:spTgt>
                                        </p:tgtEl>
                                        <p:attrNameLst>
                                          <p:attrName>style.visibility</p:attrName>
                                        </p:attrNameLst>
                                      </p:cBhvr>
                                      <p:to>
                                        <p:strVal val="visible"/>
                                      </p:to>
                                    </p:set>
                                    <p:animEffect transition="in" filter="wipe(left)">
                                      <p:cBhvr>
                                        <p:cTn id="197" dur="125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1F4690-EE97-86DA-1D55-0C494B7B5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CF8B0-4FED-D018-2103-8DE61C2832C6}"/>
              </a:ext>
            </a:extLst>
          </p:cNvPr>
          <p:cNvSpPr>
            <a:spLocks noGrp="1"/>
          </p:cNvSpPr>
          <p:nvPr>
            <p:ph type="title"/>
          </p:nvPr>
        </p:nvSpPr>
        <p:spPr>
          <a:xfrm>
            <a:off x="838200" y="278914"/>
            <a:ext cx="10515600" cy="1325563"/>
          </a:xfrm>
        </p:spPr>
        <p:txBody>
          <a:bodyPr/>
          <a:lstStyle/>
          <a:p>
            <a:r>
              <a:rPr lang="en-GB" dirty="0"/>
              <a:t>Insertion Sort</a:t>
            </a:r>
          </a:p>
        </p:txBody>
      </p:sp>
      <p:sp>
        <p:nvSpPr>
          <p:cNvPr id="5" name="Text">
            <a:extLst>
              <a:ext uri="{FF2B5EF4-FFF2-40B4-BE49-F238E27FC236}">
                <a16:creationId xmlns:a16="http://schemas.microsoft.com/office/drawing/2014/main" id="{546FD6EB-0999-DFFC-F220-CB0C981B6495}"/>
              </a:ext>
            </a:extLst>
          </p:cNvPr>
          <p:cNvSpPr/>
          <p:nvPr/>
        </p:nvSpPr>
        <p:spPr>
          <a:xfrm>
            <a:off x="1998857" y="4418734"/>
            <a:ext cx="3170776" cy="1877437"/>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t>First value</a:t>
            </a:r>
          </a:p>
          <a:p>
            <a:pPr marL="285750" indent="-285750">
              <a:spcAft>
                <a:spcPts val="1200"/>
              </a:spcAft>
              <a:buFont typeface="Arial" panose="020B0604020202020204" pitchFamily="34" charset="0"/>
              <a:buChar char="•"/>
            </a:pPr>
            <a:r>
              <a:rPr lang="en-GB" sz="3200" dirty="0"/>
              <a:t>First unsorted</a:t>
            </a:r>
          </a:p>
          <a:p>
            <a:pPr marL="285750" indent="-285750">
              <a:spcAft>
                <a:spcPts val="1200"/>
              </a:spcAft>
              <a:buFont typeface="Arial" panose="020B0604020202020204" pitchFamily="34" charset="0"/>
              <a:buChar char="•"/>
            </a:pPr>
            <a:r>
              <a:rPr lang="en-GB" sz="3200" dirty="0"/>
              <a:t>Swaps</a:t>
            </a:r>
          </a:p>
        </p:txBody>
      </p:sp>
      <p:grpSp>
        <p:nvGrpSpPr>
          <p:cNvPr id="3" name="Sorted 1">
            <a:extLst>
              <a:ext uri="{FF2B5EF4-FFF2-40B4-BE49-F238E27FC236}">
                <a16:creationId xmlns:a16="http://schemas.microsoft.com/office/drawing/2014/main" id="{F21DC3B0-1720-4C22-BFDC-AB8F60858349}"/>
              </a:ext>
            </a:extLst>
          </p:cNvPr>
          <p:cNvGrpSpPr/>
          <p:nvPr/>
        </p:nvGrpSpPr>
        <p:grpSpPr>
          <a:xfrm>
            <a:off x="3953401" y="3259147"/>
            <a:ext cx="1800000" cy="540000"/>
            <a:chOff x="4063584" y="3157277"/>
            <a:chExt cx="1800000" cy="540000"/>
          </a:xfrm>
        </p:grpSpPr>
        <p:cxnSp>
          <p:nvCxnSpPr>
            <p:cNvPr id="68" name="Straight Connector 67">
              <a:extLst>
                <a:ext uri="{FF2B5EF4-FFF2-40B4-BE49-F238E27FC236}">
                  <a16:creationId xmlns:a16="http://schemas.microsoft.com/office/drawing/2014/main" id="{3EEC7143-77E1-4E51-8ED8-5A46C818B353}"/>
                </a:ext>
              </a:extLst>
            </p:cNvPr>
            <p:cNvCxnSpPr/>
            <p:nvPr/>
          </p:nvCxnSpPr>
          <p:spPr>
            <a:xfrm>
              <a:off x="4952816" y="3157277"/>
              <a:ext cx="0" cy="54000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3FD895A-2D81-4E25-8798-DF6862E199F3}"/>
                </a:ext>
              </a:extLst>
            </p:cNvPr>
            <p:cNvCxnSpPr>
              <a:cxnSpLocks/>
            </p:cNvCxnSpPr>
            <p:nvPr/>
          </p:nvCxnSpPr>
          <p:spPr>
            <a:xfrm flipH="1">
              <a:off x="4063584" y="3697277"/>
              <a:ext cx="1800000" cy="0"/>
            </a:xfrm>
            <a:prstGeom prst="line">
              <a:avLst/>
            </a:prstGeom>
            <a:ln w="57150">
              <a:solidFill>
                <a:srgbClr val="7030A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graphicFrame>
        <p:nvGraphicFramePr>
          <p:cNvPr id="8" name="Table 1 - Original">
            <a:extLst>
              <a:ext uri="{FF2B5EF4-FFF2-40B4-BE49-F238E27FC236}">
                <a16:creationId xmlns:a16="http://schemas.microsoft.com/office/drawing/2014/main" id="{1442AFA7-A27F-E85B-BD85-CDEC1C5338B1}"/>
              </a:ext>
            </a:extLst>
          </p:cNvPr>
          <p:cNvGraphicFramePr>
            <a:graphicFrameLocks noGrp="1"/>
          </p:cNvGraphicFramePr>
          <p:nvPr>
            <p:extLst>
              <p:ext uri="{D42A27DB-BD31-4B8C-83A1-F6EECF244321}">
                <p14:modId xmlns:p14="http://schemas.microsoft.com/office/powerpoint/2010/main" val="2847094786"/>
              </p:ext>
            </p:extLst>
          </p:nvPr>
        </p:nvGraphicFramePr>
        <p:xfrm>
          <a:off x="2329500" y="2108822"/>
          <a:ext cx="7533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tblGrid>
              <a:tr h="54000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sp>
        <p:nvSpPr>
          <p:cNvPr id="6" name="Text">
            <a:extLst>
              <a:ext uri="{FF2B5EF4-FFF2-40B4-BE49-F238E27FC236}">
                <a16:creationId xmlns:a16="http://schemas.microsoft.com/office/drawing/2014/main" id="{54C2ECEF-5658-3BAD-A7EA-41AD468E8A4B}"/>
              </a:ext>
            </a:extLst>
          </p:cNvPr>
          <p:cNvSpPr/>
          <p:nvPr/>
        </p:nvSpPr>
        <p:spPr>
          <a:xfrm>
            <a:off x="7579523" y="578315"/>
            <a:ext cx="4279105" cy="1231106"/>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solidFill>
                  <a:srgbClr val="7030A0"/>
                </a:solidFill>
              </a:rPr>
              <a:t>Outer loop:</a:t>
            </a:r>
          </a:p>
          <a:p>
            <a:pPr marL="285750" indent="-285750">
              <a:spcAft>
                <a:spcPts val="1200"/>
              </a:spcAft>
              <a:buFont typeface="Arial" panose="020B0604020202020204" pitchFamily="34" charset="0"/>
              <a:buChar char="•"/>
            </a:pPr>
            <a:r>
              <a:rPr lang="en-GB" sz="3200" dirty="0">
                <a:solidFill>
                  <a:srgbClr val="7030A0"/>
                </a:solidFill>
              </a:rPr>
              <a:t>Inner loop:</a:t>
            </a:r>
          </a:p>
        </p:txBody>
      </p:sp>
    </p:spTree>
    <p:extLst>
      <p:ext uri="{BB962C8B-B14F-4D97-AF65-F5344CB8AC3E}">
        <p14:creationId xmlns:p14="http://schemas.microsoft.com/office/powerpoint/2010/main" val="17974847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lstStyle/>
          <a:p>
            <a:pPr>
              <a:spcAft>
                <a:spcPts val="1200"/>
              </a:spcAft>
            </a:pPr>
            <a:r>
              <a:rPr lang="en-GB" dirty="0"/>
              <a:t>Describe, exemplify and implement standard algorithms:</a:t>
            </a:r>
            <a:endParaRPr lang="en-GB" sz="2800" dirty="0"/>
          </a:p>
          <a:p>
            <a:pPr lvl="1">
              <a:spcAft>
                <a:spcPts val="1200"/>
              </a:spcAft>
            </a:pPr>
            <a:r>
              <a:rPr lang="en-GB" sz="2800" dirty="0"/>
              <a:t>bubble sort</a:t>
            </a:r>
          </a:p>
          <a:p>
            <a:pPr lvl="1">
              <a:spcAft>
                <a:spcPts val="1200"/>
              </a:spcAft>
            </a:pPr>
            <a:r>
              <a:rPr lang="en-GB" sz="2800" dirty="0"/>
              <a:t>insertion sort</a:t>
            </a:r>
          </a:p>
          <a:p>
            <a:pPr lvl="1">
              <a:spcAft>
                <a:spcPts val="1200"/>
              </a:spcAft>
            </a:pPr>
            <a:r>
              <a:rPr lang="en-GB" sz="2800" b="1" dirty="0"/>
              <a:t>binary search</a:t>
            </a:r>
          </a:p>
        </p:txBody>
      </p:sp>
    </p:spTree>
    <p:extLst>
      <p:ext uri="{BB962C8B-B14F-4D97-AF65-F5344CB8AC3E}">
        <p14:creationId xmlns:p14="http://schemas.microsoft.com/office/powerpoint/2010/main" val="41756458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B5ADB-1176-7271-DB1B-842B8E154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62A35-8444-352D-484E-CB7ACC45B800}"/>
              </a:ext>
            </a:extLst>
          </p:cNvPr>
          <p:cNvSpPr>
            <a:spLocks noGrp="1"/>
          </p:cNvSpPr>
          <p:nvPr>
            <p:ph type="title"/>
          </p:nvPr>
        </p:nvSpPr>
        <p:spPr>
          <a:xfrm>
            <a:off x="838200" y="278914"/>
            <a:ext cx="10515600" cy="1325563"/>
          </a:xfrm>
        </p:spPr>
        <p:txBody>
          <a:bodyPr/>
          <a:lstStyle/>
          <a:p>
            <a:r>
              <a:rPr lang="en-GB" dirty="0"/>
              <a:t>Binary Search</a:t>
            </a:r>
          </a:p>
        </p:txBody>
      </p:sp>
      <p:sp>
        <p:nvSpPr>
          <p:cNvPr id="3" name="Middle =">
            <a:extLst>
              <a:ext uri="{FF2B5EF4-FFF2-40B4-BE49-F238E27FC236}">
                <a16:creationId xmlns:a16="http://schemas.microsoft.com/office/drawing/2014/main" id="{6FFDD233-4C25-438E-92B3-B81ABA0277DB}"/>
              </a:ext>
            </a:extLst>
          </p:cNvPr>
          <p:cNvSpPr/>
          <p:nvPr/>
        </p:nvSpPr>
        <p:spPr>
          <a:xfrm>
            <a:off x="2432942" y="4739633"/>
            <a:ext cx="7322646" cy="1877437"/>
          </a:xfrm>
          <a:prstGeom prst="rect">
            <a:avLst/>
          </a:prstGeom>
        </p:spPr>
        <p:txBody>
          <a:bodyPr wrap="none">
            <a:spAutoFit/>
          </a:bodyPr>
          <a:lstStyle/>
          <a:p>
            <a:pPr marL="285750" indent="-285750">
              <a:spcAft>
                <a:spcPts val="1200"/>
              </a:spcAft>
              <a:buFont typeface="Arial" panose="020B0604020202020204" pitchFamily="34" charset="0"/>
              <a:buChar char="•"/>
            </a:pPr>
            <a:r>
              <a:rPr lang="en-GB" sz="3200" dirty="0"/>
              <a:t>Middle = (Start + End) / 2</a:t>
            </a:r>
          </a:p>
          <a:p>
            <a:pPr marL="285750" indent="-285750">
              <a:spcAft>
                <a:spcPts val="1200"/>
              </a:spcAft>
              <a:buFont typeface="Arial" panose="020B0604020202020204" pitchFamily="34" charset="0"/>
              <a:buChar char="•"/>
            </a:pPr>
            <a:r>
              <a:rPr lang="en-GB" sz="3200" dirty="0"/>
              <a:t>Middle value compared with target value</a:t>
            </a:r>
          </a:p>
          <a:p>
            <a:pPr marL="285750" indent="-285750">
              <a:spcAft>
                <a:spcPts val="1200"/>
              </a:spcAft>
              <a:buFont typeface="Arial" panose="020B0604020202020204" pitchFamily="34" charset="0"/>
              <a:buChar char="•"/>
            </a:pPr>
            <a:r>
              <a:rPr lang="en-GB" sz="3200" dirty="0"/>
              <a:t>Start or End changed to Middle ± 1</a:t>
            </a:r>
          </a:p>
        </p:txBody>
      </p:sp>
      <p:sp>
        <p:nvSpPr>
          <p:cNvPr id="26" name="Values already sorted">
            <a:extLst>
              <a:ext uri="{FF2B5EF4-FFF2-40B4-BE49-F238E27FC236}">
                <a16:creationId xmlns:a16="http://schemas.microsoft.com/office/drawing/2014/main" id="{A3AF31AC-0988-40B2-A3E3-AF55111E8959}"/>
              </a:ext>
            </a:extLst>
          </p:cNvPr>
          <p:cNvSpPr/>
          <p:nvPr/>
        </p:nvSpPr>
        <p:spPr>
          <a:xfrm>
            <a:off x="7962487" y="1342867"/>
            <a:ext cx="3391313" cy="523220"/>
          </a:xfrm>
          <a:prstGeom prst="rect">
            <a:avLst/>
          </a:prstGeom>
        </p:spPr>
        <p:txBody>
          <a:bodyPr wrap="none">
            <a:spAutoFit/>
          </a:bodyPr>
          <a:lstStyle/>
          <a:p>
            <a:pPr algn="r"/>
            <a:r>
              <a:rPr lang="en-GB" sz="2800" b="1" dirty="0">
                <a:solidFill>
                  <a:srgbClr val="7030A0"/>
                </a:solidFill>
              </a:rPr>
              <a:t>Values already sorted</a:t>
            </a:r>
          </a:p>
        </p:txBody>
      </p:sp>
      <p:sp>
        <p:nvSpPr>
          <p:cNvPr id="21" name="Target">
            <a:extLst>
              <a:ext uri="{FF2B5EF4-FFF2-40B4-BE49-F238E27FC236}">
                <a16:creationId xmlns:a16="http://schemas.microsoft.com/office/drawing/2014/main" id="{2796F581-AE5A-4481-9A12-3254A56C8A10}"/>
              </a:ext>
            </a:extLst>
          </p:cNvPr>
          <p:cNvSpPr/>
          <p:nvPr/>
        </p:nvSpPr>
        <p:spPr>
          <a:xfrm>
            <a:off x="960418" y="4216413"/>
            <a:ext cx="1892011" cy="523220"/>
          </a:xfrm>
          <a:prstGeom prst="rect">
            <a:avLst/>
          </a:prstGeom>
        </p:spPr>
        <p:txBody>
          <a:bodyPr wrap="square">
            <a:spAutoFit/>
          </a:bodyPr>
          <a:lstStyle/>
          <a:p>
            <a:pPr algn="ctr">
              <a:spcAft>
                <a:spcPts val="600"/>
              </a:spcAft>
            </a:pPr>
            <a:r>
              <a:rPr lang="en-GB" sz="2800" b="1" dirty="0">
                <a:solidFill>
                  <a:srgbClr val="7030A0"/>
                </a:solidFill>
              </a:rPr>
              <a:t>Target = 51</a:t>
            </a:r>
          </a:p>
        </p:txBody>
      </p:sp>
      <p:sp>
        <p:nvSpPr>
          <p:cNvPr id="17" name="Start 1">
            <a:extLst>
              <a:ext uri="{FF2B5EF4-FFF2-40B4-BE49-F238E27FC236}">
                <a16:creationId xmlns:a16="http://schemas.microsoft.com/office/drawing/2014/main" id="{72D8836E-A56D-4B4C-B1F2-7068DE144A6C}"/>
              </a:ext>
            </a:extLst>
          </p:cNvPr>
          <p:cNvSpPr/>
          <p:nvPr/>
        </p:nvSpPr>
        <p:spPr>
          <a:xfrm>
            <a:off x="2481219" y="2523023"/>
            <a:ext cx="912340" cy="523220"/>
          </a:xfrm>
          <a:prstGeom prst="rect">
            <a:avLst/>
          </a:prstGeom>
        </p:spPr>
        <p:txBody>
          <a:bodyPr wrap="square">
            <a:spAutoFit/>
          </a:bodyPr>
          <a:lstStyle/>
          <a:p>
            <a:pPr>
              <a:spcAft>
                <a:spcPts val="600"/>
              </a:spcAft>
            </a:pPr>
            <a:r>
              <a:rPr lang="en-GB" sz="2800" b="1" dirty="0">
                <a:solidFill>
                  <a:srgbClr val="7030A0"/>
                </a:solidFill>
              </a:rPr>
              <a:t>Start</a:t>
            </a:r>
          </a:p>
        </p:txBody>
      </p:sp>
      <p:sp>
        <p:nvSpPr>
          <p:cNvPr id="19" name="End 6">
            <a:extLst>
              <a:ext uri="{FF2B5EF4-FFF2-40B4-BE49-F238E27FC236}">
                <a16:creationId xmlns:a16="http://schemas.microsoft.com/office/drawing/2014/main" id="{492BB6DC-FB54-45DC-9594-6690B3E0CFBC}"/>
              </a:ext>
            </a:extLst>
          </p:cNvPr>
          <p:cNvSpPr/>
          <p:nvPr/>
        </p:nvSpPr>
        <p:spPr>
          <a:xfrm>
            <a:off x="10013800" y="2523023"/>
            <a:ext cx="912340" cy="523220"/>
          </a:xfrm>
          <a:prstGeom prst="rect">
            <a:avLst/>
          </a:prstGeom>
        </p:spPr>
        <p:txBody>
          <a:bodyPr wrap="square">
            <a:spAutoFit/>
          </a:bodyPr>
          <a:lstStyle/>
          <a:p>
            <a:pPr algn="ctr">
              <a:spcAft>
                <a:spcPts val="600"/>
              </a:spcAft>
            </a:pPr>
            <a:r>
              <a:rPr lang="en-GB" sz="2800" b="1" dirty="0">
                <a:solidFill>
                  <a:srgbClr val="7030A0"/>
                </a:solidFill>
              </a:rPr>
              <a:t>End</a:t>
            </a:r>
          </a:p>
        </p:txBody>
      </p:sp>
      <p:sp>
        <p:nvSpPr>
          <p:cNvPr id="20" name="Middle 3">
            <a:extLst>
              <a:ext uri="{FF2B5EF4-FFF2-40B4-BE49-F238E27FC236}">
                <a16:creationId xmlns:a16="http://schemas.microsoft.com/office/drawing/2014/main" id="{25E42847-F3CF-4FD5-85CF-4A86560F5ED5}"/>
              </a:ext>
            </a:extLst>
          </p:cNvPr>
          <p:cNvSpPr/>
          <p:nvPr/>
        </p:nvSpPr>
        <p:spPr>
          <a:xfrm>
            <a:off x="6104543" y="2523023"/>
            <a:ext cx="1250727" cy="523220"/>
          </a:xfrm>
          <a:prstGeom prst="rect">
            <a:avLst/>
          </a:prstGeom>
        </p:spPr>
        <p:txBody>
          <a:bodyPr wrap="square">
            <a:spAutoFit/>
          </a:bodyPr>
          <a:lstStyle/>
          <a:p>
            <a:pPr algn="ctr">
              <a:spcAft>
                <a:spcPts val="600"/>
              </a:spcAft>
            </a:pPr>
            <a:r>
              <a:rPr lang="en-GB" sz="2800" b="1" dirty="0">
                <a:solidFill>
                  <a:srgbClr val="7030A0"/>
                </a:solidFill>
              </a:rPr>
              <a:t>Middle</a:t>
            </a:r>
          </a:p>
        </p:txBody>
      </p:sp>
      <p:graphicFrame>
        <p:nvGraphicFramePr>
          <p:cNvPr id="8" name="Table 1 - Original">
            <a:extLst>
              <a:ext uri="{FF2B5EF4-FFF2-40B4-BE49-F238E27FC236}">
                <a16:creationId xmlns:a16="http://schemas.microsoft.com/office/drawing/2014/main" id="{15C64F76-2908-C640-93C6-1C1CD349C3CF}"/>
              </a:ext>
            </a:extLst>
          </p:cNvPr>
          <p:cNvGraphicFramePr>
            <a:graphicFrameLocks noGrp="1"/>
          </p:cNvGraphicFramePr>
          <p:nvPr>
            <p:extLst>
              <p:ext uri="{D42A27DB-BD31-4B8C-83A1-F6EECF244321}">
                <p14:modId xmlns:p14="http://schemas.microsoft.com/office/powerpoint/2010/main" val="3426343301"/>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graphicFrame>
        <p:nvGraphicFramePr>
          <p:cNvPr id="11" name="Table 2 - Start">
            <a:extLst>
              <a:ext uri="{FF2B5EF4-FFF2-40B4-BE49-F238E27FC236}">
                <a16:creationId xmlns:a16="http://schemas.microsoft.com/office/drawing/2014/main" id="{BE877BDE-E38F-4AD8-874A-B996A628EE8C}"/>
              </a:ext>
            </a:extLst>
          </p:cNvPr>
          <p:cNvGraphicFramePr>
            <a:graphicFrameLocks noGrp="1"/>
          </p:cNvGraphicFramePr>
          <p:nvPr>
            <p:extLst>
              <p:ext uri="{D42A27DB-BD31-4B8C-83A1-F6EECF244321}">
                <p14:modId xmlns:p14="http://schemas.microsoft.com/office/powerpoint/2010/main" val="119271079"/>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2" name="Table 3 - End">
            <a:extLst>
              <a:ext uri="{FF2B5EF4-FFF2-40B4-BE49-F238E27FC236}">
                <a16:creationId xmlns:a16="http://schemas.microsoft.com/office/drawing/2014/main" id="{F72B634A-1DA1-4296-84A5-B9ADDD4B3D2B}"/>
              </a:ext>
            </a:extLst>
          </p:cNvPr>
          <p:cNvGraphicFramePr>
            <a:graphicFrameLocks noGrp="1"/>
          </p:cNvGraphicFramePr>
          <p:nvPr>
            <p:extLst>
              <p:ext uri="{D42A27DB-BD31-4B8C-83A1-F6EECF244321}">
                <p14:modId xmlns:p14="http://schemas.microsoft.com/office/powerpoint/2010/main" val="237227133"/>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3" name="Table 4 - Middle">
            <a:extLst>
              <a:ext uri="{FF2B5EF4-FFF2-40B4-BE49-F238E27FC236}">
                <a16:creationId xmlns:a16="http://schemas.microsoft.com/office/drawing/2014/main" id="{95B51599-7E48-4BED-B2BE-6FB94B5F2F1D}"/>
              </a:ext>
            </a:extLst>
          </p:cNvPr>
          <p:cNvGraphicFramePr>
            <a:graphicFrameLocks noGrp="1"/>
          </p:cNvGraphicFramePr>
          <p:nvPr>
            <p:extLst>
              <p:ext uri="{D42A27DB-BD31-4B8C-83A1-F6EECF244321}">
                <p14:modId xmlns:p14="http://schemas.microsoft.com/office/powerpoint/2010/main" val="280206211"/>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5" name="Table 5 - False">
            <a:extLst>
              <a:ext uri="{FF2B5EF4-FFF2-40B4-BE49-F238E27FC236}">
                <a16:creationId xmlns:a16="http://schemas.microsoft.com/office/drawing/2014/main" id="{F43C32A7-50A6-4847-88F7-047D9B682315}"/>
              </a:ext>
            </a:extLst>
          </p:cNvPr>
          <p:cNvGraphicFramePr>
            <a:graphicFrameLocks noGrp="1"/>
          </p:cNvGraphicFramePr>
          <p:nvPr>
            <p:extLst>
              <p:ext uri="{D42A27DB-BD31-4B8C-83A1-F6EECF244321}">
                <p14:modId xmlns:p14="http://schemas.microsoft.com/office/powerpoint/2010/main" val="2801995546"/>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16" name="Table 6 - Start">
            <a:extLst>
              <a:ext uri="{FF2B5EF4-FFF2-40B4-BE49-F238E27FC236}">
                <a16:creationId xmlns:a16="http://schemas.microsoft.com/office/drawing/2014/main" id="{5B92BF09-378B-4142-8DD3-5D48FB1C4C61}"/>
              </a:ext>
            </a:extLst>
          </p:cNvPr>
          <p:cNvGraphicFramePr>
            <a:graphicFrameLocks noGrp="1"/>
          </p:cNvGraphicFramePr>
          <p:nvPr>
            <p:extLst>
              <p:ext uri="{D42A27DB-BD31-4B8C-83A1-F6EECF244321}">
                <p14:modId xmlns:p14="http://schemas.microsoft.com/office/powerpoint/2010/main" val="930518006"/>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sp>
        <p:nvSpPr>
          <p:cNvPr id="29" name="Start 4">
            <a:extLst>
              <a:ext uri="{FF2B5EF4-FFF2-40B4-BE49-F238E27FC236}">
                <a16:creationId xmlns:a16="http://schemas.microsoft.com/office/drawing/2014/main" id="{14D0CD86-B710-49E3-95F2-112C5F77D402}"/>
              </a:ext>
            </a:extLst>
          </p:cNvPr>
          <p:cNvSpPr/>
          <p:nvPr/>
        </p:nvSpPr>
        <p:spPr>
          <a:xfrm>
            <a:off x="7498513" y="2523023"/>
            <a:ext cx="912340" cy="523220"/>
          </a:xfrm>
          <a:prstGeom prst="rect">
            <a:avLst/>
          </a:prstGeom>
        </p:spPr>
        <p:txBody>
          <a:bodyPr wrap="square">
            <a:spAutoFit/>
          </a:bodyPr>
          <a:lstStyle/>
          <a:p>
            <a:pPr>
              <a:spcAft>
                <a:spcPts val="600"/>
              </a:spcAft>
            </a:pPr>
            <a:r>
              <a:rPr lang="en-GB" sz="2800" b="1" dirty="0">
                <a:solidFill>
                  <a:srgbClr val="7030A0"/>
                </a:solidFill>
              </a:rPr>
              <a:t>Start</a:t>
            </a:r>
          </a:p>
        </p:txBody>
      </p:sp>
      <p:graphicFrame>
        <p:nvGraphicFramePr>
          <p:cNvPr id="18" name="Table 7 - Middle">
            <a:extLst>
              <a:ext uri="{FF2B5EF4-FFF2-40B4-BE49-F238E27FC236}">
                <a16:creationId xmlns:a16="http://schemas.microsoft.com/office/drawing/2014/main" id="{D30B3795-1D7E-41DE-964B-FDB727399068}"/>
              </a:ext>
            </a:extLst>
          </p:cNvPr>
          <p:cNvGraphicFramePr>
            <a:graphicFrameLocks noGrp="1"/>
          </p:cNvGraphicFramePr>
          <p:nvPr>
            <p:extLst>
              <p:ext uri="{D42A27DB-BD31-4B8C-83A1-F6EECF244321}">
                <p14:modId xmlns:p14="http://schemas.microsoft.com/office/powerpoint/2010/main" val="3978544265"/>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sp>
        <p:nvSpPr>
          <p:cNvPr id="30" name="Middle 5">
            <a:extLst>
              <a:ext uri="{FF2B5EF4-FFF2-40B4-BE49-F238E27FC236}">
                <a16:creationId xmlns:a16="http://schemas.microsoft.com/office/drawing/2014/main" id="{2F4CAD13-C3C6-4667-81FD-801EAF386ED2}"/>
              </a:ext>
            </a:extLst>
          </p:cNvPr>
          <p:cNvSpPr/>
          <p:nvPr/>
        </p:nvSpPr>
        <p:spPr>
          <a:xfrm>
            <a:off x="8595936" y="2523023"/>
            <a:ext cx="1250727" cy="523220"/>
          </a:xfrm>
          <a:prstGeom prst="rect">
            <a:avLst/>
          </a:prstGeom>
        </p:spPr>
        <p:txBody>
          <a:bodyPr wrap="square">
            <a:spAutoFit/>
          </a:bodyPr>
          <a:lstStyle/>
          <a:p>
            <a:pPr algn="ctr">
              <a:spcAft>
                <a:spcPts val="600"/>
              </a:spcAft>
            </a:pPr>
            <a:r>
              <a:rPr lang="en-GB" sz="2800" b="1" dirty="0">
                <a:solidFill>
                  <a:srgbClr val="7030A0"/>
                </a:solidFill>
              </a:rPr>
              <a:t>Middle</a:t>
            </a:r>
          </a:p>
        </p:txBody>
      </p:sp>
      <p:graphicFrame>
        <p:nvGraphicFramePr>
          <p:cNvPr id="22" name="Table 8 - False">
            <a:extLst>
              <a:ext uri="{FF2B5EF4-FFF2-40B4-BE49-F238E27FC236}">
                <a16:creationId xmlns:a16="http://schemas.microsoft.com/office/drawing/2014/main" id="{222C94DD-1BF6-49B1-B056-8C5BE6E6EABF}"/>
              </a:ext>
            </a:extLst>
          </p:cNvPr>
          <p:cNvGraphicFramePr>
            <a:graphicFrameLocks noGrp="1"/>
          </p:cNvGraphicFramePr>
          <p:nvPr>
            <p:extLst>
              <p:ext uri="{D42A27DB-BD31-4B8C-83A1-F6EECF244321}">
                <p14:modId xmlns:p14="http://schemas.microsoft.com/office/powerpoint/2010/main" val="1309780193"/>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23" name="Table 9 - Start &amp; End">
            <a:extLst>
              <a:ext uri="{FF2B5EF4-FFF2-40B4-BE49-F238E27FC236}">
                <a16:creationId xmlns:a16="http://schemas.microsoft.com/office/drawing/2014/main" id="{A7E9F4C8-239B-49B8-8471-248D0115F0BF}"/>
              </a:ext>
            </a:extLst>
          </p:cNvPr>
          <p:cNvGraphicFramePr>
            <a:graphicFrameLocks noGrp="1"/>
          </p:cNvGraphicFramePr>
          <p:nvPr>
            <p:extLst>
              <p:ext uri="{D42A27DB-BD31-4B8C-83A1-F6EECF244321}">
                <p14:modId xmlns:p14="http://schemas.microsoft.com/office/powerpoint/2010/main" val="891142474"/>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24" name="Table 10 - Middle">
            <a:extLst>
              <a:ext uri="{FF2B5EF4-FFF2-40B4-BE49-F238E27FC236}">
                <a16:creationId xmlns:a16="http://schemas.microsoft.com/office/drawing/2014/main" id="{2794626C-11E5-4BA2-83DF-3C6396C85285}"/>
              </a:ext>
            </a:extLst>
          </p:cNvPr>
          <p:cNvGraphicFramePr>
            <a:graphicFrameLocks noGrp="1"/>
          </p:cNvGraphicFramePr>
          <p:nvPr>
            <p:extLst>
              <p:ext uri="{D42A27DB-BD31-4B8C-83A1-F6EECF244321}">
                <p14:modId xmlns:p14="http://schemas.microsoft.com/office/powerpoint/2010/main" val="3369520284"/>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graphicFrame>
        <p:nvGraphicFramePr>
          <p:cNvPr id="25" name="Table 11 - True">
            <a:extLst>
              <a:ext uri="{FF2B5EF4-FFF2-40B4-BE49-F238E27FC236}">
                <a16:creationId xmlns:a16="http://schemas.microsoft.com/office/drawing/2014/main" id="{D2782DCC-250D-4E63-B23F-DDA3A5C37C0C}"/>
              </a:ext>
            </a:extLst>
          </p:cNvPr>
          <p:cNvGraphicFramePr>
            <a:graphicFrameLocks noGrp="1"/>
          </p:cNvGraphicFramePr>
          <p:nvPr>
            <p:extLst>
              <p:ext uri="{D42A27DB-BD31-4B8C-83A1-F6EECF244321}">
                <p14:modId xmlns:p14="http://schemas.microsoft.com/office/powerpoint/2010/main" val="2898008178"/>
              </p:ext>
            </p:extLst>
          </p:nvPr>
        </p:nvGraphicFramePr>
        <p:xfrm>
          <a:off x="1072265" y="3054339"/>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8254128"/>
                  </a:ext>
                </a:extLst>
              </a:tr>
              <a:tr h="300375">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304019"/>
                  </a:ext>
                </a:extLst>
              </a:tr>
            </a:tbl>
          </a:graphicData>
        </a:graphic>
      </p:graphicFrame>
      <p:sp>
        <p:nvSpPr>
          <p:cNvPr id="27" name="Start &amp; End 4">
            <a:extLst>
              <a:ext uri="{FF2B5EF4-FFF2-40B4-BE49-F238E27FC236}">
                <a16:creationId xmlns:a16="http://schemas.microsoft.com/office/drawing/2014/main" id="{203D538F-6F72-4AD5-865B-2F53CF95807D}"/>
              </a:ext>
            </a:extLst>
          </p:cNvPr>
          <p:cNvSpPr/>
          <p:nvPr/>
        </p:nvSpPr>
        <p:spPr>
          <a:xfrm>
            <a:off x="7026872" y="2523023"/>
            <a:ext cx="1892011" cy="523220"/>
          </a:xfrm>
          <a:prstGeom prst="rect">
            <a:avLst/>
          </a:prstGeom>
        </p:spPr>
        <p:txBody>
          <a:bodyPr wrap="square">
            <a:spAutoFit/>
          </a:bodyPr>
          <a:lstStyle/>
          <a:p>
            <a:pPr algn="ctr">
              <a:spcAft>
                <a:spcPts val="600"/>
              </a:spcAft>
            </a:pPr>
            <a:r>
              <a:rPr lang="en-GB" sz="2800" b="1" dirty="0">
                <a:solidFill>
                  <a:srgbClr val="7030A0"/>
                </a:solidFill>
              </a:rPr>
              <a:t>Start &amp; End</a:t>
            </a:r>
          </a:p>
        </p:txBody>
      </p:sp>
      <p:sp>
        <p:nvSpPr>
          <p:cNvPr id="28" name="Middle 4">
            <a:extLst>
              <a:ext uri="{FF2B5EF4-FFF2-40B4-BE49-F238E27FC236}">
                <a16:creationId xmlns:a16="http://schemas.microsoft.com/office/drawing/2014/main" id="{52E0C4F2-7DAC-4CFD-BA19-DA3DA5DBB4C2}"/>
              </a:ext>
            </a:extLst>
          </p:cNvPr>
          <p:cNvSpPr/>
          <p:nvPr/>
        </p:nvSpPr>
        <p:spPr>
          <a:xfrm>
            <a:off x="7347356" y="2523023"/>
            <a:ext cx="1250727" cy="523220"/>
          </a:xfrm>
          <a:prstGeom prst="rect">
            <a:avLst/>
          </a:prstGeom>
        </p:spPr>
        <p:txBody>
          <a:bodyPr wrap="square">
            <a:spAutoFit/>
          </a:bodyPr>
          <a:lstStyle/>
          <a:p>
            <a:pPr algn="ctr">
              <a:spcAft>
                <a:spcPts val="600"/>
              </a:spcAft>
            </a:pPr>
            <a:r>
              <a:rPr lang="en-GB" sz="2800" b="1" dirty="0">
                <a:solidFill>
                  <a:srgbClr val="7030A0"/>
                </a:solidFill>
              </a:rPr>
              <a:t>Middle</a:t>
            </a:r>
          </a:p>
        </p:txBody>
      </p:sp>
    </p:spTree>
    <p:extLst>
      <p:ext uri="{BB962C8B-B14F-4D97-AF65-F5344CB8AC3E}">
        <p14:creationId xmlns:p14="http://schemas.microsoft.com/office/powerpoint/2010/main" val="152001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1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10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wipe(left)">
                                      <p:cBhvr>
                                        <p:cTn id="38" dur="1500"/>
                                        <p:tgtEl>
                                          <p:spTgt spid="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animEffect transition="in" filter="wipe(left)">
                                      <p:cBhvr>
                                        <p:cTn id="51" dur="1500"/>
                                        <p:tgtEl>
                                          <p:spTgt spid="3">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
                                            <p:txEl>
                                              <p:pRg st="2" end="2"/>
                                            </p:txEl>
                                          </p:spTgt>
                                        </p:tgtEl>
                                        <p:attrNameLst>
                                          <p:attrName>style.visibility</p:attrName>
                                        </p:attrNameLst>
                                      </p:cBhvr>
                                      <p:to>
                                        <p:strVal val="visible"/>
                                      </p:to>
                                    </p:set>
                                    <p:animEffect transition="in" filter="wipe(left)">
                                      <p:cBhvr>
                                        <p:cTn id="61" dur="1500"/>
                                        <p:tgtEl>
                                          <p:spTgt spid="3">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500"/>
                                        <p:tgtEl>
                                          <p:spTgt spid="16"/>
                                        </p:tgtEl>
                                      </p:cBhvr>
                                    </p:animEffect>
                                  </p:childTnLst>
                                </p:cTn>
                              </p:par>
                              <p:par>
                                <p:cTn id="67" presetID="22" presetClass="exit" presetSubtype="8" fill="hold" grpId="1" nodeType="withEffect">
                                  <p:stCondLst>
                                    <p:cond delay="0"/>
                                  </p:stCondLst>
                                  <p:childTnLst>
                                    <p:animEffect transition="out" filter="wipe(left)">
                                      <p:cBhvr>
                                        <p:cTn id="68" dur="500"/>
                                        <p:tgtEl>
                                          <p:spTgt spid="17"/>
                                        </p:tgtEl>
                                      </p:cBhvr>
                                    </p:animEffect>
                                    <p:set>
                                      <p:cBhvr>
                                        <p:cTn id="69" dur="1" fill="hold">
                                          <p:stCondLst>
                                            <p:cond delay="499"/>
                                          </p:stCondLst>
                                        </p:cTn>
                                        <p:tgtEl>
                                          <p:spTgt spid="17"/>
                                        </p:tgtEl>
                                        <p:attrNameLst>
                                          <p:attrName>style.visibility</p:attrName>
                                        </p:attrNameLst>
                                      </p:cBhvr>
                                      <p:to>
                                        <p:strVal val="hidden"/>
                                      </p:to>
                                    </p:set>
                                  </p:childTnLst>
                                </p:cTn>
                              </p:par>
                              <p:par>
                                <p:cTn id="70" presetID="22" presetClass="exit" presetSubtype="8" fill="hold" grpId="1" nodeType="withEffect">
                                  <p:stCondLst>
                                    <p:cond delay="0"/>
                                  </p:stCondLst>
                                  <p:childTnLst>
                                    <p:animEffect transition="out" filter="wipe(left)">
                                      <p:cBhvr>
                                        <p:cTn id="71" dur="500"/>
                                        <p:tgtEl>
                                          <p:spTgt spid="20"/>
                                        </p:tgtEl>
                                      </p:cBhvr>
                                    </p:animEffect>
                                    <p:set>
                                      <p:cBhvr>
                                        <p:cTn id="72" dur="1" fill="hold">
                                          <p:stCondLst>
                                            <p:cond delay="499"/>
                                          </p:stCondLst>
                                        </p:cTn>
                                        <p:tgtEl>
                                          <p:spTgt spid="20"/>
                                        </p:tgtEl>
                                        <p:attrNameLst>
                                          <p:attrName>style.visibility</p:attrName>
                                        </p:attrNameLst>
                                      </p:cBhvr>
                                      <p:to>
                                        <p:strVal val="hidden"/>
                                      </p:to>
                                    </p:set>
                                  </p:childTnLst>
                                </p:cTn>
                              </p:par>
                              <p:par>
                                <p:cTn id="73" presetID="22" presetClass="entr" presetSubtype="8"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left)">
                                      <p:cBhvr>
                                        <p:cTn id="75" dur="500"/>
                                        <p:tgtEl>
                                          <p:spTgt spid="2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500"/>
                                        <p:tgtEl>
                                          <p:spTgt spid="18"/>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wipe(left)">
                                      <p:cBhvr>
                                        <p:cTn id="83" dur="500"/>
                                        <p:tgtEl>
                                          <p:spTgt spid="3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500"/>
                                        <p:tgtEl>
                                          <p:spTgt spid="23"/>
                                        </p:tgtEl>
                                      </p:cBhvr>
                                    </p:animEffect>
                                  </p:childTnLst>
                                </p:cTn>
                              </p:par>
                              <p:par>
                                <p:cTn id="94" presetID="22" presetClass="exit" presetSubtype="8" fill="hold" grpId="1" nodeType="withEffect">
                                  <p:stCondLst>
                                    <p:cond delay="0"/>
                                  </p:stCondLst>
                                  <p:childTnLst>
                                    <p:animEffect transition="out" filter="wipe(left)">
                                      <p:cBhvr>
                                        <p:cTn id="95" dur="500"/>
                                        <p:tgtEl>
                                          <p:spTgt spid="19"/>
                                        </p:tgtEl>
                                      </p:cBhvr>
                                    </p:animEffect>
                                    <p:set>
                                      <p:cBhvr>
                                        <p:cTn id="96" dur="1" fill="hold">
                                          <p:stCondLst>
                                            <p:cond delay="499"/>
                                          </p:stCondLst>
                                        </p:cTn>
                                        <p:tgtEl>
                                          <p:spTgt spid="19"/>
                                        </p:tgtEl>
                                        <p:attrNameLst>
                                          <p:attrName>style.visibility</p:attrName>
                                        </p:attrNameLst>
                                      </p:cBhvr>
                                      <p:to>
                                        <p:strVal val="hidden"/>
                                      </p:to>
                                    </p:set>
                                  </p:childTnLst>
                                </p:cTn>
                              </p:par>
                              <p:par>
                                <p:cTn id="97" presetID="22" presetClass="exit" presetSubtype="8" fill="hold" grpId="1" nodeType="withEffect">
                                  <p:stCondLst>
                                    <p:cond delay="0"/>
                                  </p:stCondLst>
                                  <p:childTnLst>
                                    <p:animEffect transition="out" filter="wipe(left)">
                                      <p:cBhvr>
                                        <p:cTn id="98" dur="500"/>
                                        <p:tgtEl>
                                          <p:spTgt spid="30"/>
                                        </p:tgtEl>
                                      </p:cBhvr>
                                    </p:animEffect>
                                    <p:set>
                                      <p:cBhvr>
                                        <p:cTn id="99" dur="1" fill="hold">
                                          <p:stCondLst>
                                            <p:cond delay="499"/>
                                          </p:stCondLst>
                                        </p:cTn>
                                        <p:tgtEl>
                                          <p:spTgt spid="30"/>
                                        </p:tgtEl>
                                        <p:attrNameLst>
                                          <p:attrName>style.visibility</p:attrName>
                                        </p:attrNameLst>
                                      </p:cBhvr>
                                      <p:to>
                                        <p:strVal val="hidden"/>
                                      </p:to>
                                    </p:set>
                                  </p:childTnLst>
                                </p:cTn>
                              </p:par>
                              <p:par>
                                <p:cTn id="100" presetID="22" presetClass="exit" presetSubtype="8" fill="hold" grpId="1" nodeType="withEffect">
                                  <p:stCondLst>
                                    <p:cond delay="0"/>
                                  </p:stCondLst>
                                  <p:childTnLst>
                                    <p:animEffect transition="out" filter="wipe(left)">
                                      <p:cBhvr>
                                        <p:cTn id="101" dur="500"/>
                                        <p:tgtEl>
                                          <p:spTgt spid="29"/>
                                        </p:tgtEl>
                                      </p:cBhvr>
                                    </p:animEffect>
                                    <p:set>
                                      <p:cBhvr>
                                        <p:cTn id="102" dur="1" fill="hold">
                                          <p:stCondLst>
                                            <p:cond delay="499"/>
                                          </p:stCondLst>
                                        </p:cTn>
                                        <p:tgtEl>
                                          <p:spTgt spid="29"/>
                                        </p:tgtEl>
                                        <p:attrNameLst>
                                          <p:attrName>style.visibility</p:attrName>
                                        </p:attrNameLst>
                                      </p:cBhvr>
                                      <p:to>
                                        <p:strVal val="hidden"/>
                                      </p:to>
                                    </p:set>
                                  </p:childTnLst>
                                </p:cTn>
                              </p:par>
                              <p:par>
                                <p:cTn id="103" presetID="22" presetClass="entr" presetSubtype="8"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wipe(left)">
                                      <p:cBhvr>
                                        <p:cTn id="105" dur="1000"/>
                                        <p:tgtEl>
                                          <p:spTgt spid="27"/>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00"/>
                                        <p:tgtEl>
                                          <p:spTgt spid="24"/>
                                        </p:tgtEl>
                                      </p:cBhvr>
                                    </p:animEffect>
                                  </p:childTnLst>
                                </p:cTn>
                              </p:par>
                              <p:par>
                                <p:cTn id="111" presetID="22" presetClass="exit" presetSubtype="8" fill="hold" grpId="1" nodeType="withEffect">
                                  <p:stCondLst>
                                    <p:cond delay="0"/>
                                  </p:stCondLst>
                                  <p:childTnLst>
                                    <p:animEffect transition="out" filter="wipe(left)">
                                      <p:cBhvr>
                                        <p:cTn id="112" dur="1000"/>
                                        <p:tgtEl>
                                          <p:spTgt spid="27"/>
                                        </p:tgtEl>
                                      </p:cBhvr>
                                    </p:animEffect>
                                    <p:set>
                                      <p:cBhvr>
                                        <p:cTn id="113" dur="1" fill="hold">
                                          <p:stCondLst>
                                            <p:cond delay="999"/>
                                          </p:stCondLst>
                                        </p:cTn>
                                        <p:tgtEl>
                                          <p:spTgt spid="27"/>
                                        </p:tgtEl>
                                        <p:attrNameLst>
                                          <p:attrName>style.visibility</p:attrName>
                                        </p:attrNameLst>
                                      </p:cBhvr>
                                      <p:to>
                                        <p:strVal val="hidden"/>
                                      </p:to>
                                    </p:set>
                                  </p:childTnLst>
                                </p:cTn>
                              </p:par>
                              <p:par>
                                <p:cTn id="114" presetID="22" presetClass="entr" presetSubtype="8" fill="hold" grpId="0" nodeType="withEffect">
                                  <p:stCondLst>
                                    <p:cond delay="0"/>
                                  </p:stCondLst>
                                  <p:childTnLst>
                                    <p:set>
                                      <p:cBhvr>
                                        <p:cTn id="115" dur="1" fill="hold">
                                          <p:stCondLst>
                                            <p:cond delay="0"/>
                                          </p:stCondLst>
                                        </p:cTn>
                                        <p:tgtEl>
                                          <p:spTgt spid="28"/>
                                        </p:tgtEl>
                                        <p:attrNameLst>
                                          <p:attrName>style.visibility</p:attrName>
                                        </p:attrNameLst>
                                      </p:cBhvr>
                                      <p:to>
                                        <p:strVal val="visible"/>
                                      </p:to>
                                    </p:set>
                                    <p:animEffect transition="in" filter="wipe(left)">
                                      <p:cBhvr>
                                        <p:cTn id="116" dur="500"/>
                                        <p:tgtEl>
                                          <p:spTgt spid="28"/>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6" grpId="0"/>
      <p:bldP spid="21" grpId="0"/>
      <p:bldP spid="17" grpId="0"/>
      <p:bldP spid="17" grpId="1"/>
      <p:bldP spid="19" grpId="0"/>
      <p:bldP spid="19" grpId="1"/>
      <p:bldP spid="20" grpId="0"/>
      <p:bldP spid="20" grpId="1"/>
      <p:bldP spid="29" grpId="0"/>
      <p:bldP spid="29" grpId="1"/>
      <p:bldP spid="30" grpId="0"/>
      <p:bldP spid="30" grpId="1"/>
      <p:bldP spid="27" grpId="0"/>
      <p:bldP spid="27" grpId="1"/>
      <p:bldP spid="28"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6D1F72-160A-3222-9942-51A2A51926DC}"/>
            </a:ext>
          </a:extLst>
        </p:cNvPr>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E2473FD1-75B6-4A61-B3FC-5EFBB71209C8}"/>
              </a:ext>
            </a:extLst>
          </p:cNvPr>
          <p:cNvGraphicFramePr>
            <a:graphicFrameLocks noGrp="1"/>
          </p:cNvGraphicFramePr>
          <p:nvPr>
            <p:extLst>
              <p:ext uri="{D42A27DB-BD31-4B8C-83A1-F6EECF244321}">
                <p14:modId xmlns:p14="http://schemas.microsoft.com/office/powerpoint/2010/main" val="3106476565"/>
              </p:ext>
            </p:extLst>
          </p:nvPr>
        </p:nvGraphicFramePr>
        <p:xfrm>
          <a:off x="1074000" y="3226604"/>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GB" sz="32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graphicFrame>
        <p:nvGraphicFramePr>
          <p:cNvPr id="16" name="Table 15">
            <a:extLst>
              <a:ext uri="{FF2B5EF4-FFF2-40B4-BE49-F238E27FC236}">
                <a16:creationId xmlns:a16="http://schemas.microsoft.com/office/drawing/2014/main" id="{D285B714-2947-4677-9B2E-DE1394DB2436}"/>
              </a:ext>
            </a:extLst>
          </p:cNvPr>
          <p:cNvGraphicFramePr>
            <a:graphicFrameLocks noGrp="1"/>
          </p:cNvGraphicFramePr>
          <p:nvPr>
            <p:extLst>
              <p:ext uri="{D42A27DB-BD31-4B8C-83A1-F6EECF244321}">
                <p14:modId xmlns:p14="http://schemas.microsoft.com/office/powerpoint/2010/main" val="3826413223"/>
              </p:ext>
            </p:extLst>
          </p:nvPr>
        </p:nvGraphicFramePr>
        <p:xfrm>
          <a:off x="1074000" y="1617096"/>
          <a:ext cx="10044000" cy="1158240"/>
        </p:xfrm>
        <a:graphic>
          <a:graphicData uri="http://schemas.openxmlformats.org/drawingml/2006/table">
            <a:tbl>
              <a:tblPr>
                <a:tableStyleId>{5C22544A-7EE6-4342-B048-85BDC9FD1C3A}</a:tableStyleId>
              </a:tblPr>
              <a:tblGrid>
                <a:gridCol w="1255500">
                  <a:extLst>
                    <a:ext uri="{9D8B030D-6E8A-4147-A177-3AD203B41FA5}">
                      <a16:colId xmlns:a16="http://schemas.microsoft.com/office/drawing/2014/main" val="1989989112"/>
                    </a:ext>
                  </a:extLst>
                </a:gridCol>
                <a:gridCol w="1255500">
                  <a:extLst>
                    <a:ext uri="{9D8B030D-6E8A-4147-A177-3AD203B41FA5}">
                      <a16:colId xmlns:a16="http://schemas.microsoft.com/office/drawing/2014/main" val="1119387118"/>
                    </a:ext>
                  </a:extLst>
                </a:gridCol>
                <a:gridCol w="1255500">
                  <a:extLst>
                    <a:ext uri="{9D8B030D-6E8A-4147-A177-3AD203B41FA5}">
                      <a16:colId xmlns:a16="http://schemas.microsoft.com/office/drawing/2014/main" val="2626481109"/>
                    </a:ext>
                  </a:extLst>
                </a:gridCol>
                <a:gridCol w="1255500">
                  <a:extLst>
                    <a:ext uri="{9D8B030D-6E8A-4147-A177-3AD203B41FA5}">
                      <a16:colId xmlns:a16="http://schemas.microsoft.com/office/drawing/2014/main" val="2935489040"/>
                    </a:ext>
                  </a:extLst>
                </a:gridCol>
                <a:gridCol w="1255500">
                  <a:extLst>
                    <a:ext uri="{9D8B030D-6E8A-4147-A177-3AD203B41FA5}">
                      <a16:colId xmlns:a16="http://schemas.microsoft.com/office/drawing/2014/main" val="644517473"/>
                    </a:ext>
                  </a:extLst>
                </a:gridCol>
                <a:gridCol w="1255500">
                  <a:extLst>
                    <a:ext uri="{9D8B030D-6E8A-4147-A177-3AD203B41FA5}">
                      <a16:colId xmlns:a16="http://schemas.microsoft.com/office/drawing/2014/main" val="1280665356"/>
                    </a:ext>
                  </a:extLst>
                </a:gridCol>
                <a:gridCol w="1255500">
                  <a:extLst>
                    <a:ext uri="{9D8B030D-6E8A-4147-A177-3AD203B41FA5}">
                      <a16:colId xmlns:a16="http://schemas.microsoft.com/office/drawing/2014/main" val="2510955515"/>
                    </a:ext>
                  </a:extLst>
                </a:gridCol>
                <a:gridCol w="1255500">
                  <a:extLst>
                    <a:ext uri="{9D8B030D-6E8A-4147-A177-3AD203B41FA5}">
                      <a16:colId xmlns:a16="http://schemas.microsoft.com/office/drawing/2014/main" val="2142991677"/>
                    </a:ext>
                  </a:extLst>
                </a:gridCol>
              </a:tblGrid>
              <a:tr h="540000">
                <a:tc>
                  <a:txBody>
                    <a:bodyPr/>
                    <a:lstStyle/>
                    <a:p>
                      <a:pPr algn="ctr"/>
                      <a:r>
                        <a:rPr lang="en-GB" sz="3200" dirty="0"/>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tc>
                  <a:txBody>
                    <a:bodyPr/>
                    <a:lstStyle/>
                    <a:p>
                      <a:pPr algn="ctr"/>
                      <a:r>
                        <a:rPr lang="en-GB" sz="32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GB" sz="32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GB" sz="32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CAAAA"/>
                    </a:solidFill>
                  </a:tcPr>
                </a:tc>
                <a:extLst>
                  <a:ext uri="{0D108BD9-81ED-4DB2-BD59-A6C34878D82A}">
                    <a16:rowId xmlns:a16="http://schemas.microsoft.com/office/drawing/2014/main" val="778254128"/>
                  </a:ext>
                </a:extLst>
              </a:tr>
              <a:tr h="300375">
                <a:tc>
                  <a:txBody>
                    <a:bodyPr/>
                    <a:lstStyle/>
                    <a:p>
                      <a:pPr algn="ctr"/>
                      <a:r>
                        <a:rPr lang="en-GB" sz="3200" dirty="0"/>
                        <a:t>Values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GB" sz="3200" dirty="0"/>
                        <a:t>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4210304019"/>
                  </a:ext>
                </a:extLst>
              </a:tr>
            </a:tbl>
          </a:graphicData>
        </a:graphic>
      </p:graphicFrame>
      <p:sp>
        <p:nvSpPr>
          <p:cNvPr id="2" name="Title 1">
            <a:extLst>
              <a:ext uri="{FF2B5EF4-FFF2-40B4-BE49-F238E27FC236}">
                <a16:creationId xmlns:a16="http://schemas.microsoft.com/office/drawing/2014/main" id="{0C4156B6-C758-1D26-23DF-527ACE431530}"/>
              </a:ext>
            </a:extLst>
          </p:cNvPr>
          <p:cNvSpPr>
            <a:spLocks noGrp="1"/>
          </p:cNvSpPr>
          <p:nvPr>
            <p:ph type="title"/>
          </p:nvPr>
        </p:nvSpPr>
        <p:spPr>
          <a:xfrm>
            <a:off x="838200" y="278914"/>
            <a:ext cx="10515600" cy="1325563"/>
          </a:xfrm>
        </p:spPr>
        <p:txBody>
          <a:bodyPr/>
          <a:lstStyle/>
          <a:p>
            <a:r>
              <a:rPr lang="en-GB" dirty="0"/>
              <a:t>Binary Search</a:t>
            </a:r>
          </a:p>
        </p:txBody>
      </p:sp>
      <p:sp>
        <p:nvSpPr>
          <p:cNvPr id="13" name="Rectangle 12">
            <a:extLst>
              <a:ext uri="{FF2B5EF4-FFF2-40B4-BE49-F238E27FC236}">
                <a16:creationId xmlns:a16="http://schemas.microsoft.com/office/drawing/2014/main" id="{5BC263F3-3776-C73E-D9E3-7F3E2504AD1D}"/>
              </a:ext>
            </a:extLst>
          </p:cNvPr>
          <p:cNvSpPr/>
          <p:nvPr/>
        </p:nvSpPr>
        <p:spPr>
          <a:xfrm>
            <a:off x="403122" y="1934606"/>
            <a:ext cx="670877" cy="523220"/>
          </a:xfrm>
          <a:prstGeom prst="rect">
            <a:avLst/>
          </a:prstGeom>
        </p:spPr>
        <p:txBody>
          <a:bodyPr wrap="square">
            <a:spAutoFit/>
          </a:bodyPr>
          <a:lstStyle/>
          <a:p>
            <a:pPr algn="r">
              <a:spcAft>
                <a:spcPts val="600"/>
              </a:spcAft>
            </a:pPr>
            <a:r>
              <a:rPr lang="en-GB" sz="2800" b="1" dirty="0">
                <a:solidFill>
                  <a:srgbClr val="7030A0"/>
                </a:solidFill>
              </a:rPr>
              <a:t>1st</a:t>
            </a:r>
            <a:endParaRPr lang="en-GB" dirty="0">
              <a:solidFill>
                <a:srgbClr val="7030A0"/>
              </a:solidFill>
            </a:endParaRPr>
          </a:p>
        </p:txBody>
      </p:sp>
      <p:sp>
        <p:nvSpPr>
          <p:cNvPr id="15" name="Rectangle 14">
            <a:extLst>
              <a:ext uri="{FF2B5EF4-FFF2-40B4-BE49-F238E27FC236}">
                <a16:creationId xmlns:a16="http://schemas.microsoft.com/office/drawing/2014/main" id="{92E9566B-43BD-367B-308A-CA485931E54E}"/>
              </a:ext>
            </a:extLst>
          </p:cNvPr>
          <p:cNvSpPr/>
          <p:nvPr/>
        </p:nvSpPr>
        <p:spPr>
          <a:xfrm>
            <a:off x="363341" y="3544114"/>
            <a:ext cx="750440" cy="523220"/>
          </a:xfrm>
          <a:prstGeom prst="rect">
            <a:avLst/>
          </a:prstGeom>
        </p:spPr>
        <p:txBody>
          <a:bodyPr wrap="square">
            <a:spAutoFit/>
          </a:bodyPr>
          <a:lstStyle/>
          <a:p>
            <a:pPr algn="r">
              <a:spcAft>
                <a:spcPts val="600"/>
              </a:spcAft>
            </a:pPr>
            <a:r>
              <a:rPr lang="en-GB" sz="2800" b="1" dirty="0">
                <a:solidFill>
                  <a:srgbClr val="7030A0"/>
                </a:solidFill>
              </a:rPr>
              <a:t>2nd</a:t>
            </a:r>
            <a:endParaRPr lang="en-GB" dirty="0">
              <a:solidFill>
                <a:srgbClr val="7030A0"/>
              </a:solidFill>
            </a:endParaRPr>
          </a:p>
        </p:txBody>
      </p:sp>
      <p:sp>
        <p:nvSpPr>
          <p:cNvPr id="12" name="Rectangle 11">
            <a:extLst>
              <a:ext uri="{FF2B5EF4-FFF2-40B4-BE49-F238E27FC236}">
                <a16:creationId xmlns:a16="http://schemas.microsoft.com/office/drawing/2014/main" id="{4EA2FE8F-A668-427E-BB67-6C067EA748C5}"/>
              </a:ext>
            </a:extLst>
          </p:cNvPr>
          <p:cNvSpPr/>
          <p:nvPr/>
        </p:nvSpPr>
        <p:spPr>
          <a:xfrm>
            <a:off x="2686021" y="4640548"/>
            <a:ext cx="7330338" cy="1877437"/>
          </a:xfrm>
          <a:prstGeom prst="rect">
            <a:avLst/>
          </a:prstGeom>
        </p:spPr>
        <p:txBody>
          <a:bodyPr wrap="square">
            <a:spAutoFit/>
          </a:bodyPr>
          <a:lstStyle/>
          <a:p>
            <a:pPr marL="285750" indent="-285750">
              <a:spcAft>
                <a:spcPts val="1200"/>
              </a:spcAft>
              <a:buFont typeface="Arial" panose="020B0604020202020204" pitchFamily="34" charset="0"/>
              <a:buChar char="•"/>
            </a:pPr>
            <a:r>
              <a:rPr lang="en-GB" sz="3200" dirty="0"/>
              <a:t>Middle</a:t>
            </a:r>
          </a:p>
          <a:p>
            <a:pPr marL="285750" indent="-285750">
              <a:spcAft>
                <a:spcPts val="1200"/>
              </a:spcAft>
              <a:buFont typeface="Arial" panose="020B0604020202020204" pitchFamily="34" charset="0"/>
              <a:buChar char="•"/>
            </a:pPr>
            <a:r>
              <a:rPr lang="en-GB" sz="3200" dirty="0"/>
              <a:t>Middle</a:t>
            </a:r>
          </a:p>
          <a:p>
            <a:pPr marL="285750" indent="-285750">
              <a:spcAft>
                <a:spcPts val="1200"/>
              </a:spcAft>
              <a:buFont typeface="Arial" panose="020B0604020202020204" pitchFamily="34" charset="0"/>
              <a:buChar char="•"/>
            </a:pPr>
            <a:r>
              <a:rPr lang="en-GB" sz="3200" dirty="0"/>
              <a:t>Start or End</a:t>
            </a:r>
          </a:p>
        </p:txBody>
      </p:sp>
    </p:spTree>
    <p:extLst>
      <p:ext uri="{BB962C8B-B14F-4D97-AF65-F5344CB8AC3E}">
        <p14:creationId xmlns:p14="http://schemas.microsoft.com/office/powerpoint/2010/main" val="2335467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7A306-3121-8C29-A83E-57EF9D7343F2}"/>
              </a:ext>
            </a:extLst>
          </p:cNvPr>
          <p:cNvSpPr>
            <a:spLocks noGrp="1"/>
          </p:cNvSpPr>
          <p:nvPr>
            <p:ph type="title"/>
          </p:nvPr>
        </p:nvSpPr>
        <p:spPr/>
        <p:txBody>
          <a:bodyPr/>
          <a:lstStyle/>
          <a:p>
            <a:r>
              <a:rPr lang="en-GB" dirty="0"/>
              <a:t>Project Ideas</a:t>
            </a:r>
          </a:p>
        </p:txBody>
      </p:sp>
      <p:sp>
        <p:nvSpPr>
          <p:cNvPr id="4" name="Content Placeholder 3">
            <a:extLst>
              <a:ext uri="{FF2B5EF4-FFF2-40B4-BE49-F238E27FC236}">
                <a16:creationId xmlns:a16="http://schemas.microsoft.com/office/drawing/2014/main" id="{2C04808F-2DF6-2458-EF74-E6D67C4820E6}"/>
              </a:ext>
            </a:extLst>
          </p:cNvPr>
          <p:cNvSpPr>
            <a:spLocks noGrp="1"/>
          </p:cNvSpPr>
          <p:nvPr>
            <p:ph sz="half" idx="1"/>
          </p:nvPr>
        </p:nvSpPr>
        <p:spPr>
          <a:xfrm>
            <a:off x="838200" y="1825624"/>
            <a:ext cx="5181600" cy="4747885"/>
          </a:xfrm>
        </p:spPr>
        <p:txBody>
          <a:bodyPr>
            <a:normAutofit/>
          </a:bodyPr>
          <a:lstStyle/>
          <a:p>
            <a:r>
              <a:rPr lang="en-GB" dirty="0"/>
              <a:t>Movie site – search / sort</a:t>
            </a:r>
          </a:p>
          <a:p>
            <a:r>
              <a:rPr lang="en-GB" dirty="0"/>
              <a:t>Hotel booking system</a:t>
            </a:r>
          </a:p>
          <a:p>
            <a:r>
              <a:rPr lang="en-GB" dirty="0"/>
              <a:t>Dog care – track vet visits</a:t>
            </a:r>
          </a:p>
          <a:p>
            <a:r>
              <a:rPr lang="en-GB" dirty="0"/>
              <a:t>Wordle / Variants</a:t>
            </a:r>
          </a:p>
          <a:p>
            <a:r>
              <a:rPr lang="en-GB" dirty="0"/>
              <a:t>PC building</a:t>
            </a:r>
          </a:p>
          <a:p>
            <a:r>
              <a:rPr lang="en-GB" dirty="0"/>
              <a:t>Book rental</a:t>
            </a:r>
          </a:p>
          <a:p>
            <a:r>
              <a:rPr lang="en-GB" dirty="0"/>
              <a:t>Quiz</a:t>
            </a:r>
          </a:p>
          <a:p>
            <a:r>
              <a:rPr lang="en-GB" dirty="0"/>
              <a:t>Lottery</a:t>
            </a:r>
          </a:p>
        </p:txBody>
      </p:sp>
      <p:sp>
        <p:nvSpPr>
          <p:cNvPr id="5" name="Content Placeholder 4">
            <a:extLst>
              <a:ext uri="{FF2B5EF4-FFF2-40B4-BE49-F238E27FC236}">
                <a16:creationId xmlns:a16="http://schemas.microsoft.com/office/drawing/2014/main" id="{F734FF19-FD5C-176C-76AA-6CB799764FED}"/>
              </a:ext>
            </a:extLst>
          </p:cNvPr>
          <p:cNvSpPr>
            <a:spLocks noGrp="1"/>
          </p:cNvSpPr>
          <p:nvPr>
            <p:ph sz="half" idx="2"/>
          </p:nvPr>
        </p:nvSpPr>
        <p:spPr/>
        <p:txBody>
          <a:bodyPr>
            <a:normAutofit/>
          </a:bodyPr>
          <a:lstStyle/>
          <a:p>
            <a:r>
              <a:rPr lang="en-GB" dirty="0"/>
              <a:t>Playlist editor</a:t>
            </a:r>
          </a:p>
          <a:p>
            <a:r>
              <a:rPr lang="en-GB" dirty="0"/>
              <a:t>Golf ball shop</a:t>
            </a:r>
          </a:p>
          <a:p>
            <a:r>
              <a:rPr lang="en-GB" dirty="0"/>
              <a:t>Connect 4</a:t>
            </a:r>
          </a:p>
          <a:p>
            <a:r>
              <a:rPr lang="en-GB" dirty="0"/>
              <a:t>Sudoku: problem / solution data</a:t>
            </a:r>
          </a:p>
          <a:p>
            <a:r>
              <a:rPr lang="en-GB" dirty="0"/>
              <a:t>Minesweeper</a:t>
            </a:r>
          </a:p>
          <a:p>
            <a:r>
              <a:rPr lang="en-GB" dirty="0"/>
              <a:t>Uno – simplified</a:t>
            </a:r>
          </a:p>
          <a:p>
            <a:r>
              <a:rPr lang="en-GB" dirty="0"/>
              <a:t>Fantasy football league</a:t>
            </a:r>
          </a:p>
          <a:p>
            <a:endParaRPr lang="en-GB" dirty="0"/>
          </a:p>
        </p:txBody>
      </p:sp>
      <p:sp>
        <p:nvSpPr>
          <p:cNvPr id="6" name="Rectangle 5">
            <a:extLst>
              <a:ext uri="{FF2B5EF4-FFF2-40B4-BE49-F238E27FC236}">
                <a16:creationId xmlns:a16="http://schemas.microsoft.com/office/drawing/2014/main" id="{8E9FF91C-A75A-48EA-DA30-829DDDE5F77C}"/>
              </a:ext>
            </a:extLst>
          </p:cNvPr>
          <p:cNvSpPr/>
          <p:nvPr/>
        </p:nvSpPr>
        <p:spPr>
          <a:xfrm>
            <a:off x="3605959" y="6050290"/>
            <a:ext cx="4980082" cy="523220"/>
          </a:xfrm>
          <a:prstGeom prst="rect">
            <a:avLst/>
          </a:prstGeom>
        </p:spPr>
        <p:txBody>
          <a:bodyPr wrap="none">
            <a:spAutoFit/>
          </a:bodyPr>
          <a:lstStyle/>
          <a:p>
            <a:pPr algn="ctr"/>
            <a:r>
              <a:rPr lang="en-GB" sz="2800" b="1" dirty="0">
                <a:solidFill>
                  <a:srgbClr val="FF0000"/>
                </a:solidFill>
              </a:rPr>
              <a:t>More complexity != More marks</a:t>
            </a:r>
            <a:endParaRPr lang="en-GB" sz="2800" b="1" dirty="0">
              <a:solidFill>
                <a:srgbClr val="7030A0"/>
              </a:solidFill>
            </a:endParaRPr>
          </a:p>
        </p:txBody>
      </p:sp>
      <p:cxnSp>
        <p:nvCxnSpPr>
          <p:cNvPr id="9" name="Straight Connector 8">
            <a:extLst>
              <a:ext uri="{FF2B5EF4-FFF2-40B4-BE49-F238E27FC236}">
                <a16:creationId xmlns:a16="http://schemas.microsoft.com/office/drawing/2014/main" id="{D7FD1836-71DF-9BE3-8FB8-CA2EC155E9E6}"/>
              </a:ext>
            </a:extLst>
          </p:cNvPr>
          <p:cNvCxnSpPr/>
          <p:nvPr/>
        </p:nvCxnSpPr>
        <p:spPr>
          <a:xfrm>
            <a:off x="6331476" y="5125554"/>
            <a:ext cx="360000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89E92E13-C79D-97BF-6820-2F12DCDC63CA}"/>
              </a:ext>
            </a:extLst>
          </p:cNvPr>
          <p:cNvSpPr/>
          <p:nvPr/>
        </p:nvSpPr>
        <p:spPr>
          <a:xfrm>
            <a:off x="8382983" y="315254"/>
            <a:ext cx="3719053" cy="1538883"/>
          </a:xfrm>
          <a:prstGeom prst="rect">
            <a:avLst/>
          </a:prstGeom>
        </p:spPr>
        <p:txBody>
          <a:bodyPr wrap="square">
            <a:spAutoFit/>
          </a:bodyPr>
          <a:lstStyle/>
          <a:p>
            <a:pPr>
              <a:spcAft>
                <a:spcPts val="600"/>
              </a:spcAft>
            </a:pPr>
            <a:r>
              <a:rPr lang="en-GB" sz="2800" b="1" dirty="0">
                <a:solidFill>
                  <a:srgbClr val="7030A0"/>
                </a:solidFill>
              </a:rPr>
              <a:t>Meet AH requirements</a:t>
            </a:r>
          </a:p>
          <a:p>
            <a:pPr>
              <a:spcAft>
                <a:spcPts val="600"/>
              </a:spcAft>
            </a:pPr>
            <a:r>
              <a:rPr lang="en-GB" sz="2800" b="1" dirty="0">
                <a:solidFill>
                  <a:srgbClr val="7030A0"/>
                </a:solidFill>
              </a:rPr>
              <a:t>Fulfil </a:t>
            </a:r>
            <a:r>
              <a:rPr lang="en-GB" sz="2800" b="1" dirty="0" err="1">
                <a:solidFill>
                  <a:srgbClr val="7030A0"/>
                </a:solidFill>
              </a:rPr>
              <a:t>FRs</a:t>
            </a:r>
            <a:endParaRPr lang="en-GB" sz="2800" b="1" dirty="0">
              <a:solidFill>
                <a:srgbClr val="7030A0"/>
              </a:solidFill>
            </a:endParaRPr>
          </a:p>
          <a:p>
            <a:pPr>
              <a:spcAft>
                <a:spcPts val="600"/>
              </a:spcAft>
            </a:pPr>
            <a:r>
              <a:rPr lang="en-GB" sz="2800" b="1" dirty="0">
                <a:solidFill>
                  <a:srgbClr val="7030A0"/>
                </a:solidFill>
              </a:rPr>
              <a:t>Think first sprint!</a:t>
            </a:r>
          </a:p>
        </p:txBody>
      </p:sp>
      <p:sp>
        <p:nvSpPr>
          <p:cNvPr id="11" name="Rectangle 10">
            <a:extLst>
              <a:ext uri="{FF2B5EF4-FFF2-40B4-BE49-F238E27FC236}">
                <a16:creationId xmlns:a16="http://schemas.microsoft.com/office/drawing/2014/main" id="{884930FC-94B3-9DE7-B5B5-0EFCF76BF2B2}"/>
              </a:ext>
            </a:extLst>
          </p:cNvPr>
          <p:cNvSpPr/>
          <p:nvPr/>
        </p:nvSpPr>
        <p:spPr>
          <a:xfrm>
            <a:off x="2959413" y="5433764"/>
            <a:ext cx="6273192" cy="523220"/>
          </a:xfrm>
          <a:prstGeom prst="rect">
            <a:avLst/>
          </a:prstGeom>
        </p:spPr>
        <p:txBody>
          <a:bodyPr wrap="none">
            <a:spAutoFit/>
          </a:bodyPr>
          <a:lstStyle/>
          <a:p>
            <a:pPr algn="ctr"/>
            <a:r>
              <a:rPr lang="en-GB" sz="2800" b="1" dirty="0">
                <a:solidFill>
                  <a:srgbClr val="7030A0"/>
                </a:solidFill>
              </a:rPr>
              <a:t>Own research linked to </a:t>
            </a:r>
            <a:r>
              <a:rPr lang="en-GB" sz="2800" b="1" dirty="0" err="1">
                <a:solidFill>
                  <a:srgbClr val="7030A0"/>
                </a:solidFill>
              </a:rPr>
              <a:t>FRs</a:t>
            </a:r>
            <a:r>
              <a:rPr lang="en-GB" sz="2800" b="1" dirty="0">
                <a:solidFill>
                  <a:srgbClr val="7030A0"/>
                </a:solidFill>
              </a:rPr>
              <a:t> – not </a:t>
            </a:r>
            <a:r>
              <a:rPr lang="en-GB" sz="2800" b="1" dirty="0" err="1">
                <a:solidFill>
                  <a:srgbClr val="7030A0"/>
                </a:solidFill>
              </a:rPr>
              <a:t>tkinter</a:t>
            </a:r>
            <a:r>
              <a:rPr lang="en-GB" sz="2800" b="1" dirty="0">
                <a:solidFill>
                  <a:srgbClr val="7030A0"/>
                </a:solidFill>
              </a:rPr>
              <a:t>!</a:t>
            </a:r>
          </a:p>
        </p:txBody>
      </p:sp>
    </p:spTree>
    <p:extLst>
      <p:ext uri="{BB962C8B-B14F-4D97-AF65-F5344CB8AC3E}">
        <p14:creationId xmlns:p14="http://schemas.microsoft.com/office/powerpoint/2010/main" val="293041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3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4026D-DC5B-ECC7-D480-62EAE7469CA3}"/>
              </a:ext>
            </a:extLst>
          </p:cNvPr>
          <p:cNvSpPr>
            <a:spLocks noGrp="1"/>
          </p:cNvSpPr>
          <p:nvPr>
            <p:ph type="title"/>
          </p:nvPr>
        </p:nvSpPr>
        <p:spPr/>
        <p:txBody>
          <a:bodyPr/>
          <a:lstStyle/>
          <a:p>
            <a:r>
              <a:rPr lang="en-GB" dirty="0"/>
              <a:t>Project Analysis</a:t>
            </a:r>
          </a:p>
        </p:txBody>
      </p:sp>
      <p:sp>
        <p:nvSpPr>
          <p:cNvPr id="3" name="Text Placeholder 2">
            <a:extLst>
              <a:ext uri="{FF2B5EF4-FFF2-40B4-BE49-F238E27FC236}">
                <a16:creationId xmlns:a16="http://schemas.microsoft.com/office/drawing/2014/main" id="{99474F85-1C03-D0B8-78D8-9C184EA1492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7091197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81C18E-7431-6EAB-26A0-ED4DBF35B7C8}"/>
              </a:ext>
            </a:extLst>
          </p:cNvPr>
          <p:cNvSpPr>
            <a:spLocks noGrp="1"/>
          </p:cNvSpPr>
          <p:nvPr>
            <p:ph type="title"/>
          </p:nvPr>
        </p:nvSpPr>
        <p:spPr/>
        <p:txBody>
          <a:bodyPr/>
          <a:lstStyle/>
          <a:p>
            <a:r>
              <a:rPr lang="en-GB" dirty="0"/>
              <a:t>Course Report</a:t>
            </a:r>
          </a:p>
        </p:txBody>
      </p:sp>
      <p:pic>
        <p:nvPicPr>
          <p:cNvPr id="7" name="Content Placeholder 6" descr="The image depicts a diagram with various questions and concerns about the quality and completeness of project plans for an SQA course, highlighting issues such as lack of detail, poor integration of advanced concepts, and insufficient mention of resources.&#10;&#10;AI-generated content may be incorrect.">
            <a:extLst>
              <a:ext uri="{FF2B5EF4-FFF2-40B4-BE49-F238E27FC236}">
                <a16:creationId xmlns:a16="http://schemas.microsoft.com/office/drawing/2014/main" id="{A2A90A84-030D-890C-1661-ABC0867AF55A}"/>
              </a:ext>
            </a:extLst>
          </p:cNvPr>
          <p:cNvPicPr>
            <a:picLocks noGrp="1" noChangeAspect="1"/>
          </p:cNvPicPr>
          <p:nvPr>
            <p:ph idx="1"/>
          </p:nvPr>
        </p:nvPicPr>
        <p:blipFill>
          <a:blip r:embed="rId2"/>
          <a:stretch>
            <a:fillRect/>
          </a:stretch>
        </p:blipFill>
        <p:spPr>
          <a:xfrm>
            <a:off x="1896352" y="1690688"/>
            <a:ext cx="8399296" cy="4680000"/>
          </a:xfrm>
          <a:prstGeom prst="rect">
            <a:avLst/>
          </a:prstGeom>
        </p:spPr>
      </p:pic>
    </p:spTree>
    <p:extLst>
      <p:ext uri="{BB962C8B-B14F-4D97-AF65-F5344CB8AC3E}">
        <p14:creationId xmlns:p14="http://schemas.microsoft.com/office/powerpoint/2010/main" val="3805155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804F0-3244-2780-5C40-A4DD8286B687}"/>
              </a:ext>
            </a:extLst>
          </p:cNvPr>
          <p:cNvSpPr>
            <a:spLocks noGrp="1"/>
          </p:cNvSpPr>
          <p:nvPr>
            <p:ph type="title"/>
          </p:nvPr>
        </p:nvSpPr>
        <p:spPr/>
        <p:txBody>
          <a:bodyPr/>
          <a:lstStyle/>
          <a:p>
            <a:r>
              <a:rPr lang="en-GB" dirty="0"/>
              <a:t>Description of Problem</a:t>
            </a:r>
          </a:p>
        </p:txBody>
      </p:sp>
      <p:pic>
        <p:nvPicPr>
          <p:cNvPr id="5" name="Content Placeholder 4" descr="The image displays a structured problem description for an algorithm, including the use of an array and SQL queries, and it suggests the application of specific Advanced Higher (AH) concepts.&#10;&#10;AI-generated content may be incorrect.">
            <a:extLst>
              <a:ext uri="{FF2B5EF4-FFF2-40B4-BE49-F238E27FC236}">
                <a16:creationId xmlns:a16="http://schemas.microsoft.com/office/drawing/2014/main" id="{967DC24B-B8D5-8660-5D19-86ADEE9E94E7}"/>
              </a:ext>
            </a:extLst>
          </p:cNvPr>
          <p:cNvPicPr>
            <a:picLocks noGrp="1" noChangeAspect="1"/>
          </p:cNvPicPr>
          <p:nvPr>
            <p:ph idx="1"/>
          </p:nvPr>
        </p:nvPicPr>
        <p:blipFill>
          <a:blip r:embed="rId2"/>
          <a:stretch>
            <a:fillRect/>
          </a:stretch>
        </p:blipFill>
        <p:spPr>
          <a:xfrm>
            <a:off x="1902053" y="1690688"/>
            <a:ext cx="8387894" cy="4680000"/>
          </a:xfrm>
          <a:prstGeom prst="rect">
            <a:avLst/>
          </a:prstGeom>
        </p:spPr>
      </p:pic>
      <p:grpSp>
        <p:nvGrpSpPr>
          <p:cNvPr id="8" name="Group 7">
            <a:extLst>
              <a:ext uri="{FF2B5EF4-FFF2-40B4-BE49-F238E27FC236}">
                <a16:creationId xmlns:a16="http://schemas.microsoft.com/office/drawing/2014/main" id="{076CAEE0-9690-1D6A-D072-95DCF1B9A9A6}"/>
              </a:ext>
            </a:extLst>
          </p:cNvPr>
          <p:cNvGrpSpPr/>
          <p:nvPr/>
        </p:nvGrpSpPr>
        <p:grpSpPr>
          <a:xfrm>
            <a:off x="4656163" y="4368169"/>
            <a:ext cx="1266120" cy="463320"/>
            <a:chOff x="4656163" y="4368169"/>
            <a:chExt cx="1266120" cy="46332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75EC8ECC-D6FA-A398-28B2-C507F1927498}"/>
                    </a:ext>
                  </a:extLst>
                </p14:cNvPr>
                <p14:cNvContentPartPr/>
                <p14:nvPr/>
              </p14:nvContentPartPr>
              <p14:xfrm>
                <a:off x="4656163" y="4510369"/>
                <a:ext cx="1262160" cy="132840"/>
              </p14:xfrm>
            </p:contentPart>
          </mc:Choice>
          <mc:Fallback xmlns="">
            <p:pic>
              <p:nvPicPr>
                <p:cNvPr id="6" name="Ink 5">
                  <a:extLst>
                    <a:ext uri="{FF2B5EF4-FFF2-40B4-BE49-F238E27FC236}">
                      <a16:creationId xmlns:a16="http://schemas.microsoft.com/office/drawing/2014/main" id="{75EC8ECC-D6FA-A398-28B2-C507F1927498}"/>
                    </a:ext>
                  </a:extLst>
                </p:cNvPr>
                <p:cNvPicPr/>
                <p:nvPr/>
              </p:nvPicPr>
              <p:blipFill>
                <a:blip r:embed="rId4"/>
                <a:stretch>
                  <a:fillRect/>
                </a:stretch>
              </p:blipFill>
              <p:spPr>
                <a:xfrm>
                  <a:off x="4650043" y="4504249"/>
                  <a:ext cx="12744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31E076F-1AC1-778B-4EEE-377F2C26577C}"/>
                    </a:ext>
                  </a:extLst>
                </p14:cNvPr>
                <p14:cNvContentPartPr/>
                <p14:nvPr/>
              </p14:nvContentPartPr>
              <p14:xfrm>
                <a:off x="5705203" y="4368169"/>
                <a:ext cx="217080" cy="463320"/>
              </p14:xfrm>
            </p:contentPart>
          </mc:Choice>
          <mc:Fallback xmlns="">
            <p:pic>
              <p:nvPicPr>
                <p:cNvPr id="7" name="Ink 6">
                  <a:extLst>
                    <a:ext uri="{FF2B5EF4-FFF2-40B4-BE49-F238E27FC236}">
                      <a16:creationId xmlns:a16="http://schemas.microsoft.com/office/drawing/2014/main" id="{D31E076F-1AC1-778B-4EEE-377F2C26577C}"/>
                    </a:ext>
                  </a:extLst>
                </p:cNvPr>
                <p:cNvPicPr/>
                <p:nvPr/>
              </p:nvPicPr>
              <p:blipFill>
                <a:blip r:embed="rId6"/>
                <a:stretch>
                  <a:fillRect/>
                </a:stretch>
              </p:blipFill>
              <p:spPr>
                <a:xfrm>
                  <a:off x="5699083" y="4362049"/>
                  <a:ext cx="229320" cy="475560"/>
                </a:xfrm>
                <a:prstGeom prst="rect">
                  <a:avLst/>
                </a:prstGeom>
              </p:spPr>
            </p:pic>
          </mc:Fallback>
        </mc:AlternateContent>
      </p:grpSp>
    </p:spTree>
    <p:extLst>
      <p:ext uri="{BB962C8B-B14F-4D97-AF65-F5344CB8AC3E}">
        <p14:creationId xmlns:p14="http://schemas.microsoft.com/office/powerpoint/2010/main" val="785780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3462-0F37-9CC6-71F1-E0E02E1BF46E}"/>
              </a:ext>
            </a:extLst>
          </p:cNvPr>
          <p:cNvSpPr>
            <a:spLocks noGrp="1"/>
          </p:cNvSpPr>
          <p:nvPr>
            <p:ph type="title"/>
          </p:nvPr>
        </p:nvSpPr>
        <p:spPr/>
        <p:txBody>
          <a:bodyPr/>
          <a:lstStyle/>
          <a:p>
            <a:r>
              <a:rPr lang="en-GB" dirty="0"/>
              <a:t>Description of Problem</a:t>
            </a:r>
          </a:p>
        </p:txBody>
      </p:sp>
      <p:pic>
        <p:nvPicPr>
          <p:cNvPr id="5" name="Content Placeholder 4" descr="The image illustrates a problem description, which includes a list of AH concepts for solving the problem, such as using a 2D array, connecting to a database, running SQL queries, and reading the top 10 entries in the leaderboard.&#10;&#10;AI-generated content may be incorrect.">
            <a:extLst>
              <a:ext uri="{FF2B5EF4-FFF2-40B4-BE49-F238E27FC236}">
                <a16:creationId xmlns:a16="http://schemas.microsoft.com/office/drawing/2014/main" id="{88829B72-371B-3E95-2384-5005234260FA}"/>
              </a:ext>
            </a:extLst>
          </p:cNvPr>
          <p:cNvPicPr>
            <a:picLocks noGrp="1" noChangeAspect="1"/>
          </p:cNvPicPr>
          <p:nvPr>
            <p:ph idx="1"/>
          </p:nvPr>
        </p:nvPicPr>
        <p:blipFill>
          <a:blip r:embed="rId2"/>
          <a:stretch>
            <a:fillRect/>
          </a:stretch>
        </p:blipFill>
        <p:spPr>
          <a:xfrm>
            <a:off x="1911530" y="1690688"/>
            <a:ext cx="8368940" cy="4680000"/>
          </a:xfrm>
          <a:prstGeom prst="rect">
            <a:avLst/>
          </a:prstGeom>
        </p:spPr>
      </p:pic>
      <p:grpSp>
        <p:nvGrpSpPr>
          <p:cNvPr id="8" name="Group 7">
            <a:extLst>
              <a:ext uri="{FF2B5EF4-FFF2-40B4-BE49-F238E27FC236}">
                <a16:creationId xmlns:a16="http://schemas.microsoft.com/office/drawing/2014/main" id="{B090093E-0E5A-6D3E-61CD-248995FCC10A}"/>
              </a:ext>
            </a:extLst>
          </p:cNvPr>
          <p:cNvGrpSpPr/>
          <p:nvPr/>
        </p:nvGrpSpPr>
        <p:grpSpPr>
          <a:xfrm>
            <a:off x="5325482" y="4691617"/>
            <a:ext cx="815040" cy="353160"/>
            <a:chOff x="5325482" y="4691617"/>
            <a:chExt cx="815040" cy="35316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3CEB4C5-7C1D-0D7C-8CB7-A5494F38D966}"/>
                    </a:ext>
                  </a:extLst>
                </p14:cNvPr>
                <p14:cNvContentPartPr/>
                <p14:nvPr/>
              </p14:nvContentPartPr>
              <p14:xfrm>
                <a:off x="5325482" y="4781617"/>
                <a:ext cx="668520" cy="133920"/>
              </p14:xfrm>
            </p:contentPart>
          </mc:Choice>
          <mc:Fallback xmlns="">
            <p:pic>
              <p:nvPicPr>
                <p:cNvPr id="6" name="Ink 5">
                  <a:extLst>
                    <a:ext uri="{FF2B5EF4-FFF2-40B4-BE49-F238E27FC236}">
                      <a16:creationId xmlns:a16="http://schemas.microsoft.com/office/drawing/2014/main" id="{63CEB4C5-7C1D-0D7C-8CB7-A5494F38D966}"/>
                    </a:ext>
                  </a:extLst>
                </p:cNvPr>
                <p:cNvPicPr/>
                <p:nvPr/>
              </p:nvPicPr>
              <p:blipFill>
                <a:blip r:embed="rId4"/>
                <a:stretch>
                  <a:fillRect/>
                </a:stretch>
              </p:blipFill>
              <p:spPr>
                <a:xfrm>
                  <a:off x="5319362" y="4775497"/>
                  <a:ext cx="6807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9D72996A-E405-6FEC-3CC8-3DCA86AF4E8B}"/>
                    </a:ext>
                  </a:extLst>
                </p14:cNvPr>
                <p14:cNvContentPartPr/>
                <p14:nvPr/>
              </p14:nvContentPartPr>
              <p14:xfrm>
                <a:off x="5838122" y="4691617"/>
                <a:ext cx="302400" cy="353160"/>
              </p14:xfrm>
            </p:contentPart>
          </mc:Choice>
          <mc:Fallback xmlns="">
            <p:pic>
              <p:nvPicPr>
                <p:cNvPr id="7" name="Ink 6">
                  <a:extLst>
                    <a:ext uri="{FF2B5EF4-FFF2-40B4-BE49-F238E27FC236}">
                      <a16:creationId xmlns:a16="http://schemas.microsoft.com/office/drawing/2014/main" id="{9D72996A-E405-6FEC-3CC8-3DCA86AF4E8B}"/>
                    </a:ext>
                  </a:extLst>
                </p:cNvPr>
                <p:cNvPicPr/>
                <p:nvPr/>
              </p:nvPicPr>
              <p:blipFill>
                <a:blip r:embed="rId6"/>
                <a:stretch>
                  <a:fillRect/>
                </a:stretch>
              </p:blipFill>
              <p:spPr>
                <a:xfrm>
                  <a:off x="5832002" y="4685497"/>
                  <a:ext cx="314640" cy="365400"/>
                </a:xfrm>
                <a:prstGeom prst="rect">
                  <a:avLst/>
                </a:prstGeom>
              </p:spPr>
            </p:pic>
          </mc:Fallback>
        </mc:AlternateContent>
      </p:grpSp>
    </p:spTree>
    <p:extLst>
      <p:ext uri="{BB962C8B-B14F-4D97-AF65-F5344CB8AC3E}">
        <p14:creationId xmlns:p14="http://schemas.microsoft.com/office/powerpoint/2010/main" val="14422507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F3F5C-A187-D5EA-08FD-CB5F74A8B9B5}"/>
              </a:ext>
            </a:extLst>
          </p:cNvPr>
          <p:cNvSpPr>
            <a:spLocks noGrp="1"/>
          </p:cNvSpPr>
          <p:nvPr>
            <p:ph type="title"/>
          </p:nvPr>
        </p:nvSpPr>
        <p:spPr/>
        <p:txBody>
          <a:bodyPr/>
          <a:lstStyle/>
          <a:p>
            <a:r>
              <a:rPr lang="en-GB" dirty="0"/>
              <a:t>Description of Problem</a:t>
            </a:r>
          </a:p>
        </p:txBody>
      </p:sp>
      <p:pic>
        <p:nvPicPr>
          <p:cNvPr id="5" name="Content Placeholder 4" descr="The image illustrates a problem description, detailing the use of Advanced Higher concepts, specifically mentioning the need for a 2D array, SQL queries, and database connection to retrieve and insert data.&#10;&#10;AI-generated content may be incorrect.">
            <a:extLst>
              <a:ext uri="{FF2B5EF4-FFF2-40B4-BE49-F238E27FC236}">
                <a16:creationId xmlns:a16="http://schemas.microsoft.com/office/drawing/2014/main" id="{287151BB-2CC1-82B9-50CE-DBF362EDD904}"/>
              </a:ext>
            </a:extLst>
          </p:cNvPr>
          <p:cNvPicPr>
            <a:picLocks noGrp="1" noChangeAspect="1"/>
          </p:cNvPicPr>
          <p:nvPr>
            <p:ph idx="1"/>
          </p:nvPr>
        </p:nvPicPr>
        <p:blipFill>
          <a:blip r:embed="rId2"/>
          <a:stretch>
            <a:fillRect/>
          </a:stretch>
        </p:blipFill>
        <p:spPr>
          <a:xfrm>
            <a:off x="1893693" y="1746980"/>
            <a:ext cx="8404614" cy="4680000"/>
          </a:xfrm>
          <a:prstGeom prst="rect">
            <a:avLst/>
          </a:prstGeom>
        </p:spPr>
      </p:pic>
      <p:grpSp>
        <p:nvGrpSpPr>
          <p:cNvPr id="8" name="Group 7">
            <a:extLst>
              <a:ext uri="{FF2B5EF4-FFF2-40B4-BE49-F238E27FC236}">
                <a16:creationId xmlns:a16="http://schemas.microsoft.com/office/drawing/2014/main" id="{BBB0AB74-9BF0-78BE-B36F-A2A41E3D4B0C}"/>
              </a:ext>
            </a:extLst>
          </p:cNvPr>
          <p:cNvGrpSpPr/>
          <p:nvPr/>
        </p:nvGrpSpPr>
        <p:grpSpPr>
          <a:xfrm>
            <a:off x="5123522" y="5000857"/>
            <a:ext cx="911160" cy="318240"/>
            <a:chOff x="5123522" y="5000857"/>
            <a:chExt cx="911160" cy="3182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821B383-2A25-AF70-3E87-7E3CB00319DE}"/>
                    </a:ext>
                  </a:extLst>
                </p14:cNvPr>
                <p14:cNvContentPartPr/>
                <p14:nvPr/>
              </p14:nvContentPartPr>
              <p14:xfrm>
                <a:off x="5123522" y="5108137"/>
                <a:ext cx="749520" cy="126000"/>
              </p14:xfrm>
            </p:contentPart>
          </mc:Choice>
          <mc:Fallback xmlns="">
            <p:pic>
              <p:nvPicPr>
                <p:cNvPr id="6" name="Ink 5">
                  <a:extLst>
                    <a:ext uri="{FF2B5EF4-FFF2-40B4-BE49-F238E27FC236}">
                      <a16:creationId xmlns:a16="http://schemas.microsoft.com/office/drawing/2014/main" id="{3821B383-2A25-AF70-3E87-7E3CB00319DE}"/>
                    </a:ext>
                  </a:extLst>
                </p:cNvPr>
                <p:cNvPicPr/>
                <p:nvPr/>
              </p:nvPicPr>
              <p:blipFill>
                <a:blip r:embed="rId4"/>
                <a:stretch>
                  <a:fillRect/>
                </a:stretch>
              </p:blipFill>
              <p:spPr>
                <a:xfrm>
                  <a:off x="5117402" y="5102017"/>
                  <a:ext cx="7617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4EF589D2-5A0C-80AD-4EBF-A0B35409E0F3}"/>
                    </a:ext>
                  </a:extLst>
                </p14:cNvPr>
                <p14:cNvContentPartPr/>
                <p14:nvPr/>
              </p14:nvContentPartPr>
              <p14:xfrm>
                <a:off x="5740202" y="5000857"/>
                <a:ext cx="294480" cy="318240"/>
              </p14:xfrm>
            </p:contentPart>
          </mc:Choice>
          <mc:Fallback xmlns="">
            <p:pic>
              <p:nvPicPr>
                <p:cNvPr id="7" name="Ink 6">
                  <a:extLst>
                    <a:ext uri="{FF2B5EF4-FFF2-40B4-BE49-F238E27FC236}">
                      <a16:creationId xmlns:a16="http://schemas.microsoft.com/office/drawing/2014/main" id="{4EF589D2-5A0C-80AD-4EBF-A0B35409E0F3}"/>
                    </a:ext>
                  </a:extLst>
                </p:cNvPr>
                <p:cNvPicPr/>
                <p:nvPr/>
              </p:nvPicPr>
              <p:blipFill>
                <a:blip r:embed="rId6"/>
                <a:stretch>
                  <a:fillRect/>
                </a:stretch>
              </p:blipFill>
              <p:spPr>
                <a:xfrm>
                  <a:off x="5734082" y="4994737"/>
                  <a:ext cx="306720" cy="330480"/>
                </a:xfrm>
                <a:prstGeom prst="rect">
                  <a:avLst/>
                </a:prstGeom>
              </p:spPr>
            </p:pic>
          </mc:Fallback>
        </mc:AlternateContent>
      </p:grpSp>
    </p:spTree>
    <p:extLst>
      <p:ext uri="{BB962C8B-B14F-4D97-AF65-F5344CB8AC3E}">
        <p14:creationId xmlns:p14="http://schemas.microsoft.com/office/powerpoint/2010/main" val="5971342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7414-B7A8-89B7-65D4-B17176542220}"/>
              </a:ext>
            </a:extLst>
          </p:cNvPr>
          <p:cNvSpPr>
            <a:spLocks noGrp="1"/>
          </p:cNvSpPr>
          <p:nvPr>
            <p:ph type="title"/>
          </p:nvPr>
        </p:nvSpPr>
        <p:spPr/>
        <p:txBody>
          <a:bodyPr/>
          <a:lstStyle/>
          <a:p>
            <a:r>
              <a:rPr lang="en-GB" dirty="0"/>
              <a:t>Project Plan</a:t>
            </a:r>
          </a:p>
        </p:txBody>
      </p:sp>
      <p:pic>
        <p:nvPicPr>
          <p:cNvPr id="5" name="Content Placeholder 4" descr="The image displays a project management spreadsheet with columns for date, analysis, UML, requirements specification, project plan, design, and user interface integration.&#10;&#10;AI-generated content may be incorrect.">
            <a:extLst>
              <a:ext uri="{FF2B5EF4-FFF2-40B4-BE49-F238E27FC236}">
                <a16:creationId xmlns:a16="http://schemas.microsoft.com/office/drawing/2014/main" id="{ED459AB6-0A54-C703-9A83-23B1DD73FEB3}"/>
              </a:ext>
            </a:extLst>
          </p:cNvPr>
          <p:cNvPicPr>
            <a:picLocks noGrp="1" noChangeAspect="1"/>
          </p:cNvPicPr>
          <p:nvPr>
            <p:ph idx="1"/>
          </p:nvPr>
        </p:nvPicPr>
        <p:blipFill>
          <a:blip r:embed="rId3"/>
          <a:stretch>
            <a:fillRect/>
          </a:stretch>
        </p:blipFill>
        <p:spPr>
          <a:xfrm>
            <a:off x="419721" y="1690688"/>
            <a:ext cx="11352559" cy="432000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156116EB-D645-0ED6-067B-5D9779D304FA}"/>
                  </a:ext>
                </a:extLst>
              </p14:cNvPr>
              <p14:cNvContentPartPr/>
              <p14:nvPr/>
            </p14:nvContentPartPr>
            <p14:xfrm>
              <a:off x="5142962" y="739897"/>
              <a:ext cx="673920" cy="669600"/>
            </p14:xfrm>
          </p:contentPart>
        </mc:Choice>
        <mc:Fallback xmlns="">
          <p:pic>
            <p:nvPicPr>
              <p:cNvPr id="6" name="Ink 5">
                <a:extLst>
                  <a:ext uri="{FF2B5EF4-FFF2-40B4-BE49-F238E27FC236}">
                    <a16:creationId xmlns:a16="http://schemas.microsoft.com/office/drawing/2014/main" id="{156116EB-D645-0ED6-067B-5D9779D304FA}"/>
                  </a:ext>
                </a:extLst>
              </p:cNvPr>
              <p:cNvPicPr/>
              <p:nvPr/>
            </p:nvPicPr>
            <p:blipFill>
              <a:blip r:embed="rId5"/>
              <a:stretch>
                <a:fillRect/>
              </a:stretch>
            </p:blipFill>
            <p:spPr>
              <a:xfrm>
                <a:off x="5136842" y="733777"/>
                <a:ext cx="686160" cy="681840"/>
              </a:xfrm>
              <a:prstGeom prst="rect">
                <a:avLst/>
              </a:prstGeom>
            </p:spPr>
          </p:pic>
        </mc:Fallback>
      </mc:AlternateContent>
      <p:grpSp>
        <p:nvGrpSpPr>
          <p:cNvPr id="14" name="Group 13">
            <a:extLst>
              <a:ext uri="{FF2B5EF4-FFF2-40B4-BE49-F238E27FC236}">
                <a16:creationId xmlns:a16="http://schemas.microsoft.com/office/drawing/2014/main" id="{0C815A3F-E2CA-98AF-7EE7-6753ED6F2AD5}"/>
              </a:ext>
            </a:extLst>
          </p:cNvPr>
          <p:cNvGrpSpPr/>
          <p:nvPr/>
        </p:nvGrpSpPr>
        <p:grpSpPr>
          <a:xfrm>
            <a:off x="6138002" y="350737"/>
            <a:ext cx="1880280" cy="1023480"/>
            <a:chOff x="6138002" y="350737"/>
            <a:chExt cx="1880280" cy="102348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41B30B4-1FB4-0BF1-8D44-1B161861E78A}"/>
                    </a:ext>
                  </a:extLst>
                </p14:cNvPr>
                <p14:cNvContentPartPr/>
                <p14:nvPr/>
              </p14:nvContentPartPr>
              <p14:xfrm>
                <a:off x="6138002" y="1076497"/>
                <a:ext cx="321840" cy="297720"/>
              </p14:xfrm>
            </p:contentPart>
          </mc:Choice>
          <mc:Fallback xmlns="">
            <p:pic>
              <p:nvPicPr>
                <p:cNvPr id="7" name="Ink 6">
                  <a:extLst>
                    <a:ext uri="{FF2B5EF4-FFF2-40B4-BE49-F238E27FC236}">
                      <a16:creationId xmlns:a16="http://schemas.microsoft.com/office/drawing/2014/main" id="{641B30B4-1FB4-0BF1-8D44-1B161861E78A}"/>
                    </a:ext>
                  </a:extLst>
                </p:cNvPr>
                <p:cNvPicPr/>
                <p:nvPr/>
              </p:nvPicPr>
              <p:blipFill>
                <a:blip r:embed="rId7"/>
                <a:stretch>
                  <a:fillRect/>
                </a:stretch>
              </p:blipFill>
              <p:spPr>
                <a:xfrm>
                  <a:off x="6131882" y="1070377"/>
                  <a:ext cx="33408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FB3AC13-28AF-5F1E-5030-56F2146673F9}"/>
                    </a:ext>
                  </a:extLst>
                </p14:cNvPr>
                <p14:cNvContentPartPr/>
                <p14:nvPr/>
              </p14:nvContentPartPr>
              <p14:xfrm>
                <a:off x="6460922" y="1065337"/>
                <a:ext cx="256680" cy="263520"/>
              </p14:xfrm>
            </p:contentPart>
          </mc:Choice>
          <mc:Fallback xmlns="">
            <p:pic>
              <p:nvPicPr>
                <p:cNvPr id="8" name="Ink 7">
                  <a:extLst>
                    <a:ext uri="{FF2B5EF4-FFF2-40B4-BE49-F238E27FC236}">
                      <a16:creationId xmlns:a16="http://schemas.microsoft.com/office/drawing/2014/main" id="{BFB3AC13-28AF-5F1E-5030-56F2146673F9}"/>
                    </a:ext>
                  </a:extLst>
                </p:cNvPr>
                <p:cNvPicPr/>
                <p:nvPr/>
              </p:nvPicPr>
              <p:blipFill>
                <a:blip r:embed="rId9"/>
                <a:stretch>
                  <a:fillRect/>
                </a:stretch>
              </p:blipFill>
              <p:spPr>
                <a:xfrm>
                  <a:off x="6454802" y="1059217"/>
                  <a:ext cx="26892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58E1EF06-BE6E-B678-15E0-B7DD224099CB}"/>
                    </a:ext>
                  </a:extLst>
                </p14:cNvPr>
                <p14:cNvContentPartPr/>
                <p14:nvPr/>
              </p14:nvContentPartPr>
              <p14:xfrm>
                <a:off x="6856562" y="1100977"/>
                <a:ext cx="185760" cy="145800"/>
              </p14:xfrm>
            </p:contentPart>
          </mc:Choice>
          <mc:Fallback xmlns="">
            <p:pic>
              <p:nvPicPr>
                <p:cNvPr id="9" name="Ink 8">
                  <a:extLst>
                    <a:ext uri="{FF2B5EF4-FFF2-40B4-BE49-F238E27FC236}">
                      <a16:creationId xmlns:a16="http://schemas.microsoft.com/office/drawing/2014/main" id="{58E1EF06-BE6E-B678-15E0-B7DD224099CB}"/>
                    </a:ext>
                  </a:extLst>
                </p:cNvPr>
                <p:cNvPicPr/>
                <p:nvPr/>
              </p:nvPicPr>
              <p:blipFill>
                <a:blip r:embed="rId11"/>
                <a:stretch>
                  <a:fillRect/>
                </a:stretch>
              </p:blipFill>
              <p:spPr>
                <a:xfrm>
                  <a:off x="6850442" y="1094857"/>
                  <a:ext cx="1980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0C6E6B75-AC66-3662-F884-A2770BCC9114}"/>
                    </a:ext>
                  </a:extLst>
                </p14:cNvPr>
                <p14:cNvContentPartPr/>
                <p14:nvPr/>
              </p14:nvContentPartPr>
              <p14:xfrm>
                <a:off x="7001642" y="710377"/>
                <a:ext cx="419760" cy="560520"/>
              </p14:xfrm>
            </p:contentPart>
          </mc:Choice>
          <mc:Fallback xmlns="">
            <p:pic>
              <p:nvPicPr>
                <p:cNvPr id="10" name="Ink 9">
                  <a:extLst>
                    <a:ext uri="{FF2B5EF4-FFF2-40B4-BE49-F238E27FC236}">
                      <a16:creationId xmlns:a16="http://schemas.microsoft.com/office/drawing/2014/main" id="{0C6E6B75-AC66-3662-F884-A2770BCC9114}"/>
                    </a:ext>
                  </a:extLst>
                </p:cNvPr>
                <p:cNvPicPr/>
                <p:nvPr/>
              </p:nvPicPr>
              <p:blipFill>
                <a:blip r:embed="rId13"/>
                <a:stretch>
                  <a:fillRect/>
                </a:stretch>
              </p:blipFill>
              <p:spPr>
                <a:xfrm>
                  <a:off x="6995522" y="704257"/>
                  <a:ext cx="432000" cy="572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D1FD9E63-E6AA-4DEB-9B96-F48BA1B93718}"/>
                    </a:ext>
                  </a:extLst>
                </p14:cNvPr>
                <p14:cNvContentPartPr/>
                <p14:nvPr/>
              </p14:nvContentPartPr>
              <p14:xfrm>
                <a:off x="7431482" y="891097"/>
                <a:ext cx="298800" cy="307080"/>
              </p14:xfrm>
            </p:contentPart>
          </mc:Choice>
          <mc:Fallback xmlns="">
            <p:pic>
              <p:nvPicPr>
                <p:cNvPr id="11" name="Ink 10">
                  <a:extLst>
                    <a:ext uri="{FF2B5EF4-FFF2-40B4-BE49-F238E27FC236}">
                      <a16:creationId xmlns:a16="http://schemas.microsoft.com/office/drawing/2014/main" id="{D1FD9E63-E6AA-4DEB-9B96-F48BA1B93718}"/>
                    </a:ext>
                  </a:extLst>
                </p:cNvPr>
                <p:cNvPicPr/>
                <p:nvPr/>
              </p:nvPicPr>
              <p:blipFill>
                <a:blip r:embed="rId15"/>
                <a:stretch>
                  <a:fillRect/>
                </a:stretch>
              </p:blipFill>
              <p:spPr>
                <a:xfrm>
                  <a:off x="7425362" y="884977"/>
                  <a:ext cx="31104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E08BFAF3-4676-1364-5CC0-6610690D81C3}"/>
                    </a:ext>
                  </a:extLst>
                </p14:cNvPr>
                <p14:cNvContentPartPr/>
                <p14:nvPr/>
              </p14:nvContentPartPr>
              <p14:xfrm>
                <a:off x="7914602" y="350737"/>
                <a:ext cx="103680" cy="500760"/>
              </p14:xfrm>
            </p:contentPart>
          </mc:Choice>
          <mc:Fallback xmlns="">
            <p:pic>
              <p:nvPicPr>
                <p:cNvPr id="12" name="Ink 11">
                  <a:extLst>
                    <a:ext uri="{FF2B5EF4-FFF2-40B4-BE49-F238E27FC236}">
                      <a16:creationId xmlns:a16="http://schemas.microsoft.com/office/drawing/2014/main" id="{E08BFAF3-4676-1364-5CC0-6610690D81C3}"/>
                    </a:ext>
                  </a:extLst>
                </p:cNvPr>
                <p:cNvPicPr/>
                <p:nvPr/>
              </p:nvPicPr>
              <p:blipFill>
                <a:blip r:embed="rId17"/>
                <a:stretch>
                  <a:fillRect/>
                </a:stretch>
              </p:blipFill>
              <p:spPr>
                <a:xfrm>
                  <a:off x="7908482" y="344617"/>
                  <a:ext cx="115920" cy="51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8EFA3270-B14A-27FD-26CD-816E7C181D88}"/>
                  </a:ext>
                </a:extLst>
              </p14:cNvPr>
              <p14:cNvContentPartPr/>
              <p14:nvPr/>
            </p14:nvContentPartPr>
            <p14:xfrm>
              <a:off x="8319962" y="1138057"/>
              <a:ext cx="13320" cy="9360"/>
            </p14:xfrm>
          </p:contentPart>
        </mc:Choice>
        <mc:Fallback xmlns="">
          <p:pic>
            <p:nvPicPr>
              <p:cNvPr id="13" name="Ink 12">
                <a:extLst>
                  <a:ext uri="{FF2B5EF4-FFF2-40B4-BE49-F238E27FC236}">
                    <a16:creationId xmlns:a16="http://schemas.microsoft.com/office/drawing/2014/main" id="{8EFA3270-B14A-27FD-26CD-816E7C181D88}"/>
                  </a:ext>
                </a:extLst>
              </p:cNvPr>
              <p:cNvPicPr/>
              <p:nvPr/>
            </p:nvPicPr>
            <p:blipFill>
              <a:blip r:embed="rId19"/>
              <a:stretch>
                <a:fillRect/>
              </a:stretch>
            </p:blipFill>
            <p:spPr>
              <a:xfrm>
                <a:off x="8313842" y="1131937"/>
                <a:ext cx="25560" cy="21600"/>
              </a:xfrm>
              <a:prstGeom prst="rect">
                <a:avLst/>
              </a:prstGeom>
            </p:spPr>
          </p:pic>
        </mc:Fallback>
      </mc:AlternateContent>
      <p:grpSp>
        <p:nvGrpSpPr>
          <p:cNvPr id="24" name="Group 23">
            <a:extLst>
              <a:ext uri="{FF2B5EF4-FFF2-40B4-BE49-F238E27FC236}">
                <a16:creationId xmlns:a16="http://schemas.microsoft.com/office/drawing/2014/main" id="{69A681AA-88A8-37CA-93CF-F67F7380A8D8}"/>
              </a:ext>
            </a:extLst>
          </p:cNvPr>
          <p:cNvGrpSpPr/>
          <p:nvPr/>
        </p:nvGrpSpPr>
        <p:grpSpPr>
          <a:xfrm>
            <a:off x="2089082" y="5938297"/>
            <a:ext cx="838800" cy="616680"/>
            <a:chOff x="2089082" y="5938297"/>
            <a:chExt cx="838800" cy="616680"/>
          </a:xfrm>
        </p:grpSpPr>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FF23786E-F59F-04FF-3AB9-002751D5AD6F}"/>
                    </a:ext>
                  </a:extLst>
                </p14:cNvPr>
                <p14:cNvContentPartPr/>
                <p14:nvPr/>
              </p14:nvContentPartPr>
              <p14:xfrm>
                <a:off x="2089082" y="5938297"/>
                <a:ext cx="497880" cy="616680"/>
              </p14:xfrm>
            </p:contentPart>
          </mc:Choice>
          <mc:Fallback xmlns="">
            <p:pic>
              <p:nvPicPr>
                <p:cNvPr id="15" name="Ink 14">
                  <a:extLst>
                    <a:ext uri="{FF2B5EF4-FFF2-40B4-BE49-F238E27FC236}">
                      <a16:creationId xmlns:a16="http://schemas.microsoft.com/office/drawing/2014/main" id="{FF23786E-F59F-04FF-3AB9-002751D5AD6F}"/>
                    </a:ext>
                  </a:extLst>
                </p:cNvPr>
                <p:cNvPicPr/>
                <p:nvPr/>
              </p:nvPicPr>
              <p:blipFill>
                <a:blip r:embed="rId21"/>
                <a:stretch>
                  <a:fillRect/>
                </a:stretch>
              </p:blipFill>
              <p:spPr>
                <a:xfrm>
                  <a:off x="2082962" y="5932177"/>
                  <a:ext cx="510120" cy="628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0D0930F2-F4CC-E01D-7BAE-73941C763EA7}"/>
                    </a:ext>
                  </a:extLst>
                </p14:cNvPr>
                <p14:cNvContentPartPr/>
                <p14:nvPr/>
              </p14:nvContentPartPr>
              <p14:xfrm>
                <a:off x="2702522" y="6119017"/>
                <a:ext cx="225360" cy="291960"/>
              </p14:xfrm>
            </p:contentPart>
          </mc:Choice>
          <mc:Fallback xmlns="">
            <p:pic>
              <p:nvPicPr>
                <p:cNvPr id="16" name="Ink 15">
                  <a:extLst>
                    <a:ext uri="{FF2B5EF4-FFF2-40B4-BE49-F238E27FC236}">
                      <a16:creationId xmlns:a16="http://schemas.microsoft.com/office/drawing/2014/main" id="{0D0930F2-F4CC-E01D-7BAE-73941C763EA7}"/>
                    </a:ext>
                  </a:extLst>
                </p:cNvPr>
                <p:cNvPicPr/>
                <p:nvPr/>
              </p:nvPicPr>
              <p:blipFill>
                <a:blip r:embed="rId23"/>
                <a:stretch>
                  <a:fillRect/>
                </a:stretch>
              </p:blipFill>
              <p:spPr>
                <a:xfrm>
                  <a:off x="2696402" y="6112897"/>
                  <a:ext cx="237600" cy="304200"/>
                </a:xfrm>
                <a:prstGeom prst="rect">
                  <a:avLst/>
                </a:prstGeom>
              </p:spPr>
            </p:pic>
          </mc:Fallback>
        </mc:AlternateContent>
      </p:grpSp>
      <p:grpSp>
        <p:nvGrpSpPr>
          <p:cNvPr id="23" name="Group 22">
            <a:extLst>
              <a:ext uri="{FF2B5EF4-FFF2-40B4-BE49-F238E27FC236}">
                <a16:creationId xmlns:a16="http://schemas.microsoft.com/office/drawing/2014/main" id="{7492120C-0EE2-D5A3-10EF-3A171C7C66FF}"/>
              </a:ext>
            </a:extLst>
          </p:cNvPr>
          <p:cNvGrpSpPr/>
          <p:nvPr/>
        </p:nvGrpSpPr>
        <p:grpSpPr>
          <a:xfrm>
            <a:off x="3364922" y="5465617"/>
            <a:ext cx="1801440" cy="846000"/>
            <a:chOff x="3364922" y="5465617"/>
            <a:chExt cx="1801440" cy="846000"/>
          </a:xfrm>
        </p:grpSpPr>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53B0FEA2-DF55-C08E-3F54-E7908646EE66}"/>
                    </a:ext>
                  </a:extLst>
                </p14:cNvPr>
                <p14:cNvContentPartPr/>
                <p14:nvPr/>
              </p14:nvContentPartPr>
              <p14:xfrm>
                <a:off x="3364922" y="5820937"/>
                <a:ext cx="470160" cy="490680"/>
              </p14:xfrm>
            </p:contentPart>
          </mc:Choice>
          <mc:Fallback xmlns="">
            <p:pic>
              <p:nvPicPr>
                <p:cNvPr id="17" name="Ink 16">
                  <a:extLst>
                    <a:ext uri="{FF2B5EF4-FFF2-40B4-BE49-F238E27FC236}">
                      <a16:creationId xmlns:a16="http://schemas.microsoft.com/office/drawing/2014/main" id="{53B0FEA2-DF55-C08E-3F54-E7908646EE66}"/>
                    </a:ext>
                  </a:extLst>
                </p:cNvPr>
                <p:cNvPicPr/>
                <p:nvPr/>
              </p:nvPicPr>
              <p:blipFill>
                <a:blip r:embed="rId25"/>
                <a:stretch>
                  <a:fillRect/>
                </a:stretch>
              </p:blipFill>
              <p:spPr>
                <a:xfrm>
                  <a:off x="3358802" y="5814817"/>
                  <a:ext cx="482400" cy="502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B2B851B3-CDAA-25E2-F4DE-A66B592F6C25}"/>
                    </a:ext>
                  </a:extLst>
                </p14:cNvPr>
                <p14:cNvContentPartPr/>
                <p14:nvPr/>
              </p14:nvContentPartPr>
              <p14:xfrm>
                <a:off x="3792242" y="6038737"/>
                <a:ext cx="112680" cy="186480"/>
              </p14:xfrm>
            </p:contentPart>
          </mc:Choice>
          <mc:Fallback xmlns="">
            <p:pic>
              <p:nvPicPr>
                <p:cNvPr id="18" name="Ink 17">
                  <a:extLst>
                    <a:ext uri="{FF2B5EF4-FFF2-40B4-BE49-F238E27FC236}">
                      <a16:creationId xmlns:a16="http://schemas.microsoft.com/office/drawing/2014/main" id="{B2B851B3-CDAA-25E2-F4DE-A66B592F6C25}"/>
                    </a:ext>
                  </a:extLst>
                </p:cNvPr>
                <p:cNvPicPr/>
                <p:nvPr/>
              </p:nvPicPr>
              <p:blipFill>
                <a:blip r:embed="rId27"/>
                <a:stretch>
                  <a:fillRect/>
                </a:stretch>
              </p:blipFill>
              <p:spPr>
                <a:xfrm>
                  <a:off x="3786122" y="6032617"/>
                  <a:ext cx="1249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F783824A-434E-78BD-9455-276B93AEB19D}"/>
                    </a:ext>
                  </a:extLst>
                </p14:cNvPr>
                <p14:cNvContentPartPr/>
                <p14:nvPr/>
              </p14:nvContentPartPr>
              <p14:xfrm>
                <a:off x="3949202" y="6033697"/>
                <a:ext cx="161640" cy="273960"/>
              </p14:xfrm>
            </p:contentPart>
          </mc:Choice>
          <mc:Fallback xmlns="">
            <p:pic>
              <p:nvPicPr>
                <p:cNvPr id="19" name="Ink 18">
                  <a:extLst>
                    <a:ext uri="{FF2B5EF4-FFF2-40B4-BE49-F238E27FC236}">
                      <a16:creationId xmlns:a16="http://schemas.microsoft.com/office/drawing/2014/main" id="{F783824A-434E-78BD-9455-276B93AEB19D}"/>
                    </a:ext>
                  </a:extLst>
                </p:cNvPr>
                <p:cNvPicPr/>
                <p:nvPr/>
              </p:nvPicPr>
              <p:blipFill>
                <a:blip r:embed="rId29"/>
                <a:stretch>
                  <a:fillRect/>
                </a:stretch>
              </p:blipFill>
              <p:spPr>
                <a:xfrm>
                  <a:off x="3943082" y="6027577"/>
                  <a:ext cx="17388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E0B4B278-4199-633E-FDE3-06C698CE4CCA}"/>
                    </a:ext>
                  </a:extLst>
                </p14:cNvPr>
                <p14:cNvContentPartPr/>
                <p14:nvPr/>
              </p14:nvContentPartPr>
              <p14:xfrm>
                <a:off x="4171322" y="5956657"/>
                <a:ext cx="255240" cy="263520"/>
              </p14:xfrm>
            </p:contentPart>
          </mc:Choice>
          <mc:Fallback xmlns="">
            <p:pic>
              <p:nvPicPr>
                <p:cNvPr id="20" name="Ink 19">
                  <a:extLst>
                    <a:ext uri="{FF2B5EF4-FFF2-40B4-BE49-F238E27FC236}">
                      <a16:creationId xmlns:a16="http://schemas.microsoft.com/office/drawing/2014/main" id="{E0B4B278-4199-633E-FDE3-06C698CE4CCA}"/>
                    </a:ext>
                  </a:extLst>
                </p:cNvPr>
                <p:cNvPicPr/>
                <p:nvPr/>
              </p:nvPicPr>
              <p:blipFill>
                <a:blip r:embed="rId31"/>
                <a:stretch>
                  <a:fillRect/>
                </a:stretch>
              </p:blipFill>
              <p:spPr>
                <a:xfrm>
                  <a:off x="4165202" y="5950537"/>
                  <a:ext cx="26748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1" name="Ink 20">
                  <a:extLst>
                    <a:ext uri="{FF2B5EF4-FFF2-40B4-BE49-F238E27FC236}">
                      <a16:creationId xmlns:a16="http://schemas.microsoft.com/office/drawing/2014/main" id="{1D534508-9A8E-F866-741B-F51537662F45}"/>
                    </a:ext>
                  </a:extLst>
                </p14:cNvPr>
                <p14:cNvContentPartPr/>
                <p14:nvPr/>
              </p14:nvContentPartPr>
              <p14:xfrm>
                <a:off x="4365362" y="5465617"/>
                <a:ext cx="537120" cy="505800"/>
              </p14:xfrm>
            </p:contentPart>
          </mc:Choice>
          <mc:Fallback xmlns="">
            <p:pic>
              <p:nvPicPr>
                <p:cNvPr id="21" name="Ink 20">
                  <a:extLst>
                    <a:ext uri="{FF2B5EF4-FFF2-40B4-BE49-F238E27FC236}">
                      <a16:creationId xmlns:a16="http://schemas.microsoft.com/office/drawing/2014/main" id="{1D534508-9A8E-F866-741B-F51537662F45}"/>
                    </a:ext>
                  </a:extLst>
                </p:cNvPr>
                <p:cNvPicPr/>
                <p:nvPr/>
              </p:nvPicPr>
              <p:blipFill>
                <a:blip r:embed="rId33"/>
                <a:stretch>
                  <a:fillRect/>
                </a:stretch>
              </p:blipFill>
              <p:spPr>
                <a:xfrm>
                  <a:off x="4359242" y="5459497"/>
                  <a:ext cx="549360" cy="518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Ink 21">
                  <a:extLst>
                    <a:ext uri="{FF2B5EF4-FFF2-40B4-BE49-F238E27FC236}">
                      <a16:creationId xmlns:a16="http://schemas.microsoft.com/office/drawing/2014/main" id="{ED0E1D47-2B90-DB9D-5CF2-33FCE44192CD}"/>
                    </a:ext>
                  </a:extLst>
                </p14:cNvPr>
                <p14:cNvContentPartPr/>
                <p14:nvPr/>
              </p14:nvContentPartPr>
              <p14:xfrm>
                <a:off x="4897802" y="5551657"/>
                <a:ext cx="268560" cy="357120"/>
              </p14:xfrm>
            </p:contentPart>
          </mc:Choice>
          <mc:Fallback xmlns="">
            <p:pic>
              <p:nvPicPr>
                <p:cNvPr id="22" name="Ink 21">
                  <a:extLst>
                    <a:ext uri="{FF2B5EF4-FFF2-40B4-BE49-F238E27FC236}">
                      <a16:creationId xmlns:a16="http://schemas.microsoft.com/office/drawing/2014/main" id="{ED0E1D47-2B90-DB9D-5CF2-33FCE44192CD}"/>
                    </a:ext>
                  </a:extLst>
                </p:cNvPr>
                <p:cNvPicPr/>
                <p:nvPr/>
              </p:nvPicPr>
              <p:blipFill>
                <a:blip r:embed="rId35"/>
                <a:stretch>
                  <a:fillRect/>
                </a:stretch>
              </p:blipFill>
              <p:spPr>
                <a:xfrm>
                  <a:off x="4891682" y="5545537"/>
                  <a:ext cx="280800" cy="369360"/>
                </a:xfrm>
                <a:prstGeom prst="rect">
                  <a:avLst/>
                </a:prstGeom>
              </p:spPr>
            </p:pic>
          </mc:Fallback>
        </mc:AlternateContent>
      </p:grpSp>
      <p:grpSp>
        <p:nvGrpSpPr>
          <p:cNvPr id="38" name="Group 37">
            <a:extLst>
              <a:ext uri="{FF2B5EF4-FFF2-40B4-BE49-F238E27FC236}">
                <a16:creationId xmlns:a16="http://schemas.microsoft.com/office/drawing/2014/main" id="{201BAF0C-3924-7E8A-FA41-ADBD215E5AAE}"/>
              </a:ext>
            </a:extLst>
          </p:cNvPr>
          <p:cNvGrpSpPr/>
          <p:nvPr/>
        </p:nvGrpSpPr>
        <p:grpSpPr>
          <a:xfrm>
            <a:off x="5321882" y="6068977"/>
            <a:ext cx="1027800" cy="601200"/>
            <a:chOff x="5321882" y="6068977"/>
            <a:chExt cx="1027800" cy="601200"/>
          </a:xfrm>
        </p:grpSpPr>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E235A389-D687-0BF8-6AE6-CF0A02CE5649}"/>
                    </a:ext>
                  </a:extLst>
                </p14:cNvPr>
                <p14:cNvContentPartPr/>
                <p14:nvPr/>
              </p14:nvContentPartPr>
              <p14:xfrm>
                <a:off x="5321882" y="6134857"/>
                <a:ext cx="525960" cy="535320"/>
              </p14:xfrm>
            </p:contentPart>
          </mc:Choice>
          <mc:Fallback xmlns="">
            <p:pic>
              <p:nvPicPr>
                <p:cNvPr id="25" name="Ink 24">
                  <a:extLst>
                    <a:ext uri="{FF2B5EF4-FFF2-40B4-BE49-F238E27FC236}">
                      <a16:creationId xmlns:a16="http://schemas.microsoft.com/office/drawing/2014/main" id="{E235A389-D687-0BF8-6AE6-CF0A02CE5649}"/>
                    </a:ext>
                  </a:extLst>
                </p:cNvPr>
                <p:cNvPicPr/>
                <p:nvPr/>
              </p:nvPicPr>
              <p:blipFill>
                <a:blip r:embed="rId37"/>
                <a:stretch>
                  <a:fillRect/>
                </a:stretch>
              </p:blipFill>
              <p:spPr>
                <a:xfrm>
                  <a:off x="5315762" y="6128737"/>
                  <a:ext cx="538200" cy="547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EFED6ED6-3166-2E41-55EC-64231AB088B4}"/>
                    </a:ext>
                  </a:extLst>
                </p14:cNvPr>
                <p14:cNvContentPartPr/>
                <p14:nvPr/>
              </p14:nvContentPartPr>
              <p14:xfrm>
                <a:off x="5906522" y="6389017"/>
                <a:ext cx="169560" cy="221400"/>
              </p14:xfrm>
            </p:contentPart>
          </mc:Choice>
          <mc:Fallback xmlns="">
            <p:pic>
              <p:nvPicPr>
                <p:cNvPr id="26" name="Ink 25">
                  <a:extLst>
                    <a:ext uri="{FF2B5EF4-FFF2-40B4-BE49-F238E27FC236}">
                      <a16:creationId xmlns:a16="http://schemas.microsoft.com/office/drawing/2014/main" id="{EFED6ED6-3166-2E41-55EC-64231AB088B4}"/>
                    </a:ext>
                  </a:extLst>
                </p:cNvPr>
                <p:cNvPicPr/>
                <p:nvPr/>
              </p:nvPicPr>
              <p:blipFill>
                <a:blip r:embed="rId39"/>
                <a:stretch>
                  <a:fillRect/>
                </a:stretch>
              </p:blipFill>
              <p:spPr>
                <a:xfrm>
                  <a:off x="5900402" y="6382897"/>
                  <a:ext cx="18180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8076E40F-C3EB-48E4-A61E-41F703025BB6}"/>
                    </a:ext>
                  </a:extLst>
                </p14:cNvPr>
                <p14:cNvContentPartPr/>
                <p14:nvPr/>
              </p14:nvContentPartPr>
              <p14:xfrm>
                <a:off x="6060242" y="6068977"/>
                <a:ext cx="164880" cy="530280"/>
              </p14:xfrm>
            </p:contentPart>
          </mc:Choice>
          <mc:Fallback xmlns="">
            <p:pic>
              <p:nvPicPr>
                <p:cNvPr id="27" name="Ink 26">
                  <a:extLst>
                    <a:ext uri="{FF2B5EF4-FFF2-40B4-BE49-F238E27FC236}">
                      <a16:creationId xmlns:a16="http://schemas.microsoft.com/office/drawing/2014/main" id="{8076E40F-C3EB-48E4-A61E-41F703025BB6}"/>
                    </a:ext>
                  </a:extLst>
                </p:cNvPr>
                <p:cNvPicPr/>
                <p:nvPr/>
              </p:nvPicPr>
              <p:blipFill>
                <a:blip r:embed="rId41"/>
                <a:stretch>
                  <a:fillRect/>
                </a:stretch>
              </p:blipFill>
              <p:spPr>
                <a:xfrm>
                  <a:off x="6054122" y="6062857"/>
                  <a:ext cx="177120" cy="542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143300F9-A2F3-5163-13E0-E428B3BF82CE}"/>
                    </a:ext>
                  </a:extLst>
                </p14:cNvPr>
                <p14:cNvContentPartPr/>
                <p14:nvPr/>
              </p14:nvContentPartPr>
              <p14:xfrm>
                <a:off x="6043682" y="6373537"/>
                <a:ext cx="306000" cy="53280"/>
              </p14:xfrm>
            </p:contentPart>
          </mc:Choice>
          <mc:Fallback xmlns="">
            <p:pic>
              <p:nvPicPr>
                <p:cNvPr id="28" name="Ink 27">
                  <a:extLst>
                    <a:ext uri="{FF2B5EF4-FFF2-40B4-BE49-F238E27FC236}">
                      <a16:creationId xmlns:a16="http://schemas.microsoft.com/office/drawing/2014/main" id="{143300F9-A2F3-5163-13E0-E428B3BF82CE}"/>
                    </a:ext>
                  </a:extLst>
                </p:cNvPr>
                <p:cNvPicPr/>
                <p:nvPr/>
              </p:nvPicPr>
              <p:blipFill>
                <a:blip r:embed="rId43"/>
                <a:stretch>
                  <a:fillRect/>
                </a:stretch>
              </p:blipFill>
              <p:spPr>
                <a:xfrm>
                  <a:off x="6037562" y="6367417"/>
                  <a:ext cx="318240" cy="65520"/>
                </a:xfrm>
                <a:prstGeom prst="rect">
                  <a:avLst/>
                </a:prstGeom>
              </p:spPr>
            </p:pic>
          </mc:Fallback>
        </mc:AlternateContent>
      </p:grpSp>
      <p:grpSp>
        <p:nvGrpSpPr>
          <p:cNvPr id="37" name="Group 36">
            <a:extLst>
              <a:ext uri="{FF2B5EF4-FFF2-40B4-BE49-F238E27FC236}">
                <a16:creationId xmlns:a16="http://schemas.microsoft.com/office/drawing/2014/main" id="{53109A4E-9C86-ED2B-CE9A-0AD2153EB1E2}"/>
              </a:ext>
            </a:extLst>
          </p:cNvPr>
          <p:cNvGrpSpPr/>
          <p:nvPr/>
        </p:nvGrpSpPr>
        <p:grpSpPr>
          <a:xfrm>
            <a:off x="6759002" y="5963137"/>
            <a:ext cx="2040480" cy="678240"/>
            <a:chOff x="6759002" y="5963137"/>
            <a:chExt cx="2040480" cy="678240"/>
          </a:xfrm>
        </p:grpSpPr>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6A6A664D-EA3F-7473-24B3-EB4F35C889F8}"/>
                    </a:ext>
                  </a:extLst>
                </p14:cNvPr>
                <p14:cNvContentPartPr/>
                <p14:nvPr/>
              </p14:nvContentPartPr>
              <p14:xfrm>
                <a:off x="6759002" y="6370297"/>
                <a:ext cx="315000" cy="240840"/>
              </p14:xfrm>
            </p:contentPart>
          </mc:Choice>
          <mc:Fallback xmlns="">
            <p:pic>
              <p:nvPicPr>
                <p:cNvPr id="29" name="Ink 28">
                  <a:extLst>
                    <a:ext uri="{FF2B5EF4-FFF2-40B4-BE49-F238E27FC236}">
                      <a16:creationId xmlns:a16="http://schemas.microsoft.com/office/drawing/2014/main" id="{6A6A664D-EA3F-7473-24B3-EB4F35C889F8}"/>
                    </a:ext>
                  </a:extLst>
                </p:cNvPr>
                <p:cNvPicPr/>
                <p:nvPr/>
              </p:nvPicPr>
              <p:blipFill>
                <a:blip r:embed="rId45"/>
                <a:stretch>
                  <a:fillRect/>
                </a:stretch>
              </p:blipFill>
              <p:spPr>
                <a:xfrm>
                  <a:off x="6752882" y="6364177"/>
                  <a:ext cx="3272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C7AB9465-954F-3AB6-7225-3D60764D8044}"/>
                    </a:ext>
                  </a:extLst>
                </p14:cNvPr>
                <p14:cNvContentPartPr/>
                <p14:nvPr/>
              </p14:nvContentPartPr>
              <p14:xfrm>
                <a:off x="7125842" y="6368857"/>
                <a:ext cx="160920" cy="272520"/>
              </p14:xfrm>
            </p:contentPart>
          </mc:Choice>
          <mc:Fallback xmlns="">
            <p:pic>
              <p:nvPicPr>
                <p:cNvPr id="30" name="Ink 29">
                  <a:extLst>
                    <a:ext uri="{FF2B5EF4-FFF2-40B4-BE49-F238E27FC236}">
                      <a16:creationId xmlns:a16="http://schemas.microsoft.com/office/drawing/2014/main" id="{C7AB9465-954F-3AB6-7225-3D60764D8044}"/>
                    </a:ext>
                  </a:extLst>
                </p:cNvPr>
                <p:cNvPicPr/>
                <p:nvPr/>
              </p:nvPicPr>
              <p:blipFill>
                <a:blip r:embed="rId47"/>
                <a:stretch>
                  <a:fillRect/>
                </a:stretch>
              </p:blipFill>
              <p:spPr>
                <a:xfrm>
                  <a:off x="7119722" y="6362737"/>
                  <a:ext cx="17316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5CEBB382-7B90-0EDC-2582-D504CED536BD}"/>
                    </a:ext>
                  </a:extLst>
                </p14:cNvPr>
                <p14:cNvContentPartPr/>
                <p14:nvPr/>
              </p14:nvContentPartPr>
              <p14:xfrm>
                <a:off x="7369562" y="6386497"/>
                <a:ext cx="167400" cy="180360"/>
              </p14:xfrm>
            </p:contentPart>
          </mc:Choice>
          <mc:Fallback xmlns="">
            <p:pic>
              <p:nvPicPr>
                <p:cNvPr id="31" name="Ink 30">
                  <a:extLst>
                    <a:ext uri="{FF2B5EF4-FFF2-40B4-BE49-F238E27FC236}">
                      <a16:creationId xmlns:a16="http://schemas.microsoft.com/office/drawing/2014/main" id="{5CEBB382-7B90-0EDC-2582-D504CED536BD}"/>
                    </a:ext>
                  </a:extLst>
                </p:cNvPr>
                <p:cNvPicPr/>
                <p:nvPr/>
              </p:nvPicPr>
              <p:blipFill>
                <a:blip r:embed="rId49"/>
                <a:stretch>
                  <a:fillRect/>
                </a:stretch>
              </p:blipFill>
              <p:spPr>
                <a:xfrm>
                  <a:off x="7363442" y="6380377"/>
                  <a:ext cx="1796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CC0D6A12-CF11-B807-C2B0-05B7892EBAEB}"/>
                    </a:ext>
                  </a:extLst>
                </p14:cNvPr>
                <p14:cNvContentPartPr/>
                <p14:nvPr/>
              </p14:nvContentPartPr>
              <p14:xfrm>
                <a:off x="7566482" y="6431137"/>
                <a:ext cx="167760" cy="183240"/>
              </p14:xfrm>
            </p:contentPart>
          </mc:Choice>
          <mc:Fallback xmlns="">
            <p:pic>
              <p:nvPicPr>
                <p:cNvPr id="32" name="Ink 31">
                  <a:extLst>
                    <a:ext uri="{FF2B5EF4-FFF2-40B4-BE49-F238E27FC236}">
                      <a16:creationId xmlns:a16="http://schemas.microsoft.com/office/drawing/2014/main" id="{CC0D6A12-CF11-B807-C2B0-05B7892EBAEB}"/>
                    </a:ext>
                  </a:extLst>
                </p:cNvPr>
                <p:cNvPicPr/>
                <p:nvPr/>
              </p:nvPicPr>
              <p:blipFill>
                <a:blip r:embed="rId51"/>
                <a:stretch>
                  <a:fillRect/>
                </a:stretch>
              </p:blipFill>
              <p:spPr>
                <a:xfrm>
                  <a:off x="7560362" y="6425017"/>
                  <a:ext cx="1800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234614B6-9E29-DB92-61DC-1671DFB9B9B8}"/>
                    </a:ext>
                  </a:extLst>
                </p14:cNvPr>
                <p14:cNvContentPartPr/>
                <p14:nvPr/>
              </p14:nvContentPartPr>
              <p14:xfrm>
                <a:off x="7755482" y="6342217"/>
                <a:ext cx="406440" cy="217440"/>
              </p14:xfrm>
            </p:contentPart>
          </mc:Choice>
          <mc:Fallback xmlns="">
            <p:pic>
              <p:nvPicPr>
                <p:cNvPr id="33" name="Ink 32">
                  <a:extLst>
                    <a:ext uri="{FF2B5EF4-FFF2-40B4-BE49-F238E27FC236}">
                      <a16:creationId xmlns:a16="http://schemas.microsoft.com/office/drawing/2014/main" id="{234614B6-9E29-DB92-61DC-1671DFB9B9B8}"/>
                    </a:ext>
                  </a:extLst>
                </p:cNvPr>
                <p:cNvPicPr/>
                <p:nvPr/>
              </p:nvPicPr>
              <p:blipFill>
                <a:blip r:embed="rId53"/>
                <a:stretch>
                  <a:fillRect/>
                </a:stretch>
              </p:blipFill>
              <p:spPr>
                <a:xfrm>
                  <a:off x="7749362" y="6336097"/>
                  <a:ext cx="41868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35ED8B93-DC1A-0BEA-9774-60F3020CD035}"/>
                    </a:ext>
                  </a:extLst>
                </p14:cNvPr>
                <p14:cNvContentPartPr/>
                <p14:nvPr/>
              </p14:nvContentPartPr>
              <p14:xfrm>
                <a:off x="8192882" y="5963137"/>
                <a:ext cx="174600" cy="561600"/>
              </p14:xfrm>
            </p:contentPart>
          </mc:Choice>
          <mc:Fallback xmlns="">
            <p:pic>
              <p:nvPicPr>
                <p:cNvPr id="34" name="Ink 33">
                  <a:extLst>
                    <a:ext uri="{FF2B5EF4-FFF2-40B4-BE49-F238E27FC236}">
                      <a16:creationId xmlns:a16="http://schemas.microsoft.com/office/drawing/2014/main" id="{35ED8B93-DC1A-0BEA-9774-60F3020CD035}"/>
                    </a:ext>
                  </a:extLst>
                </p:cNvPr>
                <p:cNvPicPr/>
                <p:nvPr/>
              </p:nvPicPr>
              <p:blipFill>
                <a:blip r:embed="rId55"/>
                <a:stretch>
                  <a:fillRect/>
                </a:stretch>
              </p:blipFill>
              <p:spPr>
                <a:xfrm>
                  <a:off x="8186762" y="5957017"/>
                  <a:ext cx="186840" cy="5738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D1A6BDD0-96A6-1BB8-366B-255074DC2C2C}"/>
                    </a:ext>
                  </a:extLst>
                </p14:cNvPr>
                <p14:cNvContentPartPr/>
                <p14:nvPr/>
              </p14:nvContentPartPr>
              <p14:xfrm>
                <a:off x="8151482" y="6252577"/>
                <a:ext cx="298080" cy="143640"/>
              </p14:xfrm>
            </p:contentPart>
          </mc:Choice>
          <mc:Fallback xmlns="">
            <p:pic>
              <p:nvPicPr>
                <p:cNvPr id="35" name="Ink 34">
                  <a:extLst>
                    <a:ext uri="{FF2B5EF4-FFF2-40B4-BE49-F238E27FC236}">
                      <a16:creationId xmlns:a16="http://schemas.microsoft.com/office/drawing/2014/main" id="{D1A6BDD0-96A6-1BB8-366B-255074DC2C2C}"/>
                    </a:ext>
                  </a:extLst>
                </p:cNvPr>
                <p:cNvPicPr/>
                <p:nvPr/>
              </p:nvPicPr>
              <p:blipFill>
                <a:blip r:embed="rId57"/>
                <a:stretch>
                  <a:fillRect/>
                </a:stretch>
              </p:blipFill>
              <p:spPr>
                <a:xfrm>
                  <a:off x="8145362" y="6246457"/>
                  <a:ext cx="3103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91CE83BC-BCF3-AF5F-C2A1-6EFA93B454D3}"/>
                    </a:ext>
                  </a:extLst>
                </p14:cNvPr>
                <p14:cNvContentPartPr/>
                <p14:nvPr/>
              </p14:nvContentPartPr>
              <p14:xfrm>
                <a:off x="8475482" y="6207577"/>
                <a:ext cx="324000" cy="285840"/>
              </p14:xfrm>
            </p:contentPart>
          </mc:Choice>
          <mc:Fallback xmlns="">
            <p:pic>
              <p:nvPicPr>
                <p:cNvPr id="36" name="Ink 35">
                  <a:extLst>
                    <a:ext uri="{FF2B5EF4-FFF2-40B4-BE49-F238E27FC236}">
                      <a16:creationId xmlns:a16="http://schemas.microsoft.com/office/drawing/2014/main" id="{91CE83BC-BCF3-AF5F-C2A1-6EFA93B454D3}"/>
                    </a:ext>
                  </a:extLst>
                </p:cNvPr>
                <p:cNvPicPr/>
                <p:nvPr/>
              </p:nvPicPr>
              <p:blipFill>
                <a:blip r:embed="rId59"/>
                <a:stretch>
                  <a:fillRect/>
                </a:stretch>
              </p:blipFill>
              <p:spPr>
                <a:xfrm>
                  <a:off x="8469362" y="6201457"/>
                  <a:ext cx="336240" cy="298080"/>
                </a:xfrm>
                <a:prstGeom prst="rect">
                  <a:avLst/>
                </a:prstGeom>
              </p:spPr>
            </p:pic>
          </mc:Fallback>
        </mc:AlternateContent>
      </p:grpSp>
      <p:grpSp>
        <p:nvGrpSpPr>
          <p:cNvPr id="50" name="Group 49">
            <a:extLst>
              <a:ext uri="{FF2B5EF4-FFF2-40B4-BE49-F238E27FC236}">
                <a16:creationId xmlns:a16="http://schemas.microsoft.com/office/drawing/2014/main" id="{8BA875FD-3202-E0ED-25EE-38B6466B81DB}"/>
              </a:ext>
            </a:extLst>
          </p:cNvPr>
          <p:cNvGrpSpPr/>
          <p:nvPr/>
        </p:nvGrpSpPr>
        <p:grpSpPr>
          <a:xfrm>
            <a:off x="254882" y="1402657"/>
            <a:ext cx="3672720" cy="1056240"/>
            <a:chOff x="254882" y="1402657"/>
            <a:chExt cx="3672720" cy="1056240"/>
          </a:xfrm>
        </p:grpSpPr>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7DA63D7C-222B-C718-9A51-29137016A000}"/>
                    </a:ext>
                  </a:extLst>
                </p14:cNvPr>
                <p14:cNvContentPartPr/>
                <p14:nvPr/>
              </p14:nvContentPartPr>
              <p14:xfrm>
                <a:off x="254882" y="1908097"/>
                <a:ext cx="576720" cy="550800"/>
              </p14:xfrm>
            </p:contentPart>
          </mc:Choice>
          <mc:Fallback xmlns="">
            <p:pic>
              <p:nvPicPr>
                <p:cNvPr id="39" name="Ink 38">
                  <a:extLst>
                    <a:ext uri="{FF2B5EF4-FFF2-40B4-BE49-F238E27FC236}">
                      <a16:creationId xmlns:a16="http://schemas.microsoft.com/office/drawing/2014/main" id="{7DA63D7C-222B-C718-9A51-29137016A000}"/>
                    </a:ext>
                  </a:extLst>
                </p:cNvPr>
                <p:cNvPicPr/>
                <p:nvPr/>
              </p:nvPicPr>
              <p:blipFill>
                <a:blip r:embed="rId61"/>
                <a:stretch>
                  <a:fillRect/>
                </a:stretch>
              </p:blipFill>
              <p:spPr>
                <a:xfrm>
                  <a:off x="248762" y="1901977"/>
                  <a:ext cx="588960" cy="563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CAF7868D-C40B-0B3E-990F-8BEC92E25C9C}"/>
                    </a:ext>
                  </a:extLst>
                </p14:cNvPr>
                <p14:cNvContentPartPr/>
                <p14:nvPr/>
              </p14:nvContentPartPr>
              <p14:xfrm>
                <a:off x="870122" y="2127337"/>
                <a:ext cx="181800" cy="266040"/>
              </p14:xfrm>
            </p:contentPart>
          </mc:Choice>
          <mc:Fallback xmlns="">
            <p:pic>
              <p:nvPicPr>
                <p:cNvPr id="40" name="Ink 39">
                  <a:extLst>
                    <a:ext uri="{FF2B5EF4-FFF2-40B4-BE49-F238E27FC236}">
                      <a16:creationId xmlns:a16="http://schemas.microsoft.com/office/drawing/2014/main" id="{CAF7868D-C40B-0B3E-990F-8BEC92E25C9C}"/>
                    </a:ext>
                  </a:extLst>
                </p:cNvPr>
                <p:cNvPicPr/>
                <p:nvPr/>
              </p:nvPicPr>
              <p:blipFill>
                <a:blip r:embed="rId63"/>
                <a:stretch>
                  <a:fillRect/>
                </a:stretch>
              </p:blipFill>
              <p:spPr>
                <a:xfrm>
                  <a:off x="864002" y="2121217"/>
                  <a:ext cx="19404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FC5F9985-9B1C-E60C-2A05-214F14BFCDE0}"/>
                    </a:ext>
                  </a:extLst>
                </p14:cNvPr>
                <p14:cNvContentPartPr/>
                <p14:nvPr/>
              </p14:nvContentPartPr>
              <p14:xfrm>
                <a:off x="1038602" y="2077657"/>
                <a:ext cx="192600" cy="213480"/>
              </p14:xfrm>
            </p:contentPart>
          </mc:Choice>
          <mc:Fallback xmlns="">
            <p:pic>
              <p:nvPicPr>
                <p:cNvPr id="41" name="Ink 40">
                  <a:extLst>
                    <a:ext uri="{FF2B5EF4-FFF2-40B4-BE49-F238E27FC236}">
                      <a16:creationId xmlns:a16="http://schemas.microsoft.com/office/drawing/2014/main" id="{FC5F9985-9B1C-E60C-2A05-214F14BFCDE0}"/>
                    </a:ext>
                  </a:extLst>
                </p:cNvPr>
                <p:cNvPicPr/>
                <p:nvPr/>
              </p:nvPicPr>
              <p:blipFill>
                <a:blip r:embed="rId65"/>
                <a:stretch>
                  <a:fillRect/>
                </a:stretch>
              </p:blipFill>
              <p:spPr>
                <a:xfrm>
                  <a:off x="1032482" y="2071537"/>
                  <a:ext cx="2048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B786B64F-4476-08C3-1A1C-4BFD0C5B6487}"/>
                    </a:ext>
                  </a:extLst>
                </p14:cNvPr>
                <p14:cNvContentPartPr/>
                <p14:nvPr/>
              </p14:nvContentPartPr>
              <p14:xfrm>
                <a:off x="1081082" y="1724137"/>
                <a:ext cx="432720" cy="442440"/>
              </p14:xfrm>
            </p:contentPart>
          </mc:Choice>
          <mc:Fallback xmlns="">
            <p:pic>
              <p:nvPicPr>
                <p:cNvPr id="42" name="Ink 41">
                  <a:extLst>
                    <a:ext uri="{FF2B5EF4-FFF2-40B4-BE49-F238E27FC236}">
                      <a16:creationId xmlns:a16="http://schemas.microsoft.com/office/drawing/2014/main" id="{B786B64F-4476-08C3-1A1C-4BFD0C5B6487}"/>
                    </a:ext>
                  </a:extLst>
                </p:cNvPr>
                <p:cNvPicPr/>
                <p:nvPr/>
              </p:nvPicPr>
              <p:blipFill>
                <a:blip r:embed="rId67"/>
                <a:stretch>
                  <a:fillRect/>
                </a:stretch>
              </p:blipFill>
              <p:spPr>
                <a:xfrm>
                  <a:off x="1074962" y="1718017"/>
                  <a:ext cx="444960" cy="4546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7C6D8031-2EAE-42FB-8374-7641F08D550A}"/>
                    </a:ext>
                  </a:extLst>
                </p14:cNvPr>
                <p14:cNvContentPartPr/>
                <p14:nvPr/>
              </p14:nvContentPartPr>
              <p14:xfrm>
                <a:off x="1561682" y="1845817"/>
                <a:ext cx="213480" cy="291600"/>
              </p14:xfrm>
            </p:contentPart>
          </mc:Choice>
          <mc:Fallback xmlns="">
            <p:pic>
              <p:nvPicPr>
                <p:cNvPr id="43" name="Ink 42">
                  <a:extLst>
                    <a:ext uri="{FF2B5EF4-FFF2-40B4-BE49-F238E27FC236}">
                      <a16:creationId xmlns:a16="http://schemas.microsoft.com/office/drawing/2014/main" id="{7C6D8031-2EAE-42FB-8374-7641F08D550A}"/>
                    </a:ext>
                  </a:extLst>
                </p:cNvPr>
                <p:cNvPicPr/>
                <p:nvPr/>
              </p:nvPicPr>
              <p:blipFill>
                <a:blip r:embed="rId69"/>
                <a:stretch>
                  <a:fillRect/>
                </a:stretch>
              </p:blipFill>
              <p:spPr>
                <a:xfrm>
                  <a:off x="1555562" y="1839697"/>
                  <a:ext cx="22572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4" name="Ink 43">
                  <a:extLst>
                    <a:ext uri="{FF2B5EF4-FFF2-40B4-BE49-F238E27FC236}">
                      <a16:creationId xmlns:a16="http://schemas.microsoft.com/office/drawing/2014/main" id="{9A9CE524-13B3-2D53-4843-834044B7E317}"/>
                    </a:ext>
                  </a:extLst>
                </p14:cNvPr>
                <p14:cNvContentPartPr/>
                <p14:nvPr/>
              </p14:nvContentPartPr>
              <p14:xfrm>
                <a:off x="1888922" y="1900177"/>
                <a:ext cx="205920" cy="175680"/>
              </p14:xfrm>
            </p:contentPart>
          </mc:Choice>
          <mc:Fallback xmlns="">
            <p:pic>
              <p:nvPicPr>
                <p:cNvPr id="44" name="Ink 43">
                  <a:extLst>
                    <a:ext uri="{FF2B5EF4-FFF2-40B4-BE49-F238E27FC236}">
                      <a16:creationId xmlns:a16="http://schemas.microsoft.com/office/drawing/2014/main" id="{9A9CE524-13B3-2D53-4843-834044B7E317}"/>
                    </a:ext>
                  </a:extLst>
                </p:cNvPr>
                <p:cNvPicPr/>
                <p:nvPr/>
              </p:nvPicPr>
              <p:blipFill>
                <a:blip r:embed="rId71"/>
                <a:stretch>
                  <a:fillRect/>
                </a:stretch>
              </p:blipFill>
              <p:spPr>
                <a:xfrm>
                  <a:off x="1882802" y="1894057"/>
                  <a:ext cx="21816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5" name="Ink 44">
                  <a:extLst>
                    <a:ext uri="{FF2B5EF4-FFF2-40B4-BE49-F238E27FC236}">
                      <a16:creationId xmlns:a16="http://schemas.microsoft.com/office/drawing/2014/main" id="{EA875E31-A7D7-107D-5BE5-02AB136A31F2}"/>
                    </a:ext>
                  </a:extLst>
                </p14:cNvPr>
                <p14:cNvContentPartPr/>
                <p14:nvPr/>
              </p14:nvContentPartPr>
              <p14:xfrm>
                <a:off x="1842122" y="1526857"/>
                <a:ext cx="300600" cy="443520"/>
              </p14:xfrm>
            </p:contentPart>
          </mc:Choice>
          <mc:Fallback xmlns="">
            <p:pic>
              <p:nvPicPr>
                <p:cNvPr id="45" name="Ink 44">
                  <a:extLst>
                    <a:ext uri="{FF2B5EF4-FFF2-40B4-BE49-F238E27FC236}">
                      <a16:creationId xmlns:a16="http://schemas.microsoft.com/office/drawing/2014/main" id="{EA875E31-A7D7-107D-5BE5-02AB136A31F2}"/>
                    </a:ext>
                  </a:extLst>
                </p:cNvPr>
                <p:cNvPicPr/>
                <p:nvPr/>
              </p:nvPicPr>
              <p:blipFill>
                <a:blip r:embed="rId73"/>
                <a:stretch>
                  <a:fillRect/>
                </a:stretch>
              </p:blipFill>
              <p:spPr>
                <a:xfrm>
                  <a:off x="1836002" y="1520737"/>
                  <a:ext cx="31284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6" name="Ink 45">
                  <a:extLst>
                    <a:ext uri="{FF2B5EF4-FFF2-40B4-BE49-F238E27FC236}">
                      <a16:creationId xmlns:a16="http://schemas.microsoft.com/office/drawing/2014/main" id="{CCF3AEC9-51A9-1485-2DB2-3A561484CC29}"/>
                    </a:ext>
                  </a:extLst>
                </p14:cNvPr>
                <p14:cNvContentPartPr/>
                <p14:nvPr/>
              </p14:nvContentPartPr>
              <p14:xfrm>
                <a:off x="2430362" y="1540537"/>
                <a:ext cx="425520" cy="321120"/>
              </p14:xfrm>
            </p:contentPart>
          </mc:Choice>
          <mc:Fallback xmlns="">
            <p:pic>
              <p:nvPicPr>
                <p:cNvPr id="46" name="Ink 45">
                  <a:extLst>
                    <a:ext uri="{FF2B5EF4-FFF2-40B4-BE49-F238E27FC236}">
                      <a16:creationId xmlns:a16="http://schemas.microsoft.com/office/drawing/2014/main" id="{CCF3AEC9-51A9-1485-2DB2-3A561484CC29}"/>
                    </a:ext>
                  </a:extLst>
                </p:cNvPr>
                <p:cNvPicPr/>
                <p:nvPr/>
              </p:nvPicPr>
              <p:blipFill>
                <a:blip r:embed="rId75"/>
                <a:stretch>
                  <a:fillRect/>
                </a:stretch>
              </p:blipFill>
              <p:spPr>
                <a:xfrm>
                  <a:off x="2424242" y="1534417"/>
                  <a:ext cx="43776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AD04F714-72B0-73F8-8021-6B407B26EF74}"/>
                    </a:ext>
                  </a:extLst>
                </p14:cNvPr>
                <p14:cNvContentPartPr/>
                <p14:nvPr/>
              </p14:nvContentPartPr>
              <p14:xfrm>
                <a:off x="2668682" y="1422817"/>
                <a:ext cx="105120" cy="565560"/>
              </p14:xfrm>
            </p:contentPart>
          </mc:Choice>
          <mc:Fallback xmlns="">
            <p:pic>
              <p:nvPicPr>
                <p:cNvPr id="47" name="Ink 46">
                  <a:extLst>
                    <a:ext uri="{FF2B5EF4-FFF2-40B4-BE49-F238E27FC236}">
                      <a16:creationId xmlns:a16="http://schemas.microsoft.com/office/drawing/2014/main" id="{AD04F714-72B0-73F8-8021-6B407B26EF74}"/>
                    </a:ext>
                  </a:extLst>
                </p:cNvPr>
                <p:cNvPicPr/>
                <p:nvPr/>
              </p:nvPicPr>
              <p:blipFill>
                <a:blip r:embed="rId77"/>
                <a:stretch>
                  <a:fillRect/>
                </a:stretch>
              </p:blipFill>
              <p:spPr>
                <a:xfrm>
                  <a:off x="2662562" y="1416697"/>
                  <a:ext cx="117360" cy="577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BA064BC5-1D60-840B-D9C8-02992B1F6F2F}"/>
                    </a:ext>
                  </a:extLst>
                </p14:cNvPr>
                <p14:cNvContentPartPr/>
                <p14:nvPr/>
              </p14:nvContentPartPr>
              <p14:xfrm>
                <a:off x="2903042" y="1585897"/>
                <a:ext cx="339120" cy="342720"/>
              </p14:xfrm>
            </p:contentPart>
          </mc:Choice>
          <mc:Fallback xmlns="">
            <p:pic>
              <p:nvPicPr>
                <p:cNvPr id="48" name="Ink 47">
                  <a:extLst>
                    <a:ext uri="{FF2B5EF4-FFF2-40B4-BE49-F238E27FC236}">
                      <a16:creationId xmlns:a16="http://schemas.microsoft.com/office/drawing/2014/main" id="{BA064BC5-1D60-840B-D9C8-02992B1F6F2F}"/>
                    </a:ext>
                  </a:extLst>
                </p:cNvPr>
                <p:cNvPicPr/>
                <p:nvPr/>
              </p:nvPicPr>
              <p:blipFill>
                <a:blip r:embed="rId79"/>
                <a:stretch>
                  <a:fillRect/>
                </a:stretch>
              </p:blipFill>
              <p:spPr>
                <a:xfrm>
                  <a:off x="2896922" y="1579777"/>
                  <a:ext cx="35136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1B4FD0BF-AB3B-230E-A599-21CDA258C7EC}"/>
                    </a:ext>
                  </a:extLst>
                </p14:cNvPr>
                <p14:cNvContentPartPr/>
                <p14:nvPr/>
              </p14:nvContentPartPr>
              <p14:xfrm>
                <a:off x="3309482" y="1402657"/>
                <a:ext cx="618120" cy="401040"/>
              </p14:xfrm>
            </p:contentPart>
          </mc:Choice>
          <mc:Fallback xmlns="">
            <p:pic>
              <p:nvPicPr>
                <p:cNvPr id="49" name="Ink 48">
                  <a:extLst>
                    <a:ext uri="{FF2B5EF4-FFF2-40B4-BE49-F238E27FC236}">
                      <a16:creationId xmlns:a16="http://schemas.microsoft.com/office/drawing/2014/main" id="{1B4FD0BF-AB3B-230E-A599-21CDA258C7EC}"/>
                    </a:ext>
                  </a:extLst>
                </p:cNvPr>
                <p:cNvPicPr/>
                <p:nvPr/>
              </p:nvPicPr>
              <p:blipFill>
                <a:blip r:embed="rId81"/>
                <a:stretch>
                  <a:fillRect/>
                </a:stretch>
              </p:blipFill>
              <p:spPr>
                <a:xfrm>
                  <a:off x="3303362" y="1396537"/>
                  <a:ext cx="630360" cy="413280"/>
                </a:xfrm>
                <a:prstGeom prst="rect">
                  <a:avLst/>
                </a:prstGeom>
              </p:spPr>
            </p:pic>
          </mc:Fallback>
        </mc:AlternateContent>
      </p:grpSp>
    </p:spTree>
    <p:extLst>
      <p:ext uri="{BB962C8B-B14F-4D97-AF65-F5344CB8AC3E}">
        <p14:creationId xmlns:p14="http://schemas.microsoft.com/office/powerpoint/2010/main" val="3703636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68E9B-BFF5-EB2B-91EE-D064A22DD3FD}"/>
              </a:ext>
            </a:extLst>
          </p:cNvPr>
          <p:cNvSpPr>
            <a:spLocks noGrp="1"/>
          </p:cNvSpPr>
          <p:nvPr>
            <p:ph type="title"/>
          </p:nvPr>
        </p:nvSpPr>
        <p:spPr/>
        <p:txBody>
          <a:bodyPr/>
          <a:lstStyle/>
          <a:p>
            <a:r>
              <a:rPr lang="en-GB" dirty="0"/>
              <a:t>Project Design</a:t>
            </a:r>
          </a:p>
        </p:txBody>
      </p:sp>
      <p:sp>
        <p:nvSpPr>
          <p:cNvPr id="3" name="Text Placeholder 2">
            <a:extLst>
              <a:ext uri="{FF2B5EF4-FFF2-40B4-BE49-F238E27FC236}">
                <a16:creationId xmlns:a16="http://schemas.microsoft.com/office/drawing/2014/main" id="{BC782C4B-7EA9-BDBB-62AC-C644F168F7F4}"/>
              </a:ext>
            </a:extLst>
          </p:cNvPr>
          <p:cNvSpPr>
            <a:spLocks noGrp="1"/>
          </p:cNvSpPr>
          <p:nvPr>
            <p:ph type="body" idx="1"/>
          </p:nvPr>
        </p:nvSpPr>
        <p:spPr/>
        <p:txBody>
          <a:bodyPr/>
          <a:lstStyle/>
          <a:p>
            <a:r>
              <a:rPr lang="en-GB" dirty="0" err="1"/>
              <a:t>DDD</a:t>
            </a:r>
            <a:endParaRPr lang="en-GB" dirty="0"/>
          </a:p>
        </p:txBody>
      </p:sp>
    </p:spTree>
    <p:extLst>
      <p:ext uri="{BB962C8B-B14F-4D97-AF65-F5344CB8AC3E}">
        <p14:creationId xmlns:p14="http://schemas.microsoft.com/office/powerpoint/2010/main" val="30568584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7DB35-784A-674F-5F7B-C310C6F66B2A}"/>
              </a:ext>
            </a:extLst>
          </p:cNvPr>
          <p:cNvSpPr>
            <a:spLocks noGrp="1"/>
          </p:cNvSpPr>
          <p:nvPr>
            <p:ph type="title"/>
          </p:nvPr>
        </p:nvSpPr>
        <p:spPr/>
        <p:txBody>
          <a:bodyPr/>
          <a:lstStyle/>
          <a:p>
            <a:r>
              <a:rPr lang="en-GB" dirty="0"/>
              <a:t>Query Design</a:t>
            </a:r>
          </a:p>
        </p:txBody>
      </p:sp>
      <p:pic>
        <p:nvPicPr>
          <p:cNvPr id="5" name="Content Placeholder 4" descr="The image displays a collection of various query design templates, including a blank template, an updated version, and a list of query types, all arranged in a visually organized layout.&#10;&#10;AI-generated content may be incorrect.">
            <a:extLst>
              <a:ext uri="{FF2B5EF4-FFF2-40B4-BE49-F238E27FC236}">
                <a16:creationId xmlns:a16="http://schemas.microsoft.com/office/drawing/2014/main" id="{656309DA-346A-B99A-0A93-14D2CC0D0C8B}"/>
              </a:ext>
            </a:extLst>
          </p:cNvPr>
          <p:cNvPicPr>
            <a:picLocks noGrp="1" noChangeAspect="1"/>
          </p:cNvPicPr>
          <p:nvPr>
            <p:ph idx="1"/>
          </p:nvPr>
        </p:nvPicPr>
        <p:blipFill>
          <a:blip r:embed="rId2"/>
          <a:stretch>
            <a:fillRect/>
          </a:stretch>
        </p:blipFill>
        <p:spPr>
          <a:xfrm>
            <a:off x="1965392" y="1690688"/>
            <a:ext cx="8261217" cy="4680000"/>
          </a:xfrm>
          <a:prstGeom prst="rect">
            <a:avLst/>
          </a:prstGeom>
        </p:spPr>
      </p:pic>
      <p:grpSp>
        <p:nvGrpSpPr>
          <p:cNvPr id="25" name="Group 24">
            <a:extLst>
              <a:ext uri="{FF2B5EF4-FFF2-40B4-BE49-F238E27FC236}">
                <a16:creationId xmlns:a16="http://schemas.microsoft.com/office/drawing/2014/main" id="{AC875C29-3320-94E8-EEDA-449436A91396}"/>
              </a:ext>
            </a:extLst>
          </p:cNvPr>
          <p:cNvGrpSpPr/>
          <p:nvPr/>
        </p:nvGrpSpPr>
        <p:grpSpPr>
          <a:xfrm>
            <a:off x="5943242" y="367657"/>
            <a:ext cx="1491120" cy="690120"/>
            <a:chOff x="5943242" y="367657"/>
            <a:chExt cx="1491120" cy="69012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77CCC450-5D32-DCD7-47DE-836F1E78E944}"/>
                    </a:ext>
                  </a:extLst>
                </p14:cNvPr>
                <p14:cNvContentPartPr/>
                <p14:nvPr/>
              </p14:nvContentPartPr>
              <p14:xfrm>
                <a:off x="5943242" y="367657"/>
                <a:ext cx="349920" cy="382680"/>
              </p14:xfrm>
            </p:contentPart>
          </mc:Choice>
          <mc:Fallback xmlns="">
            <p:pic>
              <p:nvPicPr>
                <p:cNvPr id="6" name="Ink 5">
                  <a:extLst>
                    <a:ext uri="{FF2B5EF4-FFF2-40B4-BE49-F238E27FC236}">
                      <a16:creationId xmlns:a16="http://schemas.microsoft.com/office/drawing/2014/main" id="{77CCC450-5D32-DCD7-47DE-836F1E78E944}"/>
                    </a:ext>
                  </a:extLst>
                </p:cNvPr>
                <p:cNvPicPr/>
                <p:nvPr/>
              </p:nvPicPr>
              <p:blipFill>
                <a:blip r:embed="rId4"/>
                <a:stretch>
                  <a:fillRect/>
                </a:stretch>
              </p:blipFill>
              <p:spPr>
                <a:xfrm>
                  <a:off x="5937122" y="361537"/>
                  <a:ext cx="36216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1CF35A9-F82E-ACD8-D5F0-790448290C5F}"/>
                    </a:ext>
                  </a:extLst>
                </p14:cNvPr>
                <p14:cNvContentPartPr/>
                <p14:nvPr/>
              </p14:nvContentPartPr>
              <p14:xfrm>
                <a:off x="6252482" y="545137"/>
                <a:ext cx="211320" cy="194760"/>
              </p14:xfrm>
            </p:contentPart>
          </mc:Choice>
          <mc:Fallback xmlns="">
            <p:pic>
              <p:nvPicPr>
                <p:cNvPr id="7" name="Ink 6">
                  <a:extLst>
                    <a:ext uri="{FF2B5EF4-FFF2-40B4-BE49-F238E27FC236}">
                      <a16:creationId xmlns:a16="http://schemas.microsoft.com/office/drawing/2014/main" id="{A1CF35A9-F82E-ACD8-D5F0-790448290C5F}"/>
                    </a:ext>
                  </a:extLst>
                </p:cNvPr>
                <p:cNvPicPr/>
                <p:nvPr/>
              </p:nvPicPr>
              <p:blipFill>
                <a:blip r:embed="rId6"/>
                <a:stretch>
                  <a:fillRect/>
                </a:stretch>
              </p:blipFill>
              <p:spPr>
                <a:xfrm>
                  <a:off x="6246362" y="539017"/>
                  <a:ext cx="22356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58D31582-0018-A383-81CE-2397F6BDEFAB}"/>
                    </a:ext>
                  </a:extLst>
                </p14:cNvPr>
                <p14:cNvContentPartPr/>
                <p14:nvPr/>
              </p14:nvContentPartPr>
              <p14:xfrm>
                <a:off x="6546962" y="528577"/>
                <a:ext cx="228600" cy="201240"/>
              </p14:xfrm>
            </p:contentPart>
          </mc:Choice>
          <mc:Fallback xmlns="">
            <p:pic>
              <p:nvPicPr>
                <p:cNvPr id="8" name="Ink 7">
                  <a:extLst>
                    <a:ext uri="{FF2B5EF4-FFF2-40B4-BE49-F238E27FC236}">
                      <a16:creationId xmlns:a16="http://schemas.microsoft.com/office/drawing/2014/main" id="{58D31582-0018-A383-81CE-2397F6BDEFAB}"/>
                    </a:ext>
                  </a:extLst>
                </p:cNvPr>
                <p:cNvPicPr/>
                <p:nvPr/>
              </p:nvPicPr>
              <p:blipFill>
                <a:blip r:embed="rId8"/>
                <a:stretch>
                  <a:fillRect/>
                </a:stretch>
              </p:blipFill>
              <p:spPr>
                <a:xfrm>
                  <a:off x="6540842" y="522457"/>
                  <a:ext cx="2408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8669C3F5-651C-BE81-932A-A6F1941B4D3F}"/>
                    </a:ext>
                  </a:extLst>
                </p14:cNvPr>
                <p14:cNvContentPartPr/>
                <p14:nvPr/>
              </p14:nvContentPartPr>
              <p14:xfrm>
                <a:off x="6690602" y="400417"/>
                <a:ext cx="7200" cy="68400"/>
              </p14:xfrm>
            </p:contentPart>
          </mc:Choice>
          <mc:Fallback xmlns="">
            <p:pic>
              <p:nvPicPr>
                <p:cNvPr id="9" name="Ink 8">
                  <a:extLst>
                    <a:ext uri="{FF2B5EF4-FFF2-40B4-BE49-F238E27FC236}">
                      <a16:creationId xmlns:a16="http://schemas.microsoft.com/office/drawing/2014/main" id="{8669C3F5-651C-BE81-932A-A6F1941B4D3F}"/>
                    </a:ext>
                  </a:extLst>
                </p:cNvPr>
                <p:cNvPicPr/>
                <p:nvPr/>
              </p:nvPicPr>
              <p:blipFill>
                <a:blip r:embed="rId10"/>
                <a:stretch>
                  <a:fillRect/>
                </a:stretch>
              </p:blipFill>
              <p:spPr>
                <a:xfrm>
                  <a:off x="6684482" y="394297"/>
                  <a:ext cx="194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89DBAEE6-635A-62E2-C141-C7EC4DEF62B9}"/>
                    </a:ext>
                  </a:extLst>
                </p14:cNvPr>
                <p14:cNvContentPartPr/>
                <p14:nvPr/>
              </p14:nvContentPartPr>
              <p14:xfrm>
                <a:off x="6823442" y="533257"/>
                <a:ext cx="59400" cy="129960"/>
              </p14:xfrm>
            </p:contentPart>
          </mc:Choice>
          <mc:Fallback xmlns="">
            <p:pic>
              <p:nvPicPr>
                <p:cNvPr id="10" name="Ink 9">
                  <a:extLst>
                    <a:ext uri="{FF2B5EF4-FFF2-40B4-BE49-F238E27FC236}">
                      <a16:creationId xmlns:a16="http://schemas.microsoft.com/office/drawing/2014/main" id="{89DBAEE6-635A-62E2-C141-C7EC4DEF62B9}"/>
                    </a:ext>
                  </a:extLst>
                </p:cNvPr>
                <p:cNvPicPr/>
                <p:nvPr/>
              </p:nvPicPr>
              <p:blipFill>
                <a:blip r:embed="rId12"/>
                <a:stretch>
                  <a:fillRect/>
                </a:stretch>
              </p:blipFill>
              <p:spPr>
                <a:xfrm>
                  <a:off x="6817322" y="527137"/>
                  <a:ext cx="716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B2990D4F-AAB7-6DB7-D0F6-E4332CDFDD07}"/>
                    </a:ext>
                  </a:extLst>
                </p14:cNvPr>
                <p14:cNvContentPartPr/>
                <p14:nvPr/>
              </p14:nvContentPartPr>
              <p14:xfrm>
                <a:off x="6891842" y="532177"/>
                <a:ext cx="417240" cy="525600"/>
              </p14:xfrm>
            </p:contentPart>
          </mc:Choice>
          <mc:Fallback xmlns="">
            <p:pic>
              <p:nvPicPr>
                <p:cNvPr id="11" name="Ink 10">
                  <a:extLst>
                    <a:ext uri="{FF2B5EF4-FFF2-40B4-BE49-F238E27FC236}">
                      <a16:creationId xmlns:a16="http://schemas.microsoft.com/office/drawing/2014/main" id="{B2990D4F-AAB7-6DB7-D0F6-E4332CDFDD07}"/>
                    </a:ext>
                  </a:extLst>
                </p:cNvPr>
                <p:cNvPicPr/>
                <p:nvPr/>
              </p:nvPicPr>
              <p:blipFill>
                <a:blip r:embed="rId14"/>
                <a:stretch>
                  <a:fillRect/>
                </a:stretch>
              </p:blipFill>
              <p:spPr>
                <a:xfrm>
                  <a:off x="6885722" y="526057"/>
                  <a:ext cx="429480" cy="537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1FC72FEB-08FE-A3DC-CBF6-702972498FE2}"/>
                    </a:ext>
                  </a:extLst>
                </p14:cNvPr>
                <p14:cNvContentPartPr/>
                <p14:nvPr/>
              </p14:nvContentPartPr>
              <p14:xfrm>
                <a:off x="7196402" y="527137"/>
                <a:ext cx="237960" cy="180360"/>
              </p14:xfrm>
            </p:contentPart>
          </mc:Choice>
          <mc:Fallback xmlns="">
            <p:pic>
              <p:nvPicPr>
                <p:cNvPr id="12" name="Ink 11">
                  <a:extLst>
                    <a:ext uri="{FF2B5EF4-FFF2-40B4-BE49-F238E27FC236}">
                      <a16:creationId xmlns:a16="http://schemas.microsoft.com/office/drawing/2014/main" id="{1FC72FEB-08FE-A3DC-CBF6-702972498FE2}"/>
                    </a:ext>
                  </a:extLst>
                </p:cNvPr>
                <p:cNvPicPr/>
                <p:nvPr/>
              </p:nvPicPr>
              <p:blipFill>
                <a:blip r:embed="rId16"/>
                <a:stretch>
                  <a:fillRect/>
                </a:stretch>
              </p:blipFill>
              <p:spPr>
                <a:xfrm>
                  <a:off x="7190282" y="521017"/>
                  <a:ext cx="250200" cy="192600"/>
                </a:xfrm>
                <a:prstGeom prst="rect">
                  <a:avLst/>
                </a:prstGeom>
              </p:spPr>
            </p:pic>
          </mc:Fallback>
        </mc:AlternateContent>
      </p:grpSp>
      <p:grpSp>
        <p:nvGrpSpPr>
          <p:cNvPr id="24" name="Group 23">
            <a:extLst>
              <a:ext uri="{FF2B5EF4-FFF2-40B4-BE49-F238E27FC236}">
                <a16:creationId xmlns:a16="http://schemas.microsoft.com/office/drawing/2014/main" id="{5A4C1537-F351-E77C-9FAC-4CB1F78B7498}"/>
              </a:ext>
            </a:extLst>
          </p:cNvPr>
          <p:cNvGrpSpPr/>
          <p:nvPr/>
        </p:nvGrpSpPr>
        <p:grpSpPr>
          <a:xfrm>
            <a:off x="7802642" y="149497"/>
            <a:ext cx="513000" cy="610200"/>
            <a:chOff x="7802642" y="149497"/>
            <a:chExt cx="513000" cy="610200"/>
          </a:xfrm>
        </p:grpSpPr>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D374B3FE-4831-7427-7C81-970AC475771A}"/>
                    </a:ext>
                  </a:extLst>
                </p14:cNvPr>
                <p14:cNvContentPartPr/>
                <p14:nvPr/>
              </p14:nvContentPartPr>
              <p14:xfrm>
                <a:off x="7802642" y="537217"/>
                <a:ext cx="276480" cy="222480"/>
              </p14:xfrm>
            </p:contentPart>
          </mc:Choice>
          <mc:Fallback xmlns="">
            <p:pic>
              <p:nvPicPr>
                <p:cNvPr id="13" name="Ink 12">
                  <a:extLst>
                    <a:ext uri="{FF2B5EF4-FFF2-40B4-BE49-F238E27FC236}">
                      <a16:creationId xmlns:a16="http://schemas.microsoft.com/office/drawing/2014/main" id="{D374B3FE-4831-7427-7C81-970AC475771A}"/>
                    </a:ext>
                  </a:extLst>
                </p:cNvPr>
                <p:cNvPicPr/>
                <p:nvPr/>
              </p:nvPicPr>
              <p:blipFill>
                <a:blip r:embed="rId18"/>
                <a:stretch>
                  <a:fillRect/>
                </a:stretch>
              </p:blipFill>
              <p:spPr>
                <a:xfrm>
                  <a:off x="7796522" y="531097"/>
                  <a:ext cx="2887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C3D02C09-81C3-16C2-0DB5-A2C7CC2C535A}"/>
                    </a:ext>
                  </a:extLst>
                </p14:cNvPr>
                <p14:cNvContentPartPr/>
                <p14:nvPr/>
              </p14:nvContentPartPr>
              <p14:xfrm>
                <a:off x="8073002" y="149497"/>
                <a:ext cx="135360" cy="557640"/>
              </p14:xfrm>
            </p:contentPart>
          </mc:Choice>
          <mc:Fallback xmlns="">
            <p:pic>
              <p:nvPicPr>
                <p:cNvPr id="14" name="Ink 13">
                  <a:extLst>
                    <a:ext uri="{FF2B5EF4-FFF2-40B4-BE49-F238E27FC236}">
                      <a16:creationId xmlns:a16="http://schemas.microsoft.com/office/drawing/2014/main" id="{C3D02C09-81C3-16C2-0DB5-A2C7CC2C535A}"/>
                    </a:ext>
                  </a:extLst>
                </p:cNvPr>
                <p:cNvPicPr/>
                <p:nvPr/>
              </p:nvPicPr>
              <p:blipFill>
                <a:blip r:embed="rId20"/>
                <a:stretch>
                  <a:fillRect/>
                </a:stretch>
              </p:blipFill>
              <p:spPr>
                <a:xfrm>
                  <a:off x="8066882" y="143377"/>
                  <a:ext cx="147600" cy="569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736A2E38-A68C-1E12-7C6D-D97B63652E10}"/>
                    </a:ext>
                  </a:extLst>
                </p14:cNvPr>
                <p14:cNvContentPartPr/>
                <p14:nvPr/>
              </p14:nvContentPartPr>
              <p14:xfrm>
                <a:off x="8193962" y="238057"/>
                <a:ext cx="121680" cy="479880"/>
              </p14:xfrm>
            </p:contentPart>
          </mc:Choice>
          <mc:Fallback xmlns="">
            <p:pic>
              <p:nvPicPr>
                <p:cNvPr id="15" name="Ink 14">
                  <a:extLst>
                    <a:ext uri="{FF2B5EF4-FFF2-40B4-BE49-F238E27FC236}">
                      <a16:creationId xmlns:a16="http://schemas.microsoft.com/office/drawing/2014/main" id="{736A2E38-A68C-1E12-7C6D-D97B63652E10}"/>
                    </a:ext>
                  </a:extLst>
                </p:cNvPr>
                <p:cNvPicPr/>
                <p:nvPr/>
              </p:nvPicPr>
              <p:blipFill>
                <a:blip r:embed="rId22"/>
                <a:stretch>
                  <a:fillRect/>
                </a:stretch>
              </p:blipFill>
              <p:spPr>
                <a:xfrm>
                  <a:off x="8187842" y="231937"/>
                  <a:ext cx="133920" cy="492120"/>
                </a:xfrm>
                <a:prstGeom prst="rect">
                  <a:avLst/>
                </a:prstGeom>
              </p:spPr>
            </p:pic>
          </mc:Fallback>
        </mc:AlternateContent>
      </p:grpSp>
      <p:grpSp>
        <p:nvGrpSpPr>
          <p:cNvPr id="23" name="Group 22">
            <a:extLst>
              <a:ext uri="{FF2B5EF4-FFF2-40B4-BE49-F238E27FC236}">
                <a16:creationId xmlns:a16="http://schemas.microsoft.com/office/drawing/2014/main" id="{DF73AEFC-5461-B357-18D1-8AC2A346D324}"/>
              </a:ext>
            </a:extLst>
          </p:cNvPr>
          <p:cNvGrpSpPr/>
          <p:nvPr/>
        </p:nvGrpSpPr>
        <p:grpSpPr>
          <a:xfrm>
            <a:off x="8772842" y="275497"/>
            <a:ext cx="1757160" cy="659160"/>
            <a:chOff x="8772842" y="275497"/>
            <a:chExt cx="1757160" cy="659160"/>
          </a:xfrm>
        </p:grpSpPr>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C31AC54C-9F36-B1C2-DB51-7C9A87782C68}"/>
                    </a:ext>
                  </a:extLst>
                </p14:cNvPr>
                <p14:cNvContentPartPr/>
                <p14:nvPr/>
              </p14:nvContentPartPr>
              <p14:xfrm>
                <a:off x="8772842" y="478537"/>
                <a:ext cx="313200" cy="456120"/>
              </p14:xfrm>
            </p:contentPart>
          </mc:Choice>
          <mc:Fallback xmlns="">
            <p:pic>
              <p:nvPicPr>
                <p:cNvPr id="16" name="Ink 15">
                  <a:extLst>
                    <a:ext uri="{FF2B5EF4-FFF2-40B4-BE49-F238E27FC236}">
                      <a16:creationId xmlns:a16="http://schemas.microsoft.com/office/drawing/2014/main" id="{C31AC54C-9F36-B1C2-DB51-7C9A87782C68}"/>
                    </a:ext>
                  </a:extLst>
                </p:cNvPr>
                <p:cNvPicPr/>
                <p:nvPr/>
              </p:nvPicPr>
              <p:blipFill>
                <a:blip r:embed="rId24"/>
                <a:stretch>
                  <a:fillRect/>
                </a:stretch>
              </p:blipFill>
              <p:spPr>
                <a:xfrm>
                  <a:off x="8766722" y="472417"/>
                  <a:ext cx="325440" cy="468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22064D06-64AD-4DBB-8CC3-5FCAEB444B84}"/>
                    </a:ext>
                  </a:extLst>
                </p14:cNvPr>
                <p14:cNvContentPartPr/>
                <p14:nvPr/>
              </p14:nvContentPartPr>
              <p14:xfrm>
                <a:off x="9053642" y="533977"/>
                <a:ext cx="180000" cy="138960"/>
              </p14:xfrm>
            </p:contentPart>
          </mc:Choice>
          <mc:Fallback xmlns="">
            <p:pic>
              <p:nvPicPr>
                <p:cNvPr id="17" name="Ink 16">
                  <a:extLst>
                    <a:ext uri="{FF2B5EF4-FFF2-40B4-BE49-F238E27FC236}">
                      <a16:creationId xmlns:a16="http://schemas.microsoft.com/office/drawing/2014/main" id="{22064D06-64AD-4DBB-8CC3-5FCAEB444B84}"/>
                    </a:ext>
                  </a:extLst>
                </p:cNvPr>
                <p:cNvPicPr/>
                <p:nvPr/>
              </p:nvPicPr>
              <p:blipFill>
                <a:blip r:embed="rId26"/>
                <a:stretch>
                  <a:fillRect/>
                </a:stretch>
              </p:blipFill>
              <p:spPr>
                <a:xfrm>
                  <a:off x="9047522" y="527857"/>
                  <a:ext cx="1922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21A35971-BB82-C967-C119-EEBF5A8ED3B2}"/>
                    </a:ext>
                  </a:extLst>
                </p14:cNvPr>
                <p14:cNvContentPartPr/>
                <p14:nvPr/>
              </p14:nvContentPartPr>
              <p14:xfrm>
                <a:off x="9300602" y="482857"/>
                <a:ext cx="417600" cy="204480"/>
              </p14:xfrm>
            </p:contentPart>
          </mc:Choice>
          <mc:Fallback xmlns="">
            <p:pic>
              <p:nvPicPr>
                <p:cNvPr id="18" name="Ink 17">
                  <a:extLst>
                    <a:ext uri="{FF2B5EF4-FFF2-40B4-BE49-F238E27FC236}">
                      <a16:creationId xmlns:a16="http://schemas.microsoft.com/office/drawing/2014/main" id="{21A35971-BB82-C967-C119-EEBF5A8ED3B2}"/>
                    </a:ext>
                  </a:extLst>
                </p:cNvPr>
                <p:cNvPicPr/>
                <p:nvPr/>
              </p:nvPicPr>
              <p:blipFill>
                <a:blip r:embed="rId28"/>
                <a:stretch>
                  <a:fillRect/>
                </a:stretch>
              </p:blipFill>
              <p:spPr>
                <a:xfrm>
                  <a:off x="9294482" y="476737"/>
                  <a:ext cx="42984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DA69F476-CCDA-A89A-602A-07EB5CBE12DC}"/>
                    </a:ext>
                  </a:extLst>
                </p14:cNvPr>
                <p14:cNvContentPartPr/>
                <p14:nvPr/>
              </p14:nvContentPartPr>
              <p14:xfrm>
                <a:off x="9718202" y="275497"/>
                <a:ext cx="18000" cy="39240"/>
              </p14:xfrm>
            </p:contentPart>
          </mc:Choice>
          <mc:Fallback xmlns="">
            <p:pic>
              <p:nvPicPr>
                <p:cNvPr id="19" name="Ink 18">
                  <a:extLst>
                    <a:ext uri="{FF2B5EF4-FFF2-40B4-BE49-F238E27FC236}">
                      <a16:creationId xmlns:a16="http://schemas.microsoft.com/office/drawing/2014/main" id="{DA69F476-CCDA-A89A-602A-07EB5CBE12DC}"/>
                    </a:ext>
                  </a:extLst>
                </p:cNvPr>
                <p:cNvPicPr/>
                <p:nvPr/>
              </p:nvPicPr>
              <p:blipFill>
                <a:blip r:embed="rId30"/>
                <a:stretch>
                  <a:fillRect/>
                </a:stretch>
              </p:blipFill>
              <p:spPr>
                <a:xfrm>
                  <a:off x="9712082" y="269377"/>
                  <a:ext cx="3024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8086A62F-811E-C5DF-D4D7-1E38856DB5BD}"/>
                    </a:ext>
                  </a:extLst>
                </p14:cNvPr>
                <p14:cNvContentPartPr/>
                <p14:nvPr/>
              </p14:nvContentPartPr>
              <p14:xfrm>
                <a:off x="9783002" y="556297"/>
                <a:ext cx="30600" cy="108360"/>
              </p14:xfrm>
            </p:contentPart>
          </mc:Choice>
          <mc:Fallback xmlns="">
            <p:pic>
              <p:nvPicPr>
                <p:cNvPr id="20" name="Ink 19">
                  <a:extLst>
                    <a:ext uri="{FF2B5EF4-FFF2-40B4-BE49-F238E27FC236}">
                      <a16:creationId xmlns:a16="http://schemas.microsoft.com/office/drawing/2014/main" id="{8086A62F-811E-C5DF-D4D7-1E38856DB5BD}"/>
                    </a:ext>
                  </a:extLst>
                </p:cNvPr>
                <p:cNvPicPr/>
                <p:nvPr/>
              </p:nvPicPr>
              <p:blipFill>
                <a:blip r:embed="rId32"/>
                <a:stretch>
                  <a:fillRect/>
                </a:stretch>
              </p:blipFill>
              <p:spPr>
                <a:xfrm>
                  <a:off x="9776882" y="550177"/>
                  <a:ext cx="428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D0523FEF-828A-5DEA-37B4-1E33767E51F6}"/>
                    </a:ext>
                  </a:extLst>
                </p14:cNvPr>
                <p14:cNvContentPartPr/>
                <p14:nvPr/>
              </p14:nvContentPartPr>
              <p14:xfrm>
                <a:off x="9918362" y="487537"/>
                <a:ext cx="198720" cy="191160"/>
              </p14:xfrm>
            </p:contentPart>
          </mc:Choice>
          <mc:Fallback xmlns="">
            <p:pic>
              <p:nvPicPr>
                <p:cNvPr id="21" name="Ink 20">
                  <a:extLst>
                    <a:ext uri="{FF2B5EF4-FFF2-40B4-BE49-F238E27FC236}">
                      <a16:creationId xmlns:a16="http://schemas.microsoft.com/office/drawing/2014/main" id="{D0523FEF-828A-5DEA-37B4-1E33767E51F6}"/>
                    </a:ext>
                  </a:extLst>
                </p:cNvPr>
                <p:cNvPicPr/>
                <p:nvPr/>
              </p:nvPicPr>
              <p:blipFill>
                <a:blip r:embed="rId34"/>
                <a:stretch>
                  <a:fillRect/>
                </a:stretch>
              </p:blipFill>
              <p:spPr>
                <a:xfrm>
                  <a:off x="9912242" y="481417"/>
                  <a:ext cx="2109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AF88598B-64DB-2107-428A-D6E15425C996}"/>
                    </a:ext>
                  </a:extLst>
                </p14:cNvPr>
                <p14:cNvContentPartPr/>
                <p14:nvPr/>
              </p14:nvContentPartPr>
              <p14:xfrm>
                <a:off x="10273322" y="414457"/>
                <a:ext cx="256680" cy="266040"/>
              </p14:xfrm>
            </p:contentPart>
          </mc:Choice>
          <mc:Fallback xmlns="">
            <p:pic>
              <p:nvPicPr>
                <p:cNvPr id="22" name="Ink 21">
                  <a:extLst>
                    <a:ext uri="{FF2B5EF4-FFF2-40B4-BE49-F238E27FC236}">
                      <a16:creationId xmlns:a16="http://schemas.microsoft.com/office/drawing/2014/main" id="{AF88598B-64DB-2107-428A-D6E15425C996}"/>
                    </a:ext>
                  </a:extLst>
                </p:cNvPr>
                <p:cNvPicPr/>
                <p:nvPr/>
              </p:nvPicPr>
              <p:blipFill>
                <a:blip r:embed="rId36"/>
                <a:stretch>
                  <a:fillRect/>
                </a:stretch>
              </p:blipFill>
              <p:spPr>
                <a:xfrm>
                  <a:off x="10267202" y="408337"/>
                  <a:ext cx="268920" cy="278280"/>
                </a:xfrm>
                <a:prstGeom prst="rect">
                  <a:avLst/>
                </a:prstGeom>
              </p:spPr>
            </p:pic>
          </mc:Fallback>
        </mc:AlternateContent>
      </p:grpSp>
      <p:grpSp>
        <p:nvGrpSpPr>
          <p:cNvPr id="35" name="Group 34">
            <a:extLst>
              <a:ext uri="{FF2B5EF4-FFF2-40B4-BE49-F238E27FC236}">
                <a16:creationId xmlns:a16="http://schemas.microsoft.com/office/drawing/2014/main" id="{11969966-4B02-4CA2-CC19-61DAD9E360F8}"/>
              </a:ext>
            </a:extLst>
          </p:cNvPr>
          <p:cNvGrpSpPr/>
          <p:nvPr/>
        </p:nvGrpSpPr>
        <p:grpSpPr>
          <a:xfrm>
            <a:off x="6546962" y="5588017"/>
            <a:ext cx="4822920" cy="883440"/>
            <a:chOff x="6546962" y="5588017"/>
            <a:chExt cx="4822920" cy="883440"/>
          </a:xfrm>
        </p:grpSpPr>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312CEB57-CEFE-8F65-339C-3115CAA66487}"/>
                    </a:ext>
                  </a:extLst>
                </p14:cNvPr>
                <p14:cNvContentPartPr/>
                <p14:nvPr/>
              </p14:nvContentPartPr>
              <p14:xfrm>
                <a:off x="6546962" y="5588017"/>
                <a:ext cx="2636280" cy="883440"/>
              </p14:xfrm>
            </p:contentPart>
          </mc:Choice>
          <mc:Fallback xmlns="">
            <p:pic>
              <p:nvPicPr>
                <p:cNvPr id="26" name="Ink 25">
                  <a:extLst>
                    <a:ext uri="{FF2B5EF4-FFF2-40B4-BE49-F238E27FC236}">
                      <a16:creationId xmlns:a16="http://schemas.microsoft.com/office/drawing/2014/main" id="{312CEB57-CEFE-8F65-339C-3115CAA66487}"/>
                    </a:ext>
                  </a:extLst>
                </p:cNvPr>
                <p:cNvPicPr/>
                <p:nvPr/>
              </p:nvPicPr>
              <p:blipFill>
                <a:blip r:embed="rId38"/>
                <a:stretch>
                  <a:fillRect/>
                </a:stretch>
              </p:blipFill>
              <p:spPr>
                <a:xfrm>
                  <a:off x="6540842" y="5581897"/>
                  <a:ext cx="2648520" cy="895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5655760D-CEF5-D855-4F0D-A70481E18FEC}"/>
                    </a:ext>
                  </a:extLst>
                </p14:cNvPr>
                <p14:cNvContentPartPr/>
                <p14:nvPr/>
              </p14:nvContentPartPr>
              <p14:xfrm>
                <a:off x="9408242" y="5870257"/>
                <a:ext cx="379440" cy="383760"/>
              </p14:xfrm>
            </p:contentPart>
          </mc:Choice>
          <mc:Fallback xmlns="">
            <p:pic>
              <p:nvPicPr>
                <p:cNvPr id="27" name="Ink 26">
                  <a:extLst>
                    <a:ext uri="{FF2B5EF4-FFF2-40B4-BE49-F238E27FC236}">
                      <a16:creationId xmlns:a16="http://schemas.microsoft.com/office/drawing/2014/main" id="{5655760D-CEF5-D855-4F0D-A70481E18FEC}"/>
                    </a:ext>
                  </a:extLst>
                </p:cNvPr>
                <p:cNvPicPr/>
                <p:nvPr/>
              </p:nvPicPr>
              <p:blipFill>
                <a:blip r:embed="rId40"/>
                <a:stretch>
                  <a:fillRect/>
                </a:stretch>
              </p:blipFill>
              <p:spPr>
                <a:xfrm>
                  <a:off x="9402122" y="5864137"/>
                  <a:ext cx="391680" cy="39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0932AEBA-5EDA-C24B-C478-34F4D8832A0A}"/>
                    </a:ext>
                  </a:extLst>
                </p14:cNvPr>
                <p14:cNvContentPartPr/>
                <p14:nvPr/>
              </p14:nvContentPartPr>
              <p14:xfrm>
                <a:off x="9847802" y="5897257"/>
                <a:ext cx="244440" cy="41760"/>
              </p14:xfrm>
            </p:contentPart>
          </mc:Choice>
          <mc:Fallback xmlns="">
            <p:pic>
              <p:nvPicPr>
                <p:cNvPr id="28" name="Ink 27">
                  <a:extLst>
                    <a:ext uri="{FF2B5EF4-FFF2-40B4-BE49-F238E27FC236}">
                      <a16:creationId xmlns:a16="http://schemas.microsoft.com/office/drawing/2014/main" id="{0932AEBA-5EDA-C24B-C478-34F4D8832A0A}"/>
                    </a:ext>
                  </a:extLst>
                </p:cNvPr>
                <p:cNvPicPr/>
                <p:nvPr/>
              </p:nvPicPr>
              <p:blipFill>
                <a:blip r:embed="rId42"/>
                <a:stretch>
                  <a:fillRect/>
                </a:stretch>
              </p:blipFill>
              <p:spPr>
                <a:xfrm>
                  <a:off x="9841682" y="5891137"/>
                  <a:ext cx="2566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A48034B9-063D-1E4A-4F8B-E6E636439728}"/>
                    </a:ext>
                  </a:extLst>
                </p14:cNvPr>
                <p14:cNvContentPartPr/>
                <p14:nvPr/>
              </p14:nvContentPartPr>
              <p14:xfrm>
                <a:off x="10068842" y="5908417"/>
                <a:ext cx="16920" cy="332640"/>
              </p14:xfrm>
            </p:contentPart>
          </mc:Choice>
          <mc:Fallback xmlns="">
            <p:pic>
              <p:nvPicPr>
                <p:cNvPr id="29" name="Ink 28">
                  <a:extLst>
                    <a:ext uri="{FF2B5EF4-FFF2-40B4-BE49-F238E27FC236}">
                      <a16:creationId xmlns:a16="http://schemas.microsoft.com/office/drawing/2014/main" id="{A48034B9-063D-1E4A-4F8B-E6E636439728}"/>
                    </a:ext>
                  </a:extLst>
                </p:cNvPr>
                <p:cNvPicPr/>
                <p:nvPr/>
              </p:nvPicPr>
              <p:blipFill>
                <a:blip r:embed="rId44"/>
                <a:stretch>
                  <a:fillRect/>
                </a:stretch>
              </p:blipFill>
              <p:spPr>
                <a:xfrm>
                  <a:off x="10062722" y="5902297"/>
                  <a:ext cx="2916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9707143F-BE68-F86D-D6B3-0C1000F9FB26}"/>
                    </a:ext>
                  </a:extLst>
                </p14:cNvPr>
                <p14:cNvContentPartPr/>
                <p14:nvPr/>
              </p14:nvContentPartPr>
              <p14:xfrm>
                <a:off x="10181882" y="5766577"/>
                <a:ext cx="280800" cy="435960"/>
              </p14:xfrm>
            </p:contentPart>
          </mc:Choice>
          <mc:Fallback xmlns="">
            <p:pic>
              <p:nvPicPr>
                <p:cNvPr id="30" name="Ink 29">
                  <a:extLst>
                    <a:ext uri="{FF2B5EF4-FFF2-40B4-BE49-F238E27FC236}">
                      <a16:creationId xmlns:a16="http://schemas.microsoft.com/office/drawing/2014/main" id="{9707143F-BE68-F86D-D6B3-0C1000F9FB26}"/>
                    </a:ext>
                  </a:extLst>
                </p:cNvPr>
                <p:cNvPicPr/>
                <p:nvPr/>
              </p:nvPicPr>
              <p:blipFill>
                <a:blip r:embed="rId46"/>
                <a:stretch>
                  <a:fillRect/>
                </a:stretch>
              </p:blipFill>
              <p:spPr>
                <a:xfrm>
                  <a:off x="10175762" y="5760457"/>
                  <a:ext cx="29304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23DD0C47-D65F-BD9D-8C6B-B99C97A1D560}"/>
                    </a:ext>
                  </a:extLst>
                </p14:cNvPr>
                <p14:cNvContentPartPr/>
                <p14:nvPr/>
              </p14:nvContentPartPr>
              <p14:xfrm>
                <a:off x="10193042" y="5933257"/>
                <a:ext cx="339120" cy="121320"/>
              </p14:xfrm>
            </p:contentPart>
          </mc:Choice>
          <mc:Fallback xmlns="">
            <p:pic>
              <p:nvPicPr>
                <p:cNvPr id="31" name="Ink 30">
                  <a:extLst>
                    <a:ext uri="{FF2B5EF4-FFF2-40B4-BE49-F238E27FC236}">
                      <a16:creationId xmlns:a16="http://schemas.microsoft.com/office/drawing/2014/main" id="{23DD0C47-D65F-BD9D-8C6B-B99C97A1D560}"/>
                    </a:ext>
                  </a:extLst>
                </p:cNvPr>
                <p:cNvPicPr/>
                <p:nvPr/>
              </p:nvPicPr>
              <p:blipFill>
                <a:blip r:embed="rId48"/>
                <a:stretch>
                  <a:fillRect/>
                </a:stretch>
              </p:blipFill>
              <p:spPr>
                <a:xfrm>
                  <a:off x="10186922" y="5927137"/>
                  <a:ext cx="3513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75D7C95D-EA68-5FCD-E4DC-BABA91D90F5D}"/>
                    </a:ext>
                  </a:extLst>
                </p14:cNvPr>
                <p14:cNvContentPartPr/>
                <p14:nvPr/>
              </p14:nvContentPartPr>
              <p14:xfrm>
                <a:off x="10623242" y="5716537"/>
                <a:ext cx="230760" cy="353160"/>
              </p14:xfrm>
            </p:contentPart>
          </mc:Choice>
          <mc:Fallback xmlns="">
            <p:pic>
              <p:nvPicPr>
                <p:cNvPr id="32" name="Ink 31">
                  <a:extLst>
                    <a:ext uri="{FF2B5EF4-FFF2-40B4-BE49-F238E27FC236}">
                      <a16:creationId xmlns:a16="http://schemas.microsoft.com/office/drawing/2014/main" id="{75D7C95D-EA68-5FCD-E4DC-BABA91D90F5D}"/>
                    </a:ext>
                  </a:extLst>
                </p:cNvPr>
                <p:cNvPicPr/>
                <p:nvPr/>
              </p:nvPicPr>
              <p:blipFill>
                <a:blip r:embed="rId50"/>
                <a:stretch>
                  <a:fillRect/>
                </a:stretch>
              </p:blipFill>
              <p:spPr>
                <a:xfrm>
                  <a:off x="10617122" y="5710417"/>
                  <a:ext cx="24300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943DA589-F0AB-A3D9-1A44-A92D57F056BA}"/>
                    </a:ext>
                  </a:extLst>
                </p14:cNvPr>
                <p14:cNvContentPartPr/>
                <p14:nvPr/>
              </p14:nvContentPartPr>
              <p14:xfrm>
                <a:off x="11051642" y="5684857"/>
                <a:ext cx="318240" cy="312120"/>
              </p14:xfrm>
            </p:contentPart>
          </mc:Choice>
          <mc:Fallback xmlns="">
            <p:pic>
              <p:nvPicPr>
                <p:cNvPr id="33" name="Ink 32">
                  <a:extLst>
                    <a:ext uri="{FF2B5EF4-FFF2-40B4-BE49-F238E27FC236}">
                      <a16:creationId xmlns:a16="http://schemas.microsoft.com/office/drawing/2014/main" id="{943DA589-F0AB-A3D9-1A44-A92D57F056BA}"/>
                    </a:ext>
                  </a:extLst>
                </p:cNvPr>
                <p:cNvPicPr/>
                <p:nvPr/>
              </p:nvPicPr>
              <p:blipFill>
                <a:blip r:embed="rId52"/>
                <a:stretch>
                  <a:fillRect/>
                </a:stretch>
              </p:blipFill>
              <p:spPr>
                <a:xfrm>
                  <a:off x="11045522" y="5678737"/>
                  <a:ext cx="33048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4" name="Ink 33">
                  <a:extLst>
                    <a:ext uri="{FF2B5EF4-FFF2-40B4-BE49-F238E27FC236}">
                      <a16:creationId xmlns:a16="http://schemas.microsoft.com/office/drawing/2014/main" id="{67FEB671-A3EB-0E9E-5948-EDB4482C4C83}"/>
                    </a:ext>
                  </a:extLst>
                </p14:cNvPr>
                <p14:cNvContentPartPr/>
                <p14:nvPr/>
              </p14:nvContentPartPr>
              <p14:xfrm>
                <a:off x="10018802" y="5801857"/>
                <a:ext cx="219960" cy="106560"/>
              </p14:xfrm>
            </p:contentPart>
          </mc:Choice>
          <mc:Fallback xmlns="">
            <p:pic>
              <p:nvPicPr>
                <p:cNvPr id="34" name="Ink 33">
                  <a:extLst>
                    <a:ext uri="{FF2B5EF4-FFF2-40B4-BE49-F238E27FC236}">
                      <a16:creationId xmlns:a16="http://schemas.microsoft.com/office/drawing/2014/main" id="{67FEB671-A3EB-0E9E-5948-EDB4482C4C83}"/>
                    </a:ext>
                  </a:extLst>
                </p:cNvPr>
                <p:cNvPicPr/>
                <p:nvPr/>
              </p:nvPicPr>
              <p:blipFill>
                <a:blip r:embed="rId54"/>
                <a:stretch>
                  <a:fillRect/>
                </a:stretch>
              </p:blipFill>
              <p:spPr>
                <a:xfrm>
                  <a:off x="10012682" y="5795737"/>
                  <a:ext cx="232200" cy="118800"/>
                </a:xfrm>
                <a:prstGeom prst="rect">
                  <a:avLst/>
                </a:prstGeom>
              </p:spPr>
            </p:pic>
          </mc:Fallback>
        </mc:AlternateContent>
      </p:grpSp>
      <p:grpSp>
        <p:nvGrpSpPr>
          <p:cNvPr id="41" name="Group 40">
            <a:extLst>
              <a:ext uri="{FF2B5EF4-FFF2-40B4-BE49-F238E27FC236}">
                <a16:creationId xmlns:a16="http://schemas.microsoft.com/office/drawing/2014/main" id="{3B490F57-84F7-4BFC-0C09-8635BF57861C}"/>
              </a:ext>
            </a:extLst>
          </p:cNvPr>
          <p:cNvGrpSpPr/>
          <p:nvPr/>
        </p:nvGrpSpPr>
        <p:grpSpPr>
          <a:xfrm>
            <a:off x="6089402" y="1078297"/>
            <a:ext cx="1425960" cy="479880"/>
            <a:chOff x="6089402" y="1078297"/>
            <a:chExt cx="1425960" cy="479880"/>
          </a:xfrm>
        </p:grpSpPr>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FE617B0D-064B-8448-F3C9-F90FBC3B3F6B}"/>
                    </a:ext>
                  </a:extLst>
                </p14:cNvPr>
                <p14:cNvContentPartPr/>
                <p14:nvPr/>
              </p14:nvContentPartPr>
              <p14:xfrm>
                <a:off x="6089402" y="1078297"/>
                <a:ext cx="599760" cy="479880"/>
              </p14:xfrm>
            </p:contentPart>
          </mc:Choice>
          <mc:Fallback xmlns="">
            <p:pic>
              <p:nvPicPr>
                <p:cNvPr id="36" name="Ink 35">
                  <a:extLst>
                    <a:ext uri="{FF2B5EF4-FFF2-40B4-BE49-F238E27FC236}">
                      <a16:creationId xmlns:a16="http://schemas.microsoft.com/office/drawing/2014/main" id="{FE617B0D-064B-8448-F3C9-F90FBC3B3F6B}"/>
                    </a:ext>
                  </a:extLst>
                </p:cNvPr>
                <p:cNvPicPr/>
                <p:nvPr/>
              </p:nvPicPr>
              <p:blipFill>
                <a:blip r:embed="rId56"/>
                <a:stretch>
                  <a:fillRect/>
                </a:stretch>
              </p:blipFill>
              <p:spPr>
                <a:xfrm>
                  <a:off x="6083282" y="1072177"/>
                  <a:ext cx="612000" cy="4921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1BAC340B-FCB3-E36C-8DB3-01A41C86E1FB}"/>
                    </a:ext>
                  </a:extLst>
                </p14:cNvPr>
                <p14:cNvContentPartPr/>
                <p14:nvPr/>
              </p14:nvContentPartPr>
              <p14:xfrm>
                <a:off x="6766202" y="1290697"/>
                <a:ext cx="186840" cy="263880"/>
              </p14:xfrm>
            </p:contentPart>
          </mc:Choice>
          <mc:Fallback xmlns="">
            <p:pic>
              <p:nvPicPr>
                <p:cNvPr id="37" name="Ink 36">
                  <a:extLst>
                    <a:ext uri="{FF2B5EF4-FFF2-40B4-BE49-F238E27FC236}">
                      <a16:creationId xmlns:a16="http://schemas.microsoft.com/office/drawing/2014/main" id="{1BAC340B-FCB3-E36C-8DB3-01A41C86E1FB}"/>
                    </a:ext>
                  </a:extLst>
                </p:cNvPr>
                <p:cNvPicPr/>
                <p:nvPr/>
              </p:nvPicPr>
              <p:blipFill>
                <a:blip r:embed="rId58"/>
                <a:stretch>
                  <a:fillRect/>
                </a:stretch>
              </p:blipFill>
              <p:spPr>
                <a:xfrm>
                  <a:off x="6760082" y="1284577"/>
                  <a:ext cx="19908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E1F14608-E655-355D-C467-9FA6386E9B91}"/>
                    </a:ext>
                  </a:extLst>
                </p14:cNvPr>
                <p14:cNvContentPartPr/>
                <p14:nvPr/>
              </p14:nvContentPartPr>
              <p14:xfrm>
                <a:off x="7047722" y="1340017"/>
                <a:ext cx="131760" cy="183600"/>
              </p14:xfrm>
            </p:contentPart>
          </mc:Choice>
          <mc:Fallback xmlns="">
            <p:pic>
              <p:nvPicPr>
                <p:cNvPr id="38" name="Ink 37">
                  <a:extLst>
                    <a:ext uri="{FF2B5EF4-FFF2-40B4-BE49-F238E27FC236}">
                      <a16:creationId xmlns:a16="http://schemas.microsoft.com/office/drawing/2014/main" id="{E1F14608-E655-355D-C467-9FA6386E9B91}"/>
                    </a:ext>
                  </a:extLst>
                </p:cNvPr>
                <p:cNvPicPr/>
                <p:nvPr/>
              </p:nvPicPr>
              <p:blipFill>
                <a:blip r:embed="rId60"/>
                <a:stretch>
                  <a:fillRect/>
                </a:stretch>
              </p:blipFill>
              <p:spPr>
                <a:xfrm>
                  <a:off x="7041602" y="1333897"/>
                  <a:ext cx="14400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Ink 38">
                  <a:extLst>
                    <a:ext uri="{FF2B5EF4-FFF2-40B4-BE49-F238E27FC236}">
                      <a16:creationId xmlns:a16="http://schemas.microsoft.com/office/drawing/2014/main" id="{84C08A48-EDC0-D279-557A-ED0FC5662723}"/>
                    </a:ext>
                  </a:extLst>
                </p14:cNvPr>
                <p14:cNvContentPartPr/>
                <p14:nvPr/>
              </p14:nvContentPartPr>
              <p14:xfrm>
                <a:off x="7181642" y="1318057"/>
                <a:ext cx="109440" cy="135360"/>
              </p14:xfrm>
            </p:contentPart>
          </mc:Choice>
          <mc:Fallback xmlns="">
            <p:pic>
              <p:nvPicPr>
                <p:cNvPr id="39" name="Ink 38">
                  <a:extLst>
                    <a:ext uri="{FF2B5EF4-FFF2-40B4-BE49-F238E27FC236}">
                      <a16:creationId xmlns:a16="http://schemas.microsoft.com/office/drawing/2014/main" id="{84C08A48-EDC0-D279-557A-ED0FC5662723}"/>
                    </a:ext>
                  </a:extLst>
                </p:cNvPr>
                <p:cNvPicPr/>
                <p:nvPr/>
              </p:nvPicPr>
              <p:blipFill>
                <a:blip r:embed="rId62"/>
                <a:stretch>
                  <a:fillRect/>
                </a:stretch>
              </p:blipFill>
              <p:spPr>
                <a:xfrm>
                  <a:off x="7175522" y="1311937"/>
                  <a:ext cx="1216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0" name="Ink 39">
                  <a:extLst>
                    <a:ext uri="{FF2B5EF4-FFF2-40B4-BE49-F238E27FC236}">
                      <a16:creationId xmlns:a16="http://schemas.microsoft.com/office/drawing/2014/main" id="{7D2B4A14-47D5-D543-3947-FFECFEFC4EB0}"/>
                    </a:ext>
                  </a:extLst>
                </p14:cNvPr>
                <p14:cNvContentPartPr/>
                <p14:nvPr/>
              </p14:nvContentPartPr>
              <p14:xfrm>
                <a:off x="7302242" y="1262977"/>
                <a:ext cx="213120" cy="245880"/>
              </p14:xfrm>
            </p:contentPart>
          </mc:Choice>
          <mc:Fallback xmlns="">
            <p:pic>
              <p:nvPicPr>
                <p:cNvPr id="40" name="Ink 39">
                  <a:extLst>
                    <a:ext uri="{FF2B5EF4-FFF2-40B4-BE49-F238E27FC236}">
                      <a16:creationId xmlns:a16="http://schemas.microsoft.com/office/drawing/2014/main" id="{7D2B4A14-47D5-D543-3947-FFECFEFC4EB0}"/>
                    </a:ext>
                  </a:extLst>
                </p:cNvPr>
                <p:cNvPicPr/>
                <p:nvPr/>
              </p:nvPicPr>
              <p:blipFill>
                <a:blip r:embed="rId64"/>
                <a:stretch>
                  <a:fillRect/>
                </a:stretch>
              </p:blipFill>
              <p:spPr>
                <a:xfrm>
                  <a:off x="7296122" y="1256857"/>
                  <a:ext cx="225360" cy="258120"/>
                </a:xfrm>
                <a:prstGeom prst="rect">
                  <a:avLst/>
                </a:prstGeom>
              </p:spPr>
            </p:pic>
          </mc:Fallback>
        </mc:AlternateContent>
      </p:grpSp>
      <p:grpSp>
        <p:nvGrpSpPr>
          <p:cNvPr id="56" name="Group 55">
            <a:extLst>
              <a:ext uri="{FF2B5EF4-FFF2-40B4-BE49-F238E27FC236}">
                <a16:creationId xmlns:a16="http://schemas.microsoft.com/office/drawing/2014/main" id="{96B7D5F6-23D9-34D9-4FFD-41E7037DD514}"/>
              </a:ext>
            </a:extLst>
          </p:cNvPr>
          <p:cNvGrpSpPr/>
          <p:nvPr/>
        </p:nvGrpSpPr>
        <p:grpSpPr>
          <a:xfrm>
            <a:off x="7787162" y="1023577"/>
            <a:ext cx="1517760" cy="496800"/>
            <a:chOff x="7787162" y="1023577"/>
            <a:chExt cx="1517760" cy="496800"/>
          </a:xfrm>
        </p:grpSpPr>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4AC00046-BF09-0B54-219A-FB3707A4D57D}"/>
                    </a:ext>
                  </a:extLst>
                </p14:cNvPr>
                <p14:cNvContentPartPr/>
                <p14:nvPr/>
              </p14:nvContentPartPr>
              <p14:xfrm>
                <a:off x="7787162" y="1269457"/>
                <a:ext cx="305280" cy="250920"/>
              </p14:xfrm>
            </p:contentPart>
          </mc:Choice>
          <mc:Fallback xmlns="">
            <p:pic>
              <p:nvPicPr>
                <p:cNvPr id="42" name="Ink 41">
                  <a:extLst>
                    <a:ext uri="{FF2B5EF4-FFF2-40B4-BE49-F238E27FC236}">
                      <a16:creationId xmlns:a16="http://schemas.microsoft.com/office/drawing/2014/main" id="{4AC00046-BF09-0B54-219A-FB3707A4D57D}"/>
                    </a:ext>
                  </a:extLst>
                </p:cNvPr>
                <p:cNvPicPr/>
                <p:nvPr/>
              </p:nvPicPr>
              <p:blipFill>
                <a:blip r:embed="rId66"/>
                <a:stretch>
                  <a:fillRect/>
                </a:stretch>
              </p:blipFill>
              <p:spPr>
                <a:xfrm>
                  <a:off x="7781042" y="1263337"/>
                  <a:ext cx="31752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7277BFE1-E8BE-AA0E-06BB-8AA26B9ED3B1}"/>
                    </a:ext>
                  </a:extLst>
                </p14:cNvPr>
                <p14:cNvContentPartPr/>
                <p14:nvPr/>
              </p14:nvContentPartPr>
              <p14:xfrm>
                <a:off x="8163002" y="1256137"/>
                <a:ext cx="108360" cy="224280"/>
              </p14:xfrm>
            </p:contentPart>
          </mc:Choice>
          <mc:Fallback xmlns="">
            <p:pic>
              <p:nvPicPr>
                <p:cNvPr id="43" name="Ink 42">
                  <a:extLst>
                    <a:ext uri="{FF2B5EF4-FFF2-40B4-BE49-F238E27FC236}">
                      <a16:creationId xmlns:a16="http://schemas.microsoft.com/office/drawing/2014/main" id="{7277BFE1-E8BE-AA0E-06BB-8AA26B9ED3B1}"/>
                    </a:ext>
                  </a:extLst>
                </p:cNvPr>
                <p:cNvPicPr/>
                <p:nvPr/>
              </p:nvPicPr>
              <p:blipFill>
                <a:blip r:embed="rId68"/>
                <a:stretch>
                  <a:fillRect/>
                </a:stretch>
              </p:blipFill>
              <p:spPr>
                <a:xfrm>
                  <a:off x="8156882" y="1250017"/>
                  <a:ext cx="1206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4EAA5369-A8C3-25B3-BDD4-9EFC9CD688FF}"/>
                    </a:ext>
                  </a:extLst>
                </p14:cNvPr>
                <p14:cNvContentPartPr/>
                <p14:nvPr/>
              </p14:nvContentPartPr>
              <p14:xfrm>
                <a:off x="8387282" y="1240657"/>
                <a:ext cx="198360" cy="227520"/>
              </p14:xfrm>
            </p:contentPart>
          </mc:Choice>
          <mc:Fallback xmlns="">
            <p:pic>
              <p:nvPicPr>
                <p:cNvPr id="44" name="Ink 43">
                  <a:extLst>
                    <a:ext uri="{FF2B5EF4-FFF2-40B4-BE49-F238E27FC236}">
                      <a16:creationId xmlns:a16="http://schemas.microsoft.com/office/drawing/2014/main" id="{4EAA5369-A8C3-25B3-BDD4-9EFC9CD688FF}"/>
                    </a:ext>
                  </a:extLst>
                </p:cNvPr>
                <p:cNvPicPr/>
                <p:nvPr/>
              </p:nvPicPr>
              <p:blipFill>
                <a:blip r:embed="rId70"/>
                <a:stretch>
                  <a:fillRect/>
                </a:stretch>
              </p:blipFill>
              <p:spPr>
                <a:xfrm>
                  <a:off x="8381162" y="1234537"/>
                  <a:ext cx="21060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5254F3B8-C1D8-CFB8-7B73-2843F5AD2043}"/>
                    </a:ext>
                  </a:extLst>
                </p14:cNvPr>
                <p14:cNvContentPartPr/>
                <p14:nvPr/>
              </p14:nvContentPartPr>
              <p14:xfrm>
                <a:off x="8637842" y="1211857"/>
                <a:ext cx="198720" cy="213120"/>
              </p14:xfrm>
            </p:contentPart>
          </mc:Choice>
          <mc:Fallback xmlns="">
            <p:pic>
              <p:nvPicPr>
                <p:cNvPr id="45" name="Ink 44">
                  <a:extLst>
                    <a:ext uri="{FF2B5EF4-FFF2-40B4-BE49-F238E27FC236}">
                      <a16:creationId xmlns:a16="http://schemas.microsoft.com/office/drawing/2014/main" id="{5254F3B8-C1D8-CFB8-7B73-2843F5AD2043}"/>
                    </a:ext>
                  </a:extLst>
                </p:cNvPr>
                <p:cNvPicPr/>
                <p:nvPr/>
              </p:nvPicPr>
              <p:blipFill>
                <a:blip r:embed="rId72"/>
                <a:stretch>
                  <a:fillRect/>
                </a:stretch>
              </p:blipFill>
              <p:spPr>
                <a:xfrm>
                  <a:off x="8631722" y="1205737"/>
                  <a:ext cx="21096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659386BE-45A7-F43B-1A7E-AFA6CAC94879}"/>
                    </a:ext>
                  </a:extLst>
                </p14:cNvPr>
                <p14:cNvContentPartPr/>
                <p14:nvPr/>
              </p14:nvContentPartPr>
              <p14:xfrm>
                <a:off x="8819282" y="1214377"/>
                <a:ext cx="191880" cy="245520"/>
              </p14:xfrm>
            </p:contentPart>
          </mc:Choice>
          <mc:Fallback xmlns="">
            <p:pic>
              <p:nvPicPr>
                <p:cNvPr id="46" name="Ink 45">
                  <a:extLst>
                    <a:ext uri="{FF2B5EF4-FFF2-40B4-BE49-F238E27FC236}">
                      <a16:creationId xmlns:a16="http://schemas.microsoft.com/office/drawing/2014/main" id="{659386BE-45A7-F43B-1A7E-AFA6CAC94879}"/>
                    </a:ext>
                  </a:extLst>
                </p:cNvPr>
                <p:cNvPicPr/>
                <p:nvPr/>
              </p:nvPicPr>
              <p:blipFill>
                <a:blip r:embed="rId74"/>
                <a:stretch>
                  <a:fillRect/>
                </a:stretch>
              </p:blipFill>
              <p:spPr>
                <a:xfrm>
                  <a:off x="8813162" y="1208257"/>
                  <a:ext cx="20412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5E48EC32-9BB1-6D03-08B6-9FDAB884A959}"/>
                    </a:ext>
                  </a:extLst>
                </p14:cNvPr>
                <p14:cNvContentPartPr/>
                <p14:nvPr/>
              </p14:nvContentPartPr>
              <p14:xfrm>
                <a:off x="8987762" y="1239577"/>
                <a:ext cx="235800" cy="203400"/>
              </p14:xfrm>
            </p:contentPart>
          </mc:Choice>
          <mc:Fallback xmlns="">
            <p:pic>
              <p:nvPicPr>
                <p:cNvPr id="47" name="Ink 46">
                  <a:extLst>
                    <a:ext uri="{FF2B5EF4-FFF2-40B4-BE49-F238E27FC236}">
                      <a16:creationId xmlns:a16="http://schemas.microsoft.com/office/drawing/2014/main" id="{5E48EC32-9BB1-6D03-08B6-9FDAB884A959}"/>
                    </a:ext>
                  </a:extLst>
                </p:cNvPr>
                <p:cNvPicPr/>
                <p:nvPr/>
              </p:nvPicPr>
              <p:blipFill>
                <a:blip r:embed="rId76"/>
                <a:stretch>
                  <a:fillRect/>
                </a:stretch>
              </p:blipFill>
              <p:spPr>
                <a:xfrm>
                  <a:off x="8981642" y="1233457"/>
                  <a:ext cx="24804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Ink 47">
                  <a:extLst>
                    <a:ext uri="{FF2B5EF4-FFF2-40B4-BE49-F238E27FC236}">
                      <a16:creationId xmlns:a16="http://schemas.microsoft.com/office/drawing/2014/main" id="{13FCBECE-5B7F-B9C8-D7A5-9AEDDE914D0E}"/>
                    </a:ext>
                  </a:extLst>
                </p14:cNvPr>
                <p14:cNvContentPartPr/>
                <p14:nvPr/>
              </p14:nvContentPartPr>
              <p14:xfrm>
                <a:off x="9023042" y="1023577"/>
                <a:ext cx="281880" cy="407520"/>
              </p14:xfrm>
            </p:contentPart>
          </mc:Choice>
          <mc:Fallback xmlns="">
            <p:pic>
              <p:nvPicPr>
                <p:cNvPr id="48" name="Ink 47">
                  <a:extLst>
                    <a:ext uri="{FF2B5EF4-FFF2-40B4-BE49-F238E27FC236}">
                      <a16:creationId xmlns:a16="http://schemas.microsoft.com/office/drawing/2014/main" id="{13FCBECE-5B7F-B9C8-D7A5-9AEDDE914D0E}"/>
                    </a:ext>
                  </a:extLst>
                </p:cNvPr>
                <p:cNvPicPr/>
                <p:nvPr/>
              </p:nvPicPr>
              <p:blipFill>
                <a:blip r:embed="rId78"/>
                <a:stretch>
                  <a:fillRect/>
                </a:stretch>
              </p:blipFill>
              <p:spPr>
                <a:xfrm>
                  <a:off x="9016922" y="1017457"/>
                  <a:ext cx="294120" cy="419760"/>
                </a:xfrm>
                <a:prstGeom prst="rect">
                  <a:avLst/>
                </a:prstGeom>
              </p:spPr>
            </p:pic>
          </mc:Fallback>
        </mc:AlternateContent>
      </p:grpSp>
      <p:grpSp>
        <p:nvGrpSpPr>
          <p:cNvPr id="60" name="Group 59">
            <a:extLst>
              <a:ext uri="{FF2B5EF4-FFF2-40B4-BE49-F238E27FC236}">
                <a16:creationId xmlns:a16="http://schemas.microsoft.com/office/drawing/2014/main" id="{CE2E5DED-99DE-C502-90C7-E6422B13D7E8}"/>
              </a:ext>
            </a:extLst>
          </p:cNvPr>
          <p:cNvGrpSpPr/>
          <p:nvPr/>
        </p:nvGrpSpPr>
        <p:grpSpPr>
          <a:xfrm>
            <a:off x="9591122" y="1007737"/>
            <a:ext cx="1482120" cy="1412280"/>
            <a:chOff x="9591122" y="1007737"/>
            <a:chExt cx="1482120" cy="1412280"/>
          </a:xfrm>
        </p:grpSpPr>
        <mc:AlternateContent xmlns:mc="http://schemas.openxmlformats.org/markup-compatibility/2006" xmlns:p14="http://schemas.microsoft.com/office/powerpoint/2010/main">
          <mc:Choice Requires="p14">
            <p:contentPart p14:bwMode="auto" r:id="rId79">
              <p14:nvContentPartPr>
                <p14:cNvPr id="49" name="Ink 48">
                  <a:extLst>
                    <a:ext uri="{FF2B5EF4-FFF2-40B4-BE49-F238E27FC236}">
                      <a16:creationId xmlns:a16="http://schemas.microsoft.com/office/drawing/2014/main" id="{4FBAC096-461E-5C5A-325C-416B8ABD7012}"/>
                    </a:ext>
                  </a:extLst>
                </p14:cNvPr>
                <p14:cNvContentPartPr/>
                <p14:nvPr/>
              </p14:nvContentPartPr>
              <p14:xfrm>
                <a:off x="9591122" y="1210057"/>
                <a:ext cx="317160" cy="324360"/>
              </p14:xfrm>
            </p:contentPart>
          </mc:Choice>
          <mc:Fallback xmlns="">
            <p:pic>
              <p:nvPicPr>
                <p:cNvPr id="49" name="Ink 48">
                  <a:extLst>
                    <a:ext uri="{FF2B5EF4-FFF2-40B4-BE49-F238E27FC236}">
                      <a16:creationId xmlns:a16="http://schemas.microsoft.com/office/drawing/2014/main" id="{4FBAC096-461E-5C5A-325C-416B8ABD7012}"/>
                    </a:ext>
                  </a:extLst>
                </p:cNvPr>
                <p:cNvPicPr/>
                <p:nvPr/>
              </p:nvPicPr>
              <p:blipFill>
                <a:blip r:embed="rId80"/>
                <a:stretch>
                  <a:fillRect/>
                </a:stretch>
              </p:blipFill>
              <p:spPr>
                <a:xfrm>
                  <a:off x="9585002" y="1203937"/>
                  <a:ext cx="32940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Ink 49">
                  <a:extLst>
                    <a:ext uri="{FF2B5EF4-FFF2-40B4-BE49-F238E27FC236}">
                      <a16:creationId xmlns:a16="http://schemas.microsoft.com/office/drawing/2014/main" id="{16850C23-C653-6E43-E0AE-56E67EDD05B9}"/>
                    </a:ext>
                  </a:extLst>
                </p14:cNvPr>
                <p14:cNvContentPartPr/>
                <p14:nvPr/>
              </p14:nvContentPartPr>
              <p14:xfrm>
                <a:off x="9938522" y="1226257"/>
                <a:ext cx="162360" cy="148680"/>
              </p14:xfrm>
            </p:contentPart>
          </mc:Choice>
          <mc:Fallback xmlns="">
            <p:pic>
              <p:nvPicPr>
                <p:cNvPr id="50" name="Ink 49">
                  <a:extLst>
                    <a:ext uri="{FF2B5EF4-FFF2-40B4-BE49-F238E27FC236}">
                      <a16:creationId xmlns:a16="http://schemas.microsoft.com/office/drawing/2014/main" id="{16850C23-C653-6E43-E0AE-56E67EDD05B9}"/>
                    </a:ext>
                  </a:extLst>
                </p:cNvPr>
                <p:cNvPicPr/>
                <p:nvPr/>
              </p:nvPicPr>
              <p:blipFill>
                <a:blip r:embed="rId82"/>
                <a:stretch>
                  <a:fillRect/>
                </a:stretch>
              </p:blipFill>
              <p:spPr>
                <a:xfrm>
                  <a:off x="9932402" y="1220137"/>
                  <a:ext cx="1746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5E013704-75D4-1CB6-04F4-918C87B37348}"/>
                    </a:ext>
                  </a:extLst>
                </p14:cNvPr>
                <p14:cNvContentPartPr/>
                <p14:nvPr/>
              </p14:nvContentPartPr>
              <p14:xfrm>
                <a:off x="10072082" y="1174777"/>
                <a:ext cx="392040" cy="164160"/>
              </p14:xfrm>
            </p:contentPart>
          </mc:Choice>
          <mc:Fallback xmlns="">
            <p:pic>
              <p:nvPicPr>
                <p:cNvPr id="51" name="Ink 50">
                  <a:extLst>
                    <a:ext uri="{FF2B5EF4-FFF2-40B4-BE49-F238E27FC236}">
                      <a16:creationId xmlns:a16="http://schemas.microsoft.com/office/drawing/2014/main" id="{5E013704-75D4-1CB6-04F4-918C87B37348}"/>
                    </a:ext>
                  </a:extLst>
                </p:cNvPr>
                <p:cNvPicPr/>
                <p:nvPr/>
              </p:nvPicPr>
              <p:blipFill>
                <a:blip r:embed="rId84"/>
                <a:stretch>
                  <a:fillRect/>
                </a:stretch>
              </p:blipFill>
              <p:spPr>
                <a:xfrm>
                  <a:off x="10065962" y="1168657"/>
                  <a:ext cx="40428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110C00B5-DCB2-5CE9-9D0C-02B28D1C9199}"/>
                    </a:ext>
                  </a:extLst>
                </p14:cNvPr>
                <p14:cNvContentPartPr/>
                <p14:nvPr/>
              </p14:nvContentPartPr>
              <p14:xfrm>
                <a:off x="10419482" y="1007737"/>
                <a:ext cx="26280" cy="24480"/>
              </p14:xfrm>
            </p:contentPart>
          </mc:Choice>
          <mc:Fallback xmlns="">
            <p:pic>
              <p:nvPicPr>
                <p:cNvPr id="52" name="Ink 51">
                  <a:extLst>
                    <a:ext uri="{FF2B5EF4-FFF2-40B4-BE49-F238E27FC236}">
                      <a16:creationId xmlns:a16="http://schemas.microsoft.com/office/drawing/2014/main" id="{110C00B5-DCB2-5CE9-9D0C-02B28D1C9199}"/>
                    </a:ext>
                  </a:extLst>
                </p:cNvPr>
                <p:cNvPicPr/>
                <p:nvPr/>
              </p:nvPicPr>
              <p:blipFill>
                <a:blip r:embed="rId86"/>
                <a:stretch>
                  <a:fillRect/>
                </a:stretch>
              </p:blipFill>
              <p:spPr>
                <a:xfrm>
                  <a:off x="10413362" y="1001617"/>
                  <a:ext cx="385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FD38E0F9-9547-7A36-E80D-B6E31913D534}"/>
                    </a:ext>
                  </a:extLst>
                </p14:cNvPr>
                <p14:cNvContentPartPr/>
                <p14:nvPr/>
              </p14:nvContentPartPr>
              <p14:xfrm>
                <a:off x="10485362" y="1226977"/>
                <a:ext cx="35280" cy="85320"/>
              </p14:xfrm>
            </p:contentPart>
          </mc:Choice>
          <mc:Fallback xmlns="">
            <p:pic>
              <p:nvPicPr>
                <p:cNvPr id="53" name="Ink 52">
                  <a:extLst>
                    <a:ext uri="{FF2B5EF4-FFF2-40B4-BE49-F238E27FC236}">
                      <a16:creationId xmlns:a16="http://schemas.microsoft.com/office/drawing/2014/main" id="{FD38E0F9-9547-7A36-E80D-B6E31913D534}"/>
                    </a:ext>
                  </a:extLst>
                </p:cNvPr>
                <p:cNvPicPr/>
                <p:nvPr/>
              </p:nvPicPr>
              <p:blipFill>
                <a:blip r:embed="rId88"/>
                <a:stretch>
                  <a:fillRect/>
                </a:stretch>
              </p:blipFill>
              <p:spPr>
                <a:xfrm>
                  <a:off x="10479242" y="1220857"/>
                  <a:ext cx="4752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4" name="Ink 53">
                  <a:extLst>
                    <a:ext uri="{FF2B5EF4-FFF2-40B4-BE49-F238E27FC236}">
                      <a16:creationId xmlns:a16="http://schemas.microsoft.com/office/drawing/2014/main" id="{8403D757-7ED5-B549-7A09-45FEECC7F7A0}"/>
                    </a:ext>
                  </a:extLst>
                </p14:cNvPr>
                <p14:cNvContentPartPr/>
                <p14:nvPr/>
              </p14:nvContentPartPr>
              <p14:xfrm>
                <a:off x="10529642" y="1145617"/>
                <a:ext cx="543600" cy="204120"/>
              </p14:xfrm>
            </p:contentPart>
          </mc:Choice>
          <mc:Fallback xmlns="">
            <p:pic>
              <p:nvPicPr>
                <p:cNvPr id="54" name="Ink 53">
                  <a:extLst>
                    <a:ext uri="{FF2B5EF4-FFF2-40B4-BE49-F238E27FC236}">
                      <a16:creationId xmlns:a16="http://schemas.microsoft.com/office/drawing/2014/main" id="{8403D757-7ED5-B549-7A09-45FEECC7F7A0}"/>
                    </a:ext>
                  </a:extLst>
                </p:cNvPr>
                <p:cNvPicPr/>
                <p:nvPr/>
              </p:nvPicPr>
              <p:blipFill>
                <a:blip r:embed="rId90"/>
                <a:stretch>
                  <a:fillRect/>
                </a:stretch>
              </p:blipFill>
              <p:spPr>
                <a:xfrm>
                  <a:off x="10523522" y="1139497"/>
                  <a:ext cx="555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77BB5FB6-9CFF-D862-1853-5473C6D13446}"/>
                    </a:ext>
                  </a:extLst>
                </p14:cNvPr>
                <p14:cNvContentPartPr/>
                <p14:nvPr/>
              </p14:nvContentPartPr>
              <p14:xfrm>
                <a:off x="9732962" y="1658617"/>
                <a:ext cx="309600" cy="761400"/>
              </p14:xfrm>
            </p:contentPart>
          </mc:Choice>
          <mc:Fallback xmlns="">
            <p:pic>
              <p:nvPicPr>
                <p:cNvPr id="57" name="Ink 56">
                  <a:extLst>
                    <a:ext uri="{FF2B5EF4-FFF2-40B4-BE49-F238E27FC236}">
                      <a16:creationId xmlns:a16="http://schemas.microsoft.com/office/drawing/2014/main" id="{77BB5FB6-9CFF-D862-1853-5473C6D13446}"/>
                    </a:ext>
                  </a:extLst>
                </p:cNvPr>
                <p:cNvPicPr/>
                <p:nvPr/>
              </p:nvPicPr>
              <p:blipFill>
                <a:blip r:embed="rId92"/>
                <a:stretch>
                  <a:fillRect/>
                </a:stretch>
              </p:blipFill>
              <p:spPr>
                <a:xfrm>
                  <a:off x="9726842" y="1652497"/>
                  <a:ext cx="321840" cy="7736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3789401C-EA71-DA7D-3CFB-A5E1C7855302}"/>
                    </a:ext>
                  </a:extLst>
                </p14:cNvPr>
                <p14:cNvContentPartPr/>
                <p14:nvPr/>
              </p14:nvContentPartPr>
              <p14:xfrm>
                <a:off x="9752042" y="1866697"/>
                <a:ext cx="549000" cy="207360"/>
              </p14:xfrm>
            </p:contentPart>
          </mc:Choice>
          <mc:Fallback xmlns="">
            <p:pic>
              <p:nvPicPr>
                <p:cNvPr id="58" name="Ink 57">
                  <a:extLst>
                    <a:ext uri="{FF2B5EF4-FFF2-40B4-BE49-F238E27FC236}">
                      <a16:creationId xmlns:a16="http://schemas.microsoft.com/office/drawing/2014/main" id="{3789401C-EA71-DA7D-3CFB-A5E1C7855302}"/>
                    </a:ext>
                  </a:extLst>
                </p:cNvPr>
                <p:cNvPicPr/>
                <p:nvPr/>
              </p:nvPicPr>
              <p:blipFill>
                <a:blip r:embed="rId94"/>
                <a:stretch>
                  <a:fillRect/>
                </a:stretch>
              </p:blipFill>
              <p:spPr>
                <a:xfrm>
                  <a:off x="9745922" y="1860577"/>
                  <a:ext cx="5612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9" name="Ink 58">
                  <a:extLst>
                    <a:ext uri="{FF2B5EF4-FFF2-40B4-BE49-F238E27FC236}">
                      <a16:creationId xmlns:a16="http://schemas.microsoft.com/office/drawing/2014/main" id="{7565C061-DD30-94EB-89F2-479CCECC9CC7}"/>
                    </a:ext>
                  </a:extLst>
                </p14:cNvPr>
                <p14:cNvContentPartPr/>
                <p14:nvPr/>
              </p14:nvContentPartPr>
              <p14:xfrm>
                <a:off x="10279442" y="1836457"/>
                <a:ext cx="214200" cy="231480"/>
              </p14:xfrm>
            </p:contentPart>
          </mc:Choice>
          <mc:Fallback xmlns="">
            <p:pic>
              <p:nvPicPr>
                <p:cNvPr id="59" name="Ink 58">
                  <a:extLst>
                    <a:ext uri="{FF2B5EF4-FFF2-40B4-BE49-F238E27FC236}">
                      <a16:creationId xmlns:a16="http://schemas.microsoft.com/office/drawing/2014/main" id="{7565C061-DD30-94EB-89F2-479CCECC9CC7}"/>
                    </a:ext>
                  </a:extLst>
                </p:cNvPr>
                <p:cNvPicPr/>
                <p:nvPr/>
              </p:nvPicPr>
              <p:blipFill>
                <a:blip r:embed="rId96"/>
                <a:stretch>
                  <a:fillRect/>
                </a:stretch>
              </p:blipFill>
              <p:spPr>
                <a:xfrm>
                  <a:off x="10273322" y="1830337"/>
                  <a:ext cx="226440" cy="243720"/>
                </a:xfrm>
                <a:prstGeom prst="rect">
                  <a:avLst/>
                </a:prstGeom>
              </p:spPr>
            </p:pic>
          </mc:Fallback>
        </mc:AlternateContent>
      </p:grpSp>
      <p:grpSp>
        <p:nvGrpSpPr>
          <p:cNvPr id="70" name="Group 69">
            <a:extLst>
              <a:ext uri="{FF2B5EF4-FFF2-40B4-BE49-F238E27FC236}">
                <a16:creationId xmlns:a16="http://schemas.microsoft.com/office/drawing/2014/main" id="{6CE6A122-A789-1055-0811-B7E95008772E}"/>
              </a:ext>
            </a:extLst>
          </p:cNvPr>
          <p:cNvGrpSpPr/>
          <p:nvPr/>
        </p:nvGrpSpPr>
        <p:grpSpPr>
          <a:xfrm>
            <a:off x="10745642" y="1572937"/>
            <a:ext cx="1107720" cy="646560"/>
            <a:chOff x="10745642" y="1572937"/>
            <a:chExt cx="1107720" cy="646560"/>
          </a:xfrm>
        </p:grpSpPr>
        <mc:AlternateContent xmlns:mc="http://schemas.openxmlformats.org/markup-compatibility/2006" xmlns:p14="http://schemas.microsoft.com/office/powerpoint/2010/main">
          <mc:Choice Requires="p14">
            <p:contentPart p14:bwMode="auto" r:id="rId97">
              <p14:nvContentPartPr>
                <p14:cNvPr id="61" name="Ink 60">
                  <a:extLst>
                    <a:ext uri="{FF2B5EF4-FFF2-40B4-BE49-F238E27FC236}">
                      <a16:creationId xmlns:a16="http://schemas.microsoft.com/office/drawing/2014/main" id="{2721B4DD-DB7C-8013-AE6A-DECB3B1A7EF8}"/>
                    </a:ext>
                  </a:extLst>
                </p14:cNvPr>
                <p14:cNvContentPartPr/>
                <p14:nvPr/>
              </p14:nvContentPartPr>
              <p14:xfrm>
                <a:off x="10745642" y="1791457"/>
                <a:ext cx="297720" cy="203040"/>
              </p14:xfrm>
            </p:contentPart>
          </mc:Choice>
          <mc:Fallback xmlns="">
            <p:pic>
              <p:nvPicPr>
                <p:cNvPr id="61" name="Ink 60">
                  <a:extLst>
                    <a:ext uri="{FF2B5EF4-FFF2-40B4-BE49-F238E27FC236}">
                      <a16:creationId xmlns:a16="http://schemas.microsoft.com/office/drawing/2014/main" id="{2721B4DD-DB7C-8013-AE6A-DECB3B1A7EF8}"/>
                    </a:ext>
                  </a:extLst>
                </p:cNvPr>
                <p:cNvPicPr/>
                <p:nvPr/>
              </p:nvPicPr>
              <p:blipFill>
                <a:blip r:embed="rId98"/>
                <a:stretch>
                  <a:fillRect/>
                </a:stretch>
              </p:blipFill>
              <p:spPr>
                <a:xfrm>
                  <a:off x="10739522" y="1785337"/>
                  <a:ext cx="3099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2" name="Ink 61">
                  <a:extLst>
                    <a:ext uri="{FF2B5EF4-FFF2-40B4-BE49-F238E27FC236}">
                      <a16:creationId xmlns:a16="http://schemas.microsoft.com/office/drawing/2014/main" id="{886A89A9-C555-4A89-604A-B779FBDECFFA}"/>
                    </a:ext>
                  </a:extLst>
                </p14:cNvPr>
                <p14:cNvContentPartPr/>
                <p14:nvPr/>
              </p14:nvContentPartPr>
              <p14:xfrm>
                <a:off x="11023922" y="1841497"/>
                <a:ext cx="75960" cy="172080"/>
              </p14:xfrm>
            </p:contentPart>
          </mc:Choice>
          <mc:Fallback xmlns="">
            <p:pic>
              <p:nvPicPr>
                <p:cNvPr id="62" name="Ink 61">
                  <a:extLst>
                    <a:ext uri="{FF2B5EF4-FFF2-40B4-BE49-F238E27FC236}">
                      <a16:creationId xmlns:a16="http://schemas.microsoft.com/office/drawing/2014/main" id="{886A89A9-C555-4A89-604A-B779FBDECFFA}"/>
                    </a:ext>
                  </a:extLst>
                </p:cNvPr>
                <p:cNvPicPr/>
                <p:nvPr/>
              </p:nvPicPr>
              <p:blipFill>
                <a:blip r:embed="rId100"/>
                <a:stretch>
                  <a:fillRect/>
                </a:stretch>
              </p:blipFill>
              <p:spPr>
                <a:xfrm>
                  <a:off x="11017802" y="1835377"/>
                  <a:ext cx="8820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3" name="Ink 62">
                  <a:extLst>
                    <a:ext uri="{FF2B5EF4-FFF2-40B4-BE49-F238E27FC236}">
                      <a16:creationId xmlns:a16="http://schemas.microsoft.com/office/drawing/2014/main" id="{A4D06B66-D77D-E16B-DD59-F73B7DD6B138}"/>
                    </a:ext>
                  </a:extLst>
                </p14:cNvPr>
                <p14:cNvContentPartPr/>
                <p14:nvPr/>
              </p14:nvContentPartPr>
              <p14:xfrm>
                <a:off x="11070002" y="1712617"/>
                <a:ext cx="15840" cy="23400"/>
              </p14:xfrm>
            </p:contentPart>
          </mc:Choice>
          <mc:Fallback xmlns="">
            <p:pic>
              <p:nvPicPr>
                <p:cNvPr id="63" name="Ink 62">
                  <a:extLst>
                    <a:ext uri="{FF2B5EF4-FFF2-40B4-BE49-F238E27FC236}">
                      <a16:creationId xmlns:a16="http://schemas.microsoft.com/office/drawing/2014/main" id="{A4D06B66-D77D-E16B-DD59-F73B7DD6B138}"/>
                    </a:ext>
                  </a:extLst>
                </p:cNvPr>
                <p:cNvPicPr/>
                <p:nvPr/>
              </p:nvPicPr>
              <p:blipFill>
                <a:blip r:embed="rId102"/>
                <a:stretch>
                  <a:fillRect/>
                </a:stretch>
              </p:blipFill>
              <p:spPr>
                <a:xfrm>
                  <a:off x="11063882" y="1706497"/>
                  <a:ext cx="2808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4" name="Ink 63">
                  <a:extLst>
                    <a:ext uri="{FF2B5EF4-FFF2-40B4-BE49-F238E27FC236}">
                      <a16:creationId xmlns:a16="http://schemas.microsoft.com/office/drawing/2014/main" id="{BB79A34F-70FA-93C9-0B22-385C921ADF73}"/>
                    </a:ext>
                  </a:extLst>
                </p14:cNvPr>
                <p14:cNvContentPartPr/>
                <p14:nvPr/>
              </p14:nvContentPartPr>
              <p14:xfrm>
                <a:off x="11144522" y="1934377"/>
                <a:ext cx="58320" cy="79560"/>
              </p14:xfrm>
            </p:contentPart>
          </mc:Choice>
          <mc:Fallback xmlns="">
            <p:pic>
              <p:nvPicPr>
                <p:cNvPr id="64" name="Ink 63">
                  <a:extLst>
                    <a:ext uri="{FF2B5EF4-FFF2-40B4-BE49-F238E27FC236}">
                      <a16:creationId xmlns:a16="http://schemas.microsoft.com/office/drawing/2014/main" id="{BB79A34F-70FA-93C9-0B22-385C921ADF73}"/>
                    </a:ext>
                  </a:extLst>
                </p:cNvPr>
                <p:cNvPicPr/>
                <p:nvPr/>
              </p:nvPicPr>
              <p:blipFill>
                <a:blip r:embed="rId104"/>
                <a:stretch>
                  <a:fillRect/>
                </a:stretch>
              </p:blipFill>
              <p:spPr>
                <a:xfrm>
                  <a:off x="11138402" y="1928257"/>
                  <a:ext cx="705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5" name="Ink 64">
                  <a:extLst>
                    <a:ext uri="{FF2B5EF4-FFF2-40B4-BE49-F238E27FC236}">
                      <a16:creationId xmlns:a16="http://schemas.microsoft.com/office/drawing/2014/main" id="{1B6A0946-BD78-00A3-3AB4-028170C213A9}"/>
                    </a:ext>
                  </a:extLst>
                </p14:cNvPr>
                <p14:cNvContentPartPr/>
                <p14:nvPr/>
              </p14:nvContentPartPr>
              <p14:xfrm>
                <a:off x="11193122" y="1572937"/>
                <a:ext cx="47160" cy="420480"/>
              </p14:xfrm>
            </p:contentPart>
          </mc:Choice>
          <mc:Fallback xmlns="">
            <p:pic>
              <p:nvPicPr>
                <p:cNvPr id="65" name="Ink 64">
                  <a:extLst>
                    <a:ext uri="{FF2B5EF4-FFF2-40B4-BE49-F238E27FC236}">
                      <a16:creationId xmlns:a16="http://schemas.microsoft.com/office/drawing/2014/main" id="{1B6A0946-BD78-00A3-3AB4-028170C213A9}"/>
                    </a:ext>
                  </a:extLst>
                </p:cNvPr>
                <p:cNvPicPr/>
                <p:nvPr/>
              </p:nvPicPr>
              <p:blipFill>
                <a:blip r:embed="rId106"/>
                <a:stretch>
                  <a:fillRect/>
                </a:stretch>
              </p:blipFill>
              <p:spPr>
                <a:xfrm>
                  <a:off x="11187002" y="1566817"/>
                  <a:ext cx="5940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6" name="Ink 65">
                  <a:extLst>
                    <a:ext uri="{FF2B5EF4-FFF2-40B4-BE49-F238E27FC236}">
                      <a16:creationId xmlns:a16="http://schemas.microsoft.com/office/drawing/2014/main" id="{EFDD32D8-5546-C0F5-A3D6-5B4761FC2F90}"/>
                    </a:ext>
                  </a:extLst>
                </p14:cNvPr>
                <p14:cNvContentPartPr/>
                <p14:nvPr/>
              </p14:nvContentPartPr>
              <p14:xfrm>
                <a:off x="11144882" y="1838257"/>
                <a:ext cx="153720" cy="77760"/>
              </p14:xfrm>
            </p:contentPart>
          </mc:Choice>
          <mc:Fallback xmlns="">
            <p:pic>
              <p:nvPicPr>
                <p:cNvPr id="66" name="Ink 65">
                  <a:extLst>
                    <a:ext uri="{FF2B5EF4-FFF2-40B4-BE49-F238E27FC236}">
                      <a16:creationId xmlns:a16="http://schemas.microsoft.com/office/drawing/2014/main" id="{EFDD32D8-5546-C0F5-A3D6-5B4761FC2F90}"/>
                    </a:ext>
                  </a:extLst>
                </p:cNvPr>
                <p:cNvPicPr/>
                <p:nvPr/>
              </p:nvPicPr>
              <p:blipFill>
                <a:blip r:embed="rId108"/>
                <a:stretch>
                  <a:fillRect/>
                </a:stretch>
              </p:blipFill>
              <p:spPr>
                <a:xfrm>
                  <a:off x="11138762" y="1832137"/>
                  <a:ext cx="1659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7" name="Ink 66">
                  <a:extLst>
                    <a:ext uri="{FF2B5EF4-FFF2-40B4-BE49-F238E27FC236}">
                      <a16:creationId xmlns:a16="http://schemas.microsoft.com/office/drawing/2014/main" id="{9154B4FC-BA46-A9C5-82B6-78BB24B1B206}"/>
                    </a:ext>
                  </a:extLst>
                </p14:cNvPr>
                <p14:cNvContentPartPr/>
                <p14:nvPr/>
              </p14:nvContentPartPr>
              <p14:xfrm>
                <a:off x="11277362" y="1810177"/>
                <a:ext cx="79200" cy="173880"/>
              </p14:xfrm>
            </p:contentPart>
          </mc:Choice>
          <mc:Fallback xmlns="">
            <p:pic>
              <p:nvPicPr>
                <p:cNvPr id="67" name="Ink 66">
                  <a:extLst>
                    <a:ext uri="{FF2B5EF4-FFF2-40B4-BE49-F238E27FC236}">
                      <a16:creationId xmlns:a16="http://schemas.microsoft.com/office/drawing/2014/main" id="{9154B4FC-BA46-A9C5-82B6-78BB24B1B206}"/>
                    </a:ext>
                  </a:extLst>
                </p:cNvPr>
                <p:cNvPicPr/>
                <p:nvPr/>
              </p:nvPicPr>
              <p:blipFill>
                <a:blip r:embed="rId110"/>
                <a:stretch>
                  <a:fillRect/>
                </a:stretch>
              </p:blipFill>
              <p:spPr>
                <a:xfrm>
                  <a:off x="11271242" y="1804057"/>
                  <a:ext cx="9144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8" name="Ink 67">
                  <a:extLst>
                    <a:ext uri="{FF2B5EF4-FFF2-40B4-BE49-F238E27FC236}">
                      <a16:creationId xmlns:a16="http://schemas.microsoft.com/office/drawing/2014/main" id="{870B03A2-6A0B-3A14-F1D4-80272959B4C7}"/>
                    </a:ext>
                  </a:extLst>
                </p14:cNvPr>
                <p14:cNvContentPartPr/>
                <p14:nvPr/>
              </p14:nvContentPartPr>
              <p14:xfrm>
                <a:off x="11511002" y="1822777"/>
                <a:ext cx="192240" cy="165960"/>
              </p14:xfrm>
            </p:contentPart>
          </mc:Choice>
          <mc:Fallback xmlns="">
            <p:pic>
              <p:nvPicPr>
                <p:cNvPr id="68" name="Ink 67">
                  <a:extLst>
                    <a:ext uri="{FF2B5EF4-FFF2-40B4-BE49-F238E27FC236}">
                      <a16:creationId xmlns:a16="http://schemas.microsoft.com/office/drawing/2014/main" id="{870B03A2-6A0B-3A14-F1D4-80272959B4C7}"/>
                    </a:ext>
                  </a:extLst>
                </p:cNvPr>
                <p:cNvPicPr/>
                <p:nvPr/>
              </p:nvPicPr>
              <p:blipFill>
                <a:blip r:embed="rId112"/>
                <a:stretch>
                  <a:fillRect/>
                </a:stretch>
              </p:blipFill>
              <p:spPr>
                <a:xfrm>
                  <a:off x="11504882" y="1816657"/>
                  <a:ext cx="20448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9" name="Ink 68">
                  <a:extLst>
                    <a:ext uri="{FF2B5EF4-FFF2-40B4-BE49-F238E27FC236}">
                      <a16:creationId xmlns:a16="http://schemas.microsoft.com/office/drawing/2014/main" id="{3200FAE1-19E4-53D3-AE15-C32B8AA90D74}"/>
                    </a:ext>
                  </a:extLst>
                </p14:cNvPr>
                <p14:cNvContentPartPr/>
                <p14:nvPr/>
              </p14:nvContentPartPr>
              <p14:xfrm>
                <a:off x="11713682" y="1718737"/>
                <a:ext cx="139680" cy="500760"/>
              </p14:xfrm>
            </p:contentPart>
          </mc:Choice>
          <mc:Fallback xmlns="">
            <p:pic>
              <p:nvPicPr>
                <p:cNvPr id="69" name="Ink 68">
                  <a:extLst>
                    <a:ext uri="{FF2B5EF4-FFF2-40B4-BE49-F238E27FC236}">
                      <a16:creationId xmlns:a16="http://schemas.microsoft.com/office/drawing/2014/main" id="{3200FAE1-19E4-53D3-AE15-C32B8AA90D74}"/>
                    </a:ext>
                  </a:extLst>
                </p:cNvPr>
                <p:cNvPicPr/>
                <p:nvPr/>
              </p:nvPicPr>
              <p:blipFill>
                <a:blip r:embed="rId114"/>
                <a:stretch>
                  <a:fillRect/>
                </a:stretch>
              </p:blipFill>
              <p:spPr>
                <a:xfrm>
                  <a:off x="11707562" y="1712617"/>
                  <a:ext cx="151920" cy="513000"/>
                </a:xfrm>
                <a:prstGeom prst="rect">
                  <a:avLst/>
                </a:prstGeom>
              </p:spPr>
            </p:pic>
          </mc:Fallback>
        </mc:AlternateContent>
      </p:grpSp>
    </p:spTree>
    <p:extLst>
      <p:ext uri="{BB962C8B-B14F-4D97-AF65-F5344CB8AC3E}">
        <p14:creationId xmlns:p14="http://schemas.microsoft.com/office/powerpoint/2010/main" val="21767126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395D2-32BC-C889-6AB3-A338D5DB819A}"/>
              </a:ext>
            </a:extLst>
          </p:cNvPr>
          <p:cNvSpPr>
            <a:spLocks noGrp="1"/>
          </p:cNvSpPr>
          <p:nvPr>
            <p:ph type="title"/>
          </p:nvPr>
        </p:nvSpPr>
        <p:spPr/>
        <p:txBody>
          <a:bodyPr/>
          <a:lstStyle/>
          <a:p>
            <a:r>
              <a:rPr lang="en-GB" dirty="0"/>
              <a:t>Database Connection</a:t>
            </a:r>
          </a:p>
        </p:txBody>
      </p:sp>
      <p:pic>
        <p:nvPicPr>
          <p:cNvPr id="5" name="Content Placeholder 4" descr="The image shows a comparison between two different methods of connecting to a database: one uses the `sqlite3` library in Python, and the other uses `mysqli` in PHP. Both images display code snippets for establishing a connection to a database, creating a table, and handling potential connection errors.&#10;&#10;AI-generated content may be incorrect.">
            <a:extLst>
              <a:ext uri="{FF2B5EF4-FFF2-40B4-BE49-F238E27FC236}">
                <a16:creationId xmlns:a16="http://schemas.microsoft.com/office/drawing/2014/main" id="{99630FD3-2462-EEBD-1A9B-5C7E2FF24FD6}"/>
              </a:ext>
            </a:extLst>
          </p:cNvPr>
          <p:cNvPicPr>
            <a:picLocks noGrp="1" noChangeAspect="1"/>
          </p:cNvPicPr>
          <p:nvPr>
            <p:ph idx="1"/>
          </p:nvPr>
        </p:nvPicPr>
        <p:blipFill>
          <a:blip r:embed="rId2"/>
          <a:stretch>
            <a:fillRect/>
          </a:stretch>
        </p:blipFill>
        <p:spPr>
          <a:xfrm>
            <a:off x="1893693" y="1690688"/>
            <a:ext cx="8404614" cy="4680000"/>
          </a:xfrm>
          <a:prstGeom prst="rect">
            <a:avLst/>
          </a:prstGeom>
        </p:spPr>
      </p:pic>
    </p:spTree>
    <p:extLst>
      <p:ext uri="{BB962C8B-B14F-4D97-AF65-F5344CB8AC3E}">
        <p14:creationId xmlns:p14="http://schemas.microsoft.com/office/powerpoint/2010/main" val="26242097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B2CE9-C140-6652-AFA3-8370834C5F35}"/>
              </a:ext>
            </a:extLst>
          </p:cNvPr>
          <p:cNvSpPr>
            <a:spLocks noGrp="1"/>
          </p:cNvSpPr>
          <p:nvPr>
            <p:ph type="title"/>
          </p:nvPr>
        </p:nvSpPr>
        <p:spPr/>
        <p:txBody>
          <a:bodyPr/>
          <a:lstStyle/>
          <a:p>
            <a:r>
              <a:rPr lang="en-GB" dirty="0"/>
              <a:t>Data Dictionary</a:t>
            </a:r>
          </a:p>
        </p:txBody>
      </p:sp>
      <p:pic>
        <p:nvPicPr>
          <p:cNvPr id="5" name="Content Placeholder 4" descr="The image illustrates a data structure diagram for an advanced data dictionary, detailing various attribute types and data types, with a note on the common oversight of including primary and foreign keys.&#10;&#10;AI-generated content may be incorrect.">
            <a:extLst>
              <a:ext uri="{FF2B5EF4-FFF2-40B4-BE49-F238E27FC236}">
                <a16:creationId xmlns:a16="http://schemas.microsoft.com/office/drawing/2014/main" id="{8C5C968E-6186-0A1F-693F-36BB780A755A}"/>
              </a:ext>
            </a:extLst>
          </p:cNvPr>
          <p:cNvPicPr>
            <a:picLocks noGrp="1" noChangeAspect="1"/>
          </p:cNvPicPr>
          <p:nvPr>
            <p:ph idx="1"/>
          </p:nvPr>
        </p:nvPicPr>
        <p:blipFill>
          <a:blip r:embed="rId2"/>
          <a:stretch>
            <a:fillRect/>
          </a:stretch>
        </p:blipFill>
        <p:spPr>
          <a:xfrm>
            <a:off x="1870030" y="1690688"/>
            <a:ext cx="8451941" cy="4680000"/>
          </a:xfrm>
          <a:prstGeom prst="rect">
            <a:avLst/>
          </a:prstGeom>
        </p:spPr>
      </p:pic>
      <p:grpSp>
        <p:nvGrpSpPr>
          <p:cNvPr id="31" name="Group 30">
            <a:extLst>
              <a:ext uri="{FF2B5EF4-FFF2-40B4-BE49-F238E27FC236}">
                <a16:creationId xmlns:a16="http://schemas.microsoft.com/office/drawing/2014/main" id="{E6DE084B-E90F-9F94-953B-F6F30CBA351D}"/>
              </a:ext>
            </a:extLst>
          </p:cNvPr>
          <p:cNvGrpSpPr/>
          <p:nvPr/>
        </p:nvGrpSpPr>
        <p:grpSpPr>
          <a:xfrm>
            <a:off x="8031962" y="1539097"/>
            <a:ext cx="3342600" cy="1241280"/>
            <a:chOff x="8031962" y="1539097"/>
            <a:chExt cx="3342600" cy="124128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F60375C-AB41-9FEE-6F38-914C9929100D}"/>
                    </a:ext>
                  </a:extLst>
                </p14:cNvPr>
                <p14:cNvContentPartPr/>
                <p14:nvPr/>
              </p14:nvContentPartPr>
              <p14:xfrm>
                <a:off x="8031962" y="1785697"/>
                <a:ext cx="417600" cy="370440"/>
              </p14:xfrm>
            </p:contentPart>
          </mc:Choice>
          <mc:Fallback xmlns="">
            <p:pic>
              <p:nvPicPr>
                <p:cNvPr id="6" name="Ink 5">
                  <a:extLst>
                    <a:ext uri="{FF2B5EF4-FFF2-40B4-BE49-F238E27FC236}">
                      <a16:creationId xmlns:a16="http://schemas.microsoft.com/office/drawing/2014/main" id="{EF60375C-AB41-9FEE-6F38-914C9929100D}"/>
                    </a:ext>
                  </a:extLst>
                </p:cNvPr>
                <p:cNvPicPr/>
                <p:nvPr/>
              </p:nvPicPr>
              <p:blipFill>
                <a:blip r:embed="rId4"/>
                <a:stretch>
                  <a:fillRect/>
                </a:stretch>
              </p:blipFill>
              <p:spPr>
                <a:xfrm>
                  <a:off x="8025842" y="1779577"/>
                  <a:ext cx="429840" cy="382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1B5DE86F-E50E-D3E5-DB85-49C8729E08BE}"/>
                    </a:ext>
                  </a:extLst>
                </p14:cNvPr>
                <p14:cNvContentPartPr/>
                <p14:nvPr/>
              </p14:nvContentPartPr>
              <p14:xfrm>
                <a:off x="8435882" y="1904857"/>
                <a:ext cx="203760" cy="186120"/>
              </p14:xfrm>
            </p:contentPart>
          </mc:Choice>
          <mc:Fallback xmlns="">
            <p:pic>
              <p:nvPicPr>
                <p:cNvPr id="7" name="Ink 6">
                  <a:extLst>
                    <a:ext uri="{FF2B5EF4-FFF2-40B4-BE49-F238E27FC236}">
                      <a16:creationId xmlns:a16="http://schemas.microsoft.com/office/drawing/2014/main" id="{1B5DE86F-E50E-D3E5-DB85-49C8729E08BE}"/>
                    </a:ext>
                  </a:extLst>
                </p:cNvPr>
                <p:cNvPicPr/>
                <p:nvPr/>
              </p:nvPicPr>
              <p:blipFill>
                <a:blip r:embed="rId6"/>
                <a:stretch>
                  <a:fillRect/>
                </a:stretch>
              </p:blipFill>
              <p:spPr>
                <a:xfrm>
                  <a:off x="8429762" y="1898737"/>
                  <a:ext cx="2160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D8492814-1CBB-F3BC-0D2A-BBFD93A10E15}"/>
                    </a:ext>
                  </a:extLst>
                </p14:cNvPr>
                <p14:cNvContentPartPr/>
                <p14:nvPr/>
              </p14:nvContentPartPr>
              <p14:xfrm>
                <a:off x="8666282" y="1896217"/>
                <a:ext cx="240480" cy="204120"/>
              </p14:xfrm>
            </p:contentPart>
          </mc:Choice>
          <mc:Fallback xmlns="">
            <p:pic>
              <p:nvPicPr>
                <p:cNvPr id="8" name="Ink 7">
                  <a:extLst>
                    <a:ext uri="{FF2B5EF4-FFF2-40B4-BE49-F238E27FC236}">
                      <a16:creationId xmlns:a16="http://schemas.microsoft.com/office/drawing/2014/main" id="{D8492814-1CBB-F3BC-0D2A-BBFD93A10E15}"/>
                    </a:ext>
                  </a:extLst>
                </p:cNvPr>
                <p:cNvPicPr/>
                <p:nvPr/>
              </p:nvPicPr>
              <p:blipFill>
                <a:blip r:embed="rId8"/>
                <a:stretch>
                  <a:fillRect/>
                </a:stretch>
              </p:blipFill>
              <p:spPr>
                <a:xfrm>
                  <a:off x="8660162" y="1890097"/>
                  <a:ext cx="2527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E8C5C178-0276-83D6-8EB4-75BF6BD185B0}"/>
                    </a:ext>
                  </a:extLst>
                </p14:cNvPr>
                <p14:cNvContentPartPr/>
                <p14:nvPr/>
              </p14:nvContentPartPr>
              <p14:xfrm>
                <a:off x="9234002" y="1586257"/>
                <a:ext cx="224280" cy="507240"/>
              </p14:xfrm>
            </p:contentPart>
          </mc:Choice>
          <mc:Fallback xmlns="">
            <p:pic>
              <p:nvPicPr>
                <p:cNvPr id="9" name="Ink 8">
                  <a:extLst>
                    <a:ext uri="{FF2B5EF4-FFF2-40B4-BE49-F238E27FC236}">
                      <a16:creationId xmlns:a16="http://schemas.microsoft.com/office/drawing/2014/main" id="{E8C5C178-0276-83D6-8EB4-75BF6BD185B0}"/>
                    </a:ext>
                  </a:extLst>
                </p:cNvPr>
                <p:cNvPicPr/>
                <p:nvPr/>
              </p:nvPicPr>
              <p:blipFill>
                <a:blip r:embed="rId10"/>
                <a:stretch>
                  <a:fillRect/>
                </a:stretch>
              </p:blipFill>
              <p:spPr>
                <a:xfrm>
                  <a:off x="9227882" y="1580137"/>
                  <a:ext cx="23652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972BE05D-36C1-FD48-0E12-6CCD50F0C134}"/>
                    </a:ext>
                  </a:extLst>
                </p14:cNvPr>
                <p14:cNvContentPartPr/>
                <p14:nvPr/>
              </p14:nvContentPartPr>
              <p14:xfrm>
                <a:off x="9091442" y="1832497"/>
                <a:ext cx="279720" cy="134280"/>
              </p14:xfrm>
            </p:contentPart>
          </mc:Choice>
          <mc:Fallback xmlns="">
            <p:pic>
              <p:nvPicPr>
                <p:cNvPr id="10" name="Ink 9">
                  <a:extLst>
                    <a:ext uri="{FF2B5EF4-FFF2-40B4-BE49-F238E27FC236}">
                      <a16:creationId xmlns:a16="http://schemas.microsoft.com/office/drawing/2014/main" id="{972BE05D-36C1-FD48-0E12-6CCD50F0C134}"/>
                    </a:ext>
                  </a:extLst>
                </p:cNvPr>
                <p:cNvPicPr/>
                <p:nvPr/>
              </p:nvPicPr>
              <p:blipFill>
                <a:blip r:embed="rId12"/>
                <a:stretch>
                  <a:fillRect/>
                </a:stretch>
              </p:blipFill>
              <p:spPr>
                <a:xfrm>
                  <a:off x="9085322" y="1826377"/>
                  <a:ext cx="2919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4965CC18-81F2-671E-5BD3-E9CA8E00ED14}"/>
                    </a:ext>
                  </a:extLst>
                </p14:cNvPr>
                <p14:cNvContentPartPr/>
                <p14:nvPr/>
              </p14:nvContentPartPr>
              <p14:xfrm>
                <a:off x="9528122" y="1596337"/>
                <a:ext cx="66960" cy="340920"/>
              </p14:xfrm>
            </p:contentPart>
          </mc:Choice>
          <mc:Fallback xmlns="">
            <p:pic>
              <p:nvPicPr>
                <p:cNvPr id="11" name="Ink 10">
                  <a:extLst>
                    <a:ext uri="{FF2B5EF4-FFF2-40B4-BE49-F238E27FC236}">
                      <a16:creationId xmlns:a16="http://schemas.microsoft.com/office/drawing/2014/main" id="{4965CC18-81F2-671E-5BD3-E9CA8E00ED14}"/>
                    </a:ext>
                  </a:extLst>
                </p:cNvPr>
                <p:cNvPicPr/>
                <p:nvPr/>
              </p:nvPicPr>
              <p:blipFill>
                <a:blip r:embed="rId14"/>
                <a:stretch>
                  <a:fillRect/>
                </a:stretch>
              </p:blipFill>
              <p:spPr>
                <a:xfrm>
                  <a:off x="9522002" y="1590217"/>
                  <a:ext cx="7920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E5227611-508B-563E-0AF6-3D2AF73D613C}"/>
                    </a:ext>
                  </a:extLst>
                </p14:cNvPr>
                <p14:cNvContentPartPr/>
                <p14:nvPr/>
              </p14:nvContentPartPr>
              <p14:xfrm>
                <a:off x="9542882" y="1827817"/>
                <a:ext cx="118800" cy="103680"/>
              </p14:xfrm>
            </p:contentPart>
          </mc:Choice>
          <mc:Fallback xmlns="">
            <p:pic>
              <p:nvPicPr>
                <p:cNvPr id="12" name="Ink 11">
                  <a:extLst>
                    <a:ext uri="{FF2B5EF4-FFF2-40B4-BE49-F238E27FC236}">
                      <a16:creationId xmlns:a16="http://schemas.microsoft.com/office/drawing/2014/main" id="{E5227611-508B-563E-0AF6-3D2AF73D613C}"/>
                    </a:ext>
                  </a:extLst>
                </p:cNvPr>
                <p:cNvPicPr/>
                <p:nvPr/>
              </p:nvPicPr>
              <p:blipFill>
                <a:blip r:embed="rId16"/>
                <a:stretch>
                  <a:fillRect/>
                </a:stretch>
              </p:blipFill>
              <p:spPr>
                <a:xfrm>
                  <a:off x="9536762" y="1821697"/>
                  <a:ext cx="1310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2A588D59-EE99-9D2F-5173-B1D028A76E3A}"/>
                    </a:ext>
                  </a:extLst>
                </p14:cNvPr>
                <p14:cNvContentPartPr/>
                <p14:nvPr/>
              </p14:nvContentPartPr>
              <p14:xfrm>
                <a:off x="9644042" y="1539097"/>
                <a:ext cx="146520" cy="493560"/>
              </p14:xfrm>
            </p:contentPart>
          </mc:Choice>
          <mc:Fallback xmlns="">
            <p:pic>
              <p:nvPicPr>
                <p:cNvPr id="13" name="Ink 12">
                  <a:extLst>
                    <a:ext uri="{FF2B5EF4-FFF2-40B4-BE49-F238E27FC236}">
                      <a16:creationId xmlns:a16="http://schemas.microsoft.com/office/drawing/2014/main" id="{2A588D59-EE99-9D2F-5173-B1D028A76E3A}"/>
                    </a:ext>
                  </a:extLst>
                </p:cNvPr>
                <p:cNvPicPr/>
                <p:nvPr/>
              </p:nvPicPr>
              <p:blipFill>
                <a:blip r:embed="rId18"/>
                <a:stretch>
                  <a:fillRect/>
                </a:stretch>
              </p:blipFill>
              <p:spPr>
                <a:xfrm>
                  <a:off x="9637922" y="1532977"/>
                  <a:ext cx="15876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BEE82098-2CE6-4255-926F-483D17AAB3C0}"/>
                    </a:ext>
                  </a:extLst>
                </p14:cNvPr>
                <p14:cNvContentPartPr/>
                <p14:nvPr/>
              </p14:nvContentPartPr>
              <p14:xfrm>
                <a:off x="8277842" y="2508937"/>
                <a:ext cx="406080" cy="271440"/>
              </p14:xfrm>
            </p:contentPart>
          </mc:Choice>
          <mc:Fallback xmlns="">
            <p:pic>
              <p:nvPicPr>
                <p:cNvPr id="15" name="Ink 14">
                  <a:extLst>
                    <a:ext uri="{FF2B5EF4-FFF2-40B4-BE49-F238E27FC236}">
                      <a16:creationId xmlns:a16="http://schemas.microsoft.com/office/drawing/2014/main" id="{BEE82098-2CE6-4255-926F-483D17AAB3C0}"/>
                    </a:ext>
                  </a:extLst>
                </p:cNvPr>
                <p:cNvPicPr/>
                <p:nvPr/>
              </p:nvPicPr>
              <p:blipFill>
                <a:blip r:embed="rId20"/>
                <a:stretch>
                  <a:fillRect/>
                </a:stretch>
              </p:blipFill>
              <p:spPr>
                <a:xfrm>
                  <a:off x="8271722" y="2502817"/>
                  <a:ext cx="41832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775FDE14-98B8-CE3F-8975-3184AE3CCA92}"/>
                    </a:ext>
                  </a:extLst>
                </p14:cNvPr>
                <p14:cNvContentPartPr/>
                <p14:nvPr/>
              </p14:nvContentPartPr>
              <p14:xfrm>
                <a:off x="8523002" y="2184577"/>
                <a:ext cx="189000" cy="546120"/>
              </p14:xfrm>
            </p:contentPart>
          </mc:Choice>
          <mc:Fallback xmlns="">
            <p:pic>
              <p:nvPicPr>
                <p:cNvPr id="16" name="Ink 15">
                  <a:extLst>
                    <a:ext uri="{FF2B5EF4-FFF2-40B4-BE49-F238E27FC236}">
                      <a16:creationId xmlns:a16="http://schemas.microsoft.com/office/drawing/2014/main" id="{775FDE14-98B8-CE3F-8975-3184AE3CCA92}"/>
                    </a:ext>
                  </a:extLst>
                </p:cNvPr>
                <p:cNvPicPr/>
                <p:nvPr/>
              </p:nvPicPr>
              <p:blipFill>
                <a:blip r:embed="rId22"/>
                <a:stretch>
                  <a:fillRect/>
                </a:stretch>
              </p:blipFill>
              <p:spPr>
                <a:xfrm>
                  <a:off x="8516882" y="2178457"/>
                  <a:ext cx="201240" cy="5583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2B2FE3E6-737D-13E3-5486-0AE5AB847854}"/>
                    </a:ext>
                  </a:extLst>
                </p14:cNvPr>
                <p14:cNvContentPartPr/>
                <p14:nvPr/>
              </p14:nvContentPartPr>
              <p14:xfrm>
                <a:off x="8418242" y="2501737"/>
                <a:ext cx="329400" cy="135360"/>
              </p14:xfrm>
            </p:contentPart>
          </mc:Choice>
          <mc:Fallback xmlns="">
            <p:pic>
              <p:nvPicPr>
                <p:cNvPr id="17" name="Ink 16">
                  <a:extLst>
                    <a:ext uri="{FF2B5EF4-FFF2-40B4-BE49-F238E27FC236}">
                      <a16:creationId xmlns:a16="http://schemas.microsoft.com/office/drawing/2014/main" id="{2B2FE3E6-737D-13E3-5486-0AE5AB847854}"/>
                    </a:ext>
                  </a:extLst>
                </p:cNvPr>
                <p:cNvPicPr/>
                <p:nvPr/>
              </p:nvPicPr>
              <p:blipFill>
                <a:blip r:embed="rId24"/>
                <a:stretch>
                  <a:fillRect/>
                </a:stretch>
              </p:blipFill>
              <p:spPr>
                <a:xfrm>
                  <a:off x="8412122" y="2495617"/>
                  <a:ext cx="3416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35FDADE3-0CFB-85D9-6FEA-DDEBA5485039}"/>
                    </a:ext>
                  </a:extLst>
                </p14:cNvPr>
                <p14:cNvContentPartPr/>
                <p14:nvPr/>
              </p14:nvContentPartPr>
              <p14:xfrm>
                <a:off x="8670242" y="2239657"/>
                <a:ext cx="104040" cy="275760"/>
              </p14:xfrm>
            </p:contentPart>
          </mc:Choice>
          <mc:Fallback xmlns="">
            <p:pic>
              <p:nvPicPr>
                <p:cNvPr id="18" name="Ink 17">
                  <a:extLst>
                    <a:ext uri="{FF2B5EF4-FFF2-40B4-BE49-F238E27FC236}">
                      <a16:creationId xmlns:a16="http://schemas.microsoft.com/office/drawing/2014/main" id="{35FDADE3-0CFB-85D9-6FEA-DDEBA5485039}"/>
                    </a:ext>
                  </a:extLst>
                </p:cNvPr>
                <p:cNvPicPr/>
                <p:nvPr/>
              </p:nvPicPr>
              <p:blipFill>
                <a:blip r:embed="rId26"/>
                <a:stretch>
                  <a:fillRect/>
                </a:stretch>
              </p:blipFill>
              <p:spPr>
                <a:xfrm>
                  <a:off x="8664122" y="2233537"/>
                  <a:ext cx="11628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46919646-0F46-0242-43F4-369CD84961F5}"/>
                    </a:ext>
                  </a:extLst>
                </p14:cNvPr>
                <p14:cNvContentPartPr/>
                <p14:nvPr/>
              </p14:nvContentPartPr>
              <p14:xfrm>
                <a:off x="8885162" y="2447737"/>
                <a:ext cx="122040" cy="217440"/>
              </p14:xfrm>
            </p:contentPart>
          </mc:Choice>
          <mc:Fallback xmlns="">
            <p:pic>
              <p:nvPicPr>
                <p:cNvPr id="19" name="Ink 18">
                  <a:extLst>
                    <a:ext uri="{FF2B5EF4-FFF2-40B4-BE49-F238E27FC236}">
                      <a16:creationId xmlns:a16="http://schemas.microsoft.com/office/drawing/2014/main" id="{46919646-0F46-0242-43F4-369CD84961F5}"/>
                    </a:ext>
                  </a:extLst>
                </p:cNvPr>
                <p:cNvPicPr/>
                <p:nvPr/>
              </p:nvPicPr>
              <p:blipFill>
                <a:blip r:embed="rId28"/>
                <a:stretch>
                  <a:fillRect/>
                </a:stretch>
              </p:blipFill>
              <p:spPr>
                <a:xfrm>
                  <a:off x="8879042" y="2441617"/>
                  <a:ext cx="13428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BA46106C-21F3-56A6-2DD9-35BCEFFF004E}"/>
                    </a:ext>
                  </a:extLst>
                </p14:cNvPr>
                <p14:cNvContentPartPr/>
                <p14:nvPr/>
              </p14:nvContentPartPr>
              <p14:xfrm>
                <a:off x="9012602" y="2277097"/>
                <a:ext cx="12240" cy="39960"/>
              </p14:xfrm>
            </p:contentPart>
          </mc:Choice>
          <mc:Fallback xmlns="">
            <p:pic>
              <p:nvPicPr>
                <p:cNvPr id="20" name="Ink 19">
                  <a:extLst>
                    <a:ext uri="{FF2B5EF4-FFF2-40B4-BE49-F238E27FC236}">
                      <a16:creationId xmlns:a16="http://schemas.microsoft.com/office/drawing/2014/main" id="{BA46106C-21F3-56A6-2DD9-35BCEFFF004E}"/>
                    </a:ext>
                  </a:extLst>
                </p:cNvPr>
                <p:cNvPicPr/>
                <p:nvPr/>
              </p:nvPicPr>
              <p:blipFill>
                <a:blip r:embed="rId30"/>
                <a:stretch>
                  <a:fillRect/>
                </a:stretch>
              </p:blipFill>
              <p:spPr>
                <a:xfrm>
                  <a:off x="9006482" y="2270977"/>
                  <a:ext cx="244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EA384E17-BD21-09CB-6995-8FCA8485506A}"/>
                    </a:ext>
                  </a:extLst>
                </p14:cNvPr>
                <p14:cNvContentPartPr/>
                <p14:nvPr/>
              </p14:nvContentPartPr>
              <p14:xfrm>
                <a:off x="9122402" y="2464657"/>
                <a:ext cx="103680" cy="140040"/>
              </p14:xfrm>
            </p:contentPart>
          </mc:Choice>
          <mc:Fallback xmlns="">
            <p:pic>
              <p:nvPicPr>
                <p:cNvPr id="21" name="Ink 20">
                  <a:extLst>
                    <a:ext uri="{FF2B5EF4-FFF2-40B4-BE49-F238E27FC236}">
                      <a16:creationId xmlns:a16="http://schemas.microsoft.com/office/drawing/2014/main" id="{EA384E17-BD21-09CB-6995-8FCA8485506A}"/>
                    </a:ext>
                  </a:extLst>
                </p:cNvPr>
                <p:cNvPicPr/>
                <p:nvPr/>
              </p:nvPicPr>
              <p:blipFill>
                <a:blip r:embed="rId32"/>
                <a:stretch>
                  <a:fillRect/>
                </a:stretch>
              </p:blipFill>
              <p:spPr>
                <a:xfrm>
                  <a:off x="9116282" y="2458537"/>
                  <a:ext cx="1159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78CA33E1-61D0-7A22-B26F-06512E25241A}"/>
                    </a:ext>
                  </a:extLst>
                </p14:cNvPr>
                <p14:cNvContentPartPr/>
                <p14:nvPr/>
              </p14:nvContentPartPr>
              <p14:xfrm>
                <a:off x="9122762" y="2152177"/>
                <a:ext cx="275040" cy="488880"/>
              </p14:xfrm>
            </p:contentPart>
          </mc:Choice>
          <mc:Fallback xmlns="">
            <p:pic>
              <p:nvPicPr>
                <p:cNvPr id="22" name="Ink 21">
                  <a:extLst>
                    <a:ext uri="{FF2B5EF4-FFF2-40B4-BE49-F238E27FC236}">
                      <a16:creationId xmlns:a16="http://schemas.microsoft.com/office/drawing/2014/main" id="{78CA33E1-61D0-7A22-B26F-06512E25241A}"/>
                    </a:ext>
                  </a:extLst>
                </p:cNvPr>
                <p:cNvPicPr/>
                <p:nvPr/>
              </p:nvPicPr>
              <p:blipFill>
                <a:blip r:embed="rId34"/>
                <a:stretch>
                  <a:fillRect/>
                </a:stretch>
              </p:blipFill>
              <p:spPr>
                <a:xfrm>
                  <a:off x="9116642" y="2146057"/>
                  <a:ext cx="287280" cy="501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CB667BCD-5923-5302-5052-DC4BCE55DF47}"/>
                    </a:ext>
                  </a:extLst>
                </p14:cNvPr>
                <p14:cNvContentPartPr/>
                <p14:nvPr/>
              </p14:nvContentPartPr>
              <p14:xfrm>
                <a:off x="9356402" y="2476537"/>
                <a:ext cx="219960" cy="105840"/>
              </p14:xfrm>
            </p:contentPart>
          </mc:Choice>
          <mc:Fallback xmlns="">
            <p:pic>
              <p:nvPicPr>
                <p:cNvPr id="23" name="Ink 22">
                  <a:extLst>
                    <a:ext uri="{FF2B5EF4-FFF2-40B4-BE49-F238E27FC236}">
                      <a16:creationId xmlns:a16="http://schemas.microsoft.com/office/drawing/2014/main" id="{CB667BCD-5923-5302-5052-DC4BCE55DF47}"/>
                    </a:ext>
                  </a:extLst>
                </p:cNvPr>
                <p:cNvPicPr/>
                <p:nvPr/>
              </p:nvPicPr>
              <p:blipFill>
                <a:blip r:embed="rId36"/>
                <a:stretch>
                  <a:fillRect/>
                </a:stretch>
              </p:blipFill>
              <p:spPr>
                <a:xfrm>
                  <a:off x="9350282" y="2470417"/>
                  <a:ext cx="2322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1ED8A67F-C320-2804-D078-23BDF0367EFE}"/>
                    </a:ext>
                  </a:extLst>
                </p14:cNvPr>
                <p14:cNvContentPartPr/>
                <p14:nvPr/>
              </p14:nvContentPartPr>
              <p14:xfrm>
                <a:off x="9513722" y="2142457"/>
                <a:ext cx="89640" cy="403920"/>
              </p14:xfrm>
            </p:contentPart>
          </mc:Choice>
          <mc:Fallback xmlns="">
            <p:pic>
              <p:nvPicPr>
                <p:cNvPr id="24" name="Ink 23">
                  <a:extLst>
                    <a:ext uri="{FF2B5EF4-FFF2-40B4-BE49-F238E27FC236}">
                      <a16:creationId xmlns:a16="http://schemas.microsoft.com/office/drawing/2014/main" id="{1ED8A67F-C320-2804-D078-23BDF0367EFE}"/>
                    </a:ext>
                  </a:extLst>
                </p:cNvPr>
                <p:cNvPicPr/>
                <p:nvPr/>
              </p:nvPicPr>
              <p:blipFill>
                <a:blip r:embed="rId38"/>
                <a:stretch>
                  <a:fillRect/>
                </a:stretch>
              </p:blipFill>
              <p:spPr>
                <a:xfrm>
                  <a:off x="9507602" y="2136337"/>
                  <a:ext cx="101880" cy="416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A8809273-FB56-D86B-8D9B-5BADD98D27AD}"/>
                    </a:ext>
                  </a:extLst>
                </p14:cNvPr>
                <p14:cNvContentPartPr/>
                <p14:nvPr/>
              </p14:nvContentPartPr>
              <p14:xfrm>
                <a:off x="9419762" y="2336857"/>
                <a:ext cx="248760" cy="140040"/>
              </p14:xfrm>
            </p:contentPart>
          </mc:Choice>
          <mc:Fallback xmlns="">
            <p:pic>
              <p:nvPicPr>
                <p:cNvPr id="25" name="Ink 24">
                  <a:extLst>
                    <a:ext uri="{FF2B5EF4-FFF2-40B4-BE49-F238E27FC236}">
                      <a16:creationId xmlns:a16="http://schemas.microsoft.com/office/drawing/2014/main" id="{A8809273-FB56-D86B-8D9B-5BADD98D27AD}"/>
                    </a:ext>
                  </a:extLst>
                </p:cNvPr>
                <p:cNvPicPr/>
                <p:nvPr/>
              </p:nvPicPr>
              <p:blipFill>
                <a:blip r:embed="rId40"/>
                <a:stretch>
                  <a:fillRect/>
                </a:stretch>
              </p:blipFill>
              <p:spPr>
                <a:xfrm>
                  <a:off x="9413642" y="2330737"/>
                  <a:ext cx="2610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68981864-3E4B-B75A-2A1A-145A98B72DB5}"/>
                    </a:ext>
                  </a:extLst>
                </p14:cNvPr>
                <p14:cNvContentPartPr/>
                <p14:nvPr/>
              </p14:nvContentPartPr>
              <p14:xfrm>
                <a:off x="9649442" y="2274577"/>
                <a:ext cx="204480" cy="303120"/>
              </p14:xfrm>
            </p:contentPart>
          </mc:Choice>
          <mc:Fallback xmlns="">
            <p:pic>
              <p:nvPicPr>
                <p:cNvPr id="26" name="Ink 25">
                  <a:extLst>
                    <a:ext uri="{FF2B5EF4-FFF2-40B4-BE49-F238E27FC236}">
                      <a16:creationId xmlns:a16="http://schemas.microsoft.com/office/drawing/2014/main" id="{68981864-3E4B-B75A-2A1A-145A98B72DB5}"/>
                    </a:ext>
                  </a:extLst>
                </p:cNvPr>
                <p:cNvPicPr/>
                <p:nvPr/>
              </p:nvPicPr>
              <p:blipFill>
                <a:blip r:embed="rId42"/>
                <a:stretch>
                  <a:fillRect/>
                </a:stretch>
              </p:blipFill>
              <p:spPr>
                <a:xfrm>
                  <a:off x="9643322" y="2268457"/>
                  <a:ext cx="21672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7CBB1485-3253-A01B-CC3A-B6628EE8425B}"/>
                    </a:ext>
                  </a:extLst>
                </p14:cNvPr>
                <p14:cNvContentPartPr/>
                <p14:nvPr/>
              </p14:nvContentPartPr>
              <p14:xfrm>
                <a:off x="10246682" y="1827817"/>
                <a:ext cx="79920" cy="622080"/>
              </p14:xfrm>
            </p:contentPart>
          </mc:Choice>
          <mc:Fallback xmlns="">
            <p:pic>
              <p:nvPicPr>
                <p:cNvPr id="27" name="Ink 26">
                  <a:extLst>
                    <a:ext uri="{FF2B5EF4-FFF2-40B4-BE49-F238E27FC236}">
                      <a16:creationId xmlns:a16="http://schemas.microsoft.com/office/drawing/2014/main" id="{7CBB1485-3253-A01B-CC3A-B6628EE8425B}"/>
                    </a:ext>
                  </a:extLst>
                </p:cNvPr>
                <p:cNvPicPr/>
                <p:nvPr/>
              </p:nvPicPr>
              <p:blipFill>
                <a:blip r:embed="rId44"/>
                <a:stretch>
                  <a:fillRect/>
                </a:stretch>
              </p:blipFill>
              <p:spPr>
                <a:xfrm>
                  <a:off x="10240562" y="1821697"/>
                  <a:ext cx="92160" cy="634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EE9C4A78-6A3C-5191-9AE5-28A3A93E83AB}"/>
                    </a:ext>
                  </a:extLst>
                </p14:cNvPr>
                <p14:cNvContentPartPr/>
                <p14:nvPr/>
              </p14:nvContentPartPr>
              <p14:xfrm>
                <a:off x="10103402" y="2192497"/>
                <a:ext cx="642960" cy="571320"/>
              </p14:xfrm>
            </p:contentPart>
          </mc:Choice>
          <mc:Fallback xmlns="">
            <p:pic>
              <p:nvPicPr>
                <p:cNvPr id="28" name="Ink 27">
                  <a:extLst>
                    <a:ext uri="{FF2B5EF4-FFF2-40B4-BE49-F238E27FC236}">
                      <a16:creationId xmlns:a16="http://schemas.microsoft.com/office/drawing/2014/main" id="{EE9C4A78-6A3C-5191-9AE5-28A3A93E83AB}"/>
                    </a:ext>
                  </a:extLst>
                </p:cNvPr>
                <p:cNvPicPr/>
                <p:nvPr/>
              </p:nvPicPr>
              <p:blipFill>
                <a:blip r:embed="rId46"/>
                <a:stretch>
                  <a:fillRect/>
                </a:stretch>
              </p:blipFill>
              <p:spPr>
                <a:xfrm>
                  <a:off x="10097282" y="2186377"/>
                  <a:ext cx="65520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E2B44A4F-B8DB-1553-B3C1-22DDE4E45A6B}"/>
                    </a:ext>
                  </a:extLst>
                </p14:cNvPr>
                <p14:cNvContentPartPr/>
                <p14:nvPr/>
              </p14:nvContentPartPr>
              <p14:xfrm>
                <a:off x="10618562" y="2075857"/>
                <a:ext cx="201240" cy="345240"/>
              </p14:xfrm>
            </p:contentPart>
          </mc:Choice>
          <mc:Fallback xmlns="">
            <p:pic>
              <p:nvPicPr>
                <p:cNvPr id="29" name="Ink 28">
                  <a:extLst>
                    <a:ext uri="{FF2B5EF4-FFF2-40B4-BE49-F238E27FC236}">
                      <a16:creationId xmlns:a16="http://schemas.microsoft.com/office/drawing/2014/main" id="{E2B44A4F-B8DB-1553-B3C1-22DDE4E45A6B}"/>
                    </a:ext>
                  </a:extLst>
                </p:cNvPr>
                <p:cNvPicPr/>
                <p:nvPr/>
              </p:nvPicPr>
              <p:blipFill>
                <a:blip r:embed="rId48"/>
                <a:stretch>
                  <a:fillRect/>
                </a:stretch>
              </p:blipFill>
              <p:spPr>
                <a:xfrm>
                  <a:off x="10612442" y="2069737"/>
                  <a:ext cx="213480" cy="3574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9BEBE3C0-E274-34C3-CDC4-B72E78B56A98}"/>
                    </a:ext>
                  </a:extLst>
                </p14:cNvPr>
                <p14:cNvContentPartPr/>
                <p14:nvPr/>
              </p14:nvContentPartPr>
              <p14:xfrm>
                <a:off x="10762202" y="1908817"/>
                <a:ext cx="612360" cy="278280"/>
              </p14:xfrm>
            </p:contentPart>
          </mc:Choice>
          <mc:Fallback xmlns="">
            <p:pic>
              <p:nvPicPr>
                <p:cNvPr id="30" name="Ink 29">
                  <a:extLst>
                    <a:ext uri="{FF2B5EF4-FFF2-40B4-BE49-F238E27FC236}">
                      <a16:creationId xmlns:a16="http://schemas.microsoft.com/office/drawing/2014/main" id="{9BEBE3C0-E274-34C3-CDC4-B72E78B56A98}"/>
                    </a:ext>
                  </a:extLst>
                </p:cNvPr>
                <p:cNvPicPr/>
                <p:nvPr/>
              </p:nvPicPr>
              <p:blipFill>
                <a:blip r:embed="rId50"/>
                <a:stretch>
                  <a:fillRect/>
                </a:stretch>
              </p:blipFill>
              <p:spPr>
                <a:xfrm>
                  <a:off x="10756082" y="1902697"/>
                  <a:ext cx="624600" cy="290520"/>
                </a:xfrm>
                <a:prstGeom prst="rect">
                  <a:avLst/>
                </a:prstGeom>
              </p:spPr>
            </p:pic>
          </mc:Fallback>
        </mc:AlternateContent>
      </p:grpSp>
    </p:spTree>
    <p:extLst>
      <p:ext uri="{BB962C8B-B14F-4D97-AF65-F5344CB8AC3E}">
        <p14:creationId xmlns:p14="http://schemas.microsoft.com/office/powerpoint/2010/main" val="2992281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59245-51AA-4643-8282-8BEC4B569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EE5EC-5E00-7598-6737-089F5491624B}"/>
              </a:ext>
            </a:extLst>
          </p:cNvPr>
          <p:cNvSpPr>
            <a:spLocks noGrp="1"/>
          </p:cNvSpPr>
          <p:nvPr>
            <p:ph type="title"/>
          </p:nvPr>
        </p:nvSpPr>
        <p:spPr/>
        <p:txBody>
          <a:bodyPr/>
          <a:lstStyle/>
          <a:p>
            <a:r>
              <a:rPr lang="en-GB" dirty="0"/>
              <a:t>Project Design</a:t>
            </a:r>
          </a:p>
        </p:txBody>
      </p:sp>
      <p:sp>
        <p:nvSpPr>
          <p:cNvPr id="3" name="Text Placeholder 2">
            <a:extLst>
              <a:ext uri="{FF2B5EF4-FFF2-40B4-BE49-F238E27FC236}">
                <a16:creationId xmlns:a16="http://schemas.microsoft.com/office/drawing/2014/main" id="{96B5F662-25FD-C475-D5FB-BF668005E8CD}"/>
              </a:ext>
            </a:extLst>
          </p:cNvPr>
          <p:cNvSpPr>
            <a:spLocks noGrp="1"/>
          </p:cNvSpPr>
          <p:nvPr>
            <p:ph type="body" idx="1"/>
          </p:nvPr>
        </p:nvSpPr>
        <p:spPr/>
        <p:txBody>
          <a:bodyPr/>
          <a:lstStyle/>
          <a:p>
            <a:r>
              <a:rPr lang="en-GB" dirty="0" err="1"/>
              <a:t>SDD</a:t>
            </a:r>
            <a:endParaRPr lang="en-GB" dirty="0"/>
          </a:p>
        </p:txBody>
      </p:sp>
    </p:spTree>
    <p:extLst>
      <p:ext uri="{BB962C8B-B14F-4D97-AF65-F5344CB8AC3E}">
        <p14:creationId xmlns:p14="http://schemas.microsoft.com/office/powerpoint/2010/main" val="42763339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00D4-01A3-009D-AAF0-C138B8F1C174}"/>
              </a:ext>
            </a:extLst>
          </p:cNvPr>
          <p:cNvSpPr>
            <a:spLocks noGrp="1"/>
          </p:cNvSpPr>
          <p:nvPr>
            <p:ph type="title"/>
          </p:nvPr>
        </p:nvSpPr>
        <p:spPr/>
        <p:txBody>
          <a:bodyPr/>
          <a:lstStyle/>
          <a:p>
            <a:r>
              <a:rPr lang="en-GB" dirty="0"/>
              <a:t>Course Report</a:t>
            </a:r>
          </a:p>
        </p:txBody>
      </p:sp>
      <p:pic>
        <p:nvPicPr>
          <p:cNvPr id="5" name="Content Placeholder 4" descr="The image illustrates a diagram showing various aspects of candidate solutions for an SQA course, including the use of the AH algorithm, the importance of data structures, and the need for detailed design and error handling.&#10;&#10;AI-generated content may be incorrect.">
            <a:extLst>
              <a:ext uri="{FF2B5EF4-FFF2-40B4-BE49-F238E27FC236}">
                <a16:creationId xmlns:a16="http://schemas.microsoft.com/office/drawing/2014/main" id="{66BCB542-5CD5-0815-8F3F-38A993C272BA}"/>
              </a:ext>
            </a:extLst>
          </p:cNvPr>
          <p:cNvPicPr>
            <a:picLocks noGrp="1" noChangeAspect="1"/>
          </p:cNvPicPr>
          <p:nvPr>
            <p:ph idx="1"/>
          </p:nvPr>
        </p:nvPicPr>
        <p:blipFill>
          <a:blip r:embed="rId2"/>
          <a:stretch>
            <a:fillRect/>
          </a:stretch>
        </p:blipFill>
        <p:spPr>
          <a:xfrm>
            <a:off x="1918413" y="1690688"/>
            <a:ext cx="8355175" cy="4680000"/>
          </a:xfrm>
          <a:prstGeom prst="rect">
            <a:avLst/>
          </a:prstGeom>
        </p:spPr>
      </p:pic>
    </p:spTree>
    <p:extLst>
      <p:ext uri="{BB962C8B-B14F-4D97-AF65-F5344CB8AC3E}">
        <p14:creationId xmlns:p14="http://schemas.microsoft.com/office/powerpoint/2010/main" val="31506808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B4943-24A7-FD9D-6EC6-A82B625B940A}"/>
              </a:ext>
            </a:extLst>
          </p:cNvPr>
          <p:cNvSpPr>
            <a:spLocks noGrp="1"/>
          </p:cNvSpPr>
          <p:nvPr>
            <p:ph type="title"/>
          </p:nvPr>
        </p:nvSpPr>
        <p:spPr/>
        <p:txBody>
          <a:bodyPr/>
          <a:lstStyle/>
          <a:p>
            <a:r>
              <a:rPr lang="en-GB" dirty="0"/>
              <a:t>AH Algorithm</a:t>
            </a:r>
          </a:p>
        </p:txBody>
      </p:sp>
      <p:pic>
        <p:nvPicPr>
          <p:cNvPr id="5" name="Content Placeholder 4" descr="The diagram illustrates the process of applying a data structure, such as a 2D array or object-oriented programming (OOP), to algorithms like binary search, insertion sort, and bubble sort for organizing records or objects.&#10;&#10;AI-generated content may be incorrect.">
            <a:extLst>
              <a:ext uri="{FF2B5EF4-FFF2-40B4-BE49-F238E27FC236}">
                <a16:creationId xmlns:a16="http://schemas.microsoft.com/office/drawing/2014/main" id="{22223040-1992-3A41-F6DA-D881A5E61F33}"/>
              </a:ext>
            </a:extLst>
          </p:cNvPr>
          <p:cNvPicPr>
            <a:picLocks noGrp="1" noChangeAspect="1"/>
          </p:cNvPicPr>
          <p:nvPr>
            <p:ph idx="1"/>
          </p:nvPr>
        </p:nvPicPr>
        <p:blipFill>
          <a:blip r:embed="rId2"/>
          <a:stretch>
            <a:fillRect/>
          </a:stretch>
        </p:blipFill>
        <p:spPr>
          <a:xfrm>
            <a:off x="1912992" y="1690687"/>
            <a:ext cx="8366016" cy="4680000"/>
          </a:xfrm>
          <a:prstGeom prst="rect">
            <a:avLst/>
          </a:prstGeom>
        </p:spPr>
      </p:pic>
    </p:spTree>
    <p:extLst>
      <p:ext uri="{BB962C8B-B14F-4D97-AF65-F5344CB8AC3E}">
        <p14:creationId xmlns:p14="http://schemas.microsoft.com/office/powerpoint/2010/main" val="30312997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B96D7-3ACD-B52F-67A2-2FEA119547C7}"/>
              </a:ext>
            </a:extLst>
          </p:cNvPr>
          <p:cNvSpPr>
            <a:spLocks noGrp="1"/>
          </p:cNvSpPr>
          <p:nvPr>
            <p:ph type="title"/>
          </p:nvPr>
        </p:nvSpPr>
        <p:spPr/>
        <p:txBody>
          <a:bodyPr/>
          <a:lstStyle/>
          <a:p>
            <a:r>
              <a:rPr lang="en-GB" dirty="0"/>
              <a:t>Data Flow</a:t>
            </a:r>
          </a:p>
        </p:txBody>
      </p:sp>
      <p:pic>
        <p:nvPicPr>
          <p:cNvPr id="14" name="Content Placeholder 13">
            <a:extLst>
              <a:ext uri="{FF2B5EF4-FFF2-40B4-BE49-F238E27FC236}">
                <a16:creationId xmlns:a16="http://schemas.microsoft.com/office/drawing/2014/main" id="{854D8CC5-1252-70F9-5655-778E688386E3}"/>
              </a:ext>
            </a:extLst>
          </p:cNvPr>
          <p:cNvPicPr>
            <a:picLocks noGrp="1" noChangeAspect="1"/>
          </p:cNvPicPr>
          <p:nvPr>
            <p:ph idx="1"/>
          </p:nvPr>
        </p:nvPicPr>
        <p:blipFill>
          <a:blip r:embed="rId2"/>
          <a:stretch>
            <a:fillRect/>
          </a:stretch>
        </p:blipFill>
        <p:spPr>
          <a:xfrm>
            <a:off x="1582263" y="1690688"/>
            <a:ext cx="9027475" cy="4680000"/>
          </a:xfrm>
          <a:prstGeom prst="rect">
            <a:avLst/>
          </a:prstGeom>
        </p:spPr>
      </p:pic>
    </p:spTree>
    <p:extLst>
      <p:ext uri="{BB962C8B-B14F-4D97-AF65-F5344CB8AC3E}">
        <p14:creationId xmlns:p14="http://schemas.microsoft.com/office/powerpoint/2010/main" val="22744206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4E0B3-57A4-E0FE-0BBD-2E9D973173E7}"/>
              </a:ext>
            </a:extLst>
          </p:cNvPr>
          <p:cNvSpPr>
            <a:spLocks noGrp="1"/>
          </p:cNvSpPr>
          <p:nvPr>
            <p:ph type="title"/>
          </p:nvPr>
        </p:nvSpPr>
        <p:spPr/>
        <p:txBody>
          <a:bodyPr/>
          <a:lstStyle/>
          <a:p>
            <a:r>
              <a:rPr lang="en-GB" dirty="0"/>
              <a:t>Input Validation</a:t>
            </a:r>
          </a:p>
        </p:txBody>
      </p:sp>
      <p:pic>
        <p:nvPicPr>
          <p:cNvPr id="5" name="Content Placeholder 4" descr="Show error messages which will be triggered.&#10;&#10;AI-generated content may be incorrect.">
            <a:extLst>
              <a:ext uri="{FF2B5EF4-FFF2-40B4-BE49-F238E27FC236}">
                <a16:creationId xmlns:a16="http://schemas.microsoft.com/office/drawing/2014/main" id="{8AD62D79-4919-5649-6A5D-1281C759EBB8}"/>
              </a:ext>
            </a:extLst>
          </p:cNvPr>
          <p:cNvPicPr>
            <a:picLocks noGrp="1" noChangeAspect="1"/>
          </p:cNvPicPr>
          <p:nvPr>
            <p:ph idx="1"/>
          </p:nvPr>
        </p:nvPicPr>
        <p:blipFill>
          <a:blip r:embed="rId2"/>
          <a:stretch>
            <a:fillRect/>
          </a:stretch>
        </p:blipFill>
        <p:spPr>
          <a:xfrm>
            <a:off x="1869855" y="1690687"/>
            <a:ext cx="8452291" cy="4680000"/>
          </a:xfrm>
          <a:prstGeom prst="rect">
            <a:avLst/>
          </a:prstGeom>
        </p:spPr>
      </p:pic>
    </p:spTree>
    <p:extLst>
      <p:ext uri="{BB962C8B-B14F-4D97-AF65-F5344CB8AC3E}">
        <p14:creationId xmlns:p14="http://schemas.microsoft.com/office/powerpoint/2010/main" val="33537408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93738-9039-95E6-E4AE-1F3B4492F47C}"/>
              </a:ext>
            </a:extLst>
          </p:cNvPr>
          <p:cNvSpPr>
            <a:spLocks noGrp="1"/>
          </p:cNvSpPr>
          <p:nvPr>
            <p:ph type="title"/>
          </p:nvPr>
        </p:nvSpPr>
        <p:spPr/>
        <p:txBody>
          <a:bodyPr/>
          <a:lstStyle/>
          <a:p>
            <a:r>
              <a:rPr lang="en-GB" dirty="0"/>
              <a:t>Classes</a:t>
            </a:r>
          </a:p>
        </p:txBody>
      </p:sp>
      <p:pic>
        <p:nvPicPr>
          <p:cNvPr id="5" name="Content Placeholder 4" descr="The image illustrates the requirements for a class in programming, emphasizing the need for data processing, the use of an algorithm, and the necessity of being designed specifically for the given environment.&#10;&#10;AI-generated content may be incorrect.">
            <a:extLst>
              <a:ext uri="{FF2B5EF4-FFF2-40B4-BE49-F238E27FC236}">
                <a16:creationId xmlns:a16="http://schemas.microsoft.com/office/drawing/2014/main" id="{6CDA3D02-734D-5758-B9A1-D3EF8D7A093D}"/>
              </a:ext>
            </a:extLst>
          </p:cNvPr>
          <p:cNvPicPr>
            <a:picLocks noGrp="1" noChangeAspect="1"/>
          </p:cNvPicPr>
          <p:nvPr>
            <p:ph idx="1"/>
          </p:nvPr>
        </p:nvPicPr>
        <p:blipFill>
          <a:blip r:embed="rId2"/>
          <a:stretch>
            <a:fillRect/>
          </a:stretch>
        </p:blipFill>
        <p:spPr>
          <a:xfrm>
            <a:off x="1477579" y="1690688"/>
            <a:ext cx="9236842" cy="4680000"/>
          </a:xfrm>
          <a:prstGeom prst="rect">
            <a:avLst/>
          </a:prstGeom>
        </p:spPr>
      </p:pic>
    </p:spTree>
    <p:extLst>
      <p:ext uri="{BB962C8B-B14F-4D97-AF65-F5344CB8AC3E}">
        <p14:creationId xmlns:p14="http://schemas.microsoft.com/office/powerpoint/2010/main" val="9966395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0F546-8926-B247-774E-47DD5EA167E9}"/>
              </a:ext>
            </a:extLst>
          </p:cNvPr>
          <p:cNvSpPr>
            <a:spLocks noGrp="1"/>
          </p:cNvSpPr>
          <p:nvPr>
            <p:ph type="title"/>
          </p:nvPr>
        </p:nvSpPr>
        <p:spPr/>
        <p:txBody>
          <a:bodyPr/>
          <a:lstStyle/>
          <a:p>
            <a:r>
              <a:rPr lang="en-GB" dirty="0"/>
              <a:t>Database Connection</a:t>
            </a:r>
          </a:p>
        </p:txBody>
      </p:sp>
      <p:pic>
        <p:nvPicPr>
          <p:cNvPr id="5" name="Content Placeholder 4" descr="Lack of this can indicate that candidates have used inbuilt tools in the programming environment.&#10;&#10;AI-generated content may be incorrect.">
            <a:extLst>
              <a:ext uri="{FF2B5EF4-FFF2-40B4-BE49-F238E27FC236}">
                <a16:creationId xmlns:a16="http://schemas.microsoft.com/office/drawing/2014/main" id="{4076C034-0218-2A4D-A08D-3302FB1C2E9C}"/>
              </a:ext>
            </a:extLst>
          </p:cNvPr>
          <p:cNvPicPr>
            <a:picLocks noGrp="1" noChangeAspect="1"/>
          </p:cNvPicPr>
          <p:nvPr>
            <p:ph idx="1"/>
          </p:nvPr>
        </p:nvPicPr>
        <p:blipFill>
          <a:blip r:embed="rId2"/>
          <a:stretch>
            <a:fillRect/>
          </a:stretch>
        </p:blipFill>
        <p:spPr>
          <a:xfrm>
            <a:off x="1875749" y="1690687"/>
            <a:ext cx="8440503" cy="4680000"/>
          </a:xfrm>
          <a:prstGeom prst="rect">
            <a:avLst/>
          </a:prstGeom>
        </p:spPr>
      </p:pic>
      <p:grpSp>
        <p:nvGrpSpPr>
          <p:cNvPr id="62" name="Group 61">
            <a:extLst>
              <a:ext uri="{FF2B5EF4-FFF2-40B4-BE49-F238E27FC236}">
                <a16:creationId xmlns:a16="http://schemas.microsoft.com/office/drawing/2014/main" id="{C1D5950C-BC26-AB32-8BA3-A461B8806E91}"/>
              </a:ext>
            </a:extLst>
          </p:cNvPr>
          <p:cNvGrpSpPr/>
          <p:nvPr/>
        </p:nvGrpSpPr>
        <p:grpSpPr>
          <a:xfrm>
            <a:off x="712802" y="2972257"/>
            <a:ext cx="3978000" cy="3441240"/>
            <a:chOff x="712802" y="2972257"/>
            <a:chExt cx="3978000" cy="34412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9F94E2E-A9A0-BE59-9EAC-149C904C58E7}"/>
                    </a:ext>
                  </a:extLst>
                </p14:cNvPr>
                <p14:cNvContentPartPr/>
                <p14:nvPr/>
              </p14:nvContentPartPr>
              <p14:xfrm>
                <a:off x="727202" y="4267537"/>
                <a:ext cx="230760" cy="468720"/>
              </p14:xfrm>
            </p:contentPart>
          </mc:Choice>
          <mc:Fallback xmlns="">
            <p:pic>
              <p:nvPicPr>
                <p:cNvPr id="6" name="Ink 5">
                  <a:extLst>
                    <a:ext uri="{FF2B5EF4-FFF2-40B4-BE49-F238E27FC236}">
                      <a16:creationId xmlns:a16="http://schemas.microsoft.com/office/drawing/2014/main" id="{39F94E2E-A9A0-BE59-9EAC-149C904C58E7}"/>
                    </a:ext>
                  </a:extLst>
                </p:cNvPr>
                <p:cNvPicPr/>
                <p:nvPr/>
              </p:nvPicPr>
              <p:blipFill>
                <a:blip r:embed="rId4"/>
                <a:stretch>
                  <a:fillRect/>
                </a:stretch>
              </p:blipFill>
              <p:spPr>
                <a:xfrm>
                  <a:off x="721082" y="4261417"/>
                  <a:ext cx="243000" cy="480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D3C79AF-471C-039B-A176-9E363C76538E}"/>
                    </a:ext>
                  </a:extLst>
                </p14:cNvPr>
                <p14:cNvContentPartPr/>
                <p14:nvPr/>
              </p14:nvContentPartPr>
              <p14:xfrm>
                <a:off x="977762" y="4568137"/>
                <a:ext cx="345240" cy="402120"/>
              </p14:xfrm>
            </p:contentPart>
          </mc:Choice>
          <mc:Fallback xmlns="">
            <p:pic>
              <p:nvPicPr>
                <p:cNvPr id="7" name="Ink 6">
                  <a:extLst>
                    <a:ext uri="{FF2B5EF4-FFF2-40B4-BE49-F238E27FC236}">
                      <a16:creationId xmlns:a16="http://schemas.microsoft.com/office/drawing/2014/main" id="{AD3C79AF-471C-039B-A176-9E363C76538E}"/>
                    </a:ext>
                  </a:extLst>
                </p:cNvPr>
                <p:cNvPicPr/>
                <p:nvPr/>
              </p:nvPicPr>
              <p:blipFill>
                <a:blip r:embed="rId6"/>
                <a:stretch>
                  <a:fillRect/>
                </a:stretch>
              </p:blipFill>
              <p:spPr>
                <a:xfrm>
                  <a:off x="971642" y="4562017"/>
                  <a:ext cx="35748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A32C8AA7-CA57-EB92-FEF9-337E544C1644}"/>
                    </a:ext>
                  </a:extLst>
                </p14:cNvPr>
                <p14:cNvContentPartPr/>
                <p14:nvPr/>
              </p14:nvContentPartPr>
              <p14:xfrm>
                <a:off x="1083602" y="4114537"/>
                <a:ext cx="219960" cy="514080"/>
              </p14:xfrm>
            </p:contentPart>
          </mc:Choice>
          <mc:Fallback xmlns="">
            <p:pic>
              <p:nvPicPr>
                <p:cNvPr id="8" name="Ink 7">
                  <a:extLst>
                    <a:ext uri="{FF2B5EF4-FFF2-40B4-BE49-F238E27FC236}">
                      <a16:creationId xmlns:a16="http://schemas.microsoft.com/office/drawing/2014/main" id="{A32C8AA7-CA57-EB92-FEF9-337E544C1644}"/>
                    </a:ext>
                  </a:extLst>
                </p:cNvPr>
                <p:cNvPicPr/>
                <p:nvPr/>
              </p:nvPicPr>
              <p:blipFill>
                <a:blip r:embed="rId8"/>
                <a:stretch>
                  <a:fillRect/>
                </a:stretch>
              </p:blipFill>
              <p:spPr>
                <a:xfrm>
                  <a:off x="1077482" y="4108417"/>
                  <a:ext cx="232200" cy="526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11F6EA08-74D8-3EFA-2D83-D66BACF9D541}"/>
                    </a:ext>
                  </a:extLst>
                </p14:cNvPr>
                <p14:cNvContentPartPr/>
                <p14:nvPr/>
              </p14:nvContentPartPr>
              <p14:xfrm>
                <a:off x="1081442" y="4403257"/>
                <a:ext cx="245880" cy="168480"/>
              </p14:xfrm>
            </p:contentPart>
          </mc:Choice>
          <mc:Fallback xmlns="">
            <p:pic>
              <p:nvPicPr>
                <p:cNvPr id="9" name="Ink 8">
                  <a:extLst>
                    <a:ext uri="{FF2B5EF4-FFF2-40B4-BE49-F238E27FC236}">
                      <a16:creationId xmlns:a16="http://schemas.microsoft.com/office/drawing/2014/main" id="{11F6EA08-74D8-3EFA-2D83-D66BACF9D541}"/>
                    </a:ext>
                  </a:extLst>
                </p:cNvPr>
                <p:cNvPicPr/>
                <p:nvPr/>
              </p:nvPicPr>
              <p:blipFill>
                <a:blip r:embed="rId10"/>
                <a:stretch>
                  <a:fillRect/>
                </a:stretch>
              </p:blipFill>
              <p:spPr>
                <a:xfrm>
                  <a:off x="1075322" y="4397137"/>
                  <a:ext cx="25812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9FFB25AE-7E39-05C3-45FE-BDCFEFDA49B3}"/>
                    </a:ext>
                  </a:extLst>
                </p14:cNvPr>
                <p14:cNvContentPartPr/>
                <p14:nvPr/>
              </p14:nvContentPartPr>
              <p14:xfrm>
                <a:off x="1220042" y="4053337"/>
                <a:ext cx="414360" cy="491760"/>
              </p14:xfrm>
            </p:contentPart>
          </mc:Choice>
          <mc:Fallback xmlns="">
            <p:pic>
              <p:nvPicPr>
                <p:cNvPr id="10" name="Ink 9">
                  <a:extLst>
                    <a:ext uri="{FF2B5EF4-FFF2-40B4-BE49-F238E27FC236}">
                      <a16:creationId xmlns:a16="http://schemas.microsoft.com/office/drawing/2014/main" id="{9FFB25AE-7E39-05C3-45FE-BDCFEFDA49B3}"/>
                    </a:ext>
                  </a:extLst>
                </p:cNvPr>
                <p:cNvPicPr/>
                <p:nvPr/>
              </p:nvPicPr>
              <p:blipFill>
                <a:blip r:embed="rId12"/>
                <a:stretch>
                  <a:fillRect/>
                </a:stretch>
              </p:blipFill>
              <p:spPr>
                <a:xfrm>
                  <a:off x="1213922" y="4047217"/>
                  <a:ext cx="426600" cy="504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32BE42EF-7854-DC65-8616-99CA0739D643}"/>
                    </a:ext>
                  </a:extLst>
                </p14:cNvPr>
                <p14:cNvContentPartPr/>
                <p14:nvPr/>
              </p14:nvContentPartPr>
              <p14:xfrm>
                <a:off x="1632602" y="4259257"/>
                <a:ext cx="134640" cy="271080"/>
              </p14:xfrm>
            </p:contentPart>
          </mc:Choice>
          <mc:Fallback xmlns="">
            <p:pic>
              <p:nvPicPr>
                <p:cNvPr id="11" name="Ink 10">
                  <a:extLst>
                    <a:ext uri="{FF2B5EF4-FFF2-40B4-BE49-F238E27FC236}">
                      <a16:creationId xmlns:a16="http://schemas.microsoft.com/office/drawing/2014/main" id="{32BE42EF-7854-DC65-8616-99CA0739D643}"/>
                    </a:ext>
                  </a:extLst>
                </p:cNvPr>
                <p:cNvPicPr/>
                <p:nvPr/>
              </p:nvPicPr>
              <p:blipFill>
                <a:blip r:embed="rId14"/>
                <a:stretch>
                  <a:fillRect/>
                </a:stretch>
              </p:blipFill>
              <p:spPr>
                <a:xfrm>
                  <a:off x="1626482" y="4253137"/>
                  <a:ext cx="14688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BB4A529B-4000-C78F-9C7F-362EC2ADD110}"/>
                    </a:ext>
                  </a:extLst>
                </p14:cNvPr>
                <p14:cNvContentPartPr/>
                <p14:nvPr/>
              </p14:nvContentPartPr>
              <p14:xfrm>
                <a:off x="1883882" y="4224337"/>
                <a:ext cx="167760" cy="170280"/>
              </p14:xfrm>
            </p:contentPart>
          </mc:Choice>
          <mc:Fallback xmlns="">
            <p:pic>
              <p:nvPicPr>
                <p:cNvPr id="12" name="Ink 11">
                  <a:extLst>
                    <a:ext uri="{FF2B5EF4-FFF2-40B4-BE49-F238E27FC236}">
                      <a16:creationId xmlns:a16="http://schemas.microsoft.com/office/drawing/2014/main" id="{BB4A529B-4000-C78F-9C7F-362EC2ADD110}"/>
                    </a:ext>
                  </a:extLst>
                </p:cNvPr>
                <p:cNvPicPr/>
                <p:nvPr/>
              </p:nvPicPr>
              <p:blipFill>
                <a:blip r:embed="rId16"/>
                <a:stretch>
                  <a:fillRect/>
                </a:stretch>
              </p:blipFill>
              <p:spPr>
                <a:xfrm>
                  <a:off x="1877762" y="4218217"/>
                  <a:ext cx="1800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30696E80-E467-7F4E-D4A4-A2C85C5AA4AE}"/>
                    </a:ext>
                  </a:extLst>
                </p14:cNvPr>
                <p14:cNvContentPartPr/>
                <p14:nvPr/>
              </p14:nvContentPartPr>
              <p14:xfrm>
                <a:off x="2173322" y="4172497"/>
                <a:ext cx="147240" cy="65880"/>
              </p14:xfrm>
            </p:contentPart>
          </mc:Choice>
          <mc:Fallback xmlns="">
            <p:pic>
              <p:nvPicPr>
                <p:cNvPr id="14" name="Ink 13">
                  <a:extLst>
                    <a:ext uri="{FF2B5EF4-FFF2-40B4-BE49-F238E27FC236}">
                      <a16:creationId xmlns:a16="http://schemas.microsoft.com/office/drawing/2014/main" id="{30696E80-E467-7F4E-D4A4-A2C85C5AA4AE}"/>
                    </a:ext>
                  </a:extLst>
                </p:cNvPr>
                <p:cNvPicPr/>
                <p:nvPr/>
              </p:nvPicPr>
              <p:blipFill>
                <a:blip r:embed="rId18"/>
                <a:stretch>
                  <a:fillRect/>
                </a:stretch>
              </p:blipFill>
              <p:spPr>
                <a:xfrm>
                  <a:off x="2167202" y="4166377"/>
                  <a:ext cx="1594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76A9986E-9D0C-FE12-A645-7A6FCB5FC4A8}"/>
                    </a:ext>
                  </a:extLst>
                </p14:cNvPr>
                <p14:cNvContentPartPr/>
                <p14:nvPr/>
              </p14:nvContentPartPr>
              <p14:xfrm>
                <a:off x="2662562" y="3848137"/>
                <a:ext cx="184320" cy="284400"/>
              </p14:xfrm>
            </p:contentPart>
          </mc:Choice>
          <mc:Fallback xmlns="">
            <p:pic>
              <p:nvPicPr>
                <p:cNvPr id="15" name="Ink 14">
                  <a:extLst>
                    <a:ext uri="{FF2B5EF4-FFF2-40B4-BE49-F238E27FC236}">
                      <a16:creationId xmlns:a16="http://schemas.microsoft.com/office/drawing/2014/main" id="{76A9986E-9D0C-FE12-A645-7A6FCB5FC4A8}"/>
                    </a:ext>
                  </a:extLst>
                </p:cNvPr>
                <p:cNvPicPr/>
                <p:nvPr/>
              </p:nvPicPr>
              <p:blipFill>
                <a:blip r:embed="rId20"/>
                <a:stretch>
                  <a:fillRect/>
                </a:stretch>
              </p:blipFill>
              <p:spPr>
                <a:xfrm>
                  <a:off x="2656442" y="3842017"/>
                  <a:ext cx="19656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AEF3D0CA-D8ED-865F-46F0-7DF686C3775C}"/>
                    </a:ext>
                  </a:extLst>
                </p14:cNvPr>
                <p14:cNvContentPartPr/>
                <p14:nvPr/>
              </p14:nvContentPartPr>
              <p14:xfrm>
                <a:off x="2892242" y="3873337"/>
                <a:ext cx="213480" cy="257760"/>
              </p14:xfrm>
            </p:contentPart>
          </mc:Choice>
          <mc:Fallback xmlns="">
            <p:pic>
              <p:nvPicPr>
                <p:cNvPr id="16" name="Ink 15">
                  <a:extLst>
                    <a:ext uri="{FF2B5EF4-FFF2-40B4-BE49-F238E27FC236}">
                      <a16:creationId xmlns:a16="http://schemas.microsoft.com/office/drawing/2014/main" id="{AEF3D0CA-D8ED-865F-46F0-7DF686C3775C}"/>
                    </a:ext>
                  </a:extLst>
                </p:cNvPr>
                <p:cNvPicPr/>
                <p:nvPr/>
              </p:nvPicPr>
              <p:blipFill>
                <a:blip r:embed="rId22"/>
                <a:stretch>
                  <a:fillRect/>
                </a:stretch>
              </p:blipFill>
              <p:spPr>
                <a:xfrm>
                  <a:off x="2886122" y="3867217"/>
                  <a:ext cx="2257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73243DB3-5DCC-6ED3-83C5-96E5E0696E00}"/>
                    </a:ext>
                  </a:extLst>
                </p14:cNvPr>
                <p14:cNvContentPartPr/>
                <p14:nvPr/>
              </p14:nvContentPartPr>
              <p14:xfrm>
                <a:off x="3092402" y="3744097"/>
                <a:ext cx="108720" cy="219960"/>
              </p14:xfrm>
            </p:contentPart>
          </mc:Choice>
          <mc:Fallback xmlns="">
            <p:pic>
              <p:nvPicPr>
                <p:cNvPr id="17" name="Ink 16">
                  <a:extLst>
                    <a:ext uri="{FF2B5EF4-FFF2-40B4-BE49-F238E27FC236}">
                      <a16:creationId xmlns:a16="http://schemas.microsoft.com/office/drawing/2014/main" id="{73243DB3-5DCC-6ED3-83C5-96E5E0696E00}"/>
                    </a:ext>
                  </a:extLst>
                </p:cNvPr>
                <p:cNvPicPr/>
                <p:nvPr/>
              </p:nvPicPr>
              <p:blipFill>
                <a:blip r:embed="rId24"/>
                <a:stretch>
                  <a:fillRect/>
                </a:stretch>
              </p:blipFill>
              <p:spPr>
                <a:xfrm>
                  <a:off x="3086282" y="3737977"/>
                  <a:ext cx="1209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37A57195-D72B-E50B-6175-C3B6C7FA1742}"/>
                    </a:ext>
                  </a:extLst>
                </p14:cNvPr>
                <p14:cNvContentPartPr/>
                <p14:nvPr/>
              </p14:nvContentPartPr>
              <p14:xfrm>
                <a:off x="3258722" y="3678937"/>
                <a:ext cx="74880" cy="163800"/>
              </p14:xfrm>
            </p:contentPart>
          </mc:Choice>
          <mc:Fallback xmlns="">
            <p:pic>
              <p:nvPicPr>
                <p:cNvPr id="18" name="Ink 17">
                  <a:extLst>
                    <a:ext uri="{FF2B5EF4-FFF2-40B4-BE49-F238E27FC236}">
                      <a16:creationId xmlns:a16="http://schemas.microsoft.com/office/drawing/2014/main" id="{37A57195-D72B-E50B-6175-C3B6C7FA1742}"/>
                    </a:ext>
                  </a:extLst>
                </p:cNvPr>
                <p:cNvPicPr/>
                <p:nvPr/>
              </p:nvPicPr>
              <p:blipFill>
                <a:blip r:embed="rId26"/>
                <a:stretch>
                  <a:fillRect/>
                </a:stretch>
              </p:blipFill>
              <p:spPr>
                <a:xfrm>
                  <a:off x="3252602" y="3672817"/>
                  <a:ext cx="871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1BF34E66-9594-5F84-9FCA-3D8764FF2D5D}"/>
                    </a:ext>
                  </a:extLst>
                </p14:cNvPr>
                <p14:cNvContentPartPr/>
                <p14:nvPr/>
              </p14:nvContentPartPr>
              <p14:xfrm>
                <a:off x="3111122" y="3411097"/>
                <a:ext cx="306000" cy="385920"/>
              </p14:xfrm>
            </p:contentPart>
          </mc:Choice>
          <mc:Fallback xmlns="">
            <p:pic>
              <p:nvPicPr>
                <p:cNvPr id="19" name="Ink 18">
                  <a:extLst>
                    <a:ext uri="{FF2B5EF4-FFF2-40B4-BE49-F238E27FC236}">
                      <a16:creationId xmlns:a16="http://schemas.microsoft.com/office/drawing/2014/main" id="{1BF34E66-9594-5F84-9FCA-3D8764FF2D5D}"/>
                    </a:ext>
                  </a:extLst>
                </p:cNvPr>
                <p:cNvPicPr/>
                <p:nvPr/>
              </p:nvPicPr>
              <p:blipFill>
                <a:blip r:embed="rId28"/>
                <a:stretch>
                  <a:fillRect/>
                </a:stretch>
              </p:blipFill>
              <p:spPr>
                <a:xfrm>
                  <a:off x="3105002" y="3404977"/>
                  <a:ext cx="31824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7F63C540-D6A2-3C79-285E-A524AE4CA436}"/>
                    </a:ext>
                  </a:extLst>
                </p14:cNvPr>
                <p14:cNvContentPartPr/>
                <p14:nvPr/>
              </p14:nvContentPartPr>
              <p14:xfrm>
                <a:off x="3175922" y="3600817"/>
                <a:ext cx="257400" cy="196200"/>
              </p14:xfrm>
            </p:contentPart>
          </mc:Choice>
          <mc:Fallback xmlns="">
            <p:pic>
              <p:nvPicPr>
                <p:cNvPr id="20" name="Ink 19">
                  <a:extLst>
                    <a:ext uri="{FF2B5EF4-FFF2-40B4-BE49-F238E27FC236}">
                      <a16:creationId xmlns:a16="http://schemas.microsoft.com/office/drawing/2014/main" id="{7F63C540-D6A2-3C79-285E-A524AE4CA436}"/>
                    </a:ext>
                  </a:extLst>
                </p:cNvPr>
                <p:cNvPicPr/>
                <p:nvPr/>
              </p:nvPicPr>
              <p:blipFill>
                <a:blip r:embed="rId30"/>
                <a:stretch>
                  <a:fillRect/>
                </a:stretch>
              </p:blipFill>
              <p:spPr>
                <a:xfrm>
                  <a:off x="3169802" y="3594697"/>
                  <a:ext cx="2696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C0B07C7E-FB5C-A256-A33B-99112FA6A0CF}"/>
                    </a:ext>
                  </a:extLst>
                </p14:cNvPr>
                <p14:cNvContentPartPr/>
                <p14:nvPr/>
              </p14:nvContentPartPr>
              <p14:xfrm>
                <a:off x="3350882" y="3435577"/>
                <a:ext cx="22320" cy="15120"/>
              </p14:xfrm>
            </p:contentPart>
          </mc:Choice>
          <mc:Fallback xmlns="">
            <p:pic>
              <p:nvPicPr>
                <p:cNvPr id="21" name="Ink 20">
                  <a:extLst>
                    <a:ext uri="{FF2B5EF4-FFF2-40B4-BE49-F238E27FC236}">
                      <a16:creationId xmlns:a16="http://schemas.microsoft.com/office/drawing/2014/main" id="{C0B07C7E-FB5C-A256-A33B-99112FA6A0CF}"/>
                    </a:ext>
                  </a:extLst>
                </p:cNvPr>
                <p:cNvPicPr/>
                <p:nvPr/>
              </p:nvPicPr>
              <p:blipFill>
                <a:blip r:embed="rId32"/>
                <a:stretch>
                  <a:fillRect/>
                </a:stretch>
              </p:blipFill>
              <p:spPr>
                <a:xfrm>
                  <a:off x="3344762" y="3429457"/>
                  <a:ext cx="34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2EBE824B-913D-7C12-875B-886CBB55E10A}"/>
                    </a:ext>
                  </a:extLst>
                </p14:cNvPr>
                <p14:cNvContentPartPr/>
                <p14:nvPr/>
              </p14:nvContentPartPr>
              <p14:xfrm>
                <a:off x="3493442" y="3581377"/>
                <a:ext cx="66960" cy="121320"/>
              </p14:xfrm>
            </p:contentPart>
          </mc:Choice>
          <mc:Fallback xmlns="">
            <p:pic>
              <p:nvPicPr>
                <p:cNvPr id="22" name="Ink 21">
                  <a:extLst>
                    <a:ext uri="{FF2B5EF4-FFF2-40B4-BE49-F238E27FC236}">
                      <a16:creationId xmlns:a16="http://schemas.microsoft.com/office/drawing/2014/main" id="{2EBE824B-913D-7C12-875B-886CBB55E10A}"/>
                    </a:ext>
                  </a:extLst>
                </p:cNvPr>
                <p:cNvPicPr/>
                <p:nvPr/>
              </p:nvPicPr>
              <p:blipFill>
                <a:blip r:embed="rId34"/>
                <a:stretch>
                  <a:fillRect/>
                </a:stretch>
              </p:blipFill>
              <p:spPr>
                <a:xfrm>
                  <a:off x="3487322" y="3575257"/>
                  <a:ext cx="792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284F5325-7D54-849D-05D7-E6118D629C68}"/>
                    </a:ext>
                  </a:extLst>
                </p14:cNvPr>
                <p14:cNvContentPartPr/>
                <p14:nvPr/>
              </p14:nvContentPartPr>
              <p14:xfrm>
                <a:off x="3570482" y="3469777"/>
                <a:ext cx="185040" cy="215640"/>
              </p14:xfrm>
            </p:contentPart>
          </mc:Choice>
          <mc:Fallback xmlns="">
            <p:pic>
              <p:nvPicPr>
                <p:cNvPr id="23" name="Ink 22">
                  <a:extLst>
                    <a:ext uri="{FF2B5EF4-FFF2-40B4-BE49-F238E27FC236}">
                      <a16:creationId xmlns:a16="http://schemas.microsoft.com/office/drawing/2014/main" id="{284F5325-7D54-849D-05D7-E6118D629C68}"/>
                    </a:ext>
                  </a:extLst>
                </p:cNvPr>
                <p:cNvPicPr/>
                <p:nvPr/>
              </p:nvPicPr>
              <p:blipFill>
                <a:blip r:embed="rId36"/>
                <a:stretch>
                  <a:fillRect/>
                </a:stretch>
              </p:blipFill>
              <p:spPr>
                <a:xfrm>
                  <a:off x="3564362" y="3463657"/>
                  <a:ext cx="1972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AECC1B4C-0755-FB22-43FC-29E1C21CCD6F}"/>
                    </a:ext>
                  </a:extLst>
                </p14:cNvPr>
                <p14:cNvContentPartPr/>
                <p14:nvPr/>
              </p14:nvContentPartPr>
              <p14:xfrm>
                <a:off x="3849122" y="3402457"/>
                <a:ext cx="219240" cy="209160"/>
              </p14:xfrm>
            </p:contentPart>
          </mc:Choice>
          <mc:Fallback xmlns="">
            <p:pic>
              <p:nvPicPr>
                <p:cNvPr id="24" name="Ink 23">
                  <a:extLst>
                    <a:ext uri="{FF2B5EF4-FFF2-40B4-BE49-F238E27FC236}">
                      <a16:creationId xmlns:a16="http://schemas.microsoft.com/office/drawing/2014/main" id="{AECC1B4C-0755-FB22-43FC-29E1C21CCD6F}"/>
                    </a:ext>
                  </a:extLst>
                </p:cNvPr>
                <p:cNvPicPr/>
                <p:nvPr/>
              </p:nvPicPr>
              <p:blipFill>
                <a:blip r:embed="rId38"/>
                <a:stretch>
                  <a:fillRect/>
                </a:stretch>
              </p:blipFill>
              <p:spPr>
                <a:xfrm>
                  <a:off x="3843002" y="3396337"/>
                  <a:ext cx="2314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CF562594-32FF-33FF-3F89-93848B8F17B1}"/>
                    </a:ext>
                  </a:extLst>
                </p14:cNvPr>
                <p14:cNvContentPartPr/>
                <p14:nvPr/>
              </p14:nvContentPartPr>
              <p14:xfrm>
                <a:off x="3998522" y="2972257"/>
                <a:ext cx="211680" cy="352800"/>
              </p14:xfrm>
            </p:contentPart>
          </mc:Choice>
          <mc:Fallback xmlns="">
            <p:pic>
              <p:nvPicPr>
                <p:cNvPr id="25" name="Ink 24">
                  <a:extLst>
                    <a:ext uri="{FF2B5EF4-FFF2-40B4-BE49-F238E27FC236}">
                      <a16:creationId xmlns:a16="http://schemas.microsoft.com/office/drawing/2014/main" id="{CF562594-32FF-33FF-3F89-93848B8F17B1}"/>
                    </a:ext>
                  </a:extLst>
                </p:cNvPr>
                <p:cNvPicPr/>
                <p:nvPr/>
              </p:nvPicPr>
              <p:blipFill>
                <a:blip r:embed="rId40"/>
                <a:stretch>
                  <a:fillRect/>
                </a:stretch>
              </p:blipFill>
              <p:spPr>
                <a:xfrm>
                  <a:off x="3992402" y="2966137"/>
                  <a:ext cx="22392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FC177D66-6BCA-946B-B274-EF97F09B3855}"/>
                    </a:ext>
                  </a:extLst>
                </p14:cNvPr>
                <p14:cNvContentPartPr/>
                <p14:nvPr/>
              </p14:nvContentPartPr>
              <p14:xfrm>
                <a:off x="4340522" y="3379777"/>
                <a:ext cx="8640" cy="17640"/>
              </p14:xfrm>
            </p:contentPart>
          </mc:Choice>
          <mc:Fallback xmlns="">
            <p:pic>
              <p:nvPicPr>
                <p:cNvPr id="26" name="Ink 25">
                  <a:extLst>
                    <a:ext uri="{FF2B5EF4-FFF2-40B4-BE49-F238E27FC236}">
                      <a16:creationId xmlns:a16="http://schemas.microsoft.com/office/drawing/2014/main" id="{FC177D66-6BCA-946B-B274-EF97F09B3855}"/>
                    </a:ext>
                  </a:extLst>
                </p:cNvPr>
                <p:cNvPicPr/>
                <p:nvPr/>
              </p:nvPicPr>
              <p:blipFill>
                <a:blip r:embed="rId42"/>
                <a:stretch>
                  <a:fillRect/>
                </a:stretch>
              </p:blipFill>
              <p:spPr>
                <a:xfrm>
                  <a:off x="4334402" y="3373657"/>
                  <a:ext cx="208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DE7C1918-5F61-1533-93EC-54415230378A}"/>
                    </a:ext>
                  </a:extLst>
                </p14:cNvPr>
                <p14:cNvContentPartPr/>
                <p14:nvPr/>
              </p14:nvContentPartPr>
              <p14:xfrm>
                <a:off x="712802" y="5353297"/>
                <a:ext cx="438480" cy="457560"/>
              </p14:xfrm>
            </p:contentPart>
          </mc:Choice>
          <mc:Fallback xmlns="">
            <p:pic>
              <p:nvPicPr>
                <p:cNvPr id="29" name="Ink 28">
                  <a:extLst>
                    <a:ext uri="{FF2B5EF4-FFF2-40B4-BE49-F238E27FC236}">
                      <a16:creationId xmlns:a16="http://schemas.microsoft.com/office/drawing/2014/main" id="{DE7C1918-5F61-1533-93EC-54415230378A}"/>
                    </a:ext>
                  </a:extLst>
                </p:cNvPr>
                <p:cNvPicPr/>
                <p:nvPr/>
              </p:nvPicPr>
              <p:blipFill>
                <a:blip r:embed="rId44"/>
                <a:stretch>
                  <a:fillRect/>
                </a:stretch>
              </p:blipFill>
              <p:spPr>
                <a:xfrm>
                  <a:off x="706682" y="5347177"/>
                  <a:ext cx="450720" cy="469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C5C69930-FCB5-8A95-5D7C-B4028F449A3B}"/>
                    </a:ext>
                  </a:extLst>
                </p14:cNvPr>
                <p14:cNvContentPartPr/>
                <p14:nvPr/>
              </p14:nvContentPartPr>
              <p14:xfrm>
                <a:off x="1187642" y="5330977"/>
                <a:ext cx="199440" cy="259920"/>
              </p14:xfrm>
            </p:contentPart>
          </mc:Choice>
          <mc:Fallback xmlns="">
            <p:pic>
              <p:nvPicPr>
                <p:cNvPr id="30" name="Ink 29">
                  <a:extLst>
                    <a:ext uri="{FF2B5EF4-FFF2-40B4-BE49-F238E27FC236}">
                      <a16:creationId xmlns:a16="http://schemas.microsoft.com/office/drawing/2014/main" id="{C5C69930-FCB5-8A95-5D7C-B4028F449A3B}"/>
                    </a:ext>
                  </a:extLst>
                </p:cNvPr>
                <p:cNvPicPr/>
                <p:nvPr/>
              </p:nvPicPr>
              <p:blipFill>
                <a:blip r:embed="rId46"/>
                <a:stretch>
                  <a:fillRect/>
                </a:stretch>
              </p:blipFill>
              <p:spPr>
                <a:xfrm>
                  <a:off x="1181522" y="5324857"/>
                  <a:ext cx="2116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0E86CDE8-85B6-A8C8-17E1-90E8CAA25CA0}"/>
                    </a:ext>
                  </a:extLst>
                </p14:cNvPr>
                <p14:cNvContentPartPr/>
                <p14:nvPr/>
              </p14:nvContentPartPr>
              <p14:xfrm>
                <a:off x="1459802" y="5291737"/>
                <a:ext cx="67320" cy="223560"/>
              </p14:xfrm>
            </p:contentPart>
          </mc:Choice>
          <mc:Fallback xmlns="">
            <p:pic>
              <p:nvPicPr>
                <p:cNvPr id="31" name="Ink 30">
                  <a:extLst>
                    <a:ext uri="{FF2B5EF4-FFF2-40B4-BE49-F238E27FC236}">
                      <a16:creationId xmlns:a16="http://schemas.microsoft.com/office/drawing/2014/main" id="{0E86CDE8-85B6-A8C8-17E1-90E8CAA25CA0}"/>
                    </a:ext>
                  </a:extLst>
                </p:cNvPr>
                <p:cNvPicPr/>
                <p:nvPr/>
              </p:nvPicPr>
              <p:blipFill>
                <a:blip r:embed="rId48"/>
                <a:stretch>
                  <a:fillRect/>
                </a:stretch>
              </p:blipFill>
              <p:spPr>
                <a:xfrm>
                  <a:off x="1453682" y="5285617"/>
                  <a:ext cx="7956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124487A5-88BE-0A36-5D14-EF792D0C7FD2}"/>
                    </a:ext>
                  </a:extLst>
                </p14:cNvPr>
                <p14:cNvContentPartPr/>
                <p14:nvPr/>
              </p14:nvContentPartPr>
              <p14:xfrm>
                <a:off x="1624682" y="4964137"/>
                <a:ext cx="166320" cy="399240"/>
              </p14:xfrm>
            </p:contentPart>
          </mc:Choice>
          <mc:Fallback xmlns="">
            <p:pic>
              <p:nvPicPr>
                <p:cNvPr id="32" name="Ink 31">
                  <a:extLst>
                    <a:ext uri="{FF2B5EF4-FFF2-40B4-BE49-F238E27FC236}">
                      <a16:creationId xmlns:a16="http://schemas.microsoft.com/office/drawing/2014/main" id="{124487A5-88BE-0A36-5D14-EF792D0C7FD2}"/>
                    </a:ext>
                  </a:extLst>
                </p:cNvPr>
                <p:cNvPicPr/>
                <p:nvPr/>
              </p:nvPicPr>
              <p:blipFill>
                <a:blip r:embed="rId50"/>
                <a:stretch>
                  <a:fillRect/>
                </a:stretch>
              </p:blipFill>
              <p:spPr>
                <a:xfrm>
                  <a:off x="1618562" y="4958017"/>
                  <a:ext cx="17856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A16A9589-B4D8-50A2-1106-3C3C823702F0}"/>
                    </a:ext>
                  </a:extLst>
                </p14:cNvPr>
                <p14:cNvContentPartPr/>
                <p14:nvPr/>
              </p14:nvContentPartPr>
              <p14:xfrm>
                <a:off x="1572482" y="5143417"/>
                <a:ext cx="163440" cy="138960"/>
              </p14:xfrm>
            </p:contentPart>
          </mc:Choice>
          <mc:Fallback xmlns="">
            <p:pic>
              <p:nvPicPr>
                <p:cNvPr id="33" name="Ink 32">
                  <a:extLst>
                    <a:ext uri="{FF2B5EF4-FFF2-40B4-BE49-F238E27FC236}">
                      <a16:creationId xmlns:a16="http://schemas.microsoft.com/office/drawing/2014/main" id="{A16A9589-B4D8-50A2-1106-3C3C823702F0}"/>
                    </a:ext>
                  </a:extLst>
                </p:cNvPr>
                <p:cNvPicPr/>
                <p:nvPr/>
              </p:nvPicPr>
              <p:blipFill>
                <a:blip r:embed="rId52"/>
                <a:stretch>
                  <a:fillRect/>
                </a:stretch>
              </p:blipFill>
              <p:spPr>
                <a:xfrm>
                  <a:off x="1566362" y="5137297"/>
                  <a:ext cx="17568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00E4A204-D8F3-0FCB-196F-9B4AA94D6BDF}"/>
                    </a:ext>
                  </a:extLst>
                </p14:cNvPr>
                <p14:cNvContentPartPr/>
                <p14:nvPr/>
              </p14:nvContentPartPr>
              <p14:xfrm>
                <a:off x="2327402" y="4865137"/>
                <a:ext cx="237600" cy="179280"/>
              </p14:xfrm>
            </p:contentPart>
          </mc:Choice>
          <mc:Fallback xmlns="">
            <p:pic>
              <p:nvPicPr>
                <p:cNvPr id="35" name="Ink 34">
                  <a:extLst>
                    <a:ext uri="{FF2B5EF4-FFF2-40B4-BE49-F238E27FC236}">
                      <a16:creationId xmlns:a16="http://schemas.microsoft.com/office/drawing/2014/main" id="{00E4A204-D8F3-0FCB-196F-9B4AA94D6BDF}"/>
                    </a:ext>
                  </a:extLst>
                </p:cNvPr>
                <p:cNvPicPr/>
                <p:nvPr/>
              </p:nvPicPr>
              <p:blipFill>
                <a:blip r:embed="rId54"/>
                <a:stretch>
                  <a:fillRect/>
                </a:stretch>
              </p:blipFill>
              <p:spPr>
                <a:xfrm>
                  <a:off x="2321282" y="4859017"/>
                  <a:ext cx="2498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C1A38D27-2C94-37DC-A9DB-A4ACE730A684}"/>
                    </a:ext>
                  </a:extLst>
                </p14:cNvPr>
                <p14:cNvContentPartPr/>
                <p14:nvPr/>
              </p14:nvContentPartPr>
              <p14:xfrm>
                <a:off x="2247122" y="4621417"/>
                <a:ext cx="656280" cy="309960"/>
              </p14:xfrm>
            </p:contentPart>
          </mc:Choice>
          <mc:Fallback xmlns="">
            <p:pic>
              <p:nvPicPr>
                <p:cNvPr id="36" name="Ink 35">
                  <a:extLst>
                    <a:ext uri="{FF2B5EF4-FFF2-40B4-BE49-F238E27FC236}">
                      <a16:creationId xmlns:a16="http://schemas.microsoft.com/office/drawing/2014/main" id="{C1A38D27-2C94-37DC-A9DB-A4ACE730A684}"/>
                    </a:ext>
                  </a:extLst>
                </p:cNvPr>
                <p:cNvPicPr/>
                <p:nvPr/>
              </p:nvPicPr>
              <p:blipFill>
                <a:blip r:embed="rId56"/>
                <a:stretch>
                  <a:fillRect/>
                </a:stretch>
              </p:blipFill>
              <p:spPr>
                <a:xfrm>
                  <a:off x="2241002" y="4615297"/>
                  <a:ext cx="66852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4BE75388-874F-2D16-4ED2-18700EC15C10}"/>
                    </a:ext>
                  </a:extLst>
                </p14:cNvPr>
                <p14:cNvContentPartPr/>
                <p14:nvPr/>
              </p14:nvContentPartPr>
              <p14:xfrm>
                <a:off x="2808722" y="4442137"/>
                <a:ext cx="19800" cy="76320"/>
              </p14:xfrm>
            </p:contentPart>
          </mc:Choice>
          <mc:Fallback xmlns="">
            <p:pic>
              <p:nvPicPr>
                <p:cNvPr id="37" name="Ink 36">
                  <a:extLst>
                    <a:ext uri="{FF2B5EF4-FFF2-40B4-BE49-F238E27FC236}">
                      <a16:creationId xmlns:a16="http://schemas.microsoft.com/office/drawing/2014/main" id="{4BE75388-874F-2D16-4ED2-18700EC15C10}"/>
                    </a:ext>
                  </a:extLst>
                </p:cNvPr>
                <p:cNvPicPr/>
                <p:nvPr/>
              </p:nvPicPr>
              <p:blipFill>
                <a:blip r:embed="rId58"/>
                <a:stretch>
                  <a:fillRect/>
                </a:stretch>
              </p:blipFill>
              <p:spPr>
                <a:xfrm>
                  <a:off x="2802602" y="4436017"/>
                  <a:ext cx="320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BD75A5B6-A68C-E62E-EEED-DB891F7B6A92}"/>
                    </a:ext>
                  </a:extLst>
                </p14:cNvPr>
                <p14:cNvContentPartPr/>
                <p14:nvPr/>
              </p14:nvContentPartPr>
              <p14:xfrm>
                <a:off x="2939762" y="4589017"/>
                <a:ext cx="110520" cy="47160"/>
              </p14:xfrm>
            </p:contentPart>
          </mc:Choice>
          <mc:Fallback xmlns="">
            <p:pic>
              <p:nvPicPr>
                <p:cNvPr id="38" name="Ink 37">
                  <a:extLst>
                    <a:ext uri="{FF2B5EF4-FFF2-40B4-BE49-F238E27FC236}">
                      <a16:creationId xmlns:a16="http://schemas.microsoft.com/office/drawing/2014/main" id="{BD75A5B6-A68C-E62E-EEED-DB891F7B6A92}"/>
                    </a:ext>
                  </a:extLst>
                </p:cNvPr>
                <p:cNvPicPr/>
                <p:nvPr/>
              </p:nvPicPr>
              <p:blipFill>
                <a:blip r:embed="rId60"/>
                <a:stretch>
                  <a:fillRect/>
                </a:stretch>
              </p:blipFill>
              <p:spPr>
                <a:xfrm>
                  <a:off x="2933642" y="4582897"/>
                  <a:ext cx="1227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Ink 38">
                  <a:extLst>
                    <a:ext uri="{FF2B5EF4-FFF2-40B4-BE49-F238E27FC236}">
                      <a16:creationId xmlns:a16="http://schemas.microsoft.com/office/drawing/2014/main" id="{5C7BA7CA-330C-3D67-5518-534E003DA802}"/>
                    </a:ext>
                  </a:extLst>
                </p14:cNvPr>
                <p14:cNvContentPartPr/>
                <p14:nvPr/>
              </p14:nvContentPartPr>
              <p14:xfrm>
                <a:off x="3020042" y="4505857"/>
                <a:ext cx="312840" cy="376920"/>
              </p14:xfrm>
            </p:contentPart>
          </mc:Choice>
          <mc:Fallback xmlns="">
            <p:pic>
              <p:nvPicPr>
                <p:cNvPr id="39" name="Ink 38">
                  <a:extLst>
                    <a:ext uri="{FF2B5EF4-FFF2-40B4-BE49-F238E27FC236}">
                      <a16:creationId xmlns:a16="http://schemas.microsoft.com/office/drawing/2014/main" id="{5C7BA7CA-330C-3D67-5518-534E003DA802}"/>
                    </a:ext>
                  </a:extLst>
                </p:cNvPr>
                <p:cNvPicPr/>
                <p:nvPr/>
              </p:nvPicPr>
              <p:blipFill>
                <a:blip r:embed="rId62"/>
                <a:stretch>
                  <a:fillRect/>
                </a:stretch>
              </p:blipFill>
              <p:spPr>
                <a:xfrm>
                  <a:off x="3013922" y="4499737"/>
                  <a:ext cx="32508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0" name="Ink 39">
                  <a:extLst>
                    <a:ext uri="{FF2B5EF4-FFF2-40B4-BE49-F238E27FC236}">
                      <a16:creationId xmlns:a16="http://schemas.microsoft.com/office/drawing/2014/main" id="{47B52124-A34F-2228-4CC5-7A9BA1DF8DA4}"/>
                    </a:ext>
                  </a:extLst>
                </p14:cNvPr>
                <p14:cNvContentPartPr/>
                <p14:nvPr/>
              </p14:nvContentPartPr>
              <p14:xfrm>
                <a:off x="3173762" y="4368337"/>
                <a:ext cx="233640" cy="223200"/>
              </p14:xfrm>
            </p:contentPart>
          </mc:Choice>
          <mc:Fallback xmlns="">
            <p:pic>
              <p:nvPicPr>
                <p:cNvPr id="40" name="Ink 39">
                  <a:extLst>
                    <a:ext uri="{FF2B5EF4-FFF2-40B4-BE49-F238E27FC236}">
                      <a16:creationId xmlns:a16="http://schemas.microsoft.com/office/drawing/2014/main" id="{47B52124-A34F-2228-4CC5-7A9BA1DF8DA4}"/>
                    </a:ext>
                  </a:extLst>
                </p:cNvPr>
                <p:cNvPicPr/>
                <p:nvPr/>
              </p:nvPicPr>
              <p:blipFill>
                <a:blip r:embed="rId64"/>
                <a:stretch>
                  <a:fillRect/>
                </a:stretch>
              </p:blipFill>
              <p:spPr>
                <a:xfrm>
                  <a:off x="3167642" y="4362217"/>
                  <a:ext cx="2458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1" name="Ink 40">
                  <a:extLst>
                    <a:ext uri="{FF2B5EF4-FFF2-40B4-BE49-F238E27FC236}">
                      <a16:creationId xmlns:a16="http://schemas.microsoft.com/office/drawing/2014/main" id="{4F8D5F3E-F664-8459-0471-CC20A5165F95}"/>
                    </a:ext>
                  </a:extLst>
                </p14:cNvPr>
                <p14:cNvContentPartPr/>
                <p14:nvPr/>
              </p14:nvContentPartPr>
              <p14:xfrm>
                <a:off x="3667682" y="3970897"/>
                <a:ext cx="19800" cy="40320"/>
              </p14:xfrm>
            </p:contentPart>
          </mc:Choice>
          <mc:Fallback xmlns="">
            <p:pic>
              <p:nvPicPr>
                <p:cNvPr id="41" name="Ink 40">
                  <a:extLst>
                    <a:ext uri="{FF2B5EF4-FFF2-40B4-BE49-F238E27FC236}">
                      <a16:creationId xmlns:a16="http://schemas.microsoft.com/office/drawing/2014/main" id="{4F8D5F3E-F664-8459-0471-CC20A5165F95}"/>
                    </a:ext>
                  </a:extLst>
                </p:cNvPr>
                <p:cNvPicPr/>
                <p:nvPr/>
              </p:nvPicPr>
              <p:blipFill>
                <a:blip r:embed="rId66"/>
                <a:stretch>
                  <a:fillRect/>
                </a:stretch>
              </p:blipFill>
              <p:spPr>
                <a:xfrm>
                  <a:off x="3661562" y="3964777"/>
                  <a:ext cx="320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B2A4F223-A735-0A2C-812A-AE281648012C}"/>
                    </a:ext>
                  </a:extLst>
                </p14:cNvPr>
                <p14:cNvContentPartPr/>
                <p14:nvPr/>
              </p14:nvContentPartPr>
              <p14:xfrm>
                <a:off x="3798722" y="4077457"/>
                <a:ext cx="163440" cy="180360"/>
              </p14:xfrm>
            </p:contentPart>
          </mc:Choice>
          <mc:Fallback xmlns="">
            <p:pic>
              <p:nvPicPr>
                <p:cNvPr id="42" name="Ink 41">
                  <a:extLst>
                    <a:ext uri="{FF2B5EF4-FFF2-40B4-BE49-F238E27FC236}">
                      <a16:creationId xmlns:a16="http://schemas.microsoft.com/office/drawing/2014/main" id="{B2A4F223-A735-0A2C-812A-AE281648012C}"/>
                    </a:ext>
                  </a:extLst>
                </p:cNvPr>
                <p:cNvPicPr/>
                <p:nvPr/>
              </p:nvPicPr>
              <p:blipFill>
                <a:blip r:embed="rId68"/>
                <a:stretch>
                  <a:fillRect/>
                </a:stretch>
              </p:blipFill>
              <p:spPr>
                <a:xfrm>
                  <a:off x="3792602" y="4071337"/>
                  <a:ext cx="17568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2B3817E9-B9FD-EE97-0191-F6CEECB359E0}"/>
                    </a:ext>
                  </a:extLst>
                </p14:cNvPr>
                <p14:cNvContentPartPr/>
                <p14:nvPr/>
              </p14:nvContentPartPr>
              <p14:xfrm>
                <a:off x="3841562" y="3757417"/>
                <a:ext cx="203400" cy="340920"/>
              </p14:xfrm>
            </p:contentPart>
          </mc:Choice>
          <mc:Fallback xmlns="">
            <p:pic>
              <p:nvPicPr>
                <p:cNvPr id="43" name="Ink 42">
                  <a:extLst>
                    <a:ext uri="{FF2B5EF4-FFF2-40B4-BE49-F238E27FC236}">
                      <a16:creationId xmlns:a16="http://schemas.microsoft.com/office/drawing/2014/main" id="{2B3817E9-B9FD-EE97-0191-F6CEECB359E0}"/>
                    </a:ext>
                  </a:extLst>
                </p:cNvPr>
                <p:cNvPicPr/>
                <p:nvPr/>
              </p:nvPicPr>
              <p:blipFill>
                <a:blip r:embed="rId70"/>
                <a:stretch>
                  <a:fillRect/>
                </a:stretch>
              </p:blipFill>
              <p:spPr>
                <a:xfrm>
                  <a:off x="3835442" y="3751297"/>
                  <a:ext cx="21564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Ink 43">
                  <a:extLst>
                    <a:ext uri="{FF2B5EF4-FFF2-40B4-BE49-F238E27FC236}">
                      <a16:creationId xmlns:a16="http://schemas.microsoft.com/office/drawing/2014/main" id="{93D98E79-DA42-5C53-E0C3-67C13066EF27}"/>
                    </a:ext>
                  </a:extLst>
                </p14:cNvPr>
                <p14:cNvContentPartPr/>
                <p14:nvPr/>
              </p14:nvContentPartPr>
              <p14:xfrm>
                <a:off x="3826082" y="3846697"/>
                <a:ext cx="212400" cy="219240"/>
              </p14:xfrm>
            </p:contentPart>
          </mc:Choice>
          <mc:Fallback xmlns="">
            <p:pic>
              <p:nvPicPr>
                <p:cNvPr id="44" name="Ink 43">
                  <a:extLst>
                    <a:ext uri="{FF2B5EF4-FFF2-40B4-BE49-F238E27FC236}">
                      <a16:creationId xmlns:a16="http://schemas.microsoft.com/office/drawing/2014/main" id="{93D98E79-DA42-5C53-E0C3-67C13066EF27}"/>
                    </a:ext>
                  </a:extLst>
                </p:cNvPr>
                <p:cNvPicPr/>
                <p:nvPr/>
              </p:nvPicPr>
              <p:blipFill>
                <a:blip r:embed="rId72"/>
                <a:stretch>
                  <a:fillRect/>
                </a:stretch>
              </p:blipFill>
              <p:spPr>
                <a:xfrm>
                  <a:off x="3819962" y="3840577"/>
                  <a:ext cx="2246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201FCFB7-234C-8E9D-F47B-193FD09BFCB8}"/>
                    </a:ext>
                  </a:extLst>
                </p14:cNvPr>
                <p14:cNvContentPartPr/>
                <p14:nvPr/>
              </p14:nvContentPartPr>
              <p14:xfrm>
                <a:off x="1028522" y="6039817"/>
                <a:ext cx="247320" cy="373680"/>
              </p14:xfrm>
            </p:contentPart>
          </mc:Choice>
          <mc:Fallback xmlns="">
            <p:pic>
              <p:nvPicPr>
                <p:cNvPr id="46" name="Ink 45">
                  <a:extLst>
                    <a:ext uri="{FF2B5EF4-FFF2-40B4-BE49-F238E27FC236}">
                      <a16:creationId xmlns:a16="http://schemas.microsoft.com/office/drawing/2014/main" id="{201FCFB7-234C-8E9D-F47B-193FD09BFCB8}"/>
                    </a:ext>
                  </a:extLst>
                </p:cNvPr>
                <p:cNvPicPr/>
                <p:nvPr/>
              </p:nvPicPr>
              <p:blipFill>
                <a:blip r:embed="rId74"/>
                <a:stretch>
                  <a:fillRect/>
                </a:stretch>
              </p:blipFill>
              <p:spPr>
                <a:xfrm>
                  <a:off x="1022402" y="6033697"/>
                  <a:ext cx="2595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E38F9C0D-A884-AD42-7D12-122453DBA64F}"/>
                    </a:ext>
                  </a:extLst>
                </p14:cNvPr>
                <p14:cNvContentPartPr/>
                <p14:nvPr/>
              </p14:nvContentPartPr>
              <p14:xfrm>
                <a:off x="1291322" y="6011017"/>
                <a:ext cx="191520" cy="248040"/>
              </p14:xfrm>
            </p:contentPart>
          </mc:Choice>
          <mc:Fallback xmlns="">
            <p:pic>
              <p:nvPicPr>
                <p:cNvPr id="47" name="Ink 46">
                  <a:extLst>
                    <a:ext uri="{FF2B5EF4-FFF2-40B4-BE49-F238E27FC236}">
                      <a16:creationId xmlns:a16="http://schemas.microsoft.com/office/drawing/2014/main" id="{E38F9C0D-A884-AD42-7D12-122453DBA64F}"/>
                    </a:ext>
                  </a:extLst>
                </p:cNvPr>
                <p:cNvPicPr/>
                <p:nvPr/>
              </p:nvPicPr>
              <p:blipFill>
                <a:blip r:embed="rId76"/>
                <a:stretch>
                  <a:fillRect/>
                </a:stretch>
              </p:blipFill>
              <p:spPr>
                <a:xfrm>
                  <a:off x="1285202" y="6004897"/>
                  <a:ext cx="20376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Ink 47">
                  <a:extLst>
                    <a:ext uri="{FF2B5EF4-FFF2-40B4-BE49-F238E27FC236}">
                      <a16:creationId xmlns:a16="http://schemas.microsoft.com/office/drawing/2014/main" id="{C5A7DF01-1CC0-4BF5-B045-DFEBAD0007D0}"/>
                    </a:ext>
                  </a:extLst>
                </p14:cNvPr>
                <p14:cNvContentPartPr/>
                <p14:nvPr/>
              </p14:nvContentPartPr>
              <p14:xfrm>
                <a:off x="1481762" y="5937217"/>
                <a:ext cx="218880" cy="211680"/>
              </p14:xfrm>
            </p:contentPart>
          </mc:Choice>
          <mc:Fallback xmlns="">
            <p:pic>
              <p:nvPicPr>
                <p:cNvPr id="48" name="Ink 47">
                  <a:extLst>
                    <a:ext uri="{FF2B5EF4-FFF2-40B4-BE49-F238E27FC236}">
                      <a16:creationId xmlns:a16="http://schemas.microsoft.com/office/drawing/2014/main" id="{C5A7DF01-1CC0-4BF5-B045-DFEBAD0007D0}"/>
                    </a:ext>
                  </a:extLst>
                </p:cNvPr>
                <p:cNvPicPr/>
                <p:nvPr/>
              </p:nvPicPr>
              <p:blipFill>
                <a:blip r:embed="rId78"/>
                <a:stretch>
                  <a:fillRect/>
                </a:stretch>
              </p:blipFill>
              <p:spPr>
                <a:xfrm>
                  <a:off x="1475642" y="5931097"/>
                  <a:ext cx="23112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 name="Ink 48">
                  <a:extLst>
                    <a:ext uri="{FF2B5EF4-FFF2-40B4-BE49-F238E27FC236}">
                      <a16:creationId xmlns:a16="http://schemas.microsoft.com/office/drawing/2014/main" id="{154AD999-85CD-F261-8113-77C2DE7ED46C}"/>
                    </a:ext>
                  </a:extLst>
                </p14:cNvPr>
                <p14:cNvContentPartPr/>
                <p14:nvPr/>
              </p14:nvContentPartPr>
              <p14:xfrm>
                <a:off x="1693442" y="5867377"/>
                <a:ext cx="53640" cy="174240"/>
              </p14:xfrm>
            </p:contentPart>
          </mc:Choice>
          <mc:Fallback xmlns="">
            <p:pic>
              <p:nvPicPr>
                <p:cNvPr id="49" name="Ink 48">
                  <a:extLst>
                    <a:ext uri="{FF2B5EF4-FFF2-40B4-BE49-F238E27FC236}">
                      <a16:creationId xmlns:a16="http://schemas.microsoft.com/office/drawing/2014/main" id="{154AD999-85CD-F261-8113-77C2DE7ED46C}"/>
                    </a:ext>
                  </a:extLst>
                </p:cNvPr>
                <p:cNvPicPr/>
                <p:nvPr/>
              </p:nvPicPr>
              <p:blipFill>
                <a:blip r:embed="rId80"/>
                <a:stretch>
                  <a:fillRect/>
                </a:stretch>
              </p:blipFill>
              <p:spPr>
                <a:xfrm>
                  <a:off x="1687322" y="5861257"/>
                  <a:ext cx="6588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Ink 49">
                  <a:extLst>
                    <a:ext uri="{FF2B5EF4-FFF2-40B4-BE49-F238E27FC236}">
                      <a16:creationId xmlns:a16="http://schemas.microsoft.com/office/drawing/2014/main" id="{15A12B45-2FD9-F2BE-A634-D62A10E07AAB}"/>
                    </a:ext>
                  </a:extLst>
                </p14:cNvPr>
                <p14:cNvContentPartPr/>
                <p14:nvPr/>
              </p14:nvContentPartPr>
              <p14:xfrm>
                <a:off x="1909082" y="5642017"/>
                <a:ext cx="47520" cy="16560"/>
              </p14:xfrm>
            </p:contentPart>
          </mc:Choice>
          <mc:Fallback xmlns="">
            <p:pic>
              <p:nvPicPr>
                <p:cNvPr id="50" name="Ink 49">
                  <a:extLst>
                    <a:ext uri="{FF2B5EF4-FFF2-40B4-BE49-F238E27FC236}">
                      <a16:creationId xmlns:a16="http://schemas.microsoft.com/office/drawing/2014/main" id="{15A12B45-2FD9-F2BE-A634-D62A10E07AAB}"/>
                    </a:ext>
                  </a:extLst>
                </p:cNvPr>
                <p:cNvPicPr/>
                <p:nvPr/>
              </p:nvPicPr>
              <p:blipFill>
                <a:blip r:embed="rId82"/>
                <a:stretch>
                  <a:fillRect/>
                </a:stretch>
              </p:blipFill>
              <p:spPr>
                <a:xfrm>
                  <a:off x="1902962" y="5635897"/>
                  <a:ext cx="59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880CFA69-D147-84C9-FEFB-5A05E6DE3BA3}"/>
                    </a:ext>
                  </a:extLst>
                </p14:cNvPr>
                <p14:cNvContentPartPr/>
                <p14:nvPr/>
              </p14:nvContentPartPr>
              <p14:xfrm>
                <a:off x="2055242" y="5724457"/>
                <a:ext cx="65520" cy="50400"/>
              </p14:xfrm>
            </p:contentPart>
          </mc:Choice>
          <mc:Fallback xmlns="">
            <p:pic>
              <p:nvPicPr>
                <p:cNvPr id="51" name="Ink 50">
                  <a:extLst>
                    <a:ext uri="{FF2B5EF4-FFF2-40B4-BE49-F238E27FC236}">
                      <a16:creationId xmlns:a16="http://schemas.microsoft.com/office/drawing/2014/main" id="{880CFA69-D147-84C9-FEFB-5A05E6DE3BA3}"/>
                    </a:ext>
                  </a:extLst>
                </p:cNvPr>
                <p:cNvPicPr/>
                <p:nvPr/>
              </p:nvPicPr>
              <p:blipFill>
                <a:blip r:embed="rId84"/>
                <a:stretch>
                  <a:fillRect/>
                </a:stretch>
              </p:blipFill>
              <p:spPr>
                <a:xfrm>
                  <a:off x="2049122" y="5718337"/>
                  <a:ext cx="777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0ECA7DCD-8F99-FFFA-1A9A-F96B5BD81754}"/>
                    </a:ext>
                  </a:extLst>
                </p14:cNvPr>
                <p14:cNvContentPartPr/>
                <p14:nvPr/>
              </p14:nvContentPartPr>
              <p14:xfrm>
                <a:off x="2178362" y="5563897"/>
                <a:ext cx="170640" cy="183960"/>
              </p14:xfrm>
            </p:contentPart>
          </mc:Choice>
          <mc:Fallback xmlns="">
            <p:pic>
              <p:nvPicPr>
                <p:cNvPr id="52" name="Ink 51">
                  <a:extLst>
                    <a:ext uri="{FF2B5EF4-FFF2-40B4-BE49-F238E27FC236}">
                      <a16:creationId xmlns:a16="http://schemas.microsoft.com/office/drawing/2014/main" id="{0ECA7DCD-8F99-FFFA-1A9A-F96B5BD81754}"/>
                    </a:ext>
                  </a:extLst>
                </p:cNvPr>
                <p:cNvPicPr/>
                <p:nvPr/>
              </p:nvPicPr>
              <p:blipFill>
                <a:blip r:embed="rId86"/>
                <a:stretch>
                  <a:fillRect/>
                </a:stretch>
              </p:blipFill>
              <p:spPr>
                <a:xfrm>
                  <a:off x="2172242" y="5557777"/>
                  <a:ext cx="18288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C2B2D6D8-CDE1-415C-A377-2FA1F6C585E8}"/>
                    </a:ext>
                  </a:extLst>
                </p14:cNvPr>
                <p14:cNvContentPartPr/>
                <p14:nvPr/>
              </p14:nvContentPartPr>
              <p14:xfrm>
                <a:off x="2214362" y="5369857"/>
                <a:ext cx="223200" cy="189000"/>
              </p14:xfrm>
            </p:contentPart>
          </mc:Choice>
          <mc:Fallback xmlns="">
            <p:pic>
              <p:nvPicPr>
                <p:cNvPr id="53" name="Ink 52">
                  <a:extLst>
                    <a:ext uri="{FF2B5EF4-FFF2-40B4-BE49-F238E27FC236}">
                      <a16:creationId xmlns:a16="http://schemas.microsoft.com/office/drawing/2014/main" id="{C2B2D6D8-CDE1-415C-A377-2FA1F6C585E8}"/>
                    </a:ext>
                  </a:extLst>
                </p:cNvPr>
                <p:cNvPicPr/>
                <p:nvPr/>
              </p:nvPicPr>
              <p:blipFill>
                <a:blip r:embed="rId88"/>
                <a:stretch>
                  <a:fillRect/>
                </a:stretch>
              </p:blipFill>
              <p:spPr>
                <a:xfrm>
                  <a:off x="2208242" y="5363737"/>
                  <a:ext cx="2354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4" name="Ink 53">
                  <a:extLst>
                    <a:ext uri="{FF2B5EF4-FFF2-40B4-BE49-F238E27FC236}">
                      <a16:creationId xmlns:a16="http://schemas.microsoft.com/office/drawing/2014/main" id="{86F6597D-6603-87D6-6684-08080B00E629}"/>
                    </a:ext>
                  </a:extLst>
                </p14:cNvPr>
                <p14:cNvContentPartPr/>
                <p14:nvPr/>
              </p14:nvContentPartPr>
              <p14:xfrm>
                <a:off x="2655722" y="5456257"/>
                <a:ext cx="50760" cy="277560"/>
              </p14:xfrm>
            </p:contentPart>
          </mc:Choice>
          <mc:Fallback xmlns="">
            <p:pic>
              <p:nvPicPr>
                <p:cNvPr id="54" name="Ink 53">
                  <a:extLst>
                    <a:ext uri="{FF2B5EF4-FFF2-40B4-BE49-F238E27FC236}">
                      <a16:creationId xmlns:a16="http://schemas.microsoft.com/office/drawing/2014/main" id="{86F6597D-6603-87D6-6684-08080B00E629}"/>
                    </a:ext>
                  </a:extLst>
                </p:cNvPr>
                <p:cNvPicPr/>
                <p:nvPr/>
              </p:nvPicPr>
              <p:blipFill>
                <a:blip r:embed="rId90"/>
                <a:stretch>
                  <a:fillRect/>
                </a:stretch>
              </p:blipFill>
              <p:spPr>
                <a:xfrm>
                  <a:off x="2649602" y="5450137"/>
                  <a:ext cx="6300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5" name="Ink 54">
                  <a:extLst>
                    <a:ext uri="{FF2B5EF4-FFF2-40B4-BE49-F238E27FC236}">
                      <a16:creationId xmlns:a16="http://schemas.microsoft.com/office/drawing/2014/main" id="{57095803-8AA4-1644-38CC-31F6DB9DDFCC}"/>
                    </a:ext>
                  </a:extLst>
                </p14:cNvPr>
                <p14:cNvContentPartPr/>
                <p14:nvPr/>
              </p14:nvContentPartPr>
              <p14:xfrm>
                <a:off x="2918162" y="5107777"/>
                <a:ext cx="181080" cy="469080"/>
              </p14:xfrm>
            </p:contentPart>
          </mc:Choice>
          <mc:Fallback xmlns="">
            <p:pic>
              <p:nvPicPr>
                <p:cNvPr id="55" name="Ink 54">
                  <a:extLst>
                    <a:ext uri="{FF2B5EF4-FFF2-40B4-BE49-F238E27FC236}">
                      <a16:creationId xmlns:a16="http://schemas.microsoft.com/office/drawing/2014/main" id="{57095803-8AA4-1644-38CC-31F6DB9DDFCC}"/>
                    </a:ext>
                  </a:extLst>
                </p:cNvPr>
                <p:cNvPicPr/>
                <p:nvPr/>
              </p:nvPicPr>
              <p:blipFill>
                <a:blip r:embed="rId92"/>
                <a:stretch>
                  <a:fillRect/>
                </a:stretch>
              </p:blipFill>
              <p:spPr>
                <a:xfrm>
                  <a:off x="2912042" y="5101657"/>
                  <a:ext cx="193320" cy="4813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6" name="Ink 55">
                  <a:extLst>
                    <a:ext uri="{FF2B5EF4-FFF2-40B4-BE49-F238E27FC236}">
                      <a16:creationId xmlns:a16="http://schemas.microsoft.com/office/drawing/2014/main" id="{8839DEB9-5B24-1170-2F38-EA6064FD79C5}"/>
                    </a:ext>
                  </a:extLst>
                </p14:cNvPr>
                <p14:cNvContentPartPr/>
                <p14:nvPr/>
              </p14:nvContentPartPr>
              <p14:xfrm>
                <a:off x="3110762" y="4869817"/>
                <a:ext cx="335160" cy="392760"/>
              </p14:xfrm>
            </p:contentPart>
          </mc:Choice>
          <mc:Fallback xmlns="">
            <p:pic>
              <p:nvPicPr>
                <p:cNvPr id="56" name="Ink 55">
                  <a:extLst>
                    <a:ext uri="{FF2B5EF4-FFF2-40B4-BE49-F238E27FC236}">
                      <a16:creationId xmlns:a16="http://schemas.microsoft.com/office/drawing/2014/main" id="{8839DEB9-5B24-1170-2F38-EA6064FD79C5}"/>
                    </a:ext>
                  </a:extLst>
                </p:cNvPr>
                <p:cNvPicPr/>
                <p:nvPr/>
              </p:nvPicPr>
              <p:blipFill>
                <a:blip r:embed="rId94"/>
                <a:stretch>
                  <a:fillRect/>
                </a:stretch>
              </p:blipFill>
              <p:spPr>
                <a:xfrm>
                  <a:off x="3104642" y="4863697"/>
                  <a:ext cx="34740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7" name="Ink 56">
                  <a:extLst>
                    <a:ext uri="{FF2B5EF4-FFF2-40B4-BE49-F238E27FC236}">
                      <a16:creationId xmlns:a16="http://schemas.microsoft.com/office/drawing/2014/main" id="{EB4B8CFE-D1D4-FC0B-80BE-59C665C99FD3}"/>
                    </a:ext>
                  </a:extLst>
                </p14:cNvPr>
                <p14:cNvContentPartPr/>
                <p14:nvPr/>
              </p14:nvContentPartPr>
              <p14:xfrm>
                <a:off x="3439082" y="4720057"/>
                <a:ext cx="137880" cy="285120"/>
              </p14:xfrm>
            </p:contentPart>
          </mc:Choice>
          <mc:Fallback xmlns="">
            <p:pic>
              <p:nvPicPr>
                <p:cNvPr id="57" name="Ink 56">
                  <a:extLst>
                    <a:ext uri="{FF2B5EF4-FFF2-40B4-BE49-F238E27FC236}">
                      <a16:creationId xmlns:a16="http://schemas.microsoft.com/office/drawing/2014/main" id="{EB4B8CFE-D1D4-FC0B-80BE-59C665C99FD3}"/>
                    </a:ext>
                  </a:extLst>
                </p:cNvPr>
                <p:cNvPicPr/>
                <p:nvPr/>
              </p:nvPicPr>
              <p:blipFill>
                <a:blip r:embed="rId96"/>
                <a:stretch>
                  <a:fillRect/>
                </a:stretch>
              </p:blipFill>
              <p:spPr>
                <a:xfrm>
                  <a:off x="3432962" y="4713937"/>
                  <a:ext cx="15012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8" name="Ink 57">
                  <a:extLst>
                    <a:ext uri="{FF2B5EF4-FFF2-40B4-BE49-F238E27FC236}">
                      <a16:creationId xmlns:a16="http://schemas.microsoft.com/office/drawing/2014/main" id="{89C9ACFD-28EA-DF40-B611-1C7F087D424A}"/>
                    </a:ext>
                  </a:extLst>
                </p14:cNvPr>
                <p14:cNvContentPartPr/>
                <p14:nvPr/>
              </p14:nvContentPartPr>
              <p14:xfrm>
                <a:off x="3540602" y="4587937"/>
                <a:ext cx="287640" cy="223920"/>
              </p14:xfrm>
            </p:contentPart>
          </mc:Choice>
          <mc:Fallback xmlns="">
            <p:pic>
              <p:nvPicPr>
                <p:cNvPr id="58" name="Ink 57">
                  <a:extLst>
                    <a:ext uri="{FF2B5EF4-FFF2-40B4-BE49-F238E27FC236}">
                      <a16:creationId xmlns:a16="http://schemas.microsoft.com/office/drawing/2014/main" id="{89C9ACFD-28EA-DF40-B611-1C7F087D424A}"/>
                    </a:ext>
                  </a:extLst>
                </p:cNvPr>
                <p:cNvPicPr/>
                <p:nvPr/>
              </p:nvPicPr>
              <p:blipFill>
                <a:blip r:embed="rId98"/>
                <a:stretch>
                  <a:fillRect/>
                </a:stretch>
              </p:blipFill>
              <p:spPr>
                <a:xfrm>
                  <a:off x="3534482" y="4581817"/>
                  <a:ext cx="2998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9" name="Ink 58">
                  <a:extLst>
                    <a:ext uri="{FF2B5EF4-FFF2-40B4-BE49-F238E27FC236}">
                      <a16:creationId xmlns:a16="http://schemas.microsoft.com/office/drawing/2014/main" id="{87987BD1-60A2-E797-7B80-77A07A78502F}"/>
                    </a:ext>
                  </a:extLst>
                </p14:cNvPr>
                <p14:cNvContentPartPr/>
                <p14:nvPr/>
              </p14:nvContentPartPr>
              <p14:xfrm>
                <a:off x="3847682" y="4420177"/>
                <a:ext cx="157320" cy="217800"/>
              </p14:xfrm>
            </p:contentPart>
          </mc:Choice>
          <mc:Fallback xmlns="">
            <p:pic>
              <p:nvPicPr>
                <p:cNvPr id="59" name="Ink 58">
                  <a:extLst>
                    <a:ext uri="{FF2B5EF4-FFF2-40B4-BE49-F238E27FC236}">
                      <a16:creationId xmlns:a16="http://schemas.microsoft.com/office/drawing/2014/main" id="{87987BD1-60A2-E797-7B80-77A07A78502F}"/>
                    </a:ext>
                  </a:extLst>
                </p:cNvPr>
                <p:cNvPicPr/>
                <p:nvPr/>
              </p:nvPicPr>
              <p:blipFill>
                <a:blip r:embed="rId100"/>
                <a:stretch>
                  <a:fillRect/>
                </a:stretch>
              </p:blipFill>
              <p:spPr>
                <a:xfrm>
                  <a:off x="3841562" y="4414057"/>
                  <a:ext cx="16956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0" name="Ink 59">
                  <a:extLst>
                    <a:ext uri="{FF2B5EF4-FFF2-40B4-BE49-F238E27FC236}">
                      <a16:creationId xmlns:a16="http://schemas.microsoft.com/office/drawing/2014/main" id="{F7DDADC2-B9AA-54BC-C6F2-2898D4095B93}"/>
                    </a:ext>
                  </a:extLst>
                </p14:cNvPr>
                <p14:cNvContentPartPr/>
                <p14:nvPr/>
              </p14:nvContentPartPr>
              <p14:xfrm>
                <a:off x="4132082" y="4090417"/>
                <a:ext cx="382320" cy="332640"/>
              </p14:xfrm>
            </p:contentPart>
          </mc:Choice>
          <mc:Fallback xmlns="">
            <p:pic>
              <p:nvPicPr>
                <p:cNvPr id="60" name="Ink 59">
                  <a:extLst>
                    <a:ext uri="{FF2B5EF4-FFF2-40B4-BE49-F238E27FC236}">
                      <a16:creationId xmlns:a16="http://schemas.microsoft.com/office/drawing/2014/main" id="{F7DDADC2-B9AA-54BC-C6F2-2898D4095B93}"/>
                    </a:ext>
                  </a:extLst>
                </p:cNvPr>
                <p:cNvPicPr/>
                <p:nvPr/>
              </p:nvPicPr>
              <p:blipFill>
                <a:blip r:embed="rId102"/>
                <a:stretch>
                  <a:fillRect/>
                </a:stretch>
              </p:blipFill>
              <p:spPr>
                <a:xfrm>
                  <a:off x="4125962" y="4084297"/>
                  <a:ext cx="39456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1" name="Ink 60">
                  <a:extLst>
                    <a:ext uri="{FF2B5EF4-FFF2-40B4-BE49-F238E27FC236}">
                      <a16:creationId xmlns:a16="http://schemas.microsoft.com/office/drawing/2014/main" id="{43148399-AE1F-FE07-A2A8-85010A518C8D}"/>
                    </a:ext>
                  </a:extLst>
                </p14:cNvPr>
                <p14:cNvContentPartPr/>
                <p14:nvPr/>
              </p14:nvContentPartPr>
              <p14:xfrm>
                <a:off x="4302362" y="3880537"/>
                <a:ext cx="388440" cy="330120"/>
              </p14:xfrm>
            </p:contentPart>
          </mc:Choice>
          <mc:Fallback xmlns="">
            <p:pic>
              <p:nvPicPr>
                <p:cNvPr id="61" name="Ink 60">
                  <a:extLst>
                    <a:ext uri="{FF2B5EF4-FFF2-40B4-BE49-F238E27FC236}">
                      <a16:creationId xmlns:a16="http://schemas.microsoft.com/office/drawing/2014/main" id="{43148399-AE1F-FE07-A2A8-85010A518C8D}"/>
                    </a:ext>
                  </a:extLst>
                </p:cNvPr>
                <p:cNvPicPr/>
                <p:nvPr/>
              </p:nvPicPr>
              <p:blipFill>
                <a:blip r:embed="rId104"/>
                <a:stretch>
                  <a:fillRect/>
                </a:stretch>
              </p:blipFill>
              <p:spPr>
                <a:xfrm>
                  <a:off x="4296242" y="3874417"/>
                  <a:ext cx="400680" cy="342360"/>
                </a:xfrm>
                <a:prstGeom prst="rect">
                  <a:avLst/>
                </a:prstGeom>
              </p:spPr>
            </p:pic>
          </mc:Fallback>
        </mc:AlternateContent>
      </p:grpSp>
    </p:spTree>
    <p:extLst>
      <p:ext uri="{BB962C8B-B14F-4D97-AF65-F5344CB8AC3E}">
        <p14:creationId xmlns:p14="http://schemas.microsoft.com/office/powerpoint/2010/main" val="19931361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1CA64-0045-A79A-0DCF-BB354F357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3EEAD-D8B4-6543-A5B8-65C5AFB935EF}"/>
              </a:ext>
            </a:extLst>
          </p:cNvPr>
          <p:cNvSpPr>
            <a:spLocks noGrp="1"/>
          </p:cNvSpPr>
          <p:nvPr>
            <p:ph type="title"/>
          </p:nvPr>
        </p:nvSpPr>
        <p:spPr/>
        <p:txBody>
          <a:bodyPr/>
          <a:lstStyle/>
          <a:p>
            <a:r>
              <a:rPr lang="en-GB" dirty="0"/>
              <a:t>Project Implementation</a:t>
            </a:r>
          </a:p>
        </p:txBody>
      </p:sp>
      <p:sp>
        <p:nvSpPr>
          <p:cNvPr id="3" name="Text Placeholder 2">
            <a:extLst>
              <a:ext uri="{FF2B5EF4-FFF2-40B4-BE49-F238E27FC236}">
                <a16:creationId xmlns:a16="http://schemas.microsoft.com/office/drawing/2014/main" id="{9AC05C8C-ABB4-EDC5-0B69-CC450BAB34D6}"/>
              </a:ext>
            </a:extLst>
          </p:cNvPr>
          <p:cNvSpPr>
            <a:spLocks noGrp="1"/>
          </p:cNvSpPr>
          <p:nvPr>
            <p:ph type="body" idx="1"/>
          </p:nvPr>
        </p:nvSpPr>
        <p:spPr/>
        <p:txBody>
          <a:bodyPr/>
          <a:lstStyle/>
          <a:p>
            <a:r>
              <a:rPr lang="en-GB" dirty="0" err="1"/>
              <a:t>SDD</a:t>
            </a:r>
            <a:endParaRPr lang="en-GB" dirty="0"/>
          </a:p>
        </p:txBody>
      </p:sp>
    </p:spTree>
    <p:extLst>
      <p:ext uri="{BB962C8B-B14F-4D97-AF65-F5344CB8AC3E}">
        <p14:creationId xmlns:p14="http://schemas.microsoft.com/office/powerpoint/2010/main" val="328691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1B04C-C5ED-1401-E0A0-74A1C77DDBEF}"/>
              </a:ext>
            </a:extLst>
          </p:cNvPr>
          <p:cNvSpPr>
            <a:spLocks noGrp="1"/>
          </p:cNvSpPr>
          <p:nvPr>
            <p:ph type="title"/>
          </p:nvPr>
        </p:nvSpPr>
        <p:spPr/>
        <p:txBody>
          <a:bodyPr/>
          <a:lstStyle/>
          <a:p>
            <a:r>
              <a:rPr lang="en-GB" dirty="0"/>
              <a:t>Database Structure</a:t>
            </a:r>
          </a:p>
        </p:txBody>
      </p:sp>
      <p:pic>
        <p:nvPicPr>
          <p:cNvPr id="9" name="Content Placeholder 8" descr="The image illustrates the process of verifying the structure of a database before and after implementing SQL queries, including screenshots of the database and code.&#10;&#10;AI-generated content may be incorrect.">
            <a:extLst>
              <a:ext uri="{FF2B5EF4-FFF2-40B4-BE49-F238E27FC236}">
                <a16:creationId xmlns:a16="http://schemas.microsoft.com/office/drawing/2014/main" id="{AF4E1C6C-D251-EF25-3106-4CEB7034659F}"/>
              </a:ext>
            </a:extLst>
          </p:cNvPr>
          <p:cNvPicPr>
            <a:picLocks noGrp="1" noChangeAspect="1"/>
          </p:cNvPicPr>
          <p:nvPr>
            <p:ph idx="1"/>
          </p:nvPr>
        </p:nvPicPr>
        <p:blipFill>
          <a:blip r:embed="rId2"/>
          <a:stretch>
            <a:fillRect/>
          </a:stretch>
        </p:blipFill>
        <p:spPr>
          <a:xfrm>
            <a:off x="1900355" y="1690688"/>
            <a:ext cx="8391290" cy="4680000"/>
          </a:xfrm>
          <a:prstGeom prst="rect">
            <a:avLst/>
          </a:prstGeom>
        </p:spPr>
      </p:pic>
      <p:grpSp>
        <p:nvGrpSpPr>
          <p:cNvPr id="30" name="Group 29">
            <a:extLst>
              <a:ext uri="{FF2B5EF4-FFF2-40B4-BE49-F238E27FC236}">
                <a16:creationId xmlns:a16="http://schemas.microsoft.com/office/drawing/2014/main" id="{031DF05D-5369-48F9-D8F5-6A0CD1CC71AA}"/>
              </a:ext>
            </a:extLst>
          </p:cNvPr>
          <p:cNvGrpSpPr/>
          <p:nvPr/>
        </p:nvGrpSpPr>
        <p:grpSpPr>
          <a:xfrm>
            <a:off x="441722" y="2954977"/>
            <a:ext cx="951480" cy="522720"/>
            <a:chOff x="441722" y="2954977"/>
            <a:chExt cx="951480" cy="522720"/>
          </a:xfrm>
        </p:grpSpPr>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B35724F7-8895-E948-3512-506B7D5173AE}"/>
                    </a:ext>
                  </a:extLst>
                </p14:cNvPr>
                <p14:cNvContentPartPr/>
                <p14:nvPr/>
              </p14:nvContentPartPr>
              <p14:xfrm>
                <a:off x="441722" y="3133897"/>
                <a:ext cx="296640" cy="307080"/>
              </p14:xfrm>
            </p:contentPart>
          </mc:Choice>
          <mc:Fallback xmlns="">
            <p:pic>
              <p:nvPicPr>
                <p:cNvPr id="23" name="Ink 22">
                  <a:extLst>
                    <a:ext uri="{FF2B5EF4-FFF2-40B4-BE49-F238E27FC236}">
                      <a16:creationId xmlns:a16="http://schemas.microsoft.com/office/drawing/2014/main" id="{B35724F7-8895-E948-3512-506B7D5173AE}"/>
                    </a:ext>
                  </a:extLst>
                </p:cNvPr>
                <p:cNvPicPr/>
                <p:nvPr/>
              </p:nvPicPr>
              <p:blipFill>
                <a:blip r:embed="rId4"/>
                <a:stretch>
                  <a:fillRect/>
                </a:stretch>
              </p:blipFill>
              <p:spPr>
                <a:xfrm>
                  <a:off x="435602" y="3127777"/>
                  <a:ext cx="30888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25FE708B-77BF-0B44-BA56-D1AF94561348}"/>
                    </a:ext>
                  </a:extLst>
                </p14:cNvPr>
                <p14:cNvContentPartPr/>
                <p14:nvPr/>
              </p14:nvContentPartPr>
              <p14:xfrm>
                <a:off x="789482" y="3124177"/>
                <a:ext cx="86400" cy="203040"/>
              </p14:xfrm>
            </p:contentPart>
          </mc:Choice>
          <mc:Fallback xmlns="">
            <p:pic>
              <p:nvPicPr>
                <p:cNvPr id="24" name="Ink 23">
                  <a:extLst>
                    <a:ext uri="{FF2B5EF4-FFF2-40B4-BE49-F238E27FC236}">
                      <a16:creationId xmlns:a16="http://schemas.microsoft.com/office/drawing/2014/main" id="{25FE708B-77BF-0B44-BA56-D1AF94561348}"/>
                    </a:ext>
                  </a:extLst>
                </p:cNvPr>
                <p:cNvPicPr/>
                <p:nvPr/>
              </p:nvPicPr>
              <p:blipFill>
                <a:blip r:embed="rId6"/>
                <a:stretch>
                  <a:fillRect/>
                </a:stretch>
              </p:blipFill>
              <p:spPr>
                <a:xfrm>
                  <a:off x="783362" y="3118057"/>
                  <a:ext cx="9864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C8E13955-6EC5-B47B-5527-00EEA86E7991}"/>
                    </a:ext>
                  </a:extLst>
                </p14:cNvPr>
                <p14:cNvContentPartPr/>
                <p14:nvPr/>
              </p14:nvContentPartPr>
              <p14:xfrm>
                <a:off x="865442" y="3108337"/>
                <a:ext cx="151920" cy="169560"/>
              </p14:xfrm>
            </p:contentPart>
          </mc:Choice>
          <mc:Fallback xmlns="">
            <p:pic>
              <p:nvPicPr>
                <p:cNvPr id="25" name="Ink 24">
                  <a:extLst>
                    <a:ext uri="{FF2B5EF4-FFF2-40B4-BE49-F238E27FC236}">
                      <a16:creationId xmlns:a16="http://schemas.microsoft.com/office/drawing/2014/main" id="{C8E13955-6EC5-B47B-5527-00EEA86E7991}"/>
                    </a:ext>
                  </a:extLst>
                </p:cNvPr>
                <p:cNvPicPr/>
                <p:nvPr/>
              </p:nvPicPr>
              <p:blipFill>
                <a:blip r:embed="rId8"/>
                <a:stretch>
                  <a:fillRect/>
                </a:stretch>
              </p:blipFill>
              <p:spPr>
                <a:xfrm>
                  <a:off x="859322" y="3102217"/>
                  <a:ext cx="1641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7C46AAC6-B940-E29A-D2B4-8BE9A850FB15}"/>
                    </a:ext>
                  </a:extLst>
                </p14:cNvPr>
                <p14:cNvContentPartPr/>
                <p14:nvPr/>
              </p14:nvContentPartPr>
              <p14:xfrm>
                <a:off x="955802" y="2954977"/>
                <a:ext cx="7560" cy="21600"/>
              </p14:xfrm>
            </p:contentPart>
          </mc:Choice>
          <mc:Fallback xmlns="">
            <p:pic>
              <p:nvPicPr>
                <p:cNvPr id="26" name="Ink 25">
                  <a:extLst>
                    <a:ext uri="{FF2B5EF4-FFF2-40B4-BE49-F238E27FC236}">
                      <a16:creationId xmlns:a16="http://schemas.microsoft.com/office/drawing/2014/main" id="{7C46AAC6-B940-E29A-D2B4-8BE9A850FB15}"/>
                    </a:ext>
                  </a:extLst>
                </p:cNvPr>
                <p:cNvPicPr/>
                <p:nvPr/>
              </p:nvPicPr>
              <p:blipFill>
                <a:blip r:embed="rId10"/>
                <a:stretch>
                  <a:fillRect/>
                </a:stretch>
              </p:blipFill>
              <p:spPr>
                <a:xfrm>
                  <a:off x="949682" y="2948857"/>
                  <a:ext cx="198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7" name="Ink 26">
                  <a:extLst>
                    <a:ext uri="{FF2B5EF4-FFF2-40B4-BE49-F238E27FC236}">
                      <a16:creationId xmlns:a16="http://schemas.microsoft.com/office/drawing/2014/main" id="{1E326198-CDF7-798E-417F-B2D77241AD04}"/>
                    </a:ext>
                  </a:extLst>
                </p14:cNvPr>
                <p14:cNvContentPartPr/>
                <p14:nvPr/>
              </p14:nvContentPartPr>
              <p14:xfrm>
                <a:off x="1105922" y="3101857"/>
                <a:ext cx="41760" cy="48600"/>
              </p14:xfrm>
            </p:contentPart>
          </mc:Choice>
          <mc:Fallback xmlns="">
            <p:pic>
              <p:nvPicPr>
                <p:cNvPr id="27" name="Ink 26">
                  <a:extLst>
                    <a:ext uri="{FF2B5EF4-FFF2-40B4-BE49-F238E27FC236}">
                      <a16:creationId xmlns:a16="http://schemas.microsoft.com/office/drawing/2014/main" id="{1E326198-CDF7-798E-417F-B2D77241AD04}"/>
                    </a:ext>
                  </a:extLst>
                </p:cNvPr>
                <p:cNvPicPr/>
                <p:nvPr/>
              </p:nvPicPr>
              <p:blipFill>
                <a:blip r:embed="rId12"/>
                <a:stretch>
                  <a:fillRect/>
                </a:stretch>
              </p:blipFill>
              <p:spPr>
                <a:xfrm>
                  <a:off x="1099802" y="3095737"/>
                  <a:ext cx="540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 name="Ink 27">
                  <a:extLst>
                    <a:ext uri="{FF2B5EF4-FFF2-40B4-BE49-F238E27FC236}">
                      <a16:creationId xmlns:a16="http://schemas.microsoft.com/office/drawing/2014/main" id="{E726CF42-592A-4E2F-10C6-7B147D87D9D2}"/>
                    </a:ext>
                  </a:extLst>
                </p14:cNvPr>
                <p14:cNvContentPartPr/>
                <p14:nvPr/>
              </p14:nvContentPartPr>
              <p14:xfrm>
                <a:off x="1135442" y="3070537"/>
                <a:ext cx="188280" cy="407160"/>
              </p14:xfrm>
            </p:contentPart>
          </mc:Choice>
          <mc:Fallback xmlns="">
            <p:pic>
              <p:nvPicPr>
                <p:cNvPr id="28" name="Ink 27">
                  <a:extLst>
                    <a:ext uri="{FF2B5EF4-FFF2-40B4-BE49-F238E27FC236}">
                      <a16:creationId xmlns:a16="http://schemas.microsoft.com/office/drawing/2014/main" id="{E726CF42-592A-4E2F-10C6-7B147D87D9D2}"/>
                    </a:ext>
                  </a:extLst>
                </p:cNvPr>
                <p:cNvPicPr/>
                <p:nvPr/>
              </p:nvPicPr>
              <p:blipFill>
                <a:blip r:embed="rId14"/>
                <a:stretch>
                  <a:fillRect/>
                </a:stretch>
              </p:blipFill>
              <p:spPr>
                <a:xfrm>
                  <a:off x="1129322" y="3064417"/>
                  <a:ext cx="20052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9" name="Ink 28">
                  <a:extLst>
                    <a:ext uri="{FF2B5EF4-FFF2-40B4-BE49-F238E27FC236}">
                      <a16:creationId xmlns:a16="http://schemas.microsoft.com/office/drawing/2014/main" id="{B964ACAC-658B-81D3-D1D1-8ABADFEEAD1C}"/>
                    </a:ext>
                  </a:extLst>
                </p14:cNvPr>
                <p14:cNvContentPartPr/>
                <p14:nvPr/>
              </p14:nvContentPartPr>
              <p14:xfrm>
                <a:off x="1230122" y="2997457"/>
                <a:ext cx="163080" cy="164880"/>
              </p14:xfrm>
            </p:contentPart>
          </mc:Choice>
          <mc:Fallback xmlns="">
            <p:pic>
              <p:nvPicPr>
                <p:cNvPr id="29" name="Ink 28">
                  <a:extLst>
                    <a:ext uri="{FF2B5EF4-FFF2-40B4-BE49-F238E27FC236}">
                      <a16:creationId xmlns:a16="http://schemas.microsoft.com/office/drawing/2014/main" id="{B964ACAC-658B-81D3-D1D1-8ABADFEEAD1C}"/>
                    </a:ext>
                  </a:extLst>
                </p:cNvPr>
                <p:cNvPicPr/>
                <p:nvPr/>
              </p:nvPicPr>
              <p:blipFill>
                <a:blip r:embed="rId16"/>
                <a:stretch>
                  <a:fillRect/>
                </a:stretch>
              </p:blipFill>
              <p:spPr>
                <a:xfrm>
                  <a:off x="1224002" y="2991337"/>
                  <a:ext cx="175320" cy="177120"/>
                </a:xfrm>
                <a:prstGeom prst="rect">
                  <a:avLst/>
                </a:prstGeom>
              </p:spPr>
            </p:pic>
          </mc:Fallback>
        </mc:AlternateContent>
      </p:grpSp>
      <p:grpSp>
        <p:nvGrpSpPr>
          <p:cNvPr id="37" name="Group 36">
            <a:extLst>
              <a:ext uri="{FF2B5EF4-FFF2-40B4-BE49-F238E27FC236}">
                <a16:creationId xmlns:a16="http://schemas.microsoft.com/office/drawing/2014/main" id="{A090EFBD-9EC2-59DE-9779-FA77FFC3B885}"/>
              </a:ext>
            </a:extLst>
          </p:cNvPr>
          <p:cNvGrpSpPr/>
          <p:nvPr/>
        </p:nvGrpSpPr>
        <p:grpSpPr>
          <a:xfrm>
            <a:off x="10362242" y="1748617"/>
            <a:ext cx="923040" cy="605520"/>
            <a:chOff x="10362242" y="1748617"/>
            <a:chExt cx="923040" cy="605520"/>
          </a:xfrm>
        </p:grpSpPr>
        <mc:AlternateContent xmlns:mc="http://schemas.openxmlformats.org/markup-compatibility/2006" xmlns:p14="http://schemas.microsoft.com/office/powerpoint/2010/main">
          <mc:Choice Requires="p14">
            <p:contentPart p14:bwMode="auto" r:id="rId17">
              <p14:nvContentPartPr>
                <p14:cNvPr id="31" name="Ink 30">
                  <a:extLst>
                    <a:ext uri="{FF2B5EF4-FFF2-40B4-BE49-F238E27FC236}">
                      <a16:creationId xmlns:a16="http://schemas.microsoft.com/office/drawing/2014/main" id="{FCB4EA2A-BDF6-06CA-8297-F3E4A8E4A8C7}"/>
                    </a:ext>
                  </a:extLst>
                </p14:cNvPr>
                <p14:cNvContentPartPr/>
                <p14:nvPr/>
              </p14:nvContentPartPr>
              <p14:xfrm>
                <a:off x="10373402" y="1748617"/>
                <a:ext cx="229320" cy="423360"/>
              </p14:xfrm>
            </p:contentPart>
          </mc:Choice>
          <mc:Fallback xmlns="">
            <p:pic>
              <p:nvPicPr>
                <p:cNvPr id="31" name="Ink 30">
                  <a:extLst>
                    <a:ext uri="{FF2B5EF4-FFF2-40B4-BE49-F238E27FC236}">
                      <a16:creationId xmlns:a16="http://schemas.microsoft.com/office/drawing/2014/main" id="{FCB4EA2A-BDF6-06CA-8297-F3E4A8E4A8C7}"/>
                    </a:ext>
                  </a:extLst>
                </p:cNvPr>
                <p:cNvPicPr/>
                <p:nvPr/>
              </p:nvPicPr>
              <p:blipFill>
                <a:blip r:embed="rId18"/>
                <a:stretch>
                  <a:fillRect/>
                </a:stretch>
              </p:blipFill>
              <p:spPr>
                <a:xfrm>
                  <a:off x="10367282" y="1742497"/>
                  <a:ext cx="24156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E7CD758C-B2C0-D914-8487-C855FF951BB7}"/>
                    </a:ext>
                  </a:extLst>
                </p14:cNvPr>
                <p14:cNvContentPartPr/>
                <p14:nvPr/>
              </p14:nvContentPartPr>
              <p14:xfrm>
                <a:off x="10362242" y="2020417"/>
                <a:ext cx="381960" cy="181800"/>
              </p14:xfrm>
            </p:contentPart>
          </mc:Choice>
          <mc:Fallback xmlns="">
            <p:pic>
              <p:nvPicPr>
                <p:cNvPr id="32" name="Ink 31">
                  <a:extLst>
                    <a:ext uri="{FF2B5EF4-FFF2-40B4-BE49-F238E27FC236}">
                      <a16:creationId xmlns:a16="http://schemas.microsoft.com/office/drawing/2014/main" id="{E7CD758C-B2C0-D914-8487-C855FF951BB7}"/>
                    </a:ext>
                  </a:extLst>
                </p:cNvPr>
                <p:cNvPicPr/>
                <p:nvPr/>
              </p:nvPicPr>
              <p:blipFill>
                <a:blip r:embed="rId20"/>
                <a:stretch>
                  <a:fillRect/>
                </a:stretch>
              </p:blipFill>
              <p:spPr>
                <a:xfrm>
                  <a:off x="10356122" y="2014297"/>
                  <a:ext cx="3942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3" name="Ink 32">
                  <a:extLst>
                    <a:ext uri="{FF2B5EF4-FFF2-40B4-BE49-F238E27FC236}">
                      <a16:creationId xmlns:a16="http://schemas.microsoft.com/office/drawing/2014/main" id="{AA1005EB-39FA-EE29-48F3-FEA7897C459F}"/>
                    </a:ext>
                  </a:extLst>
                </p14:cNvPr>
                <p14:cNvContentPartPr/>
                <p14:nvPr/>
              </p14:nvContentPartPr>
              <p14:xfrm>
                <a:off x="10721522" y="1756897"/>
                <a:ext cx="120240" cy="522000"/>
              </p14:xfrm>
            </p:contentPart>
          </mc:Choice>
          <mc:Fallback xmlns="">
            <p:pic>
              <p:nvPicPr>
                <p:cNvPr id="33" name="Ink 32">
                  <a:extLst>
                    <a:ext uri="{FF2B5EF4-FFF2-40B4-BE49-F238E27FC236}">
                      <a16:creationId xmlns:a16="http://schemas.microsoft.com/office/drawing/2014/main" id="{AA1005EB-39FA-EE29-48F3-FEA7897C459F}"/>
                    </a:ext>
                  </a:extLst>
                </p:cNvPr>
                <p:cNvPicPr/>
                <p:nvPr/>
              </p:nvPicPr>
              <p:blipFill>
                <a:blip r:embed="rId22"/>
                <a:stretch>
                  <a:fillRect/>
                </a:stretch>
              </p:blipFill>
              <p:spPr>
                <a:xfrm>
                  <a:off x="10715402" y="1750777"/>
                  <a:ext cx="132480" cy="534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4" name="Ink 33">
                  <a:extLst>
                    <a:ext uri="{FF2B5EF4-FFF2-40B4-BE49-F238E27FC236}">
                      <a16:creationId xmlns:a16="http://schemas.microsoft.com/office/drawing/2014/main" id="{BFFBCA17-4CCD-7914-ADD1-40DC072C8469}"/>
                    </a:ext>
                  </a:extLst>
                </p14:cNvPr>
                <p14:cNvContentPartPr/>
                <p14:nvPr/>
              </p14:nvContentPartPr>
              <p14:xfrm>
                <a:off x="10752842" y="2092417"/>
                <a:ext cx="194400" cy="135360"/>
              </p14:xfrm>
            </p:contentPart>
          </mc:Choice>
          <mc:Fallback xmlns="">
            <p:pic>
              <p:nvPicPr>
                <p:cNvPr id="34" name="Ink 33">
                  <a:extLst>
                    <a:ext uri="{FF2B5EF4-FFF2-40B4-BE49-F238E27FC236}">
                      <a16:creationId xmlns:a16="http://schemas.microsoft.com/office/drawing/2014/main" id="{BFFBCA17-4CCD-7914-ADD1-40DC072C8469}"/>
                    </a:ext>
                  </a:extLst>
                </p:cNvPr>
                <p:cNvPicPr/>
                <p:nvPr/>
              </p:nvPicPr>
              <p:blipFill>
                <a:blip r:embed="rId24"/>
                <a:stretch>
                  <a:fillRect/>
                </a:stretch>
              </p:blipFill>
              <p:spPr>
                <a:xfrm>
                  <a:off x="10746722" y="2086297"/>
                  <a:ext cx="2066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5" name="Ink 34">
                  <a:extLst>
                    <a:ext uri="{FF2B5EF4-FFF2-40B4-BE49-F238E27FC236}">
                      <a16:creationId xmlns:a16="http://schemas.microsoft.com/office/drawing/2014/main" id="{3B020398-C2F5-FD38-1839-18454DD4FF0A}"/>
                    </a:ext>
                  </a:extLst>
                </p14:cNvPr>
                <p14:cNvContentPartPr/>
                <p14:nvPr/>
              </p14:nvContentPartPr>
              <p14:xfrm>
                <a:off x="10965242" y="2117257"/>
                <a:ext cx="169920" cy="194760"/>
              </p14:xfrm>
            </p:contentPart>
          </mc:Choice>
          <mc:Fallback xmlns="">
            <p:pic>
              <p:nvPicPr>
                <p:cNvPr id="35" name="Ink 34">
                  <a:extLst>
                    <a:ext uri="{FF2B5EF4-FFF2-40B4-BE49-F238E27FC236}">
                      <a16:creationId xmlns:a16="http://schemas.microsoft.com/office/drawing/2014/main" id="{3B020398-C2F5-FD38-1839-18454DD4FF0A}"/>
                    </a:ext>
                  </a:extLst>
                </p:cNvPr>
                <p:cNvPicPr/>
                <p:nvPr/>
              </p:nvPicPr>
              <p:blipFill>
                <a:blip r:embed="rId26"/>
                <a:stretch>
                  <a:fillRect/>
                </a:stretch>
              </p:blipFill>
              <p:spPr>
                <a:xfrm>
                  <a:off x="10959122" y="2111137"/>
                  <a:ext cx="18216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6" name="Ink 35">
                  <a:extLst>
                    <a:ext uri="{FF2B5EF4-FFF2-40B4-BE49-F238E27FC236}">
                      <a16:creationId xmlns:a16="http://schemas.microsoft.com/office/drawing/2014/main" id="{6A7720EB-19E2-4529-4C51-2BE1063A3034}"/>
                    </a:ext>
                  </a:extLst>
                </p14:cNvPr>
                <p14:cNvContentPartPr/>
                <p14:nvPr/>
              </p14:nvContentPartPr>
              <p14:xfrm>
                <a:off x="11169362" y="1811977"/>
                <a:ext cx="115920" cy="542160"/>
              </p14:xfrm>
            </p:contentPart>
          </mc:Choice>
          <mc:Fallback xmlns="">
            <p:pic>
              <p:nvPicPr>
                <p:cNvPr id="36" name="Ink 35">
                  <a:extLst>
                    <a:ext uri="{FF2B5EF4-FFF2-40B4-BE49-F238E27FC236}">
                      <a16:creationId xmlns:a16="http://schemas.microsoft.com/office/drawing/2014/main" id="{6A7720EB-19E2-4529-4C51-2BE1063A3034}"/>
                    </a:ext>
                  </a:extLst>
                </p:cNvPr>
                <p:cNvPicPr/>
                <p:nvPr/>
              </p:nvPicPr>
              <p:blipFill>
                <a:blip r:embed="rId28"/>
                <a:stretch>
                  <a:fillRect/>
                </a:stretch>
              </p:blipFill>
              <p:spPr>
                <a:xfrm>
                  <a:off x="11163242" y="1805857"/>
                  <a:ext cx="128160" cy="554400"/>
                </a:xfrm>
                <a:prstGeom prst="rect">
                  <a:avLst/>
                </a:prstGeom>
              </p:spPr>
            </p:pic>
          </mc:Fallback>
        </mc:AlternateContent>
      </p:grpSp>
      <p:grpSp>
        <p:nvGrpSpPr>
          <p:cNvPr id="57" name="Group 56">
            <a:extLst>
              <a:ext uri="{FF2B5EF4-FFF2-40B4-BE49-F238E27FC236}">
                <a16:creationId xmlns:a16="http://schemas.microsoft.com/office/drawing/2014/main" id="{8314E5EF-5741-9F71-3461-9488E44D2172}"/>
              </a:ext>
            </a:extLst>
          </p:cNvPr>
          <p:cNvGrpSpPr/>
          <p:nvPr/>
        </p:nvGrpSpPr>
        <p:grpSpPr>
          <a:xfrm>
            <a:off x="10335242" y="2533777"/>
            <a:ext cx="1717920" cy="888840"/>
            <a:chOff x="10335242" y="2533777"/>
            <a:chExt cx="1717920" cy="888840"/>
          </a:xfrm>
        </p:grpSpPr>
        <mc:AlternateContent xmlns:mc="http://schemas.openxmlformats.org/markup-compatibility/2006" xmlns:p14="http://schemas.microsoft.com/office/powerpoint/2010/main">
          <mc:Choice Requires="p14">
            <p:contentPart p14:bwMode="auto" r:id="rId29">
              <p14:nvContentPartPr>
                <p14:cNvPr id="38" name="Ink 37">
                  <a:extLst>
                    <a:ext uri="{FF2B5EF4-FFF2-40B4-BE49-F238E27FC236}">
                      <a16:creationId xmlns:a16="http://schemas.microsoft.com/office/drawing/2014/main" id="{4DCDCC0C-678C-BC5F-0CC7-AAF5A5A5B347}"/>
                    </a:ext>
                  </a:extLst>
                </p14:cNvPr>
                <p14:cNvContentPartPr/>
                <p14:nvPr/>
              </p14:nvContentPartPr>
              <p14:xfrm>
                <a:off x="10388162" y="2533777"/>
                <a:ext cx="206280" cy="57960"/>
              </p14:xfrm>
            </p:contentPart>
          </mc:Choice>
          <mc:Fallback xmlns="">
            <p:pic>
              <p:nvPicPr>
                <p:cNvPr id="38" name="Ink 37">
                  <a:extLst>
                    <a:ext uri="{FF2B5EF4-FFF2-40B4-BE49-F238E27FC236}">
                      <a16:creationId xmlns:a16="http://schemas.microsoft.com/office/drawing/2014/main" id="{4DCDCC0C-678C-BC5F-0CC7-AAF5A5A5B347}"/>
                    </a:ext>
                  </a:extLst>
                </p:cNvPr>
                <p:cNvPicPr/>
                <p:nvPr/>
              </p:nvPicPr>
              <p:blipFill>
                <a:blip r:embed="rId30"/>
                <a:stretch>
                  <a:fillRect/>
                </a:stretch>
              </p:blipFill>
              <p:spPr>
                <a:xfrm>
                  <a:off x="10382042" y="2527657"/>
                  <a:ext cx="2185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9" name="Ink 38">
                  <a:extLst>
                    <a:ext uri="{FF2B5EF4-FFF2-40B4-BE49-F238E27FC236}">
                      <a16:creationId xmlns:a16="http://schemas.microsoft.com/office/drawing/2014/main" id="{DC5B7CCB-0441-4478-940E-4CF7BD420C68}"/>
                    </a:ext>
                  </a:extLst>
                </p14:cNvPr>
                <p14:cNvContentPartPr/>
                <p14:nvPr/>
              </p14:nvContentPartPr>
              <p14:xfrm>
                <a:off x="10482482" y="2584177"/>
                <a:ext cx="90000" cy="227160"/>
              </p14:xfrm>
            </p:contentPart>
          </mc:Choice>
          <mc:Fallback xmlns="">
            <p:pic>
              <p:nvPicPr>
                <p:cNvPr id="39" name="Ink 38">
                  <a:extLst>
                    <a:ext uri="{FF2B5EF4-FFF2-40B4-BE49-F238E27FC236}">
                      <a16:creationId xmlns:a16="http://schemas.microsoft.com/office/drawing/2014/main" id="{DC5B7CCB-0441-4478-940E-4CF7BD420C68}"/>
                    </a:ext>
                  </a:extLst>
                </p:cNvPr>
                <p:cNvPicPr/>
                <p:nvPr/>
              </p:nvPicPr>
              <p:blipFill>
                <a:blip r:embed="rId32"/>
                <a:stretch>
                  <a:fillRect/>
                </a:stretch>
              </p:blipFill>
              <p:spPr>
                <a:xfrm>
                  <a:off x="10476362" y="2578057"/>
                  <a:ext cx="10224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0" name="Ink 39">
                  <a:extLst>
                    <a:ext uri="{FF2B5EF4-FFF2-40B4-BE49-F238E27FC236}">
                      <a16:creationId xmlns:a16="http://schemas.microsoft.com/office/drawing/2014/main" id="{6043B83D-7FA1-FE7B-E96F-E3540E912C4E}"/>
                    </a:ext>
                  </a:extLst>
                </p14:cNvPr>
                <p14:cNvContentPartPr/>
                <p14:nvPr/>
              </p14:nvContentPartPr>
              <p14:xfrm>
                <a:off x="10335242" y="2851657"/>
                <a:ext cx="136440" cy="33480"/>
              </p14:xfrm>
            </p:contentPart>
          </mc:Choice>
          <mc:Fallback xmlns="">
            <p:pic>
              <p:nvPicPr>
                <p:cNvPr id="40" name="Ink 39">
                  <a:extLst>
                    <a:ext uri="{FF2B5EF4-FFF2-40B4-BE49-F238E27FC236}">
                      <a16:creationId xmlns:a16="http://schemas.microsoft.com/office/drawing/2014/main" id="{6043B83D-7FA1-FE7B-E96F-E3540E912C4E}"/>
                    </a:ext>
                  </a:extLst>
                </p:cNvPr>
                <p:cNvPicPr/>
                <p:nvPr/>
              </p:nvPicPr>
              <p:blipFill>
                <a:blip r:embed="rId34"/>
                <a:stretch>
                  <a:fillRect/>
                </a:stretch>
              </p:blipFill>
              <p:spPr>
                <a:xfrm>
                  <a:off x="10329122" y="2845537"/>
                  <a:ext cx="1486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1" name="Ink 40">
                  <a:extLst>
                    <a:ext uri="{FF2B5EF4-FFF2-40B4-BE49-F238E27FC236}">
                      <a16:creationId xmlns:a16="http://schemas.microsoft.com/office/drawing/2014/main" id="{1B6B2E03-1939-C3F6-73E1-CF4712D709D3}"/>
                    </a:ext>
                  </a:extLst>
                </p14:cNvPr>
                <p14:cNvContentPartPr/>
                <p14:nvPr/>
              </p14:nvContentPartPr>
              <p14:xfrm>
                <a:off x="10631522" y="2785417"/>
                <a:ext cx="201240" cy="140400"/>
              </p14:xfrm>
            </p:contentPart>
          </mc:Choice>
          <mc:Fallback xmlns="">
            <p:pic>
              <p:nvPicPr>
                <p:cNvPr id="41" name="Ink 40">
                  <a:extLst>
                    <a:ext uri="{FF2B5EF4-FFF2-40B4-BE49-F238E27FC236}">
                      <a16:creationId xmlns:a16="http://schemas.microsoft.com/office/drawing/2014/main" id="{1B6B2E03-1939-C3F6-73E1-CF4712D709D3}"/>
                    </a:ext>
                  </a:extLst>
                </p:cNvPr>
                <p:cNvPicPr/>
                <p:nvPr/>
              </p:nvPicPr>
              <p:blipFill>
                <a:blip r:embed="rId36"/>
                <a:stretch>
                  <a:fillRect/>
                </a:stretch>
              </p:blipFill>
              <p:spPr>
                <a:xfrm>
                  <a:off x="10625402" y="2779297"/>
                  <a:ext cx="2134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Ink 42">
                  <a:extLst>
                    <a:ext uri="{FF2B5EF4-FFF2-40B4-BE49-F238E27FC236}">
                      <a16:creationId xmlns:a16="http://schemas.microsoft.com/office/drawing/2014/main" id="{3FA76E44-6B03-38EC-B22B-54423E8F69A1}"/>
                    </a:ext>
                  </a:extLst>
                </p14:cNvPr>
                <p14:cNvContentPartPr/>
                <p14:nvPr/>
              </p14:nvContentPartPr>
              <p14:xfrm>
                <a:off x="10790282" y="2862097"/>
                <a:ext cx="212760" cy="378720"/>
              </p14:xfrm>
            </p:contentPart>
          </mc:Choice>
          <mc:Fallback xmlns="">
            <p:pic>
              <p:nvPicPr>
                <p:cNvPr id="43" name="Ink 42">
                  <a:extLst>
                    <a:ext uri="{FF2B5EF4-FFF2-40B4-BE49-F238E27FC236}">
                      <a16:creationId xmlns:a16="http://schemas.microsoft.com/office/drawing/2014/main" id="{3FA76E44-6B03-38EC-B22B-54423E8F69A1}"/>
                    </a:ext>
                  </a:extLst>
                </p:cNvPr>
                <p:cNvPicPr/>
                <p:nvPr/>
              </p:nvPicPr>
              <p:blipFill>
                <a:blip r:embed="rId38"/>
                <a:stretch>
                  <a:fillRect/>
                </a:stretch>
              </p:blipFill>
              <p:spPr>
                <a:xfrm>
                  <a:off x="10784162" y="2855977"/>
                  <a:ext cx="22500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4" name="Ink 43">
                  <a:extLst>
                    <a:ext uri="{FF2B5EF4-FFF2-40B4-BE49-F238E27FC236}">
                      <a16:creationId xmlns:a16="http://schemas.microsoft.com/office/drawing/2014/main" id="{5A6E627A-AE05-DBE3-87DD-EAB2A9A59884}"/>
                    </a:ext>
                  </a:extLst>
                </p14:cNvPr>
                <p14:cNvContentPartPr/>
                <p14:nvPr/>
              </p14:nvContentPartPr>
              <p14:xfrm>
                <a:off x="11031842" y="2646817"/>
                <a:ext cx="121680" cy="381600"/>
              </p14:xfrm>
            </p:contentPart>
          </mc:Choice>
          <mc:Fallback xmlns="">
            <p:pic>
              <p:nvPicPr>
                <p:cNvPr id="44" name="Ink 43">
                  <a:extLst>
                    <a:ext uri="{FF2B5EF4-FFF2-40B4-BE49-F238E27FC236}">
                      <a16:creationId xmlns:a16="http://schemas.microsoft.com/office/drawing/2014/main" id="{5A6E627A-AE05-DBE3-87DD-EAB2A9A59884}"/>
                    </a:ext>
                  </a:extLst>
                </p:cNvPr>
                <p:cNvPicPr/>
                <p:nvPr/>
              </p:nvPicPr>
              <p:blipFill>
                <a:blip r:embed="rId40"/>
                <a:stretch>
                  <a:fillRect/>
                </a:stretch>
              </p:blipFill>
              <p:spPr>
                <a:xfrm>
                  <a:off x="11025722" y="2640697"/>
                  <a:ext cx="13392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5" name="Ink 44">
                  <a:extLst>
                    <a:ext uri="{FF2B5EF4-FFF2-40B4-BE49-F238E27FC236}">
                      <a16:creationId xmlns:a16="http://schemas.microsoft.com/office/drawing/2014/main" id="{01D06DB6-49A1-BC17-64EF-C5BE97F7A005}"/>
                    </a:ext>
                  </a:extLst>
                </p14:cNvPr>
                <p14:cNvContentPartPr/>
                <p14:nvPr/>
              </p14:nvContentPartPr>
              <p14:xfrm>
                <a:off x="11075402" y="2886217"/>
                <a:ext cx="178200" cy="200520"/>
              </p14:xfrm>
            </p:contentPart>
          </mc:Choice>
          <mc:Fallback xmlns="">
            <p:pic>
              <p:nvPicPr>
                <p:cNvPr id="45" name="Ink 44">
                  <a:extLst>
                    <a:ext uri="{FF2B5EF4-FFF2-40B4-BE49-F238E27FC236}">
                      <a16:creationId xmlns:a16="http://schemas.microsoft.com/office/drawing/2014/main" id="{01D06DB6-49A1-BC17-64EF-C5BE97F7A005}"/>
                    </a:ext>
                  </a:extLst>
                </p:cNvPr>
                <p:cNvPicPr/>
                <p:nvPr/>
              </p:nvPicPr>
              <p:blipFill>
                <a:blip r:embed="rId42"/>
                <a:stretch>
                  <a:fillRect/>
                </a:stretch>
              </p:blipFill>
              <p:spPr>
                <a:xfrm>
                  <a:off x="11069282" y="2880097"/>
                  <a:ext cx="1904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6" name="Ink 45">
                  <a:extLst>
                    <a:ext uri="{FF2B5EF4-FFF2-40B4-BE49-F238E27FC236}">
                      <a16:creationId xmlns:a16="http://schemas.microsoft.com/office/drawing/2014/main" id="{063E10B9-7936-BE01-38B1-E1A1269375D3}"/>
                    </a:ext>
                  </a:extLst>
                </p14:cNvPr>
                <p14:cNvContentPartPr/>
                <p14:nvPr/>
              </p14:nvContentPartPr>
              <p14:xfrm>
                <a:off x="11265122" y="2923657"/>
                <a:ext cx="193680" cy="172080"/>
              </p14:xfrm>
            </p:contentPart>
          </mc:Choice>
          <mc:Fallback xmlns="">
            <p:pic>
              <p:nvPicPr>
                <p:cNvPr id="46" name="Ink 45">
                  <a:extLst>
                    <a:ext uri="{FF2B5EF4-FFF2-40B4-BE49-F238E27FC236}">
                      <a16:creationId xmlns:a16="http://schemas.microsoft.com/office/drawing/2014/main" id="{063E10B9-7936-BE01-38B1-E1A1269375D3}"/>
                    </a:ext>
                  </a:extLst>
                </p:cNvPr>
                <p:cNvPicPr/>
                <p:nvPr/>
              </p:nvPicPr>
              <p:blipFill>
                <a:blip r:embed="rId44"/>
                <a:stretch>
                  <a:fillRect/>
                </a:stretch>
              </p:blipFill>
              <p:spPr>
                <a:xfrm>
                  <a:off x="11259002" y="2917537"/>
                  <a:ext cx="2059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7" name="Ink 46">
                  <a:extLst>
                    <a:ext uri="{FF2B5EF4-FFF2-40B4-BE49-F238E27FC236}">
                      <a16:creationId xmlns:a16="http://schemas.microsoft.com/office/drawing/2014/main" id="{EB3236CE-0C31-7CBE-A1A5-1A23A4C15419}"/>
                    </a:ext>
                  </a:extLst>
                </p14:cNvPr>
                <p14:cNvContentPartPr/>
                <p14:nvPr/>
              </p14:nvContentPartPr>
              <p14:xfrm>
                <a:off x="11471042" y="3021217"/>
                <a:ext cx="174240" cy="165600"/>
              </p14:xfrm>
            </p:contentPart>
          </mc:Choice>
          <mc:Fallback xmlns="">
            <p:pic>
              <p:nvPicPr>
                <p:cNvPr id="47" name="Ink 46">
                  <a:extLst>
                    <a:ext uri="{FF2B5EF4-FFF2-40B4-BE49-F238E27FC236}">
                      <a16:creationId xmlns:a16="http://schemas.microsoft.com/office/drawing/2014/main" id="{EB3236CE-0C31-7CBE-A1A5-1A23A4C15419}"/>
                    </a:ext>
                  </a:extLst>
                </p:cNvPr>
                <p:cNvPicPr/>
                <p:nvPr/>
              </p:nvPicPr>
              <p:blipFill>
                <a:blip r:embed="rId46"/>
                <a:stretch>
                  <a:fillRect/>
                </a:stretch>
              </p:blipFill>
              <p:spPr>
                <a:xfrm>
                  <a:off x="11464922" y="3015097"/>
                  <a:ext cx="1864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8" name="Ink 47">
                  <a:extLst>
                    <a:ext uri="{FF2B5EF4-FFF2-40B4-BE49-F238E27FC236}">
                      <a16:creationId xmlns:a16="http://schemas.microsoft.com/office/drawing/2014/main" id="{666DCFD9-2D36-33B6-20B8-97797FE5BF34}"/>
                    </a:ext>
                  </a:extLst>
                </p14:cNvPr>
                <p14:cNvContentPartPr/>
                <p14:nvPr/>
              </p14:nvContentPartPr>
              <p14:xfrm>
                <a:off x="11574002" y="3083857"/>
                <a:ext cx="112680" cy="145080"/>
              </p14:xfrm>
            </p:contentPart>
          </mc:Choice>
          <mc:Fallback xmlns="">
            <p:pic>
              <p:nvPicPr>
                <p:cNvPr id="48" name="Ink 47">
                  <a:extLst>
                    <a:ext uri="{FF2B5EF4-FFF2-40B4-BE49-F238E27FC236}">
                      <a16:creationId xmlns:a16="http://schemas.microsoft.com/office/drawing/2014/main" id="{666DCFD9-2D36-33B6-20B8-97797FE5BF34}"/>
                    </a:ext>
                  </a:extLst>
                </p:cNvPr>
                <p:cNvPicPr/>
                <p:nvPr/>
              </p:nvPicPr>
              <p:blipFill>
                <a:blip r:embed="rId48"/>
                <a:stretch>
                  <a:fillRect/>
                </a:stretch>
              </p:blipFill>
              <p:spPr>
                <a:xfrm>
                  <a:off x="11567882" y="3077737"/>
                  <a:ext cx="1249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9" name="Ink 48">
                  <a:extLst>
                    <a:ext uri="{FF2B5EF4-FFF2-40B4-BE49-F238E27FC236}">
                      <a16:creationId xmlns:a16="http://schemas.microsoft.com/office/drawing/2014/main" id="{FFCF01C4-5031-3D62-F884-5E119741752B}"/>
                    </a:ext>
                  </a:extLst>
                </p14:cNvPr>
                <p14:cNvContentPartPr/>
                <p14:nvPr/>
              </p14:nvContentPartPr>
              <p14:xfrm>
                <a:off x="11595602" y="2790457"/>
                <a:ext cx="252720" cy="515160"/>
              </p14:xfrm>
            </p:contentPart>
          </mc:Choice>
          <mc:Fallback xmlns="">
            <p:pic>
              <p:nvPicPr>
                <p:cNvPr id="49" name="Ink 48">
                  <a:extLst>
                    <a:ext uri="{FF2B5EF4-FFF2-40B4-BE49-F238E27FC236}">
                      <a16:creationId xmlns:a16="http://schemas.microsoft.com/office/drawing/2014/main" id="{FFCF01C4-5031-3D62-F884-5E119741752B}"/>
                    </a:ext>
                  </a:extLst>
                </p:cNvPr>
                <p:cNvPicPr/>
                <p:nvPr/>
              </p:nvPicPr>
              <p:blipFill>
                <a:blip r:embed="rId50"/>
                <a:stretch>
                  <a:fillRect/>
                </a:stretch>
              </p:blipFill>
              <p:spPr>
                <a:xfrm>
                  <a:off x="11589482" y="2784337"/>
                  <a:ext cx="264960" cy="527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0" name="Ink 49">
                  <a:extLst>
                    <a:ext uri="{FF2B5EF4-FFF2-40B4-BE49-F238E27FC236}">
                      <a16:creationId xmlns:a16="http://schemas.microsoft.com/office/drawing/2014/main" id="{544C34D9-B810-2368-61CB-78FE97D6B4D6}"/>
                    </a:ext>
                  </a:extLst>
                </p14:cNvPr>
                <p14:cNvContentPartPr/>
                <p14:nvPr/>
              </p14:nvContentPartPr>
              <p14:xfrm>
                <a:off x="11605682" y="3174577"/>
                <a:ext cx="244800" cy="175320"/>
              </p14:xfrm>
            </p:contentPart>
          </mc:Choice>
          <mc:Fallback xmlns="">
            <p:pic>
              <p:nvPicPr>
                <p:cNvPr id="50" name="Ink 49">
                  <a:extLst>
                    <a:ext uri="{FF2B5EF4-FFF2-40B4-BE49-F238E27FC236}">
                      <a16:creationId xmlns:a16="http://schemas.microsoft.com/office/drawing/2014/main" id="{544C34D9-B810-2368-61CB-78FE97D6B4D6}"/>
                    </a:ext>
                  </a:extLst>
                </p:cNvPr>
                <p:cNvPicPr/>
                <p:nvPr/>
              </p:nvPicPr>
              <p:blipFill>
                <a:blip r:embed="rId52"/>
                <a:stretch>
                  <a:fillRect/>
                </a:stretch>
              </p:blipFill>
              <p:spPr>
                <a:xfrm>
                  <a:off x="11599562" y="3168457"/>
                  <a:ext cx="2570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1" name="Ink 50">
                  <a:extLst>
                    <a:ext uri="{FF2B5EF4-FFF2-40B4-BE49-F238E27FC236}">
                      <a16:creationId xmlns:a16="http://schemas.microsoft.com/office/drawing/2014/main" id="{FC4935FB-D3B0-35B6-9873-FD9E68D3244A}"/>
                    </a:ext>
                  </a:extLst>
                </p14:cNvPr>
                <p14:cNvContentPartPr/>
                <p14:nvPr/>
              </p14:nvContentPartPr>
              <p14:xfrm>
                <a:off x="11790362" y="2876497"/>
                <a:ext cx="165600" cy="447480"/>
              </p14:xfrm>
            </p:contentPart>
          </mc:Choice>
          <mc:Fallback xmlns="">
            <p:pic>
              <p:nvPicPr>
                <p:cNvPr id="51" name="Ink 50">
                  <a:extLst>
                    <a:ext uri="{FF2B5EF4-FFF2-40B4-BE49-F238E27FC236}">
                      <a16:creationId xmlns:a16="http://schemas.microsoft.com/office/drawing/2014/main" id="{FC4935FB-D3B0-35B6-9873-FD9E68D3244A}"/>
                    </a:ext>
                  </a:extLst>
                </p:cNvPr>
                <p:cNvPicPr/>
                <p:nvPr/>
              </p:nvPicPr>
              <p:blipFill>
                <a:blip r:embed="rId54"/>
                <a:stretch>
                  <a:fillRect/>
                </a:stretch>
              </p:blipFill>
              <p:spPr>
                <a:xfrm>
                  <a:off x="11784242" y="2870377"/>
                  <a:ext cx="17784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2" name="Ink 51">
                  <a:extLst>
                    <a:ext uri="{FF2B5EF4-FFF2-40B4-BE49-F238E27FC236}">
                      <a16:creationId xmlns:a16="http://schemas.microsoft.com/office/drawing/2014/main" id="{FF1AEFDD-AB5C-7EF6-92C1-8D3D65874F93}"/>
                    </a:ext>
                  </a:extLst>
                </p14:cNvPr>
                <p14:cNvContentPartPr/>
                <p14:nvPr/>
              </p14:nvContentPartPr>
              <p14:xfrm>
                <a:off x="11749682" y="3197257"/>
                <a:ext cx="97560" cy="66600"/>
              </p14:xfrm>
            </p:contentPart>
          </mc:Choice>
          <mc:Fallback xmlns="">
            <p:pic>
              <p:nvPicPr>
                <p:cNvPr id="52" name="Ink 51">
                  <a:extLst>
                    <a:ext uri="{FF2B5EF4-FFF2-40B4-BE49-F238E27FC236}">
                      <a16:creationId xmlns:a16="http://schemas.microsoft.com/office/drawing/2014/main" id="{FF1AEFDD-AB5C-7EF6-92C1-8D3D65874F93}"/>
                    </a:ext>
                  </a:extLst>
                </p:cNvPr>
                <p:cNvPicPr/>
                <p:nvPr/>
              </p:nvPicPr>
              <p:blipFill>
                <a:blip r:embed="rId56"/>
                <a:stretch>
                  <a:fillRect/>
                </a:stretch>
              </p:blipFill>
              <p:spPr>
                <a:xfrm>
                  <a:off x="11743562" y="3191137"/>
                  <a:ext cx="10980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3" name="Ink 52">
                  <a:extLst>
                    <a:ext uri="{FF2B5EF4-FFF2-40B4-BE49-F238E27FC236}">
                      <a16:creationId xmlns:a16="http://schemas.microsoft.com/office/drawing/2014/main" id="{03CDA69B-8A40-5DE4-8E23-C34CF7A77186}"/>
                    </a:ext>
                  </a:extLst>
                </p14:cNvPr>
                <p14:cNvContentPartPr/>
                <p14:nvPr/>
              </p14:nvContentPartPr>
              <p14:xfrm>
                <a:off x="11885762" y="3140737"/>
                <a:ext cx="5760" cy="7920"/>
              </p14:xfrm>
            </p:contentPart>
          </mc:Choice>
          <mc:Fallback xmlns="">
            <p:pic>
              <p:nvPicPr>
                <p:cNvPr id="53" name="Ink 52">
                  <a:extLst>
                    <a:ext uri="{FF2B5EF4-FFF2-40B4-BE49-F238E27FC236}">
                      <a16:creationId xmlns:a16="http://schemas.microsoft.com/office/drawing/2014/main" id="{03CDA69B-8A40-5DE4-8E23-C34CF7A77186}"/>
                    </a:ext>
                  </a:extLst>
                </p:cNvPr>
                <p:cNvPicPr/>
                <p:nvPr/>
              </p:nvPicPr>
              <p:blipFill>
                <a:blip r:embed="rId58"/>
                <a:stretch>
                  <a:fillRect/>
                </a:stretch>
              </p:blipFill>
              <p:spPr>
                <a:xfrm>
                  <a:off x="11879642" y="3134617"/>
                  <a:ext cx="1800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4" name="Ink 53">
                  <a:extLst>
                    <a:ext uri="{FF2B5EF4-FFF2-40B4-BE49-F238E27FC236}">
                      <a16:creationId xmlns:a16="http://schemas.microsoft.com/office/drawing/2014/main" id="{11C6D164-BA22-8883-B7B7-1538617E924B}"/>
                    </a:ext>
                  </a:extLst>
                </p14:cNvPr>
                <p14:cNvContentPartPr/>
                <p14:nvPr/>
              </p14:nvContentPartPr>
              <p14:xfrm>
                <a:off x="11851562" y="3265657"/>
                <a:ext cx="34560" cy="57600"/>
              </p14:xfrm>
            </p:contentPart>
          </mc:Choice>
          <mc:Fallback xmlns="">
            <p:pic>
              <p:nvPicPr>
                <p:cNvPr id="54" name="Ink 53">
                  <a:extLst>
                    <a:ext uri="{FF2B5EF4-FFF2-40B4-BE49-F238E27FC236}">
                      <a16:creationId xmlns:a16="http://schemas.microsoft.com/office/drawing/2014/main" id="{11C6D164-BA22-8883-B7B7-1538617E924B}"/>
                    </a:ext>
                  </a:extLst>
                </p:cNvPr>
                <p:cNvPicPr/>
                <p:nvPr/>
              </p:nvPicPr>
              <p:blipFill>
                <a:blip r:embed="rId60"/>
                <a:stretch>
                  <a:fillRect/>
                </a:stretch>
              </p:blipFill>
              <p:spPr>
                <a:xfrm>
                  <a:off x="11845442" y="3259537"/>
                  <a:ext cx="4680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5" name="Ink 54">
                  <a:extLst>
                    <a:ext uri="{FF2B5EF4-FFF2-40B4-BE49-F238E27FC236}">
                      <a16:creationId xmlns:a16="http://schemas.microsoft.com/office/drawing/2014/main" id="{D1B09275-B139-6D6B-0A85-5D358FBA37C6}"/>
                    </a:ext>
                  </a:extLst>
                </p14:cNvPr>
                <p14:cNvContentPartPr/>
                <p14:nvPr/>
              </p14:nvContentPartPr>
              <p14:xfrm>
                <a:off x="11886842" y="3300577"/>
                <a:ext cx="101520" cy="102960"/>
              </p14:xfrm>
            </p:contentPart>
          </mc:Choice>
          <mc:Fallback xmlns="">
            <p:pic>
              <p:nvPicPr>
                <p:cNvPr id="55" name="Ink 54">
                  <a:extLst>
                    <a:ext uri="{FF2B5EF4-FFF2-40B4-BE49-F238E27FC236}">
                      <a16:creationId xmlns:a16="http://schemas.microsoft.com/office/drawing/2014/main" id="{D1B09275-B139-6D6B-0A85-5D358FBA37C6}"/>
                    </a:ext>
                  </a:extLst>
                </p:cNvPr>
                <p:cNvPicPr/>
                <p:nvPr/>
              </p:nvPicPr>
              <p:blipFill>
                <a:blip r:embed="rId62"/>
                <a:stretch>
                  <a:fillRect/>
                </a:stretch>
              </p:blipFill>
              <p:spPr>
                <a:xfrm>
                  <a:off x="11880722" y="3294457"/>
                  <a:ext cx="1137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6" name="Ink 55">
                  <a:extLst>
                    <a:ext uri="{FF2B5EF4-FFF2-40B4-BE49-F238E27FC236}">
                      <a16:creationId xmlns:a16="http://schemas.microsoft.com/office/drawing/2014/main" id="{0730DC66-DF6A-E43C-901F-8CAD06C83E09}"/>
                    </a:ext>
                  </a:extLst>
                </p14:cNvPr>
                <p14:cNvContentPartPr/>
                <p14:nvPr/>
              </p14:nvContentPartPr>
              <p14:xfrm>
                <a:off x="11989802" y="3341257"/>
                <a:ext cx="63360" cy="81360"/>
              </p14:xfrm>
            </p:contentPart>
          </mc:Choice>
          <mc:Fallback xmlns="">
            <p:pic>
              <p:nvPicPr>
                <p:cNvPr id="56" name="Ink 55">
                  <a:extLst>
                    <a:ext uri="{FF2B5EF4-FFF2-40B4-BE49-F238E27FC236}">
                      <a16:creationId xmlns:a16="http://schemas.microsoft.com/office/drawing/2014/main" id="{0730DC66-DF6A-E43C-901F-8CAD06C83E09}"/>
                    </a:ext>
                  </a:extLst>
                </p:cNvPr>
                <p:cNvPicPr/>
                <p:nvPr/>
              </p:nvPicPr>
              <p:blipFill>
                <a:blip r:embed="rId64"/>
                <a:stretch>
                  <a:fillRect/>
                </a:stretch>
              </p:blipFill>
              <p:spPr>
                <a:xfrm>
                  <a:off x="11983682" y="3335137"/>
                  <a:ext cx="75600" cy="93600"/>
                </a:xfrm>
                <a:prstGeom prst="rect">
                  <a:avLst/>
                </a:prstGeom>
              </p:spPr>
            </p:pic>
          </mc:Fallback>
        </mc:AlternateContent>
      </p:grpSp>
      <p:grpSp>
        <p:nvGrpSpPr>
          <p:cNvPr id="60" name="Group 59">
            <a:extLst>
              <a:ext uri="{FF2B5EF4-FFF2-40B4-BE49-F238E27FC236}">
                <a16:creationId xmlns:a16="http://schemas.microsoft.com/office/drawing/2014/main" id="{1CF6F2D4-62F7-7BAD-097A-6BCBD101693B}"/>
              </a:ext>
            </a:extLst>
          </p:cNvPr>
          <p:cNvGrpSpPr/>
          <p:nvPr/>
        </p:nvGrpSpPr>
        <p:grpSpPr>
          <a:xfrm>
            <a:off x="11370962" y="2250097"/>
            <a:ext cx="284400" cy="147240"/>
            <a:chOff x="11370962" y="2250097"/>
            <a:chExt cx="284400" cy="147240"/>
          </a:xfrm>
        </p:grpSpPr>
        <mc:AlternateContent xmlns:mc="http://schemas.openxmlformats.org/markup-compatibility/2006" xmlns:p14="http://schemas.microsoft.com/office/powerpoint/2010/main">
          <mc:Choice Requires="p14">
            <p:contentPart p14:bwMode="auto" r:id="rId65">
              <p14:nvContentPartPr>
                <p14:cNvPr id="58" name="Ink 57">
                  <a:extLst>
                    <a:ext uri="{FF2B5EF4-FFF2-40B4-BE49-F238E27FC236}">
                      <a16:creationId xmlns:a16="http://schemas.microsoft.com/office/drawing/2014/main" id="{ED6F0044-64C5-45D0-EEC7-50D1BA9E6475}"/>
                    </a:ext>
                  </a:extLst>
                </p14:cNvPr>
                <p14:cNvContentPartPr/>
                <p14:nvPr/>
              </p14:nvContentPartPr>
              <p14:xfrm>
                <a:off x="11531162" y="2332537"/>
                <a:ext cx="20880" cy="64800"/>
              </p14:xfrm>
            </p:contentPart>
          </mc:Choice>
          <mc:Fallback xmlns="">
            <p:pic>
              <p:nvPicPr>
                <p:cNvPr id="58" name="Ink 57">
                  <a:extLst>
                    <a:ext uri="{FF2B5EF4-FFF2-40B4-BE49-F238E27FC236}">
                      <a16:creationId xmlns:a16="http://schemas.microsoft.com/office/drawing/2014/main" id="{ED6F0044-64C5-45D0-EEC7-50D1BA9E6475}"/>
                    </a:ext>
                  </a:extLst>
                </p:cNvPr>
                <p:cNvPicPr/>
                <p:nvPr/>
              </p:nvPicPr>
              <p:blipFill>
                <a:blip r:embed="rId66"/>
                <a:stretch>
                  <a:fillRect/>
                </a:stretch>
              </p:blipFill>
              <p:spPr>
                <a:xfrm>
                  <a:off x="11525042" y="2326417"/>
                  <a:ext cx="3312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9" name="Ink 58">
                  <a:extLst>
                    <a:ext uri="{FF2B5EF4-FFF2-40B4-BE49-F238E27FC236}">
                      <a16:creationId xmlns:a16="http://schemas.microsoft.com/office/drawing/2014/main" id="{94EE3388-B75D-384A-A011-6F80CDA5ED25}"/>
                    </a:ext>
                  </a:extLst>
                </p14:cNvPr>
                <p14:cNvContentPartPr/>
                <p14:nvPr/>
              </p14:nvContentPartPr>
              <p14:xfrm>
                <a:off x="11370962" y="2250097"/>
                <a:ext cx="284400" cy="88200"/>
              </p14:xfrm>
            </p:contentPart>
          </mc:Choice>
          <mc:Fallback xmlns="">
            <p:pic>
              <p:nvPicPr>
                <p:cNvPr id="59" name="Ink 58">
                  <a:extLst>
                    <a:ext uri="{FF2B5EF4-FFF2-40B4-BE49-F238E27FC236}">
                      <a16:creationId xmlns:a16="http://schemas.microsoft.com/office/drawing/2014/main" id="{94EE3388-B75D-384A-A011-6F80CDA5ED25}"/>
                    </a:ext>
                  </a:extLst>
                </p:cNvPr>
                <p:cNvPicPr/>
                <p:nvPr/>
              </p:nvPicPr>
              <p:blipFill>
                <a:blip r:embed="rId68"/>
                <a:stretch>
                  <a:fillRect/>
                </a:stretch>
              </p:blipFill>
              <p:spPr>
                <a:xfrm>
                  <a:off x="11364842" y="2243977"/>
                  <a:ext cx="296640" cy="100440"/>
                </a:xfrm>
                <a:prstGeom prst="rect">
                  <a:avLst/>
                </a:prstGeom>
              </p:spPr>
            </p:pic>
          </mc:Fallback>
        </mc:AlternateContent>
      </p:grpSp>
      <p:grpSp>
        <p:nvGrpSpPr>
          <p:cNvPr id="62" name="Group 61">
            <a:extLst>
              <a:ext uri="{FF2B5EF4-FFF2-40B4-BE49-F238E27FC236}">
                <a16:creationId xmlns:a16="http://schemas.microsoft.com/office/drawing/2014/main" id="{23DF1BE7-CBB9-51A1-1636-BB371DFCD1DF}"/>
              </a:ext>
            </a:extLst>
          </p:cNvPr>
          <p:cNvGrpSpPr/>
          <p:nvPr/>
        </p:nvGrpSpPr>
        <p:grpSpPr>
          <a:xfrm>
            <a:off x="380162" y="1468897"/>
            <a:ext cx="1708200" cy="1145880"/>
            <a:chOff x="380162" y="1468897"/>
            <a:chExt cx="1708200" cy="1145880"/>
          </a:xfrm>
        </p:grpSpPr>
        <mc:AlternateContent xmlns:mc="http://schemas.openxmlformats.org/markup-compatibility/2006" xmlns:p14="http://schemas.microsoft.com/office/powerpoint/2010/main">
          <mc:Choice Requires="p14">
            <p:contentPart p14:bwMode="auto" r:id="rId69">
              <p14:nvContentPartPr>
                <p14:cNvPr id="10" name="Ink 9">
                  <a:extLst>
                    <a:ext uri="{FF2B5EF4-FFF2-40B4-BE49-F238E27FC236}">
                      <a16:creationId xmlns:a16="http://schemas.microsoft.com/office/drawing/2014/main" id="{982D8F5C-C0F2-0C66-821A-BF91DEC5F28F}"/>
                    </a:ext>
                  </a:extLst>
                </p14:cNvPr>
                <p14:cNvContentPartPr/>
                <p14:nvPr/>
              </p14:nvContentPartPr>
              <p14:xfrm>
                <a:off x="380162" y="2241097"/>
                <a:ext cx="195840" cy="373680"/>
              </p14:xfrm>
            </p:contentPart>
          </mc:Choice>
          <mc:Fallback xmlns="">
            <p:pic>
              <p:nvPicPr>
                <p:cNvPr id="10" name="Ink 9">
                  <a:extLst>
                    <a:ext uri="{FF2B5EF4-FFF2-40B4-BE49-F238E27FC236}">
                      <a16:creationId xmlns:a16="http://schemas.microsoft.com/office/drawing/2014/main" id="{982D8F5C-C0F2-0C66-821A-BF91DEC5F28F}"/>
                    </a:ext>
                  </a:extLst>
                </p:cNvPr>
                <p:cNvPicPr/>
                <p:nvPr/>
              </p:nvPicPr>
              <p:blipFill>
                <a:blip r:embed="rId70"/>
                <a:stretch>
                  <a:fillRect/>
                </a:stretch>
              </p:blipFill>
              <p:spPr>
                <a:xfrm>
                  <a:off x="374042" y="2234977"/>
                  <a:ext cx="20808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1" name="Ink 10">
                  <a:extLst>
                    <a:ext uri="{FF2B5EF4-FFF2-40B4-BE49-F238E27FC236}">
                      <a16:creationId xmlns:a16="http://schemas.microsoft.com/office/drawing/2014/main" id="{A7568632-AD8A-2317-30D1-0964C98C6A92}"/>
                    </a:ext>
                  </a:extLst>
                </p14:cNvPr>
                <p14:cNvContentPartPr/>
                <p14:nvPr/>
              </p14:nvContentPartPr>
              <p14:xfrm>
                <a:off x="624962" y="2351257"/>
                <a:ext cx="155880" cy="230400"/>
              </p14:xfrm>
            </p:contentPart>
          </mc:Choice>
          <mc:Fallback xmlns="">
            <p:pic>
              <p:nvPicPr>
                <p:cNvPr id="11" name="Ink 10">
                  <a:extLst>
                    <a:ext uri="{FF2B5EF4-FFF2-40B4-BE49-F238E27FC236}">
                      <a16:creationId xmlns:a16="http://schemas.microsoft.com/office/drawing/2014/main" id="{A7568632-AD8A-2317-30D1-0964C98C6A92}"/>
                    </a:ext>
                  </a:extLst>
                </p:cNvPr>
                <p:cNvPicPr/>
                <p:nvPr/>
              </p:nvPicPr>
              <p:blipFill>
                <a:blip r:embed="rId72"/>
                <a:stretch>
                  <a:fillRect/>
                </a:stretch>
              </p:blipFill>
              <p:spPr>
                <a:xfrm>
                  <a:off x="618842" y="2345137"/>
                  <a:ext cx="1681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3" name="Ink 12">
                  <a:extLst>
                    <a:ext uri="{FF2B5EF4-FFF2-40B4-BE49-F238E27FC236}">
                      <a16:creationId xmlns:a16="http://schemas.microsoft.com/office/drawing/2014/main" id="{B8C2199A-3327-F2B2-3519-DB8891AB2ADF}"/>
                    </a:ext>
                  </a:extLst>
                </p14:cNvPr>
                <p14:cNvContentPartPr/>
                <p14:nvPr/>
              </p14:nvContentPartPr>
              <p14:xfrm>
                <a:off x="690482" y="2315617"/>
                <a:ext cx="255240" cy="254160"/>
              </p14:xfrm>
            </p:contentPart>
          </mc:Choice>
          <mc:Fallback xmlns="">
            <p:pic>
              <p:nvPicPr>
                <p:cNvPr id="13" name="Ink 12">
                  <a:extLst>
                    <a:ext uri="{FF2B5EF4-FFF2-40B4-BE49-F238E27FC236}">
                      <a16:creationId xmlns:a16="http://schemas.microsoft.com/office/drawing/2014/main" id="{B8C2199A-3327-F2B2-3519-DB8891AB2ADF}"/>
                    </a:ext>
                  </a:extLst>
                </p:cNvPr>
                <p:cNvPicPr/>
                <p:nvPr/>
              </p:nvPicPr>
              <p:blipFill>
                <a:blip r:embed="rId74"/>
                <a:stretch>
                  <a:fillRect/>
                </a:stretch>
              </p:blipFill>
              <p:spPr>
                <a:xfrm>
                  <a:off x="684362" y="2309497"/>
                  <a:ext cx="2674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4" name="Ink 13">
                  <a:extLst>
                    <a:ext uri="{FF2B5EF4-FFF2-40B4-BE49-F238E27FC236}">
                      <a16:creationId xmlns:a16="http://schemas.microsoft.com/office/drawing/2014/main" id="{33F32CFF-B005-02D7-56CC-76EA3C79B135}"/>
                    </a:ext>
                  </a:extLst>
                </p14:cNvPr>
                <p14:cNvContentPartPr/>
                <p14:nvPr/>
              </p14:nvContentPartPr>
              <p14:xfrm>
                <a:off x="929522" y="2277097"/>
                <a:ext cx="173880" cy="204480"/>
              </p14:xfrm>
            </p:contentPart>
          </mc:Choice>
          <mc:Fallback xmlns="">
            <p:pic>
              <p:nvPicPr>
                <p:cNvPr id="14" name="Ink 13">
                  <a:extLst>
                    <a:ext uri="{FF2B5EF4-FFF2-40B4-BE49-F238E27FC236}">
                      <a16:creationId xmlns:a16="http://schemas.microsoft.com/office/drawing/2014/main" id="{33F32CFF-B005-02D7-56CC-76EA3C79B135}"/>
                    </a:ext>
                  </a:extLst>
                </p:cNvPr>
                <p:cNvPicPr/>
                <p:nvPr/>
              </p:nvPicPr>
              <p:blipFill>
                <a:blip r:embed="rId76"/>
                <a:stretch>
                  <a:fillRect/>
                </a:stretch>
              </p:blipFill>
              <p:spPr>
                <a:xfrm>
                  <a:off x="923402" y="2270977"/>
                  <a:ext cx="1861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5" name="Ink 14">
                  <a:extLst>
                    <a:ext uri="{FF2B5EF4-FFF2-40B4-BE49-F238E27FC236}">
                      <a16:creationId xmlns:a16="http://schemas.microsoft.com/office/drawing/2014/main" id="{FEE50A18-056B-C9D4-C0C2-C7D428E79483}"/>
                    </a:ext>
                  </a:extLst>
                </p14:cNvPr>
                <p14:cNvContentPartPr/>
                <p14:nvPr/>
              </p14:nvContentPartPr>
              <p14:xfrm>
                <a:off x="1157762" y="2200417"/>
                <a:ext cx="86400" cy="140040"/>
              </p14:xfrm>
            </p:contentPart>
          </mc:Choice>
          <mc:Fallback xmlns="">
            <p:pic>
              <p:nvPicPr>
                <p:cNvPr id="15" name="Ink 14">
                  <a:extLst>
                    <a:ext uri="{FF2B5EF4-FFF2-40B4-BE49-F238E27FC236}">
                      <a16:creationId xmlns:a16="http://schemas.microsoft.com/office/drawing/2014/main" id="{FEE50A18-056B-C9D4-C0C2-C7D428E79483}"/>
                    </a:ext>
                  </a:extLst>
                </p:cNvPr>
                <p:cNvPicPr/>
                <p:nvPr/>
              </p:nvPicPr>
              <p:blipFill>
                <a:blip r:embed="rId78"/>
                <a:stretch>
                  <a:fillRect/>
                </a:stretch>
              </p:blipFill>
              <p:spPr>
                <a:xfrm>
                  <a:off x="1151642" y="2194297"/>
                  <a:ext cx="986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6" name="Ink 15">
                  <a:extLst>
                    <a:ext uri="{FF2B5EF4-FFF2-40B4-BE49-F238E27FC236}">
                      <a16:creationId xmlns:a16="http://schemas.microsoft.com/office/drawing/2014/main" id="{DFA0FCFB-F559-3686-A824-094DF984EA07}"/>
                    </a:ext>
                  </a:extLst>
                </p14:cNvPr>
                <p14:cNvContentPartPr/>
                <p14:nvPr/>
              </p14:nvContentPartPr>
              <p14:xfrm>
                <a:off x="1248122" y="2090257"/>
                <a:ext cx="107280" cy="258120"/>
              </p14:xfrm>
            </p:contentPart>
          </mc:Choice>
          <mc:Fallback xmlns="">
            <p:pic>
              <p:nvPicPr>
                <p:cNvPr id="16" name="Ink 15">
                  <a:extLst>
                    <a:ext uri="{FF2B5EF4-FFF2-40B4-BE49-F238E27FC236}">
                      <a16:creationId xmlns:a16="http://schemas.microsoft.com/office/drawing/2014/main" id="{DFA0FCFB-F559-3686-A824-094DF984EA07}"/>
                    </a:ext>
                  </a:extLst>
                </p:cNvPr>
                <p:cNvPicPr/>
                <p:nvPr/>
              </p:nvPicPr>
              <p:blipFill>
                <a:blip r:embed="rId80"/>
                <a:stretch>
                  <a:fillRect/>
                </a:stretch>
              </p:blipFill>
              <p:spPr>
                <a:xfrm>
                  <a:off x="1242002" y="2084137"/>
                  <a:ext cx="11952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7" name="Ink 16">
                  <a:extLst>
                    <a:ext uri="{FF2B5EF4-FFF2-40B4-BE49-F238E27FC236}">
                      <a16:creationId xmlns:a16="http://schemas.microsoft.com/office/drawing/2014/main" id="{B688A3D2-4EED-BD77-F298-469F7EE8E3F6}"/>
                    </a:ext>
                  </a:extLst>
                </p14:cNvPr>
                <p14:cNvContentPartPr/>
                <p14:nvPr/>
              </p14:nvContentPartPr>
              <p14:xfrm>
                <a:off x="1346042" y="2063257"/>
                <a:ext cx="96120" cy="340200"/>
              </p14:xfrm>
            </p:contentPart>
          </mc:Choice>
          <mc:Fallback xmlns="">
            <p:pic>
              <p:nvPicPr>
                <p:cNvPr id="17" name="Ink 16">
                  <a:extLst>
                    <a:ext uri="{FF2B5EF4-FFF2-40B4-BE49-F238E27FC236}">
                      <a16:creationId xmlns:a16="http://schemas.microsoft.com/office/drawing/2014/main" id="{B688A3D2-4EED-BD77-F298-469F7EE8E3F6}"/>
                    </a:ext>
                  </a:extLst>
                </p:cNvPr>
                <p:cNvPicPr/>
                <p:nvPr/>
              </p:nvPicPr>
              <p:blipFill>
                <a:blip r:embed="rId82"/>
                <a:stretch>
                  <a:fillRect/>
                </a:stretch>
              </p:blipFill>
              <p:spPr>
                <a:xfrm>
                  <a:off x="1339922" y="2057137"/>
                  <a:ext cx="108360" cy="3524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8" name="Ink 17">
                  <a:extLst>
                    <a:ext uri="{FF2B5EF4-FFF2-40B4-BE49-F238E27FC236}">
                      <a16:creationId xmlns:a16="http://schemas.microsoft.com/office/drawing/2014/main" id="{06D89C18-DA02-AF09-1F73-1A7EE86FC3BB}"/>
                    </a:ext>
                  </a:extLst>
                </p14:cNvPr>
                <p14:cNvContentPartPr/>
                <p14:nvPr/>
              </p14:nvContentPartPr>
              <p14:xfrm>
                <a:off x="1311122" y="1699657"/>
                <a:ext cx="167760" cy="327600"/>
              </p14:xfrm>
            </p:contentPart>
          </mc:Choice>
          <mc:Fallback xmlns="">
            <p:pic>
              <p:nvPicPr>
                <p:cNvPr id="18" name="Ink 17">
                  <a:extLst>
                    <a:ext uri="{FF2B5EF4-FFF2-40B4-BE49-F238E27FC236}">
                      <a16:creationId xmlns:a16="http://schemas.microsoft.com/office/drawing/2014/main" id="{06D89C18-DA02-AF09-1F73-1A7EE86FC3BB}"/>
                    </a:ext>
                  </a:extLst>
                </p:cNvPr>
                <p:cNvPicPr/>
                <p:nvPr/>
              </p:nvPicPr>
              <p:blipFill>
                <a:blip r:embed="rId84"/>
                <a:stretch>
                  <a:fillRect/>
                </a:stretch>
              </p:blipFill>
              <p:spPr>
                <a:xfrm>
                  <a:off x="1305002" y="1693537"/>
                  <a:ext cx="18000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9" name="Ink 18">
                  <a:extLst>
                    <a:ext uri="{FF2B5EF4-FFF2-40B4-BE49-F238E27FC236}">
                      <a16:creationId xmlns:a16="http://schemas.microsoft.com/office/drawing/2014/main" id="{A4D30322-06A3-CA61-E84C-841EFCA0D398}"/>
                    </a:ext>
                  </a:extLst>
                </p14:cNvPr>
                <p14:cNvContentPartPr/>
                <p14:nvPr/>
              </p14:nvContentPartPr>
              <p14:xfrm>
                <a:off x="1401842" y="1908457"/>
                <a:ext cx="171360" cy="88200"/>
              </p14:xfrm>
            </p:contentPart>
          </mc:Choice>
          <mc:Fallback xmlns="">
            <p:pic>
              <p:nvPicPr>
                <p:cNvPr id="19" name="Ink 18">
                  <a:extLst>
                    <a:ext uri="{FF2B5EF4-FFF2-40B4-BE49-F238E27FC236}">
                      <a16:creationId xmlns:a16="http://schemas.microsoft.com/office/drawing/2014/main" id="{A4D30322-06A3-CA61-E84C-841EFCA0D398}"/>
                    </a:ext>
                  </a:extLst>
                </p:cNvPr>
                <p:cNvPicPr/>
                <p:nvPr/>
              </p:nvPicPr>
              <p:blipFill>
                <a:blip r:embed="rId86"/>
                <a:stretch>
                  <a:fillRect/>
                </a:stretch>
              </p:blipFill>
              <p:spPr>
                <a:xfrm>
                  <a:off x="1395722" y="1902337"/>
                  <a:ext cx="1836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0" name="Ink 19">
                  <a:extLst>
                    <a:ext uri="{FF2B5EF4-FFF2-40B4-BE49-F238E27FC236}">
                      <a16:creationId xmlns:a16="http://schemas.microsoft.com/office/drawing/2014/main" id="{E9E262B7-4485-65AB-E8AD-AFF443F252ED}"/>
                    </a:ext>
                  </a:extLst>
                </p14:cNvPr>
                <p14:cNvContentPartPr/>
                <p14:nvPr/>
              </p14:nvContentPartPr>
              <p14:xfrm>
                <a:off x="1648802" y="1733857"/>
                <a:ext cx="136800" cy="193320"/>
              </p14:xfrm>
            </p:contentPart>
          </mc:Choice>
          <mc:Fallback xmlns="">
            <p:pic>
              <p:nvPicPr>
                <p:cNvPr id="20" name="Ink 19">
                  <a:extLst>
                    <a:ext uri="{FF2B5EF4-FFF2-40B4-BE49-F238E27FC236}">
                      <a16:creationId xmlns:a16="http://schemas.microsoft.com/office/drawing/2014/main" id="{E9E262B7-4485-65AB-E8AD-AFF443F252ED}"/>
                    </a:ext>
                  </a:extLst>
                </p:cNvPr>
                <p:cNvPicPr/>
                <p:nvPr/>
              </p:nvPicPr>
              <p:blipFill>
                <a:blip r:embed="rId88"/>
                <a:stretch>
                  <a:fillRect/>
                </a:stretch>
              </p:blipFill>
              <p:spPr>
                <a:xfrm>
                  <a:off x="1642682" y="1727737"/>
                  <a:ext cx="1490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1" name="Ink 20">
                  <a:extLst>
                    <a:ext uri="{FF2B5EF4-FFF2-40B4-BE49-F238E27FC236}">
                      <a16:creationId xmlns:a16="http://schemas.microsoft.com/office/drawing/2014/main" id="{14D8F679-D28F-DDC9-6B24-9006977B2C8E}"/>
                    </a:ext>
                  </a:extLst>
                </p14:cNvPr>
                <p14:cNvContentPartPr/>
                <p14:nvPr/>
              </p14:nvContentPartPr>
              <p14:xfrm>
                <a:off x="1647722" y="1468897"/>
                <a:ext cx="223920" cy="348480"/>
              </p14:xfrm>
            </p:contentPart>
          </mc:Choice>
          <mc:Fallback xmlns="">
            <p:pic>
              <p:nvPicPr>
                <p:cNvPr id="21" name="Ink 20">
                  <a:extLst>
                    <a:ext uri="{FF2B5EF4-FFF2-40B4-BE49-F238E27FC236}">
                      <a16:creationId xmlns:a16="http://schemas.microsoft.com/office/drawing/2014/main" id="{14D8F679-D28F-DDC9-6B24-9006977B2C8E}"/>
                    </a:ext>
                  </a:extLst>
                </p:cNvPr>
                <p:cNvPicPr/>
                <p:nvPr/>
              </p:nvPicPr>
              <p:blipFill>
                <a:blip r:embed="rId90"/>
                <a:stretch>
                  <a:fillRect/>
                </a:stretch>
              </p:blipFill>
              <p:spPr>
                <a:xfrm>
                  <a:off x="1641602" y="1462777"/>
                  <a:ext cx="23616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1" name="Ink 60">
                  <a:extLst>
                    <a:ext uri="{FF2B5EF4-FFF2-40B4-BE49-F238E27FC236}">
                      <a16:creationId xmlns:a16="http://schemas.microsoft.com/office/drawing/2014/main" id="{018BB444-6D16-7DB3-2FE6-3B81EA3A078D}"/>
                    </a:ext>
                  </a:extLst>
                </p14:cNvPr>
                <p14:cNvContentPartPr/>
                <p14:nvPr/>
              </p14:nvContentPartPr>
              <p14:xfrm>
                <a:off x="1836002" y="1543417"/>
                <a:ext cx="252360" cy="129960"/>
              </p14:xfrm>
            </p:contentPart>
          </mc:Choice>
          <mc:Fallback xmlns="">
            <p:pic>
              <p:nvPicPr>
                <p:cNvPr id="61" name="Ink 60">
                  <a:extLst>
                    <a:ext uri="{FF2B5EF4-FFF2-40B4-BE49-F238E27FC236}">
                      <a16:creationId xmlns:a16="http://schemas.microsoft.com/office/drawing/2014/main" id="{018BB444-6D16-7DB3-2FE6-3B81EA3A078D}"/>
                    </a:ext>
                  </a:extLst>
                </p:cNvPr>
                <p:cNvPicPr/>
                <p:nvPr/>
              </p:nvPicPr>
              <p:blipFill>
                <a:blip r:embed="rId92"/>
                <a:stretch>
                  <a:fillRect/>
                </a:stretch>
              </p:blipFill>
              <p:spPr>
                <a:xfrm>
                  <a:off x="1829882" y="1537297"/>
                  <a:ext cx="264600" cy="142200"/>
                </a:xfrm>
                <a:prstGeom prst="rect">
                  <a:avLst/>
                </a:prstGeom>
              </p:spPr>
            </p:pic>
          </mc:Fallback>
        </mc:AlternateContent>
      </p:grpSp>
    </p:spTree>
    <p:extLst>
      <p:ext uri="{BB962C8B-B14F-4D97-AF65-F5344CB8AC3E}">
        <p14:creationId xmlns:p14="http://schemas.microsoft.com/office/powerpoint/2010/main" val="10017949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D94B8-2F9C-FF30-5DE3-ABDE8FB79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9C477-269B-AB4D-A53F-AA66D6A0803E}"/>
              </a:ext>
            </a:extLst>
          </p:cNvPr>
          <p:cNvSpPr>
            <a:spLocks noGrp="1"/>
          </p:cNvSpPr>
          <p:nvPr>
            <p:ph type="title"/>
          </p:nvPr>
        </p:nvSpPr>
        <p:spPr/>
        <p:txBody>
          <a:bodyPr/>
          <a:lstStyle/>
          <a:p>
            <a:r>
              <a:rPr lang="en-GB" dirty="0"/>
              <a:t>Project Implementation</a:t>
            </a:r>
          </a:p>
        </p:txBody>
      </p:sp>
      <p:sp>
        <p:nvSpPr>
          <p:cNvPr id="3" name="Text Placeholder 2">
            <a:extLst>
              <a:ext uri="{FF2B5EF4-FFF2-40B4-BE49-F238E27FC236}">
                <a16:creationId xmlns:a16="http://schemas.microsoft.com/office/drawing/2014/main" id="{8A5DBC0A-0A17-35AD-A6D1-F39C399F2AB5}"/>
              </a:ext>
            </a:extLst>
          </p:cNvPr>
          <p:cNvSpPr>
            <a:spLocks noGrp="1"/>
          </p:cNvSpPr>
          <p:nvPr>
            <p:ph type="body" idx="1"/>
          </p:nvPr>
        </p:nvSpPr>
        <p:spPr/>
        <p:txBody>
          <a:bodyPr/>
          <a:lstStyle/>
          <a:p>
            <a:r>
              <a:rPr lang="en-GB" dirty="0" err="1"/>
              <a:t>SDD</a:t>
            </a:r>
            <a:endParaRPr lang="en-GB" dirty="0"/>
          </a:p>
        </p:txBody>
      </p:sp>
    </p:spTree>
    <p:extLst>
      <p:ext uri="{BB962C8B-B14F-4D97-AF65-F5344CB8AC3E}">
        <p14:creationId xmlns:p14="http://schemas.microsoft.com/office/powerpoint/2010/main" val="30926034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1BC13-9F84-4452-C0F6-546D1895DC73}"/>
              </a:ext>
            </a:extLst>
          </p:cNvPr>
          <p:cNvSpPr>
            <a:spLocks noGrp="1"/>
          </p:cNvSpPr>
          <p:nvPr>
            <p:ph type="title"/>
          </p:nvPr>
        </p:nvSpPr>
        <p:spPr/>
        <p:txBody>
          <a:bodyPr/>
          <a:lstStyle/>
          <a:p>
            <a:r>
              <a:rPr lang="en-GB" dirty="0"/>
              <a:t>Course Report</a:t>
            </a:r>
          </a:p>
        </p:txBody>
      </p:sp>
      <p:pic>
        <p:nvPicPr>
          <p:cNvPr id="5" name="Content Placeholder 4" descr="The image illustrates a diagram comparing the performance of candidates in implementing concepts in SQA courses, highlighting differences in success and evidence of implementation in SDD projects.&#10;&#10;AI-generated content may be incorrect.">
            <a:extLst>
              <a:ext uri="{FF2B5EF4-FFF2-40B4-BE49-F238E27FC236}">
                <a16:creationId xmlns:a16="http://schemas.microsoft.com/office/drawing/2014/main" id="{B5AF374F-84E3-CE19-FCF4-29F30EF0022D}"/>
              </a:ext>
            </a:extLst>
          </p:cNvPr>
          <p:cNvPicPr>
            <a:picLocks noGrp="1" noChangeAspect="1"/>
          </p:cNvPicPr>
          <p:nvPr>
            <p:ph idx="1"/>
          </p:nvPr>
        </p:nvPicPr>
        <p:blipFill>
          <a:blip r:embed="rId2"/>
          <a:stretch>
            <a:fillRect/>
          </a:stretch>
        </p:blipFill>
        <p:spPr>
          <a:xfrm>
            <a:off x="1765061" y="1690687"/>
            <a:ext cx="8661879" cy="4680000"/>
          </a:xfrm>
          <a:prstGeom prst="rect">
            <a:avLst/>
          </a:prstGeom>
        </p:spPr>
      </p:pic>
    </p:spTree>
    <p:extLst>
      <p:ext uri="{BB962C8B-B14F-4D97-AF65-F5344CB8AC3E}">
        <p14:creationId xmlns:p14="http://schemas.microsoft.com/office/powerpoint/2010/main" val="2761694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708C-72F8-491F-05F7-1AA3A50D408C}"/>
              </a:ext>
            </a:extLst>
          </p:cNvPr>
          <p:cNvSpPr>
            <a:spLocks noGrp="1"/>
          </p:cNvSpPr>
          <p:nvPr>
            <p:ph type="title"/>
          </p:nvPr>
        </p:nvSpPr>
        <p:spPr/>
        <p:txBody>
          <a:bodyPr/>
          <a:lstStyle/>
          <a:p>
            <a:r>
              <a:rPr lang="en-GB" dirty="0"/>
              <a:t>Highlighting</a:t>
            </a:r>
          </a:p>
        </p:txBody>
      </p:sp>
      <p:pic>
        <p:nvPicPr>
          <p:cNvPr id="5" name="Content Placeholder 4" descr="The image depicts a green background with a yellow sticky note featuring a pencil symbol, emphasizing the need to remember important algorithms and structures for integration.">
            <a:extLst>
              <a:ext uri="{FF2B5EF4-FFF2-40B4-BE49-F238E27FC236}">
                <a16:creationId xmlns:a16="http://schemas.microsoft.com/office/drawing/2014/main" id="{04E4BC82-6CE4-669A-F79A-646292353F1E}"/>
              </a:ext>
            </a:extLst>
          </p:cNvPr>
          <p:cNvPicPr>
            <a:picLocks noGrp="1" noChangeAspect="1"/>
          </p:cNvPicPr>
          <p:nvPr>
            <p:ph idx="1"/>
          </p:nvPr>
        </p:nvPicPr>
        <p:blipFill>
          <a:blip r:embed="rId2"/>
          <a:stretch>
            <a:fillRect/>
          </a:stretch>
        </p:blipFill>
        <p:spPr>
          <a:xfrm>
            <a:off x="1938581" y="1690687"/>
            <a:ext cx="8314839" cy="4680000"/>
          </a:xfrm>
          <a:prstGeom prst="rect">
            <a:avLst/>
          </a:prstGeom>
        </p:spPr>
      </p:pic>
      <p:grpSp>
        <p:nvGrpSpPr>
          <p:cNvPr id="20" name="Group 19">
            <a:extLst>
              <a:ext uri="{FF2B5EF4-FFF2-40B4-BE49-F238E27FC236}">
                <a16:creationId xmlns:a16="http://schemas.microsoft.com/office/drawing/2014/main" id="{814A03BF-C0CC-34A7-3A50-B3A797DC54EC}"/>
              </a:ext>
            </a:extLst>
          </p:cNvPr>
          <p:cNvGrpSpPr/>
          <p:nvPr/>
        </p:nvGrpSpPr>
        <p:grpSpPr>
          <a:xfrm>
            <a:off x="6581882" y="1907737"/>
            <a:ext cx="2219400" cy="1008360"/>
            <a:chOff x="6581882" y="1907737"/>
            <a:chExt cx="2219400" cy="100836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83FCC7B-744C-04C0-7274-E088F6619A0F}"/>
                    </a:ext>
                  </a:extLst>
                </p14:cNvPr>
                <p14:cNvContentPartPr/>
                <p14:nvPr/>
              </p14:nvContentPartPr>
              <p14:xfrm>
                <a:off x="6581882" y="2071537"/>
                <a:ext cx="180000" cy="639000"/>
              </p14:xfrm>
            </p:contentPart>
          </mc:Choice>
          <mc:Fallback xmlns="">
            <p:pic>
              <p:nvPicPr>
                <p:cNvPr id="6" name="Ink 5">
                  <a:extLst>
                    <a:ext uri="{FF2B5EF4-FFF2-40B4-BE49-F238E27FC236}">
                      <a16:creationId xmlns:a16="http://schemas.microsoft.com/office/drawing/2014/main" id="{383FCC7B-744C-04C0-7274-E088F6619A0F}"/>
                    </a:ext>
                  </a:extLst>
                </p:cNvPr>
                <p:cNvPicPr/>
                <p:nvPr/>
              </p:nvPicPr>
              <p:blipFill>
                <a:blip r:embed="rId4"/>
                <a:stretch>
                  <a:fillRect/>
                </a:stretch>
              </p:blipFill>
              <p:spPr>
                <a:xfrm>
                  <a:off x="6575762" y="2065417"/>
                  <a:ext cx="192240" cy="65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E06970B-173A-387B-02FB-EEA909A0402F}"/>
                    </a:ext>
                  </a:extLst>
                </p14:cNvPr>
                <p14:cNvContentPartPr/>
                <p14:nvPr/>
              </p14:nvContentPartPr>
              <p14:xfrm>
                <a:off x="6712562" y="2399137"/>
                <a:ext cx="226080" cy="116640"/>
              </p14:xfrm>
            </p:contentPart>
          </mc:Choice>
          <mc:Fallback xmlns="">
            <p:pic>
              <p:nvPicPr>
                <p:cNvPr id="7" name="Ink 6">
                  <a:extLst>
                    <a:ext uri="{FF2B5EF4-FFF2-40B4-BE49-F238E27FC236}">
                      <a16:creationId xmlns:a16="http://schemas.microsoft.com/office/drawing/2014/main" id="{AE06970B-173A-387B-02FB-EEA909A0402F}"/>
                    </a:ext>
                  </a:extLst>
                </p:cNvPr>
                <p:cNvPicPr/>
                <p:nvPr/>
              </p:nvPicPr>
              <p:blipFill>
                <a:blip r:embed="rId6"/>
                <a:stretch>
                  <a:fillRect/>
                </a:stretch>
              </p:blipFill>
              <p:spPr>
                <a:xfrm>
                  <a:off x="6706442" y="2393017"/>
                  <a:ext cx="2383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63A3CBF-5895-6527-AED0-910F3E2FCB72}"/>
                    </a:ext>
                  </a:extLst>
                </p14:cNvPr>
                <p14:cNvContentPartPr/>
                <p14:nvPr/>
              </p14:nvContentPartPr>
              <p14:xfrm>
                <a:off x="6820202" y="2050297"/>
                <a:ext cx="246960" cy="571680"/>
              </p14:xfrm>
            </p:contentPart>
          </mc:Choice>
          <mc:Fallback xmlns="">
            <p:pic>
              <p:nvPicPr>
                <p:cNvPr id="8" name="Ink 7">
                  <a:extLst>
                    <a:ext uri="{FF2B5EF4-FFF2-40B4-BE49-F238E27FC236}">
                      <a16:creationId xmlns:a16="http://schemas.microsoft.com/office/drawing/2014/main" id="{C63A3CBF-5895-6527-AED0-910F3E2FCB72}"/>
                    </a:ext>
                  </a:extLst>
                </p:cNvPr>
                <p:cNvPicPr/>
                <p:nvPr/>
              </p:nvPicPr>
              <p:blipFill>
                <a:blip r:embed="rId8"/>
                <a:stretch>
                  <a:fillRect/>
                </a:stretch>
              </p:blipFill>
              <p:spPr>
                <a:xfrm>
                  <a:off x="6814082" y="2044177"/>
                  <a:ext cx="259200" cy="583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94DD943-4460-AE78-99D5-F51ECE1114AD}"/>
                    </a:ext>
                  </a:extLst>
                </p14:cNvPr>
                <p14:cNvContentPartPr/>
                <p14:nvPr/>
              </p14:nvContentPartPr>
              <p14:xfrm>
                <a:off x="7106762" y="2281057"/>
                <a:ext cx="126000" cy="117000"/>
              </p14:xfrm>
            </p:contentPart>
          </mc:Choice>
          <mc:Fallback xmlns="">
            <p:pic>
              <p:nvPicPr>
                <p:cNvPr id="9" name="Ink 8">
                  <a:extLst>
                    <a:ext uri="{FF2B5EF4-FFF2-40B4-BE49-F238E27FC236}">
                      <a16:creationId xmlns:a16="http://schemas.microsoft.com/office/drawing/2014/main" id="{694DD943-4460-AE78-99D5-F51ECE1114AD}"/>
                    </a:ext>
                  </a:extLst>
                </p:cNvPr>
                <p:cNvPicPr/>
                <p:nvPr/>
              </p:nvPicPr>
              <p:blipFill>
                <a:blip r:embed="rId10"/>
                <a:stretch>
                  <a:fillRect/>
                </a:stretch>
              </p:blipFill>
              <p:spPr>
                <a:xfrm>
                  <a:off x="7100642" y="2274937"/>
                  <a:ext cx="1382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4605B922-39B0-7716-31DA-10E6D40030ED}"/>
                    </a:ext>
                  </a:extLst>
                </p14:cNvPr>
                <p14:cNvContentPartPr/>
                <p14:nvPr/>
              </p14:nvContentPartPr>
              <p14:xfrm>
                <a:off x="7221602" y="2401657"/>
                <a:ext cx="32760" cy="162000"/>
              </p14:xfrm>
            </p:contentPart>
          </mc:Choice>
          <mc:Fallback xmlns="">
            <p:pic>
              <p:nvPicPr>
                <p:cNvPr id="10" name="Ink 9">
                  <a:extLst>
                    <a:ext uri="{FF2B5EF4-FFF2-40B4-BE49-F238E27FC236}">
                      <a16:creationId xmlns:a16="http://schemas.microsoft.com/office/drawing/2014/main" id="{4605B922-39B0-7716-31DA-10E6D40030ED}"/>
                    </a:ext>
                  </a:extLst>
                </p:cNvPr>
                <p:cNvPicPr/>
                <p:nvPr/>
              </p:nvPicPr>
              <p:blipFill>
                <a:blip r:embed="rId12"/>
                <a:stretch>
                  <a:fillRect/>
                </a:stretch>
              </p:blipFill>
              <p:spPr>
                <a:xfrm>
                  <a:off x="7215482" y="2395537"/>
                  <a:ext cx="45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6291DCA1-D919-2649-8BD2-8AB3DE8BD9FA}"/>
                    </a:ext>
                  </a:extLst>
                </p14:cNvPr>
                <p14:cNvContentPartPr/>
                <p14:nvPr/>
              </p14:nvContentPartPr>
              <p14:xfrm>
                <a:off x="7330682" y="2404897"/>
                <a:ext cx="412920" cy="511200"/>
              </p14:xfrm>
            </p:contentPart>
          </mc:Choice>
          <mc:Fallback xmlns="">
            <p:pic>
              <p:nvPicPr>
                <p:cNvPr id="11" name="Ink 10">
                  <a:extLst>
                    <a:ext uri="{FF2B5EF4-FFF2-40B4-BE49-F238E27FC236}">
                      <a16:creationId xmlns:a16="http://schemas.microsoft.com/office/drawing/2014/main" id="{6291DCA1-D919-2649-8BD2-8AB3DE8BD9FA}"/>
                    </a:ext>
                  </a:extLst>
                </p:cNvPr>
                <p:cNvPicPr/>
                <p:nvPr/>
              </p:nvPicPr>
              <p:blipFill>
                <a:blip r:embed="rId14"/>
                <a:stretch>
                  <a:fillRect/>
                </a:stretch>
              </p:blipFill>
              <p:spPr>
                <a:xfrm>
                  <a:off x="7324562" y="2398777"/>
                  <a:ext cx="42516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09CF0A37-6220-3FDE-AC01-BD6E3699528E}"/>
                    </a:ext>
                  </a:extLst>
                </p14:cNvPr>
                <p14:cNvContentPartPr/>
                <p14:nvPr/>
              </p14:nvContentPartPr>
              <p14:xfrm>
                <a:off x="7452002" y="2053897"/>
                <a:ext cx="370080" cy="512280"/>
              </p14:xfrm>
            </p:contentPart>
          </mc:Choice>
          <mc:Fallback xmlns="">
            <p:pic>
              <p:nvPicPr>
                <p:cNvPr id="12" name="Ink 11">
                  <a:extLst>
                    <a:ext uri="{FF2B5EF4-FFF2-40B4-BE49-F238E27FC236}">
                      <a16:creationId xmlns:a16="http://schemas.microsoft.com/office/drawing/2014/main" id="{09CF0A37-6220-3FDE-AC01-BD6E3699528E}"/>
                    </a:ext>
                  </a:extLst>
                </p:cNvPr>
                <p:cNvPicPr/>
                <p:nvPr/>
              </p:nvPicPr>
              <p:blipFill>
                <a:blip r:embed="rId16"/>
                <a:stretch>
                  <a:fillRect/>
                </a:stretch>
              </p:blipFill>
              <p:spPr>
                <a:xfrm>
                  <a:off x="7445882" y="2047777"/>
                  <a:ext cx="38232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FFF95FE3-9966-EFC6-5A3A-44F7EDE3A68C}"/>
                    </a:ext>
                  </a:extLst>
                </p14:cNvPr>
                <p14:cNvContentPartPr/>
                <p14:nvPr/>
              </p14:nvContentPartPr>
              <p14:xfrm>
                <a:off x="7614002" y="2010697"/>
                <a:ext cx="212040" cy="417240"/>
              </p14:xfrm>
            </p:contentPart>
          </mc:Choice>
          <mc:Fallback xmlns="">
            <p:pic>
              <p:nvPicPr>
                <p:cNvPr id="13" name="Ink 12">
                  <a:extLst>
                    <a:ext uri="{FF2B5EF4-FFF2-40B4-BE49-F238E27FC236}">
                      <a16:creationId xmlns:a16="http://schemas.microsoft.com/office/drawing/2014/main" id="{FFF95FE3-9966-EFC6-5A3A-44F7EDE3A68C}"/>
                    </a:ext>
                  </a:extLst>
                </p:cNvPr>
                <p:cNvPicPr/>
                <p:nvPr/>
              </p:nvPicPr>
              <p:blipFill>
                <a:blip r:embed="rId18"/>
                <a:stretch>
                  <a:fillRect/>
                </a:stretch>
              </p:blipFill>
              <p:spPr>
                <a:xfrm>
                  <a:off x="7607882" y="2004577"/>
                  <a:ext cx="22428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B57C7C54-6989-0F91-9217-F5C387F8DB10}"/>
                    </a:ext>
                  </a:extLst>
                </p14:cNvPr>
                <p14:cNvContentPartPr/>
                <p14:nvPr/>
              </p14:nvContentPartPr>
              <p14:xfrm>
                <a:off x="7784282" y="2208697"/>
                <a:ext cx="20520" cy="13320"/>
              </p14:xfrm>
            </p:contentPart>
          </mc:Choice>
          <mc:Fallback xmlns="">
            <p:pic>
              <p:nvPicPr>
                <p:cNvPr id="14" name="Ink 13">
                  <a:extLst>
                    <a:ext uri="{FF2B5EF4-FFF2-40B4-BE49-F238E27FC236}">
                      <a16:creationId xmlns:a16="http://schemas.microsoft.com/office/drawing/2014/main" id="{B57C7C54-6989-0F91-9217-F5C387F8DB10}"/>
                    </a:ext>
                  </a:extLst>
                </p:cNvPr>
                <p:cNvPicPr/>
                <p:nvPr/>
              </p:nvPicPr>
              <p:blipFill>
                <a:blip r:embed="rId20"/>
                <a:stretch>
                  <a:fillRect/>
                </a:stretch>
              </p:blipFill>
              <p:spPr>
                <a:xfrm>
                  <a:off x="7778162" y="2202577"/>
                  <a:ext cx="327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5AD1C137-6ED7-AF35-B68F-0F258764C756}"/>
                    </a:ext>
                  </a:extLst>
                </p14:cNvPr>
                <p14:cNvContentPartPr/>
                <p14:nvPr/>
              </p14:nvContentPartPr>
              <p14:xfrm>
                <a:off x="7907762" y="2310937"/>
                <a:ext cx="68040" cy="126720"/>
              </p14:xfrm>
            </p:contentPart>
          </mc:Choice>
          <mc:Fallback xmlns="">
            <p:pic>
              <p:nvPicPr>
                <p:cNvPr id="15" name="Ink 14">
                  <a:extLst>
                    <a:ext uri="{FF2B5EF4-FFF2-40B4-BE49-F238E27FC236}">
                      <a16:creationId xmlns:a16="http://schemas.microsoft.com/office/drawing/2014/main" id="{5AD1C137-6ED7-AF35-B68F-0F258764C756}"/>
                    </a:ext>
                  </a:extLst>
                </p:cNvPr>
                <p:cNvPicPr/>
                <p:nvPr/>
              </p:nvPicPr>
              <p:blipFill>
                <a:blip r:embed="rId22"/>
                <a:stretch>
                  <a:fillRect/>
                </a:stretch>
              </p:blipFill>
              <p:spPr>
                <a:xfrm>
                  <a:off x="7901642" y="2304817"/>
                  <a:ext cx="802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8E266C85-F4EC-4DB2-74DF-67448A6768A9}"/>
                    </a:ext>
                  </a:extLst>
                </p14:cNvPr>
                <p14:cNvContentPartPr/>
                <p14:nvPr/>
              </p14:nvContentPartPr>
              <p14:xfrm>
                <a:off x="8037002" y="2282497"/>
                <a:ext cx="445680" cy="551880"/>
              </p14:xfrm>
            </p:contentPart>
          </mc:Choice>
          <mc:Fallback xmlns="">
            <p:pic>
              <p:nvPicPr>
                <p:cNvPr id="16" name="Ink 15">
                  <a:extLst>
                    <a:ext uri="{FF2B5EF4-FFF2-40B4-BE49-F238E27FC236}">
                      <a16:creationId xmlns:a16="http://schemas.microsoft.com/office/drawing/2014/main" id="{8E266C85-F4EC-4DB2-74DF-67448A6768A9}"/>
                    </a:ext>
                  </a:extLst>
                </p:cNvPr>
                <p:cNvPicPr/>
                <p:nvPr/>
              </p:nvPicPr>
              <p:blipFill>
                <a:blip r:embed="rId24"/>
                <a:stretch>
                  <a:fillRect/>
                </a:stretch>
              </p:blipFill>
              <p:spPr>
                <a:xfrm>
                  <a:off x="8030882" y="2276377"/>
                  <a:ext cx="457920" cy="564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AD180719-6E68-3AF3-4234-480B8537D457}"/>
                    </a:ext>
                  </a:extLst>
                </p14:cNvPr>
                <p14:cNvContentPartPr/>
                <p14:nvPr/>
              </p14:nvContentPartPr>
              <p14:xfrm>
                <a:off x="8211962" y="1907737"/>
                <a:ext cx="353880" cy="569160"/>
              </p14:xfrm>
            </p:contentPart>
          </mc:Choice>
          <mc:Fallback xmlns="">
            <p:pic>
              <p:nvPicPr>
                <p:cNvPr id="17" name="Ink 16">
                  <a:extLst>
                    <a:ext uri="{FF2B5EF4-FFF2-40B4-BE49-F238E27FC236}">
                      <a16:creationId xmlns:a16="http://schemas.microsoft.com/office/drawing/2014/main" id="{AD180719-6E68-3AF3-4234-480B8537D457}"/>
                    </a:ext>
                  </a:extLst>
                </p:cNvPr>
                <p:cNvPicPr/>
                <p:nvPr/>
              </p:nvPicPr>
              <p:blipFill>
                <a:blip r:embed="rId26"/>
                <a:stretch>
                  <a:fillRect/>
                </a:stretch>
              </p:blipFill>
              <p:spPr>
                <a:xfrm>
                  <a:off x="8205842" y="1901617"/>
                  <a:ext cx="366120" cy="581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64B1DCBA-543E-8C0C-55A3-6920979A1A56}"/>
                    </a:ext>
                  </a:extLst>
                </p14:cNvPr>
                <p14:cNvContentPartPr/>
                <p14:nvPr/>
              </p14:nvContentPartPr>
              <p14:xfrm>
                <a:off x="8566562" y="1914217"/>
                <a:ext cx="111960" cy="341280"/>
              </p14:xfrm>
            </p:contentPart>
          </mc:Choice>
          <mc:Fallback xmlns="">
            <p:pic>
              <p:nvPicPr>
                <p:cNvPr id="18" name="Ink 17">
                  <a:extLst>
                    <a:ext uri="{FF2B5EF4-FFF2-40B4-BE49-F238E27FC236}">
                      <a16:creationId xmlns:a16="http://schemas.microsoft.com/office/drawing/2014/main" id="{64B1DCBA-543E-8C0C-55A3-6920979A1A56}"/>
                    </a:ext>
                  </a:extLst>
                </p:cNvPr>
                <p:cNvPicPr/>
                <p:nvPr/>
              </p:nvPicPr>
              <p:blipFill>
                <a:blip r:embed="rId28"/>
                <a:stretch>
                  <a:fillRect/>
                </a:stretch>
              </p:blipFill>
              <p:spPr>
                <a:xfrm>
                  <a:off x="8560442" y="1908097"/>
                  <a:ext cx="12420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82A62A09-1C8F-9D9F-8770-D92BB444DD95}"/>
                    </a:ext>
                  </a:extLst>
                </p14:cNvPr>
                <p14:cNvContentPartPr/>
                <p14:nvPr/>
              </p14:nvContentPartPr>
              <p14:xfrm>
                <a:off x="8470802" y="2060737"/>
                <a:ext cx="330480" cy="143640"/>
              </p14:xfrm>
            </p:contentPart>
          </mc:Choice>
          <mc:Fallback xmlns="">
            <p:pic>
              <p:nvPicPr>
                <p:cNvPr id="19" name="Ink 18">
                  <a:extLst>
                    <a:ext uri="{FF2B5EF4-FFF2-40B4-BE49-F238E27FC236}">
                      <a16:creationId xmlns:a16="http://schemas.microsoft.com/office/drawing/2014/main" id="{82A62A09-1C8F-9D9F-8770-D92BB444DD95}"/>
                    </a:ext>
                  </a:extLst>
                </p:cNvPr>
                <p:cNvPicPr/>
                <p:nvPr/>
              </p:nvPicPr>
              <p:blipFill>
                <a:blip r:embed="rId30"/>
                <a:stretch>
                  <a:fillRect/>
                </a:stretch>
              </p:blipFill>
              <p:spPr>
                <a:xfrm>
                  <a:off x="8464682" y="2054617"/>
                  <a:ext cx="342720" cy="155880"/>
                </a:xfrm>
                <a:prstGeom prst="rect">
                  <a:avLst/>
                </a:prstGeom>
              </p:spPr>
            </p:pic>
          </mc:Fallback>
        </mc:AlternateContent>
      </p:grpSp>
      <p:grpSp>
        <p:nvGrpSpPr>
          <p:cNvPr id="39" name="Group 38">
            <a:extLst>
              <a:ext uri="{FF2B5EF4-FFF2-40B4-BE49-F238E27FC236}">
                <a16:creationId xmlns:a16="http://schemas.microsoft.com/office/drawing/2014/main" id="{FCC1A7F5-9877-ED62-F6B8-97D795B587D0}"/>
              </a:ext>
            </a:extLst>
          </p:cNvPr>
          <p:cNvGrpSpPr/>
          <p:nvPr/>
        </p:nvGrpSpPr>
        <p:grpSpPr>
          <a:xfrm>
            <a:off x="7121882" y="3061537"/>
            <a:ext cx="2054880" cy="1796400"/>
            <a:chOff x="7121882" y="3061537"/>
            <a:chExt cx="2054880" cy="1796400"/>
          </a:xfrm>
        </p:grpSpPr>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06D222B6-166D-F3AD-0932-D1B35B68E329}"/>
                    </a:ext>
                  </a:extLst>
                </p14:cNvPr>
                <p14:cNvContentPartPr/>
                <p14:nvPr/>
              </p14:nvContentPartPr>
              <p14:xfrm>
                <a:off x="7121882" y="3403537"/>
                <a:ext cx="282960" cy="285480"/>
              </p14:xfrm>
            </p:contentPart>
          </mc:Choice>
          <mc:Fallback xmlns="">
            <p:pic>
              <p:nvPicPr>
                <p:cNvPr id="21" name="Ink 20">
                  <a:extLst>
                    <a:ext uri="{FF2B5EF4-FFF2-40B4-BE49-F238E27FC236}">
                      <a16:creationId xmlns:a16="http://schemas.microsoft.com/office/drawing/2014/main" id="{06D222B6-166D-F3AD-0932-D1B35B68E329}"/>
                    </a:ext>
                  </a:extLst>
                </p:cNvPr>
                <p:cNvPicPr/>
                <p:nvPr/>
              </p:nvPicPr>
              <p:blipFill>
                <a:blip r:embed="rId32"/>
                <a:stretch>
                  <a:fillRect/>
                </a:stretch>
              </p:blipFill>
              <p:spPr>
                <a:xfrm>
                  <a:off x="7115762" y="3397417"/>
                  <a:ext cx="29520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1ADAAF96-D7D0-BD52-D9C1-5C6A49DD97A9}"/>
                    </a:ext>
                  </a:extLst>
                </p14:cNvPr>
                <p14:cNvContentPartPr/>
                <p14:nvPr/>
              </p14:nvContentPartPr>
              <p14:xfrm>
                <a:off x="7393322" y="3062977"/>
                <a:ext cx="281160" cy="632160"/>
              </p14:xfrm>
            </p:contentPart>
          </mc:Choice>
          <mc:Fallback xmlns="">
            <p:pic>
              <p:nvPicPr>
                <p:cNvPr id="22" name="Ink 21">
                  <a:extLst>
                    <a:ext uri="{FF2B5EF4-FFF2-40B4-BE49-F238E27FC236}">
                      <a16:creationId xmlns:a16="http://schemas.microsoft.com/office/drawing/2014/main" id="{1ADAAF96-D7D0-BD52-D9C1-5C6A49DD97A9}"/>
                    </a:ext>
                  </a:extLst>
                </p:cNvPr>
                <p:cNvPicPr/>
                <p:nvPr/>
              </p:nvPicPr>
              <p:blipFill>
                <a:blip r:embed="rId34"/>
                <a:stretch>
                  <a:fillRect/>
                </a:stretch>
              </p:blipFill>
              <p:spPr>
                <a:xfrm>
                  <a:off x="7387202" y="3056857"/>
                  <a:ext cx="293400" cy="644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BFE69BED-3286-621B-E00B-62B4FECBD903}"/>
                    </a:ext>
                  </a:extLst>
                </p14:cNvPr>
                <p14:cNvContentPartPr/>
                <p14:nvPr/>
              </p14:nvContentPartPr>
              <p14:xfrm>
                <a:off x="7286402" y="3205177"/>
                <a:ext cx="404640" cy="307800"/>
              </p14:xfrm>
            </p:contentPart>
          </mc:Choice>
          <mc:Fallback xmlns="">
            <p:pic>
              <p:nvPicPr>
                <p:cNvPr id="23" name="Ink 22">
                  <a:extLst>
                    <a:ext uri="{FF2B5EF4-FFF2-40B4-BE49-F238E27FC236}">
                      <a16:creationId xmlns:a16="http://schemas.microsoft.com/office/drawing/2014/main" id="{BFE69BED-3286-621B-E00B-62B4FECBD903}"/>
                    </a:ext>
                  </a:extLst>
                </p:cNvPr>
                <p:cNvPicPr/>
                <p:nvPr/>
              </p:nvPicPr>
              <p:blipFill>
                <a:blip r:embed="rId36"/>
                <a:stretch>
                  <a:fillRect/>
                </a:stretch>
              </p:blipFill>
              <p:spPr>
                <a:xfrm>
                  <a:off x="7280282" y="3199057"/>
                  <a:ext cx="41688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62BABB53-DBBB-2629-01AC-4894B725AF83}"/>
                    </a:ext>
                  </a:extLst>
                </p14:cNvPr>
                <p14:cNvContentPartPr/>
                <p14:nvPr/>
              </p14:nvContentPartPr>
              <p14:xfrm>
                <a:off x="7517162" y="3061537"/>
                <a:ext cx="122400" cy="378360"/>
              </p14:xfrm>
            </p:contentPart>
          </mc:Choice>
          <mc:Fallback xmlns="">
            <p:pic>
              <p:nvPicPr>
                <p:cNvPr id="24" name="Ink 23">
                  <a:extLst>
                    <a:ext uri="{FF2B5EF4-FFF2-40B4-BE49-F238E27FC236}">
                      <a16:creationId xmlns:a16="http://schemas.microsoft.com/office/drawing/2014/main" id="{62BABB53-DBBB-2629-01AC-4894B725AF83}"/>
                    </a:ext>
                  </a:extLst>
                </p:cNvPr>
                <p:cNvPicPr/>
                <p:nvPr/>
              </p:nvPicPr>
              <p:blipFill>
                <a:blip r:embed="rId38"/>
                <a:stretch>
                  <a:fillRect/>
                </a:stretch>
              </p:blipFill>
              <p:spPr>
                <a:xfrm>
                  <a:off x="7511042" y="3055417"/>
                  <a:ext cx="13464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EA574371-D429-E0B1-C1E9-23C38B97D966}"/>
                    </a:ext>
                  </a:extLst>
                </p14:cNvPr>
                <p14:cNvContentPartPr/>
                <p14:nvPr/>
              </p14:nvContentPartPr>
              <p14:xfrm>
                <a:off x="7716602" y="3204457"/>
                <a:ext cx="403200" cy="333360"/>
              </p14:xfrm>
            </p:contentPart>
          </mc:Choice>
          <mc:Fallback xmlns="">
            <p:pic>
              <p:nvPicPr>
                <p:cNvPr id="25" name="Ink 24">
                  <a:extLst>
                    <a:ext uri="{FF2B5EF4-FFF2-40B4-BE49-F238E27FC236}">
                      <a16:creationId xmlns:a16="http://schemas.microsoft.com/office/drawing/2014/main" id="{EA574371-D429-E0B1-C1E9-23C38B97D966}"/>
                    </a:ext>
                  </a:extLst>
                </p:cNvPr>
                <p:cNvPicPr/>
                <p:nvPr/>
              </p:nvPicPr>
              <p:blipFill>
                <a:blip r:embed="rId40"/>
                <a:stretch>
                  <a:fillRect/>
                </a:stretch>
              </p:blipFill>
              <p:spPr>
                <a:xfrm>
                  <a:off x="7710482" y="3198337"/>
                  <a:ext cx="41544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423D7334-3F17-1D2B-DCA2-05AD719B030F}"/>
                    </a:ext>
                  </a:extLst>
                </p14:cNvPr>
                <p14:cNvContentPartPr/>
                <p14:nvPr/>
              </p14:nvContentPartPr>
              <p14:xfrm>
                <a:off x="7209722" y="3586057"/>
                <a:ext cx="820440" cy="283680"/>
              </p14:xfrm>
            </p:contentPart>
          </mc:Choice>
          <mc:Fallback xmlns="">
            <p:pic>
              <p:nvPicPr>
                <p:cNvPr id="27" name="Ink 26">
                  <a:extLst>
                    <a:ext uri="{FF2B5EF4-FFF2-40B4-BE49-F238E27FC236}">
                      <a16:creationId xmlns:a16="http://schemas.microsoft.com/office/drawing/2014/main" id="{423D7334-3F17-1D2B-DCA2-05AD719B030F}"/>
                    </a:ext>
                  </a:extLst>
                </p:cNvPr>
                <p:cNvPicPr/>
                <p:nvPr/>
              </p:nvPicPr>
              <p:blipFill>
                <a:blip r:embed="rId42"/>
                <a:stretch>
                  <a:fillRect/>
                </a:stretch>
              </p:blipFill>
              <p:spPr>
                <a:xfrm>
                  <a:off x="7203602" y="3579937"/>
                  <a:ext cx="83268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BE18D878-47A2-8C8A-0613-39859827542E}"/>
                    </a:ext>
                  </a:extLst>
                </p14:cNvPr>
                <p14:cNvContentPartPr/>
                <p14:nvPr/>
              </p14:nvContentPartPr>
              <p14:xfrm>
                <a:off x="7288202" y="4439257"/>
                <a:ext cx="224280" cy="418680"/>
              </p14:xfrm>
            </p:contentPart>
          </mc:Choice>
          <mc:Fallback xmlns="">
            <p:pic>
              <p:nvPicPr>
                <p:cNvPr id="28" name="Ink 27">
                  <a:extLst>
                    <a:ext uri="{FF2B5EF4-FFF2-40B4-BE49-F238E27FC236}">
                      <a16:creationId xmlns:a16="http://schemas.microsoft.com/office/drawing/2014/main" id="{BE18D878-47A2-8C8A-0613-39859827542E}"/>
                    </a:ext>
                  </a:extLst>
                </p:cNvPr>
                <p:cNvPicPr/>
                <p:nvPr/>
              </p:nvPicPr>
              <p:blipFill>
                <a:blip r:embed="rId44"/>
                <a:stretch>
                  <a:fillRect/>
                </a:stretch>
              </p:blipFill>
              <p:spPr>
                <a:xfrm>
                  <a:off x="7282082" y="4433137"/>
                  <a:ext cx="23652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58A34D92-8F90-186D-FA10-763228470FA0}"/>
                    </a:ext>
                  </a:extLst>
                </p14:cNvPr>
                <p14:cNvContentPartPr/>
                <p14:nvPr/>
              </p14:nvContentPartPr>
              <p14:xfrm>
                <a:off x="7593842" y="4396777"/>
                <a:ext cx="124920" cy="167760"/>
              </p14:xfrm>
            </p:contentPart>
          </mc:Choice>
          <mc:Fallback xmlns="">
            <p:pic>
              <p:nvPicPr>
                <p:cNvPr id="29" name="Ink 28">
                  <a:extLst>
                    <a:ext uri="{FF2B5EF4-FFF2-40B4-BE49-F238E27FC236}">
                      <a16:creationId xmlns:a16="http://schemas.microsoft.com/office/drawing/2014/main" id="{58A34D92-8F90-186D-FA10-763228470FA0}"/>
                    </a:ext>
                  </a:extLst>
                </p:cNvPr>
                <p:cNvPicPr/>
                <p:nvPr/>
              </p:nvPicPr>
              <p:blipFill>
                <a:blip r:embed="rId46"/>
                <a:stretch>
                  <a:fillRect/>
                </a:stretch>
              </p:blipFill>
              <p:spPr>
                <a:xfrm>
                  <a:off x="7587722" y="4390657"/>
                  <a:ext cx="1371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0" name="Ink 29">
                  <a:extLst>
                    <a:ext uri="{FF2B5EF4-FFF2-40B4-BE49-F238E27FC236}">
                      <a16:creationId xmlns:a16="http://schemas.microsoft.com/office/drawing/2014/main" id="{E08C48F4-435A-BAA8-65A7-1A1D73EDF3DD}"/>
                    </a:ext>
                  </a:extLst>
                </p14:cNvPr>
                <p14:cNvContentPartPr/>
                <p14:nvPr/>
              </p14:nvContentPartPr>
              <p14:xfrm>
                <a:off x="7696082" y="4158457"/>
                <a:ext cx="15120" cy="30600"/>
              </p14:xfrm>
            </p:contentPart>
          </mc:Choice>
          <mc:Fallback xmlns="">
            <p:pic>
              <p:nvPicPr>
                <p:cNvPr id="30" name="Ink 29">
                  <a:extLst>
                    <a:ext uri="{FF2B5EF4-FFF2-40B4-BE49-F238E27FC236}">
                      <a16:creationId xmlns:a16="http://schemas.microsoft.com/office/drawing/2014/main" id="{E08C48F4-435A-BAA8-65A7-1A1D73EDF3DD}"/>
                    </a:ext>
                  </a:extLst>
                </p:cNvPr>
                <p:cNvPicPr/>
                <p:nvPr/>
              </p:nvPicPr>
              <p:blipFill>
                <a:blip r:embed="rId48"/>
                <a:stretch>
                  <a:fillRect/>
                </a:stretch>
              </p:blipFill>
              <p:spPr>
                <a:xfrm>
                  <a:off x="7689962" y="4152337"/>
                  <a:ext cx="273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0883E28B-7A1C-90AA-E291-BDFECCEFA28A}"/>
                    </a:ext>
                  </a:extLst>
                </p14:cNvPr>
                <p14:cNvContentPartPr/>
                <p14:nvPr/>
              </p14:nvContentPartPr>
              <p14:xfrm>
                <a:off x="7797242" y="4363657"/>
                <a:ext cx="69480" cy="118800"/>
              </p14:xfrm>
            </p:contentPart>
          </mc:Choice>
          <mc:Fallback xmlns="">
            <p:pic>
              <p:nvPicPr>
                <p:cNvPr id="31" name="Ink 30">
                  <a:extLst>
                    <a:ext uri="{FF2B5EF4-FFF2-40B4-BE49-F238E27FC236}">
                      <a16:creationId xmlns:a16="http://schemas.microsoft.com/office/drawing/2014/main" id="{0883E28B-7A1C-90AA-E291-BDFECCEFA28A}"/>
                    </a:ext>
                  </a:extLst>
                </p:cNvPr>
                <p:cNvPicPr/>
                <p:nvPr/>
              </p:nvPicPr>
              <p:blipFill>
                <a:blip r:embed="rId50"/>
                <a:stretch>
                  <a:fillRect/>
                </a:stretch>
              </p:blipFill>
              <p:spPr>
                <a:xfrm>
                  <a:off x="7791122" y="4357537"/>
                  <a:ext cx="817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66402AB3-FF90-5996-476C-F6F65B59DD0C}"/>
                    </a:ext>
                  </a:extLst>
                </p14:cNvPr>
                <p14:cNvContentPartPr/>
                <p14:nvPr/>
              </p14:nvContentPartPr>
              <p14:xfrm>
                <a:off x="7919642" y="4337017"/>
                <a:ext cx="156960" cy="164520"/>
              </p14:xfrm>
            </p:contentPart>
          </mc:Choice>
          <mc:Fallback xmlns="">
            <p:pic>
              <p:nvPicPr>
                <p:cNvPr id="32" name="Ink 31">
                  <a:extLst>
                    <a:ext uri="{FF2B5EF4-FFF2-40B4-BE49-F238E27FC236}">
                      <a16:creationId xmlns:a16="http://schemas.microsoft.com/office/drawing/2014/main" id="{66402AB3-FF90-5996-476C-F6F65B59DD0C}"/>
                    </a:ext>
                  </a:extLst>
                </p:cNvPr>
                <p:cNvPicPr/>
                <p:nvPr/>
              </p:nvPicPr>
              <p:blipFill>
                <a:blip r:embed="rId52"/>
                <a:stretch>
                  <a:fillRect/>
                </a:stretch>
              </p:blipFill>
              <p:spPr>
                <a:xfrm>
                  <a:off x="7913522" y="4330897"/>
                  <a:ext cx="1692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6EDFFD7B-C610-259F-D82F-D554F19F070F}"/>
                    </a:ext>
                  </a:extLst>
                </p14:cNvPr>
                <p14:cNvContentPartPr/>
                <p14:nvPr/>
              </p14:nvContentPartPr>
              <p14:xfrm>
                <a:off x="8057522" y="3890617"/>
                <a:ext cx="233280" cy="544680"/>
              </p14:xfrm>
            </p:contentPart>
          </mc:Choice>
          <mc:Fallback xmlns="">
            <p:pic>
              <p:nvPicPr>
                <p:cNvPr id="33" name="Ink 32">
                  <a:extLst>
                    <a:ext uri="{FF2B5EF4-FFF2-40B4-BE49-F238E27FC236}">
                      <a16:creationId xmlns:a16="http://schemas.microsoft.com/office/drawing/2014/main" id="{6EDFFD7B-C610-259F-D82F-D554F19F070F}"/>
                    </a:ext>
                  </a:extLst>
                </p:cNvPr>
                <p:cNvPicPr/>
                <p:nvPr/>
              </p:nvPicPr>
              <p:blipFill>
                <a:blip r:embed="rId54"/>
                <a:stretch>
                  <a:fillRect/>
                </a:stretch>
              </p:blipFill>
              <p:spPr>
                <a:xfrm>
                  <a:off x="8051402" y="3884497"/>
                  <a:ext cx="24552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C00131FD-9526-C990-D016-80672AEF4427}"/>
                    </a:ext>
                  </a:extLst>
                </p14:cNvPr>
                <p14:cNvContentPartPr/>
                <p14:nvPr/>
              </p14:nvContentPartPr>
              <p14:xfrm>
                <a:off x="8092442" y="4256737"/>
                <a:ext cx="198720" cy="117000"/>
              </p14:xfrm>
            </p:contentPart>
          </mc:Choice>
          <mc:Fallback xmlns="">
            <p:pic>
              <p:nvPicPr>
                <p:cNvPr id="34" name="Ink 33">
                  <a:extLst>
                    <a:ext uri="{FF2B5EF4-FFF2-40B4-BE49-F238E27FC236}">
                      <a16:creationId xmlns:a16="http://schemas.microsoft.com/office/drawing/2014/main" id="{C00131FD-9526-C990-D016-80672AEF4427}"/>
                    </a:ext>
                  </a:extLst>
                </p:cNvPr>
                <p:cNvPicPr/>
                <p:nvPr/>
              </p:nvPicPr>
              <p:blipFill>
                <a:blip r:embed="rId56"/>
                <a:stretch>
                  <a:fillRect/>
                </a:stretch>
              </p:blipFill>
              <p:spPr>
                <a:xfrm>
                  <a:off x="8086322" y="4250617"/>
                  <a:ext cx="2109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8B23D7BD-2B40-EA5D-AFB6-43E205B67681}"/>
                    </a:ext>
                  </a:extLst>
                </p14:cNvPr>
                <p14:cNvContentPartPr/>
                <p14:nvPr/>
              </p14:nvContentPartPr>
              <p14:xfrm>
                <a:off x="8236802" y="4115257"/>
                <a:ext cx="19800" cy="39240"/>
              </p14:xfrm>
            </p:contentPart>
          </mc:Choice>
          <mc:Fallback xmlns="">
            <p:pic>
              <p:nvPicPr>
                <p:cNvPr id="35" name="Ink 34">
                  <a:extLst>
                    <a:ext uri="{FF2B5EF4-FFF2-40B4-BE49-F238E27FC236}">
                      <a16:creationId xmlns:a16="http://schemas.microsoft.com/office/drawing/2014/main" id="{8B23D7BD-2B40-EA5D-AFB6-43E205B67681}"/>
                    </a:ext>
                  </a:extLst>
                </p:cNvPr>
                <p:cNvPicPr/>
                <p:nvPr/>
              </p:nvPicPr>
              <p:blipFill>
                <a:blip r:embed="rId58"/>
                <a:stretch>
                  <a:fillRect/>
                </a:stretch>
              </p:blipFill>
              <p:spPr>
                <a:xfrm>
                  <a:off x="8230682" y="4109137"/>
                  <a:ext cx="3204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6" name="Ink 35">
                  <a:extLst>
                    <a:ext uri="{FF2B5EF4-FFF2-40B4-BE49-F238E27FC236}">
                      <a16:creationId xmlns:a16="http://schemas.microsoft.com/office/drawing/2014/main" id="{FE6F473B-C283-182D-1A01-18CEAC71DCDB}"/>
                    </a:ext>
                  </a:extLst>
                </p14:cNvPr>
                <p14:cNvContentPartPr/>
                <p14:nvPr/>
              </p14:nvContentPartPr>
              <p14:xfrm>
                <a:off x="8424002" y="4194457"/>
                <a:ext cx="100080" cy="130680"/>
              </p14:xfrm>
            </p:contentPart>
          </mc:Choice>
          <mc:Fallback xmlns="">
            <p:pic>
              <p:nvPicPr>
                <p:cNvPr id="36" name="Ink 35">
                  <a:extLst>
                    <a:ext uri="{FF2B5EF4-FFF2-40B4-BE49-F238E27FC236}">
                      <a16:creationId xmlns:a16="http://schemas.microsoft.com/office/drawing/2014/main" id="{FE6F473B-C283-182D-1A01-18CEAC71DCDB}"/>
                    </a:ext>
                  </a:extLst>
                </p:cNvPr>
                <p:cNvPicPr/>
                <p:nvPr/>
              </p:nvPicPr>
              <p:blipFill>
                <a:blip r:embed="rId60"/>
                <a:stretch>
                  <a:fillRect/>
                </a:stretch>
              </p:blipFill>
              <p:spPr>
                <a:xfrm>
                  <a:off x="8417882" y="4188337"/>
                  <a:ext cx="1123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41A8205F-AD9F-7D90-4E19-D42A7EA3146E}"/>
                    </a:ext>
                  </a:extLst>
                </p14:cNvPr>
                <p14:cNvContentPartPr/>
                <p14:nvPr/>
              </p14:nvContentPartPr>
              <p14:xfrm>
                <a:off x="8613722" y="4136137"/>
                <a:ext cx="185040" cy="173160"/>
              </p14:xfrm>
            </p:contentPart>
          </mc:Choice>
          <mc:Fallback xmlns="">
            <p:pic>
              <p:nvPicPr>
                <p:cNvPr id="37" name="Ink 36">
                  <a:extLst>
                    <a:ext uri="{FF2B5EF4-FFF2-40B4-BE49-F238E27FC236}">
                      <a16:creationId xmlns:a16="http://schemas.microsoft.com/office/drawing/2014/main" id="{41A8205F-AD9F-7D90-4E19-D42A7EA3146E}"/>
                    </a:ext>
                  </a:extLst>
                </p:cNvPr>
                <p:cNvPicPr/>
                <p:nvPr/>
              </p:nvPicPr>
              <p:blipFill>
                <a:blip r:embed="rId62"/>
                <a:stretch>
                  <a:fillRect/>
                </a:stretch>
              </p:blipFill>
              <p:spPr>
                <a:xfrm>
                  <a:off x="8607602" y="4130017"/>
                  <a:ext cx="1972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8A43D69B-DB42-43E9-0141-A13237890519}"/>
                    </a:ext>
                  </a:extLst>
                </p14:cNvPr>
                <p14:cNvContentPartPr/>
                <p14:nvPr/>
              </p14:nvContentPartPr>
              <p14:xfrm>
                <a:off x="8678522" y="4084297"/>
                <a:ext cx="498240" cy="683640"/>
              </p14:xfrm>
            </p:contentPart>
          </mc:Choice>
          <mc:Fallback xmlns="">
            <p:pic>
              <p:nvPicPr>
                <p:cNvPr id="38" name="Ink 37">
                  <a:extLst>
                    <a:ext uri="{FF2B5EF4-FFF2-40B4-BE49-F238E27FC236}">
                      <a16:creationId xmlns:a16="http://schemas.microsoft.com/office/drawing/2014/main" id="{8A43D69B-DB42-43E9-0141-A13237890519}"/>
                    </a:ext>
                  </a:extLst>
                </p:cNvPr>
                <p:cNvPicPr/>
                <p:nvPr/>
              </p:nvPicPr>
              <p:blipFill>
                <a:blip r:embed="rId64"/>
                <a:stretch>
                  <a:fillRect/>
                </a:stretch>
              </p:blipFill>
              <p:spPr>
                <a:xfrm>
                  <a:off x="8672402" y="4078177"/>
                  <a:ext cx="510480" cy="695880"/>
                </a:xfrm>
                <a:prstGeom prst="rect">
                  <a:avLst/>
                </a:prstGeom>
              </p:spPr>
            </p:pic>
          </mc:Fallback>
        </mc:AlternateContent>
      </p:grpSp>
    </p:spTree>
    <p:extLst>
      <p:ext uri="{BB962C8B-B14F-4D97-AF65-F5344CB8AC3E}">
        <p14:creationId xmlns:p14="http://schemas.microsoft.com/office/powerpoint/2010/main" val="3697140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97050-671B-FF83-9044-D7A701518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E92B1-C75D-B902-EDE0-31A6A1D9ADD5}"/>
              </a:ext>
            </a:extLst>
          </p:cNvPr>
          <p:cNvSpPr>
            <a:spLocks noGrp="1"/>
          </p:cNvSpPr>
          <p:nvPr>
            <p:ph type="title"/>
          </p:nvPr>
        </p:nvSpPr>
        <p:spPr/>
        <p:txBody>
          <a:bodyPr/>
          <a:lstStyle/>
          <a:p>
            <a:r>
              <a:rPr lang="en-GB" dirty="0"/>
              <a:t>Project Testing</a:t>
            </a:r>
          </a:p>
        </p:txBody>
      </p:sp>
      <p:sp>
        <p:nvSpPr>
          <p:cNvPr id="3" name="Text Placeholder 2">
            <a:extLst>
              <a:ext uri="{FF2B5EF4-FFF2-40B4-BE49-F238E27FC236}">
                <a16:creationId xmlns:a16="http://schemas.microsoft.com/office/drawing/2014/main" id="{9701F790-B551-13C2-ED11-CC16B00E5A95}"/>
              </a:ext>
            </a:extLst>
          </p:cNvPr>
          <p:cNvSpPr>
            <a:spLocks noGrp="1"/>
          </p:cNvSpPr>
          <p:nvPr>
            <p:ph type="body" idx="1"/>
          </p:nvPr>
        </p:nvSpPr>
        <p:spPr/>
        <p:txBody>
          <a:bodyPr/>
          <a:lstStyle/>
          <a:p>
            <a:r>
              <a:rPr lang="en-GB" dirty="0" err="1"/>
              <a:t>SDD</a:t>
            </a:r>
            <a:endParaRPr lang="en-GB" dirty="0"/>
          </a:p>
        </p:txBody>
      </p:sp>
    </p:spTree>
    <p:extLst>
      <p:ext uri="{BB962C8B-B14F-4D97-AF65-F5344CB8AC3E}">
        <p14:creationId xmlns:p14="http://schemas.microsoft.com/office/powerpoint/2010/main" val="9151609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62DC5-9AFD-3EB5-8A1C-06AC8E581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3752A-1B4D-8C09-7709-F69C50559FCC}"/>
              </a:ext>
            </a:extLst>
          </p:cNvPr>
          <p:cNvSpPr>
            <a:spLocks noGrp="1"/>
          </p:cNvSpPr>
          <p:nvPr>
            <p:ph type="title"/>
          </p:nvPr>
        </p:nvSpPr>
        <p:spPr/>
        <p:txBody>
          <a:bodyPr/>
          <a:lstStyle/>
          <a:p>
            <a:r>
              <a:rPr lang="en-GB" dirty="0"/>
              <a:t>Course Report</a:t>
            </a:r>
          </a:p>
        </p:txBody>
      </p:sp>
      <p:pic>
        <p:nvPicPr>
          <p:cNvPr id="7" name="Content Placeholder 6" descr="aesthetic&#10;&#10;AI-generated content may be incorrect.">
            <a:extLst>
              <a:ext uri="{FF2B5EF4-FFF2-40B4-BE49-F238E27FC236}">
                <a16:creationId xmlns:a16="http://schemas.microsoft.com/office/drawing/2014/main" id="{1E24427F-72D2-3F88-4482-4CE777E6E18B}"/>
              </a:ext>
            </a:extLst>
          </p:cNvPr>
          <p:cNvPicPr>
            <a:picLocks noGrp="1" noChangeAspect="1"/>
          </p:cNvPicPr>
          <p:nvPr>
            <p:ph idx="1"/>
          </p:nvPr>
        </p:nvPicPr>
        <p:blipFill>
          <a:blip r:embed="rId2"/>
          <a:stretch>
            <a:fillRect/>
          </a:stretch>
        </p:blipFill>
        <p:spPr>
          <a:xfrm>
            <a:off x="1922792" y="1690688"/>
            <a:ext cx="8346417" cy="4680000"/>
          </a:xfrm>
          <a:prstGeom prst="rect">
            <a:avLst/>
          </a:prstGeom>
        </p:spPr>
      </p:pic>
    </p:spTree>
    <p:extLst>
      <p:ext uri="{BB962C8B-B14F-4D97-AF65-F5344CB8AC3E}">
        <p14:creationId xmlns:p14="http://schemas.microsoft.com/office/powerpoint/2010/main" val="5230178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A163C-AEC3-B55B-65AD-4DC812654AD1}"/>
              </a:ext>
            </a:extLst>
          </p:cNvPr>
          <p:cNvSpPr>
            <a:spLocks noGrp="1"/>
          </p:cNvSpPr>
          <p:nvPr>
            <p:ph type="title"/>
          </p:nvPr>
        </p:nvSpPr>
        <p:spPr/>
        <p:txBody>
          <a:bodyPr/>
          <a:lstStyle/>
          <a:p>
            <a:r>
              <a:rPr lang="en-GB" dirty="0"/>
              <a:t>Evidence</a:t>
            </a:r>
          </a:p>
        </p:txBody>
      </p:sp>
      <p:pic>
        <p:nvPicPr>
          <p:cNvPr id="5" name="Content Placeholder 4" descr="The image contains a diagram or text explaining the necessary components for a software application, which includes gameplay, final totals or scores, application of an algorithm, query results, and error messages for input and authentication validation.&#10;&#10;AI-generated content may be incorrect.">
            <a:extLst>
              <a:ext uri="{FF2B5EF4-FFF2-40B4-BE49-F238E27FC236}">
                <a16:creationId xmlns:a16="http://schemas.microsoft.com/office/drawing/2014/main" id="{6E4FE29A-473D-8E95-893C-2359C7875020}"/>
              </a:ext>
            </a:extLst>
          </p:cNvPr>
          <p:cNvPicPr>
            <a:picLocks noGrp="1" noChangeAspect="1"/>
          </p:cNvPicPr>
          <p:nvPr>
            <p:ph idx="1"/>
          </p:nvPr>
        </p:nvPicPr>
        <p:blipFill>
          <a:blip r:embed="rId2"/>
          <a:stretch>
            <a:fillRect/>
          </a:stretch>
        </p:blipFill>
        <p:spPr>
          <a:xfrm>
            <a:off x="1862022" y="1704961"/>
            <a:ext cx="8467957" cy="4680000"/>
          </a:xfrm>
          <a:prstGeom prst="rect">
            <a:avLst/>
          </a:prstGeom>
        </p:spPr>
      </p:pic>
      <p:grpSp>
        <p:nvGrpSpPr>
          <p:cNvPr id="36" name="Group 35">
            <a:extLst>
              <a:ext uri="{FF2B5EF4-FFF2-40B4-BE49-F238E27FC236}">
                <a16:creationId xmlns:a16="http://schemas.microsoft.com/office/drawing/2014/main" id="{BFE7382D-0E17-37B8-16A9-47D1355807D6}"/>
              </a:ext>
            </a:extLst>
          </p:cNvPr>
          <p:cNvGrpSpPr/>
          <p:nvPr/>
        </p:nvGrpSpPr>
        <p:grpSpPr>
          <a:xfrm>
            <a:off x="9118082" y="2250457"/>
            <a:ext cx="2427840" cy="2159280"/>
            <a:chOff x="9118082" y="2250457"/>
            <a:chExt cx="2427840" cy="215928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82BEBB61-F2F2-6027-6EC9-F38D02B7EB18}"/>
                    </a:ext>
                  </a:extLst>
                </p14:cNvPr>
                <p14:cNvContentPartPr/>
                <p14:nvPr/>
              </p14:nvContentPartPr>
              <p14:xfrm>
                <a:off x="9118082" y="2701177"/>
                <a:ext cx="412200" cy="406080"/>
              </p14:xfrm>
            </p:contentPart>
          </mc:Choice>
          <mc:Fallback xmlns="">
            <p:pic>
              <p:nvPicPr>
                <p:cNvPr id="6" name="Ink 5">
                  <a:extLst>
                    <a:ext uri="{FF2B5EF4-FFF2-40B4-BE49-F238E27FC236}">
                      <a16:creationId xmlns:a16="http://schemas.microsoft.com/office/drawing/2014/main" id="{82BEBB61-F2F2-6027-6EC9-F38D02B7EB18}"/>
                    </a:ext>
                  </a:extLst>
                </p:cNvPr>
                <p:cNvPicPr/>
                <p:nvPr/>
              </p:nvPicPr>
              <p:blipFill>
                <a:blip r:embed="rId4"/>
                <a:stretch>
                  <a:fillRect/>
                </a:stretch>
              </p:blipFill>
              <p:spPr>
                <a:xfrm>
                  <a:off x="9111962" y="2695057"/>
                  <a:ext cx="42444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5939011-2F8B-D21F-9FFB-0B45AA15D4D3}"/>
                    </a:ext>
                  </a:extLst>
                </p14:cNvPr>
                <p14:cNvContentPartPr/>
                <p14:nvPr/>
              </p14:nvContentPartPr>
              <p14:xfrm>
                <a:off x="9576722" y="2663737"/>
                <a:ext cx="572760" cy="342360"/>
              </p14:xfrm>
            </p:contentPart>
          </mc:Choice>
          <mc:Fallback xmlns="">
            <p:pic>
              <p:nvPicPr>
                <p:cNvPr id="7" name="Ink 6">
                  <a:extLst>
                    <a:ext uri="{FF2B5EF4-FFF2-40B4-BE49-F238E27FC236}">
                      <a16:creationId xmlns:a16="http://schemas.microsoft.com/office/drawing/2014/main" id="{D5939011-2F8B-D21F-9FFB-0B45AA15D4D3}"/>
                    </a:ext>
                  </a:extLst>
                </p:cNvPr>
                <p:cNvPicPr/>
                <p:nvPr/>
              </p:nvPicPr>
              <p:blipFill>
                <a:blip r:embed="rId6"/>
                <a:stretch>
                  <a:fillRect/>
                </a:stretch>
              </p:blipFill>
              <p:spPr>
                <a:xfrm>
                  <a:off x="9570602" y="2657617"/>
                  <a:ext cx="5850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4DBC3E1-B8B0-CF1A-8711-F34F27F3A33F}"/>
                    </a:ext>
                  </a:extLst>
                </p14:cNvPr>
                <p14:cNvContentPartPr/>
                <p14:nvPr/>
              </p14:nvContentPartPr>
              <p14:xfrm>
                <a:off x="10172882" y="2597857"/>
                <a:ext cx="228960" cy="241560"/>
              </p14:xfrm>
            </p:contentPart>
          </mc:Choice>
          <mc:Fallback xmlns="">
            <p:pic>
              <p:nvPicPr>
                <p:cNvPr id="8" name="Ink 7">
                  <a:extLst>
                    <a:ext uri="{FF2B5EF4-FFF2-40B4-BE49-F238E27FC236}">
                      <a16:creationId xmlns:a16="http://schemas.microsoft.com/office/drawing/2014/main" id="{C4DBC3E1-B8B0-CF1A-8711-F34F27F3A33F}"/>
                    </a:ext>
                  </a:extLst>
                </p:cNvPr>
                <p:cNvPicPr/>
                <p:nvPr/>
              </p:nvPicPr>
              <p:blipFill>
                <a:blip r:embed="rId8"/>
                <a:stretch>
                  <a:fillRect/>
                </a:stretch>
              </p:blipFill>
              <p:spPr>
                <a:xfrm>
                  <a:off x="10166762" y="2591737"/>
                  <a:ext cx="24120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AD681477-5E61-3467-EFFD-3960CF18D283}"/>
                    </a:ext>
                  </a:extLst>
                </p14:cNvPr>
                <p14:cNvContentPartPr/>
                <p14:nvPr/>
              </p14:nvContentPartPr>
              <p14:xfrm>
                <a:off x="10473842" y="2250457"/>
                <a:ext cx="61560" cy="445680"/>
              </p14:xfrm>
            </p:contentPart>
          </mc:Choice>
          <mc:Fallback xmlns="">
            <p:pic>
              <p:nvPicPr>
                <p:cNvPr id="9" name="Ink 8">
                  <a:extLst>
                    <a:ext uri="{FF2B5EF4-FFF2-40B4-BE49-F238E27FC236}">
                      <a16:creationId xmlns:a16="http://schemas.microsoft.com/office/drawing/2014/main" id="{AD681477-5E61-3467-EFFD-3960CF18D283}"/>
                    </a:ext>
                  </a:extLst>
                </p:cNvPr>
                <p:cNvPicPr/>
                <p:nvPr/>
              </p:nvPicPr>
              <p:blipFill>
                <a:blip r:embed="rId10"/>
                <a:stretch>
                  <a:fillRect/>
                </a:stretch>
              </p:blipFill>
              <p:spPr>
                <a:xfrm>
                  <a:off x="10467722" y="2244337"/>
                  <a:ext cx="73800" cy="457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07AA74E3-5131-4638-0CD7-BA5C0E3F135D}"/>
                    </a:ext>
                  </a:extLst>
                </p14:cNvPr>
                <p14:cNvContentPartPr/>
                <p14:nvPr/>
              </p14:nvContentPartPr>
              <p14:xfrm>
                <a:off x="10787042" y="2629897"/>
                <a:ext cx="50040" cy="175680"/>
              </p14:xfrm>
            </p:contentPart>
          </mc:Choice>
          <mc:Fallback xmlns="">
            <p:pic>
              <p:nvPicPr>
                <p:cNvPr id="10" name="Ink 9">
                  <a:extLst>
                    <a:ext uri="{FF2B5EF4-FFF2-40B4-BE49-F238E27FC236}">
                      <a16:creationId xmlns:a16="http://schemas.microsoft.com/office/drawing/2014/main" id="{07AA74E3-5131-4638-0CD7-BA5C0E3F135D}"/>
                    </a:ext>
                  </a:extLst>
                </p:cNvPr>
                <p:cNvPicPr/>
                <p:nvPr/>
              </p:nvPicPr>
              <p:blipFill>
                <a:blip r:embed="rId12"/>
                <a:stretch>
                  <a:fillRect/>
                </a:stretch>
              </p:blipFill>
              <p:spPr>
                <a:xfrm>
                  <a:off x="10780922" y="2623777"/>
                  <a:ext cx="6228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D7D3321C-4700-1F96-85EF-6A0AE6B44DC8}"/>
                    </a:ext>
                  </a:extLst>
                </p14:cNvPr>
                <p14:cNvContentPartPr/>
                <p14:nvPr/>
              </p14:nvContentPartPr>
              <p14:xfrm>
                <a:off x="9385562" y="3541777"/>
                <a:ext cx="311040" cy="241920"/>
              </p14:xfrm>
            </p:contentPart>
          </mc:Choice>
          <mc:Fallback xmlns="">
            <p:pic>
              <p:nvPicPr>
                <p:cNvPr id="11" name="Ink 10">
                  <a:extLst>
                    <a:ext uri="{FF2B5EF4-FFF2-40B4-BE49-F238E27FC236}">
                      <a16:creationId xmlns:a16="http://schemas.microsoft.com/office/drawing/2014/main" id="{D7D3321C-4700-1F96-85EF-6A0AE6B44DC8}"/>
                    </a:ext>
                  </a:extLst>
                </p:cNvPr>
                <p:cNvPicPr/>
                <p:nvPr/>
              </p:nvPicPr>
              <p:blipFill>
                <a:blip r:embed="rId14"/>
                <a:stretch>
                  <a:fillRect/>
                </a:stretch>
              </p:blipFill>
              <p:spPr>
                <a:xfrm>
                  <a:off x="9379442" y="3535657"/>
                  <a:ext cx="32328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8A6A99B4-5948-1038-A8F7-23293654A8CE}"/>
                    </a:ext>
                  </a:extLst>
                </p14:cNvPr>
                <p14:cNvContentPartPr/>
                <p14:nvPr/>
              </p14:nvContentPartPr>
              <p14:xfrm>
                <a:off x="9682202" y="3534217"/>
                <a:ext cx="178560" cy="63360"/>
              </p14:xfrm>
            </p:contentPart>
          </mc:Choice>
          <mc:Fallback xmlns="">
            <p:pic>
              <p:nvPicPr>
                <p:cNvPr id="12" name="Ink 11">
                  <a:extLst>
                    <a:ext uri="{FF2B5EF4-FFF2-40B4-BE49-F238E27FC236}">
                      <a16:creationId xmlns:a16="http://schemas.microsoft.com/office/drawing/2014/main" id="{8A6A99B4-5948-1038-A8F7-23293654A8CE}"/>
                    </a:ext>
                  </a:extLst>
                </p:cNvPr>
                <p:cNvPicPr/>
                <p:nvPr/>
              </p:nvPicPr>
              <p:blipFill>
                <a:blip r:embed="rId16"/>
                <a:stretch>
                  <a:fillRect/>
                </a:stretch>
              </p:blipFill>
              <p:spPr>
                <a:xfrm>
                  <a:off x="9676082" y="3528097"/>
                  <a:ext cx="19080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09FE5C31-FAF4-132A-8E3B-C4F135935317}"/>
                    </a:ext>
                  </a:extLst>
                </p14:cNvPr>
                <p14:cNvContentPartPr/>
                <p14:nvPr/>
              </p14:nvContentPartPr>
              <p14:xfrm>
                <a:off x="9784802" y="3423337"/>
                <a:ext cx="100440" cy="255240"/>
              </p14:xfrm>
            </p:contentPart>
          </mc:Choice>
          <mc:Fallback xmlns="">
            <p:pic>
              <p:nvPicPr>
                <p:cNvPr id="13" name="Ink 12">
                  <a:extLst>
                    <a:ext uri="{FF2B5EF4-FFF2-40B4-BE49-F238E27FC236}">
                      <a16:creationId xmlns:a16="http://schemas.microsoft.com/office/drawing/2014/main" id="{09FE5C31-FAF4-132A-8E3B-C4F135935317}"/>
                    </a:ext>
                  </a:extLst>
                </p:cNvPr>
                <p:cNvPicPr/>
                <p:nvPr/>
              </p:nvPicPr>
              <p:blipFill>
                <a:blip r:embed="rId18"/>
                <a:stretch>
                  <a:fillRect/>
                </a:stretch>
              </p:blipFill>
              <p:spPr>
                <a:xfrm>
                  <a:off x="9778682" y="3417217"/>
                  <a:ext cx="11268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BC6DAEBF-B26B-D09B-A627-1F045D465DA4}"/>
                    </a:ext>
                  </a:extLst>
                </p14:cNvPr>
                <p14:cNvContentPartPr/>
                <p14:nvPr/>
              </p14:nvContentPartPr>
              <p14:xfrm>
                <a:off x="9924842" y="3163417"/>
                <a:ext cx="59040" cy="408240"/>
              </p14:xfrm>
            </p:contentPart>
          </mc:Choice>
          <mc:Fallback xmlns="">
            <p:pic>
              <p:nvPicPr>
                <p:cNvPr id="14" name="Ink 13">
                  <a:extLst>
                    <a:ext uri="{FF2B5EF4-FFF2-40B4-BE49-F238E27FC236}">
                      <a16:creationId xmlns:a16="http://schemas.microsoft.com/office/drawing/2014/main" id="{BC6DAEBF-B26B-D09B-A627-1F045D465DA4}"/>
                    </a:ext>
                  </a:extLst>
                </p:cNvPr>
                <p:cNvPicPr/>
                <p:nvPr/>
              </p:nvPicPr>
              <p:blipFill>
                <a:blip r:embed="rId20"/>
                <a:stretch>
                  <a:fillRect/>
                </a:stretch>
              </p:blipFill>
              <p:spPr>
                <a:xfrm>
                  <a:off x="9918722" y="3157297"/>
                  <a:ext cx="71280" cy="420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286BBA7E-A9FE-A008-9AC6-37A1C962E30F}"/>
                    </a:ext>
                  </a:extLst>
                </p14:cNvPr>
                <p14:cNvContentPartPr/>
                <p14:nvPr/>
              </p14:nvContentPartPr>
              <p14:xfrm>
                <a:off x="9901442" y="3331177"/>
                <a:ext cx="298800" cy="226080"/>
              </p14:xfrm>
            </p:contentPart>
          </mc:Choice>
          <mc:Fallback xmlns="">
            <p:pic>
              <p:nvPicPr>
                <p:cNvPr id="15" name="Ink 14">
                  <a:extLst>
                    <a:ext uri="{FF2B5EF4-FFF2-40B4-BE49-F238E27FC236}">
                      <a16:creationId xmlns:a16="http://schemas.microsoft.com/office/drawing/2014/main" id="{286BBA7E-A9FE-A008-9AC6-37A1C962E30F}"/>
                    </a:ext>
                  </a:extLst>
                </p:cNvPr>
                <p:cNvPicPr/>
                <p:nvPr/>
              </p:nvPicPr>
              <p:blipFill>
                <a:blip r:embed="rId22"/>
                <a:stretch>
                  <a:fillRect/>
                </a:stretch>
              </p:blipFill>
              <p:spPr>
                <a:xfrm>
                  <a:off x="9895322" y="3325057"/>
                  <a:ext cx="31104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D5E66E5E-8795-77F7-84D3-12983D5CB40A}"/>
                    </a:ext>
                  </a:extLst>
                </p14:cNvPr>
                <p14:cNvContentPartPr/>
                <p14:nvPr/>
              </p14:nvContentPartPr>
              <p14:xfrm>
                <a:off x="10225082" y="3290137"/>
                <a:ext cx="204840" cy="123840"/>
              </p14:xfrm>
            </p:contentPart>
          </mc:Choice>
          <mc:Fallback xmlns="">
            <p:pic>
              <p:nvPicPr>
                <p:cNvPr id="16" name="Ink 15">
                  <a:extLst>
                    <a:ext uri="{FF2B5EF4-FFF2-40B4-BE49-F238E27FC236}">
                      <a16:creationId xmlns:a16="http://schemas.microsoft.com/office/drawing/2014/main" id="{D5E66E5E-8795-77F7-84D3-12983D5CB40A}"/>
                    </a:ext>
                  </a:extLst>
                </p:cNvPr>
                <p:cNvPicPr/>
                <p:nvPr/>
              </p:nvPicPr>
              <p:blipFill>
                <a:blip r:embed="rId24"/>
                <a:stretch>
                  <a:fillRect/>
                </a:stretch>
              </p:blipFill>
              <p:spPr>
                <a:xfrm>
                  <a:off x="10218962" y="3284017"/>
                  <a:ext cx="2170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46304D78-2759-0DD2-EEEA-3A30EA1FD2CE}"/>
                    </a:ext>
                  </a:extLst>
                </p14:cNvPr>
                <p14:cNvContentPartPr/>
                <p14:nvPr/>
              </p14:nvContentPartPr>
              <p14:xfrm>
                <a:off x="10415882" y="3178897"/>
                <a:ext cx="175680" cy="227520"/>
              </p14:xfrm>
            </p:contentPart>
          </mc:Choice>
          <mc:Fallback xmlns="">
            <p:pic>
              <p:nvPicPr>
                <p:cNvPr id="17" name="Ink 16">
                  <a:extLst>
                    <a:ext uri="{FF2B5EF4-FFF2-40B4-BE49-F238E27FC236}">
                      <a16:creationId xmlns:a16="http://schemas.microsoft.com/office/drawing/2014/main" id="{46304D78-2759-0DD2-EEEA-3A30EA1FD2CE}"/>
                    </a:ext>
                  </a:extLst>
                </p:cNvPr>
                <p:cNvPicPr/>
                <p:nvPr/>
              </p:nvPicPr>
              <p:blipFill>
                <a:blip r:embed="rId26"/>
                <a:stretch>
                  <a:fillRect/>
                </a:stretch>
              </p:blipFill>
              <p:spPr>
                <a:xfrm>
                  <a:off x="10409762" y="3172777"/>
                  <a:ext cx="18792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53FB6574-45FF-A17F-432E-1FB81EDA7747}"/>
                    </a:ext>
                  </a:extLst>
                </p14:cNvPr>
                <p14:cNvContentPartPr/>
                <p14:nvPr/>
              </p14:nvContentPartPr>
              <p14:xfrm>
                <a:off x="10666082" y="3091057"/>
                <a:ext cx="126360" cy="207000"/>
              </p14:xfrm>
            </p:contentPart>
          </mc:Choice>
          <mc:Fallback xmlns="">
            <p:pic>
              <p:nvPicPr>
                <p:cNvPr id="18" name="Ink 17">
                  <a:extLst>
                    <a:ext uri="{FF2B5EF4-FFF2-40B4-BE49-F238E27FC236}">
                      <a16:creationId xmlns:a16="http://schemas.microsoft.com/office/drawing/2014/main" id="{53FB6574-45FF-A17F-432E-1FB81EDA7747}"/>
                    </a:ext>
                  </a:extLst>
                </p:cNvPr>
                <p:cNvPicPr/>
                <p:nvPr/>
              </p:nvPicPr>
              <p:blipFill>
                <a:blip r:embed="rId28"/>
                <a:stretch>
                  <a:fillRect/>
                </a:stretch>
              </p:blipFill>
              <p:spPr>
                <a:xfrm>
                  <a:off x="10659962" y="3084937"/>
                  <a:ext cx="1386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4C1639C3-6267-848D-53CF-56B6A49200FC}"/>
                    </a:ext>
                  </a:extLst>
                </p14:cNvPr>
                <p14:cNvContentPartPr/>
                <p14:nvPr/>
              </p14:nvContentPartPr>
              <p14:xfrm>
                <a:off x="10942562" y="3209137"/>
                <a:ext cx="52920" cy="214560"/>
              </p14:xfrm>
            </p:contentPart>
          </mc:Choice>
          <mc:Fallback xmlns="">
            <p:pic>
              <p:nvPicPr>
                <p:cNvPr id="19" name="Ink 18">
                  <a:extLst>
                    <a:ext uri="{FF2B5EF4-FFF2-40B4-BE49-F238E27FC236}">
                      <a16:creationId xmlns:a16="http://schemas.microsoft.com/office/drawing/2014/main" id="{4C1639C3-6267-848D-53CF-56B6A49200FC}"/>
                    </a:ext>
                  </a:extLst>
                </p:cNvPr>
                <p:cNvPicPr/>
                <p:nvPr/>
              </p:nvPicPr>
              <p:blipFill>
                <a:blip r:embed="rId30"/>
                <a:stretch>
                  <a:fillRect/>
                </a:stretch>
              </p:blipFill>
              <p:spPr>
                <a:xfrm>
                  <a:off x="10936442" y="3203017"/>
                  <a:ext cx="651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7B0320BD-C835-4D26-C334-26BA2E94D8EF}"/>
                    </a:ext>
                  </a:extLst>
                </p14:cNvPr>
                <p14:cNvContentPartPr/>
                <p14:nvPr/>
              </p14:nvContentPartPr>
              <p14:xfrm>
                <a:off x="9589322" y="4197337"/>
                <a:ext cx="297000" cy="212400"/>
              </p14:xfrm>
            </p:contentPart>
          </mc:Choice>
          <mc:Fallback xmlns="">
            <p:pic>
              <p:nvPicPr>
                <p:cNvPr id="21" name="Ink 20">
                  <a:extLst>
                    <a:ext uri="{FF2B5EF4-FFF2-40B4-BE49-F238E27FC236}">
                      <a16:creationId xmlns:a16="http://schemas.microsoft.com/office/drawing/2014/main" id="{7B0320BD-C835-4D26-C334-26BA2E94D8EF}"/>
                    </a:ext>
                  </a:extLst>
                </p:cNvPr>
                <p:cNvPicPr/>
                <p:nvPr/>
              </p:nvPicPr>
              <p:blipFill>
                <a:blip r:embed="rId32"/>
                <a:stretch>
                  <a:fillRect/>
                </a:stretch>
              </p:blipFill>
              <p:spPr>
                <a:xfrm>
                  <a:off x="9583202" y="4191217"/>
                  <a:ext cx="30924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FC0DAEFD-9DE8-3D8E-E18D-01E0B57EEAF1}"/>
                    </a:ext>
                  </a:extLst>
                </p14:cNvPr>
                <p14:cNvContentPartPr/>
                <p14:nvPr/>
              </p14:nvContentPartPr>
              <p14:xfrm>
                <a:off x="9889202" y="4197697"/>
                <a:ext cx="144000" cy="34920"/>
              </p14:xfrm>
            </p:contentPart>
          </mc:Choice>
          <mc:Fallback xmlns="">
            <p:pic>
              <p:nvPicPr>
                <p:cNvPr id="22" name="Ink 21">
                  <a:extLst>
                    <a:ext uri="{FF2B5EF4-FFF2-40B4-BE49-F238E27FC236}">
                      <a16:creationId xmlns:a16="http://schemas.microsoft.com/office/drawing/2014/main" id="{FC0DAEFD-9DE8-3D8E-E18D-01E0B57EEAF1}"/>
                    </a:ext>
                  </a:extLst>
                </p:cNvPr>
                <p:cNvPicPr/>
                <p:nvPr/>
              </p:nvPicPr>
              <p:blipFill>
                <a:blip r:embed="rId34"/>
                <a:stretch>
                  <a:fillRect/>
                </a:stretch>
              </p:blipFill>
              <p:spPr>
                <a:xfrm>
                  <a:off x="9883082" y="4191577"/>
                  <a:ext cx="1562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A0F96C1E-B131-ED76-2534-80BFFF8DBEE7}"/>
                    </a:ext>
                  </a:extLst>
                </p14:cNvPr>
                <p14:cNvContentPartPr/>
                <p14:nvPr/>
              </p14:nvContentPartPr>
              <p14:xfrm>
                <a:off x="9978842" y="4115257"/>
                <a:ext cx="67680" cy="239760"/>
              </p14:xfrm>
            </p:contentPart>
          </mc:Choice>
          <mc:Fallback xmlns="">
            <p:pic>
              <p:nvPicPr>
                <p:cNvPr id="23" name="Ink 22">
                  <a:extLst>
                    <a:ext uri="{FF2B5EF4-FFF2-40B4-BE49-F238E27FC236}">
                      <a16:creationId xmlns:a16="http://schemas.microsoft.com/office/drawing/2014/main" id="{A0F96C1E-B131-ED76-2534-80BFFF8DBEE7}"/>
                    </a:ext>
                  </a:extLst>
                </p:cNvPr>
                <p:cNvPicPr/>
                <p:nvPr/>
              </p:nvPicPr>
              <p:blipFill>
                <a:blip r:embed="rId36"/>
                <a:stretch>
                  <a:fillRect/>
                </a:stretch>
              </p:blipFill>
              <p:spPr>
                <a:xfrm>
                  <a:off x="9972722" y="4109137"/>
                  <a:ext cx="799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A7A9F338-6460-BEC1-C5B3-2962F43883F8}"/>
                    </a:ext>
                  </a:extLst>
                </p14:cNvPr>
                <p14:cNvContentPartPr/>
                <p14:nvPr/>
              </p14:nvContentPartPr>
              <p14:xfrm>
                <a:off x="10125362" y="4080337"/>
                <a:ext cx="95760" cy="142560"/>
              </p14:xfrm>
            </p:contentPart>
          </mc:Choice>
          <mc:Fallback xmlns="">
            <p:pic>
              <p:nvPicPr>
                <p:cNvPr id="24" name="Ink 23">
                  <a:extLst>
                    <a:ext uri="{FF2B5EF4-FFF2-40B4-BE49-F238E27FC236}">
                      <a16:creationId xmlns:a16="http://schemas.microsoft.com/office/drawing/2014/main" id="{A7A9F338-6460-BEC1-C5B3-2962F43883F8}"/>
                    </a:ext>
                  </a:extLst>
                </p:cNvPr>
                <p:cNvPicPr/>
                <p:nvPr/>
              </p:nvPicPr>
              <p:blipFill>
                <a:blip r:embed="rId38"/>
                <a:stretch>
                  <a:fillRect/>
                </a:stretch>
              </p:blipFill>
              <p:spPr>
                <a:xfrm>
                  <a:off x="10119242" y="4074217"/>
                  <a:ext cx="1080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74541831-37DF-EF5E-EB2E-59F0C50330B7}"/>
                    </a:ext>
                  </a:extLst>
                </p14:cNvPr>
                <p14:cNvContentPartPr/>
                <p14:nvPr/>
              </p14:nvContentPartPr>
              <p14:xfrm>
                <a:off x="10301402" y="3944977"/>
                <a:ext cx="243000" cy="346320"/>
              </p14:xfrm>
            </p:contentPart>
          </mc:Choice>
          <mc:Fallback xmlns="">
            <p:pic>
              <p:nvPicPr>
                <p:cNvPr id="25" name="Ink 24">
                  <a:extLst>
                    <a:ext uri="{FF2B5EF4-FFF2-40B4-BE49-F238E27FC236}">
                      <a16:creationId xmlns:a16="http://schemas.microsoft.com/office/drawing/2014/main" id="{74541831-37DF-EF5E-EB2E-59F0C50330B7}"/>
                    </a:ext>
                  </a:extLst>
                </p:cNvPr>
                <p:cNvPicPr/>
                <p:nvPr/>
              </p:nvPicPr>
              <p:blipFill>
                <a:blip r:embed="rId40"/>
                <a:stretch>
                  <a:fillRect/>
                </a:stretch>
              </p:blipFill>
              <p:spPr>
                <a:xfrm>
                  <a:off x="10295282" y="3938857"/>
                  <a:ext cx="25524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DC92C013-AB07-5DAF-49F4-26D19747B241}"/>
                    </a:ext>
                  </a:extLst>
                </p14:cNvPr>
                <p14:cNvContentPartPr/>
                <p14:nvPr/>
              </p14:nvContentPartPr>
              <p14:xfrm>
                <a:off x="10553042" y="3672457"/>
                <a:ext cx="159480" cy="361080"/>
              </p14:xfrm>
            </p:contentPart>
          </mc:Choice>
          <mc:Fallback xmlns="">
            <p:pic>
              <p:nvPicPr>
                <p:cNvPr id="26" name="Ink 25">
                  <a:extLst>
                    <a:ext uri="{FF2B5EF4-FFF2-40B4-BE49-F238E27FC236}">
                      <a16:creationId xmlns:a16="http://schemas.microsoft.com/office/drawing/2014/main" id="{DC92C013-AB07-5DAF-49F4-26D19747B241}"/>
                    </a:ext>
                  </a:extLst>
                </p:cNvPr>
                <p:cNvPicPr/>
                <p:nvPr/>
              </p:nvPicPr>
              <p:blipFill>
                <a:blip r:embed="rId42"/>
                <a:stretch>
                  <a:fillRect/>
                </a:stretch>
              </p:blipFill>
              <p:spPr>
                <a:xfrm>
                  <a:off x="10546922" y="3666337"/>
                  <a:ext cx="17172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53828D4C-202E-FFCF-0E9C-903657B11CD1}"/>
                    </a:ext>
                  </a:extLst>
                </p14:cNvPr>
                <p14:cNvContentPartPr/>
                <p14:nvPr/>
              </p14:nvContentPartPr>
              <p14:xfrm>
                <a:off x="10494002" y="3884137"/>
                <a:ext cx="103320" cy="101880"/>
              </p14:xfrm>
            </p:contentPart>
          </mc:Choice>
          <mc:Fallback xmlns="">
            <p:pic>
              <p:nvPicPr>
                <p:cNvPr id="27" name="Ink 26">
                  <a:extLst>
                    <a:ext uri="{FF2B5EF4-FFF2-40B4-BE49-F238E27FC236}">
                      <a16:creationId xmlns:a16="http://schemas.microsoft.com/office/drawing/2014/main" id="{53828D4C-202E-FFCF-0E9C-903657B11CD1}"/>
                    </a:ext>
                  </a:extLst>
                </p:cNvPr>
                <p:cNvPicPr/>
                <p:nvPr/>
              </p:nvPicPr>
              <p:blipFill>
                <a:blip r:embed="rId44"/>
                <a:stretch>
                  <a:fillRect/>
                </a:stretch>
              </p:blipFill>
              <p:spPr>
                <a:xfrm>
                  <a:off x="10487882" y="3878017"/>
                  <a:ext cx="1155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78F69CDA-54DA-217A-2BC5-A376274875A3}"/>
                    </a:ext>
                  </a:extLst>
                </p14:cNvPr>
                <p14:cNvContentPartPr/>
                <p14:nvPr/>
              </p14:nvContentPartPr>
              <p14:xfrm>
                <a:off x="10600562" y="3779017"/>
                <a:ext cx="20520" cy="10800"/>
              </p14:xfrm>
            </p:contentPart>
          </mc:Choice>
          <mc:Fallback xmlns="">
            <p:pic>
              <p:nvPicPr>
                <p:cNvPr id="28" name="Ink 27">
                  <a:extLst>
                    <a:ext uri="{FF2B5EF4-FFF2-40B4-BE49-F238E27FC236}">
                      <a16:creationId xmlns:a16="http://schemas.microsoft.com/office/drawing/2014/main" id="{78F69CDA-54DA-217A-2BC5-A376274875A3}"/>
                    </a:ext>
                  </a:extLst>
                </p:cNvPr>
                <p:cNvPicPr/>
                <p:nvPr/>
              </p:nvPicPr>
              <p:blipFill>
                <a:blip r:embed="rId46"/>
                <a:stretch>
                  <a:fillRect/>
                </a:stretch>
              </p:blipFill>
              <p:spPr>
                <a:xfrm>
                  <a:off x="10594442" y="3772897"/>
                  <a:ext cx="327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8CCF5747-EDB5-5F82-CAA6-A755A9FC4528}"/>
                    </a:ext>
                  </a:extLst>
                </p14:cNvPr>
                <p14:cNvContentPartPr/>
                <p14:nvPr/>
              </p14:nvContentPartPr>
              <p14:xfrm>
                <a:off x="10726202" y="3857497"/>
                <a:ext cx="38160" cy="87840"/>
              </p14:xfrm>
            </p:contentPart>
          </mc:Choice>
          <mc:Fallback xmlns="">
            <p:pic>
              <p:nvPicPr>
                <p:cNvPr id="29" name="Ink 28">
                  <a:extLst>
                    <a:ext uri="{FF2B5EF4-FFF2-40B4-BE49-F238E27FC236}">
                      <a16:creationId xmlns:a16="http://schemas.microsoft.com/office/drawing/2014/main" id="{8CCF5747-EDB5-5F82-CAA6-A755A9FC4528}"/>
                    </a:ext>
                  </a:extLst>
                </p:cNvPr>
                <p:cNvPicPr/>
                <p:nvPr/>
              </p:nvPicPr>
              <p:blipFill>
                <a:blip r:embed="rId48"/>
                <a:stretch>
                  <a:fillRect/>
                </a:stretch>
              </p:blipFill>
              <p:spPr>
                <a:xfrm>
                  <a:off x="10720082" y="3851377"/>
                  <a:ext cx="504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75F47340-A391-6336-0384-334CD4B53F50}"/>
                    </a:ext>
                  </a:extLst>
                </p14:cNvPr>
                <p14:cNvContentPartPr/>
                <p14:nvPr/>
              </p14:nvContentPartPr>
              <p14:xfrm>
                <a:off x="10793522" y="3777937"/>
                <a:ext cx="193320" cy="151200"/>
              </p14:xfrm>
            </p:contentPart>
          </mc:Choice>
          <mc:Fallback xmlns="">
            <p:pic>
              <p:nvPicPr>
                <p:cNvPr id="30" name="Ink 29">
                  <a:extLst>
                    <a:ext uri="{FF2B5EF4-FFF2-40B4-BE49-F238E27FC236}">
                      <a16:creationId xmlns:a16="http://schemas.microsoft.com/office/drawing/2014/main" id="{75F47340-A391-6336-0384-334CD4B53F50}"/>
                    </a:ext>
                  </a:extLst>
                </p:cNvPr>
                <p:cNvPicPr/>
                <p:nvPr/>
              </p:nvPicPr>
              <p:blipFill>
                <a:blip r:embed="rId50"/>
                <a:stretch>
                  <a:fillRect/>
                </a:stretch>
              </p:blipFill>
              <p:spPr>
                <a:xfrm>
                  <a:off x="10787402" y="3771817"/>
                  <a:ext cx="2055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EE51B459-B6D1-9914-2FA6-6CB888317343}"/>
                    </a:ext>
                  </a:extLst>
                </p14:cNvPr>
                <p14:cNvContentPartPr/>
                <p14:nvPr/>
              </p14:nvContentPartPr>
              <p14:xfrm>
                <a:off x="11005202" y="3726457"/>
                <a:ext cx="129600" cy="122040"/>
              </p14:xfrm>
            </p:contentPart>
          </mc:Choice>
          <mc:Fallback xmlns="">
            <p:pic>
              <p:nvPicPr>
                <p:cNvPr id="31" name="Ink 30">
                  <a:extLst>
                    <a:ext uri="{FF2B5EF4-FFF2-40B4-BE49-F238E27FC236}">
                      <a16:creationId xmlns:a16="http://schemas.microsoft.com/office/drawing/2014/main" id="{EE51B459-B6D1-9914-2FA6-6CB888317343}"/>
                    </a:ext>
                  </a:extLst>
                </p:cNvPr>
                <p:cNvPicPr/>
                <p:nvPr/>
              </p:nvPicPr>
              <p:blipFill>
                <a:blip r:embed="rId52"/>
                <a:stretch>
                  <a:fillRect/>
                </a:stretch>
              </p:blipFill>
              <p:spPr>
                <a:xfrm>
                  <a:off x="10999082" y="3720337"/>
                  <a:ext cx="1418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27D9C6BC-3511-8566-3AFA-323AD9B67387}"/>
                    </a:ext>
                  </a:extLst>
                </p14:cNvPr>
                <p14:cNvContentPartPr/>
                <p14:nvPr/>
              </p14:nvContentPartPr>
              <p14:xfrm>
                <a:off x="11213642" y="3658777"/>
                <a:ext cx="137160" cy="128520"/>
              </p14:xfrm>
            </p:contentPart>
          </mc:Choice>
          <mc:Fallback xmlns="">
            <p:pic>
              <p:nvPicPr>
                <p:cNvPr id="32" name="Ink 31">
                  <a:extLst>
                    <a:ext uri="{FF2B5EF4-FFF2-40B4-BE49-F238E27FC236}">
                      <a16:creationId xmlns:a16="http://schemas.microsoft.com/office/drawing/2014/main" id="{27D9C6BC-3511-8566-3AFA-323AD9B67387}"/>
                    </a:ext>
                  </a:extLst>
                </p:cNvPr>
                <p:cNvPicPr/>
                <p:nvPr/>
              </p:nvPicPr>
              <p:blipFill>
                <a:blip r:embed="rId54"/>
                <a:stretch>
                  <a:fillRect/>
                </a:stretch>
              </p:blipFill>
              <p:spPr>
                <a:xfrm>
                  <a:off x="11207522" y="3652657"/>
                  <a:ext cx="1494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C8B2BC9A-8C0F-6817-9CD6-A565755A2D61}"/>
                    </a:ext>
                  </a:extLst>
                </p14:cNvPr>
                <p14:cNvContentPartPr/>
                <p14:nvPr/>
              </p14:nvContentPartPr>
              <p14:xfrm>
                <a:off x="11289962" y="3244057"/>
                <a:ext cx="188280" cy="426960"/>
              </p14:xfrm>
            </p:contentPart>
          </mc:Choice>
          <mc:Fallback xmlns="">
            <p:pic>
              <p:nvPicPr>
                <p:cNvPr id="33" name="Ink 32">
                  <a:extLst>
                    <a:ext uri="{FF2B5EF4-FFF2-40B4-BE49-F238E27FC236}">
                      <a16:creationId xmlns:a16="http://schemas.microsoft.com/office/drawing/2014/main" id="{C8B2BC9A-8C0F-6817-9CD6-A565755A2D61}"/>
                    </a:ext>
                  </a:extLst>
                </p:cNvPr>
                <p:cNvPicPr/>
                <p:nvPr/>
              </p:nvPicPr>
              <p:blipFill>
                <a:blip r:embed="rId56"/>
                <a:stretch>
                  <a:fillRect/>
                </a:stretch>
              </p:blipFill>
              <p:spPr>
                <a:xfrm>
                  <a:off x="11283842" y="3237937"/>
                  <a:ext cx="20052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042DE18C-1A14-1B1B-9977-D1F44446E804}"/>
                    </a:ext>
                  </a:extLst>
                </p14:cNvPr>
                <p14:cNvContentPartPr/>
                <p14:nvPr/>
              </p14:nvContentPartPr>
              <p14:xfrm>
                <a:off x="11298242" y="3669937"/>
                <a:ext cx="247680" cy="68760"/>
              </p14:xfrm>
            </p:contentPart>
          </mc:Choice>
          <mc:Fallback xmlns="">
            <p:pic>
              <p:nvPicPr>
                <p:cNvPr id="35" name="Ink 34">
                  <a:extLst>
                    <a:ext uri="{FF2B5EF4-FFF2-40B4-BE49-F238E27FC236}">
                      <a16:creationId xmlns:a16="http://schemas.microsoft.com/office/drawing/2014/main" id="{042DE18C-1A14-1B1B-9977-D1F44446E804}"/>
                    </a:ext>
                  </a:extLst>
                </p:cNvPr>
                <p:cNvPicPr/>
                <p:nvPr/>
              </p:nvPicPr>
              <p:blipFill>
                <a:blip r:embed="rId58"/>
                <a:stretch>
                  <a:fillRect/>
                </a:stretch>
              </p:blipFill>
              <p:spPr>
                <a:xfrm>
                  <a:off x="11292122" y="3663817"/>
                  <a:ext cx="259920" cy="81000"/>
                </a:xfrm>
                <a:prstGeom prst="rect">
                  <a:avLst/>
                </a:prstGeom>
              </p:spPr>
            </p:pic>
          </mc:Fallback>
        </mc:AlternateContent>
      </p:grpSp>
    </p:spTree>
    <p:extLst>
      <p:ext uri="{BB962C8B-B14F-4D97-AF65-F5344CB8AC3E}">
        <p14:creationId xmlns:p14="http://schemas.microsoft.com/office/powerpoint/2010/main" val="19937468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167FC-0263-A413-B627-1469A3CD8C45}"/>
              </a:ext>
            </a:extLst>
          </p:cNvPr>
          <p:cNvSpPr>
            <a:spLocks noGrp="1"/>
          </p:cNvSpPr>
          <p:nvPr>
            <p:ph type="title"/>
          </p:nvPr>
        </p:nvSpPr>
        <p:spPr/>
        <p:txBody>
          <a:bodyPr/>
          <a:lstStyle/>
          <a:p>
            <a:r>
              <a:rPr lang="en-GB" dirty="0"/>
              <a:t>Pesona – End User Testing</a:t>
            </a:r>
          </a:p>
        </p:txBody>
      </p:sp>
      <p:pic>
        <p:nvPicPr>
          <p:cNvPr id="5" name="Content Placeholder 4">
            <a:extLst>
              <a:ext uri="{FF2B5EF4-FFF2-40B4-BE49-F238E27FC236}">
                <a16:creationId xmlns:a16="http://schemas.microsoft.com/office/drawing/2014/main" id="{CA8558F8-96D8-7122-EBFD-DFB79A7EFE3A}"/>
              </a:ext>
            </a:extLst>
          </p:cNvPr>
          <p:cNvPicPr>
            <a:picLocks noGrp="1" noChangeAspect="1"/>
          </p:cNvPicPr>
          <p:nvPr>
            <p:ph idx="1"/>
          </p:nvPr>
        </p:nvPicPr>
        <p:blipFill>
          <a:blip r:embed="rId2"/>
          <a:stretch>
            <a:fillRect/>
          </a:stretch>
        </p:blipFill>
        <p:spPr>
          <a:xfrm>
            <a:off x="1845303" y="1690688"/>
            <a:ext cx="8501395" cy="468000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51ABF0E-BACF-52A4-1472-AAB0EA5B3DC3}"/>
                  </a:ext>
                </a:extLst>
              </p14:cNvPr>
              <p14:cNvContentPartPr/>
              <p14:nvPr/>
            </p14:nvContentPartPr>
            <p14:xfrm>
              <a:off x="4631042" y="3909697"/>
              <a:ext cx="4009320" cy="112680"/>
            </p14:xfrm>
          </p:contentPart>
        </mc:Choice>
        <mc:Fallback xmlns="">
          <p:pic>
            <p:nvPicPr>
              <p:cNvPr id="6" name="Ink 5">
                <a:extLst>
                  <a:ext uri="{FF2B5EF4-FFF2-40B4-BE49-F238E27FC236}">
                    <a16:creationId xmlns:a16="http://schemas.microsoft.com/office/drawing/2014/main" id="{651ABF0E-BACF-52A4-1472-AAB0EA5B3DC3}"/>
                  </a:ext>
                </a:extLst>
              </p:cNvPr>
              <p:cNvPicPr/>
              <p:nvPr/>
            </p:nvPicPr>
            <p:blipFill>
              <a:blip r:embed="rId4"/>
              <a:stretch>
                <a:fillRect/>
              </a:stretch>
            </p:blipFill>
            <p:spPr>
              <a:xfrm>
                <a:off x="4624922" y="3903577"/>
                <a:ext cx="4021560" cy="124920"/>
              </a:xfrm>
              <a:prstGeom prst="rect">
                <a:avLst/>
              </a:prstGeom>
            </p:spPr>
          </p:pic>
        </mc:Fallback>
      </mc:AlternateContent>
      <p:grpSp>
        <p:nvGrpSpPr>
          <p:cNvPr id="49" name="Group 48">
            <a:extLst>
              <a:ext uri="{FF2B5EF4-FFF2-40B4-BE49-F238E27FC236}">
                <a16:creationId xmlns:a16="http://schemas.microsoft.com/office/drawing/2014/main" id="{995B2B32-E462-908A-5547-EE41569C92F4}"/>
              </a:ext>
            </a:extLst>
          </p:cNvPr>
          <p:cNvGrpSpPr/>
          <p:nvPr/>
        </p:nvGrpSpPr>
        <p:grpSpPr>
          <a:xfrm>
            <a:off x="9223202" y="1322017"/>
            <a:ext cx="916560" cy="618480"/>
            <a:chOff x="9223202" y="1322017"/>
            <a:chExt cx="916560" cy="618480"/>
          </a:xfrm>
        </p:grpSpPr>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19242D7D-0774-5935-7BB4-F21AA5DEE42A}"/>
                    </a:ext>
                  </a:extLst>
                </p14:cNvPr>
                <p14:cNvContentPartPr/>
                <p14:nvPr/>
              </p14:nvContentPartPr>
              <p14:xfrm>
                <a:off x="9223202" y="1369177"/>
                <a:ext cx="234360" cy="561600"/>
              </p14:xfrm>
            </p:contentPart>
          </mc:Choice>
          <mc:Fallback xmlns="">
            <p:pic>
              <p:nvPicPr>
                <p:cNvPr id="29" name="Ink 28">
                  <a:extLst>
                    <a:ext uri="{FF2B5EF4-FFF2-40B4-BE49-F238E27FC236}">
                      <a16:creationId xmlns:a16="http://schemas.microsoft.com/office/drawing/2014/main" id="{19242D7D-0774-5935-7BB4-F21AA5DEE42A}"/>
                    </a:ext>
                  </a:extLst>
                </p:cNvPr>
                <p:cNvPicPr/>
                <p:nvPr/>
              </p:nvPicPr>
              <p:blipFill>
                <a:blip r:embed="rId6"/>
                <a:stretch>
                  <a:fillRect/>
                </a:stretch>
              </p:blipFill>
              <p:spPr>
                <a:xfrm>
                  <a:off x="9217082" y="1363057"/>
                  <a:ext cx="246600" cy="573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0" name="Ink 29">
                  <a:extLst>
                    <a:ext uri="{FF2B5EF4-FFF2-40B4-BE49-F238E27FC236}">
                      <a16:creationId xmlns:a16="http://schemas.microsoft.com/office/drawing/2014/main" id="{C235569A-551D-997A-AF49-0887EF065B61}"/>
                    </a:ext>
                  </a:extLst>
                </p14:cNvPr>
                <p14:cNvContentPartPr/>
                <p14:nvPr/>
              </p14:nvContentPartPr>
              <p14:xfrm>
                <a:off x="9459362" y="1389697"/>
                <a:ext cx="31320" cy="550800"/>
              </p14:xfrm>
            </p:contentPart>
          </mc:Choice>
          <mc:Fallback xmlns="">
            <p:pic>
              <p:nvPicPr>
                <p:cNvPr id="30" name="Ink 29">
                  <a:extLst>
                    <a:ext uri="{FF2B5EF4-FFF2-40B4-BE49-F238E27FC236}">
                      <a16:creationId xmlns:a16="http://schemas.microsoft.com/office/drawing/2014/main" id="{C235569A-551D-997A-AF49-0887EF065B61}"/>
                    </a:ext>
                  </a:extLst>
                </p:cNvPr>
                <p:cNvPicPr/>
                <p:nvPr/>
              </p:nvPicPr>
              <p:blipFill>
                <a:blip r:embed="rId8"/>
                <a:stretch>
                  <a:fillRect/>
                </a:stretch>
              </p:blipFill>
              <p:spPr>
                <a:xfrm>
                  <a:off x="9453242" y="1383577"/>
                  <a:ext cx="43560" cy="563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1" name="Ink 30">
                  <a:extLst>
                    <a:ext uri="{FF2B5EF4-FFF2-40B4-BE49-F238E27FC236}">
                      <a16:creationId xmlns:a16="http://schemas.microsoft.com/office/drawing/2014/main" id="{98895907-FB00-E23E-3793-8ED5B61FD393}"/>
                    </a:ext>
                  </a:extLst>
                </p14:cNvPr>
                <p14:cNvContentPartPr/>
                <p14:nvPr/>
              </p14:nvContentPartPr>
              <p14:xfrm>
                <a:off x="9582842" y="1713337"/>
                <a:ext cx="131400" cy="190800"/>
              </p14:xfrm>
            </p:contentPart>
          </mc:Choice>
          <mc:Fallback xmlns="">
            <p:pic>
              <p:nvPicPr>
                <p:cNvPr id="31" name="Ink 30">
                  <a:extLst>
                    <a:ext uri="{FF2B5EF4-FFF2-40B4-BE49-F238E27FC236}">
                      <a16:creationId xmlns:a16="http://schemas.microsoft.com/office/drawing/2014/main" id="{98895907-FB00-E23E-3793-8ED5B61FD393}"/>
                    </a:ext>
                  </a:extLst>
                </p:cNvPr>
                <p:cNvPicPr/>
                <p:nvPr/>
              </p:nvPicPr>
              <p:blipFill>
                <a:blip r:embed="rId10"/>
                <a:stretch>
                  <a:fillRect/>
                </a:stretch>
              </p:blipFill>
              <p:spPr>
                <a:xfrm>
                  <a:off x="9576722" y="1707217"/>
                  <a:ext cx="1436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2" name="Ink 31">
                  <a:extLst>
                    <a:ext uri="{FF2B5EF4-FFF2-40B4-BE49-F238E27FC236}">
                      <a16:creationId xmlns:a16="http://schemas.microsoft.com/office/drawing/2014/main" id="{7442FCE8-92DD-98EE-2E89-A45CFA6B78C1}"/>
                    </a:ext>
                  </a:extLst>
                </p14:cNvPr>
                <p14:cNvContentPartPr/>
                <p14:nvPr/>
              </p14:nvContentPartPr>
              <p14:xfrm>
                <a:off x="9795242" y="1693897"/>
                <a:ext cx="136440" cy="202320"/>
              </p14:xfrm>
            </p:contentPart>
          </mc:Choice>
          <mc:Fallback xmlns="">
            <p:pic>
              <p:nvPicPr>
                <p:cNvPr id="32" name="Ink 31">
                  <a:extLst>
                    <a:ext uri="{FF2B5EF4-FFF2-40B4-BE49-F238E27FC236}">
                      <a16:creationId xmlns:a16="http://schemas.microsoft.com/office/drawing/2014/main" id="{7442FCE8-92DD-98EE-2E89-A45CFA6B78C1}"/>
                    </a:ext>
                  </a:extLst>
                </p:cNvPr>
                <p:cNvPicPr/>
                <p:nvPr/>
              </p:nvPicPr>
              <p:blipFill>
                <a:blip r:embed="rId12"/>
                <a:stretch>
                  <a:fillRect/>
                </a:stretch>
              </p:blipFill>
              <p:spPr>
                <a:xfrm>
                  <a:off x="9789122" y="1687777"/>
                  <a:ext cx="14868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3" name="Ink 32">
                  <a:extLst>
                    <a:ext uri="{FF2B5EF4-FFF2-40B4-BE49-F238E27FC236}">
                      <a16:creationId xmlns:a16="http://schemas.microsoft.com/office/drawing/2014/main" id="{9FD4127A-7883-0E84-DF04-9CF3042B1531}"/>
                    </a:ext>
                  </a:extLst>
                </p14:cNvPr>
                <p14:cNvContentPartPr/>
                <p14:nvPr/>
              </p14:nvContentPartPr>
              <p14:xfrm>
                <a:off x="9881282" y="1322017"/>
                <a:ext cx="258480" cy="527400"/>
              </p14:xfrm>
            </p:contentPart>
          </mc:Choice>
          <mc:Fallback xmlns="">
            <p:pic>
              <p:nvPicPr>
                <p:cNvPr id="33" name="Ink 32">
                  <a:extLst>
                    <a:ext uri="{FF2B5EF4-FFF2-40B4-BE49-F238E27FC236}">
                      <a16:creationId xmlns:a16="http://schemas.microsoft.com/office/drawing/2014/main" id="{9FD4127A-7883-0E84-DF04-9CF3042B1531}"/>
                    </a:ext>
                  </a:extLst>
                </p:cNvPr>
                <p:cNvPicPr/>
                <p:nvPr/>
              </p:nvPicPr>
              <p:blipFill>
                <a:blip r:embed="rId14"/>
                <a:stretch>
                  <a:fillRect/>
                </a:stretch>
              </p:blipFill>
              <p:spPr>
                <a:xfrm>
                  <a:off x="9875162" y="1315897"/>
                  <a:ext cx="270720" cy="539640"/>
                </a:xfrm>
                <a:prstGeom prst="rect">
                  <a:avLst/>
                </a:prstGeom>
              </p:spPr>
            </p:pic>
          </mc:Fallback>
        </mc:AlternateContent>
      </p:grpSp>
      <p:grpSp>
        <p:nvGrpSpPr>
          <p:cNvPr id="48" name="Group 47">
            <a:extLst>
              <a:ext uri="{FF2B5EF4-FFF2-40B4-BE49-F238E27FC236}">
                <a16:creationId xmlns:a16="http://schemas.microsoft.com/office/drawing/2014/main" id="{C35E3AE6-8065-6DA6-08C6-8F11A193F408}"/>
              </a:ext>
            </a:extLst>
          </p:cNvPr>
          <p:cNvGrpSpPr/>
          <p:nvPr/>
        </p:nvGrpSpPr>
        <p:grpSpPr>
          <a:xfrm>
            <a:off x="10389962" y="1188097"/>
            <a:ext cx="1616760" cy="780840"/>
            <a:chOff x="10389962" y="1188097"/>
            <a:chExt cx="1616760" cy="780840"/>
          </a:xfrm>
        </p:grpSpPr>
        <mc:AlternateContent xmlns:mc="http://schemas.openxmlformats.org/markup-compatibility/2006" xmlns:p14="http://schemas.microsoft.com/office/powerpoint/2010/main">
          <mc:Choice Requires="p14">
            <p:contentPart p14:bwMode="auto" r:id="rId15">
              <p14:nvContentPartPr>
                <p14:cNvPr id="34" name="Ink 33">
                  <a:extLst>
                    <a:ext uri="{FF2B5EF4-FFF2-40B4-BE49-F238E27FC236}">
                      <a16:creationId xmlns:a16="http://schemas.microsoft.com/office/drawing/2014/main" id="{2FCBF8F4-8578-6F9C-961C-554075B4AF14}"/>
                    </a:ext>
                  </a:extLst>
                </p14:cNvPr>
                <p14:cNvContentPartPr/>
                <p14:nvPr/>
              </p14:nvContentPartPr>
              <p14:xfrm>
                <a:off x="10389962" y="1277017"/>
                <a:ext cx="242640" cy="537120"/>
              </p14:xfrm>
            </p:contentPart>
          </mc:Choice>
          <mc:Fallback xmlns="">
            <p:pic>
              <p:nvPicPr>
                <p:cNvPr id="34" name="Ink 33">
                  <a:extLst>
                    <a:ext uri="{FF2B5EF4-FFF2-40B4-BE49-F238E27FC236}">
                      <a16:creationId xmlns:a16="http://schemas.microsoft.com/office/drawing/2014/main" id="{2FCBF8F4-8578-6F9C-961C-554075B4AF14}"/>
                    </a:ext>
                  </a:extLst>
                </p:cNvPr>
                <p:cNvPicPr/>
                <p:nvPr/>
              </p:nvPicPr>
              <p:blipFill>
                <a:blip r:embed="rId16"/>
                <a:stretch>
                  <a:fillRect/>
                </a:stretch>
              </p:blipFill>
              <p:spPr>
                <a:xfrm>
                  <a:off x="10383842" y="1270897"/>
                  <a:ext cx="254880" cy="549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5" name="Ink 34">
                  <a:extLst>
                    <a:ext uri="{FF2B5EF4-FFF2-40B4-BE49-F238E27FC236}">
                      <a16:creationId xmlns:a16="http://schemas.microsoft.com/office/drawing/2014/main" id="{00A2E6C5-9369-E448-0376-CF599DC0FE27}"/>
                    </a:ext>
                  </a:extLst>
                </p14:cNvPr>
                <p14:cNvContentPartPr/>
                <p14:nvPr/>
              </p14:nvContentPartPr>
              <p14:xfrm>
                <a:off x="10627922" y="1628017"/>
                <a:ext cx="163800" cy="214200"/>
              </p14:xfrm>
            </p:contentPart>
          </mc:Choice>
          <mc:Fallback xmlns="">
            <p:pic>
              <p:nvPicPr>
                <p:cNvPr id="35" name="Ink 34">
                  <a:extLst>
                    <a:ext uri="{FF2B5EF4-FFF2-40B4-BE49-F238E27FC236}">
                      <a16:creationId xmlns:a16="http://schemas.microsoft.com/office/drawing/2014/main" id="{00A2E6C5-9369-E448-0376-CF599DC0FE27}"/>
                    </a:ext>
                  </a:extLst>
                </p:cNvPr>
                <p:cNvPicPr/>
                <p:nvPr/>
              </p:nvPicPr>
              <p:blipFill>
                <a:blip r:embed="rId18"/>
                <a:stretch>
                  <a:fillRect/>
                </a:stretch>
              </p:blipFill>
              <p:spPr>
                <a:xfrm>
                  <a:off x="10621802" y="1621897"/>
                  <a:ext cx="17604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0C6F35B9-C3DA-16D4-EA1F-F3AE31BEB853}"/>
                    </a:ext>
                  </a:extLst>
                </p14:cNvPr>
                <p14:cNvContentPartPr/>
                <p14:nvPr/>
              </p14:nvContentPartPr>
              <p14:xfrm>
                <a:off x="10698482" y="1679857"/>
                <a:ext cx="277560" cy="71640"/>
              </p14:xfrm>
            </p:contentPart>
          </mc:Choice>
          <mc:Fallback xmlns="">
            <p:pic>
              <p:nvPicPr>
                <p:cNvPr id="36" name="Ink 35">
                  <a:extLst>
                    <a:ext uri="{FF2B5EF4-FFF2-40B4-BE49-F238E27FC236}">
                      <a16:creationId xmlns:a16="http://schemas.microsoft.com/office/drawing/2014/main" id="{0C6F35B9-C3DA-16D4-EA1F-F3AE31BEB853}"/>
                    </a:ext>
                  </a:extLst>
                </p:cNvPr>
                <p:cNvPicPr/>
                <p:nvPr/>
              </p:nvPicPr>
              <p:blipFill>
                <a:blip r:embed="rId20"/>
                <a:stretch>
                  <a:fillRect/>
                </a:stretch>
              </p:blipFill>
              <p:spPr>
                <a:xfrm>
                  <a:off x="10692362" y="1673737"/>
                  <a:ext cx="2898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7" name="Ink 36">
                  <a:extLst>
                    <a:ext uri="{FF2B5EF4-FFF2-40B4-BE49-F238E27FC236}">
                      <a16:creationId xmlns:a16="http://schemas.microsoft.com/office/drawing/2014/main" id="{91ADEFE5-C599-AABD-16C4-5E9367A3C128}"/>
                    </a:ext>
                  </a:extLst>
                </p14:cNvPr>
                <p14:cNvContentPartPr/>
                <p14:nvPr/>
              </p14:nvContentPartPr>
              <p14:xfrm>
                <a:off x="10812242" y="1560337"/>
                <a:ext cx="216720" cy="278280"/>
              </p14:xfrm>
            </p:contentPart>
          </mc:Choice>
          <mc:Fallback xmlns="">
            <p:pic>
              <p:nvPicPr>
                <p:cNvPr id="37" name="Ink 36">
                  <a:extLst>
                    <a:ext uri="{FF2B5EF4-FFF2-40B4-BE49-F238E27FC236}">
                      <a16:creationId xmlns:a16="http://schemas.microsoft.com/office/drawing/2014/main" id="{91ADEFE5-C599-AABD-16C4-5E9367A3C128}"/>
                    </a:ext>
                  </a:extLst>
                </p:cNvPr>
                <p:cNvPicPr/>
                <p:nvPr/>
              </p:nvPicPr>
              <p:blipFill>
                <a:blip r:embed="rId22"/>
                <a:stretch>
                  <a:fillRect/>
                </a:stretch>
              </p:blipFill>
              <p:spPr>
                <a:xfrm>
                  <a:off x="10806122" y="1554217"/>
                  <a:ext cx="22896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8" name="Ink 37">
                  <a:extLst>
                    <a:ext uri="{FF2B5EF4-FFF2-40B4-BE49-F238E27FC236}">
                      <a16:creationId xmlns:a16="http://schemas.microsoft.com/office/drawing/2014/main" id="{62B16F27-E32A-1933-973D-0049E2EA57E3}"/>
                    </a:ext>
                  </a:extLst>
                </p14:cNvPr>
                <p14:cNvContentPartPr/>
                <p14:nvPr/>
              </p14:nvContentPartPr>
              <p14:xfrm>
                <a:off x="11234522" y="1201057"/>
                <a:ext cx="15840" cy="677520"/>
              </p14:xfrm>
            </p:contentPart>
          </mc:Choice>
          <mc:Fallback xmlns="">
            <p:pic>
              <p:nvPicPr>
                <p:cNvPr id="38" name="Ink 37">
                  <a:extLst>
                    <a:ext uri="{FF2B5EF4-FFF2-40B4-BE49-F238E27FC236}">
                      <a16:creationId xmlns:a16="http://schemas.microsoft.com/office/drawing/2014/main" id="{62B16F27-E32A-1933-973D-0049E2EA57E3}"/>
                    </a:ext>
                  </a:extLst>
                </p:cNvPr>
                <p:cNvPicPr/>
                <p:nvPr/>
              </p:nvPicPr>
              <p:blipFill>
                <a:blip r:embed="rId24"/>
                <a:stretch>
                  <a:fillRect/>
                </a:stretch>
              </p:blipFill>
              <p:spPr>
                <a:xfrm>
                  <a:off x="11228402" y="1194937"/>
                  <a:ext cx="28080" cy="689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9" name="Ink 38">
                  <a:extLst>
                    <a:ext uri="{FF2B5EF4-FFF2-40B4-BE49-F238E27FC236}">
                      <a16:creationId xmlns:a16="http://schemas.microsoft.com/office/drawing/2014/main" id="{6409B45B-FA1F-1778-82BE-06FA0D92F818}"/>
                    </a:ext>
                  </a:extLst>
                </p14:cNvPr>
                <p14:cNvContentPartPr/>
                <p14:nvPr/>
              </p14:nvContentPartPr>
              <p14:xfrm>
                <a:off x="11186282" y="1646737"/>
                <a:ext cx="209160" cy="99000"/>
              </p14:xfrm>
            </p:contentPart>
          </mc:Choice>
          <mc:Fallback xmlns="">
            <p:pic>
              <p:nvPicPr>
                <p:cNvPr id="39" name="Ink 38">
                  <a:extLst>
                    <a:ext uri="{FF2B5EF4-FFF2-40B4-BE49-F238E27FC236}">
                      <a16:creationId xmlns:a16="http://schemas.microsoft.com/office/drawing/2014/main" id="{6409B45B-FA1F-1778-82BE-06FA0D92F818}"/>
                    </a:ext>
                  </a:extLst>
                </p:cNvPr>
                <p:cNvPicPr/>
                <p:nvPr/>
              </p:nvPicPr>
              <p:blipFill>
                <a:blip r:embed="rId26"/>
                <a:stretch>
                  <a:fillRect/>
                </a:stretch>
              </p:blipFill>
              <p:spPr>
                <a:xfrm>
                  <a:off x="11180162" y="1640617"/>
                  <a:ext cx="2214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0" name="Ink 39">
                  <a:extLst>
                    <a:ext uri="{FF2B5EF4-FFF2-40B4-BE49-F238E27FC236}">
                      <a16:creationId xmlns:a16="http://schemas.microsoft.com/office/drawing/2014/main" id="{4CED9463-3632-C876-898A-53229BB6280A}"/>
                    </a:ext>
                  </a:extLst>
                </p14:cNvPr>
                <p14:cNvContentPartPr/>
                <p14:nvPr/>
              </p14:nvContentPartPr>
              <p14:xfrm>
                <a:off x="11293202" y="1578697"/>
                <a:ext cx="186840" cy="217440"/>
              </p14:xfrm>
            </p:contentPart>
          </mc:Choice>
          <mc:Fallback xmlns="">
            <p:pic>
              <p:nvPicPr>
                <p:cNvPr id="40" name="Ink 39">
                  <a:extLst>
                    <a:ext uri="{FF2B5EF4-FFF2-40B4-BE49-F238E27FC236}">
                      <a16:creationId xmlns:a16="http://schemas.microsoft.com/office/drawing/2014/main" id="{4CED9463-3632-C876-898A-53229BB6280A}"/>
                    </a:ext>
                  </a:extLst>
                </p:cNvPr>
                <p:cNvPicPr/>
                <p:nvPr/>
              </p:nvPicPr>
              <p:blipFill>
                <a:blip r:embed="rId28"/>
                <a:stretch>
                  <a:fillRect/>
                </a:stretch>
              </p:blipFill>
              <p:spPr>
                <a:xfrm>
                  <a:off x="11287082" y="1572577"/>
                  <a:ext cx="19908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1" name="Ink 40">
                  <a:extLst>
                    <a:ext uri="{FF2B5EF4-FFF2-40B4-BE49-F238E27FC236}">
                      <a16:creationId xmlns:a16="http://schemas.microsoft.com/office/drawing/2014/main" id="{63BA7F99-9B5E-2E80-FC0E-B29ABCD1F250}"/>
                    </a:ext>
                  </a:extLst>
                </p14:cNvPr>
                <p14:cNvContentPartPr/>
                <p14:nvPr/>
              </p14:nvContentPartPr>
              <p14:xfrm>
                <a:off x="11466002" y="1564297"/>
                <a:ext cx="149400" cy="218520"/>
              </p14:xfrm>
            </p:contentPart>
          </mc:Choice>
          <mc:Fallback xmlns="">
            <p:pic>
              <p:nvPicPr>
                <p:cNvPr id="41" name="Ink 40">
                  <a:extLst>
                    <a:ext uri="{FF2B5EF4-FFF2-40B4-BE49-F238E27FC236}">
                      <a16:creationId xmlns:a16="http://schemas.microsoft.com/office/drawing/2014/main" id="{63BA7F99-9B5E-2E80-FC0E-B29ABCD1F250}"/>
                    </a:ext>
                  </a:extLst>
                </p:cNvPr>
                <p:cNvPicPr/>
                <p:nvPr/>
              </p:nvPicPr>
              <p:blipFill>
                <a:blip r:embed="rId30"/>
                <a:stretch>
                  <a:fillRect/>
                </a:stretch>
              </p:blipFill>
              <p:spPr>
                <a:xfrm>
                  <a:off x="11459882" y="1558177"/>
                  <a:ext cx="16164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2" name="Ink 41">
                  <a:extLst>
                    <a:ext uri="{FF2B5EF4-FFF2-40B4-BE49-F238E27FC236}">
                      <a16:creationId xmlns:a16="http://schemas.microsoft.com/office/drawing/2014/main" id="{B73607E2-C23A-E5A9-5E85-88F806460ED8}"/>
                    </a:ext>
                  </a:extLst>
                </p14:cNvPr>
                <p14:cNvContentPartPr/>
                <p14:nvPr/>
              </p14:nvContentPartPr>
              <p14:xfrm>
                <a:off x="11573642" y="1188097"/>
                <a:ext cx="44640" cy="567720"/>
              </p14:xfrm>
            </p:contentPart>
          </mc:Choice>
          <mc:Fallback xmlns="">
            <p:pic>
              <p:nvPicPr>
                <p:cNvPr id="42" name="Ink 41">
                  <a:extLst>
                    <a:ext uri="{FF2B5EF4-FFF2-40B4-BE49-F238E27FC236}">
                      <a16:creationId xmlns:a16="http://schemas.microsoft.com/office/drawing/2014/main" id="{B73607E2-C23A-E5A9-5E85-88F806460ED8}"/>
                    </a:ext>
                  </a:extLst>
                </p:cNvPr>
                <p:cNvPicPr/>
                <p:nvPr/>
              </p:nvPicPr>
              <p:blipFill>
                <a:blip r:embed="rId32"/>
                <a:stretch>
                  <a:fillRect/>
                </a:stretch>
              </p:blipFill>
              <p:spPr>
                <a:xfrm>
                  <a:off x="11567522" y="1181977"/>
                  <a:ext cx="56880" cy="579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3" name="Ink 42">
                  <a:extLst>
                    <a:ext uri="{FF2B5EF4-FFF2-40B4-BE49-F238E27FC236}">
                      <a16:creationId xmlns:a16="http://schemas.microsoft.com/office/drawing/2014/main" id="{9E6BFBD1-5338-DFF8-8086-C2A3DA521F73}"/>
                    </a:ext>
                  </a:extLst>
                </p14:cNvPr>
                <p14:cNvContentPartPr/>
                <p14:nvPr/>
              </p14:nvContentPartPr>
              <p14:xfrm>
                <a:off x="11520362" y="1550257"/>
                <a:ext cx="129960" cy="96480"/>
              </p14:xfrm>
            </p:contentPart>
          </mc:Choice>
          <mc:Fallback xmlns="">
            <p:pic>
              <p:nvPicPr>
                <p:cNvPr id="43" name="Ink 42">
                  <a:extLst>
                    <a:ext uri="{FF2B5EF4-FFF2-40B4-BE49-F238E27FC236}">
                      <a16:creationId xmlns:a16="http://schemas.microsoft.com/office/drawing/2014/main" id="{9E6BFBD1-5338-DFF8-8086-C2A3DA521F73}"/>
                    </a:ext>
                  </a:extLst>
                </p:cNvPr>
                <p:cNvPicPr/>
                <p:nvPr/>
              </p:nvPicPr>
              <p:blipFill>
                <a:blip r:embed="rId34"/>
                <a:stretch>
                  <a:fillRect/>
                </a:stretch>
              </p:blipFill>
              <p:spPr>
                <a:xfrm>
                  <a:off x="11514242" y="1544137"/>
                  <a:ext cx="1422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4" name="Ink 43">
                  <a:extLst>
                    <a:ext uri="{FF2B5EF4-FFF2-40B4-BE49-F238E27FC236}">
                      <a16:creationId xmlns:a16="http://schemas.microsoft.com/office/drawing/2014/main" id="{36F2DFF1-C864-827D-08B0-634AF0E5598C}"/>
                    </a:ext>
                  </a:extLst>
                </p14:cNvPr>
                <p14:cNvContentPartPr/>
                <p14:nvPr/>
              </p14:nvContentPartPr>
              <p14:xfrm>
                <a:off x="11643842" y="1457377"/>
                <a:ext cx="9360" cy="22320"/>
              </p14:xfrm>
            </p:contentPart>
          </mc:Choice>
          <mc:Fallback xmlns="">
            <p:pic>
              <p:nvPicPr>
                <p:cNvPr id="44" name="Ink 43">
                  <a:extLst>
                    <a:ext uri="{FF2B5EF4-FFF2-40B4-BE49-F238E27FC236}">
                      <a16:creationId xmlns:a16="http://schemas.microsoft.com/office/drawing/2014/main" id="{36F2DFF1-C864-827D-08B0-634AF0E5598C}"/>
                    </a:ext>
                  </a:extLst>
                </p:cNvPr>
                <p:cNvPicPr/>
                <p:nvPr/>
              </p:nvPicPr>
              <p:blipFill>
                <a:blip r:embed="rId36"/>
                <a:stretch>
                  <a:fillRect/>
                </a:stretch>
              </p:blipFill>
              <p:spPr>
                <a:xfrm>
                  <a:off x="11637722" y="1451257"/>
                  <a:ext cx="2160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5" name="Ink 44">
                  <a:extLst>
                    <a:ext uri="{FF2B5EF4-FFF2-40B4-BE49-F238E27FC236}">
                      <a16:creationId xmlns:a16="http://schemas.microsoft.com/office/drawing/2014/main" id="{DF5B898A-E02D-2DFA-D563-2011C78A1361}"/>
                    </a:ext>
                  </a:extLst>
                </p14:cNvPr>
                <p14:cNvContentPartPr/>
                <p14:nvPr/>
              </p14:nvContentPartPr>
              <p14:xfrm>
                <a:off x="11648162" y="1649617"/>
                <a:ext cx="18000" cy="64800"/>
              </p14:xfrm>
            </p:contentPart>
          </mc:Choice>
          <mc:Fallback xmlns="">
            <p:pic>
              <p:nvPicPr>
                <p:cNvPr id="45" name="Ink 44">
                  <a:extLst>
                    <a:ext uri="{FF2B5EF4-FFF2-40B4-BE49-F238E27FC236}">
                      <a16:creationId xmlns:a16="http://schemas.microsoft.com/office/drawing/2014/main" id="{DF5B898A-E02D-2DFA-D563-2011C78A1361}"/>
                    </a:ext>
                  </a:extLst>
                </p:cNvPr>
                <p:cNvPicPr/>
                <p:nvPr/>
              </p:nvPicPr>
              <p:blipFill>
                <a:blip r:embed="rId38"/>
                <a:stretch>
                  <a:fillRect/>
                </a:stretch>
              </p:blipFill>
              <p:spPr>
                <a:xfrm>
                  <a:off x="11642042" y="1643497"/>
                  <a:ext cx="3024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6" name="Ink 45">
                  <a:extLst>
                    <a:ext uri="{FF2B5EF4-FFF2-40B4-BE49-F238E27FC236}">
                      <a16:creationId xmlns:a16="http://schemas.microsoft.com/office/drawing/2014/main" id="{37BAE82C-A716-A8DC-CCB8-BC7B3626F928}"/>
                    </a:ext>
                  </a:extLst>
                </p14:cNvPr>
                <p14:cNvContentPartPr/>
                <p14:nvPr/>
              </p14:nvContentPartPr>
              <p14:xfrm>
                <a:off x="11715482" y="1535497"/>
                <a:ext cx="109440" cy="185040"/>
              </p14:xfrm>
            </p:contentPart>
          </mc:Choice>
          <mc:Fallback xmlns="">
            <p:pic>
              <p:nvPicPr>
                <p:cNvPr id="46" name="Ink 45">
                  <a:extLst>
                    <a:ext uri="{FF2B5EF4-FFF2-40B4-BE49-F238E27FC236}">
                      <a16:creationId xmlns:a16="http://schemas.microsoft.com/office/drawing/2014/main" id="{37BAE82C-A716-A8DC-CCB8-BC7B3626F928}"/>
                    </a:ext>
                  </a:extLst>
                </p:cNvPr>
                <p:cNvPicPr/>
                <p:nvPr/>
              </p:nvPicPr>
              <p:blipFill>
                <a:blip r:embed="rId40"/>
                <a:stretch>
                  <a:fillRect/>
                </a:stretch>
              </p:blipFill>
              <p:spPr>
                <a:xfrm>
                  <a:off x="11709362" y="1529377"/>
                  <a:ext cx="1216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7" name="Ink 46">
                  <a:extLst>
                    <a:ext uri="{FF2B5EF4-FFF2-40B4-BE49-F238E27FC236}">
                      <a16:creationId xmlns:a16="http://schemas.microsoft.com/office/drawing/2014/main" id="{B28631F1-1383-DE57-8E2F-361AE4B335A6}"/>
                    </a:ext>
                  </a:extLst>
                </p14:cNvPr>
                <p14:cNvContentPartPr/>
                <p14:nvPr/>
              </p14:nvContentPartPr>
              <p14:xfrm>
                <a:off x="11856602" y="1523257"/>
                <a:ext cx="150120" cy="445680"/>
              </p14:xfrm>
            </p:contentPart>
          </mc:Choice>
          <mc:Fallback xmlns="">
            <p:pic>
              <p:nvPicPr>
                <p:cNvPr id="47" name="Ink 46">
                  <a:extLst>
                    <a:ext uri="{FF2B5EF4-FFF2-40B4-BE49-F238E27FC236}">
                      <a16:creationId xmlns:a16="http://schemas.microsoft.com/office/drawing/2014/main" id="{B28631F1-1383-DE57-8E2F-361AE4B335A6}"/>
                    </a:ext>
                  </a:extLst>
                </p:cNvPr>
                <p:cNvPicPr/>
                <p:nvPr/>
              </p:nvPicPr>
              <p:blipFill>
                <a:blip r:embed="rId42"/>
                <a:stretch>
                  <a:fillRect/>
                </a:stretch>
              </p:blipFill>
              <p:spPr>
                <a:xfrm>
                  <a:off x="11850482" y="1517137"/>
                  <a:ext cx="162360" cy="457920"/>
                </a:xfrm>
                <a:prstGeom prst="rect">
                  <a:avLst/>
                </a:prstGeom>
              </p:spPr>
            </p:pic>
          </mc:Fallback>
        </mc:AlternateContent>
      </p:grpSp>
      <p:grpSp>
        <p:nvGrpSpPr>
          <p:cNvPr id="62" name="Group 61">
            <a:extLst>
              <a:ext uri="{FF2B5EF4-FFF2-40B4-BE49-F238E27FC236}">
                <a16:creationId xmlns:a16="http://schemas.microsoft.com/office/drawing/2014/main" id="{BE913C50-786B-3DFF-FA3D-50816A884C08}"/>
              </a:ext>
            </a:extLst>
          </p:cNvPr>
          <p:cNvGrpSpPr/>
          <p:nvPr/>
        </p:nvGrpSpPr>
        <p:grpSpPr>
          <a:xfrm>
            <a:off x="9588602" y="2452417"/>
            <a:ext cx="263160" cy="535320"/>
            <a:chOff x="9588602" y="2452417"/>
            <a:chExt cx="263160" cy="535320"/>
          </a:xfrm>
        </p:grpSpPr>
        <mc:AlternateContent xmlns:mc="http://schemas.openxmlformats.org/markup-compatibility/2006" xmlns:p14="http://schemas.microsoft.com/office/powerpoint/2010/main">
          <mc:Choice Requires="p14">
            <p:contentPart p14:bwMode="auto" r:id="rId43">
              <p14:nvContentPartPr>
                <p14:cNvPr id="50" name="Ink 49">
                  <a:extLst>
                    <a:ext uri="{FF2B5EF4-FFF2-40B4-BE49-F238E27FC236}">
                      <a16:creationId xmlns:a16="http://schemas.microsoft.com/office/drawing/2014/main" id="{2C59EA57-2E05-F1C2-EFA1-27F2AD8FA034}"/>
                    </a:ext>
                  </a:extLst>
                </p14:cNvPr>
                <p14:cNvContentPartPr/>
                <p14:nvPr/>
              </p14:nvContentPartPr>
              <p14:xfrm>
                <a:off x="9588602" y="2452417"/>
                <a:ext cx="197280" cy="535320"/>
              </p14:xfrm>
            </p:contentPart>
          </mc:Choice>
          <mc:Fallback xmlns="">
            <p:pic>
              <p:nvPicPr>
                <p:cNvPr id="50" name="Ink 49">
                  <a:extLst>
                    <a:ext uri="{FF2B5EF4-FFF2-40B4-BE49-F238E27FC236}">
                      <a16:creationId xmlns:a16="http://schemas.microsoft.com/office/drawing/2014/main" id="{2C59EA57-2E05-F1C2-EFA1-27F2AD8FA034}"/>
                    </a:ext>
                  </a:extLst>
                </p:cNvPr>
                <p:cNvPicPr/>
                <p:nvPr/>
              </p:nvPicPr>
              <p:blipFill>
                <a:blip r:embed="rId44"/>
                <a:stretch>
                  <a:fillRect/>
                </a:stretch>
              </p:blipFill>
              <p:spPr>
                <a:xfrm>
                  <a:off x="9582482" y="2446297"/>
                  <a:ext cx="209520" cy="547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1" name="Ink 50">
                  <a:extLst>
                    <a:ext uri="{FF2B5EF4-FFF2-40B4-BE49-F238E27FC236}">
                      <a16:creationId xmlns:a16="http://schemas.microsoft.com/office/drawing/2014/main" id="{016E6A0A-ECCF-D9D1-BBF4-4AD0ADD76A8C}"/>
                    </a:ext>
                  </a:extLst>
                </p14:cNvPr>
                <p14:cNvContentPartPr/>
                <p14:nvPr/>
              </p14:nvContentPartPr>
              <p14:xfrm>
                <a:off x="9595082" y="2755537"/>
                <a:ext cx="256680" cy="113760"/>
              </p14:xfrm>
            </p:contentPart>
          </mc:Choice>
          <mc:Fallback xmlns="">
            <p:pic>
              <p:nvPicPr>
                <p:cNvPr id="51" name="Ink 50">
                  <a:extLst>
                    <a:ext uri="{FF2B5EF4-FFF2-40B4-BE49-F238E27FC236}">
                      <a16:creationId xmlns:a16="http://schemas.microsoft.com/office/drawing/2014/main" id="{016E6A0A-ECCF-D9D1-BBF4-4AD0ADD76A8C}"/>
                    </a:ext>
                  </a:extLst>
                </p:cNvPr>
                <p:cNvPicPr/>
                <p:nvPr/>
              </p:nvPicPr>
              <p:blipFill>
                <a:blip r:embed="rId46"/>
                <a:stretch>
                  <a:fillRect/>
                </a:stretch>
              </p:blipFill>
              <p:spPr>
                <a:xfrm>
                  <a:off x="9588962" y="2749417"/>
                  <a:ext cx="268920" cy="126000"/>
                </a:xfrm>
                <a:prstGeom prst="rect">
                  <a:avLst/>
                </a:prstGeom>
              </p:spPr>
            </p:pic>
          </mc:Fallback>
        </mc:AlternateContent>
      </p:grpSp>
      <p:grpSp>
        <p:nvGrpSpPr>
          <p:cNvPr id="61" name="Group 60">
            <a:extLst>
              <a:ext uri="{FF2B5EF4-FFF2-40B4-BE49-F238E27FC236}">
                <a16:creationId xmlns:a16="http://schemas.microsoft.com/office/drawing/2014/main" id="{A3036358-DE52-D179-787B-705BFF884E8C}"/>
              </a:ext>
            </a:extLst>
          </p:cNvPr>
          <p:cNvGrpSpPr/>
          <p:nvPr/>
        </p:nvGrpSpPr>
        <p:grpSpPr>
          <a:xfrm>
            <a:off x="10186922" y="2269897"/>
            <a:ext cx="632160" cy="598320"/>
            <a:chOff x="10186922" y="2269897"/>
            <a:chExt cx="632160" cy="598320"/>
          </a:xfrm>
        </p:grpSpPr>
        <mc:AlternateContent xmlns:mc="http://schemas.openxmlformats.org/markup-compatibility/2006" xmlns:p14="http://schemas.microsoft.com/office/powerpoint/2010/main">
          <mc:Choice Requires="p14">
            <p:contentPart p14:bwMode="auto" r:id="rId47">
              <p14:nvContentPartPr>
                <p14:cNvPr id="52" name="Ink 51">
                  <a:extLst>
                    <a:ext uri="{FF2B5EF4-FFF2-40B4-BE49-F238E27FC236}">
                      <a16:creationId xmlns:a16="http://schemas.microsoft.com/office/drawing/2014/main" id="{C336CCC2-9A0F-41C7-C6B7-EBCD28404E03}"/>
                    </a:ext>
                  </a:extLst>
                </p14:cNvPr>
                <p14:cNvContentPartPr/>
                <p14:nvPr/>
              </p14:nvContentPartPr>
              <p14:xfrm>
                <a:off x="10186922" y="2702977"/>
                <a:ext cx="65880" cy="165240"/>
              </p14:xfrm>
            </p:contentPart>
          </mc:Choice>
          <mc:Fallback xmlns="">
            <p:pic>
              <p:nvPicPr>
                <p:cNvPr id="52" name="Ink 51">
                  <a:extLst>
                    <a:ext uri="{FF2B5EF4-FFF2-40B4-BE49-F238E27FC236}">
                      <a16:creationId xmlns:a16="http://schemas.microsoft.com/office/drawing/2014/main" id="{C336CCC2-9A0F-41C7-C6B7-EBCD28404E03}"/>
                    </a:ext>
                  </a:extLst>
                </p:cNvPr>
                <p:cNvPicPr/>
                <p:nvPr/>
              </p:nvPicPr>
              <p:blipFill>
                <a:blip r:embed="rId48"/>
                <a:stretch>
                  <a:fillRect/>
                </a:stretch>
              </p:blipFill>
              <p:spPr>
                <a:xfrm>
                  <a:off x="10180802" y="2696857"/>
                  <a:ext cx="7812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3" name="Ink 52">
                  <a:extLst>
                    <a:ext uri="{FF2B5EF4-FFF2-40B4-BE49-F238E27FC236}">
                      <a16:creationId xmlns:a16="http://schemas.microsoft.com/office/drawing/2014/main" id="{8EEB951E-E6C5-B051-66F7-6E3292E866E1}"/>
                    </a:ext>
                  </a:extLst>
                </p14:cNvPr>
                <p14:cNvContentPartPr/>
                <p14:nvPr/>
              </p14:nvContentPartPr>
              <p14:xfrm>
                <a:off x="10337762" y="2669497"/>
                <a:ext cx="141480" cy="191160"/>
              </p14:xfrm>
            </p:contentPart>
          </mc:Choice>
          <mc:Fallback xmlns="">
            <p:pic>
              <p:nvPicPr>
                <p:cNvPr id="53" name="Ink 52">
                  <a:extLst>
                    <a:ext uri="{FF2B5EF4-FFF2-40B4-BE49-F238E27FC236}">
                      <a16:creationId xmlns:a16="http://schemas.microsoft.com/office/drawing/2014/main" id="{8EEB951E-E6C5-B051-66F7-6E3292E866E1}"/>
                    </a:ext>
                  </a:extLst>
                </p:cNvPr>
                <p:cNvPicPr/>
                <p:nvPr/>
              </p:nvPicPr>
              <p:blipFill>
                <a:blip r:embed="rId50"/>
                <a:stretch>
                  <a:fillRect/>
                </a:stretch>
              </p:blipFill>
              <p:spPr>
                <a:xfrm>
                  <a:off x="10331642" y="2663377"/>
                  <a:ext cx="15372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4" name="Ink 53">
                  <a:extLst>
                    <a:ext uri="{FF2B5EF4-FFF2-40B4-BE49-F238E27FC236}">
                      <a16:creationId xmlns:a16="http://schemas.microsoft.com/office/drawing/2014/main" id="{99B4B6D3-C71A-9106-1720-3D5399EF305E}"/>
                    </a:ext>
                  </a:extLst>
                </p14:cNvPr>
                <p14:cNvContentPartPr/>
                <p14:nvPr/>
              </p14:nvContentPartPr>
              <p14:xfrm>
                <a:off x="10552322" y="2630617"/>
                <a:ext cx="150120" cy="189360"/>
              </p14:xfrm>
            </p:contentPart>
          </mc:Choice>
          <mc:Fallback xmlns="">
            <p:pic>
              <p:nvPicPr>
                <p:cNvPr id="54" name="Ink 53">
                  <a:extLst>
                    <a:ext uri="{FF2B5EF4-FFF2-40B4-BE49-F238E27FC236}">
                      <a16:creationId xmlns:a16="http://schemas.microsoft.com/office/drawing/2014/main" id="{99B4B6D3-C71A-9106-1720-3D5399EF305E}"/>
                    </a:ext>
                  </a:extLst>
                </p:cNvPr>
                <p:cNvPicPr/>
                <p:nvPr/>
              </p:nvPicPr>
              <p:blipFill>
                <a:blip r:embed="rId52"/>
                <a:stretch>
                  <a:fillRect/>
                </a:stretch>
              </p:blipFill>
              <p:spPr>
                <a:xfrm>
                  <a:off x="10546202" y="2624497"/>
                  <a:ext cx="1623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5" name="Ink 54">
                  <a:extLst>
                    <a:ext uri="{FF2B5EF4-FFF2-40B4-BE49-F238E27FC236}">
                      <a16:creationId xmlns:a16="http://schemas.microsoft.com/office/drawing/2014/main" id="{123E92E9-144D-4A9E-3A18-737F5F5C0C1C}"/>
                    </a:ext>
                  </a:extLst>
                </p14:cNvPr>
                <p14:cNvContentPartPr/>
                <p14:nvPr/>
              </p14:nvContentPartPr>
              <p14:xfrm>
                <a:off x="10737362" y="2269897"/>
                <a:ext cx="81720" cy="501120"/>
              </p14:xfrm>
            </p:contentPart>
          </mc:Choice>
          <mc:Fallback xmlns="">
            <p:pic>
              <p:nvPicPr>
                <p:cNvPr id="55" name="Ink 54">
                  <a:extLst>
                    <a:ext uri="{FF2B5EF4-FFF2-40B4-BE49-F238E27FC236}">
                      <a16:creationId xmlns:a16="http://schemas.microsoft.com/office/drawing/2014/main" id="{123E92E9-144D-4A9E-3A18-737F5F5C0C1C}"/>
                    </a:ext>
                  </a:extLst>
                </p:cNvPr>
                <p:cNvPicPr/>
                <p:nvPr/>
              </p:nvPicPr>
              <p:blipFill>
                <a:blip r:embed="rId54"/>
                <a:stretch>
                  <a:fillRect/>
                </a:stretch>
              </p:blipFill>
              <p:spPr>
                <a:xfrm>
                  <a:off x="10731242" y="2263777"/>
                  <a:ext cx="93960" cy="513360"/>
                </a:xfrm>
                <a:prstGeom prst="rect">
                  <a:avLst/>
                </a:prstGeom>
              </p:spPr>
            </p:pic>
          </mc:Fallback>
        </mc:AlternateContent>
      </p:grpSp>
      <p:grpSp>
        <p:nvGrpSpPr>
          <p:cNvPr id="60" name="Group 59">
            <a:extLst>
              <a:ext uri="{FF2B5EF4-FFF2-40B4-BE49-F238E27FC236}">
                <a16:creationId xmlns:a16="http://schemas.microsoft.com/office/drawing/2014/main" id="{88496A97-64C2-36D3-D472-B10156AB6EF2}"/>
              </a:ext>
            </a:extLst>
          </p:cNvPr>
          <p:cNvGrpSpPr/>
          <p:nvPr/>
        </p:nvGrpSpPr>
        <p:grpSpPr>
          <a:xfrm>
            <a:off x="11084402" y="2449537"/>
            <a:ext cx="837360" cy="562320"/>
            <a:chOff x="11084402" y="2449537"/>
            <a:chExt cx="837360" cy="562320"/>
          </a:xfrm>
        </p:grpSpPr>
        <mc:AlternateContent xmlns:mc="http://schemas.openxmlformats.org/markup-compatibility/2006" xmlns:p14="http://schemas.microsoft.com/office/powerpoint/2010/main">
          <mc:Choice Requires="p14">
            <p:contentPart p14:bwMode="auto" r:id="rId55">
              <p14:nvContentPartPr>
                <p14:cNvPr id="56" name="Ink 55">
                  <a:extLst>
                    <a:ext uri="{FF2B5EF4-FFF2-40B4-BE49-F238E27FC236}">
                      <a16:creationId xmlns:a16="http://schemas.microsoft.com/office/drawing/2014/main" id="{60417AE1-24EC-98D3-19C6-1DC3DA8EE661}"/>
                    </a:ext>
                  </a:extLst>
                </p14:cNvPr>
                <p14:cNvContentPartPr/>
                <p14:nvPr/>
              </p14:nvContentPartPr>
              <p14:xfrm>
                <a:off x="11084402" y="2559337"/>
                <a:ext cx="193320" cy="452520"/>
              </p14:xfrm>
            </p:contentPart>
          </mc:Choice>
          <mc:Fallback xmlns="">
            <p:pic>
              <p:nvPicPr>
                <p:cNvPr id="56" name="Ink 55">
                  <a:extLst>
                    <a:ext uri="{FF2B5EF4-FFF2-40B4-BE49-F238E27FC236}">
                      <a16:creationId xmlns:a16="http://schemas.microsoft.com/office/drawing/2014/main" id="{60417AE1-24EC-98D3-19C6-1DC3DA8EE661}"/>
                    </a:ext>
                  </a:extLst>
                </p:cNvPr>
                <p:cNvPicPr/>
                <p:nvPr/>
              </p:nvPicPr>
              <p:blipFill>
                <a:blip r:embed="rId56"/>
                <a:stretch>
                  <a:fillRect/>
                </a:stretch>
              </p:blipFill>
              <p:spPr>
                <a:xfrm>
                  <a:off x="11078282" y="2553217"/>
                  <a:ext cx="205560" cy="4647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7" name="Ink 56">
                  <a:extLst>
                    <a:ext uri="{FF2B5EF4-FFF2-40B4-BE49-F238E27FC236}">
                      <a16:creationId xmlns:a16="http://schemas.microsoft.com/office/drawing/2014/main" id="{D09D511A-43BF-29EC-4C18-CF00E0AAD100}"/>
                    </a:ext>
                  </a:extLst>
                </p14:cNvPr>
                <p14:cNvContentPartPr/>
                <p14:nvPr/>
              </p14:nvContentPartPr>
              <p14:xfrm>
                <a:off x="11266922" y="2466097"/>
                <a:ext cx="411480" cy="257400"/>
              </p14:xfrm>
            </p:contentPart>
          </mc:Choice>
          <mc:Fallback xmlns="">
            <p:pic>
              <p:nvPicPr>
                <p:cNvPr id="57" name="Ink 56">
                  <a:extLst>
                    <a:ext uri="{FF2B5EF4-FFF2-40B4-BE49-F238E27FC236}">
                      <a16:creationId xmlns:a16="http://schemas.microsoft.com/office/drawing/2014/main" id="{D09D511A-43BF-29EC-4C18-CF00E0AAD100}"/>
                    </a:ext>
                  </a:extLst>
                </p:cNvPr>
                <p:cNvPicPr/>
                <p:nvPr/>
              </p:nvPicPr>
              <p:blipFill>
                <a:blip r:embed="rId58"/>
                <a:stretch>
                  <a:fillRect/>
                </a:stretch>
              </p:blipFill>
              <p:spPr>
                <a:xfrm>
                  <a:off x="11260802" y="2459977"/>
                  <a:ext cx="4237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8" name="Ink 57">
                  <a:extLst>
                    <a:ext uri="{FF2B5EF4-FFF2-40B4-BE49-F238E27FC236}">
                      <a16:creationId xmlns:a16="http://schemas.microsoft.com/office/drawing/2014/main" id="{42B0F676-1515-AF05-7F28-0F1CF240ECD3}"/>
                    </a:ext>
                  </a:extLst>
                </p14:cNvPr>
                <p14:cNvContentPartPr/>
                <p14:nvPr/>
              </p14:nvContentPartPr>
              <p14:xfrm>
                <a:off x="11662922" y="2449537"/>
                <a:ext cx="127440" cy="251640"/>
              </p14:xfrm>
            </p:contentPart>
          </mc:Choice>
          <mc:Fallback xmlns="">
            <p:pic>
              <p:nvPicPr>
                <p:cNvPr id="58" name="Ink 57">
                  <a:extLst>
                    <a:ext uri="{FF2B5EF4-FFF2-40B4-BE49-F238E27FC236}">
                      <a16:creationId xmlns:a16="http://schemas.microsoft.com/office/drawing/2014/main" id="{42B0F676-1515-AF05-7F28-0F1CF240ECD3}"/>
                    </a:ext>
                  </a:extLst>
                </p:cNvPr>
                <p:cNvPicPr/>
                <p:nvPr/>
              </p:nvPicPr>
              <p:blipFill>
                <a:blip r:embed="rId60"/>
                <a:stretch>
                  <a:fillRect/>
                </a:stretch>
              </p:blipFill>
              <p:spPr>
                <a:xfrm>
                  <a:off x="11656802" y="2443417"/>
                  <a:ext cx="13968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9" name="Ink 58">
                  <a:extLst>
                    <a:ext uri="{FF2B5EF4-FFF2-40B4-BE49-F238E27FC236}">
                      <a16:creationId xmlns:a16="http://schemas.microsoft.com/office/drawing/2014/main" id="{407C36B3-B353-8AF9-7A14-9053F1F0728E}"/>
                    </a:ext>
                  </a:extLst>
                </p14:cNvPr>
                <p14:cNvContentPartPr/>
                <p14:nvPr/>
              </p14:nvContentPartPr>
              <p14:xfrm>
                <a:off x="11786042" y="2459617"/>
                <a:ext cx="135720" cy="183600"/>
              </p14:xfrm>
            </p:contentPart>
          </mc:Choice>
          <mc:Fallback xmlns="">
            <p:pic>
              <p:nvPicPr>
                <p:cNvPr id="59" name="Ink 58">
                  <a:extLst>
                    <a:ext uri="{FF2B5EF4-FFF2-40B4-BE49-F238E27FC236}">
                      <a16:creationId xmlns:a16="http://schemas.microsoft.com/office/drawing/2014/main" id="{407C36B3-B353-8AF9-7A14-9053F1F0728E}"/>
                    </a:ext>
                  </a:extLst>
                </p:cNvPr>
                <p:cNvPicPr/>
                <p:nvPr/>
              </p:nvPicPr>
              <p:blipFill>
                <a:blip r:embed="rId62"/>
                <a:stretch>
                  <a:fillRect/>
                </a:stretch>
              </p:blipFill>
              <p:spPr>
                <a:xfrm>
                  <a:off x="11779922" y="2453497"/>
                  <a:ext cx="147960" cy="195840"/>
                </a:xfrm>
                <a:prstGeom prst="rect">
                  <a:avLst/>
                </a:prstGeom>
              </p:spPr>
            </p:pic>
          </mc:Fallback>
        </mc:AlternateContent>
      </p:grpSp>
      <p:grpSp>
        <p:nvGrpSpPr>
          <p:cNvPr id="79" name="Group 78">
            <a:extLst>
              <a:ext uri="{FF2B5EF4-FFF2-40B4-BE49-F238E27FC236}">
                <a16:creationId xmlns:a16="http://schemas.microsoft.com/office/drawing/2014/main" id="{252F6594-85BC-BFD2-EA44-D27F88C53BEA}"/>
              </a:ext>
            </a:extLst>
          </p:cNvPr>
          <p:cNvGrpSpPr/>
          <p:nvPr/>
        </p:nvGrpSpPr>
        <p:grpSpPr>
          <a:xfrm>
            <a:off x="9306002" y="3394897"/>
            <a:ext cx="166320" cy="400320"/>
            <a:chOff x="9306002" y="3394897"/>
            <a:chExt cx="166320" cy="400320"/>
          </a:xfrm>
        </p:grpSpPr>
        <mc:AlternateContent xmlns:mc="http://schemas.openxmlformats.org/markup-compatibility/2006" xmlns:p14="http://schemas.microsoft.com/office/powerpoint/2010/main">
          <mc:Choice Requires="p14">
            <p:contentPart p14:bwMode="auto" r:id="rId63">
              <p14:nvContentPartPr>
                <p14:cNvPr id="63" name="Ink 62">
                  <a:extLst>
                    <a:ext uri="{FF2B5EF4-FFF2-40B4-BE49-F238E27FC236}">
                      <a16:creationId xmlns:a16="http://schemas.microsoft.com/office/drawing/2014/main" id="{ED1A45DC-B5B2-96CC-3EEE-3D9D577B7836}"/>
                    </a:ext>
                  </a:extLst>
                </p14:cNvPr>
                <p14:cNvContentPartPr/>
                <p14:nvPr/>
              </p14:nvContentPartPr>
              <p14:xfrm>
                <a:off x="9306002" y="3394897"/>
                <a:ext cx="166320" cy="400320"/>
              </p14:xfrm>
            </p:contentPart>
          </mc:Choice>
          <mc:Fallback xmlns="">
            <p:pic>
              <p:nvPicPr>
                <p:cNvPr id="63" name="Ink 62">
                  <a:extLst>
                    <a:ext uri="{FF2B5EF4-FFF2-40B4-BE49-F238E27FC236}">
                      <a16:creationId xmlns:a16="http://schemas.microsoft.com/office/drawing/2014/main" id="{ED1A45DC-B5B2-96CC-3EEE-3D9D577B7836}"/>
                    </a:ext>
                  </a:extLst>
                </p:cNvPr>
                <p:cNvPicPr/>
                <p:nvPr/>
              </p:nvPicPr>
              <p:blipFill>
                <a:blip r:embed="rId64"/>
                <a:stretch>
                  <a:fillRect/>
                </a:stretch>
              </p:blipFill>
              <p:spPr>
                <a:xfrm>
                  <a:off x="9299882" y="3388777"/>
                  <a:ext cx="17856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4" name="Ink 63">
                  <a:extLst>
                    <a:ext uri="{FF2B5EF4-FFF2-40B4-BE49-F238E27FC236}">
                      <a16:creationId xmlns:a16="http://schemas.microsoft.com/office/drawing/2014/main" id="{68101812-DEC1-0255-51EF-2D8DA64B0F88}"/>
                    </a:ext>
                  </a:extLst>
                </p14:cNvPr>
                <p14:cNvContentPartPr/>
                <p14:nvPr/>
              </p14:nvContentPartPr>
              <p14:xfrm>
                <a:off x="9333362" y="3662737"/>
                <a:ext cx="113400" cy="50400"/>
              </p14:xfrm>
            </p:contentPart>
          </mc:Choice>
          <mc:Fallback xmlns="">
            <p:pic>
              <p:nvPicPr>
                <p:cNvPr id="64" name="Ink 63">
                  <a:extLst>
                    <a:ext uri="{FF2B5EF4-FFF2-40B4-BE49-F238E27FC236}">
                      <a16:creationId xmlns:a16="http://schemas.microsoft.com/office/drawing/2014/main" id="{68101812-DEC1-0255-51EF-2D8DA64B0F88}"/>
                    </a:ext>
                  </a:extLst>
                </p:cNvPr>
                <p:cNvPicPr/>
                <p:nvPr/>
              </p:nvPicPr>
              <p:blipFill>
                <a:blip r:embed="rId66"/>
                <a:stretch>
                  <a:fillRect/>
                </a:stretch>
              </p:blipFill>
              <p:spPr>
                <a:xfrm>
                  <a:off x="9327242" y="3656617"/>
                  <a:ext cx="125640" cy="62640"/>
                </a:xfrm>
                <a:prstGeom prst="rect">
                  <a:avLst/>
                </a:prstGeom>
              </p:spPr>
            </p:pic>
          </mc:Fallback>
        </mc:AlternateContent>
      </p:grpSp>
      <p:grpSp>
        <p:nvGrpSpPr>
          <p:cNvPr id="78" name="Group 77">
            <a:extLst>
              <a:ext uri="{FF2B5EF4-FFF2-40B4-BE49-F238E27FC236}">
                <a16:creationId xmlns:a16="http://schemas.microsoft.com/office/drawing/2014/main" id="{76AB5050-90C0-5A2B-75A0-F2716119207C}"/>
              </a:ext>
            </a:extLst>
          </p:cNvPr>
          <p:cNvGrpSpPr/>
          <p:nvPr/>
        </p:nvGrpSpPr>
        <p:grpSpPr>
          <a:xfrm>
            <a:off x="9887042" y="3231817"/>
            <a:ext cx="320040" cy="527400"/>
            <a:chOff x="9887042" y="3231817"/>
            <a:chExt cx="320040" cy="527400"/>
          </a:xfrm>
        </p:grpSpPr>
        <mc:AlternateContent xmlns:mc="http://schemas.openxmlformats.org/markup-compatibility/2006" xmlns:p14="http://schemas.microsoft.com/office/powerpoint/2010/main">
          <mc:Choice Requires="p14">
            <p:contentPart p14:bwMode="auto" r:id="rId67">
              <p14:nvContentPartPr>
                <p14:cNvPr id="65" name="Ink 64">
                  <a:extLst>
                    <a:ext uri="{FF2B5EF4-FFF2-40B4-BE49-F238E27FC236}">
                      <a16:creationId xmlns:a16="http://schemas.microsoft.com/office/drawing/2014/main" id="{5F3239FF-427F-7377-6782-1CF84012E5B4}"/>
                    </a:ext>
                  </a:extLst>
                </p14:cNvPr>
                <p14:cNvContentPartPr/>
                <p14:nvPr/>
              </p14:nvContentPartPr>
              <p14:xfrm>
                <a:off x="9887042" y="3231817"/>
                <a:ext cx="22320" cy="527400"/>
              </p14:xfrm>
            </p:contentPart>
          </mc:Choice>
          <mc:Fallback xmlns="">
            <p:pic>
              <p:nvPicPr>
                <p:cNvPr id="65" name="Ink 64">
                  <a:extLst>
                    <a:ext uri="{FF2B5EF4-FFF2-40B4-BE49-F238E27FC236}">
                      <a16:creationId xmlns:a16="http://schemas.microsoft.com/office/drawing/2014/main" id="{5F3239FF-427F-7377-6782-1CF84012E5B4}"/>
                    </a:ext>
                  </a:extLst>
                </p:cNvPr>
                <p:cNvPicPr/>
                <p:nvPr/>
              </p:nvPicPr>
              <p:blipFill>
                <a:blip r:embed="rId68"/>
                <a:stretch>
                  <a:fillRect/>
                </a:stretch>
              </p:blipFill>
              <p:spPr>
                <a:xfrm>
                  <a:off x="9880922" y="3225697"/>
                  <a:ext cx="34560" cy="5396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6" name="Ink 65">
                  <a:extLst>
                    <a:ext uri="{FF2B5EF4-FFF2-40B4-BE49-F238E27FC236}">
                      <a16:creationId xmlns:a16="http://schemas.microsoft.com/office/drawing/2014/main" id="{78582AC8-2B36-5789-92F6-1213ABEE3003}"/>
                    </a:ext>
                  </a:extLst>
                </p14:cNvPr>
                <p14:cNvContentPartPr/>
                <p14:nvPr/>
              </p14:nvContentPartPr>
              <p14:xfrm>
                <a:off x="9946442" y="3524857"/>
                <a:ext cx="22680" cy="6120"/>
              </p14:xfrm>
            </p:contentPart>
          </mc:Choice>
          <mc:Fallback xmlns="">
            <p:pic>
              <p:nvPicPr>
                <p:cNvPr id="66" name="Ink 65">
                  <a:extLst>
                    <a:ext uri="{FF2B5EF4-FFF2-40B4-BE49-F238E27FC236}">
                      <a16:creationId xmlns:a16="http://schemas.microsoft.com/office/drawing/2014/main" id="{78582AC8-2B36-5789-92F6-1213ABEE3003}"/>
                    </a:ext>
                  </a:extLst>
                </p:cNvPr>
                <p:cNvPicPr/>
                <p:nvPr/>
              </p:nvPicPr>
              <p:blipFill>
                <a:blip r:embed="rId70"/>
                <a:stretch>
                  <a:fillRect/>
                </a:stretch>
              </p:blipFill>
              <p:spPr>
                <a:xfrm>
                  <a:off x="9940322" y="3518737"/>
                  <a:ext cx="3492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7" name="Ink 66">
                  <a:extLst>
                    <a:ext uri="{FF2B5EF4-FFF2-40B4-BE49-F238E27FC236}">
                      <a16:creationId xmlns:a16="http://schemas.microsoft.com/office/drawing/2014/main" id="{74A5755E-151B-2394-8059-F35050B5F0C0}"/>
                    </a:ext>
                  </a:extLst>
                </p14:cNvPr>
                <p14:cNvContentPartPr/>
                <p14:nvPr/>
              </p14:nvContentPartPr>
              <p14:xfrm>
                <a:off x="9975242" y="3631417"/>
                <a:ext cx="9000" cy="92880"/>
              </p14:xfrm>
            </p:contentPart>
          </mc:Choice>
          <mc:Fallback xmlns="">
            <p:pic>
              <p:nvPicPr>
                <p:cNvPr id="67" name="Ink 66">
                  <a:extLst>
                    <a:ext uri="{FF2B5EF4-FFF2-40B4-BE49-F238E27FC236}">
                      <a16:creationId xmlns:a16="http://schemas.microsoft.com/office/drawing/2014/main" id="{74A5755E-151B-2394-8059-F35050B5F0C0}"/>
                    </a:ext>
                  </a:extLst>
                </p:cNvPr>
                <p:cNvPicPr/>
                <p:nvPr/>
              </p:nvPicPr>
              <p:blipFill>
                <a:blip r:embed="rId72"/>
                <a:stretch>
                  <a:fillRect/>
                </a:stretch>
              </p:blipFill>
              <p:spPr>
                <a:xfrm>
                  <a:off x="9969122" y="3625297"/>
                  <a:ext cx="212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8" name="Ink 67">
                  <a:extLst>
                    <a:ext uri="{FF2B5EF4-FFF2-40B4-BE49-F238E27FC236}">
                      <a16:creationId xmlns:a16="http://schemas.microsoft.com/office/drawing/2014/main" id="{1BCFCCF4-18AE-CDDA-C9C6-03DE28C96368}"/>
                    </a:ext>
                  </a:extLst>
                </p14:cNvPr>
                <p14:cNvContentPartPr/>
                <p14:nvPr/>
              </p14:nvContentPartPr>
              <p14:xfrm>
                <a:off x="10030682" y="3541417"/>
                <a:ext cx="77040" cy="187920"/>
              </p14:xfrm>
            </p:contentPart>
          </mc:Choice>
          <mc:Fallback xmlns="">
            <p:pic>
              <p:nvPicPr>
                <p:cNvPr id="68" name="Ink 67">
                  <a:extLst>
                    <a:ext uri="{FF2B5EF4-FFF2-40B4-BE49-F238E27FC236}">
                      <a16:creationId xmlns:a16="http://schemas.microsoft.com/office/drawing/2014/main" id="{1BCFCCF4-18AE-CDDA-C9C6-03DE28C96368}"/>
                    </a:ext>
                  </a:extLst>
                </p:cNvPr>
                <p:cNvPicPr/>
                <p:nvPr/>
              </p:nvPicPr>
              <p:blipFill>
                <a:blip r:embed="rId74"/>
                <a:stretch>
                  <a:fillRect/>
                </a:stretch>
              </p:blipFill>
              <p:spPr>
                <a:xfrm>
                  <a:off x="10024562" y="3535297"/>
                  <a:ext cx="892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9" name="Ink 68">
                  <a:extLst>
                    <a:ext uri="{FF2B5EF4-FFF2-40B4-BE49-F238E27FC236}">
                      <a16:creationId xmlns:a16="http://schemas.microsoft.com/office/drawing/2014/main" id="{557BA72C-E605-08C5-E632-B1C5B18888D8}"/>
                    </a:ext>
                  </a:extLst>
                </p14:cNvPr>
                <p14:cNvContentPartPr/>
                <p14:nvPr/>
              </p14:nvContentPartPr>
              <p14:xfrm>
                <a:off x="10145162" y="3262417"/>
                <a:ext cx="22680" cy="432720"/>
              </p14:xfrm>
            </p:contentPart>
          </mc:Choice>
          <mc:Fallback xmlns="">
            <p:pic>
              <p:nvPicPr>
                <p:cNvPr id="69" name="Ink 68">
                  <a:extLst>
                    <a:ext uri="{FF2B5EF4-FFF2-40B4-BE49-F238E27FC236}">
                      <a16:creationId xmlns:a16="http://schemas.microsoft.com/office/drawing/2014/main" id="{557BA72C-E605-08C5-E632-B1C5B18888D8}"/>
                    </a:ext>
                  </a:extLst>
                </p:cNvPr>
                <p:cNvPicPr/>
                <p:nvPr/>
              </p:nvPicPr>
              <p:blipFill>
                <a:blip r:embed="rId76"/>
                <a:stretch>
                  <a:fillRect/>
                </a:stretch>
              </p:blipFill>
              <p:spPr>
                <a:xfrm>
                  <a:off x="10139042" y="3256297"/>
                  <a:ext cx="34920" cy="444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0" name="Ink 69">
                  <a:extLst>
                    <a:ext uri="{FF2B5EF4-FFF2-40B4-BE49-F238E27FC236}">
                      <a16:creationId xmlns:a16="http://schemas.microsoft.com/office/drawing/2014/main" id="{CBAEEFE3-6DE8-C1F3-93FD-4D60F33CD1DC}"/>
                    </a:ext>
                  </a:extLst>
                </p14:cNvPr>
                <p14:cNvContentPartPr/>
                <p14:nvPr/>
              </p14:nvContentPartPr>
              <p14:xfrm>
                <a:off x="10080362" y="3562657"/>
                <a:ext cx="126720" cy="51120"/>
              </p14:xfrm>
            </p:contentPart>
          </mc:Choice>
          <mc:Fallback xmlns="">
            <p:pic>
              <p:nvPicPr>
                <p:cNvPr id="70" name="Ink 69">
                  <a:extLst>
                    <a:ext uri="{FF2B5EF4-FFF2-40B4-BE49-F238E27FC236}">
                      <a16:creationId xmlns:a16="http://schemas.microsoft.com/office/drawing/2014/main" id="{CBAEEFE3-6DE8-C1F3-93FD-4D60F33CD1DC}"/>
                    </a:ext>
                  </a:extLst>
                </p:cNvPr>
                <p:cNvPicPr/>
                <p:nvPr/>
              </p:nvPicPr>
              <p:blipFill>
                <a:blip r:embed="rId78"/>
                <a:stretch>
                  <a:fillRect/>
                </a:stretch>
              </p:blipFill>
              <p:spPr>
                <a:xfrm>
                  <a:off x="10074242" y="3556537"/>
                  <a:ext cx="138960" cy="63360"/>
                </a:xfrm>
                <a:prstGeom prst="rect">
                  <a:avLst/>
                </a:prstGeom>
              </p:spPr>
            </p:pic>
          </mc:Fallback>
        </mc:AlternateContent>
      </p:grpSp>
      <p:grpSp>
        <p:nvGrpSpPr>
          <p:cNvPr id="77" name="Group 76">
            <a:extLst>
              <a:ext uri="{FF2B5EF4-FFF2-40B4-BE49-F238E27FC236}">
                <a16:creationId xmlns:a16="http://schemas.microsoft.com/office/drawing/2014/main" id="{1B927421-D225-2B3C-9F03-9371A2AB18B2}"/>
              </a:ext>
            </a:extLst>
          </p:cNvPr>
          <p:cNvGrpSpPr/>
          <p:nvPr/>
        </p:nvGrpSpPr>
        <p:grpSpPr>
          <a:xfrm>
            <a:off x="10525682" y="3160177"/>
            <a:ext cx="275040" cy="726480"/>
            <a:chOff x="10525682" y="3160177"/>
            <a:chExt cx="275040" cy="726480"/>
          </a:xfrm>
        </p:grpSpPr>
        <mc:AlternateContent xmlns:mc="http://schemas.openxmlformats.org/markup-compatibility/2006" xmlns:p14="http://schemas.microsoft.com/office/powerpoint/2010/main">
          <mc:Choice Requires="p14">
            <p:contentPart p14:bwMode="auto" r:id="rId79">
              <p14:nvContentPartPr>
                <p14:cNvPr id="71" name="Ink 70">
                  <a:extLst>
                    <a:ext uri="{FF2B5EF4-FFF2-40B4-BE49-F238E27FC236}">
                      <a16:creationId xmlns:a16="http://schemas.microsoft.com/office/drawing/2014/main" id="{932C7751-20D0-A2C5-939D-A5DE0A5289DC}"/>
                    </a:ext>
                  </a:extLst>
                </p14:cNvPr>
                <p14:cNvContentPartPr/>
                <p14:nvPr/>
              </p14:nvContentPartPr>
              <p14:xfrm>
                <a:off x="10525682" y="3507217"/>
                <a:ext cx="137160" cy="177120"/>
              </p14:xfrm>
            </p:contentPart>
          </mc:Choice>
          <mc:Fallback xmlns="">
            <p:pic>
              <p:nvPicPr>
                <p:cNvPr id="71" name="Ink 70">
                  <a:extLst>
                    <a:ext uri="{FF2B5EF4-FFF2-40B4-BE49-F238E27FC236}">
                      <a16:creationId xmlns:a16="http://schemas.microsoft.com/office/drawing/2014/main" id="{932C7751-20D0-A2C5-939D-A5DE0A5289DC}"/>
                    </a:ext>
                  </a:extLst>
                </p:cNvPr>
                <p:cNvPicPr/>
                <p:nvPr/>
              </p:nvPicPr>
              <p:blipFill>
                <a:blip r:embed="rId80"/>
                <a:stretch>
                  <a:fillRect/>
                </a:stretch>
              </p:blipFill>
              <p:spPr>
                <a:xfrm>
                  <a:off x="10519562" y="3501097"/>
                  <a:ext cx="1494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2" name="Ink 71">
                  <a:extLst>
                    <a:ext uri="{FF2B5EF4-FFF2-40B4-BE49-F238E27FC236}">
                      <a16:creationId xmlns:a16="http://schemas.microsoft.com/office/drawing/2014/main" id="{9408CB33-3FBC-0CF4-C20B-BF37D589EA21}"/>
                    </a:ext>
                  </a:extLst>
                </p14:cNvPr>
                <p14:cNvContentPartPr/>
                <p14:nvPr/>
              </p14:nvContentPartPr>
              <p14:xfrm>
                <a:off x="10604522" y="3160177"/>
                <a:ext cx="136080" cy="726480"/>
              </p14:xfrm>
            </p:contentPart>
          </mc:Choice>
          <mc:Fallback xmlns="">
            <p:pic>
              <p:nvPicPr>
                <p:cNvPr id="72" name="Ink 71">
                  <a:extLst>
                    <a:ext uri="{FF2B5EF4-FFF2-40B4-BE49-F238E27FC236}">
                      <a16:creationId xmlns:a16="http://schemas.microsoft.com/office/drawing/2014/main" id="{9408CB33-3FBC-0CF4-C20B-BF37D589EA21}"/>
                    </a:ext>
                  </a:extLst>
                </p:cNvPr>
                <p:cNvPicPr/>
                <p:nvPr/>
              </p:nvPicPr>
              <p:blipFill>
                <a:blip r:embed="rId82"/>
                <a:stretch>
                  <a:fillRect/>
                </a:stretch>
              </p:blipFill>
              <p:spPr>
                <a:xfrm>
                  <a:off x="10598402" y="3154057"/>
                  <a:ext cx="148320" cy="7387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3" name="Ink 72">
                  <a:extLst>
                    <a:ext uri="{FF2B5EF4-FFF2-40B4-BE49-F238E27FC236}">
                      <a16:creationId xmlns:a16="http://schemas.microsoft.com/office/drawing/2014/main" id="{1AF5223A-D4D4-0C51-2BD2-DCAB6E499C88}"/>
                    </a:ext>
                  </a:extLst>
                </p14:cNvPr>
                <p14:cNvContentPartPr/>
                <p14:nvPr/>
              </p14:nvContentPartPr>
              <p14:xfrm>
                <a:off x="10591202" y="3444577"/>
                <a:ext cx="209520" cy="105480"/>
              </p14:xfrm>
            </p:contentPart>
          </mc:Choice>
          <mc:Fallback xmlns="">
            <p:pic>
              <p:nvPicPr>
                <p:cNvPr id="73" name="Ink 72">
                  <a:extLst>
                    <a:ext uri="{FF2B5EF4-FFF2-40B4-BE49-F238E27FC236}">
                      <a16:creationId xmlns:a16="http://schemas.microsoft.com/office/drawing/2014/main" id="{1AF5223A-D4D4-0C51-2BD2-DCAB6E499C88}"/>
                    </a:ext>
                  </a:extLst>
                </p:cNvPr>
                <p:cNvPicPr/>
                <p:nvPr/>
              </p:nvPicPr>
              <p:blipFill>
                <a:blip r:embed="rId84"/>
                <a:stretch>
                  <a:fillRect/>
                </a:stretch>
              </p:blipFill>
              <p:spPr>
                <a:xfrm>
                  <a:off x="10585082" y="3438457"/>
                  <a:ext cx="221760" cy="117720"/>
                </a:xfrm>
                <a:prstGeom prst="rect">
                  <a:avLst/>
                </a:prstGeom>
              </p:spPr>
            </p:pic>
          </mc:Fallback>
        </mc:AlternateContent>
      </p:grpSp>
      <p:grpSp>
        <p:nvGrpSpPr>
          <p:cNvPr id="85" name="Group 84">
            <a:extLst>
              <a:ext uri="{FF2B5EF4-FFF2-40B4-BE49-F238E27FC236}">
                <a16:creationId xmlns:a16="http://schemas.microsoft.com/office/drawing/2014/main" id="{99A59A98-BD0E-BE4B-E833-64180756DFAD}"/>
              </a:ext>
            </a:extLst>
          </p:cNvPr>
          <p:cNvGrpSpPr/>
          <p:nvPr/>
        </p:nvGrpSpPr>
        <p:grpSpPr>
          <a:xfrm>
            <a:off x="11062082" y="2998537"/>
            <a:ext cx="865440" cy="677880"/>
            <a:chOff x="11062082" y="2998537"/>
            <a:chExt cx="865440" cy="677880"/>
          </a:xfrm>
        </p:grpSpPr>
        <mc:AlternateContent xmlns:mc="http://schemas.openxmlformats.org/markup-compatibility/2006" xmlns:p14="http://schemas.microsoft.com/office/powerpoint/2010/main">
          <mc:Choice Requires="p14">
            <p:contentPart p14:bwMode="auto" r:id="rId85">
              <p14:nvContentPartPr>
                <p14:cNvPr id="80" name="Ink 79">
                  <a:extLst>
                    <a:ext uri="{FF2B5EF4-FFF2-40B4-BE49-F238E27FC236}">
                      <a16:creationId xmlns:a16="http://schemas.microsoft.com/office/drawing/2014/main" id="{CFF751D1-7D59-E47C-C247-FD8055CAAD9F}"/>
                    </a:ext>
                  </a:extLst>
                </p14:cNvPr>
                <p14:cNvContentPartPr/>
                <p14:nvPr/>
              </p14:nvContentPartPr>
              <p14:xfrm>
                <a:off x="11084762" y="3086737"/>
                <a:ext cx="79560" cy="589680"/>
              </p14:xfrm>
            </p:contentPart>
          </mc:Choice>
          <mc:Fallback xmlns="">
            <p:pic>
              <p:nvPicPr>
                <p:cNvPr id="80" name="Ink 79">
                  <a:extLst>
                    <a:ext uri="{FF2B5EF4-FFF2-40B4-BE49-F238E27FC236}">
                      <a16:creationId xmlns:a16="http://schemas.microsoft.com/office/drawing/2014/main" id="{CFF751D1-7D59-E47C-C247-FD8055CAAD9F}"/>
                    </a:ext>
                  </a:extLst>
                </p:cNvPr>
                <p:cNvPicPr/>
                <p:nvPr/>
              </p:nvPicPr>
              <p:blipFill>
                <a:blip r:embed="rId86"/>
                <a:stretch>
                  <a:fillRect/>
                </a:stretch>
              </p:blipFill>
              <p:spPr>
                <a:xfrm>
                  <a:off x="11078642" y="3080617"/>
                  <a:ext cx="91800" cy="6019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1" name="Ink 80">
                  <a:extLst>
                    <a:ext uri="{FF2B5EF4-FFF2-40B4-BE49-F238E27FC236}">
                      <a16:creationId xmlns:a16="http://schemas.microsoft.com/office/drawing/2014/main" id="{EA48843D-3F2C-E3A3-E7F1-2A47CF1FEF80}"/>
                    </a:ext>
                  </a:extLst>
                </p14:cNvPr>
                <p14:cNvContentPartPr/>
                <p14:nvPr/>
              </p14:nvContentPartPr>
              <p14:xfrm>
                <a:off x="11062082" y="3424057"/>
                <a:ext cx="367200" cy="229680"/>
              </p14:xfrm>
            </p:contentPart>
          </mc:Choice>
          <mc:Fallback xmlns="">
            <p:pic>
              <p:nvPicPr>
                <p:cNvPr id="81" name="Ink 80">
                  <a:extLst>
                    <a:ext uri="{FF2B5EF4-FFF2-40B4-BE49-F238E27FC236}">
                      <a16:creationId xmlns:a16="http://schemas.microsoft.com/office/drawing/2014/main" id="{EA48843D-3F2C-E3A3-E7F1-2A47CF1FEF80}"/>
                    </a:ext>
                  </a:extLst>
                </p:cNvPr>
                <p:cNvPicPr/>
                <p:nvPr/>
              </p:nvPicPr>
              <p:blipFill>
                <a:blip r:embed="rId88"/>
                <a:stretch>
                  <a:fillRect/>
                </a:stretch>
              </p:blipFill>
              <p:spPr>
                <a:xfrm>
                  <a:off x="11055962" y="3417937"/>
                  <a:ext cx="3794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2" name="Ink 81">
                  <a:extLst>
                    <a:ext uri="{FF2B5EF4-FFF2-40B4-BE49-F238E27FC236}">
                      <a16:creationId xmlns:a16="http://schemas.microsoft.com/office/drawing/2014/main" id="{5D44A375-4B12-64DE-0E56-FBA6F92758C8}"/>
                    </a:ext>
                  </a:extLst>
                </p14:cNvPr>
                <p14:cNvContentPartPr/>
                <p14:nvPr/>
              </p14:nvContentPartPr>
              <p14:xfrm>
                <a:off x="11505602" y="3401017"/>
                <a:ext cx="101880" cy="264960"/>
              </p14:xfrm>
            </p:contentPart>
          </mc:Choice>
          <mc:Fallback xmlns="">
            <p:pic>
              <p:nvPicPr>
                <p:cNvPr id="82" name="Ink 81">
                  <a:extLst>
                    <a:ext uri="{FF2B5EF4-FFF2-40B4-BE49-F238E27FC236}">
                      <a16:creationId xmlns:a16="http://schemas.microsoft.com/office/drawing/2014/main" id="{5D44A375-4B12-64DE-0E56-FBA6F92758C8}"/>
                    </a:ext>
                  </a:extLst>
                </p:cNvPr>
                <p:cNvPicPr/>
                <p:nvPr/>
              </p:nvPicPr>
              <p:blipFill>
                <a:blip r:embed="rId90"/>
                <a:stretch>
                  <a:fillRect/>
                </a:stretch>
              </p:blipFill>
              <p:spPr>
                <a:xfrm>
                  <a:off x="11499482" y="3394897"/>
                  <a:ext cx="11412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3" name="Ink 82">
                  <a:extLst>
                    <a:ext uri="{FF2B5EF4-FFF2-40B4-BE49-F238E27FC236}">
                      <a16:creationId xmlns:a16="http://schemas.microsoft.com/office/drawing/2014/main" id="{3F23285C-A12E-C608-C661-FB4DCAA8856B}"/>
                    </a:ext>
                  </a:extLst>
                </p14:cNvPr>
                <p14:cNvContentPartPr/>
                <p14:nvPr/>
              </p14:nvContentPartPr>
              <p14:xfrm>
                <a:off x="11617202" y="2998537"/>
                <a:ext cx="155880" cy="656280"/>
              </p14:xfrm>
            </p:contentPart>
          </mc:Choice>
          <mc:Fallback xmlns="">
            <p:pic>
              <p:nvPicPr>
                <p:cNvPr id="83" name="Ink 82">
                  <a:extLst>
                    <a:ext uri="{FF2B5EF4-FFF2-40B4-BE49-F238E27FC236}">
                      <a16:creationId xmlns:a16="http://schemas.microsoft.com/office/drawing/2014/main" id="{3F23285C-A12E-C608-C661-FB4DCAA8856B}"/>
                    </a:ext>
                  </a:extLst>
                </p:cNvPr>
                <p:cNvPicPr/>
                <p:nvPr/>
              </p:nvPicPr>
              <p:blipFill>
                <a:blip r:embed="rId92"/>
                <a:stretch>
                  <a:fillRect/>
                </a:stretch>
              </p:blipFill>
              <p:spPr>
                <a:xfrm>
                  <a:off x="11611082" y="2992417"/>
                  <a:ext cx="168120" cy="668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4" name="Ink 83">
                  <a:extLst>
                    <a:ext uri="{FF2B5EF4-FFF2-40B4-BE49-F238E27FC236}">
                      <a16:creationId xmlns:a16="http://schemas.microsoft.com/office/drawing/2014/main" id="{4C6D4A83-C60E-8736-D68E-6CD407B21BBD}"/>
                    </a:ext>
                  </a:extLst>
                </p14:cNvPr>
                <p14:cNvContentPartPr/>
                <p14:nvPr/>
              </p14:nvContentPartPr>
              <p14:xfrm>
                <a:off x="11803682" y="3303457"/>
                <a:ext cx="123840" cy="306000"/>
              </p14:xfrm>
            </p:contentPart>
          </mc:Choice>
          <mc:Fallback xmlns="">
            <p:pic>
              <p:nvPicPr>
                <p:cNvPr id="84" name="Ink 83">
                  <a:extLst>
                    <a:ext uri="{FF2B5EF4-FFF2-40B4-BE49-F238E27FC236}">
                      <a16:creationId xmlns:a16="http://schemas.microsoft.com/office/drawing/2014/main" id="{4C6D4A83-C60E-8736-D68E-6CD407B21BBD}"/>
                    </a:ext>
                  </a:extLst>
                </p:cNvPr>
                <p:cNvPicPr/>
                <p:nvPr/>
              </p:nvPicPr>
              <p:blipFill>
                <a:blip r:embed="rId94"/>
                <a:stretch>
                  <a:fillRect/>
                </a:stretch>
              </p:blipFill>
              <p:spPr>
                <a:xfrm>
                  <a:off x="11797562" y="3297337"/>
                  <a:ext cx="136080" cy="318240"/>
                </a:xfrm>
                <a:prstGeom prst="rect">
                  <a:avLst/>
                </a:prstGeom>
              </p:spPr>
            </p:pic>
          </mc:Fallback>
        </mc:AlternateContent>
      </p:grpSp>
    </p:spTree>
    <p:extLst>
      <p:ext uri="{BB962C8B-B14F-4D97-AF65-F5344CB8AC3E}">
        <p14:creationId xmlns:p14="http://schemas.microsoft.com/office/powerpoint/2010/main" val="38577210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95B5-D5CE-8B71-132A-B949BACF0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46364-2009-FBAC-2B53-8F62A436CC14}"/>
              </a:ext>
            </a:extLst>
          </p:cNvPr>
          <p:cNvSpPr>
            <a:spLocks noGrp="1"/>
          </p:cNvSpPr>
          <p:nvPr>
            <p:ph type="title"/>
          </p:nvPr>
        </p:nvSpPr>
        <p:spPr/>
        <p:txBody>
          <a:bodyPr/>
          <a:lstStyle/>
          <a:p>
            <a:r>
              <a:rPr lang="en-GB" dirty="0"/>
              <a:t>Project Evaluation</a:t>
            </a:r>
          </a:p>
        </p:txBody>
      </p:sp>
      <p:sp>
        <p:nvSpPr>
          <p:cNvPr id="3" name="Text Placeholder 2">
            <a:extLst>
              <a:ext uri="{FF2B5EF4-FFF2-40B4-BE49-F238E27FC236}">
                <a16:creationId xmlns:a16="http://schemas.microsoft.com/office/drawing/2014/main" id="{04A6B45B-6B27-2A7D-65A6-8C19190979DA}"/>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5173101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466EB-A113-936B-D2CE-3A4712A92DB3}"/>
              </a:ext>
            </a:extLst>
          </p:cNvPr>
          <p:cNvSpPr>
            <a:spLocks noGrp="1"/>
          </p:cNvSpPr>
          <p:nvPr>
            <p:ph type="title"/>
          </p:nvPr>
        </p:nvSpPr>
        <p:spPr/>
        <p:txBody>
          <a:bodyPr/>
          <a:lstStyle/>
          <a:p>
            <a:r>
              <a:rPr lang="en-GB" dirty="0"/>
              <a:t>Overview</a:t>
            </a:r>
          </a:p>
        </p:txBody>
      </p:sp>
      <p:pic>
        <p:nvPicPr>
          <p:cNvPr id="5" name="Content Placeholder 4">
            <a:extLst>
              <a:ext uri="{FF2B5EF4-FFF2-40B4-BE49-F238E27FC236}">
                <a16:creationId xmlns:a16="http://schemas.microsoft.com/office/drawing/2014/main" id="{BCCCC615-4DA4-5082-6B19-EE8E8CDAF8DC}"/>
              </a:ext>
            </a:extLst>
          </p:cNvPr>
          <p:cNvPicPr>
            <a:picLocks noGrp="1" noChangeAspect="1"/>
          </p:cNvPicPr>
          <p:nvPr>
            <p:ph idx="1"/>
          </p:nvPr>
        </p:nvPicPr>
        <p:blipFill>
          <a:blip r:embed="rId2"/>
          <a:stretch>
            <a:fillRect/>
          </a:stretch>
        </p:blipFill>
        <p:spPr>
          <a:xfrm>
            <a:off x="1962207" y="1690688"/>
            <a:ext cx="8267586" cy="4680000"/>
          </a:xfrm>
          <a:prstGeom prst="rect">
            <a:avLst/>
          </a:prstGeom>
        </p:spPr>
      </p:pic>
      <p:grpSp>
        <p:nvGrpSpPr>
          <p:cNvPr id="35" name="Group 34">
            <a:extLst>
              <a:ext uri="{FF2B5EF4-FFF2-40B4-BE49-F238E27FC236}">
                <a16:creationId xmlns:a16="http://schemas.microsoft.com/office/drawing/2014/main" id="{97689028-A614-47F3-B127-AF0B87D7899D}"/>
              </a:ext>
            </a:extLst>
          </p:cNvPr>
          <p:cNvGrpSpPr/>
          <p:nvPr/>
        </p:nvGrpSpPr>
        <p:grpSpPr>
          <a:xfrm>
            <a:off x="7670522" y="3754897"/>
            <a:ext cx="2427840" cy="1389960"/>
            <a:chOff x="7670522" y="3754897"/>
            <a:chExt cx="2427840" cy="1389960"/>
          </a:xfrm>
        </p:grpSpPr>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8A8FBE76-CF3B-1614-881C-D19B1F39B45B}"/>
                    </a:ext>
                  </a:extLst>
                </p14:cNvPr>
                <p14:cNvContentPartPr/>
                <p14:nvPr/>
              </p14:nvContentPartPr>
              <p14:xfrm>
                <a:off x="9545762" y="4127857"/>
                <a:ext cx="178560" cy="187560"/>
              </p14:xfrm>
            </p:contentPart>
          </mc:Choice>
          <mc:Fallback xmlns="">
            <p:pic>
              <p:nvPicPr>
                <p:cNvPr id="16" name="Ink 15">
                  <a:extLst>
                    <a:ext uri="{FF2B5EF4-FFF2-40B4-BE49-F238E27FC236}">
                      <a16:creationId xmlns:a16="http://schemas.microsoft.com/office/drawing/2014/main" id="{8A8FBE76-CF3B-1614-881C-D19B1F39B45B}"/>
                    </a:ext>
                  </a:extLst>
                </p:cNvPr>
                <p:cNvPicPr/>
                <p:nvPr/>
              </p:nvPicPr>
              <p:blipFill>
                <a:blip r:embed="rId4"/>
                <a:stretch>
                  <a:fillRect/>
                </a:stretch>
              </p:blipFill>
              <p:spPr>
                <a:xfrm>
                  <a:off x="9539642" y="4121737"/>
                  <a:ext cx="1908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44068146-D25A-0913-5F58-382E294D2A3B}"/>
                    </a:ext>
                  </a:extLst>
                </p14:cNvPr>
                <p14:cNvContentPartPr/>
                <p14:nvPr/>
              </p14:nvContentPartPr>
              <p14:xfrm>
                <a:off x="9708122" y="4100137"/>
                <a:ext cx="107280" cy="203400"/>
              </p14:xfrm>
            </p:contentPart>
          </mc:Choice>
          <mc:Fallback xmlns="">
            <p:pic>
              <p:nvPicPr>
                <p:cNvPr id="17" name="Ink 16">
                  <a:extLst>
                    <a:ext uri="{FF2B5EF4-FFF2-40B4-BE49-F238E27FC236}">
                      <a16:creationId xmlns:a16="http://schemas.microsoft.com/office/drawing/2014/main" id="{44068146-D25A-0913-5F58-382E294D2A3B}"/>
                    </a:ext>
                  </a:extLst>
                </p:cNvPr>
                <p:cNvPicPr/>
                <p:nvPr/>
              </p:nvPicPr>
              <p:blipFill>
                <a:blip r:embed="rId6"/>
                <a:stretch>
                  <a:fillRect/>
                </a:stretch>
              </p:blipFill>
              <p:spPr>
                <a:xfrm>
                  <a:off x="9702002" y="4094017"/>
                  <a:ext cx="1195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2909176A-99AF-93C8-80E1-602D5020964B}"/>
                    </a:ext>
                  </a:extLst>
                </p14:cNvPr>
                <p14:cNvContentPartPr/>
                <p14:nvPr/>
              </p14:nvContentPartPr>
              <p14:xfrm>
                <a:off x="9817562" y="4036057"/>
                <a:ext cx="127800" cy="168120"/>
              </p14:xfrm>
            </p:contentPart>
          </mc:Choice>
          <mc:Fallback xmlns="">
            <p:pic>
              <p:nvPicPr>
                <p:cNvPr id="18" name="Ink 17">
                  <a:extLst>
                    <a:ext uri="{FF2B5EF4-FFF2-40B4-BE49-F238E27FC236}">
                      <a16:creationId xmlns:a16="http://schemas.microsoft.com/office/drawing/2014/main" id="{2909176A-99AF-93C8-80E1-602D5020964B}"/>
                    </a:ext>
                  </a:extLst>
                </p:cNvPr>
                <p:cNvPicPr/>
                <p:nvPr/>
              </p:nvPicPr>
              <p:blipFill>
                <a:blip r:embed="rId8"/>
                <a:stretch>
                  <a:fillRect/>
                </a:stretch>
              </p:blipFill>
              <p:spPr>
                <a:xfrm>
                  <a:off x="9811442" y="4029937"/>
                  <a:ext cx="14004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CA861143-92D6-A070-3CCC-A9841B897A17}"/>
                    </a:ext>
                  </a:extLst>
                </p14:cNvPr>
                <p14:cNvContentPartPr/>
                <p14:nvPr/>
              </p14:nvContentPartPr>
              <p14:xfrm>
                <a:off x="9875522" y="3754897"/>
                <a:ext cx="220320" cy="376200"/>
              </p14:xfrm>
            </p:contentPart>
          </mc:Choice>
          <mc:Fallback xmlns="">
            <p:pic>
              <p:nvPicPr>
                <p:cNvPr id="19" name="Ink 18">
                  <a:extLst>
                    <a:ext uri="{FF2B5EF4-FFF2-40B4-BE49-F238E27FC236}">
                      <a16:creationId xmlns:a16="http://schemas.microsoft.com/office/drawing/2014/main" id="{CA861143-92D6-A070-3CCC-A9841B897A17}"/>
                    </a:ext>
                  </a:extLst>
                </p:cNvPr>
                <p:cNvPicPr/>
                <p:nvPr/>
              </p:nvPicPr>
              <p:blipFill>
                <a:blip r:embed="rId10"/>
                <a:stretch>
                  <a:fillRect/>
                </a:stretch>
              </p:blipFill>
              <p:spPr>
                <a:xfrm>
                  <a:off x="9869402" y="3748777"/>
                  <a:ext cx="23256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313C6B52-67C2-9507-A69F-C1AA0AB94FFB}"/>
                    </a:ext>
                  </a:extLst>
                </p14:cNvPr>
                <p14:cNvContentPartPr/>
                <p14:nvPr/>
              </p14:nvContentPartPr>
              <p14:xfrm>
                <a:off x="7670522" y="4352497"/>
                <a:ext cx="164880" cy="322920"/>
              </p14:xfrm>
            </p:contentPart>
          </mc:Choice>
          <mc:Fallback xmlns="">
            <p:pic>
              <p:nvPicPr>
                <p:cNvPr id="6" name="Ink 5">
                  <a:extLst>
                    <a:ext uri="{FF2B5EF4-FFF2-40B4-BE49-F238E27FC236}">
                      <a16:creationId xmlns:a16="http://schemas.microsoft.com/office/drawing/2014/main" id="{313C6B52-67C2-9507-A69F-C1AA0AB94FFB}"/>
                    </a:ext>
                  </a:extLst>
                </p:cNvPr>
                <p:cNvPicPr/>
                <p:nvPr/>
              </p:nvPicPr>
              <p:blipFill>
                <a:blip r:embed="rId12"/>
                <a:stretch>
                  <a:fillRect/>
                </a:stretch>
              </p:blipFill>
              <p:spPr>
                <a:xfrm>
                  <a:off x="7664402" y="4346377"/>
                  <a:ext cx="17712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Ink 6">
                  <a:extLst>
                    <a:ext uri="{FF2B5EF4-FFF2-40B4-BE49-F238E27FC236}">
                      <a16:creationId xmlns:a16="http://schemas.microsoft.com/office/drawing/2014/main" id="{659EC749-BDC2-F6F4-A643-5E5557E0F258}"/>
                    </a:ext>
                  </a:extLst>
                </p14:cNvPr>
                <p14:cNvContentPartPr/>
                <p14:nvPr/>
              </p14:nvContentPartPr>
              <p14:xfrm>
                <a:off x="7878602" y="4472737"/>
                <a:ext cx="190080" cy="305640"/>
              </p14:xfrm>
            </p:contentPart>
          </mc:Choice>
          <mc:Fallback xmlns="">
            <p:pic>
              <p:nvPicPr>
                <p:cNvPr id="7" name="Ink 6">
                  <a:extLst>
                    <a:ext uri="{FF2B5EF4-FFF2-40B4-BE49-F238E27FC236}">
                      <a16:creationId xmlns:a16="http://schemas.microsoft.com/office/drawing/2014/main" id="{659EC749-BDC2-F6F4-A643-5E5557E0F258}"/>
                    </a:ext>
                  </a:extLst>
                </p:cNvPr>
                <p:cNvPicPr/>
                <p:nvPr/>
              </p:nvPicPr>
              <p:blipFill>
                <a:blip r:embed="rId14"/>
                <a:stretch>
                  <a:fillRect/>
                </a:stretch>
              </p:blipFill>
              <p:spPr>
                <a:xfrm>
                  <a:off x="7872482" y="4466617"/>
                  <a:ext cx="2023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Ink 7">
                  <a:extLst>
                    <a:ext uri="{FF2B5EF4-FFF2-40B4-BE49-F238E27FC236}">
                      <a16:creationId xmlns:a16="http://schemas.microsoft.com/office/drawing/2014/main" id="{906CE9A3-5C34-3FFF-2B89-A6D883F06B15}"/>
                    </a:ext>
                  </a:extLst>
                </p14:cNvPr>
                <p14:cNvContentPartPr/>
                <p14:nvPr/>
              </p14:nvContentPartPr>
              <p14:xfrm>
                <a:off x="8023322" y="4454737"/>
                <a:ext cx="183600" cy="174960"/>
              </p14:xfrm>
            </p:contentPart>
          </mc:Choice>
          <mc:Fallback xmlns="">
            <p:pic>
              <p:nvPicPr>
                <p:cNvPr id="8" name="Ink 7">
                  <a:extLst>
                    <a:ext uri="{FF2B5EF4-FFF2-40B4-BE49-F238E27FC236}">
                      <a16:creationId xmlns:a16="http://schemas.microsoft.com/office/drawing/2014/main" id="{906CE9A3-5C34-3FFF-2B89-A6D883F06B15}"/>
                    </a:ext>
                  </a:extLst>
                </p:cNvPr>
                <p:cNvPicPr/>
                <p:nvPr/>
              </p:nvPicPr>
              <p:blipFill>
                <a:blip r:embed="rId16"/>
                <a:stretch>
                  <a:fillRect/>
                </a:stretch>
              </p:blipFill>
              <p:spPr>
                <a:xfrm>
                  <a:off x="8017202" y="4448617"/>
                  <a:ext cx="19584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B1A906CA-9D2A-F7AD-D461-9894CA3AF3DF}"/>
                    </a:ext>
                  </a:extLst>
                </p14:cNvPr>
                <p14:cNvContentPartPr/>
                <p14:nvPr/>
              </p14:nvContentPartPr>
              <p14:xfrm>
                <a:off x="8043842" y="4270417"/>
                <a:ext cx="107280" cy="327240"/>
              </p14:xfrm>
            </p:contentPart>
          </mc:Choice>
          <mc:Fallback xmlns="">
            <p:pic>
              <p:nvPicPr>
                <p:cNvPr id="9" name="Ink 8">
                  <a:extLst>
                    <a:ext uri="{FF2B5EF4-FFF2-40B4-BE49-F238E27FC236}">
                      <a16:creationId xmlns:a16="http://schemas.microsoft.com/office/drawing/2014/main" id="{B1A906CA-9D2A-F7AD-D461-9894CA3AF3DF}"/>
                    </a:ext>
                  </a:extLst>
                </p:cNvPr>
                <p:cNvPicPr/>
                <p:nvPr/>
              </p:nvPicPr>
              <p:blipFill>
                <a:blip r:embed="rId18"/>
                <a:stretch>
                  <a:fillRect/>
                </a:stretch>
              </p:blipFill>
              <p:spPr>
                <a:xfrm>
                  <a:off x="8037722" y="4264297"/>
                  <a:ext cx="11952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 name="Ink 9">
                  <a:extLst>
                    <a:ext uri="{FF2B5EF4-FFF2-40B4-BE49-F238E27FC236}">
                      <a16:creationId xmlns:a16="http://schemas.microsoft.com/office/drawing/2014/main" id="{3B979CC8-7D2C-83A5-1805-2216E3A84DF3}"/>
                    </a:ext>
                  </a:extLst>
                </p14:cNvPr>
                <p14:cNvContentPartPr/>
                <p14:nvPr/>
              </p14:nvContentPartPr>
              <p14:xfrm>
                <a:off x="8205482" y="4418017"/>
                <a:ext cx="193320" cy="202680"/>
              </p14:xfrm>
            </p:contentPart>
          </mc:Choice>
          <mc:Fallback xmlns="">
            <p:pic>
              <p:nvPicPr>
                <p:cNvPr id="10" name="Ink 9">
                  <a:extLst>
                    <a:ext uri="{FF2B5EF4-FFF2-40B4-BE49-F238E27FC236}">
                      <a16:creationId xmlns:a16="http://schemas.microsoft.com/office/drawing/2014/main" id="{3B979CC8-7D2C-83A5-1805-2216E3A84DF3}"/>
                    </a:ext>
                  </a:extLst>
                </p:cNvPr>
                <p:cNvPicPr/>
                <p:nvPr/>
              </p:nvPicPr>
              <p:blipFill>
                <a:blip r:embed="rId20"/>
                <a:stretch>
                  <a:fillRect/>
                </a:stretch>
              </p:blipFill>
              <p:spPr>
                <a:xfrm>
                  <a:off x="8199362" y="4411897"/>
                  <a:ext cx="2055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1" name="Ink 10">
                  <a:extLst>
                    <a:ext uri="{FF2B5EF4-FFF2-40B4-BE49-F238E27FC236}">
                      <a16:creationId xmlns:a16="http://schemas.microsoft.com/office/drawing/2014/main" id="{8952E721-72E8-03CD-1C9B-AC61EA0DEB42}"/>
                    </a:ext>
                  </a:extLst>
                </p14:cNvPr>
                <p14:cNvContentPartPr/>
                <p14:nvPr/>
              </p14:nvContentPartPr>
              <p14:xfrm>
                <a:off x="8371082" y="4116337"/>
                <a:ext cx="123840" cy="414360"/>
              </p14:xfrm>
            </p:contentPart>
          </mc:Choice>
          <mc:Fallback xmlns="">
            <p:pic>
              <p:nvPicPr>
                <p:cNvPr id="11" name="Ink 10">
                  <a:extLst>
                    <a:ext uri="{FF2B5EF4-FFF2-40B4-BE49-F238E27FC236}">
                      <a16:creationId xmlns:a16="http://schemas.microsoft.com/office/drawing/2014/main" id="{8952E721-72E8-03CD-1C9B-AC61EA0DEB42}"/>
                    </a:ext>
                  </a:extLst>
                </p:cNvPr>
                <p:cNvPicPr/>
                <p:nvPr/>
              </p:nvPicPr>
              <p:blipFill>
                <a:blip r:embed="rId22"/>
                <a:stretch>
                  <a:fillRect/>
                </a:stretch>
              </p:blipFill>
              <p:spPr>
                <a:xfrm>
                  <a:off x="8364962" y="4110217"/>
                  <a:ext cx="13608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 name="Ink 11">
                  <a:extLst>
                    <a:ext uri="{FF2B5EF4-FFF2-40B4-BE49-F238E27FC236}">
                      <a16:creationId xmlns:a16="http://schemas.microsoft.com/office/drawing/2014/main" id="{4B0ACFEE-6718-AA26-64F3-1F5F763813CE}"/>
                    </a:ext>
                  </a:extLst>
                </p14:cNvPr>
                <p14:cNvContentPartPr/>
                <p14:nvPr/>
              </p14:nvContentPartPr>
              <p14:xfrm>
                <a:off x="8336882" y="4333057"/>
                <a:ext cx="224280" cy="149040"/>
              </p14:xfrm>
            </p:contentPart>
          </mc:Choice>
          <mc:Fallback xmlns="">
            <p:pic>
              <p:nvPicPr>
                <p:cNvPr id="12" name="Ink 11">
                  <a:extLst>
                    <a:ext uri="{FF2B5EF4-FFF2-40B4-BE49-F238E27FC236}">
                      <a16:creationId xmlns:a16="http://schemas.microsoft.com/office/drawing/2014/main" id="{4B0ACFEE-6718-AA26-64F3-1F5F763813CE}"/>
                    </a:ext>
                  </a:extLst>
                </p:cNvPr>
                <p:cNvPicPr/>
                <p:nvPr/>
              </p:nvPicPr>
              <p:blipFill>
                <a:blip r:embed="rId24"/>
                <a:stretch>
                  <a:fillRect/>
                </a:stretch>
              </p:blipFill>
              <p:spPr>
                <a:xfrm>
                  <a:off x="8330762" y="4326937"/>
                  <a:ext cx="2365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3" name="Ink 12">
                  <a:extLst>
                    <a:ext uri="{FF2B5EF4-FFF2-40B4-BE49-F238E27FC236}">
                      <a16:creationId xmlns:a16="http://schemas.microsoft.com/office/drawing/2014/main" id="{23E2031E-CE59-5E43-054A-BA80AEF29693}"/>
                    </a:ext>
                  </a:extLst>
                </p14:cNvPr>
                <p14:cNvContentPartPr/>
                <p14:nvPr/>
              </p14:nvContentPartPr>
              <p14:xfrm>
                <a:off x="8471882" y="4351777"/>
                <a:ext cx="181800" cy="276840"/>
              </p14:xfrm>
            </p:contentPart>
          </mc:Choice>
          <mc:Fallback xmlns="">
            <p:pic>
              <p:nvPicPr>
                <p:cNvPr id="13" name="Ink 12">
                  <a:extLst>
                    <a:ext uri="{FF2B5EF4-FFF2-40B4-BE49-F238E27FC236}">
                      <a16:creationId xmlns:a16="http://schemas.microsoft.com/office/drawing/2014/main" id="{23E2031E-CE59-5E43-054A-BA80AEF29693}"/>
                    </a:ext>
                  </a:extLst>
                </p:cNvPr>
                <p:cNvPicPr/>
                <p:nvPr/>
              </p:nvPicPr>
              <p:blipFill>
                <a:blip r:embed="rId26"/>
                <a:stretch>
                  <a:fillRect/>
                </a:stretch>
              </p:blipFill>
              <p:spPr>
                <a:xfrm>
                  <a:off x="8465762" y="4345657"/>
                  <a:ext cx="19404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4" name="Ink 13">
                  <a:extLst>
                    <a:ext uri="{FF2B5EF4-FFF2-40B4-BE49-F238E27FC236}">
                      <a16:creationId xmlns:a16="http://schemas.microsoft.com/office/drawing/2014/main" id="{411E7F8D-C937-6023-1CAF-649AD6EA08FD}"/>
                    </a:ext>
                  </a:extLst>
                </p14:cNvPr>
                <p14:cNvContentPartPr/>
                <p14:nvPr/>
              </p14:nvContentPartPr>
              <p14:xfrm>
                <a:off x="8910362" y="4050457"/>
                <a:ext cx="158400" cy="353880"/>
              </p14:xfrm>
            </p:contentPart>
          </mc:Choice>
          <mc:Fallback xmlns="">
            <p:pic>
              <p:nvPicPr>
                <p:cNvPr id="14" name="Ink 13">
                  <a:extLst>
                    <a:ext uri="{FF2B5EF4-FFF2-40B4-BE49-F238E27FC236}">
                      <a16:creationId xmlns:a16="http://schemas.microsoft.com/office/drawing/2014/main" id="{411E7F8D-C937-6023-1CAF-649AD6EA08FD}"/>
                    </a:ext>
                  </a:extLst>
                </p:cNvPr>
                <p:cNvPicPr/>
                <p:nvPr/>
              </p:nvPicPr>
              <p:blipFill>
                <a:blip r:embed="rId28"/>
                <a:stretch>
                  <a:fillRect/>
                </a:stretch>
              </p:blipFill>
              <p:spPr>
                <a:xfrm>
                  <a:off x="8904242" y="4044337"/>
                  <a:ext cx="17064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E2CDC0E9-925F-DA66-D894-344A4281CDBD}"/>
                    </a:ext>
                  </a:extLst>
                </p14:cNvPr>
                <p14:cNvContentPartPr/>
                <p14:nvPr/>
              </p14:nvContentPartPr>
              <p14:xfrm>
                <a:off x="8998562" y="4237297"/>
                <a:ext cx="270000" cy="230400"/>
              </p14:xfrm>
            </p:contentPart>
          </mc:Choice>
          <mc:Fallback xmlns="">
            <p:pic>
              <p:nvPicPr>
                <p:cNvPr id="15" name="Ink 14">
                  <a:extLst>
                    <a:ext uri="{FF2B5EF4-FFF2-40B4-BE49-F238E27FC236}">
                      <a16:creationId xmlns:a16="http://schemas.microsoft.com/office/drawing/2014/main" id="{E2CDC0E9-925F-DA66-D894-344A4281CDBD}"/>
                    </a:ext>
                  </a:extLst>
                </p:cNvPr>
                <p:cNvPicPr/>
                <p:nvPr/>
              </p:nvPicPr>
              <p:blipFill>
                <a:blip r:embed="rId30"/>
                <a:stretch>
                  <a:fillRect/>
                </a:stretch>
              </p:blipFill>
              <p:spPr>
                <a:xfrm>
                  <a:off x="8992442" y="4231177"/>
                  <a:ext cx="28224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EE8912B0-B58A-C297-00FA-10F62617D98B}"/>
                    </a:ext>
                  </a:extLst>
                </p14:cNvPr>
                <p14:cNvContentPartPr/>
                <p14:nvPr/>
              </p14:nvContentPartPr>
              <p14:xfrm>
                <a:off x="7753682" y="4995817"/>
                <a:ext cx="331920" cy="149040"/>
              </p14:xfrm>
            </p:contentPart>
          </mc:Choice>
          <mc:Fallback xmlns="">
            <p:pic>
              <p:nvPicPr>
                <p:cNvPr id="20" name="Ink 19">
                  <a:extLst>
                    <a:ext uri="{FF2B5EF4-FFF2-40B4-BE49-F238E27FC236}">
                      <a16:creationId xmlns:a16="http://schemas.microsoft.com/office/drawing/2014/main" id="{EE8912B0-B58A-C297-00FA-10F62617D98B}"/>
                    </a:ext>
                  </a:extLst>
                </p:cNvPr>
                <p:cNvPicPr/>
                <p:nvPr/>
              </p:nvPicPr>
              <p:blipFill>
                <a:blip r:embed="rId32"/>
                <a:stretch>
                  <a:fillRect/>
                </a:stretch>
              </p:blipFill>
              <p:spPr>
                <a:xfrm>
                  <a:off x="7747562" y="4989697"/>
                  <a:ext cx="34416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C1C6217E-F595-E520-0F6E-BCA797C5964A}"/>
                    </a:ext>
                  </a:extLst>
                </p14:cNvPr>
                <p14:cNvContentPartPr/>
                <p14:nvPr/>
              </p14:nvContentPartPr>
              <p14:xfrm>
                <a:off x="8087762" y="4836697"/>
                <a:ext cx="3960" cy="3240"/>
              </p14:xfrm>
            </p:contentPart>
          </mc:Choice>
          <mc:Fallback xmlns="">
            <p:pic>
              <p:nvPicPr>
                <p:cNvPr id="21" name="Ink 20">
                  <a:extLst>
                    <a:ext uri="{FF2B5EF4-FFF2-40B4-BE49-F238E27FC236}">
                      <a16:creationId xmlns:a16="http://schemas.microsoft.com/office/drawing/2014/main" id="{C1C6217E-F595-E520-0F6E-BCA797C5964A}"/>
                    </a:ext>
                  </a:extLst>
                </p:cNvPr>
                <p:cNvPicPr/>
                <p:nvPr/>
              </p:nvPicPr>
              <p:blipFill>
                <a:blip r:embed="rId34"/>
                <a:stretch>
                  <a:fillRect/>
                </a:stretch>
              </p:blipFill>
              <p:spPr>
                <a:xfrm>
                  <a:off x="8081642" y="4830577"/>
                  <a:ext cx="1620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735B4CBF-EFD8-0D89-E2A7-67A9D679060F}"/>
                    </a:ext>
                  </a:extLst>
                </p14:cNvPr>
                <p14:cNvContentPartPr/>
                <p14:nvPr/>
              </p14:nvContentPartPr>
              <p14:xfrm>
                <a:off x="8218442" y="4919857"/>
                <a:ext cx="33480" cy="99000"/>
              </p14:xfrm>
            </p:contentPart>
          </mc:Choice>
          <mc:Fallback xmlns="">
            <p:pic>
              <p:nvPicPr>
                <p:cNvPr id="22" name="Ink 21">
                  <a:extLst>
                    <a:ext uri="{FF2B5EF4-FFF2-40B4-BE49-F238E27FC236}">
                      <a16:creationId xmlns:a16="http://schemas.microsoft.com/office/drawing/2014/main" id="{735B4CBF-EFD8-0D89-E2A7-67A9D679060F}"/>
                    </a:ext>
                  </a:extLst>
                </p:cNvPr>
                <p:cNvPicPr/>
                <p:nvPr/>
              </p:nvPicPr>
              <p:blipFill>
                <a:blip r:embed="rId36"/>
                <a:stretch>
                  <a:fillRect/>
                </a:stretch>
              </p:blipFill>
              <p:spPr>
                <a:xfrm>
                  <a:off x="8212322" y="4913737"/>
                  <a:ext cx="457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 name="Ink 22">
                  <a:extLst>
                    <a:ext uri="{FF2B5EF4-FFF2-40B4-BE49-F238E27FC236}">
                      <a16:creationId xmlns:a16="http://schemas.microsoft.com/office/drawing/2014/main" id="{215C115D-BD5E-1C9C-138B-685D4EAC9CD4}"/>
                    </a:ext>
                  </a:extLst>
                </p14:cNvPr>
                <p14:cNvContentPartPr/>
                <p14:nvPr/>
              </p14:nvContentPartPr>
              <p14:xfrm>
                <a:off x="8267402" y="4656337"/>
                <a:ext cx="108360" cy="391320"/>
              </p14:xfrm>
            </p:contentPart>
          </mc:Choice>
          <mc:Fallback xmlns="">
            <p:pic>
              <p:nvPicPr>
                <p:cNvPr id="23" name="Ink 22">
                  <a:extLst>
                    <a:ext uri="{FF2B5EF4-FFF2-40B4-BE49-F238E27FC236}">
                      <a16:creationId xmlns:a16="http://schemas.microsoft.com/office/drawing/2014/main" id="{215C115D-BD5E-1C9C-138B-685D4EAC9CD4}"/>
                    </a:ext>
                  </a:extLst>
                </p:cNvPr>
                <p:cNvPicPr/>
                <p:nvPr/>
              </p:nvPicPr>
              <p:blipFill>
                <a:blip r:embed="rId38"/>
                <a:stretch>
                  <a:fillRect/>
                </a:stretch>
              </p:blipFill>
              <p:spPr>
                <a:xfrm>
                  <a:off x="8261282" y="4650217"/>
                  <a:ext cx="12060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4" name="Ink 23">
                  <a:extLst>
                    <a:ext uri="{FF2B5EF4-FFF2-40B4-BE49-F238E27FC236}">
                      <a16:creationId xmlns:a16="http://schemas.microsoft.com/office/drawing/2014/main" id="{11089B26-B161-2A38-CD3A-5B4A57013713}"/>
                    </a:ext>
                  </a:extLst>
                </p14:cNvPr>
                <p14:cNvContentPartPr/>
                <p14:nvPr/>
              </p14:nvContentPartPr>
              <p14:xfrm>
                <a:off x="8295122" y="4828417"/>
                <a:ext cx="113040" cy="138240"/>
              </p14:xfrm>
            </p:contentPart>
          </mc:Choice>
          <mc:Fallback xmlns="">
            <p:pic>
              <p:nvPicPr>
                <p:cNvPr id="24" name="Ink 23">
                  <a:extLst>
                    <a:ext uri="{FF2B5EF4-FFF2-40B4-BE49-F238E27FC236}">
                      <a16:creationId xmlns:a16="http://schemas.microsoft.com/office/drawing/2014/main" id="{11089B26-B161-2A38-CD3A-5B4A57013713}"/>
                    </a:ext>
                  </a:extLst>
                </p:cNvPr>
                <p:cNvPicPr/>
                <p:nvPr/>
              </p:nvPicPr>
              <p:blipFill>
                <a:blip r:embed="rId40"/>
                <a:stretch>
                  <a:fillRect/>
                </a:stretch>
              </p:blipFill>
              <p:spPr>
                <a:xfrm>
                  <a:off x="8289002" y="4822297"/>
                  <a:ext cx="12528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5" name="Ink 24">
                  <a:extLst>
                    <a:ext uri="{FF2B5EF4-FFF2-40B4-BE49-F238E27FC236}">
                      <a16:creationId xmlns:a16="http://schemas.microsoft.com/office/drawing/2014/main" id="{499EB4B5-FC3C-F82F-B1CF-E4DF849DABE9}"/>
                    </a:ext>
                  </a:extLst>
                </p14:cNvPr>
                <p14:cNvContentPartPr/>
                <p14:nvPr/>
              </p14:nvContentPartPr>
              <p14:xfrm>
                <a:off x="8370362" y="4582537"/>
                <a:ext cx="234360" cy="433800"/>
              </p14:xfrm>
            </p:contentPart>
          </mc:Choice>
          <mc:Fallback xmlns="">
            <p:pic>
              <p:nvPicPr>
                <p:cNvPr id="25" name="Ink 24">
                  <a:extLst>
                    <a:ext uri="{FF2B5EF4-FFF2-40B4-BE49-F238E27FC236}">
                      <a16:creationId xmlns:a16="http://schemas.microsoft.com/office/drawing/2014/main" id="{499EB4B5-FC3C-F82F-B1CF-E4DF849DABE9}"/>
                    </a:ext>
                  </a:extLst>
                </p:cNvPr>
                <p:cNvPicPr/>
                <p:nvPr/>
              </p:nvPicPr>
              <p:blipFill>
                <a:blip r:embed="rId42"/>
                <a:stretch>
                  <a:fillRect/>
                </a:stretch>
              </p:blipFill>
              <p:spPr>
                <a:xfrm>
                  <a:off x="8364242" y="4576417"/>
                  <a:ext cx="24660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6" name="Ink 25">
                  <a:extLst>
                    <a:ext uri="{FF2B5EF4-FFF2-40B4-BE49-F238E27FC236}">
                      <a16:creationId xmlns:a16="http://schemas.microsoft.com/office/drawing/2014/main" id="{2E5FD055-9324-A046-0BB3-77DFBEC3F678}"/>
                    </a:ext>
                  </a:extLst>
                </p14:cNvPr>
                <p14:cNvContentPartPr/>
                <p14:nvPr/>
              </p14:nvContentPartPr>
              <p14:xfrm>
                <a:off x="8817842" y="4749217"/>
                <a:ext cx="143280" cy="218520"/>
              </p14:xfrm>
            </p:contentPart>
          </mc:Choice>
          <mc:Fallback xmlns="">
            <p:pic>
              <p:nvPicPr>
                <p:cNvPr id="26" name="Ink 25">
                  <a:extLst>
                    <a:ext uri="{FF2B5EF4-FFF2-40B4-BE49-F238E27FC236}">
                      <a16:creationId xmlns:a16="http://schemas.microsoft.com/office/drawing/2014/main" id="{2E5FD055-9324-A046-0BB3-77DFBEC3F678}"/>
                    </a:ext>
                  </a:extLst>
                </p:cNvPr>
                <p:cNvPicPr/>
                <p:nvPr/>
              </p:nvPicPr>
              <p:blipFill>
                <a:blip r:embed="rId44"/>
                <a:stretch>
                  <a:fillRect/>
                </a:stretch>
              </p:blipFill>
              <p:spPr>
                <a:xfrm>
                  <a:off x="8811722" y="4743097"/>
                  <a:ext cx="15552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3BE05E78-DA3D-3D60-C5D9-C9605C884672}"/>
                    </a:ext>
                  </a:extLst>
                </p14:cNvPr>
                <p14:cNvContentPartPr/>
                <p14:nvPr/>
              </p14:nvContentPartPr>
              <p14:xfrm>
                <a:off x="8983082" y="4661017"/>
                <a:ext cx="342360" cy="253440"/>
              </p14:xfrm>
            </p:contentPart>
          </mc:Choice>
          <mc:Fallback xmlns="">
            <p:pic>
              <p:nvPicPr>
                <p:cNvPr id="29" name="Ink 28">
                  <a:extLst>
                    <a:ext uri="{FF2B5EF4-FFF2-40B4-BE49-F238E27FC236}">
                      <a16:creationId xmlns:a16="http://schemas.microsoft.com/office/drawing/2014/main" id="{3BE05E78-DA3D-3D60-C5D9-C9605C884672}"/>
                    </a:ext>
                  </a:extLst>
                </p:cNvPr>
                <p:cNvPicPr/>
                <p:nvPr/>
              </p:nvPicPr>
              <p:blipFill>
                <a:blip r:embed="rId46"/>
                <a:stretch>
                  <a:fillRect/>
                </a:stretch>
              </p:blipFill>
              <p:spPr>
                <a:xfrm>
                  <a:off x="8976962" y="4654897"/>
                  <a:ext cx="3546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0" name="Ink 29">
                  <a:extLst>
                    <a:ext uri="{FF2B5EF4-FFF2-40B4-BE49-F238E27FC236}">
                      <a16:creationId xmlns:a16="http://schemas.microsoft.com/office/drawing/2014/main" id="{BA2CF6A2-55A8-B59A-A321-A3C8FCCF33D4}"/>
                    </a:ext>
                  </a:extLst>
                </p14:cNvPr>
                <p14:cNvContentPartPr/>
                <p14:nvPr/>
              </p14:nvContentPartPr>
              <p14:xfrm>
                <a:off x="9426602" y="4414057"/>
                <a:ext cx="118800" cy="374040"/>
              </p14:xfrm>
            </p:contentPart>
          </mc:Choice>
          <mc:Fallback xmlns="">
            <p:pic>
              <p:nvPicPr>
                <p:cNvPr id="30" name="Ink 29">
                  <a:extLst>
                    <a:ext uri="{FF2B5EF4-FFF2-40B4-BE49-F238E27FC236}">
                      <a16:creationId xmlns:a16="http://schemas.microsoft.com/office/drawing/2014/main" id="{BA2CF6A2-55A8-B59A-A321-A3C8FCCF33D4}"/>
                    </a:ext>
                  </a:extLst>
                </p:cNvPr>
                <p:cNvPicPr/>
                <p:nvPr/>
              </p:nvPicPr>
              <p:blipFill>
                <a:blip r:embed="rId48"/>
                <a:stretch>
                  <a:fillRect/>
                </a:stretch>
              </p:blipFill>
              <p:spPr>
                <a:xfrm>
                  <a:off x="9420482" y="4407937"/>
                  <a:ext cx="13104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CE87832D-AD3D-E07E-6F95-33EB85FFEB7F}"/>
                    </a:ext>
                  </a:extLst>
                </p14:cNvPr>
                <p14:cNvContentPartPr/>
                <p14:nvPr/>
              </p14:nvContentPartPr>
              <p14:xfrm>
                <a:off x="9493562" y="4638337"/>
                <a:ext cx="83160" cy="75600"/>
              </p14:xfrm>
            </p:contentPart>
          </mc:Choice>
          <mc:Fallback xmlns="">
            <p:pic>
              <p:nvPicPr>
                <p:cNvPr id="31" name="Ink 30">
                  <a:extLst>
                    <a:ext uri="{FF2B5EF4-FFF2-40B4-BE49-F238E27FC236}">
                      <a16:creationId xmlns:a16="http://schemas.microsoft.com/office/drawing/2014/main" id="{CE87832D-AD3D-E07E-6F95-33EB85FFEB7F}"/>
                    </a:ext>
                  </a:extLst>
                </p:cNvPr>
                <p:cNvPicPr/>
                <p:nvPr/>
              </p:nvPicPr>
              <p:blipFill>
                <a:blip r:embed="rId50"/>
                <a:stretch>
                  <a:fillRect/>
                </a:stretch>
              </p:blipFill>
              <p:spPr>
                <a:xfrm>
                  <a:off x="9487442" y="4632217"/>
                  <a:ext cx="954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E8FE648D-0CA4-BE97-01C7-9AFAA0C8C99E}"/>
                    </a:ext>
                  </a:extLst>
                </p14:cNvPr>
                <p14:cNvContentPartPr/>
                <p14:nvPr/>
              </p14:nvContentPartPr>
              <p14:xfrm>
                <a:off x="9583562" y="4567777"/>
                <a:ext cx="163080" cy="207360"/>
              </p14:xfrm>
            </p:contentPart>
          </mc:Choice>
          <mc:Fallback xmlns="">
            <p:pic>
              <p:nvPicPr>
                <p:cNvPr id="32" name="Ink 31">
                  <a:extLst>
                    <a:ext uri="{FF2B5EF4-FFF2-40B4-BE49-F238E27FC236}">
                      <a16:creationId xmlns:a16="http://schemas.microsoft.com/office/drawing/2014/main" id="{E8FE648D-0CA4-BE97-01C7-9AFAA0C8C99E}"/>
                    </a:ext>
                  </a:extLst>
                </p:cNvPr>
                <p:cNvPicPr/>
                <p:nvPr/>
              </p:nvPicPr>
              <p:blipFill>
                <a:blip r:embed="rId52"/>
                <a:stretch>
                  <a:fillRect/>
                </a:stretch>
              </p:blipFill>
              <p:spPr>
                <a:xfrm>
                  <a:off x="9577442" y="4561657"/>
                  <a:ext cx="1753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D5C936AA-AF30-74F0-06D0-F1CBA38E28BD}"/>
                    </a:ext>
                  </a:extLst>
                </p14:cNvPr>
                <p14:cNvContentPartPr/>
                <p14:nvPr/>
              </p14:nvContentPartPr>
              <p14:xfrm>
                <a:off x="9741242" y="4470217"/>
                <a:ext cx="135720" cy="196920"/>
              </p14:xfrm>
            </p:contentPart>
          </mc:Choice>
          <mc:Fallback xmlns="">
            <p:pic>
              <p:nvPicPr>
                <p:cNvPr id="33" name="Ink 32">
                  <a:extLst>
                    <a:ext uri="{FF2B5EF4-FFF2-40B4-BE49-F238E27FC236}">
                      <a16:creationId xmlns:a16="http://schemas.microsoft.com/office/drawing/2014/main" id="{D5C936AA-AF30-74F0-06D0-F1CBA38E28BD}"/>
                    </a:ext>
                  </a:extLst>
                </p:cNvPr>
                <p:cNvPicPr/>
                <p:nvPr/>
              </p:nvPicPr>
              <p:blipFill>
                <a:blip r:embed="rId54"/>
                <a:stretch>
                  <a:fillRect/>
                </a:stretch>
              </p:blipFill>
              <p:spPr>
                <a:xfrm>
                  <a:off x="9735122" y="4464097"/>
                  <a:ext cx="1479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D27130B2-81D8-E4F7-9782-16AD81BEF9D4}"/>
                    </a:ext>
                  </a:extLst>
                </p14:cNvPr>
                <p14:cNvContentPartPr/>
                <p14:nvPr/>
              </p14:nvContentPartPr>
              <p14:xfrm>
                <a:off x="9851762" y="4197337"/>
                <a:ext cx="246600" cy="380880"/>
              </p14:xfrm>
            </p:contentPart>
          </mc:Choice>
          <mc:Fallback xmlns="">
            <p:pic>
              <p:nvPicPr>
                <p:cNvPr id="34" name="Ink 33">
                  <a:extLst>
                    <a:ext uri="{FF2B5EF4-FFF2-40B4-BE49-F238E27FC236}">
                      <a16:creationId xmlns:a16="http://schemas.microsoft.com/office/drawing/2014/main" id="{D27130B2-81D8-E4F7-9782-16AD81BEF9D4}"/>
                    </a:ext>
                  </a:extLst>
                </p:cNvPr>
                <p:cNvPicPr/>
                <p:nvPr/>
              </p:nvPicPr>
              <p:blipFill>
                <a:blip r:embed="rId56"/>
                <a:stretch>
                  <a:fillRect/>
                </a:stretch>
              </p:blipFill>
              <p:spPr>
                <a:xfrm>
                  <a:off x="9845642" y="4191217"/>
                  <a:ext cx="258840" cy="393120"/>
                </a:xfrm>
                <a:prstGeom prst="rect">
                  <a:avLst/>
                </a:prstGeom>
              </p:spPr>
            </p:pic>
          </mc:Fallback>
        </mc:AlternateContent>
      </p:grpSp>
      <p:grpSp>
        <p:nvGrpSpPr>
          <p:cNvPr id="54" name="Group 53">
            <a:extLst>
              <a:ext uri="{FF2B5EF4-FFF2-40B4-BE49-F238E27FC236}">
                <a16:creationId xmlns:a16="http://schemas.microsoft.com/office/drawing/2014/main" id="{849E6ACC-2034-1AA5-5649-58471BABF15B}"/>
              </a:ext>
            </a:extLst>
          </p:cNvPr>
          <p:cNvGrpSpPr/>
          <p:nvPr/>
        </p:nvGrpSpPr>
        <p:grpSpPr>
          <a:xfrm>
            <a:off x="2216522" y="4321897"/>
            <a:ext cx="384480" cy="313560"/>
            <a:chOff x="2216522" y="4321897"/>
            <a:chExt cx="384480" cy="313560"/>
          </a:xfrm>
        </p:grpSpPr>
        <mc:AlternateContent xmlns:mc="http://schemas.openxmlformats.org/markup-compatibility/2006" xmlns:p14="http://schemas.microsoft.com/office/powerpoint/2010/main">
          <mc:Choice Requires="p14">
            <p:contentPart p14:bwMode="auto" r:id="rId57">
              <p14:nvContentPartPr>
                <p14:cNvPr id="36" name="Ink 35">
                  <a:extLst>
                    <a:ext uri="{FF2B5EF4-FFF2-40B4-BE49-F238E27FC236}">
                      <a16:creationId xmlns:a16="http://schemas.microsoft.com/office/drawing/2014/main" id="{5AC7264B-2E85-2713-5B2A-9F2103A83A9D}"/>
                    </a:ext>
                  </a:extLst>
                </p14:cNvPr>
                <p14:cNvContentPartPr/>
                <p14:nvPr/>
              </p14:nvContentPartPr>
              <p14:xfrm>
                <a:off x="2216522" y="4321897"/>
                <a:ext cx="225720" cy="252360"/>
              </p14:xfrm>
            </p:contentPart>
          </mc:Choice>
          <mc:Fallback xmlns="">
            <p:pic>
              <p:nvPicPr>
                <p:cNvPr id="36" name="Ink 35">
                  <a:extLst>
                    <a:ext uri="{FF2B5EF4-FFF2-40B4-BE49-F238E27FC236}">
                      <a16:creationId xmlns:a16="http://schemas.microsoft.com/office/drawing/2014/main" id="{5AC7264B-2E85-2713-5B2A-9F2103A83A9D}"/>
                    </a:ext>
                  </a:extLst>
                </p:cNvPr>
                <p:cNvPicPr/>
                <p:nvPr/>
              </p:nvPicPr>
              <p:blipFill>
                <a:blip r:embed="rId58"/>
                <a:stretch>
                  <a:fillRect/>
                </a:stretch>
              </p:blipFill>
              <p:spPr>
                <a:xfrm>
                  <a:off x="2210402" y="4315777"/>
                  <a:ext cx="23796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7" name="Ink 36">
                  <a:extLst>
                    <a:ext uri="{FF2B5EF4-FFF2-40B4-BE49-F238E27FC236}">
                      <a16:creationId xmlns:a16="http://schemas.microsoft.com/office/drawing/2014/main" id="{90B4558D-198F-DA26-8970-8947A7A17A24}"/>
                    </a:ext>
                  </a:extLst>
                </p14:cNvPr>
                <p14:cNvContentPartPr/>
                <p14:nvPr/>
              </p14:nvContentPartPr>
              <p14:xfrm>
                <a:off x="2222642" y="4477417"/>
                <a:ext cx="154080" cy="91080"/>
              </p14:xfrm>
            </p:contentPart>
          </mc:Choice>
          <mc:Fallback xmlns="">
            <p:pic>
              <p:nvPicPr>
                <p:cNvPr id="37" name="Ink 36">
                  <a:extLst>
                    <a:ext uri="{FF2B5EF4-FFF2-40B4-BE49-F238E27FC236}">
                      <a16:creationId xmlns:a16="http://schemas.microsoft.com/office/drawing/2014/main" id="{90B4558D-198F-DA26-8970-8947A7A17A24}"/>
                    </a:ext>
                  </a:extLst>
                </p:cNvPr>
                <p:cNvPicPr/>
                <p:nvPr/>
              </p:nvPicPr>
              <p:blipFill>
                <a:blip r:embed="rId60"/>
                <a:stretch>
                  <a:fillRect/>
                </a:stretch>
              </p:blipFill>
              <p:spPr>
                <a:xfrm>
                  <a:off x="2216522" y="4471297"/>
                  <a:ext cx="16632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8" name="Ink 37">
                  <a:extLst>
                    <a:ext uri="{FF2B5EF4-FFF2-40B4-BE49-F238E27FC236}">
                      <a16:creationId xmlns:a16="http://schemas.microsoft.com/office/drawing/2014/main" id="{501FE2FC-A748-CF6C-F49D-A8697539DACC}"/>
                    </a:ext>
                  </a:extLst>
                </p14:cNvPr>
                <p14:cNvContentPartPr/>
                <p14:nvPr/>
              </p14:nvContentPartPr>
              <p14:xfrm>
                <a:off x="2379242" y="4396777"/>
                <a:ext cx="39240" cy="192960"/>
              </p14:xfrm>
            </p:contentPart>
          </mc:Choice>
          <mc:Fallback xmlns="">
            <p:pic>
              <p:nvPicPr>
                <p:cNvPr id="38" name="Ink 37">
                  <a:extLst>
                    <a:ext uri="{FF2B5EF4-FFF2-40B4-BE49-F238E27FC236}">
                      <a16:creationId xmlns:a16="http://schemas.microsoft.com/office/drawing/2014/main" id="{501FE2FC-A748-CF6C-F49D-A8697539DACC}"/>
                    </a:ext>
                  </a:extLst>
                </p:cNvPr>
                <p:cNvPicPr/>
                <p:nvPr/>
              </p:nvPicPr>
              <p:blipFill>
                <a:blip r:embed="rId62"/>
                <a:stretch>
                  <a:fillRect/>
                </a:stretch>
              </p:blipFill>
              <p:spPr>
                <a:xfrm>
                  <a:off x="2373122" y="4390657"/>
                  <a:ext cx="514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9" name="Ink 38">
                  <a:extLst>
                    <a:ext uri="{FF2B5EF4-FFF2-40B4-BE49-F238E27FC236}">
                      <a16:creationId xmlns:a16="http://schemas.microsoft.com/office/drawing/2014/main" id="{3FCEFE8E-CE9C-58F8-3298-5AEFB3D2C3FD}"/>
                    </a:ext>
                  </a:extLst>
                </p14:cNvPr>
                <p14:cNvContentPartPr/>
                <p14:nvPr/>
              </p14:nvContentPartPr>
              <p14:xfrm>
                <a:off x="2476442" y="4508017"/>
                <a:ext cx="82800" cy="61200"/>
              </p14:xfrm>
            </p:contentPart>
          </mc:Choice>
          <mc:Fallback xmlns="">
            <p:pic>
              <p:nvPicPr>
                <p:cNvPr id="39" name="Ink 38">
                  <a:extLst>
                    <a:ext uri="{FF2B5EF4-FFF2-40B4-BE49-F238E27FC236}">
                      <a16:creationId xmlns:a16="http://schemas.microsoft.com/office/drawing/2014/main" id="{3FCEFE8E-CE9C-58F8-3298-5AEFB3D2C3FD}"/>
                    </a:ext>
                  </a:extLst>
                </p:cNvPr>
                <p:cNvPicPr/>
                <p:nvPr/>
              </p:nvPicPr>
              <p:blipFill>
                <a:blip r:embed="rId64"/>
                <a:stretch>
                  <a:fillRect/>
                </a:stretch>
              </p:blipFill>
              <p:spPr>
                <a:xfrm>
                  <a:off x="2470322" y="4501897"/>
                  <a:ext cx="950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0" name="Ink 39">
                  <a:extLst>
                    <a:ext uri="{FF2B5EF4-FFF2-40B4-BE49-F238E27FC236}">
                      <a16:creationId xmlns:a16="http://schemas.microsoft.com/office/drawing/2014/main" id="{6242670B-6CDB-DCB2-0DA8-52B6319CAF76}"/>
                    </a:ext>
                  </a:extLst>
                </p14:cNvPr>
                <p14:cNvContentPartPr/>
                <p14:nvPr/>
              </p14:nvContentPartPr>
              <p14:xfrm>
                <a:off x="2487962" y="4460497"/>
                <a:ext cx="113040" cy="174960"/>
              </p14:xfrm>
            </p:contentPart>
          </mc:Choice>
          <mc:Fallback xmlns="">
            <p:pic>
              <p:nvPicPr>
                <p:cNvPr id="40" name="Ink 39">
                  <a:extLst>
                    <a:ext uri="{FF2B5EF4-FFF2-40B4-BE49-F238E27FC236}">
                      <a16:creationId xmlns:a16="http://schemas.microsoft.com/office/drawing/2014/main" id="{6242670B-6CDB-DCB2-0DA8-52B6319CAF76}"/>
                    </a:ext>
                  </a:extLst>
                </p:cNvPr>
                <p:cNvPicPr/>
                <p:nvPr/>
              </p:nvPicPr>
              <p:blipFill>
                <a:blip r:embed="rId66"/>
                <a:stretch>
                  <a:fillRect/>
                </a:stretch>
              </p:blipFill>
              <p:spPr>
                <a:xfrm>
                  <a:off x="2481842" y="4454377"/>
                  <a:ext cx="125280" cy="187200"/>
                </a:xfrm>
                <a:prstGeom prst="rect">
                  <a:avLst/>
                </a:prstGeom>
              </p:spPr>
            </p:pic>
          </mc:Fallback>
        </mc:AlternateContent>
      </p:grpSp>
      <p:grpSp>
        <p:nvGrpSpPr>
          <p:cNvPr id="53" name="Group 52">
            <a:extLst>
              <a:ext uri="{FF2B5EF4-FFF2-40B4-BE49-F238E27FC236}">
                <a16:creationId xmlns:a16="http://schemas.microsoft.com/office/drawing/2014/main" id="{6BA0061E-E429-3012-51F2-4F994EA64E72}"/>
              </a:ext>
            </a:extLst>
          </p:cNvPr>
          <p:cNvGrpSpPr/>
          <p:nvPr/>
        </p:nvGrpSpPr>
        <p:grpSpPr>
          <a:xfrm>
            <a:off x="2844362" y="4055857"/>
            <a:ext cx="1545840" cy="707040"/>
            <a:chOff x="2844362" y="4055857"/>
            <a:chExt cx="1545840" cy="707040"/>
          </a:xfrm>
        </p:grpSpPr>
        <mc:AlternateContent xmlns:mc="http://schemas.openxmlformats.org/markup-compatibility/2006" xmlns:p14="http://schemas.microsoft.com/office/powerpoint/2010/main">
          <mc:Choice Requires="p14">
            <p:contentPart p14:bwMode="auto" r:id="rId67">
              <p14:nvContentPartPr>
                <p14:cNvPr id="41" name="Ink 40">
                  <a:extLst>
                    <a:ext uri="{FF2B5EF4-FFF2-40B4-BE49-F238E27FC236}">
                      <a16:creationId xmlns:a16="http://schemas.microsoft.com/office/drawing/2014/main" id="{5F363F8F-B8C7-171C-3BE5-D027843298D0}"/>
                    </a:ext>
                  </a:extLst>
                </p14:cNvPr>
                <p14:cNvContentPartPr/>
                <p14:nvPr/>
              </p14:nvContentPartPr>
              <p14:xfrm>
                <a:off x="2844362" y="4414417"/>
                <a:ext cx="140040" cy="135720"/>
              </p14:xfrm>
            </p:contentPart>
          </mc:Choice>
          <mc:Fallback xmlns="">
            <p:pic>
              <p:nvPicPr>
                <p:cNvPr id="41" name="Ink 40">
                  <a:extLst>
                    <a:ext uri="{FF2B5EF4-FFF2-40B4-BE49-F238E27FC236}">
                      <a16:creationId xmlns:a16="http://schemas.microsoft.com/office/drawing/2014/main" id="{5F363F8F-B8C7-171C-3BE5-D027843298D0}"/>
                    </a:ext>
                  </a:extLst>
                </p:cNvPr>
                <p:cNvPicPr/>
                <p:nvPr/>
              </p:nvPicPr>
              <p:blipFill>
                <a:blip r:embed="rId68"/>
                <a:stretch>
                  <a:fillRect/>
                </a:stretch>
              </p:blipFill>
              <p:spPr>
                <a:xfrm>
                  <a:off x="2838242" y="4408297"/>
                  <a:ext cx="15228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2" name="Ink 41">
                  <a:extLst>
                    <a:ext uri="{FF2B5EF4-FFF2-40B4-BE49-F238E27FC236}">
                      <a16:creationId xmlns:a16="http://schemas.microsoft.com/office/drawing/2014/main" id="{6C9BBB28-86E4-E809-9954-7F14C8A914BB}"/>
                    </a:ext>
                  </a:extLst>
                </p14:cNvPr>
                <p14:cNvContentPartPr/>
                <p14:nvPr/>
              </p14:nvContentPartPr>
              <p14:xfrm>
                <a:off x="3033722" y="4400017"/>
                <a:ext cx="98640" cy="139680"/>
              </p14:xfrm>
            </p:contentPart>
          </mc:Choice>
          <mc:Fallback xmlns="">
            <p:pic>
              <p:nvPicPr>
                <p:cNvPr id="42" name="Ink 41">
                  <a:extLst>
                    <a:ext uri="{FF2B5EF4-FFF2-40B4-BE49-F238E27FC236}">
                      <a16:creationId xmlns:a16="http://schemas.microsoft.com/office/drawing/2014/main" id="{6C9BBB28-86E4-E809-9954-7F14C8A914BB}"/>
                    </a:ext>
                  </a:extLst>
                </p:cNvPr>
                <p:cNvPicPr/>
                <p:nvPr/>
              </p:nvPicPr>
              <p:blipFill>
                <a:blip r:embed="rId70"/>
                <a:stretch>
                  <a:fillRect/>
                </a:stretch>
              </p:blipFill>
              <p:spPr>
                <a:xfrm>
                  <a:off x="3027602" y="4393897"/>
                  <a:ext cx="1108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3" name="Ink 42">
                  <a:extLst>
                    <a:ext uri="{FF2B5EF4-FFF2-40B4-BE49-F238E27FC236}">
                      <a16:creationId xmlns:a16="http://schemas.microsoft.com/office/drawing/2014/main" id="{9607C249-BA00-2844-8BFF-E5A7FF7A8916}"/>
                    </a:ext>
                  </a:extLst>
                </p14:cNvPr>
                <p14:cNvContentPartPr/>
                <p14:nvPr/>
              </p14:nvContentPartPr>
              <p14:xfrm>
                <a:off x="3174122" y="4375177"/>
                <a:ext cx="136440" cy="193320"/>
              </p14:xfrm>
            </p:contentPart>
          </mc:Choice>
          <mc:Fallback xmlns="">
            <p:pic>
              <p:nvPicPr>
                <p:cNvPr id="43" name="Ink 42">
                  <a:extLst>
                    <a:ext uri="{FF2B5EF4-FFF2-40B4-BE49-F238E27FC236}">
                      <a16:creationId xmlns:a16="http://schemas.microsoft.com/office/drawing/2014/main" id="{9607C249-BA00-2844-8BFF-E5A7FF7A8916}"/>
                    </a:ext>
                  </a:extLst>
                </p:cNvPr>
                <p:cNvPicPr/>
                <p:nvPr/>
              </p:nvPicPr>
              <p:blipFill>
                <a:blip r:embed="rId72"/>
                <a:stretch>
                  <a:fillRect/>
                </a:stretch>
              </p:blipFill>
              <p:spPr>
                <a:xfrm>
                  <a:off x="3168002" y="4369057"/>
                  <a:ext cx="1486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4" name="Ink 43">
                  <a:extLst>
                    <a:ext uri="{FF2B5EF4-FFF2-40B4-BE49-F238E27FC236}">
                      <a16:creationId xmlns:a16="http://schemas.microsoft.com/office/drawing/2014/main" id="{713D49AE-A033-5464-E513-FA7139C8889B}"/>
                    </a:ext>
                  </a:extLst>
                </p14:cNvPr>
                <p14:cNvContentPartPr/>
                <p14:nvPr/>
              </p14:nvContentPartPr>
              <p14:xfrm>
                <a:off x="3363842" y="4424137"/>
                <a:ext cx="117720" cy="47520"/>
              </p14:xfrm>
            </p:contentPart>
          </mc:Choice>
          <mc:Fallback xmlns="">
            <p:pic>
              <p:nvPicPr>
                <p:cNvPr id="44" name="Ink 43">
                  <a:extLst>
                    <a:ext uri="{FF2B5EF4-FFF2-40B4-BE49-F238E27FC236}">
                      <a16:creationId xmlns:a16="http://schemas.microsoft.com/office/drawing/2014/main" id="{713D49AE-A033-5464-E513-FA7139C8889B}"/>
                    </a:ext>
                  </a:extLst>
                </p:cNvPr>
                <p:cNvPicPr/>
                <p:nvPr/>
              </p:nvPicPr>
              <p:blipFill>
                <a:blip r:embed="rId74"/>
                <a:stretch>
                  <a:fillRect/>
                </a:stretch>
              </p:blipFill>
              <p:spPr>
                <a:xfrm>
                  <a:off x="3357722" y="4418017"/>
                  <a:ext cx="1299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5" name="Ink 44">
                  <a:extLst>
                    <a:ext uri="{FF2B5EF4-FFF2-40B4-BE49-F238E27FC236}">
                      <a16:creationId xmlns:a16="http://schemas.microsoft.com/office/drawing/2014/main" id="{8983F1C6-7664-A07A-3414-E8842C59FF2D}"/>
                    </a:ext>
                  </a:extLst>
                </p14:cNvPr>
                <p14:cNvContentPartPr/>
                <p14:nvPr/>
              </p14:nvContentPartPr>
              <p14:xfrm>
                <a:off x="3394442" y="4348177"/>
                <a:ext cx="63360" cy="208800"/>
              </p14:xfrm>
            </p:contentPart>
          </mc:Choice>
          <mc:Fallback xmlns="">
            <p:pic>
              <p:nvPicPr>
                <p:cNvPr id="45" name="Ink 44">
                  <a:extLst>
                    <a:ext uri="{FF2B5EF4-FFF2-40B4-BE49-F238E27FC236}">
                      <a16:creationId xmlns:a16="http://schemas.microsoft.com/office/drawing/2014/main" id="{8983F1C6-7664-A07A-3414-E8842C59FF2D}"/>
                    </a:ext>
                  </a:extLst>
                </p:cNvPr>
                <p:cNvPicPr/>
                <p:nvPr/>
              </p:nvPicPr>
              <p:blipFill>
                <a:blip r:embed="rId76"/>
                <a:stretch>
                  <a:fillRect/>
                </a:stretch>
              </p:blipFill>
              <p:spPr>
                <a:xfrm>
                  <a:off x="3388322" y="4342057"/>
                  <a:ext cx="7560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6" name="Ink 45">
                  <a:extLst>
                    <a:ext uri="{FF2B5EF4-FFF2-40B4-BE49-F238E27FC236}">
                      <a16:creationId xmlns:a16="http://schemas.microsoft.com/office/drawing/2014/main" id="{228F22F6-E465-6BEA-463C-DBC0E0030E50}"/>
                    </a:ext>
                  </a:extLst>
                </p14:cNvPr>
                <p14:cNvContentPartPr/>
                <p14:nvPr/>
              </p14:nvContentPartPr>
              <p14:xfrm>
                <a:off x="3469322" y="4339537"/>
                <a:ext cx="140760" cy="423360"/>
              </p14:xfrm>
            </p:contentPart>
          </mc:Choice>
          <mc:Fallback xmlns="">
            <p:pic>
              <p:nvPicPr>
                <p:cNvPr id="46" name="Ink 45">
                  <a:extLst>
                    <a:ext uri="{FF2B5EF4-FFF2-40B4-BE49-F238E27FC236}">
                      <a16:creationId xmlns:a16="http://schemas.microsoft.com/office/drawing/2014/main" id="{228F22F6-E465-6BEA-463C-DBC0E0030E50}"/>
                    </a:ext>
                  </a:extLst>
                </p:cNvPr>
                <p:cNvPicPr/>
                <p:nvPr/>
              </p:nvPicPr>
              <p:blipFill>
                <a:blip r:embed="rId78"/>
                <a:stretch>
                  <a:fillRect/>
                </a:stretch>
              </p:blipFill>
              <p:spPr>
                <a:xfrm>
                  <a:off x="3463202" y="4333417"/>
                  <a:ext cx="15300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7" name="Ink 46">
                  <a:extLst>
                    <a:ext uri="{FF2B5EF4-FFF2-40B4-BE49-F238E27FC236}">
                      <a16:creationId xmlns:a16="http://schemas.microsoft.com/office/drawing/2014/main" id="{852FFE97-9E4B-5B79-B23F-B59E203D0C18}"/>
                    </a:ext>
                  </a:extLst>
                </p14:cNvPr>
                <p14:cNvContentPartPr/>
                <p14:nvPr/>
              </p14:nvContentPartPr>
              <p14:xfrm>
                <a:off x="3657242" y="4358617"/>
                <a:ext cx="115200" cy="140400"/>
              </p14:xfrm>
            </p:contentPart>
          </mc:Choice>
          <mc:Fallback xmlns="">
            <p:pic>
              <p:nvPicPr>
                <p:cNvPr id="47" name="Ink 46">
                  <a:extLst>
                    <a:ext uri="{FF2B5EF4-FFF2-40B4-BE49-F238E27FC236}">
                      <a16:creationId xmlns:a16="http://schemas.microsoft.com/office/drawing/2014/main" id="{852FFE97-9E4B-5B79-B23F-B59E203D0C18}"/>
                    </a:ext>
                  </a:extLst>
                </p:cNvPr>
                <p:cNvPicPr/>
                <p:nvPr/>
              </p:nvPicPr>
              <p:blipFill>
                <a:blip r:embed="rId80"/>
                <a:stretch>
                  <a:fillRect/>
                </a:stretch>
              </p:blipFill>
              <p:spPr>
                <a:xfrm>
                  <a:off x="3651122" y="4352497"/>
                  <a:ext cx="12744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8" name="Ink 47">
                  <a:extLst>
                    <a:ext uri="{FF2B5EF4-FFF2-40B4-BE49-F238E27FC236}">
                      <a16:creationId xmlns:a16="http://schemas.microsoft.com/office/drawing/2014/main" id="{3D509CE9-BB92-E793-FF5F-683589683F45}"/>
                    </a:ext>
                  </a:extLst>
                </p14:cNvPr>
                <p14:cNvContentPartPr/>
                <p14:nvPr/>
              </p14:nvContentPartPr>
              <p14:xfrm>
                <a:off x="3821402" y="4343497"/>
                <a:ext cx="94680" cy="191880"/>
              </p14:xfrm>
            </p:contentPart>
          </mc:Choice>
          <mc:Fallback xmlns="">
            <p:pic>
              <p:nvPicPr>
                <p:cNvPr id="48" name="Ink 47">
                  <a:extLst>
                    <a:ext uri="{FF2B5EF4-FFF2-40B4-BE49-F238E27FC236}">
                      <a16:creationId xmlns:a16="http://schemas.microsoft.com/office/drawing/2014/main" id="{3D509CE9-BB92-E793-FF5F-683589683F45}"/>
                    </a:ext>
                  </a:extLst>
                </p:cNvPr>
                <p:cNvPicPr/>
                <p:nvPr/>
              </p:nvPicPr>
              <p:blipFill>
                <a:blip r:embed="rId82"/>
                <a:stretch>
                  <a:fillRect/>
                </a:stretch>
              </p:blipFill>
              <p:spPr>
                <a:xfrm>
                  <a:off x="3815282" y="4337377"/>
                  <a:ext cx="1069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9" name="Ink 48">
                  <a:extLst>
                    <a:ext uri="{FF2B5EF4-FFF2-40B4-BE49-F238E27FC236}">
                      <a16:creationId xmlns:a16="http://schemas.microsoft.com/office/drawing/2014/main" id="{7DFEA19D-AF37-6F80-967B-C8B20B3B32D7}"/>
                    </a:ext>
                  </a:extLst>
                </p14:cNvPr>
                <p14:cNvContentPartPr/>
                <p14:nvPr/>
              </p14:nvContentPartPr>
              <p14:xfrm>
                <a:off x="3920402" y="4100497"/>
                <a:ext cx="56160" cy="370080"/>
              </p14:xfrm>
            </p:contentPart>
          </mc:Choice>
          <mc:Fallback xmlns="">
            <p:pic>
              <p:nvPicPr>
                <p:cNvPr id="49" name="Ink 48">
                  <a:extLst>
                    <a:ext uri="{FF2B5EF4-FFF2-40B4-BE49-F238E27FC236}">
                      <a16:creationId xmlns:a16="http://schemas.microsoft.com/office/drawing/2014/main" id="{7DFEA19D-AF37-6F80-967B-C8B20B3B32D7}"/>
                    </a:ext>
                  </a:extLst>
                </p:cNvPr>
                <p:cNvPicPr/>
                <p:nvPr/>
              </p:nvPicPr>
              <p:blipFill>
                <a:blip r:embed="rId84"/>
                <a:stretch>
                  <a:fillRect/>
                </a:stretch>
              </p:blipFill>
              <p:spPr>
                <a:xfrm>
                  <a:off x="3914282" y="4094377"/>
                  <a:ext cx="6840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0" name="Ink 49">
                  <a:extLst>
                    <a:ext uri="{FF2B5EF4-FFF2-40B4-BE49-F238E27FC236}">
                      <a16:creationId xmlns:a16="http://schemas.microsoft.com/office/drawing/2014/main" id="{FFE70EA2-6C7C-55EC-6BB8-2F4D55F37527}"/>
                    </a:ext>
                  </a:extLst>
                </p14:cNvPr>
                <p14:cNvContentPartPr/>
                <p14:nvPr/>
              </p14:nvContentPartPr>
              <p14:xfrm>
                <a:off x="3897362" y="4313977"/>
                <a:ext cx="175320" cy="106560"/>
              </p14:xfrm>
            </p:contentPart>
          </mc:Choice>
          <mc:Fallback xmlns="">
            <p:pic>
              <p:nvPicPr>
                <p:cNvPr id="50" name="Ink 49">
                  <a:extLst>
                    <a:ext uri="{FF2B5EF4-FFF2-40B4-BE49-F238E27FC236}">
                      <a16:creationId xmlns:a16="http://schemas.microsoft.com/office/drawing/2014/main" id="{FFE70EA2-6C7C-55EC-6BB8-2F4D55F37527}"/>
                    </a:ext>
                  </a:extLst>
                </p:cNvPr>
                <p:cNvPicPr/>
                <p:nvPr/>
              </p:nvPicPr>
              <p:blipFill>
                <a:blip r:embed="rId86"/>
                <a:stretch>
                  <a:fillRect/>
                </a:stretch>
              </p:blipFill>
              <p:spPr>
                <a:xfrm>
                  <a:off x="3891242" y="4307857"/>
                  <a:ext cx="1875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1" name="Ink 50">
                  <a:extLst>
                    <a:ext uri="{FF2B5EF4-FFF2-40B4-BE49-F238E27FC236}">
                      <a16:creationId xmlns:a16="http://schemas.microsoft.com/office/drawing/2014/main" id="{390C096F-37B4-5A90-A8F7-AE224AA3A5E4}"/>
                    </a:ext>
                  </a:extLst>
                </p14:cNvPr>
                <p14:cNvContentPartPr/>
                <p14:nvPr/>
              </p14:nvContentPartPr>
              <p14:xfrm>
                <a:off x="4036682" y="4308577"/>
                <a:ext cx="118800" cy="205920"/>
              </p14:xfrm>
            </p:contentPart>
          </mc:Choice>
          <mc:Fallback xmlns="">
            <p:pic>
              <p:nvPicPr>
                <p:cNvPr id="51" name="Ink 50">
                  <a:extLst>
                    <a:ext uri="{FF2B5EF4-FFF2-40B4-BE49-F238E27FC236}">
                      <a16:creationId xmlns:a16="http://schemas.microsoft.com/office/drawing/2014/main" id="{390C096F-37B4-5A90-A8F7-AE224AA3A5E4}"/>
                    </a:ext>
                  </a:extLst>
                </p:cNvPr>
                <p:cNvPicPr/>
                <p:nvPr/>
              </p:nvPicPr>
              <p:blipFill>
                <a:blip r:embed="rId88"/>
                <a:stretch>
                  <a:fillRect/>
                </a:stretch>
              </p:blipFill>
              <p:spPr>
                <a:xfrm>
                  <a:off x="4030562" y="4302457"/>
                  <a:ext cx="13104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2" name="Ink 51">
                  <a:extLst>
                    <a:ext uri="{FF2B5EF4-FFF2-40B4-BE49-F238E27FC236}">
                      <a16:creationId xmlns:a16="http://schemas.microsoft.com/office/drawing/2014/main" id="{F6A137B4-B69F-C70F-FB17-2B479B0CB9C5}"/>
                    </a:ext>
                  </a:extLst>
                </p14:cNvPr>
                <p14:cNvContentPartPr/>
                <p14:nvPr/>
              </p14:nvContentPartPr>
              <p14:xfrm>
                <a:off x="4210202" y="4055857"/>
                <a:ext cx="180000" cy="419400"/>
              </p14:xfrm>
            </p:contentPart>
          </mc:Choice>
          <mc:Fallback xmlns="">
            <p:pic>
              <p:nvPicPr>
                <p:cNvPr id="52" name="Ink 51">
                  <a:extLst>
                    <a:ext uri="{FF2B5EF4-FFF2-40B4-BE49-F238E27FC236}">
                      <a16:creationId xmlns:a16="http://schemas.microsoft.com/office/drawing/2014/main" id="{F6A137B4-B69F-C70F-FB17-2B479B0CB9C5}"/>
                    </a:ext>
                  </a:extLst>
                </p:cNvPr>
                <p:cNvPicPr/>
                <p:nvPr/>
              </p:nvPicPr>
              <p:blipFill>
                <a:blip r:embed="rId90"/>
                <a:stretch>
                  <a:fillRect/>
                </a:stretch>
              </p:blipFill>
              <p:spPr>
                <a:xfrm>
                  <a:off x="4204082" y="4049737"/>
                  <a:ext cx="192240" cy="431640"/>
                </a:xfrm>
                <a:prstGeom prst="rect">
                  <a:avLst/>
                </a:prstGeom>
              </p:spPr>
            </p:pic>
          </mc:Fallback>
        </mc:AlternateContent>
      </p:grpSp>
      <p:grpSp>
        <p:nvGrpSpPr>
          <p:cNvPr id="65" name="Group 64">
            <a:extLst>
              <a:ext uri="{FF2B5EF4-FFF2-40B4-BE49-F238E27FC236}">
                <a16:creationId xmlns:a16="http://schemas.microsoft.com/office/drawing/2014/main" id="{FAB99580-D581-2601-F3E5-3EFCA95D5F11}"/>
              </a:ext>
            </a:extLst>
          </p:cNvPr>
          <p:cNvGrpSpPr/>
          <p:nvPr/>
        </p:nvGrpSpPr>
        <p:grpSpPr>
          <a:xfrm>
            <a:off x="4937402" y="2458177"/>
            <a:ext cx="1413360" cy="558720"/>
            <a:chOff x="4937402" y="2458177"/>
            <a:chExt cx="1413360" cy="558720"/>
          </a:xfrm>
        </p:grpSpPr>
        <mc:AlternateContent xmlns:mc="http://schemas.openxmlformats.org/markup-compatibility/2006" xmlns:p14="http://schemas.microsoft.com/office/powerpoint/2010/main">
          <mc:Choice Requires="p14">
            <p:contentPart p14:bwMode="auto" r:id="rId91">
              <p14:nvContentPartPr>
                <p14:cNvPr id="55" name="Ink 54">
                  <a:extLst>
                    <a:ext uri="{FF2B5EF4-FFF2-40B4-BE49-F238E27FC236}">
                      <a16:creationId xmlns:a16="http://schemas.microsoft.com/office/drawing/2014/main" id="{79C8970E-8152-F4DA-2FD4-0F9ECF3EEFC9}"/>
                    </a:ext>
                  </a:extLst>
                </p14:cNvPr>
                <p14:cNvContentPartPr/>
                <p14:nvPr/>
              </p14:nvContentPartPr>
              <p14:xfrm>
                <a:off x="4937402" y="2547817"/>
                <a:ext cx="181080" cy="410760"/>
              </p14:xfrm>
            </p:contentPart>
          </mc:Choice>
          <mc:Fallback xmlns="">
            <p:pic>
              <p:nvPicPr>
                <p:cNvPr id="55" name="Ink 54">
                  <a:extLst>
                    <a:ext uri="{FF2B5EF4-FFF2-40B4-BE49-F238E27FC236}">
                      <a16:creationId xmlns:a16="http://schemas.microsoft.com/office/drawing/2014/main" id="{79C8970E-8152-F4DA-2FD4-0F9ECF3EEFC9}"/>
                    </a:ext>
                  </a:extLst>
                </p:cNvPr>
                <p:cNvPicPr/>
                <p:nvPr/>
              </p:nvPicPr>
              <p:blipFill>
                <a:blip r:embed="rId92"/>
                <a:stretch>
                  <a:fillRect/>
                </a:stretch>
              </p:blipFill>
              <p:spPr>
                <a:xfrm>
                  <a:off x="4931282" y="2541697"/>
                  <a:ext cx="19332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6" name="Ink 55">
                  <a:extLst>
                    <a:ext uri="{FF2B5EF4-FFF2-40B4-BE49-F238E27FC236}">
                      <a16:creationId xmlns:a16="http://schemas.microsoft.com/office/drawing/2014/main" id="{105BA4CF-1856-F780-B6FF-CE76140EA684}"/>
                    </a:ext>
                  </a:extLst>
                </p14:cNvPr>
                <p14:cNvContentPartPr/>
                <p14:nvPr/>
              </p14:nvContentPartPr>
              <p14:xfrm>
                <a:off x="4975202" y="2774257"/>
                <a:ext cx="307800" cy="242640"/>
              </p14:xfrm>
            </p:contentPart>
          </mc:Choice>
          <mc:Fallback xmlns="">
            <p:pic>
              <p:nvPicPr>
                <p:cNvPr id="56" name="Ink 55">
                  <a:extLst>
                    <a:ext uri="{FF2B5EF4-FFF2-40B4-BE49-F238E27FC236}">
                      <a16:creationId xmlns:a16="http://schemas.microsoft.com/office/drawing/2014/main" id="{105BA4CF-1856-F780-B6FF-CE76140EA684}"/>
                    </a:ext>
                  </a:extLst>
                </p:cNvPr>
                <p:cNvPicPr/>
                <p:nvPr/>
              </p:nvPicPr>
              <p:blipFill>
                <a:blip r:embed="rId94"/>
                <a:stretch>
                  <a:fillRect/>
                </a:stretch>
              </p:blipFill>
              <p:spPr>
                <a:xfrm>
                  <a:off x="4969082" y="2768137"/>
                  <a:ext cx="32004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7" name="Ink 56">
                  <a:extLst>
                    <a:ext uri="{FF2B5EF4-FFF2-40B4-BE49-F238E27FC236}">
                      <a16:creationId xmlns:a16="http://schemas.microsoft.com/office/drawing/2014/main" id="{27982ACA-EA8A-A16E-1397-DDF37268B8A8}"/>
                    </a:ext>
                  </a:extLst>
                </p14:cNvPr>
                <p14:cNvContentPartPr/>
                <p14:nvPr/>
              </p14:nvContentPartPr>
              <p14:xfrm>
                <a:off x="5161682" y="2556097"/>
                <a:ext cx="195120" cy="403200"/>
              </p14:xfrm>
            </p:contentPart>
          </mc:Choice>
          <mc:Fallback xmlns="">
            <p:pic>
              <p:nvPicPr>
                <p:cNvPr id="57" name="Ink 56">
                  <a:extLst>
                    <a:ext uri="{FF2B5EF4-FFF2-40B4-BE49-F238E27FC236}">
                      <a16:creationId xmlns:a16="http://schemas.microsoft.com/office/drawing/2014/main" id="{27982ACA-EA8A-A16E-1397-DDF37268B8A8}"/>
                    </a:ext>
                  </a:extLst>
                </p:cNvPr>
                <p:cNvPicPr/>
                <p:nvPr/>
              </p:nvPicPr>
              <p:blipFill>
                <a:blip r:embed="rId96"/>
                <a:stretch>
                  <a:fillRect/>
                </a:stretch>
              </p:blipFill>
              <p:spPr>
                <a:xfrm>
                  <a:off x="5155562" y="2549977"/>
                  <a:ext cx="20736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8" name="Ink 57">
                  <a:extLst>
                    <a:ext uri="{FF2B5EF4-FFF2-40B4-BE49-F238E27FC236}">
                      <a16:creationId xmlns:a16="http://schemas.microsoft.com/office/drawing/2014/main" id="{7A515DE1-FF74-D922-030F-B5E600680FE7}"/>
                    </a:ext>
                  </a:extLst>
                </p14:cNvPr>
                <p14:cNvContentPartPr/>
                <p14:nvPr/>
              </p14:nvContentPartPr>
              <p14:xfrm>
                <a:off x="5311802" y="2792617"/>
                <a:ext cx="153720" cy="195480"/>
              </p14:xfrm>
            </p:contentPart>
          </mc:Choice>
          <mc:Fallback xmlns="">
            <p:pic>
              <p:nvPicPr>
                <p:cNvPr id="58" name="Ink 57">
                  <a:extLst>
                    <a:ext uri="{FF2B5EF4-FFF2-40B4-BE49-F238E27FC236}">
                      <a16:creationId xmlns:a16="http://schemas.microsoft.com/office/drawing/2014/main" id="{7A515DE1-FF74-D922-030F-B5E600680FE7}"/>
                    </a:ext>
                  </a:extLst>
                </p:cNvPr>
                <p:cNvPicPr/>
                <p:nvPr/>
              </p:nvPicPr>
              <p:blipFill>
                <a:blip r:embed="rId98"/>
                <a:stretch>
                  <a:fillRect/>
                </a:stretch>
              </p:blipFill>
              <p:spPr>
                <a:xfrm>
                  <a:off x="5305682" y="2786497"/>
                  <a:ext cx="1659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9" name="Ink 58">
                  <a:extLst>
                    <a:ext uri="{FF2B5EF4-FFF2-40B4-BE49-F238E27FC236}">
                      <a16:creationId xmlns:a16="http://schemas.microsoft.com/office/drawing/2014/main" id="{412235A4-F5F0-7CD6-50EC-FF2B2891BEF6}"/>
                    </a:ext>
                  </a:extLst>
                </p14:cNvPr>
                <p14:cNvContentPartPr/>
                <p14:nvPr/>
              </p14:nvContentPartPr>
              <p14:xfrm>
                <a:off x="5305682" y="2503177"/>
                <a:ext cx="201960" cy="368280"/>
              </p14:xfrm>
            </p:contentPart>
          </mc:Choice>
          <mc:Fallback xmlns="">
            <p:pic>
              <p:nvPicPr>
                <p:cNvPr id="59" name="Ink 58">
                  <a:extLst>
                    <a:ext uri="{FF2B5EF4-FFF2-40B4-BE49-F238E27FC236}">
                      <a16:creationId xmlns:a16="http://schemas.microsoft.com/office/drawing/2014/main" id="{412235A4-F5F0-7CD6-50EC-FF2B2891BEF6}"/>
                    </a:ext>
                  </a:extLst>
                </p:cNvPr>
                <p:cNvPicPr/>
                <p:nvPr/>
              </p:nvPicPr>
              <p:blipFill>
                <a:blip r:embed="rId100"/>
                <a:stretch>
                  <a:fillRect/>
                </a:stretch>
              </p:blipFill>
              <p:spPr>
                <a:xfrm>
                  <a:off x="5299562" y="2497057"/>
                  <a:ext cx="21420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0" name="Ink 59">
                  <a:extLst>
                    <a:ext uri="{FF2B5EF4-FFF2-40B4-BE49-F238E27FC236}">
                      <a16:creationId xmlns:a16="http://schemas.microsoft.com/office/drawing/2014/main" id="{1B179554-919A-483D-E160-F8799733C81F}"/>
                    </a:ext>
                  </a:extLst>
                </p14:cNvPr>
                <p14:cNvContentPartPr/>
                <p14:nvPr/>
              </p14:nvContentPartPr>
              <p14:xfrm>
                <a:off x="5683322" y="2738617"/>
                <a:ext cx="139680" cy="171360"/>
              </p14:xfrm>
            </p:contentPart>
          </mc:Choice>
          <mc:Fallback xmlns="">
            <p:pic>
              <p:nvPicPr>
                <p:cNvPr id="60" name="Ink 59">
                  <a:extLst>
                    <a:ext uri="{FF2B5EF4-FFF2-40B4-BE49-F238E27FC236}">
                      <a16:creationId xmlns:a16="http://schemas.microsoft.com/office/drawing/2014/main" id="{1B179554-919A-483D-E160-F8799733C81F}"/>
                    </a:ext>
                  </a:extLst>
                </p:cNvPr>
                <p:cNvPicPr/>
                <p:nvPr/>
              </p:nvPicPr>
              <p:blipFill>
                <a:blip r:embed="rId102"/>
                <a:stretch>
                  <a:fillRect/>
                </a:stretch>
              </p:blipFill>
              <p:spPr>
                <a:xfrm>
                  <a:off x="5677202" y="2732497"/>
                  <a:ext cx="15192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1" name="Ink 60">
                  <a:extLst>
                    <a:ext uri="{FF2B5EF4-FFF2-40B4-BE49-F238E27FC236}">
                      <a16:creationId xmlns:a16="http://schemas.microsoft.com/office/drawing/2014/main" id="{ABFB5B71-06F2-F593-F112-C12C0C3C5BE3}"/>
                    </a:ext>
                  </a:extLst>
                </p14:cNvPr>
                <p14:cNvContentPartPr/>
                <p14:nvPr/>
              </p14:nvContentPartPr>
              <p14:xfrm>
                <a:off x="5864402" y="2795497"/>
                <a:ext cx="143640" cy="56520"/>
              </p14:xfrm>
            </p:contentPart>
          </mc:Choice>
          <mc:Fallback xmlns="">
            <p:pic>
              <p:nvPicPr>
                <p:cNvPr id="61" name="Ink 60">
                  <a:extLst>
                    <a:ext uri="{FF2B5EF4-FFF2-40B4-BE49-F238E27FC236}">
                      <a16:creationId xmlns:a16="http://schemas.microsoft.com/office/drawing/2014/main" id="{ABFB5B71-06F2-F593-F112-C12C0C3C5BE3}"/>
                    </a:ext>
                  </a:extLst>
                </p:cNvPr>
                <p:cNvPicPr/>
                <p:nvPr/>
              </p:nvPicPr>
              <p:blipFill>
                <a:blip r:embed="rId104"/>
                <a:stretch>
                  <a:fillRect/>
                </a:stretch>
              </p:blipFill>
              <p:spPr>
                <a:xfrm>
                  <a:off x="5858282" y="2789377"/>
                  <a:ext cx="1558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2" name="Ink 61">
                  <a:extLst>
                    <a:ext uri="{FF2B5EF4-FFF2-40B4-BE49-F238E27FC236}">
                      <a16:creationId xmlns:a16="http://schemas.microsoft.com/office/drawing/2014/main" id="{6F94EDFA-9E0C-1130-1EDE-759298EAD999}"/>
                    </a:ext>
                  </a:extLst>
                </p14:cNvPr>
                <p14:cNvContentPartPr/>
                <p14:nvPr/>
              </p14:nvContentPartPr>
              <p14:xfrm>
                <a:off x="5857202" y="2760937"/>
                <a:ext cx="129240" cy="201600"/>
              </p14:xfrm>
            </p:contentPart>
          </mc:Choice>
          <mc:Fallback xmlns="">
            <p:pic>
              <p:nvPicPr>
                <p:cNvPr id="62" name="Ink 61">
                  <a:extLst>
                    <a:ext uri="{FF2B5EF4-FFF2-40B4-BE49-F238E27FC236}">
                      <a16:creationId xmlns:a16="http://schemas.microsoft.com/office/drawing/2014/main" id="{6F94EDFA-9E0C-1130-1EDE-759298EAD999}"/>
                    </a:ext>
                  </a:extLst>
                </p:cNvPr>
                <p:cNvPicPr/>
                <p:nvPr/>
              </p:nvPicPr>
              <p:blipFill>
                <a:blip r:embed="rId106"/>
                <a:stretch>
                  <a:fillRect/>
                </a:stretch>
              </p:blipFill>
              <p:spPr>
                <a:xfrm>
                  <a:off x="5851082" y="2754817"/>
                  <a:ext cx="1414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3" name="Ink 62">
                  <a:extLst>
                    <a:ext uri="{FF2B5EF4-FFF2-40B4-BE49-F238E27FC236}">
                      <a16:creationId xmlns:a16="http://schemas.microsoft.com/office/drawing/2014/main" id="{3341807F-F020-8C3F-2470-7E7CAEE154FF}"/>
                    </a:ext>
                  </a:extLst>
                </p14:cNvPr>
                <p14:cNvContentPartPr/>
                <p14:nvPr/>
              </p14:nvContentPartPr>
              <p14:xfrm>
                <a:off x="6023522" y="2458177"/>
                <a:ext cx="51120" cy="460800"/>
              </p14:xfrm>
            </p:contentPart>
          </mc:Choice>
          <mc:Fallback xmlns="">
            <p:pic>
              <p:nvPicPr>
                <p:cNvPr id="63" name="Ink 62">
                  <a:extLst>
                    <a:ext uri="{FF2B5EF4-FFF2-40B4-BE49-F238E27FC236}">
                      <a16:creationId xmlns:a16="http://schemas.microsoft.com/office/drawing/2014/main" id="{3341807F-F020-8C3F-2470-7E7CAEE154FF}"/>
                    </a:ext>
                  </a:extLst>
                </p:cNvPr>
                <p:cNvPicPr/>
                <p:nvPr/>
              </p:nvPicPr>
              <p:blipFill>
                <a:blip r:embed="rId108"/>
                <a:stretch>
                  <a:fillRect/>
                </a:stretch>
              </p:blipFill>
              <p:spPr>
                <a:xfrm>
                  <a:off x="6017402" y="2452057"/>
                  <a:ext cx="63360" cy="473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4" name="Ink 63">
                  <a:extLst>
                    <a:ext uri="{FF2B5EF4-FFF2-40B4-BE49-F238E27FC236}">
                      <a16:creationId xmlns:a16="http://schemas.microsoft.com/office/drawing/2014/main" id="{982595B0-D350-93BB-2FD9-B28E9FEBBC50}"/>
                    </a:ext>
                  </a:extLst>
                </p14:cNvPr>
                <p14:cNvContentPartPr/>
                <p14:nvPr/>
              </p14:nvContentPartPr>
              <p14:xfrm>
                <a:off x="5946842" y="2670937"/>
                <a:ext cx="403920" cy="217080"/>
              </p14:xfrm>
            </p:contentPart>
          </mc:Choice>
          <mc:Fallback xmlns="">
            <p:pic>
              <p:nvPicPr>
                <p:cNvPr id="64" name="Ink 63">
                  <a:extLst>
                    <a:ext uri="{FF2B5EF4-FFF2-40B4-BE49-F238E27FC236}">
                      <a16:creationId xmlns:a16="http://schemas.microsoft.com/office/drawing/2014/main" id="{982595B0-D350-93BB-2FD9-B28E9FEBBC50}"/>
                    </a:ext>
                  </a:extLst>
                </p:cNvPr>
                <p:cNvPicPr/>
                <p:nvPr/>
              </p:nvPicPr>
              <p:blipFill>
                <a:blip r:embed="rId110"/>
                <a:stretch>
                  <a:fillRect/>
                </a:stretch>
              </p:blipFill>
              <p:spPr>
                <a:xfrm>
                  <a:off x="5940722" y="2664817"/>
                  <a:ext cx="416160" cy="229320"/>
                </a:xfrm>
                <a:prstGeom prst="rect">
                  <a:avLst/>
                </a:prstGeom>
              </p:spPr>
            </p:pic>
          </mc:Fallback>
        </mc:AlternateContent>
      </p:grpSp>
      <p:grpSp>
        <p:nvGrpSpPr>
          <p:cNvPr id="74" name="Group 73">
            <a:extLst>
              <a:ext uri="{FF2B5EF4-FFF2-40B4-BE49-F238E27FC236}">
                <a16:creationId xmlns:a16="http://schemas.microsoft.com/office/drawing/2014/main" id="{C5250D2E-2827-EF63-FEC6-40493DCCF51B}"/>
              </a:ext>
            </a:extLst>
          </p:cNvPr>
          <p:cNvGrpSpPr/>
          <p:nvPr/>
        </p:nvGrpSpPr>
        <p:grpSpPr>
          <a:xfrm>
            <a:off x="6439322" y="2354497"/>
            <a:ext cx="1224360" cy="640800"/>
            <a:chOff x="6439322" y="2354497"/>
            <a:chExt cx="1224360" cy="640800"/>
          </a:xfrm>
        </p:grpSpPr>
        <mc:AlternateContent xmlns:mc="http://schemas.openxmlformats.org/markup-compatibility/2006" xmlns:p14="http://schemas.microsoft.com/office/powerpoint/2010/main">
          <mc:Choice Requires="p14">
            <p:contentPart p14:bwMode="auto" r:id="rId111">
              <p14:nvContentPartPr>
                <p14:cNvPr id="66" name="Ink 65">
                  <a:extLst>
                    <a:ext uri="{FF2B5EF4-FFF2-40B4-BE49-F238E27FC236}">
                      <a16:creationId xmlns:a16="http://schemas.microsoft.com/office/drawing/2014/main" id="{2A81F3C5-527A-1853-9F1A-69E1D5F1BF0A}"/>
                    </a:ext>
                  </a:extLst>
                </p14:cNvPr>
                <p14:cNvContentPartPr/>
                <p14:nvPr/>
              </p14:nvContentPartPr>
              <p14:xfrm>
                <a:off x="6464882" y="2357377"/>
                <a:ext cx="295200" cy="637920"/>
              </p14:xfrm>
            </p:contentPart>
          </mc:Choice>
          <mc:Fallback xmlns="">
            <p:pic>
              <p:nvPicPr>
                <p:cNvPr id="66" name="Ink 65">
                  <a:extLst>
                    <a:ext uri="{FF2B5EF4-FFF2-40B4-BE49-F238E27FC236}">
                      <a16:creationId xmlns:a16="http://schemas.microsoft.com/office/drawing/2014/main" id="{2A81F3C5-527A-1853-9F1A-69E1D5F1BF0A}"/>
                    </a:ext>
                  </a:extLst>
                </p:cNvPr>
                <p:cNvPicPr/>
                <p:nvPr/>
              </p:nvPicPr>
              <p:blipFill>
                <a:blip r:embed="rId112"/>
                <a:stretch>
                  <a:fillRect/>
                </a:stretch>
              </p:blipFill>
              <p:spPr>
                <a:xfrm>
                  <a:off x="6458762" y="2351257"/>
                  <a:ext cx="307440" cy="6501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7" name="Ink 66">
                  <a:extLst>
                    <a:ext uri="{FF2B5EF4-FFF2-40B4-BE49-F238E27FC236}">
                      <a16:creationId xmlns:a16="http://schemas.microsoft.com/office/drawing/2014/main" id="{9AA35CF7-2737-35EB-4C3A-08B93CD8B861}"/>
                    </a:ext>
                  </a:extLst>
                </p14:cNvPr>
                <p14:cNvContentPartPr/>
                <p14:nvPr/>
              </p14:nvContentPartPr>
              <p14:xfrm>
                <a:off x="6439322" y="2671657"/>
                <a:ext cx="210600" cy="125280"/>
              </p14:xfrm>
            </p:contentPart>
          </mc:Choice>
          <mc:Fallback xmlns="">
            <p:pic>
              <p:nvPicPr>
                <p:cNvPr id="67" name="Ink 66">
                  <a:extLst>
                    <a:ext uri="{FF2B5EF4-FFF2-40B4-BE49-F238E27FC236}">
                      <a16:creationId xmlns:a16="http://schemas.microsoft.com/office/drawing/2014/main" id="{9AA35CF7-2737-35EB-4C3A-08B93CD8B861}"/>
                    </a:ext>
                  </a:extLst>
                </p:cNvPr>
                <p:cNvPicPr/>
                <p:nvPr/>
              </p:nvPicPr>
              <p:blipFill>
                <a:blip r:embed="rId114"/>
                <a:stretch>
                  <a:fillRect/>
                </a:stretch>
              </p:blipFill>
              <p:spPr>
                <a:xfrm>
                  <a:off x="6433202" y="2665537"/>
                  <a:ext cx="22284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8" name="Ink 67">
                  <a:extLst>
                    <a:ext uri="{FF2B5EF4-FFF2-40B4-BE49-F238E27FC236}">
                      <a16:creationId xmlns:a16="http://schemas.microsoft.com/office/drawing/2014/main" id="{D8C19E07-4C72-7095-ADF9-C60E7C864934}"/>
                    </a:ext>
                  </a:extLst>
                </p14:cNvPr>
                <p14:cNvContentPartPr/>
                <p14:nvPr/>
              </p14:nvContentPartPr>
              <p14:xfrm>
                <a:off x="6632282" y="2668777"/>
                <a:ext cx="291960" cy="194760"/>
              </p14:xfrm>
            </p:contentPart>
          </mc:Choice>
          <mc:Fallback xmlns="">
            <p:pic>
              <p:nvPicPr>
                <p:cNvPr id="68" name="Ink 67">
                  <a:extLst>
                    <a:ext uri="{FF2B5EF4-FFF2-40B4-BE49-F238E27FC236}">
                      <a16:creationId xmlns:a16="http://schemas.microsoft.com/office/drawing/2014/main" id="{D8C19E07-4C72-7095-ADF9-C60E7C864934}"/>
                    </a:ext>
                  </a:extLst>
                </p:cNvPr>
                <p:cNvPicPr/>
                <p:nvPr/>
              </p:nvPicPr>
              <p:blipFill>
                <a:blip r:embed="rId116"/>
                <a:stretch>
                  <a:fillRect/>
                </a:stretch>
              </p:blipFill>
              <p:spPr>
                <a:xfrm>
                  <a:off x="6626162" y="2662657"/>
                  <a:ext cx="3042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9" name="Ink 68">
                  <a:extLst>
                    <a:ext uri="{FF2B5EF4-FFF2-40B4-BE49-F238E27FC236}">
                      <a16:creationId xmlns:a16="http://schemas.microsoft.com/office/drawing/2014/main" id="{9767E5B5-64A1-E9A6-1C72-6E58261D4F1E}"/>
                    </a:ext>
                  </a:extLst>
                </p14:cNvPr>
                <p14:cNvContentPartPr/>
                <p14:nvPr/>
              </p14:nvContentPartPr>
              <p14:xfrm>
                <a:off x="6903362" y="2354497"/>
                <a:ext cx="113400" cy="337680"/>
              </p14:xfrm>
            </p:contentPart>
          </mc:Choice>
          <mc:Fallback xmlns="">
            <p:pic>
              <p:nvPicPr>
                <p:cNvPr id="69" name="Ink 68">
                  <a:extLst>
                    <a:ext uri="{FF2B5EF4-FFF2-40B4-BE49-F238E27FC236}">
                      <a16:creationId xmlns:a16="http://schemas.microsoft.com/office/drawing/2014/main" id="{9767E5B5-64A1-E9A6-1C72-6E58261D4F1E}"/>
                    </a:ext>
                  </a:extLst>
                </p:cNvPr>
                <p:cNvPicPr/>
                <p:nvPr/>
              </p:nvPicPr>
              <p:blipFill>
                <a:blip r:embed="rId118"/>
                <a:stretch>
                  <a:fillRect/>
                </a:stretch>
              </p:blipFill>
              <p:spPr>
                <a:xfrm>
                  <a:off x="6897242" y="2348377"/>
                  <a:ext cx="12564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0" name="Ink 69">
                  <a:extLst>
                    <a:ext uri="{FF2B5EF4-FFF2-40B4-BE49-F238E27FC236}">
                      <a16:creationId xmlns:a16="http://schemas.microsoft.com/office/drawing/2014/main" id="{F7136C8D-677C-A8E2-C812-CD3F8D1A0E6E}"/>
                    </a:ext>
                  </a:extLst>
                </p14:cNvPr>
                <p14:cNvContentPartPr/>
                <p14:nvPr/>
              </p14:nvContentPartPr>
              <p14:xfrm>
                <a:off x="6935402" y="2640337"/>
                <a:ext cx="241200" cy="138600"/>
              </p14:xfrm>
            </p:contentPart>
          </mc:Choice>
          <mc:Fallback xmlns="">
            <p:pic>
              <p:nvPicPr>
                <p:cNvPr id="70" name="Ink 69">
                  <a:extLst>
                    <a:ext uri="{FF2B5EF4-FFF2-40B4-BE49-F238E27FC236}">
                      <a16:creationId xmlns:a16="http://schemas.microsoft.com/office/drawing/2014/main" id="{F7136C8D-677C-A8E2-C812-CD3F8D1A0E6E}"/>
                    </a:ext>
                  </a:extLst>
                </p:cNvPr>
                <p:cNvPicPr/>
                <p:nvPr/>
              </p:nvPicPr>
              <p:blipFill>
                <a:blip r:embed="rId120"/>
                <a:stretch>
                  <a:fillRect/>
                </a:stretch>
              </p:blipFill>
              <p:spPr>
                <a:xfrm>
                  <a:off x="6929282" y="2634217"/>
                  <a:ext cx="2534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1" name="Ink 70">
                  <a:extLst>
                    <a:ext uri="{FF2B5EF4-FFF2-40B4-BE49-F238E27FC236}">
                      <a16:creationId xmlns:a16="http://schemas.microsoft.com/office/drawing/2014/main" id="{1A7FA268-AA26-4B79-80A0-8E6B2192D1CF}"/>
                    </a:ext>
                  </a:extLst>
                </p14:cNvPr>
                <p14:cNvContentPartPr/>
                <p14:nvPr/>
              </p14:nvContentPartPr>
              <p14:xfrm>
                <a:off x="7215842" y="2553937"/>
                <a:ext cx="55800" cy="175680"/>
              </p14:xfrm>
            </p:contentPart>
          </mc:Choice>
          <mc:Fallback xmlns="">
            <p:pic>
              <p:nvPicPr>
                <p:cNvPr id="71" name="Ink 70">
                  <a:extLst>
                    <a:ext uri="{FF2B5EF4-FFF2-40B4-BE49-F238E27FC236}">
                      <a16:creationId xmlns:a16="http://schemas.microsoft.com/office/drawing/2014/main" id="{1A7FA268-AA26-4B79-80A0-8E6B2192D1CF}"/>
                    </a:ext>
                  </a:extLst>
                </p:cNvPr>
                <p:cNvPicPr/>
                <p:nvPr/>
              </p:nvPicPr>
              <p:blipFill>
                <a:blip r:embed="rId122"/>
                <a:stretch>
                  <a:fillRect/>
                </a:stretch>
              </p:blipFill>
              <p:spPr>
                <a:xfrm>
                  <a:off x="7209722" y="2547817"/>
                  <a:ext cx="680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2" name="Ink 71">
                  <a:extLst>
                    <a:ext uri="{FF2B5EF4-FFF2-40B4-BE49-F238E27FC236}">
                      <a16:creationId xmlns:a16="http://schemas.microsoft.com/office/drawing/2014/main" id="{AA5CD708-443D-F763-3386-61449D318934}"/>
                    </a:ext>
                  </a:extLst>
                </p14:cNvPr>
                <p14:cNvContentPartPr/>
                <p14:nvPr/>
              </p14:nvContentPartPr>
              <p14:xfrm>
                <a:off x="7333202" y="2491297"/>
                <a:ext cx="128520" cy="198000"/>
              </p14:xfrm>
            </p:contentPart>
          </mc:Choice>
          <mc:Fallback xmlns="">
            <p:pic>
              <p:nvPicPr>
                <p:cNvPr id="72" name="Ink 71">
                  <a:extLst>
                    <a:ext uri="{FF2B5EF4-FFF2-40B4-BE49-F238E27FC236}">
                      <a16:creationId xmlns:a16="http://schemas.microsoft.com/office/drawing/2014/main" id="{AA5CD708-443D-F763-3386-61449D318934}"/>
                    </a:ext>
                  </a:extLst>
                </p:cNvPr>
                <p:cNvPicPr/>
                <p:nvPr/>
              </p:nvPicPr>
              <p:blipFill>
                <a:blip r:embed="rId124"/>
                <a:stretch>
                  <a:fillRect/>
                </a:stretch>
              </p:blipFill>
              <p:spPr>
                <a:xfrm>
                  <a:off x="7327082" y="2485177"/>
                  <a:ext cx="14076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3" name="Ink 72">
                  <a:extLst>
                    <a:ext uri="{FF2B5EF4-FFF2-40B4-BE49-F238E27FC236}">
                      <a16:creationId xmlns:a16="http://schemas.microsoft.com/office/drawing/2014/main" id="{DCA425D6-5656-07CE-F595-7557B2B26DFA}"/>
                    </a:ext>
                  </a:extLst>
                </p14:cNvPr>
                <p14:cNvContentPartPr/>
                <p14:nvPr/>
              </p14:nvContentPartPr>
              <p14:xfrm>
                <a:off x="7508162" y="2465377"/>
                <a:ext cx="155520" cy="225720"/>
              </p14:xfrm>
            </p:contentPart>
          </mc:Choice>
          <mc:Fallback xmlns="">
            <p:pic>
              <p:nvPicPr>
                <p:cNvPr id="73" name="Ink 72">
                  <a:extLst>
                    <a:ext uri="{FF2B5EF4-FFF2-40B4-BE49-F238E27FC236}">
                      <a16:creationId xmlns:a16="http://schemas.microsoft.com/office/drawing/2014/main" id="{DCA425D6-5656-07CE-F595-7557B2B26DFA}"/>
                    </a:ext>
                  </a:extLst>
                </p:cNvPr>
                <p:cNvPicPr/>
                <p:nvPr/>
              </p:nvPicPr>
              <p:blipFill>
                <a:blip r:embed="rId126"/>
                <a:stretch>
                  <a:fillRect/>
                </a:stretch>
              </p:blipFill>
              <p:spPr>
                <a:xfrm>
                  <a:off x="7502042" y="2459257"/>
                  <a:ext cx="167760" cy="237960"/>
                </a:xfrm>
                <a:prstGeom prst="rect">
                  <a:avLst/>
                </a:prstGeom>
              </p:spPr>
            </p:pic>
          </mc:Fallback>
        </mc:AlternateContent>
      </p:grpSp>
      <p:grpSp>
        <p:nvGrpSpPr>
          <p:cNvPr id="78" name="Group 77">
            <a:extLst>
              <a:ext uri="{FF2B5EF4-FFF2-40B4-BE49-F238E27FC236}">
                <a16:creationId xmlns:a16="http://schemas.microsoft.com/office/drawing/2014/main" id="{4584E41D-A78B-D620-A1A1-38CEB74D207D}"/>
              </a:ext>
            </a:extLst>
          </p:cNvPr>
          <p:cNvGrpSpPr/>
          <p:nvPr/>
        </p:nvGrpSpPr>
        <p:grpSpPr>
          <a:xfrm>
            <a:off x="2408762" y="4814737"/>
            <a:ext cx="945720" cy="327240"/>
            <a:chOff x="2408762" y="4814737"/>
            <a:chExt cx="945720" cy="327240"/>
          </a:xfrm>
        </p:grpSpPr>
        <mc:AlternateContent xmlns:mc="http://schemas.openxmlformats.org/markup-compatibility/2006" xmlns:p14="http://schemas.microsoft.com/office/powerpoint/2010/main">
          <mc:Choice Requires="p14">
            <p:contentPart p14:bwMode="auto" r:id="rId127">
              <p14:nvContentPartPr>
                <p14:cNvPr id="75" name="Ink 74">
                  <a:extLst>
                    <a:ext uri="{FF2B5EF4-FFF2-40B4-BE49-F238E27FC236}">
                      <a16:creationId xmlns:a16="http://schemas.microsoft.com/office/drawing/2014/main" id="{C3EAF0AB-4035-4A52-F353-69BBBB845659}"/>
                    </a:ext>
                  </a:extLst>
                </p14:cNvPr>
                <p14:cNvContentPartPr/>
                <p14:nvPr/>
              </p14:nvContentPartPr>
              <p14:xfrm>
                <a:off x="2408762" y="4916617"/>
                <a:ext cx="183960" cy="225360"/>
              </p14:xfrm>
            </p:contentPart>
          </mc:Choice>
          <mc:Fallback xmlns="">
            <p:pic>
              <p:nvPicPr>
                <p:cNvPr id="75" name="Ink 74">
                  <a:extLst>
                    <a:ext uri="{FF2B5EF4-FFF2-40B4-BE49-F238E27FC236}">
                      <a16:creationId xmlns:a16="http://schemas.microsoft.com/office/drawing/2014/main" id="{C3EAF0AB-4035-4A52-F353-69BBBB845659}"/>
                    </a:ext>
                  </a:extLst>
                </p:cNvPr>
                <p:cNvPicPr/>
                <p:nvPr/>
              </p:nvPicPr>
              <p:blipFill>
                <a:blip r:embed="rId128"/>
                <a:stretch>
                  <a:fillRect/>
                </a:stretch>
              </p:blipFill>
              <p:spPr>
                <a:xfrm>
                  <a:off x="2402642" y="4910497"/>
                  <a:ext cx="1962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6" name="Ink 75">
                  <a:extLst>
                    <a:ext uri="{FF2B5EF4-FFF2-40B4-BE49-F238E27FC236}">
                      <a16:creationId xmlns:a16="http://schemas.microsoft.com/office/drawing/2014/main" id="{46D256A4-A4D0-B2CF-C88F-F0D5CF5A54C3}"/>
                    </a:ext>
                  </a:extLst>
                </p14:cNvPr>
                <p14:cNvContentPartPr/>
                <p14:nvPr/>
              </p14:nvContentPartPr>
              <p14:xfrm>
                <a:off x="2637722" y="4857937"/>
                <a:ext cx="373680" cy="230400"/>
              </p14:xfrm>
            </p:contentPart>
          </mc:Choice>
          <mc:Fallback xmlns="">
            <p:pic>
              <p:nvPicPr>
                <p:cNvPr id="76" name="Ink 75">
                  <a:extLst>
                    <a:ext uri="{FF2B5EF4-FFF2-40B4-BE49-F238E27FC236}">
                      <a16:creationId xmlns:a16="http://schemas.microsoft.com/office/drawing/2014/main" id="{46D256A4-A4D0-B2CF-C88F-F0D5CF5A54C3}"/>
                    </a:ext>
                  </a:extLst>
                </p:cNvPr>
                <p:cNvPicPr/>
                <p:nvPr/>
              </p:nvPicPr>
              <p:blipFill>
                <a:blip r:embed="rId130"/>
                <a:stretch>
                  <a:fillRect/>
                </a:stretch>
              </p:blipFill>
              <p:spPr>
                <a:xfrm>
                  <a:off x="2631602" y="4851817"/>
                  <a:ext cx="3859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7" name="Ink 76">
                  <a:extLst>
                    <a:ext uri="{FF2B5EF4-FFF2-40B4-BE49-F238E27FC236}">
                      <a16:creationId xmlns:a16="http://schemas.microsoft.com/office/drawing/2014/main" id="{FEA66F30-8A4C-B492-BA4B-7F313217256C}"/>
                    </a:ext>
                  </a:extLst>
                </p14:cNvPr>
                <p14:cNvContentPartPr/>
                <p14:nvPr/>
              </p14:nvContentPartPr>
              <p14:xfrm>
                <a:off x="3135602" y="4814737"/>
                <a:ext cx="218880" cy="233640"/>
              </p14:xfrm>
            </p:contentPart>
          </mc:Choice>
          <mc:Fallback xmlns="">
            <p:pic>
              <p:nvPicPr>
                <p:cNvPr id="77" name="Ink 76">
                  <a:extLst>
                    <a:ext uri="{FF2B5EF4-FFF2-40B4-BE49-F238E27FC236}">
                      <a16:creationId xmlns:a16="http://schemas.microsoft.com/office/drawing/2014/main" id="{FEA66F30-8A4C-B492-BA4B-7F313217256C}"/>
                    </a:ext>
                  </a:extLst>
                </p:cNvPr>
                <p:cNvPicPr/>
                <p:nvPr/>
              </p:nvPicPr>
              <p:blipFill>
                <a:blip r:embed="rId132"/>
                <a:stretch>
                  <a:fillRect/>
                </a:stretch>
              </p:blipFill>
              <p:spPr>
                <a:xfrm>
                  <a:off x="3129482" y="4808617"/>
                  <a:ext cx="231120" cy="245880"/>
                </a:xfrm>
                <a:prstGeom prst="rect">
                  <a:avLst/>
                </a:prstGeom>
              </p:spPr>
            </p:pic>
          </mc:Fallback>
        </mc:AlternateContent>
      </p:grpSp>
    </p:spTree>
    <p:extLst>
      <p:ext uri="{BB962C8B-B14F-4D97-AF65-F5344CB8AC3E}">
        <p14:creationId xmlns:p14="http://schemas.microsoft.com/office/powerpoint/2010/main" val="31000379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D33E-9AFF-4A8A-3F1C-61EEC6F22813}"/>
              </a:ext>
            </a:extLst>
          </p:cNvPr>
          <p:cNvSpPr>
            <a:spLocks noGrp="1"/>
          </p:cNvSpPr>
          <p:nvPr>
            <p:ph type="title"/>
          </p:nvPr>
        </p:nvSpPr>
        <p:spPr/>
        <p:txBody>
          <a:bodyPr/>
          <a:lstStyle/>
          <a:p>
            <a:r>
              <a:rPr lang="en-GB" dirty="0"/>
              <a:t>Evidence</a:t>
            </a:r>
          </a:p>
        </p:txBody>
      </p:sp>
      <p:pic>
        <p:nvPicPr>
          <p:cNvPr id="5" name="Content Placeholder 4">
            <a:extLst>
              <a:ext uri="{FF2B5EF4-FFF2-40B4-BE49-F238E27FC236}">
                <a16:creationId xmlns:a16="http://schemas.microsoft.com/office/drawing/2014/main" id="{927D6664-6A4C-72B5-2D9A-9FA2D2DF20DA}"/>
              </a:ext>
            </a:extLst>
          </p:cNvPr>
          <p:cNvPicPr>
            <a:picLocks noGrp="1" noChangeAspect="1"/>
          </p:cNvPicPr>
          <p:nvPr>
            <p:ph idx="1"/>
          </p:nvPr>
        </p:nvPicPr>
        <p:blipFill>
          <a:blip r:embed="rId2"/>
          <a:stretch>
            <a:fillRect/>
          </a:stretch>
        </p:blipFill>
        <p:spPr>
          <a:xfrm>
            <a:off x="1947556" y="1690687"/>
            <a:ext cx="8296889" cy="4680000"/>
          </a:xfrm>
          <a:prstGeom prst="rect">
            <a:avLst/>
          </a:prstGeom>
        </p:spPr>
      </p:pic>
    </p:spTree>
    <p:extLst>
      <p:ext uri="{BB962C8B-B14F-4D97-AF65-F5344CB8AC3E}">
        <p14:creationId xmlns:p14="http://schemas.microsoft.com/office/powerpoint/2010/main" val="48017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387</TotalTime>
  <Words>1678</Words>
  <Application>Microsoft Office PowerPoint</Application>
  <PresentationFormat>Widescreen</PresentationFormat>
  <Paragraphs>640</Paragraphs>
  <Slides>73</Slides>
  <Notes>30</Notes>
  <HiddenSlides>9</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Arial</vt:lpstr>
      <vt:lpstr>Calibri</vt:lpstr>
      <vt:lpstr>Calibri Light</vt:lpstr>
      <vt:lpstr>Consolas</vt:lpstr>
      <vt:lpstr>Office Theme</vt:lpstr>
      <vt:lpstr>Advanced Higher Computing Science</vt:lpstr>
      <vt:lpstr>Plan</vt:lpstr>
      <vt:lpstr>Assessment</vt:lpstr>
      <vt:lpstr>SDD Analysis</vt:lpstr>
      <vt:lpstr>Learning Intentions</vt:lpstr>
      <vt:lpstr>Use Case Diagram</vt:lpstr>
      <vt:lpstr>Use Case Diagram</vt:lpstr>
      <vt:lpstr>Use Case Diagram – Overview</vt:lpstr>
      <vt:lpstr>Use Case Diagram – Overview</vt:lpstr>
      <vt:lpstr>Actors</vt:lpstr>
      <vt:lpstr>Actors</vt:lpstr>
      <vt:lpstr>PowerPoint Presentation</vt:lpstr>
      <vt:lpstr>Actor - Description</vt:lpstr>
      <vt:lpstr>Use Cases - Relationships</vt:lpstr>
      <vt:lpstr>Use Case - Description</vt:lpstr>
      <vt:lpstr>Relationship Types - Description</vt:lpstr>
      <vt:lpstr>SDD Design</vt:lpstr>
      <vt:lpstr>Learning Intentions</vt:lpstr>
      <vt:lpstr>Class – Overview</vt:lpstr>
      <vt:lpstr>Classes – School Example</vt:lpstr>
      <vt:lpstr>Classes – School Example</vt:lpstr>
      <vt:lpstr>UML Class Diagram – Overview</vt:lpstr>
      <vt:lpstr>UML Class Diagram – Overview</vt:lpstr>
      <vt:lpstr>UML Class Diagram – Example</vt:lpstr>
      <vt:lpstr>UML Class Diagram – Example</vt:lpstr>
      <vt:lpstr>Learning Intentions</vt:lpstr>
      <vt:lpstr>UML Inheritance</vt:lpstr>
      <vt:lpstr>Polymorphism</vt:lpstr>
      <vt:lpstr>Abstract Class</vt:lpstr>
      <vt:lpstr>Abstract Class</vt:lpstr>
      <vt:lpstr>SDD Implementation</vt:lpstr>
      <vt:lpstr>Style Guide</vt:lpstr>
      <vt:lpstr>Learning Intentions</vt:lpstr>
      <vt:lpstr>2D Arrays</vt:lpstr>
      <vt:lpstr>Learning Intentions</vt:lpstr>
      <vt:lpstr>Bubble Sort</vt:lpstr>
      <vt:lpstr>Bubble Sort</vt:lpstr>
      <vt:lpstr>Learning Intentions</vt:lpstr>
      <vt:lpstr>Insertion Sort</vt:lpstr>
      <vt:lpstr>Insertion Sort</vt:lpstr>
      <vt:lpstr>Learning Intentions</vt:lpstr>
      <vt:lpstr>Binary Search</vt:lpstr>
      <vt:lpstr>Binary Search</vt:lpstr>
      <vt:lpstr>Project Ideas</vt:lpstr>
      <vt:lpstr>Project Analysis</vt:lpstr>
      <vt:lpstr>Course Report</vt:lpstr>
      <vt:lpstr>Description of Problem</vt:lpstr>
      <vt:lpstr>Description of Problem</vt:lpstr>
      <vt:lpstr>Description of Problem</vt:lpstr>
      <vt:lpstr>Project Plan</vt:lpstr>
      <vt:lpstr>Project Design</vt:lpstr>
      <vt:lpstr>Query Design</vt:lpstr>
      <vt:lpstr>Database Connection</vt:lpstr>
      <vt:lpstr>Data Dictionary</vt:lpstr>
      <vt:lpstr>Project Design</vt:lpstr>
      <vt:lpstr>Course Report</vt:lpstr>
      <vt:lpstr>AH Algorithm</vt:lpstr>
      <vt:lpstr>Data Flow</vt:lpstr>
      <vt:lpstr>Input Validation</vt:lpstr>
      <vt:lpstr>Classes</vt:lpstr>
      <vt:lpstr>Database Connection</vt:lpstr>
      <vt:lpstr>Project Implementation</vt:lpstr>
      <vt:lpstr>Database Structure</vt:lpstr>
      <vt:lpstr>Project Implementation</vt:lpstr>
      <vt:lpstr>Course Report</vt:lpstr>
      <vt:lpstr>Highlighting</vt:lpstr>
      <vt:lpstr>Project Testing</vt:lpstr>
      <vt:lpstr>Course Report</vt:lpstr>
      <vt:lpstr>Evidence</vt:lpstr>
      <vt:lpstr>Pesona – End User Testing</vt:lpstr>
      <vt:lpstr>Project Evaluation</vt:lpstr>
      <vt:lpstr>Overview</vt:lpstr>
      <vt:lpstr>Evidence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 Friend</dc:creator>
  <cp:lastModifiedBy>Al Friend</cp:lastModifiedBy>
  <cp:revision>358</cp:revision>
  <cp:lastPrinted>2022-12-12T09:57:02Z</cp:lastPrinted>
  <dcterms:created xsi:type="dcterms:W3CDTF">2020-11-23T14:36:09Z</dcterms:created>
  <dcterms:modified xsi:type="dcterms:W3CDTF">2026-10-29T14:55:02Z</dcterms:modified>
</cp:coreProperties>
</file>