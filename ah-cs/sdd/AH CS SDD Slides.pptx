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6.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4" r:id="rId32"/>
    <p:sldId id="935" r:id="rId33"/>
    <p:sldId id="496" r:id="rId34"/>
    <p:sldId id="928" r:id="rId35"/>
    <p:sldId id="932" r:id="rId36"/>
    <p:sldId id="929" r:id="rId37"/>
    <p:sldId id="896" r:id="rId38"/>
    <p:sldId id="901" r:id="rId39"/>
    <p:sldId id="908" r:id="rId40"/>
    <p:sldId id="897" r:id="rId41"/>
    <p:sldId id="898" r:id="rId42"/>
    <p:sldId id="899" r:id="rId43"/>
    <p:sldId id="900" r:id="rId44"/>
    <p:sldId id="902" r:id="rId45"/>
    <p:sldId id="903" r:id="rId46"/>
    <p:sldId id="904" r:id="rId47"/>
    <p:sldId id="905" r:id="rId48"/>
    <p:sldId id="907" r:id="rId49"/>
    <p:sldId id="906" r:id="rId50"/>
    <p:sldId id="909" r:id="rId51"/>
    <p:sldId id="910" r:id="rId52"/>
    <p:sldId id="911" r:id="rId53"/>
    <p:sldId id="912" r:id="rId54"/>
    <p:sldId id="913" r:id="rId55"/>
    <p:sldId id="914" r:id="rId56"/>
    <p:sldId id="915" r:id="rId57"/>
    <p:sldId id="916" r:id="rId58"/>
    <p:sldId id="917" r:id="rId59"/>
    <p:sldId id="918" r:id="rId60"/>
    <p:sldId id="919" r:id="rId61"/>
    <p:sldId id="920" r:id="rId62"/>
    <p:sldId id="921" r:id="rId63"/>
    <p:sldId id="922" r:id="rId64"/>
    <p:sldId id="923" r:id="rId65"/>
    <p:sldId id="924" r:id="rId66"/>
    <p:sldId id="925" r:id="rId67"/>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4"/>
            <p14:sldId id="935"/>
          </p14:sldIdLst>
        </p14:section>
        <p14:section name="Insertion sort" id="{02E12C54-831E-4A99-B743-31D5B861406D}">
          <p14:sldIdLst>
            <p14:sldId id="496"/>
            <p14:sldId id="928"/>
          </p14:sldIdLst>
        </p14:section>
        <p14:section name="Binary sort" id="{877E2555-C0E8-4F73-91B9-257005800B15}">
          <p14:sldIdLst>
            <p14:sldId id="932"/>
            <p14:sldId id="929"/>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12" dt="2026-08-28T14:49:35.5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91678" autoAdjust="0"/>
  </p:normalViewPr>
  <p:slideViewPr>
    <p:cSldViewPr snapToGrid="0" showGuides="1">
      <p:cViewPr varScale="1">
        <p:scale>
          <a:sx n="85" d="100"/>
          <a:sy n="85" d="100"/>
        </p:scale>
        <p:origin x="36" y="117"/>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29T07:36:09.020" v="4580" actId="207"/>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pc:chgData name="Al Friend" userId="e5ed79da-d858-46d4-9eed-a7a24903f2de" providerId="ADAL" clId="{6CF5D3DD-A8C4-4611-8099-4AEB2E976A2E}" dt="2026-08-29T07:35:36.436" v="4576" actId="207"/>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8T14:52:40.895" v="4321" actId="1038"/>
          <ac:spMkLst>
            <pc:docMk/>
            <pc:sldMk cId="1301291762" sldId="930"/>
            <ac:spMk id="16" creationId="{CD0A61E0-A3B2-4652-AD8A-880E2295538A}"/>
          </ac:spMkLst>
        </pc:spChg>
        <pc:spChg chg="mod">
          <ac:chgData name="Al Friend" userId="e5ed79da-d858-46d4-9eed-a7a24903f2de" providerId="ADAL" clId="{6CF5D3DD-A8C4-4611-8099-4AEB2E976A2E}" dt="2026-08-29T07:34:09.786" v="4571" actId="1076"/>
          <ac:spMkLst>
            <pc:docMk/>
            <pc:sldMk cId="1301291762" sldId="930"/>
            <ac:spMk id="18" creationId="{CC2E148A-98D7-41D6-B799-B032D83B2B63}"/>
          </ac:spMkLst>
        </pc:spChg>
        <pc:spChg chg="del">
          <ac:chgData name="Al Friend" userId="e5ed79da-d858-46d4-9eed-a7a24903f2de" providerId="ADAL" clId="{6CF5D3DD-A8C4-4611-8099-4AEB2E976A2E}" dt="2026-08-28T14:41:09.373" v="4146" actId="21"/>
          <ac:spMkLst>
            <pc:docMk/>
            <pc:sldMk cId="1301291762" sldId="930"/>
            <ac:spMk id="22" creationId="{500DFE0E-F0E2-45C9-ABC1-A5A28D244F6D}"/>
          </ac:spMkLst>
        </pc:spChg>
        <pc:graphicFrameChg chg="mod modGraphic">
          <ac:chgData name="Al Friend" userId="e5ed79da-d858-46d4-9eed-a7a24903f2de" providerId="ADAL" clId="{6CF5D3DD-A8C4-4611-8099-4AEB2E976A2E}" dt="2026-08-28T14:52:33.584" v="4300" actId="12788"/>
          <ac:graphicFrameMkLst>
            <pc:docMk/>
            <pc:sldMk cId="1301291762" sldId="930"/>
            <ac:graphicFrameMk id="5" creationId="{54CC8241-E3D3-4462-AD7B-B0E459770B5A}"/>
          </ac:graphicFrameMkLst>
        </pc:graphicFrameChg>
        <pc:graphicFrameChg chg="mod modGraphic">
          <ac:chgData name="Al Friend" userId="e5ed79da-d858-46d4-9eed-a7a24903f2de" providerId="ADAL" clId="{6CF5D3DD-A8C4-4611-8099-4AEB2E976A2E}" dt="2026-08-29T07:35:36.436" v="4576" actId="207"/>
          <ac:graphicFrameMkLst>
            <pc:docMk/>
            <pc:sldMk cId="1301291762" sldId="930"/>
            <ac:graphicFrameMk id="6" creationId="{431CBE50-2A35-4F32-A111-7563E58CD3E5}"/>
          </ac:graphicFrameMkLst>
        </pc:graphicFrameChg>
        <pc:graphicFrameChg chg="mod modGraphic">
          <ac:chgData name="Al Friend" userId="e5ed79da-d858-46d4-9eed-a7a24903f2de" providerId="ADAL" clId="{6CF5D3DD-A8C4-4611-8099-4AEB2E976A2E}" dt="2026-08-29T07:34:13.985" v="4572" actId="1076"/>
          <ac:graphicFrameMkLst>
            <pc:docMk/>
            <pc:sldMk cId="1301291762" sldId="930"/>
            <ac:graphicFrameMk id="7" creationId="{15FC7742-F8FB-4723-A2A7-8E89A326588A}"/>
          </ac:graphicFrameMkLst>
        </pc:graphicFrameChg>
        <pc:graphicFrameChg chg="add mod modGraphic">
          <ac:chgData name="Al Friend" userId="e5ed79da-d858-46d4-9eed-a7a24903f2de" providerId="ADAL" clId="{6CF5D3DD-A8C4-4611-8099-4AEB2E976A2E}" dt="2026-08-29T07:34:34.195" v="4574" actId="1076"/>
          <ac:graphicFrameMkLst>
            <pc:docMk/>
            <pc:sldMk cId="1301291762" sldId="930"/>
            <ac:graphicFrameMk id="8" creationId="{C47D9422-73A0-B4E4-1928-0EF8C899C023}"/>
          </ac:graphicFrameMkLst>
        </pc:graphicFrameChg>
        <pc:graphicFrameChg chg="add del mod">
          <ac:chgData name="Al Friend" userId="e5ed79da-d858-46d4-9eed-a7a24903f2de" providerId="ADAL" clId="{6CF5D3DD-A8C4-4611-8099-4AEB2E976A2E}" dt="2026-08-29T07:33:15.399" v="4557" actId="478"/>
          <ac:graphicFrameMkLst>
            <pc:docMk/>
            <pc:sldMk cId="1301291762" sldId="930"/>
            <ac:graphicFrameMk id="10" creationId="{A7454DFC-600F-8198-EA05-0D26BB9244CC}"/>
          </ac:graphicFrameMkLst>
        </pc:graphicFrameChg>
        <pc:graphicFrameChg chg="add mod">
          <ac:chgData name="Al Friend" userId="e5ed79da-d858-46d4-9eed-a7a24903f2de" providerId="ADAL" clId="{6CF5D3DD-A8C4-4611-8099-4AEB2E976A2E}" dt="2026-08-29T07:33:26.204" v="4559" actId="1076"/>
          <ac:graphicFrameMkLst>
            <pc:docMk/>
            <pc:sldMk cId="1301291762" sldId="930"/>
            <ac:graphicFrameMk id="12" creationId="{A668824D-238C-45DA-C814-6893B28D7A94}"/>
          </ac:graphicFrameMkLst>
        </pc:graphicFrameChg>
        <pc:graphicFrameChg chg="mod modGraphic">
          <ac:chgData name="Al Friend" userId="e5ed79da-d858-46d4-9eed-a7a24903f2de" providerId="ADAL" clId="{6CF5D3DD-A8C4-4611-8099-4AEB2E976A2E}" dt="2026-08-29T07:35:32.032" v="4575" actId="207"/>
          <ac:graphicFrameMkLst>
            <pc:docMk/>
            <pc:sldMk cId="1301291762" sldId="930"/>
            <ac:graphicFrameMk id="15" creationId="{468736BE-9BFB-4BC9-B57D-2F344E0D3E28}"/>
          </ac:graphicFrameMkLst>
        </pc:graphicFrameChg>
        <pc:graphicFrameChg chg="del mod modGraphic">
          <ac:chgData name="Al Friend" userId="e5ed79da-d858-46d4-9eed-a7a24903f2de" providerId="ADAL" clId="{6CF5D3DD-A8C4-4611-8099-4AEB2E976A2E}" dt="2026-08-29T07:32:44.570" v="4551" actId="21"/>
          <ac:graphicFrameMkLst>
            <pc:docMk/>
            <pc:sldMk cId="1301291762" sldId="930"/>
            <ac:graphicFrameMk id="19" creationId="{EA7A24D0-691F-4FC6-97C3-F88C4A4F7BD1}"/>
          </ac:graphicFrameMkLst>
        </pc:graphicFrameChg>
        <pc:graphicFrameChg chg="add del modGraphic">
          <ac:chgData name="Al Friend" userId="e5ed79da-d858-46d4-9eed-a7a24903f2de" providerId="ADAL" clId="{6CF5D3DD-A8C4-4611-8099-4AEB2E976A2E}" dt="2026-08-28T14:41:09.373" v="4146" actId="21"/>
          <ac:graphicFrameMkLst>
            <pc:docMk/>
            <pc:sldMk cId="1301291762" sldId="930"/>
            <ac:graphicFrameMk id="21" creationId="{B93ABEEF-34F6-452A-8D6E-B1278DF274CB}"/>
          </ac:graphicFrameMkLst>
        </pc:graphicFrameChg>
      </pc:sldChg>
      <pc:sldChg chg="delSp modSp del mod">
        <pc:chgData name="Al Friend" userId="e5ed79da-d858-46d4-9eed-a7a24903f2de" providerId="ADAL" clId="{6CF5D3DD-A8C4-4611-8099-4AEB2E976A2E}" dt="2026-08-28T14:37:50.209" v="4137" actId="2696"/>
        <pc:sldMkLst>
          <pc:docMk/>
          <pc:sldMk cId="1721612760" sldId="933"/>
        </pc:sldMkLst>
        <pc:spChg chg="del">
          <ac:chgData name="Al Friend" userId="e5ed79da-d858-46d4-9eed-a7a24903f2de" providerId="ADAL" clId="{6CF5D3DD-A8C4-4611-8099-4AEB2E976A2E}" dt="2026-08-28T14:37:16.976" v="4131" actId="478"/>
          <ac:spMkLst>
            <pc:docMk/>
            <pc:sldMk cId="1721612760" sldId="933"/>
            <ac:spMk id="20" creationId="{E19D8CE3-B4EF-4FBC-8997-536CBB43BF50}"/>
          </ac:spMkLst>
        </pc:spChg>
        <pc:spChg chg="del">
          <ac:chgData name="Al Friend" userId="e5ed79da-d858-46d4-9eed-a7a24903f2de" providerId="ADAL" clId="{6CF5D3DD-A8C4-4611-8099-4AEB2E976A2E}" dt="2026-08-28T14:37:21.699" v="4132" actId="478"/>
          <ac:spMkLst>
            <pc:docMk/>
            <pc:sldMk cId="1721612760" sldId="933"/>
            <ac:spMk id="25" creationId="{842736FD-0C44-45FE-A05E-55B2D68A12AE}"/>
          </ac:spMkLst>
        </pc:spChg>
        <pc:spChg chg="del">
          <ac:chgData name="Al Friend" userId="e5ed79da-d858-46d4-9eed-a7a24903f2de" providerId="ADAL" clId="{6CF5D3DD-A8C4-4611-8099-4AEB2E976A2E}" dt="2026-08-28T14:37:38.781" v="4134" actId="21"/>
          <ac:spMkLst>
            <pc:docMk/>
            <pc:sldMk cId="1721612760" sldId="933"/>
            <ac:spMk id="27" creationId="{6C401266-88E4-434F-A69E-484E45BB7B43}"/>
          </ac:spMkLst>
        </pc:spChg>
        <pc:graphicFrameChg chg="del modGraphic">
          <ac:chgData name="Al Friend" userId="e5ed79da-d858-46d4-9eed-a7a24903f2de" providerId="ADAL" clId="{6CF5D3DD-A8C4-4611-8099-4AEB2E976A2E}" dt="2026-08-28T14:37:16.976" v="4131" actId="478"/>
          <ac:graphicFrameMkLst>
            <pc:docMk/>
            <pc:sldMk cId="1721612760" sldId="933"/>
            <ac:graphicFrameMk id="13" creationId="{47ECE086-2D7F-46B2-8DD9-3F191017A4FA}"/>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14" creationId="{AC5A513E-0E40-4565-AE95-2DE3C3E0601F}"/>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16" creationId="{A35400B1-CA1B-4002-91FE-474368C7BC7B}"/>
          </ac:graphicFrameMkLst>
        </pc:graphicFrameChg>
        <pc:graphicFrameChg chg="del mod modGraphic">
          <ac:chgData name="Al Friend" userId="e5ed79da-d858-46d4-9eed-a7a24903f2de" providerId="ADAL" clId="{6CF5D3DD-A8C4-4611-8099-4AEB2E976A2E}" dt="2026-08-28T14:37:38.781" v="4134" actId="21"/>
          <ac:graphicFrameMkLst>
            <pc:docMk/>
            <pc:sldMk cId="1721612760" sldId="933"/>
            <ac:graphicFrameMk id="17" creationId="{542B9F95-27C2-49EC-BC3D-706153F749A5}"/>
          </ac:graphicFrameMkLst>
        </pc:graphicFrameChg>
        <pc:graphicFrameChg chg="del modGraphic">
          <ac:chgData name="Al Friend" userId="e5ed79da-d858-46d4-9eed-a7a24903f2de" providerId="ADAL" clId="{6CF5D3DD-A8C4-4611-8099-4AEB2E976A2E}" dt="2026-08-28T14:37:38.781" v="4134" actId="21"/>
          <ac:graphicFrameMkLst>
            <pc:docMk/>
            <pc:sldMk cId="1721612760" sldId="933"/>
            <ac:graphicFrameMk id="22" creationId="{48F241B5-E369-4974-A7B8-87B4EC2FC003}"/>
          </ac:graphicFrameMkLst>
        </pc:graphicFrameChg>
        <pc:graphicFrameChg chg="del modGraphic">
          <ac:chgData name="Al Friend" userId="e5ed79da-d858-46d4-9eed-a7a24903f2de" providerId="ADAL" clId="{6CF5D3DD-A8C4-4611-8099-4AEB2E976A2E}" dt="2026-08-28T14:37:16.976" v="4131" actId="478"/>
          <ac:graphicFrameMkLst>
            <pc:docMk/>
            <pc:sldMk cId="1721612760" sldId="933"/>
            <ac:graphicFrameMk id="23" creationId="{FB75159D-C842-436A-9F30-8570E1F0C6AC}"/>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24" creationId="{4E15A9FF-D6A6-4A25-A5E0-4BCC4528B9BB}"/>
          </ac:graphicFrameMkLst>
        </pc:graphicFrameChg>
        <pc:graphicFrameChg chg="del modGraphic">
          <ac:chgData name="Al Friend" userId="e5ed79da-d858-46d4-9eed-a7a24903f2de" providerId="ADAL" clId="{6CF5D3DD-A8C4-4611-8099-4AEB2E976A2E}" dt="2026-08-28T14:37:38.781" v="4134" actId="21"/>
          <ac:graphicFrameMkLst>
            <pc:docMk/>
            <pc:sldMk cId="1721612760" sldId="933"/>
            <ac:graphicFrameMk id="26" creationId="{A40D4F3B-5C85-4C20-A14C-94FC49CD6BD2}"/>
          </ac:graphicFrameMkLst>
        </pc:graphicFrameChg>
      </pc:sldChg>
      <pc:sldChg chg="addSp delSp modSp mod">
        <pc:chgData name="Al Friend" userId="e5ed79da-d858-46d4-9eed-a7a24903f2de" providerId="ADAL" clId="{6CF5D3DD-A8C4-4611-8099-4AEB2E976A2E}" dt="2026-08-29T07:36:00.843" v="4578" actId="207"/>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del mod">
          <ac:chgData name="Al Friend" userId="e5ed79da-d858-46d4-9eed-a7a24903f2de" providerId="ADAL" clId="{6CF5D3DD-A8C4-4611-8099-4AEB2E976A2E}" dt="2026-08-28T14:38:45.735" v="4138" actId="478"/>
          <ac:spMkLst>
            <pc:docMk/>
            <pc:sldMk cId="1085443778" sldId="934"/>
            <ac:spMk id="13" creationId="{F32D6F6E-58B3-453E-A99A-B3A333DDAE2B}"/>
          </ac:spMkLst>
        </pc:spChg>
        <pc:spChg chg="add del mod">
          <ac:chgData name="Al Friend" userId="e5ed79da-d858-46d4-9eed-a7a24903f2de" providerId="ADAL" clId="{6CF5D3DD-A8C4-4611-8099-4AEB2E976A2E}" dt="2026-08-29T07:32:20.487" v="4545" actId="21"/>
          <ac:spMkLst>
            <pc:docMk/>
            <pc:sldMk cId="1085443778" sldId="934"/>
            <ac:spMk id="16" creationId="{5D3C11F4-F6E2-BAD5-2252-0E5F063EB982}"/>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9" creationId="{FB054C9E-0FE0-44C4-88BE-FC8FC9AB7A33}"/>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10" creationId="{27751E20-D541-46F7-BFE3-071BB38F13A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del mod modGraphic">
          <ac:chgData name="Al Friend" userId="e5ed79da-d858-46d4-9eed-a7a24903f2de" providerId="ADAL" clId="{6CF5D3DD-A8C4-4611-8099-4AEB2E976A2E}" dt="2026-08-29T07:32:20.487" v="4545" actId="21"/>
          <ac:graphicFrameMkLst>
            <pc:docMk/>
            <pc:sldMk cId="1085443778" sldId="934"/>
            <ac:graphicFrameMk id="14" creationId="{129B6FEF-B97E-9943-9FE2-818E1655BCAA}"/>
          </ac:graphicFrameMkLst>
        </pc:graphicFrameChg>
        <pc:graphicFrameChg chg="add del mod">
          <ac:chgData name="Al Friend" userId="e5ed79da-d858-46d4-9eed-a7a24903f2de" providerId="ADAL" clId="{6CF5D3DD-A8C4-4611-8099-4AEB2E976A2E}" dt="2026-08-28T14:40:42.912" v="4140" actId="21"/>
          <ac:graphicFrameMkLst>
            <pc:docMk/>
            <pc:sldMk cId="1085443778" sldId="934"/>
            <ac:graphicFrameMk id="20" creationId="{95C8C916-15D5-4832-914F-1E7C0470D800}"/>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pc:chgData name="Al Friend" userId="e5ed79da-d858-46d4-9eed-a7a24903f2de" providerId="ADAL" clId="{6CF5D3DD-A8C4-4611-8099-4AEB2E976A2E}" dt="2026-08-29T07:36:09.020" v="4580" actId="207"/>
        <pc:sldMkLst>
          <pc:docMk/>
          <pc:sldMk cId="1807424853" sldId="935"/>
        </pc:sldMkLst>
        <pc:spChg chg="del">
          <ac:chgData name="Al Friend" userId="e5ed79da-d858-46d4-9eed-a7a24903f2de" providerId="ADAL" clId="{6CF5D3DD-A8C4-4611-8099-4AEB2E976A2E}" dt="2026-08-28T14:34:14.372" v="4126" actId="21"/>
          <ac:spMkLst>
            <pc:docMk/>
            <pc:sldMk cId="1807424853" sldId="935"/>
            <ac:spMk id="11" creationId="{E916180B-CFD2-4D02-9211-F572D67F5438}"/>
          </ac:spMkLst>
        </pc:spChg>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del">
          <ac:chgData name="Al Friend" userId="e5ed79da-d858-46d4-9eed-a7a24903f2de" providerId="ADAL" clId="{6CF5D3DD-A8C4-4611-8099-4AEB2E976A2E}" dt="2026-08-28T14:34:14.372" v="4126" actId="21"/>
          <ac:spMkLst>
            <pc:docMk/>
            <pc:sldMk cId="1807424853" sldId="935"/>
            <ac:spMk id="14" creationId="{DBEA5BF5-B5C7-419B-A209-C2E5E3411ADE}"/>
          </ac:spMkLst>
        </pc:spChg>
        <pc:spChg chg="del">
          <ac:chgData name="Al Friend" userId="e5ed79da-d858-46d4-9eed-a7a24903f2de" providerId="ADAL" clId="{6CF5D3DD-A8C4-4611-8099-4AEB2E976A2E}" dt="2026-08-28T14:36:34.704" v="4129" actId="478"/>
          <ac:spMkLst>
            <pc:docMk/>
            <pc:sldMk cId="1807424853" sldId="935"/>
            <ac:spMk id="19" creationId="{C0C3CC42-A03F-498A-A5DE-49706ED02C9F}"/>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0" creationId="{27751E20-D541-46F7-BFE3-071BB38F13A2}"/>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5" creationId="{B3186BBC-EDCD-4583-9ACA-6225C1C2C7F5}"/>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6" creationId="{A13C8F5B-7302-42D1-ABCA-FB7205753549}"/>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7" creationId="{EF98992C-54C4-4CF0-9465-9AC3CE856F7A}"/>
          </ac:graphicFrameMkLst>
        </pc:graphicFrameChg>
        <pc:graphicFrameChg chg="del modGraphic">
          <ac:chgData name="Al Friend" userId="e5ed79da-d858-46d4-9eed-a7a24903f2de" providerId="ADAL" clId="{6CF5D3DD-A8C4-4611-8099-4AEB2E976A2E}" dt="2026-08-28T14:36:34.704" v="4129" actId="478"/>
          <ac:graphicFrameMkLst>
            <pc:docMk/>
            <pc:sldMk cId="1807424853" sldId="935"/>
            <ac:graphicFrameMk id="18" creationId="{63B565E5-819E-4F80-B16E-68B12332302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del mod modGraphic">
          <ac:chgData name="Al Friend" userId="e5ed79da-d858-46d4-9eed-a7a24903f2de" providerId="ADAL" clId="{6CF5D3DD-A8C4-4611-8099-4AEB2E976A2E}" dt="2026-08-28T14:50:44.739" v="4295" actId="478"/>
          <ac:graphicFrameMkLst>
            <pc:docMk/>
            <pc:sldMk cId="1807424853" sldId="935"/>
            <ac:graphicFrameMk id="23" creationId="{B8465A4C-1D70-2611-D7AE-4F73F323DA4E}"/>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8-27T15:20:12.162" v="510" actId="1076"/>
      <pc:docMkLst>
        <pc:docMk/>
      </pc:docMkLst>
      <pc:sldChg chg="modSp">
        <pc:chgData name="Al Friend" userId="e5ed79da-d858-46d4-9eed-a7a24903f2de" providerId="ADAL" clId="{4885A6DF-90C9-4AE3-9F0B-92B3ECABFA28}" dt="2026-08-27T12:15:33.999" v="47" actId="113"/>
        <pc:sldMkLst>
          <pc:docMk/>
          <pc:sldMk cId="3427172473" sldId="496"/>
        </pc:sldMkLst>
        <pc:spChg chg="mod">
          <ac:chgData name="Al Friend" userId="e5ed79da-d858-46d4-9eed-a7a24903f2de" providerId="ADAL" clId="{4885A6DF-90C9-4AE3-9F0B-92B3ECABFA28}" dt="2026-08-27T12:15:33.999" v="47" actId="113"/>
          <ac:spMkLst>
            <pc:docMk/>
            <pc:sldMk cId="3427172473" sldId="496"/>
            <ac:spMk id="3" creationId="{00000000-0000-0000-0000-000000000000}"/>
          </ac:spMkLst>
        </pc:spChg>
      </pc:sldChg>
      <pc:sldChg chg="add">
        <pc:chgData name="Al Friend" userId="e5ed79da-d858-46d4-9eed-a7a24903f2de" providerId="ADAL" clId="{4885A6DF-90C9-4AE3-9F0B-92B3ECABFA28}" dt="2026-08-27T12:14:10.685" v="42"/>
        <pc:sldMkLst>
          <pc:docMk/>
          <pc:sldMk cId="3786362822" sldId="928"/>
        </pc:sldMkLst>
      </pc:sldChg>
      <pc:sldChg chg="add">
        <pc:chgData name="Al Friend" userId="e5ed79da-d858-46d4-9eed-a7a24903f2de" providerId="ADAL" clId="{4885A6DF-90C9-4AE3-9F0B-92B3ECABFA28}" dt="2026-08-27T12:14:27.633" v="43"/>
        <pc:sldMkLst>
          <pc:docMk/>
          <pc:sldMk cId="1538319521" sldId="929"/>
        </pc:sldMkLst>
      </pc:sldChg>
      <pc:sldChg chg="addSp delSp modSp add">
        <pc:chgData name="Al Friend" userId="e5ed79da-d858-46d4-9eed-a7a24903f2de" providerId="ADAL" clId="{4885A6DF-90C9-4AE3-9F0B-92B3ECABFA28}" dt="2026-08-27T15:00:12.908" v="374"/>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pChg chg="add mod">
          <ac:chgData name="Al Friend" userId="e5ed79da-d858-46d4-9eed-a7a24903f2de" providerId="ADAL" clId="{4885A6DF-90C9-4AE3-9F0B-92B3ECABFA28}" dt="2026-08-27T14:55:29.487" v="315" actId="1038"/>
          <ac:spMkLst>
            <pc:docMk/>
            <pc:sldMk cId="1301291762" sldId="930"/>
            <ac:spMk id="16" creationId="{CD0A61E0-A3B2-4652-AD8A-880E2295538A}"/>
          </ac:spMkLst>
        </pc:spChg>
        <pc:spChg chg="add mod">
          <ac:chgData name="Al Friend" userId="e5ed79da-d858-46d4-9eed-a7a24903f2de" providerId="ADAL" clId="{4885A6DF-90C9-4AE3-9F0B-92B3ECABFA28}" dt="2026-08-27T14:57:02.621" v="323" actId="1076"/>
          <ac:spMkLst>
            <pc:docMk/>
            <pc:sldMk cId="1301291762" sldId="930"/>
            <ac:spMk id="18" creationId="{CC2E148A-98D7-41D6-B799-B032D83B2B63}"/>
          </ac:spMkLst>
        </pc:spChg>
        <pc:graphicFrameChg chg="add mod modGraphic">
          <ac:chgData name="Al Friend" userId="e5ed79da-d858-46d4-9eed-a7a24903f2de" providerId="ADAL" clId="{4885A6DF-90C9-4AE3-9F0B-92B3ECABFA28}" dt="2026-08-27T14:26:23.171" v="181" actId="1076"/>
          <ac:graphicFrameMkLst>
            <pc:docMk/>
            <pc:sldMk cId="1301291762" sldId="930"/>
            <ac:graphicFrameMk id="5" creationId="{54CC8241-E3D3-4462-AD7B-B0E459770B5A}"/>
          </ac:graphicFrameMkLst>
        </pc:graphicFrameChg>
        <pc:graphicFrameChg chg="add del mod modGraphic">
          <ac:chgData name="Al Friend" userId="e5ed79da-d858-46d4-9eed-a7a24903f2de" providerId="ADAL" clId="{4885A6DF-90C9-4AE3-9F0B-92B3ECABFA28}" dt="2026-08-27T15:00:12.908" v="374"/>
          <ac:graphicFrameMkLst>
            <pc:docMk/>
            <pc:sldMk cId="1301291762" sldId="930"/>
            <ac:graphicFrameMk id="6" creationId="{431CBE50-2A35-4F32-A111-7563E58CD3E5}"/>
          </ac:graphicFrameMkLst>
        </pc:graphicFrameChg>
        <pc:graphicFrameChg chg="add mod modGraphic">
          <ac:chgData name="Al Friend" userId="e5ed79da-d858-46d4-9eed-a7a24903f2de" providerId="ADAL" clId="{4885A6DF-90C9-4AE3-9F0B-92B3ECABFA28}" dt="2026-08-27T14:57:02.621" v="323" actId="1076"/>
          <ac:graphicFrameMkLst>
            <pc:docMk/>
            <pc:sldMk cId="1301291762" sldId="930"/>
            <ac:graphicFrameMk id="7" creationId="{15FC7742-F8FB-4723-A2A7-8E89A326588A}"/>
          </ac:graphicFrameMkLst>
        </pc:graphicFrameChg>
        <pc:graphicFrameChg chg="add mod">
          <ac:chgData name="Al Friend" userId="e5ed79da-d858-46d4-9eed-a7a24903f2de" providerId="ADAL" clId="{4885A6DF-90C9-4AE3-9F0B-92B3ECABFA28}" dt="2026-08-27T14:54:13.978" v="300" actId="1076"/>
          <ac:graphicFrameMkLst>
            <pc:docMk/>
            <pc:sldMk cId="1301291762" sldId="930"/>
            <ac:graphicFrameMk id="15" creationId="{468736BE-9BFB-4BC9-B57D-2F344E0D3E28}"/>
          </ac:graphicFrameMkLst>
        </pc:graphicFrameChg>
        <pc:graphicFrameChg chg="add mod">
          <ac:chgData name="Al Friend" userId="e5ed79da-d858-46d4-9eed-a7a24903f2de" providerId="ADAL" clId="{4885A6DF-90C9-4AE3-9F0B-92B3ECABFA28}" dt="2026-08-27T14:57:08.181" v="325" actId="1076"/>
          <ac:graphicFrameMkLst>
            <pc:docMk/>
            <pc:sldMk cId="1301291762" sldId="930"/>
            <ac:graphicFrameMk id="19" creationId="{EA7A24D0-691F-4FC6-97C3-F88C4A4F7BD1}"/>
          </ac:graphicFrameMkLst>
        </pc:graphicFrameChg>
      </pc:sldChg>
      <pc:sldChg chg="modSp">
        <pc:chgData name="Al Friend" userId="e5ed79da-d858-46d4-9eed-a7a24903f2de" providerId="ADAL" clId="{4885A6DF-90C9-4AE3-9F0B-92B3ECABFA28}" dt="2026-08-27T12:15:13.242" v="46" actId="113"/>
        <pc:sldMkLst>
          <pc:docMk/>
          <pc:sldMk cId="4118693558" sldId="931"/>
        </pc:sldMkLst>
        <pc:spChg chg="mod">
          <ac:chgData name="Al Friend" userId="e5ed79da-d858-46d4-9eed-a7a24903f2de" providerId="ADAL" clId="{4885A6DF-90C9-4AE3-9F0B-92B3ECABFA28}" dt="2026-08-27T12:15:13.242" v="46" actId="113"/>
          <ac:spMkLst>
            <pc:docMk/>
            <pc:sldMk cId="4118693558" sldId="931"/>
            <ac:spMk id="3" creationId="{00000000-0000-0000-0000-000000000000}"/>
          </ac:spMkLst>
        </pc:spChg>
      </pc:sldChg>
      <pc:sldChg chg="modSp">
        <pc:chgData name="Al Friend" userId="e5ed79da-d858-46d4-9eed-a7a24903f2de" providerId="ADAL" clId="{4885A6DF-90C9-4AE3-9F0B-92B3ECABFA28}" dt="2026-08-27T12:15:38.293" v="48" actId="113"/>
        <pc:sldMkLst>
          <pc:docMk/>
          <pc:sldMk cId="4175645854" sldId="932"/>
        </pc:sldMkLst>
        <pc:spChg chg="mod">
          <ac:chgData name="Al Friend" userId="e5ed79da-d858-46d4-9eed-a7a24903f2de" providerId="ADAL" clId="{4885A6DF-90C9-4AE3-9F0B-92B3ECABFA28}" dt="2026-08-27T12:15:38.293" v="48" actId="113"/>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28/08/2026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41.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42.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43.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58.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59.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4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61.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67.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68.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70.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72.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63.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73.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74.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6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b="1" dirty="0"/>
              <a:t>bubble sort</a:t>
            </a:r>
          </a:p>
          <a:p>
            <a:pPr lvl="1"/>
            <a:r>
              <a:rPr lang="en-GB" sz="2800" dirty="0"/>
              <a:t>insertion sort</a:t>
            </a:r>
          </a:p>
          <a:p>
            <a:pPr lvl="1"/>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5" name="Table 4">
            <a:extLst>
              <a:ext uri="{FF2B5EF4-FFF2-40B4-BE49-F238E27FC236}">
                <a16:creationId xmlns:a16="http://schemas.microsoft.com/office/drawing/2014/main" id="{54CC8241-E3D3-4462-AD7B-B0E459770B5A}"/>
              </a:ext>
            </a:extLst>
          </p:cNvPr>
          <p:cNvGraphicFramePr>
            <a:graphicFrameLocks noGrp="1"/>
          </p:cNvGraphicFramePr>
          <p:nvPr>
            <p:extLst>
              <p:ext uri="{D42A27DB-BD31-4B8C-83A1-F6EECF244321}">
                <p14:modId xmlns:p14="http://schemas.microsoft.com/office/powerpoint/2010/main" val="2880437189"/>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431CBE50-2A35-4F32-A111-7563E58CD3E5}"/>
              </a:ext>
            </a:extLst>
          </p:cNvPr>
          <p:cNvGraphicFramePr>
            <a:graphicFrameLocks noGrp="1"/>
          </p:cNvGraphicFramePr>
          <p:nvPr>
            <p:extLst>
              <p:ext uri="{D42A27DB-BD31-4B8C-83A1-F6EECF244321}">
                <p14:modId xmlns:p14="http://schemas.microsoft.com/office/powerpoint/2010/main" val="1789360046"/>
              </p:ext>
            </p:extLst>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15FC7742-F8FB-4723-A2A7-8E89A326588A}"/>
              </a:ext>
            </a:extLst>
          </p:cNvPr>
          <p:cNvGraphicFramePr>
            <a:graphicFrameLocks noGrp="1"/>
          </p:cNvGraphicFramePr>
          <p:nvPr>
            <p:extLst>
              <p:ext uri="{D42A27DB-BD31-4B8C-83A1-F6EECF244321}">
                <p14:modId xmlns:p14="http://schemas.microsoft.com/office/powerpoint/2010/main" val="3265423030"/>
              </p:ext>
            </p:extLst>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468736BE-9BFB-4BC9-B57D-2F344E0D3E28}"/>
              </a:ext>
            </a:extLst>
          </p:cNvPr>
          <p:cNvGraphicFramePr>
            <a:graphicFrameLocks noGrp="1"/>
          </p:cNvGraphicFramePr>
          <p:nvPr>
            <p:extLst>
              <p:ext uri="{D42A27DB-BD31-4B8C-83A1-F6EECF244321}">
                <p14:modId xmlns:p14="http://schemas.microsoft.com/office/powerpoint/2010/main" val="869592376"/>
              </p:ext>
            </p:extLst>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CD0A61E0-A3B2-4652-AD8A-880E2295538A}"/>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CC2E148A-98D7-41D6-B799-B032D83B2B63}"/>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C47D9422-73A0-B4E4-1928-0EF8C899C023}"/>
              </a:ext>
            </a:extLst>
          </p:cNvPr>
          <p:cNvGraphicFramePr>
            <a:graphicFrameLocks noGrp="1"/>
          </p:cNvGraphicFramePr>
          <p:nvPr>
            <p:extLst>
              <p:ext uri="{D42A27DB-BD31-4B8C-83A1-F6EECF244321}">
                <p14:modId xmlns:p14="http://schemas.microsoft.com/office/powerpoint/2010/main" val="1797645738"/>
              </p:ext>
            </p:extLst>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A668824D-238C-45DA-C814-6893B28D7A94}"/>
              </a:ext>
            </a:extLst>
          </p:cNvPr>
          <p:cNvGraphicFramePr>
            <a:graphicFrameLocks noGrp="1"/>
          </p:cNvGraphicFramePr>
          <p:nvPr>
            <p:extLst>
              <p:ext uri="{D42A27DB-BD31-4B8C-83A1-F6EECF244321}">
                <p14:modId xmlns:p14="http://schemas.microsoft.com/office/powerpoint/2010/main" val="3413331660"/>
              </p:ext>
            </p:extLst>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301291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b="1" dirty="0"/>
              <a:t>insertion sort</a:t>
            </a:r>
          </a:p>
          <a:p>
            <a:pPr lvl="1"/>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71319-6679-4E87-9B4E-290B5C86B6A1}"/>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670BA340-776F-462A-8B60-B90D2E0A33B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7863628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dirty="0"/>
              <a:t>insertion sort</a:t>
            </a:r>
          </a:p>
          <a:p>
            <a:pPr lvl="1"/>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CA7E1-0D13-4600-8622-7BFECD83399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0AB60EC3-B235-4966-80BE-B7D212794C78}"/>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5383195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1256</Words>
  <Application>Microsoft Office PowerPoint</Application>
  <PresentationFormat>Widescreen</PresentationFormat>
  <Paragraphs>410</Paragraphs>
  <Slides>66</Slides>
  <Notes>26</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66</vt:i4>
      </vt:variant>
    </vt:vector>
  </HeadingPairs>
  <TitlesOfParts>
    <vt:vector size="71"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Learning Intentions</vt:lpstr>
      <vt:lpstr>PowerPoint Presentation</vt:lpstr>
      <vt:lpstr>Learning Intentions</vt:lpstr>
      <vt:lpstr>PowerPoint Presentation</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323</cp:revision>
  <cp:lastPrinted>2022-12-12T09:57:02Z</cp:lastPrinted>
  <dcterms:created xsi:type="dcterms:W3CDTF">2020-11-23T14:36:09Z</dcterms:created>
  <dcterms:modified xsi:type="dcterms:W3CDTF">2026-08-29T07:36:09Z</dcterms:modified>
</cp:coreProperties>
</file>