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notesSlides/notesSlide26.xml" ContentType="application/vnd.openxmlformats-officedocument.presentationml.notesSlide+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931" r:id="rId30"/>
    <p:sldId id="930" r:id="rId31"/>
    <p:sldId id="934" r:id="rId32"/>
    <p:sldId id="935" r:id="rId33"/>
    <p:sldId id="933" r:id="rId34"/>
    <p:sldId id="496" r:id="rId35"/>
    <p:sldId id="928" r:id="rId36"/>
    <p:sldId id="932" r:id="rId37"/>
    <p:sldId id="929" r:id="rId38"/>
    <p:sldId id="896" r:id="rId39"/>
    <p:sldId id="901" r:id="rId40"/>
    <p:sldId id="908" r:id="rId41"/>
    <p:sldId id="897" r:id="rId42"/>
    <p:sldId id="898" r:id="rId43"/>
    <p:sldId id="899" r:id="rId44"/>
    <p:sldId id="900" r:id="rId45"/>
    <p:sldId id="902" r:id="rId46"/>
    <p:sldId id="903" r:id="rId47"/>
    <p:sldId id="904" r:id="rId48"/>
    <p:sldId id="905" r:id="rId49"/>
    <p:sldId id="907" r:id="rId50"/>
    <p:sldId id="906" r:id="rId51"/>
    <p:sldId id="909" r:id="rId52"/>
    <p:sldId id="910" r:id="rId53"/>
    <p:sldId id="911" r:id="rId54"/>
    <p:sldId id="912" r:id="rId55"/>
    <p:sldId id="913" r:id="rId56"/>
    <p:sldId id="914" r:id="rId57"/>
    <p:sldId id="915" r:id="rId58"/>
    <p:sldId id="916" r:id="rId59"/>
    <p:sldId id="917" r:id="rId60"/>
    <p:sldId id="918" r:id="rId61"/>
    <p:sldId id="919" r:id="rId62"/>
    <p:sldId id="920" r:id="rId63"/>
    <p:sldId id="921" r:id="rId64"/>
    <p:sldId id="922" r:id="rId65"/>
    <p:sldId id="923" r:id="rId66"/>
    <p:sldId id="924" r:id="rId67"/>
    <p:sldId id="925" r:id="rId68"/>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4"/>
            <p14:sldId id="935"/>
            <p14:sldId id="933"/>
          </p14:sldIdLst>
        </p14:section>
        <p14:section name="Insertion sort" id="{02E12C54-831E-4A99-B743-31D5B861406D}">
          <p14:sldIdLst>
            <p14:sldId id="496"/>
            <p14:sldId id="928"/>
          </p14:sldIdLst>
        </p14:section>
        <p14:section name="Binary sort" id="{877E2555-C0E8-4F73-91B9-257005800B15}">
          <p14:sldIdLst>
            <p14:sldId id="932"/>
            <p14:sldId id="929"/>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4F"/>
    <a:srgbClr val="BDD7EE"/>
    <a:srgbClr val="0086B3"/>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73" autoAdjust="0"/>
    <p:restoredTop sz="91678" autoAdjust="0"/>
  </p:normalViewPr>
  <p:slideViewPr>
    <p:cSldViewPr snapToGrid="0" showGuides="1">
      <p:cViewPr varScale="1">
        <p:scale>
          <a:sx n="61" d="100"/>
          <a:sy n="61" d="100"/>
        </p:scale>
        <p:origin x="600" y="32"/>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8-19T19:53:30.058" v="4097" actId="14100"/>
      <pc:docMkLst>
        <pc:docMk/>
      </pc:docMkLst>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grpChg chg="del mod">
          <ac:chgData name="Al Friend" userId="e5ed79da-d858-46d4-9eed-a7a24903f2de" providerId="ADAL" clId="{6CF5D3DD-A8C4-4611-8099-4AEB2E976A2E}" dt="2026-08-19T19:44:44.360" v="4009"/>
          <ac:grpSpMkLst>
            <pc:docMk/>
            <pc:sldMk cId="1982100101" sldId="884"/>
            <ac:grpSpMk id="52" creationId="{77659C9B-94F4-3331-DA92-71CACDAD037D}"/>
          </ac:grpSpMkLst>
        </pc:grpChg>
        <pc:grpChg chg="del mod">
          <ac:chgData name="Al Friend" userId="e5ed79da-d858-46d4-9eed-a7a24903f2de" providerId="ADAL" clId="{6CF5D3DD-A8C4-4611-8099-4AEB2E976A2E}" dt="2026-08-19T19:44:44.357" v="3989"/>
          <ac:grpSpMkLst>
            <pc:docMk/>
            <pc:sldMk cId="1982100101" sldId="884"/>
            <ac:grpSpMk id="56" creationId="{6D9B6BC0-881C-99D2-43F2-9581811EF4A7}"/>
          </ac:grpSpMkLst>
        </pc:grpChg>
        <pc:inkChg chg="del mod">
          <ac:chgData name="Al Friend" userId="e5ed79da-d858-46d4-9eed-a7a24903f2de" providerId="ADAL" clId="{6CF5D3DD-A8C4-4611-8099-4AEB2E976A2E}" dt="2026-08-19T19:44:44.360" v="4003"/>
          <ac:inkMkLst>
            <pc:docMk/>
            <pc:sldMk cId="1982100101" sldId="884"/>
            <ac:inkMk id="3" creationId="{F5EC4D25-4331-50CE-0960-48CA404576FB}"/>
          </ac:inkMkLst>
        </pc:inkChg>
        <pc:inkChg chg="del mod">
          <ac:chgData name="Al Friend" userId="e5ed79da-d858-46d4-9eed-a7a24903f2de" providerId="ADAL" clId="{6CF5D3DD-A8C4-4611-8099-4AEB2E976A2E}" dt="2026-08-19T19:44:44.357" v="3987"/>
          <ac:inkMkLst>
            <pc:docMk/>
            <pc:sldMk cId="1982100101" sldId="884"/>
            <ac:inkMk id="5" creationId="{49B793EE-675E-3FFF-F7AA-45C9985F3C0E}"/>
          </ac:inkMkLst>
        </pc:inkChg>
        <pc:inkChg chg="del mod">
          <ac:chgData name="Al Friend" userId="e5ed79da-d858-46d4-9eed-a7a24903f2de" providerId="ADAL" clId="{6CF5D3DD-A8C4-4611-8099-4AEB2E976A2E}" dt="2026-08-19T19:44:44.360" v="4002"/>
          <ac:inkMkLst>
            <pc:docMk/>
            <pc:sldMk cId="1982100101" sldId="884"/>
            <ac:inkMk id="6" creationId="{45AFBF53-33FF-9D07-F0E4-DBDF08007B16}"/>
          </ac:inkMkLst>
        </pc:inkChg>
        <pc:inkChg chg="del mod">
          <ac:chgData name="Al Friend" userId="e5ed79da-d858-46d4-9eed-a7a24903f2de" providerId="ADAL" clId="{6CF5D3DD-A8C4-4611-8099-4AEB2E976A2E}" dt="2026-08-19T19:44:44.359" v="3998"/>
          <ac:inkMkLst>
            <pc:docMk/>
            <pc:sldMk cId="1982100101" sldId="884"/>
            <ac:inkMk id="7" creationId="{210F45CC-878E-5359-1CBC-CED1DF81F38B}"/>
          </ac:inkMkLst>
        </pc:inkChg>
        <pc:inkChg chg="del mod">
          <ac:chgData name="Al Friend" userId="e5ed79da-d858-46d4-9eed-a7a24903f2de" providerId="ADAL" clId="{6CF5D3DD-A8C4-4611-8099-4AEB2E976A2E}" dt="2026-08-19T19:44:44.359" v="4000"/>
          <ac:inkMkLst>
            <pc:docMk/>
            <pc:sldMk cId="1982100101" sldId="884"/>
            <ac:inkMk id="11" creationId="{7DD9500A-435B-FCB3-0A85-C3339C0F72E3}"/>
          </ac:inkMkLst>
        </pc:inkChg>
        <pc:inkChg chg="del mod">
          <ac:chgData name="Al Friend" userId="e5ed79da-d858-46d4-9eed-a7a24903f2de" providerId="ADAL" clId="{6CF5D3DD-A8C4-4611-8099-4AEB2E976A2E}" dt="2026-08-19T19:44:44.357" v="3991"/>
          <ac:inkMkLst>
            <pc:docMk/>
            <pc:sldMk cId="1982100101" sldId="884"/>
            <ac:inkMk id="26" creationId="{7FBC85FF-CC8E-ABC1-2B14-B6E508869532}"/>
          </ac:inkMkLst>
        </pc:inkChg>
        <pc:inkChg chg="del mod">
          <ac:chgData name="Al Friend" userId="e5ed79da-d858-46d4-9eed-a7a24903f2de" providerId="ADAL" clId="{6CF5D3DD-A8C4-4611-8099-4AEB2E976A2E}" dt="2026-08-19T19:44:44.359" v="4001"/>
          <ac:inkMkLst>
            <pc:docMk/>
            <pc:sldMk cId="1982100101" sldId="884"/>
            <ac:inkMk id="27" creationId="{C75A5DAF-C4AA-82C8-7F45-28FC95C93AF4}"/>
          </ac:inkMkLst>
        </pc:inkChg>
        <pc:inkChg chg="del mod">
          <ac:chgData name="Al Friend" userId="e5ed79da-d858-46d4-9eed-a7a24903f2de" providerId="ADAL" clId="{6CF5D3DD-A8C4-4611-8099-4AEB2E976A2E}" dt="2026-08-19T19:44:44.360" v="4005"/>
          <ac:inkMkLst>
            <pc:docMk/>
            <pc:sldMk cId="1982100101" sldId="884"/>
            <ac:inkMk id="29" creationId="{D32EB65B-57B5-33C7-EBD8-218DB0266885}"/>
          </ac:inkMkLst>
        </pc:inkChg>
        <pc:inkChg chg="mod">
          <ac:chgData name="Al Friend" userId="e5ed79da-d858-46d4-9eed-a7a24903f2de" providerId="ADAL" clId="{6CF5D3DD-A8C4-4611-8099-4AEB2E976A2E}" dt="2026-08-19T19:44:44.358" v="3992"/>
          <ac:inkMkLst>
            <pc:docMk/>
            <pc:sldMk cId="1982100101" sldId="884"/>
            <ac:inkMk id="30" creationId="{D8A92A26-D642-9340-3C69-DAF18B304041}"/>
          </ac:inkMkLst>
        </pc:inkChg>
        <pc:inkChg chg="del mod">
          <ac:chgData name="Al Friend" userId="e5ed79da-d858-46d4-9eed-a7a24903f2de" providerId="ADAL" clId="{6CF5D3DD-A8C4-4611-8099-4AEB2E976A2E}" dt="2026-08-19T19:44:44.360" v="4008"/>
          <ac:inkMkLst>
            <pc:docMk/>
            <pc:sldMk cId="1982100101" sldId="884"/>
            <ac:inkMk id="32" creationId="{FA6A8430-D26A-B99E-3B7A-8DCBB95DA2C7}"/>
          </ac:inkMkLst>
        </pc:ink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inkChg chg="del mod">
          <ac:chgData name="Al Friend" userId="e5ed79da-d858-46d4-9eed-a7a24903f2de" providerId="ADAL" clId="{6CF5D3DD-A8C4-4611-8099-4AEB2E976A2E}" dt="2026-08-19T19:44:44.354" v="3980"/>
          <ac:inkMkLst>
            <pc:docMk/>
            <pc:sldMk cId="1982100101" sldId="884"/>
            <ac:inkMk id="36" creationId="{24DCC460-1374-65D2-AA25-E320B10E894B}"/>
          </ac:inkMkLst>
        </pc:inkChg>
        <pc:inkChg chg="del mod">
          <ac:chgData name="Al Friend" userId="e5ed79da-d858-46d4-9eed-a7a24903f2de" providerId="ADAL" clId="{6CF5D3DD-A8C4-4611-8099-4AEB2E976A2E}" dt="2026-08-19T19:44:44.354" v="3982"/>
          <ac:inkMkLst>
            <pc:docMk/>
            <pc:sldMk cId="1982100101" sldId="884"/>
            <ac:inkMk id="37" creationId="{D22C1C7E-D00A-6881-B3FB-57A3B7110EFF}"/>
          </ac:inkMkLst>
        </pc:inkChg>
        <pc:inkChg chg="del mod">
          <ac:chgData name="Al Friend" userId="e5ed79da-d858-46d4-9eed-a7a24903f2de" providerId="ADAL" clId="{6CF5D3DD-A8C4-4611-8099-4AEB2E976A2E}" dt="2026-08-19T19:44:44.358" v="3994"/>
          <ac:inkMkLst>
            <pc:docMk/>
            <pc:sldMk cId="1982100101" sldId="884"/>
            <ac:inkMk id="38" creationId="{0B129A8A-67DF-DF18-E914-F07D19F7D4A3}"/>
          </ac:inkMkLst>
        </pc:inkChg>
        <pc:inkChg chg="del mod">
          <ac:chgData name="Al Friend" userId="e5ed79da-d858-46d4-9eed-a7a24903f2de" providerId="ADAL" clId="{6CF5D3DD-A8C4-4611-8099-4AEB2E976A2E}" dt="2026-08-19T19:44:44.356" v="3983"/>
          <ac:inkMkLst>
            <pc:docMk/>
            <pc:sldMk cId="1982100101" sldId="884"/>
            <ac:inkMk id="41" creationId="{9C0D2943-3A7C-A39D-9D58-0ECDE043793C}"/>
          </ac:inkMkLst>
        </pc:inkChg>
        <pc:inkChg chg="del mod">
          <ac:chgData name="Al Friend" userId="e5ed79da-d858-46d4-9eed-a7a24903f2de" providerId="ADAL" clId="{6CF5D3DD-A8C4-4611-8099-4AEB2E976A2E}" dt="2026-08-19T19:44:44.360" v="4006"/>
          <ac:inkMkLst>
            <pc:docMk/>
            <pc:sldMk cId="1982100101" sldId="884"/>
            <ac:inkMk id="42" creationId="{CECEA152-8BA0-DB32-ACDC-658012159D5B}"/>
          </ac:inkMkLst>
        </pc:inkChg>
        <pc:inkChg chg="del mod">
          <ac:chgData name="Al Friend" userId="e5ed79da-d858-46d4-9eed-a7a24903f2de" providerId="ADAL" clId="{6CF5D3DD-A8C4-4611-8099-4AEB2E976A2E}" dt="2026-08-19T19:44:44.359" v="3996"/>
          <ac:inkMkLst>
            <pc:docMk/>
            <pc:sldMk cId="1982100101" sldId="884"/>
            <ac:inkMk id="43" creationId="{D3B5D7A2-62DB-5520-E091-744711CB8D55}"/>
          </ac:inkMkLst>
        </pc:inkChg>
        <pc:inkChg chg="del mod">
          <ac:chgData name="Al Friend" userId="e5ed79da-d858-46d4-9eed-a7a24903f2de" providerId="ADAL" clId="{6CF5D3DD-A8C4-4611-8099-4AEB2E976A2E}" dt="2026-08-19T19:44:44.360" v="4007"/>
          <ac:inkMkLst>
            <pc:docMk/>
            <pc:sldMk cId="1982100101" sldId="884"/>
            <ac:inkMk id="44" creationId="{DCEF2641-F369-F327-6448-01B7528DFBA0}"/>
          </ac:inkMkLst>
        </pc:inkChg>
        <pc:inkChg chg="del mod">
          <ac:chgData name="Al Friend" userId="e5ed79da-d858-46d4-9eed-a7a24903f2de" providerId="ADAL" clId="{6CF5D3DD-A8C4-4611-8099-4AEB2E976A2E}" dt="2026-08-19T19:44:44.359" v="3997"/>
          <ac:inkMkLst>
            <pc:docMk/>
            <pc:sldMk cId="1982100101" sldId="884"/>
            <ac:inkMk id="46" creationId="{51D95C79-F352-D82C-EF18-41672B7777A0}"/>
          </ac:inkMkLst>
        </pc:inkChg>
        <pc:inkChg chg="del mod">
          <ac:chgData name="Al Friend" userId="e5ed79da-d858-46d4-9eed-a7a24903f2de" providerId="ADAL" clId="{6CF5D3DD-A8C4-4611-8099-4AEB2E976A2E}" dt="2026-08-19T19:44:44.359" v="3999"/>
          <ac:inkMkLst>
            <pc:docMk/>
            <pc:sldMk cId="1982100101" sldId="884"/>
            <ac:inkMk id="48" creationId="{CDD43FAF-44B8-3D86-C52E-7D170FD54767}"/>
          </ac:inkMkLst>
        </pc:inkChg>
        <pc:inkChg chg="del mod">
          <ac:chgData name="Al Friend" userId="e5ed79da-d858-46d4-9eed-a7a24903f2de" providerId="ADAL" clId="{6CF5D3DD-A8C4-4611-8099-4AEB2E976A2E}" dt="2026-08-19T19:44:44.357" v="3990"/>
          <ac:inkMkLst>
            <pc:docMk/>
            <pc:sldMk cId="1982100101" sldId="884"/>
            <ac:inkMk id="49" creationId="{2FA4C039-8E25-A81F-BB2F-FC976795BD65}"/>
          </ac:inkMkLst>
        </pc:inkChg>
        <pc:inkChg chg="del mod">
          <ac:chgData name="Al Friend" userId="e5ed79da-d858-46d4-9eed-a7a24903f2de" providerId="ADAL" clId="{6CF5D3DD-A8C4-4611-8099-4AEB2E976A2E}" dt="2026-08-19T19:44:44.352" v="3977"/>
          <ac:inkMkLst>
            <pc:docMk/>
            <pc:sldMk cId="1982100101" sldId="884"/>
            <ac:inkMk id="50" creationId="{7F619074-1D0D-0E5C-8CDA-6E073E11A7FB}"/>
          </ac:inkMkLst>
        </pc:inkChg>
        <pc:inkChg chg="del mod">
          <ac:chgData name="Al Friend" userId="e5ed79da-d858-46d4-9eed-a7a24903f2de" providerId="ADAL" clId="{6CF5D3DD-A8C4-4611-8099-4AEB2E976A2E}" dt="2026-08-19T19:44:44.360" v="4009"/>
          <ac:inkMkLst>
            <pc:docMk/>
            <pc:sldMk cId="1982100101" sldId="884"/>
            <ac:inkMk id="51" creationId="{3CB696CE-C115-8D14-437A-C435C50106B6}"/>
          </ac:inkMkLst>
        </pc:inkChg>
        <pc:inkChg chg="del mod">
          <ac:chgData name="Al Friend" userId="e5ed79da-d858-46d4-9eed-a7a24903f2de" providerId="ADAL" clId="{6CF5D3DD-A8C4-4611-8099-4AEB2E976A2E}" dt="2026-08-19T19:44:44.357" v="3989"/>
          <ac:inkMkLst>
            <pc:docMk/>
            <pc:sldMk cId="1982100101" sldId="884"/>
            <ac:inkMk id="53" creationId="{703F6C48-B202-0772-F255-75DE04ADAF6B}"/>
          </ac:inkMkLst>
        </pc:inkChg>
        <pc:inkChg chg="del">
          <ac:chgData name="Al Friend" userId="e5ed79da-d858-46d4-9eed-a7a24903f2de" providerId="ADAL" clId="{6CF5D3DD-A8C4-4611-8099-4AEB2E976A2E}" dt="2026-08-19T19:44:44.356" v="3984"/>
          <ac:inkMkLst>
            <pc:docMk/>
            <pc:sldMk cId="1982100101" sldId="884"/>
            <ac:inkMk id="54" creationId="{C6FD4B85-9746-8FB8-4781-3E62D0A63BBF}"/>
          </ac:inkMkLst>
        </pc:inkChg>
        <pc:inkChg chg="del mod">
          <ac:chgData name="Al Friend" userId="e5ed79da-d858-46d4-9eed-a7a24903f2de" providerId="ADAL" clId="{6CF5D3DD-A8C4-4611-8099-4AEB2E976A2E}" dt="2026-08-19T19:44:44.360" v="4004"/>
          <ac:inkMkLst>
            <pc:docMk/>
            <pc:sldMk cId="1982100101" sldId="884"/>
            <ac:inkMk id="55" creationId="{B1BAD607-89D9-7EDC-C2A9-BF1D5A4A8C0B}"/>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del">
          <ac:chgData name="Al Friend" userId="e5ed79da-d858-46d4-9eed-a7a24903f2de" providerId="ADAL" clId="{6CF5D3DD-A8C4-4611-8099-4AEB2E976A2E}" dt="2026-08-19T19:43:40.830" v="3931" actId="478"/>
          <ac:spMkLst>
            <pc:docMk/>
            <pc:sldMk cId="736868365" sldId="927"/>
            <ac:spMk id="13" creationId="{11C1ED46-443A-8AF3-E5D5-1AD5BB1D61B9}"/>
          </ac:spMkLst>
        </pc:spChg>
        <pc:spChg chg="del">
          <ac:chgData name="Al Friend" userId="e5ed79da-d858-46d4-9eed-a7a24903f2de" providerId="ADAL" clId="{6CF5D3DD-A8C4-4611-8099-4AEB2E976A2E}" dt="2026-08-19T19:43:38.251" v="3929" actId="478"/>
          <ac:spMkLst>
            <pc:docMk/>
            <pc:sldMk cId="736868365" sldId="927"/>
            <ac:spMk id="14" creationId="{1765D6DF-600A-E0C2-10EA-96FE2BEA9298}"/>
          </ac:spMkLst>
        </pc:spChg>
        <pc:spChg chg="del">
          <ac:chgData name="Al Friend" userId="e5ed79da-d858-46d4-9eed-a7a24903f2de" providerId="ADAL" clId="{6CF5D3DD-A8C4-4611-8099-4AEB2E976A2E}" dt="2026-08-19T19:43:43.028" v="3933" actId="478"/>
          <ac:spMkLst>
            <pc:docMk/>
            <pc:sldMk cId="736868365" sldId="927"/>
            <ac:spMk id="15" creationId="{484B69A6-9677-B8B8-5023-2ADE60DE813A}"/>
          </ac:spMkLst>
        </pc:spChg>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spChg chg="del">
          <ac:chgData name="Al Friend" userId="e5ed79da-d858-46d4-9eed-a7a24903f2de" providerId="ADAL" clId="{6CF5D3DD-A8C4-4611-8099-4AEB2E976A2E}" dt="2026-08-19T19:43:42.319" v="3932" actId="478"/>
          <ac:spMkLst>
            <pc:docMk/>
            <pc:sldMk cId="736868365" sldId="927"/>
            <ac:spMk id="19" creationId="{4949E98A-E3C4-8F9B-2BEA-0CE4AE2896BA}"/>
          </ac:spMkLst>
        </pc:spChg>
        <pc:spChg chg="del">
          <ac:chgData name="Al Friend" userId="e5ed79da-d858-46d4-9eed-a7a24903f2de" providerId="ADAL" clId="{6CF5D3DD-A8C4-4611-8099-4AEB2E976A2E}" dt="2026-08-19T19:43:39.778" v="3930" actId="478"/>
          <ac:spMkLst>
            <pc:docMk/>
            <pc:sldMk cId="736868365" sldId="927"/>
            <ac:spMk id="20" creationId="{83A78176-6620-9EBB-49CE-5A05E2B29622}"/>
          </ac:spMkLst>
        </pc:spChg>
        <pc:spChg chg="del">
          <ac:chgData name="Al Friend" userId="e5ed79da-d858-46d4-9eed-a7a24903f2de" providerId="ADAL" clId="{6CF5D3DD-A8C4-4611-8099-4AEB2E976A2E}" dt="2026-08-19T19:43:48.767" v="3934" actId="478"/>
          <ac:spMkLst>
            <pc:docMk/>
            <pc:sldMk cId="736868365" sldId="927"/>
            <ac:spMk id="21" creationId="{27FE5DCC-A2BC-B76E-F978-38E63B9902FC}"/>
          </ac:spMkLst>
        </pc:spChg>
        <pc:spChg chg="del">
          <ac:chgData name="Al Friend" userId="e5ed79da-d858-46d4-9eed-a7a24903f2de" providerId="ADAL" clId="{6CF5D3DD-A8C4-4611-8099-4AEB2E976A2E}" dt="2026-08-19T19:43:51.001" v="3935" actId="478"/>
          <ac:spMkLst>
            <pc:docMk/>
            <pc:sldMk cId="736868365" sldId="927"/>
            <ac:spMk id="22" creationId="{8AA4C123-7EB7-4B5D-2320-A6DF5A192580}"/>
          </ac:spMkLst>
        </pc:spChg>
        <pc:spChg chg="del">
          <ac:chgData name="Al Friend" userId="e5ed79da-d858-46d4-9eed-a7a24903f2de" providerId="ADAL" clId="{6CF5D3DD-A8C4-4611-8099-4AEB2E976A2E}" dt="2026-08-19T19:43:36.967" v="3928" actId="478"/>
          <ac:spMkLst>
            <pc:docMk/>
            <pc:sldMk cId="736868365" sldId="927"/>
            <ac:spMk id="23" creationId="{39A2FE1C-CD02-A26B-B181-A4584DB16B5A}"/>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grpChg chg="del mod">
          <ac:chgData name="Al Friend" userId="e5ed79da-d858-46d4-9eed-a7a24903f2de" providerId="ADAL" clId="{6CF5D3DD-A8C4-4611-8099-4AEB2E976A2E}" dt="2026-08-19T19:44:06.756" v="3970"/>
          <ac:grpSpMkLst>
            <pc:docMk/>
            <pc:sldMk cId="736868365" sldId="927"/>
            <ac:grpSpMk id="52" creationId="{4FCB90A6-C1E3-863B-F58C-9931F38615A2}"/>
          </ac:grpSpMkLst>
        </pc:grpChg>
        <pc:grpChg chg="del mod">
          <ac:chgData name="Al Friend" userId="e5ed79da-d858-46d4-9eed-a7a24903f2de" providerId="ADAL" clId="{6CF5D3DD-A8C4-4611-8099-4AEB2E976A2E}" dt="2026-08-19T19:44:06.754" v="3952"/>
          <ac:grpSpMkLst>
            <pc:docMk/>
            <pc:sldMk cId="736868365" sldId="927"/>
            <ac:grpSpMk id="56" creationId="{6111166F-46C4-8D55-851C-4A282F6D6940}"/>
          </ac:grpSpMkLst>
        </pc:grpChg>
        <pc:inkChg chg="del mod">
          <ac:chgData name="Al Friend" userId="e5ed79da-d858-46d4-9eed-a7a24903f2de" providerId="ADAL" clId="{6CF5D3DD-A8C4-4611-8099-4AEB2E976A2E}" dt="2026-08-19T19:44:06.754" v="3958"/>
          <ac:inkMkLst>
            <pc:docMk/>
            <pc:sldMk cId="736868365" sldId="927"/>
            <ac:inkMk id="5" creationId="{70382DDF-3106-E50E-4BD5-D081B90D172A}"/>
          </ac:inkMkLst>
        </pc:inkChg>
        <pc:inkChg chg="del mod">
          <ac:chgData name="Al Friend" userId="e5ed79da-d858-46d4-9eed-a7a24903f2de" providerId="ADAL" clId="{6CF5D3DD-A8C4-4611-8099-4AEB2E976A2E}" dt="2026-08-19T19:44:06.756" v="3964"/>
          <ac:inkMkLst>
            <pc:docMk/>
            <pc:sldMk cId="736868365" sldId="927"/>
            <ac:inkMk id="7" creationId="{134D53FD-E60F-22B7-4A8D-0EF81D162084}"/>
          </ac:inkMkLst>
        </pc:inkChg>
        <pc:inkChg chg="del mod">
          <ac:chgData name="Al Friend" userId="e5ed79da-d858-46d4-9eed-a7a24903f2de" providerId="ADAL" clId="{6CF5D3DD-A8C4-4611-8099-4AEB2E976A2E}" dt="2026-08-19T19:44:06.756" v="3966"/>
          <ac:inkMkLst>
            <pc:docMk/>
            <pc:sldMk cId="736868365" sldId="927"/>
            <ac:inkMk id="11" creationId="{8ECE7F7C-8714-8CF9-CDFA-BD3F72E69152}"/>
          </ac:inkMkLst>
        </pc:inkChg>
        <pc:inkChg chg="del mod">
          <ac:chgData name="Al Friend" userId="e5ed79da-d858-46d4-9eed-a7a24903f2de" providerId="ADAL" clId="{6CF5D3DD-A8C4-4611-8099-4AEB2E976A2E}" dt="2026-08-19T19:44:06.754" v="3955"/>
          <ac:inkMkLst>
            <pc:docMk/>
            <pc:sldMk cId="736868365" sldId="927"/>
            <ac:inkMk id="12" creationId="{628529C1-C2A6-F2A2-8D83-E9B1BEADEB13}"/>
          </ac:inkMkLst>
        </pc:inkChg>
        <pc:inkChg chg="del mod">
          <ac:chgData name="Al Friend" userId="e5ed79da-d858-46d4-9eed-a7a24903f2de" providerId="ADAL" clId="{6CF5D3DD-A8C4-4611-8099-4AEB2E976A2E}" dt="2026-08-19T19:44:06.756" v="3965"/>
          <ac:inkMkLst>
            <pc:docMk/>
            <pc:sldMk cId="736868365" sldId="927"/>
            <ac:inkMk id="25" creationId="{29557994-9C8E-67AE-D663-C14C6D85098C}"/>
          </ac:inkMkLst>
        </pc:inkChg>
        <pc:inkChg chg="mod">
          <ac:chgData name="Al Friend" userId="e5ed79da-d858-46d4-9eed-a7a24903f2de" providerId="ADAL" clId="{6CF5D3DD-A8C4-4611-8099-4AEB2E976A2E}" dt="2026-08-19T19:44:06.752" v="3948"/>
          <ac:inkMkLst>
            <pc:docMk/>
            <pc:sldMk cId="736868365" sldId="927"/>
            <ac:inkMk id="26" creationId="{BED3C58C-D651-0ACC-CD59-77BD2661DB08}"/>
          </ac:inkMkLst>
        </pc:inkChg>
        <pc:inkChg chg="del mod">
          <ac:chgData name="Al Friend" userId="e5ed79da-d858-46d4-9eed-a7a24903f2de" providerId="ADAL" clId="{6CF5D3DD-A8C4-4611-8099-4AEB2E976A2E}" dt="2026-08-19T19:44:06.756" v="3972"/>
          <ac:inkMkLst>
            <pc:docMk/>
            <pc:sldMk cId="736868365" sldId="927"/>
            <ac:inkMk id="27" creationId="{485D84C1-CE09-22CD-F3A2-F8E175867226}"/>
          </ac:inkMkLst>
        </pc:inkChg>
        <pc:inkChg chg="del mod">
          <ac:chgData name="Al Friend" userId="e5ed79da-d858-46d4-9eed-a7a24903f2de" providerId="ADAL" clId="{6CF5D3DD-A8C4-4611-8099-4AEB2E976A2E}" dt="2026-08-19T19:44:06.756" v="3967"/>
          <ac:inkMkLst>
            <pc:docMk/>
            <pc:sldMk cId="736868365" sldId="927"/>
            <ac:inkMk id="29" creationId="{D9CB0E98-21FD-47E4-C62E-DCC95F5FA1BA}"/>
          </ac:inkMkLst>
        </pc:inkChg>
        <pc:inkChg chg="del mod">
          <ac:chgData name="Al Friend" userId="e5ed79da-d858-46d4-9eed-a7a24903f2de" providerId="ADAL" clId="{6CF5D3DD-A8C4-4611-8099-4AEB2E976A2E}" dt="2026-08-19T19:44:06.754" v="3950"/>
          <ac:inkMkLst>
            <pc:docMk/>
            <pc:sldMk cId="736868365" sldId="927"/>
            <ac:inkMk id="31" creationId="{D23223AD-C3E2-05AD-F792-574296C54F85}"/>
          </ac:inkMkLst>
        </pc:inkChg>
        <pc:inkChg chg="del mod">
          <ac:chgData name="Al Friend" userId="e5ed79da-d858-46d4-9eed-a7a24903f2de" providerId="ADAL" clId="{6CF5D3DD-A8C4-4611-8099-4AEB2E976A2E}" dt="2026-08-19T19:44:06.756" v="3970"/>
          <ac:inkMkLst>
            <pc:docMk/>
            <pc:sldMk cId="736868365" sldId="927"/>
            <ac:inkMk id="34" creationId="{6337F06B-D746-A14E-4399-3DABE47E6230}"/>
          </ac:inkMkLst>
        </pc:inkChg>
        <pc:inkChg chg="del mod">
          <ac:chgData name="Al Friend" userId="e5ed79da-d858-46d4-9eed-a7a24903f2de" providerId="ADAL" clId="{6CF5D3DD-A8C4-4611-8099-4AEB2E976A2E}" dt="2026-08-19T19:44:06.754" v="3960"/>
          <ac:inkMkLst>
            <pc:docMk/>
            <pc:sldMk cId="736868365" sldId="927"/>
            <ac:inkMk id="35" creationId="{E79A5078-AA67-FDA3-E352-F2994C922DE7}"/>
          </ac:inkMkLst>
        </pc:inkChg>
        <pc:inkChg chg="del mod">
          <ac:chgData name="Al Friend" userId="e5ed79da-d858-46d4-9eed-a7a24903f2de" providerId="ADAL" clId="{6CF5D3DD-A8C4-4611-8099-4AEB2E976A2E}" dt="2026-08-19T19:44:06.756" v="3963"/>
          <ac:inkMkLst>
            <pc:docMk/>
            <pc:sldMk cId="736868365" sldId="927"/>
            <ac:inkMk id="36" creationId="{F889E616-7A68-3B51-8DEB-5118F593A01F}"/>
          </ac:inkMkLst>
        </pc:inkChg>
        <pc:inkChg chg="del mod">
          <ac:chgData name="Al Friend" userId="e5ed79da-d858-46d4-9eed-a7a24903f2de" providerId="ADAL" clId="{6CF5D3DD-A8C4-4611-8099-4AEB2E976A2E}" dt="2026-08-19T19:44:06.754" v="3957"/>
          <ac:inkMkLst>
            <pc:docMk/>
            <pc:sldMk cId="736868365" sldId="927"/>
            <ac:inkMk id="37" creationId="{ED278704-1459-3AA8-07DF-C48EDF96B688}"/>
          </ac:inkMkLst>
        </pc:inkChg>
        <pc:inkChg chg="del mod">
          <ac:chgData name="Al Friend" userId="e5ed79da-d858-46d4-9eed-a7a24903f2de" providerId="ADAL" clId="{6CF5D3DD-A8C4-4611-8099-4AEB2E976A2E}" dt="2026-08-19T19:44:06.752" v="3942"/>
          <ac:inkMkLst>
            <pc:docMk/>
            <pc:sldMk cId="736868365" sldId="927"/>
            <ac:inkMk id="38" creationId="{8E0A8474-A249-B2F8-D398-388808B642EC}"/>
          </ac:inkMkLst>
        </pc:inkChg>
        <pc:inkChg chg="del mod">
          <ac:chgData name="Al Friend" userId="e5ed79da-d858-46d4-9eed-a7a24903f2de" providerId="ADAL" clId="{6CF5D3DD-A8C4-4611-8099-4AEB2E976A2E}" dt="2026-08-19T19:44:06.756" v="3969"/>
          <ac:inkMkLst>
            <pc:docMk/>
            <pc:sldMk cId="736868365" sldId="927"/>
            <ac:inkMk id="39" creationId="{3AC9172D-CDD0-1F8E-AFA9-7A0E8374C9F8}"/>
          </ac:inkMkLst>
        </pc:inkChg>
        <pc:inkChg chg="del mod">
          <ac:chgData name="Al Friend" userId="e5ed79da-d858-46d4-9eed-a7a24903f2de" providerId="ADAL" clId="{6CF5D3DD-A8C4-4611-8099-4AEB2E976A2E}" dt="2026-08-19T19:44:06.756" v="3968"/>
          <ac:inkMkLst>
            <pc:docMk/>
            <pc:sldMk cId="736868365" sldId="927"/>
            <ac:inkMk id="40" creationId="{FE7345C1-B9AE-37D1-6963-A84BFB7D3BB3}"/>
          </ac:inkMkLst>
        </pc:inkChg>
        <pc:inkChg chg="del mod">
          <ac:chgData name="Al Friend" userId="e5ed79da-d858-46d4-9eed-a7a24903f2de" providerId="ADAL" clId="{6CF5D3DD-A8C4-4611-8099-4AEB2E976A2E}" dt="2026-08-19T19:44:06.752" v="3945"/>
          <ac:inkMkLst>
            <pc:docMk/>
            <pc:sldMk cId="736868365" sldId="927"/>
            <ac:inkMk id="41" creationId="{5B6B01F3-BBF8-82F1-9411-79C4E531CD66}"/>
          </ac:inkMkLst>
        </pc:inkChg>
        <pc:inkChg chg="del mod">
          <ac:chgData name="Al Friend" userId="e5ed79da-d858-46d4-9eed-a7a24903f2de" providerId="ADAL" clId="{6CF5D3DD-A8C4-4611-8099-4AEB2E976A2E}" dt="2026-08-19T19:44:06.756" v="3961"/>
          <ac:inkMkLst>
            <pc:docMk/>
            <pc:sldMk cId="736868365" sldId="927"/>
            <ac:inkMk id="46" creationId="{24CCE495-92D3-2E88-E7DD-154E8E348E20}"/>
          </ac:inkMkLst>
        </pc:inkChg>
        <pc:inkChg chg="del mod">
          <ac:chgData name="Al Friend" userId="e5ed79da-d858-46d4-9eed-a7a24903f2de" providerId="ADAL" clId="{6CF5D3DD-A8C4-4611-8099-4AEB2E976A2E}" dt="2026-08-19T19:44:06.754" v="3959"/>
          <ac:inkMkLst>
            <pc:docMk/>
            <pc:sldMk cId="736868365" sldId="927"/>
            <ac:inkMk id="48" creationId="{B2854665-4ED3-8B6F-591E-E7F18DC39EB7}"/>
          </ac:inkMkLst>
        </pc:inkChg>
        <pc:inkChg chg="del mod">
          <ac:chgData name="Al Friend" userId="e5ed79da-d858-46d4-9eed-a7a24903f2de" providerId="ADAL" clId="{6CF5D3DD-A8C4-4611-8099-4AEB2E976A2E}" dt="2026-08-19T19:44:06.754" v="3953"/>
          <ac:inkMkLst>
            <pc:docMk/>
            <pc:sldMk cId="736868365" sldId="927"/>
            <ac:inkMk id="49" creationId="{04DE109B-BEE4-D70B-311C-ECFC65CA8133}"/>
          </ac:inkMkLst>
        </pc:inkChg>
        <pc:inkChg chg="del mod">
          <ac:chgData name="Al Friend" userId="e5ed79da-d858-46d4-9eed-a7a24903f2de" providerId="ADAL" clId="{6CF5D3DD-A8C4-4611-8099-4AEB2E976A2E}" dt="2026-08-19T19:44:06.752" v="3940"/>
          <ac:inkMkLst>
            <pc:docMk/>
            <pc:sldMk cId="736868365" sldId="927"/>
            <ac:inkMk id="50" creationId="{BFBE3CE0-D5DE-3AFE-DB21-3445C6B02C76}"/>
          </ac:inkMkLst>
        </pc:inkChg>
        <pc:inkChg chg="del mod">
          <ac:chgData name="Al Friend" userId="e5ed79da-d858-46d4-9eed-a7a24903f2de" providerId="ADAL" clId="{6CF5D3DD-A8C4-4611-8099-4AEB2E976A2E}" dt="2026-08-19T19:44:06.756" v="3962"/>
          <ac:inkMkLst>
            <pc:docMk/>
            <pc:sldMk cId="736868365" sldId="927"/>
            <ac:inkMk id="51" creationId="{2743C228-1A82-E972-794B-FF7B6B64D43D}"/>
          </ac:inkMkLst>
        </pc:inkChg>
        <pc:inkChg chg="del mod">
          <ac:chgData name="Al Friend" userId="e5ed79da-d858-46d4-9eed-a7a24903f2de" providerId="ADAL" clId="{6CF5D3DD-A8C4-4611-8099-4AEB2E976A2E}" dt="2026-08-19T19:44:06.756" v="3971"/>
          <ac:inkMkLst>
            <pc:docMk/>
            <pc:sldMk cId="736868365" sldId="927"/>
            <ac:inkMk id="53" creationId="{E8D47D15-DEA4-2F78-76FE-E769505F5CAE}"/>
          </ac:inkMkLst>
        </pc:inkChg>
        <pc:inkChg chg="del mod">
          <ac:chgData name="Al Friend" userId="e5ed79da-d858-46d4-9eed-a7a24903f2de" providerId="ADAL" clId="{6CF5D3DD-A8C4-4611-8099-4AEB2E976A2E}" dt="2026-08-19T19:44:06.754" v="3952"/>
          <ac:inkMkLst>
            <pc:docMk/>
            <pc:sldMk cId="736868365" sldId="927"/>
            <ac:inkMk id="54" creationId="{26E07DEB-DAF0-8BCA-69D4-A23C462A65E2}"/>
          </ac:inkMkLst>
        </pc:inkChg>
        <pc:inkChg chg="del">
          <ac:chgData name="Al Friend" userId="e5ed79da-d858-46d4-9eed-a7a24903f2de" providerId="ADAL" clId="{6CF5D3DD-A8C4-4611-8099-4AEB2E976A2E}" dt="2026-08-19T19:44:06.752" v="3946"/>
          <ac:inkMkLst>
            <pc:docMk/>
            <pc:sldMk cId="736868365" sldId="927"/>
            <ac:inkMk id="55" creationId="{D07B8097-E3FB-4C08-0A65-302FBC711AFC}"/>
          </ac:inkMkLst>
        </pc:ink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8-27T15:20:12.162" v="510" actId="1076"/>
      <pc:docMkLst>
        <pc:docMk/>
      </pc:docMkLst>
      <pc:sldChg chg="modSp">
        <pc:chgData name="Al Friend" userId="e5ed79da-d858-46d4-9eed-a7a24903f2de" providerId="ADAL" clId="{4885A6DF-90C9-4AE3-9F0B-92B3ECABFA28}" dt="2026-08-27T12:15:33.999" v="47" actId="113"/>
        <pc:sldMkLst>
          <pc:docMk/>
          <pc:sldMk cId="3427172473" sldId="496"/>
        </pc:sldMkLst>
        <pc:spChg chg="mod">
          <ac:chgData name="Al Friend" userId="e5ed79da-d858-46d4-9eed-a7a24903f2de" providerId="ADAL" clId="{4885A6DF-90C9-4AE3-9F0B-92B3ECABFA28}" dt="2026-08-27T12:15:33.999" v="47" actId="113"/>
          <ac:spMkLst>
            <pc:docMk/>
            <pc:sldMk cId="3427172473" sldId="496"/>
            <ac:spMk id="3" creationId="{00000000-0000-0000-0000-000000000000}"/>
          </ac:spMkLst>
        </pc:spChg>
      </pc:sldChg>
      <pc:sldChg chg="modSp del">
        <pc:chgData name="Al Friend" userId="e5ed79da-d858-46d4-9eed-a7a24903f2de" providerId="ADAL" clId="{4885A6DF-90C9-4AE3-9F0B-92B3ECABFA28}" dt="2026-08-27T12:14:58.661" v="45" actId="2696"/>
        <pc:sldMkLst>
          <pc:docMk/>
          <pc:sldMk cId="3861154840" sldId="496"/>
        </pc:sldMkLst>
        <pc:spChg chg="mod">
          <ac:chgData name="Al Friend" userId="e5ed79da-d858-46d4-9eed-a7a24903f2de" providerId="ADAL" clId="{4885A6DF-90C9-4AE3-9F0B-92B3ECABFA28}" dt="2026-08-27T12:13:16.876" v="41" actId="20577"/>
          <ac:spMkLst>
            <pc:docMk/>
            <pc:sldMk cId="3861154840" sldId="496"/>
            <ac:spMk id="3" creationId="{00000000-0000-0000-0000-000000000000}"/>
          </ac:spMkLst>
        </pc:spChg>
      </pc:sldChg>
      <pc:sldChg chg="add">
        <pc:chgData name="Al Friend" userId="e5ed79da-d858-46d4-9eed-a7a24903f2de" providerId="ADAL" clId="{4885A6DF-90C9-4AE3-9F0B-92B3ECABFA28}" dt="2026-08-27T12:14:10.685" v="42"/>
        <pc:sldMkLst>
          <pc:docMk/>
          <pc:sldMk cId="3786362822" sldId="928"/>
        </pc:sldMkLst>
      </pc:sldChg>
      <pc:sldChg chg="add">
        <pc:chgData name="Al Friend" userId="e5ed79da-d858-46d4-9eed-a7a24903f2de" providerId="ADAL" clId="{4885A6DF-90C9-4AE3-9F0B-92B3ECABFA28}" dt="2026-08-27T12:14:27.633" v="43"/>
        <pc:sldMkLst>
          <pc:docMk/>
          <pc:sldMk cId="1538319521" sldId="929"/>
        </pc:sldMkLst>
      </pc:sldChg>
      <pc:sldChg chg="addSp delSp modSp add">
        <pc:chgData name="Al Friend" userId="e5ed79da-d858-46d4-9eed-a7a24903f2de" providerId="ADAL" clId="{4885A6DF-90C9-4AE3-9F0B-92B3ECABFA28}" dt="2026-08-27T15:00:12.908" v="374"/>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del mod">
          <ac:chgData name="Al Friend" userId="e5ed79da-d858-46d4-9eed-a7a24903f2de" providerId="ADAL" clId="{4885A6DF-90C9-4AE3-9F0B-92B3ECABFA28}" dt="2026-08-27T14:24:49.615" v="159"/>
          <ac:spMkLst>
            <pc:docMk/>
            <pc:sldMk cId="1301291762" sldId="930"/>
            <ac:spMk id="3" creationId="{0B1F9CA3-E470-4C2D-8DDB-6A1D75B62791}"/>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pChg chg="add del mod">
          <ac:chgData name="Al Friend" userId="e5ed79da-d858-46d4-9eed-a7a24903f2de" providerId="ADAL" clId="{4885A6DF-90C9-4AE3-9F0B-92B3ECABFA28}" dt="2026-08-27T14:53:55.775" v="297" actId="478"/>
          <ac:spMkLst>
            <pc:docMk/>
            <pc:sldMk cId="1301291762" sldId="930"/>
            <ac:spMk id="11" creationId="{62AC87DB-CA74-4837-90EF-D4CA4D3326FA}"/>
          </ac:spMkLst>
        </pc:spChg>
        <pc:spChg chg="add del">
          <ac:chgData name="Al Friend" userId="e5ed79da-d858-46d4-9eed-a7a24903f2de" providerId="ADAL" clId="{4885A6DF-90C9-4AE3-9F0B-92B3ECABFA28}" dt="2026-08-27T14:42:34.113" v="290"/>
          <ac:spMkLst>
            <pc:docMk/>
            <pc:sldMk cId="1301291762" sldId="930"/>
            <ac:spMk id="12" creationId="{D2045B6D-0E50-4A35-BE37-9E840A291CB4}"/>
          </ac:spMkLst>
        </pc:spChg>
        <pc:spChg chg="add del mod">
          <ac:chgData name="Al Friend" userId="e5ed79da-d858-46d4-9eed-a7a24903f2de" providerId="ADAL" clId="{4885A6DF-90C9-4AE3-9F0B-92B3ECABFA28}" dt="2026-08-27T14:53:56.639" v="298" actId="478"/>
          <ac:spMkLst>
            <pc:docMk/>
            <pc:sldMk cId="1301291762" sldId="930"/>
            <ac:spMk id="13" creationId="{3AD7B683-91DA-49D1-8579-C1F4F7A16E3E}"/>
          </ac:spMkLst>
        </pc:spChg>
        <pc:spChg chg="add del">
          <ac:chgData name="Al Friend" userId="e5ed79da-d858-46d4-9eed-a7a24903f2de" providerId="ADAL" clId="{4885A6DF-90C9-4AE3-9F0B-92B3ECABFA28}" dt="2026-08-27T14:47:06.641" v="296"/>
          <ac:spMkLst>
            <pc:docMk/>
            <pc:sldMk cId="1301291762" sldId="930"/>
            <ac:spMk id="14" creationId="{F8109A2E-9332-438E-B0ED-A5A21CA09546}"/>
          </ac:spMkLst>
        </pc:spChg>
        <pc:spChg chg="add mod">
          <ac:chgData name="Al Friend" userId="e5ed79da-d858-46d4-9eed-a7a24903f2de" providerId="ADAL" clId="{4885A6DF-90C9-4AE3-9F0B-92B3ECABFA28}" dt="2026-08-27T14:55:29.487" v="315" actId="1038"/>
          <ac:spMkLst>
            <pc:docMk/>
            <pc:sldMk cId="1301291762" sldId="930"/>
            <ac:spMk id="16" creationId="{CD0A61E0-A3B2-4652-AD8A-880E2295538A}"/>
          </ac:spMkLst>
        </pc:spChg>
        <pc:spChg chg="add mod">
          <ac:chgData name="Al Friend" userId="e5ed79da-d858-46d4-9eed-a7a24903f2de" providerId="ADAL" clId="{4885A6DF-90C9-4AE3-9F0B-92B3ECABFA28}" dt="2026-08-27T14:57:02.621" v="323" actId="1076"/>
          <ac:spMkLst>
            <pc:docMk/>
            <pc:sldMk cId="1301291762" sldId="930"/>
            <ac:spMk id="18" creationId="{CC2E148A-98D7-41D6-B799-B032D83B2B63}"/>
          </ac:spMkLst>
        </pc:spChg>
        <pc:spChg chg="add del mod">
          <ac:chgData name="Al Friend" userId="e5ed79da-d858-46d4-9eed-a7a24903f2de" providerId="ADAL" clId="{4885A6DF-90C9-4AE3-9F0B-92B3ECABFA28}" dt="2026-08-27T14:57:11.358" v="326" actId="478"/>
          <ac:spMkLst>
            <pc:docMk/>
            <pc:sldMk cId="1301291762" sldId="930"/>
            <ac:spMk id="20" creationId="{0A1DD0F3-5FF5-48C1-82D6-383A25E8EFE1}"/>
          </ac:spMkLst>
        </pc:spChg>
        <pc:spChg chg="add mod">
          <ac:chgData name="Al Friend" userId="e5ed79da-d858-46d4-9eed-a7a24903f2de" providerId="ADAL" clId="{4885A6DF-90C9-4AE3-9F0B-92B3ECABFA28}" dt="2026-08-27T14:57:31.006" v="336" actId="1038"/>
          <ac:spMkLst>
            <pc:docMk/>
            <pc:sldMk cId="1301291762" sldId="930"/>
            <ac:spMk id="22" creationId="{500DFE0E-F0E2-45C9-ABC1-A5A28D244F6D}"/>
          </ac:spMkLst>
        </pc:spChg>
        <pc:graphicFrameChg chg="add mod modGraphic">
          <ac:chgData name="Al Friend" userId="e5ed79da-d858-46d4-9eed-a7a24903f2de" providerId="ADAL" clId="{4885A6DF-90C9-4AE3-9F0B-92B3ECABFA28}" dt="2026-08-27T14:26:23.171" v="181" actId="1076"/>
          <ac:graphicFrameMkLst>
            <pc:docMk/>
            <pc:sldMk cId="1301291762" sldId="930"/>
            <ac:graphicFrameMk id="5" creationId="{54CC8241-E3D3-4462-AD7B-B0E459770B5A}"/>
          </ac:graphicFrameMkLst>
        </pc:graphicFrameChg>
        <pc:graphicFrameChg chg="add del mod modGraphic">
          <ac:chgData name="Al Friend" userId="e5ed79da-d858-46d4-9eed-a7a24903f2de" providerId="ADAL" clId="{4885A6DF-90C9-4AE3-9F0B-92B3ECABFA28}" dt="2026-08-27T15:00:12.908" v="374"/>
          <ac:graphicFrameMkLst>
            <pc:docMk/>
            <pc:sldMk cId="1301291762" sldId="930"/>
            <ac:graphicFrameMk id="6" creationId="{431CBE50-2A35-4F32-A111-7563E58CD3E5}"/>
          </ac:graphicFrameMkLst>
        </pc:graphicFrameChg>
        <pc:graphicFrameChg chg="add mod modGraphic">
          <ac:chgData name="Al Friend" userId="e5ed79da-d858-46d4-9eed-a7a24903f2de" providerId="ADAL" clId="{4885A6DF-90C9-4AE3-9F0B-92B3ECABFA28}" dt="2026-08-27T14:57:02.621" v="323" actId="1076"/>
          <ac:graphicFrameMkLst>
            <pc:docMk/>
            <pc:sldMk cId="1301291762" sldId="930"/>
            <ac:graphicFrameMk id="7" creationId="{15FC7742-F8FB-4723-A2A7-8E89A326588A}"/>
          </ac:graphicFrameMkLst>
        </pc:graphicFrameChg>
        <pc:graphicFrameChg chg="add del mod modGraphic">
          <ac:chgData name="Al Friend" userId="e5ed79da-d858-46d4-9eed-a7a24903f2de" providerId="ADAL" clId="{4885A6DF-90C9-4AE3-9F0B-92B3ECABFA28}" dt="2026-08-27T14:57:55.582" v="337" actId="478"/>
          <ac:graphicFrameMkLst>
            <pc:docMk/>
            <pc:sldMk cId="1301291762" sldId="930"/>
            <ac:graphicFrameMk id="8" creationId="{676FF764-51E6-4EE7-A45F-7A14785E4942}"/>
          </ac:graphicFrameMkLst>
        </pc:graphicFrameChg>
        <pc:graphicFrameChg chg="add del mod modGraphic">
          <ac:chgData name="Al Friend" userId="e5ed79da-d858-46d4-9eed-a7a24903f2de" providerId="ADAL" clId="{4885A6DF-90C9-4AE3-9F0B-92B3ECABFA28}" dt="2026-08-27T14:57:55.582" v="337" actId="478"/>
          <ac:graphicFrameMkLst>
            <pc:docMk/>
            <pc:sldMk cId="1301291762" sldId="930"/>
            <ac:graphicFrameMk id="9" creationId="{FB054C9E-0FE0-44C4-88BE-FC8FC9AB7A33}"/>
          </ac:graphicFrameMkLst>
        </pc:graphicFrameChg>
        <pc:graphicFrameChg chg="add del mod">
          <ac:chgData name="Al Friend" userId="e5ed79da-d858-46d4-9eed-a7a24903f2de" providerId="ADAL" clId="{4885A6DF-90C9-4AE3-9F0B-92B3ECABFA28}" dt="2026-08-27T14:57:55.582" v="337" actId="478"/>
          <ac:graphicFrameMkLst>
            <pc:docMk/>
            <pc:sldMk cId="1301291762" sldId="930"/>
            <ac:graphicFrameMk id="10" creationId="{27751E20-D541-46F7-BFE3-071BB38F13A2}"/>
          </ac:graphicFrameMkLst>
        </pc:graphicFrameChg>
        <pc:graphicFrameChg chg="add mod">
          <ac:chgData name="Al Friend" userId="e5ed79da-d858-46d4-9eed-a7a24903f2de" providerId="ADAL" clId="{4885A6DF-90C9-4AE3-9F0B-92B3ECABFA28}" dt="2026-08-27T14:54:13.978" v="300" actId="1076"/>
          <ac:graphicFrameMkLst>
            <pc:docMk/>
            <pc:sldMk cId="1301291762" sldId="930"/>
            <ac:graphicFrameMk id="15" creationId="{468736BE-9BFB-4BC9-B57D-2F344E0D3E28}"/>
          </ac:graphicFrameMkLst>
        </pc:graphicFrameChg>
        <pc:graphicFrameChg chg="add del mod">
          <ac:chgData name="Al Friend" userId="e5ed79da-d858-46d4-9eed-a7a24903f2de" providerId="ADAL" clId="{4885A6DF-90C9-4AE3-9F0B-92B3ECABFA28}" dt="2026-08-27T14:56:52.415" v="322" actId="478"/>
          <ac:graphicFrameMkLst>
            <pc:docMk/>
            <pc:sldMk cId="1301291762" sldId="930"/>
            <ac:graphicFrameMk id="17" creationId="{28DB1630-17CC-406F-8F04-401B8CA33CF8}"/>
          </ac:graphicFrameMkLst>
        </pc:graphicFrameChg>
        <pc:graphicFrameChg chg="add mod">
          <ac:chgData name="Al Friend" userId="e5ed79da-d858-46d4-9eed-a7a24903f2de" providerId="ADAL" clId="{4885A6DF-90C9-4AE3-9F0B-92B3ECABFA28}" dt="2026-08-27T14:57:08.181" v="325" actId="1076"/>
          <ac:graphicFrameMkLst>
            <pc:docMk/>
            <pc:sldMk cId="1301291762" sldId="930"/>
            <ac:graphicFrameMk id="19" creationId="{EA7A24D0-691F-4FC6-97C3-F88C4A4F7BD1}"/>
          </ac:graphicFrameMkLst>
        </pc:graphicFrameChg>
        <pc:graphicFrameChg chg="add mod">
          <ac:chgData name="Al Friend" userId="e5ed79da-d858-46d4-9eed-a7a24903f2de" providerId="ADAL" clId="{4885A6DF-90C9-4AE3-9F0B-92B3ECABFA28}" dt="2026-08-27T14:57:19.790" v="328" actId="1076"/>
          <ac:graphicFrameMkLst>
            <pc:docMk/>
            <pc:sldMk cId="1301291762" sldId="930"/>
            <ac:graphicFrameMk id="21" creationId="{B93ABEEF-34F6-452A-8D6E-B1278DF274CB}"/>
          </ac:graphicFrameMkLst>
        </pc:graphicFrameChg>
      </pc:sldChg>
      <pc:sldChg chg="modSp">
        <pc:chgData name="Al Friend" userId="e5ed79da-d858-46d4-9eed-a7a24903f2de" providerId="ADAL" clId="{4885A6DF-90C9-4AE3-9F0B-92B3ECABFA28}" dt="2026-08-27T12:15:13.242" v="46" actId="113"/>
        <pc:sldMkLst>
          <pc:docMk/>
          <pc:sldMk cId="4118693558" sldId="931"/>
        </pc:sldMkLst>
        <pc:spChg chg="mod">
          <ac:chgData name="Al Friend" userId="e5ed79da-d858-46d4-9eed-a7a24903f2de" providerId="ADAL" clId="{4885A6DF-90C9-4AE3-9F0B-92B3ECABFA28}" dt="2026-08-27T12:15:13.242" v="46" actId="113"/>
          <ac:spMkLst>
            <pc:docMk/>
            <pc:sldMk cId="4118693558" sldId="931"/>
            <ac:spMk id="3" creationId="{00000000-0000-0000-0000-000000000000}"/>
          </ac:spMkLst>
        </pc:spChg>
      </pc:sldChg>
      <pc:sldChg chg="modSp">
        <pc:chgData name="Al Friend" userId="e5ed79da-d858-46d4-9eed-a7a24903f2de" providerId="ADAL" clId="{4885A6DF-90C9-4AE3-9F0B-92B3ECABFA28}" dt="2026-08-27T12:15:38.293" v="48" actId="113"/>
        <pc:sldMkLst>
          <pc:docMk/>
          <pc:sldMk cId="4175645854" sldId="932"/>
        </pc:sldMkLst>
        <pc:spChg chg="mod">
          <ac:chgData name="Al Friend" userId="e5ed79da-d858-46d4-9eed-a7a24903f2de" providerId="ADAL" clId="{4885A6DF-90C9-4AE3-9F0B-92B3ECABFA28}" dt="2026-08-27T12:15:38.293" v="48" actId="113"/>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20:12.162" v="510" actId="1076"/>
        <pc:sldMkLst>
          <pc:docMk/>
          <pc:sldMk cId="1721612760" sldId="933"/>
        </pc:sldMkLst>
        <pc:spChg chg="add del mod">
          <ac:chgData name="Al Friend" userId="e5ed79da-d858-46d4-9eed-a7a24903f2de" providerId="ADAL" clId="{4885A6DF-90C9-4AE3-9F0B-92B3ECABFA28}" dt="2026-08-27T15:16:24.075" v="450" actId="478"/>
          <ac:spMkLst>
            <pc:docMk/>
            <pc:sldMk cId="1721612760" sldId="933"/>
            <ac:spMk id="18" creationId="{048B3BE7-516A-4F0D-B1CD-74BF7849BACD}"/>
          </ac:spMkLst>
        </pc:spChg>
        <pc:spChg chg="add del mod">
          <ac:chgData name="Al Friend" userId="e5ed79da-d858-46d4-9eed-a7a24903f2de" providerId="ADAL" clId="{4885A6DF-90C9-4AE3-9F0B-92B3ECABFA28}" dt="2026-08-27T15:16:25.371" v="451" actId="478"/>
          <ac:spMkLst>
            <pc:docMk/>
            <pc:sldMk cId="1721612760" sldId="933"/>
            <ac:spMk id="19" creationId="{3E93379B-D092-4FEB-8F15-A9035BFEFC12}"/>
          </ac:spMkLst>
        </pc:spChg>
        <pc:spChg chg="add mod ord">
          <ac:chgData name="Al Friend" userId="e5ed79da-d858-46d4-9eed-a7a24903f2de" providerId="ADAL" clId="{4885A6DF-90C9-4AE3-9F0B-92B3ECABFA28}" dt="2026-08-27T15:17:54.546" v="478" actId="1076"/>
          <ac:spMkLst>
            <pc:docMk/>
            <pc:sldMk cId="1721612760" sldId="933"/>
            <ac:spMk id="20" creationId="{E19D8CE3-B4EF-4FBC-8997-536CBB43BF50}"/>
          </ac:spMkLst>
        </pc:spChg>
        <pc:spChg chg="add del mod">
          <ac:chgData name="Al Friend" userId="e5ed79da-d858-46d4-9eed-a7a24903f2de" providerId="ADAL" clId="{4885A6DF-90C9-4AE3-9F0B-92B3ECABFA28}" dt="2026-08-27T15:19:52.170" v="507" actId="478"/>
          <ac:spMkLst>
            <pc:docMk/>
            <pc:sldMk cId="1721612760" sldId="933"/>
            <ac:spMk id="21" creationId="{83904089-B809-4DD6-87D2-02B979A1EE1B}"/>
          </ac:spMkLst>
        </pc:spChg>
        <pc:spChg chg="add mod">
          <ac:chgData name="Al Friend" userId="e5ed79da-d858-46d4-9eed-a7a24903f2de" providerId="ADAL" clId="{4885A6DF-90C9-4AE3-9F0B-92B3ECABFA28}" dt="2026-08-27T15:18:19.754" v="496" actId="1037"/>
          <ac:spMkLst>
            <pc:docMk/>
            <pc:sldMk cId="1721612760" sldId="933"/>
            <ac:spMk id="25" creationId="{842736FD-0C44-45FE-A05E-55B2D68A12AE}"/>
          </ac:spMkLst>
        </pc:spChg>
        <pc:spChg chg="add mod">
          <ac:chgData name="Al Friend" userId="e5ed79da-d858-46d4-9eed-a7a24903f2de" providerId="ADAL" clId="{4885A6DF-90C9-4AE3-9F0B-92B3ECABFA28}" dt="2026-08-27T15:20:12.162" v="510" actId="1076"/>
          <ac:spMkLst>
            <pc:docMk/>
            <pc:sldMk cId="1721612760" sldId="933"/>
            <ac:spMk id="27" creationId="{6C401266-88E4-434F-A69E-484E45BB7B43}"/>
          </ac:spMkLst>
        </pc:spChg>
        <pc:graphicFrameChg chg="del">
          <ac:chgData name="Al Friend" userId="e5ed79da-d858-46d4-9eed-a7a24903f2de" providerId="ADAL" clId="{4885A6DF-90C9-4AE3-9F0B-92B3ECABFA28}" dt="2026-08-27T14:27:53.489" v="207" actId="478"/>
          <ac:graphicFrameMkLst>
            <pc:docMk/>
            <pc:sldMk cId="1721612760" sldId="933"/>
            <ac:graphicFrameMk id="5" creationId="{54CC8241-E3D3-4462-AD7B-B0E459770B5A}"/>
          </ac:graphicFrameMkLst>
        </pc:graphicFrameChg>
        <pc:graphicFrameChg chg="del">
          <ac:chgData name="Al Friend" userId="e5ed79da-d858-46d4-9eed-a7a24903f2de" providerId="ADAL" clId="{4885A6DF-90C9-4AE3-9F0B-92B3ECABFA28}" dt="2026-08-27T14:27:53.489" v="207" actId="478"/>
          <ac:graphicFrameMkLst>
            <pc:docMk/>
            <pc:sldMk cId="1721612760" sldId="933"/>
            <ac:graphicFrameMk id="6" creationId="{431CBE50-2A35-4F32-A111-7563E58CD3E5}"/>
          </ac:graphicFrameMkLst>
        </pc:graphicFrameChg>
        <pc:graphicFrameChg chg="del">
          <ac:chgData name="Al Friend" userId="e5ed79da-d858-46d4-9eed-a7a24903f2de" providerId="ADAL" clId="{4885A6DF-90C9-4AE3-9F0B-92B3ECABFA28}" dt="2026-08-27T14:27:53.489" v="207" actId="478"/>
          <ac:graphicFrameMkLst>
            <pc:docMk/>
            <pc:sldMk cId="1721612760" sldId="933"/>
            <ac:graphicFrameMk id="7" creationId="{15FC7742-F8FB-4723-A2A7-8E89A326588A}"/>
          </ac:graphicFrameMkLst>
        </pc:graphicFrameChg>
        <pc:graphicFrameChg chg="del">
          <ac:chgData name="Al Friend" userId="e5ed79da-d858-46d4-9eed-a7a24903f2de" providerId="ADAL" clId="{4885A6DF-90C9-4AE3-9F0B-92B3ECABFA28}" dt="2026-08-27T14:27:53.489" v="207" actId="478"/>
          <ac:graphicFrameMkLst>
            <pc:docMk/>
            <pc:sldMk cId="1721612760" sldId="933"/>
            <ac:graphicFrameMk id="8" creationId="{676FF764-51E6-4EE7-A45F-7A14785E4942}"/>
          </ac:graphicFrameMkLst>
        </pc:graphicFrameChg>
        <pc:graphicFrameChg chg="del mod modGraphic">
          <ac:chgData name="Al Friend" userId="e5ed79da-d858-46d4-9eed-a7a24903f2de" providerId="ADAL" clId="{4885A6DF-90C9-4AE3-9F0B-92B3ECABFA28}" dt="2026-08-27T14:34:00.644" v="252"/>
          <ac:graphicFrameMkLst>
            <pc:docMk/>
            <pc:sldMk cId="1721612760" sldId="933"/>
            <ac:graphicFrameMk id="9" creationId="{FB054C9E-0FE0-44C4-88BE-FC8FC9AB7A33}"/>
          </ac:graphicFrameMkLst>
        </pc:graphicFrameChg>
        <pc:graphicFrameChg chg="add del mod modGraphic">
          <ac:chgData name="Al Friend" userId="e5ed79da-d858-46d4-9eed-a7a24903f2de" providerId="ADAL" clId="{4885A6DF-90C9-4AE3-9F0B-92B3ECABFA28}" dt="2026-08-27T15:07:02.748" v="377" actId="478"/>
          <ac:graphicFrameMkLst>
            <pc:docMk/>
            <pc:sldMk cId="1721612760" sldId="933"/>
            <ac:graphicFrameMk id="10" creationId="{AD0F8E06-DE59-450A-BCAE-F601A4C5C29A}"/>
          </ac:graphicFrameMkLst>
        </pc:graphicFrameChg>
        <pc:graphicFrameChg chg="add del mod modGraphic">
          <ac:chgData name="Al Friend" userId="e5ed79da-d858-46d4-9eed-a7a24903f2de" providerId="ADAL" clId="{4885A6DF-90C9-4AE3-9F0B-92B3ECABFA28}" dt="2026-08-27T15:10:53.389" v="443" actId="478"/>
          <ac:graphicFrameMkLst>
            <pc:docMk/>
            <pc:sldMk cId="1721612760" sldId="933"/>
            <ac:graphicFrameMk id="11" creationId="{9BDC340C-80E6-415A-8363-331AD0E5CB00}"/>
          </ac:graphicFrameMkLst>
        </pc:graphicFrameChg>
        <pc:graphicFrameChg chg="add del mod modGraphic">
          <ac:chgData name="Al Friend" userId="e5ed79da-d858-46d4-9eed-a7a24903f2de" providerId="ADAL" clId="{4885A6DF-90C9-4AE3-9F0B-92B3ECABFA28}" dt="2026-08-27T15:19:52.170" v="507" actId="478"/>
          <ac:graphicFrameMkLst>
            <pc:docMk/>
            <pc:sldMk cId="1721612760" sldId="933"/>
            <ac:graphicFrameMk id="12" creationId="{3A937DC7-A8EA-43E7-993D-D1641569E067}"/>
          </ac:graphicFrameMkLst>
        </pc:graphicFrameChg>
        <pc:graphicFrameChg chg="add mod modGraphic">
          <ac:chgData name="Al Friend" userId="e5ed79da-d858-46d4-9eed-a7a24903f2de" providerId="ADAL" clId="{4885A6DF-90C9-4AE3-9F0B-92B3ECABFA28}" dt="2026-08-27T15:17:54.546" v="478" actId="1076"/>
          <ac:graphicFrameMkLst>
            <pc:docMk/>
            <pc:sldMk cId="1721612760" sldId="933"/>
            <ac:graphicFrameMk id="13" creationId="{47ECE086-2D7F-46B2-8DD9-3F191017A4FA}"/>
          </ac:graphicFrameMkLst>
        </pc:graphicFrameChg>
        <pc:graphicFrameChg chg="add mod modGraphic">
          <ac:chgData name="Al Friend" userId="e5ed79da-d858-46d4-9eed-a7a24903f2de" providerId="ADAL" clId="{4885A6DF-90C9-4AE3-9F0B-92B3ECABFA28}" dt="2026-08-27T14:35:19.468" v="276" actId="1035"/>
          <ac:graphicFrameMkLst>
            <pc:docMk/>
            <pc:sldMk cId="1721612760" sldId="933"/>
            <ac:graphicFrameMk id="14" creationId="{AC5A513E-0E40-4565-AE95-2DE3C3E0601F}"/>
          </ac:graphicFrameMkLst>
        </pc:graphicFrameChg>
        <pc:graphicFrameChg chg="add del mod modGraphic">
          <ac:chgData name="Al Friend" userId="e5ed79da-d858-46d4-9eed-a7a24903f2de" providerId="ADAL" clId="{4885A6DF-90C9-4AE3-9F0B-92B3ECABFA28}" dt="2026-08-27T15:10:56.591" v="444"/>
          <ac:graphicFrameMkLst>
            <pc:docMk/>
            <pc:sldMk cId="1721612760" sldId="933"/>
            <ac:graphicFrameMk id="15" creationId="{A4009A96-CD6A-4EDF-9477-2021D886520F}"/>
          </ac:graphicFrameMkLst>
        </pc:graphicFrameChg>
        <pc:graphicFrameChg chg="add mod modGraphic">
          <ac:chgData name="Al Friend" userId="e5ed79da-d858-46d4-9eed-a7a24903f2de" providerId="ADAL" clId="{4885A6DF-90C9-4AE3-9F0B-92B3ECABFA28}" dt="2026-08-27T15:17:54.546" v="478" actId="1076"/>
          <ac:graphicFrameMkLst>
            <pc:docMk/>
            <pc:sldMk cId="1721612760" sldId="933"/>
            <ac:graphicFrameMk id="16" creationId="{A35400B1-CA1B-4002-91FE-474368C7BC7B}"/>
          </ac:graphicFrameMkLst>
        </pc:graphicFrameChg>
        <pc:graphicFrameChg chg="add mod modGraphic">
          <ac:chgData name="Al Friend" userId="e5ed79da-d858-46d4-9eed-a7a24903f2de" providerId="ADAL" clId="{4885A6DF-90C9-4AE3-9F0B-92B3ECABFA28}" dt="2026-08-27T14:35:31.494" v="281" actId="207"/>
          <ac:graphicFrameMkLst>
            <pc:docMk/>
            <pc:sldMk cId="1721612760" sldId="933"/>
            <ac:graphicFrameMk id="17" creationId="{542B9F95-27C2-49EC-BC3D-706153F749A5}"/>
          </ac:graphicFrameMkLst>
        </pc:graphicFrameChg>
        <pc:graphicFrameChg chg="add mod">
          <ac:chgData name="Al Friend" userId="e5ed79da-d858-46d4-9eed-a7a24903f2de" providerId="ADAL" clId="{4885A6DF-90C9-4AE3-9F0B-92B3ECABFA28}" dt="2026-08-27T15:17:54.546" v="478" actId="1076"/>
          <ac:graphicFrameMkLst>
            <pc:docMk/>
            <pc:sldMk cId="1721612760" sldId="933"/>
            <ac:graphicFrameMk id="22" creationId="{48F241B5-E369-4974-A7B8-87B4EC2FC003}"/>
          </ac:graphicFrameMkLst>
        </pc:graphicFrameChg>
        <pc:graphicFrameChg chg="add mod">
          <ac:chgData name="Al Friend" userId="e5ed79da-d858-46d4-9eed-a7a24903f2de" providerId="ADAL" clId="{4885A6DF-90C9-4AE3-9F0B-92B3ECABFA28}" dt="2026-08-27T15:17:54.546" v="478" actId="1076"/>
          <ac:graphicFrameMkLst>
            <pc:docMk/>
            <pc:sldMk cId="1721612760" sldId="933"/>
            <ac:graphicFrameMk id="23" creationId="{FB75159D-C842-436A-9F30-8570E1F0C6AC}"/>
          </ac:graphicFrameMkLst>
        </pc:graphicFrameChg>
        <pc:graphicFrameChg chg="add mod">
          <ac:chgData name="Al Friend" userId="e5ed79da-d858-46d4-9eed-a7a24903f2de" providerId="ADAL" clId="{4885A6DF-90C9-4AE3-9F0B-92B3ECABFA28}" dt="2026-08-27T15:18:03.346" v="480" actId="1076"/>
          <ac:graphicFrameMkLst>
            <pc:docMk/>
            <pc:sldMk cId="1721612760" sldId="933"/>
            <ac:graphicFrameMk id="24" creationId="{4E15A9FF-D6A6-4A25-A5E0-4BCC4528B9BB}"/>
          </ac:graphicFrameMkLst>
        </pc:graphicFrameChg>
        <pc:graphicFrameChg chg="add mod">
          <ac:chgData name="Al Friend" userId="e5ed79da-d858-46d4-9eed-a7a24903f2de" providerId="ADAL" clId="{4885A6DF-90C9-4AE3-9F0B-92B3ECABFA28}" dt="2026-08-27T15:20:12.162" v="510" actId="1076"/>
          <ac:graphicFrameMkLst>
            <pc:docMk/>
            <pc:sldMk cId="1721612760" sldId="933"/>
            <ac:graphicFrameMk id="26" creationId="{A40D4F3B-5C85-4C20-A14C-94FC49CD6BD2}"/>
          </ac:graphicFrameMkLst>
        </pc:graphicFrameChg>
      </pc:sldChg>
      <pc:sldChg chg="addSp delSp modSp add">
        <pc:chgData name="Al Friend" userId="e5ed79da-d858-46d4-9eed-a7a24903f2de" providerId="ADAL" clId="{4885A6DF-90C9-4AE3-9F0B-92B3ECABFA28}" dt="2026-08-27T15:01:01.981" v="376" actId="14734"/>
        <pc:sldMkLst>
          <pc:docMk/>
          <pc:sldMk cId="1085443778" sldId="934"/>
        </pc:sldMkLst>
        <pc:spChg chg="add mod">
          <ac:chgData name="Al Friend" userId="e5ed79da-d858-46d4-9eed-a7a24903f2de" providerId="ADAL" clId="{4885A6DF-90C9-4AE3-9F0B-92B3ECABFA28}" dt="2026-08-27T14:58:48.221" v="347" actId="1037"/>
          <ac:spMkLst>
            <pc:docMk/>
            <pc:sldMk cId="1085443778" sldId="934"/>
            <ac:spMk id="13" creationId="{F32D6F6E-58B3-453E-A99A-B3A333DDAE2B}"/>
          </ac:spMkLst>
        </pc:spChg>
        <pc:spChg chg="del">
          <ac:chgData name="Al Friend" userId="e5ed79da-d858-46d4-9eed-a7a24903f2de" providerId="ADAL" clId="{4885A6DF-90C9-4AE3-9F0B-92B3ECABFA28}" dt="2026-08-27T14:58:05.614" v="338" actId="478"/>
          <ac:spMkLst>
            <pc:docMk/>
            <pc:sldMk cId="1085443778" sldId="934"/>
            <ac:spMk id="16" creationId="{CD0A61E0-A3B2-4652-AD8A-880E2295538A}"/>
          </ac:spMkLst>
        </pc:spChg>
        <pc:graphicFrameChg chg="del">
          <ac:chgData name="Al Friend" userId="e5ed79da-d858-46d4-9eed-a7a24903f2de" providerId="ADAL" clId="{4885A6DF-90C9-4AE3-9F0B-92B3ECABFA28}" dt="2026-08-27T14:58:05.614" v="338" actId="478"/>
          <ac:graphicFrameMkLst>
            <pc:docMk/>
            <pc:sldMk cId="1085443778" sldId="934"/>
            <ac:graphicFrameMk id="5" creationId="{54CC8241-E3D3-4462-AD7B-B0E459770B5A}"/>
          </ac:graphicFrameMkLst>
        </pc:graphicFrameChg>
        <pc:graphicFrameChg chg="del">
          <ac:chgData name="Al Friend" userId="e5ed79da-d858-46d4-9eed-a7a24903f2de" providerId="ADAL" clId="{4885A6DF-90C9-4AE3-9F0B-92B3ECABFA28}" dt="2026-08-27T14:58:05.614" v="338" actId="478"/>
          <ac:graphicFrameMkLst>
            <pc:docMk/>
            <pc:sldMk cId="1085443778" sldId="934"/>
            <ac:graphicFrameMk id="6" creationId="{431CBE50-2A35-4F32-A111-7563E58CD3E5}"/>
          </ac:graphicFrameMkLst>
        </pc:graphicFrameChg>
        <pc:graphicFrameChg chg="del">
          <ac:chgData name="Al Friend" userId="e5ed79da-d858-46d4-9eed-a7a24903f2de" providerId="ADAL" clId="{4885A6DF-90C9-4AE3-9F0B-92B3ECABFA28}" dt="2026-08-27T14:58:05.614" v="338" actId="478"/>
          <ac:graphicFrameMkLst>
            <pc:docMk/>
            <pc:sldMk cId="1085443778" sldId="934"/>
            <ac:graphicFrameMk id="7" creationId="{15FC7742-F8FB-4723-A2A7-8E89A326588A}"/>
          </ac:graphicFrameMkLst>
        </pc:graphicFrameChg>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mod modGraphic">
          <ac:chgData name="Al Friend" userId="e5ed79da-d858-46d4-9eed-a7a24903f2de" providerId="ADAL" clId="{4885A6DF-90C9-4AE3-9F0B-92B3ECABFA28}" dt="2026-08-27T15:01:01.981" v="376" actId="14734"/>
          <ac:graphicFrameMkLst>
            <pc:docMk/>
            <pc:sldMk cId="1085443778" sldId="934"/>
            <ac:graphicFrameMk id="9" creationId="{FB054C9E-0FE0-44C4-88BE-FC8FC9AB7A33}"/>
          </ac:graphicFrameMkLst>
        </pc:graphicFrameChg>
        <pc:graphicFrameChg chg="mod modGraphic">
          <ac:chgData name="Al Friend" userId="e5ed79da-d858-46d4-9eed-a7a24903f2de" providerId="ADAL" clId="{4885A6DF-90C9-4AE3-9F0B-92B3ECABFA28}" dt="2026-08-27T14:59:27.405" v="371" actId="1076"/>
          <ac:graphicFrameMkLst>
            <pc:docMk/>
            <pc:sldMk cId="1085443778" sldId="934"/>
            <ac:graphicFrameMk id="10" creationId="{27751E20-D541-46F7-BFE3-071BB38F13A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graphicFrameChg chg="del">
          <ac:chgData name="Al Friend" userId="e5ed79da-d858-46d4-9eed-a7a24903f2de" providerId="ADAL" clId="{4885A6DF-90C9-4AE3-9F0B-92B3ECABFA28}" dt="2026-08-27T14:58:05.614" v="338" actId="478"/>
          <ac:graphicFrameMkLst>
            <pc:docMk/>
            <pc:sldMk cId="1085443778" sldId="934"/>
            <ac:graphicFrameMk id="15" creationId="{468736BE-9BFB-4BC9-B57D-2F344E0D3E28}"/>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spChg chg="add mod ord">
          <ac:chgData name="Al Friend" userId="e5ed79da-d858-46d4-9eed-a7a24903f2de" providerId="ADAL" clId="{4885A6DF-90C9-4AE3-9F0B-92B3ECABFA28}" dt="2026-08-27T15:18:53.170" v="497" actId="1076"/>
          <ac:spMkLst>
            <pc:docMk/>
            <pc:sldMk cId="1807424853" sldId="935"/>
            <ac:spMk id="11" creationId="{E916180B-CFD2-4D02-9211-F572D67F5438}"/>
          </ac:spMkLst>
        </pc:spChg>
        <pc:spChg chg="del">
          <ac:chgData name="Al Friend" userId="e5ed79da-d858-46d4-9eed-a7a24903f2de" providerId="ADAL" clId="{4885A6DF-90C9-4AE3-9F0B-92B3ECABFA28}" dt="2026-08-27T15:08:00.811" v="387" actId="478"/>
          <ac:spMkLst>
            <pc:docMk/>
            <pc:sldMk cId="1807424853" sldId="935"/>
            <ac:spMk id="13" creationId="{F32D6F6E-58B3-453E-A99A-B3A333DDAE2B}"/>
          </ac:spMkLst>
        </pc:spChg>
        <pc:spChg chg="add mod ord">
          <ac:chgData name="Al Friend" userId="e5ed79da-d858-46d4-9eed-a7a24903f2de" providerId="ADAL" clId="{4885A6DF-90C9-4AE3-9F0B-92B3ECABFA28}" dt="2026-08-27T15:18:53.170" v="497" actId="1076"/>
          <ac:spMkLst>
            <pc:docMk/>
            <pc:sldMk cId="1807424853" sldId="935"/>
            <ac:spMk id="14" creationId="{DBEA5BF5-B5C7-419B-A209-C2E5E3411ADE}"/>
          </ac:spMkLst>
        </pc:spChg>
        <pc:spChg chg="add mod">
          <ac:chgData name="Al Friend" userId="e5ed79da-d858-46d4-9eed-a7a24903f2de" providerId="ADAL" clId="{4885A6DF-90C9-4AE3-9F0B-92B3ECABFA28}" dt="2026-08-27T15:18:53.170" v="497" actId="1076"/>
          <ac:spMkLst>
            <pc:docMk/>
            <pc:sldMk cId="1807424853" sldId="935"/>
            <ac:spMk id="19" creationId="{C0C3CC42-A03F-498A-A5DE-49706ED02C9F}"/>
          </ac:spMkLst>
        </pc:spChg>
        <pc:spChg chg="add del">
          <ac:chgData name="Al Friend" userId="e5ed79da-d858-46d4-9eed-a7a24903f2de" providerId="ADAL" clId="{4885A6DF-90C9-4AE3-9F0B-92B3ECABFA28}" dt="2026-08-27T15:11:26.332" v="448"/>
          <ac:spMkLst>
            <pc:docMk/>
            <pc:sldMk cId="1807424853" sldId="935"/>
            <ac:spMk id="23" creationId="{92E951AA-FA7F-435E-A90A-1DC7DA745779}"/>
          </ac:spMkLst>
        </pc:spChg>
        <pc:spChg chg="add del mod">
          <ac:chgData name="Al Friend" userId="e5ed79da-d858-46d4-9eed-a7a24903f2de" providerId="ADAL" clId="{4885A6DF-90C9-4AE3-9F0B-92B3ECABFA28}" dt="2026-08-27T15:20:02.926" v="508"/>
          <ac:spMkLst>
            <pc:docMk/>
            <pc:sldMk cId="1807424853" sldId="935"/>
            <ac:spMk id="25" creationId="{3A689893-5E41-475A-A06E-6A99242DA254}"/>
          </ac:spMkLst>
        </pc:spChg>
        <pc:graphicFrameChg chg="del">
          <ac:chgData name="Al Friend" userId="e5ed79da-d858-46d4-9eed-a7a24903f2de" providerId="ADAL" clId="{4885A6DF-90C9-4AE3-9F0B-92B3ECABFA28}" dt="2026-08-27T15:08:00.811" v="387" actId="478"/>
          <ac:graphicFrameMkLst>
            <pc:docMk/>
            <pc:sldMk cId="1807424853" sldId="935"/>
            <ac:graphicFrameMk id="8" creationId="{676FF764-51E6-4EE7-A45F-7A14785E4942}"/>
          </ac:graphicFrameMkLst>
        </pc:graphicFrameChg>
        <pc:graphicFrameChg chg="del modGraphic">
          <ac:chgData name="Al Friend" userId="e5ed79da-d858-46d4-9eed-a7a24903f2de" providerId="ADAL" clId="{4885A6DF-90C9-4AE3-9F0B-92B3ECABFA28}" dt="2026-08-27T15:08:05.295" v="389" actId="478"/>
          <ac:graphicFrameMkLst>
            <pc:docMk/>
            <pc:sldMk cId="1807424853" sldId="935"/>
            <ac:graphicFrameMk id="9" creationId="{FB054C9E-0FE0-44C4-88BE-FC8FC9AB7A33}"/>
          </ac:graphicFrameMkLst>
        </pc:graphicFrameChg>
        <pc:graphicFrameChg chg="mod">
          <ac:chgData name="Al Friend" userId="e5ed79da-d858-46d4-9eed-a7a24903f2de" providerId="ADAL" clId="{4885A6DF-90C9-4AE3-9F0B-92B3ECABFA28}" dt="2026-08-27T15:18:53.170" v="497" actId="1076"/>
          <ac:graphicFrameMkLst>
            <pc:docMk/>
            <pc:sldMk cId="1807424853" sldId="935"/>
            <ac:graphicFrameMk id="10" creationId="{27751E20-D541-46F7-BFE3-071BB38F13A2}"/>
          </ac:graphicFrameMkLst>
        </pc:graphicFrameChg>
        <pc:graphicFrameChg chg="del">
          <ac:chgData name="Al Friend" userId="e5ed79da-d858-46d4-9eed-a7a24903f2de" providerId="ADAL" clId="{4885A6DF-90C9-4AE3-9F0B-92B3ECABFA28}" dt="2026-08-27T15:08:00.811" v="387" actId="478"/>
          <ac:graphicFrameMkLst>
            <pc:docMk/>
            <pc:sldMk cId="1807424853" sldId="935"/>
            <ac:graphicFrameMk id="12" creationId="{1AF2AEAF-8292-447C-901E-26CB395FD8BE}"/>
          </ac:graphicFrameMkLst>
        </pc:graphicFrameChg>
        <pc:graphicFrameChg chg="add mod">
          <ac:chgData name="Al Friend" userId="e5ed79da-d858-46d4-9eed-a7a24903f2de" providerId="ADAL" clId="{4885A6DF-90C9-4AE3-9F0B-92B3ECABFA28}" dt="2026-08-27T15:18:53.170" v="497" actId="1076"/>
          <ac:graphicFrameMkLst>
            <pc:docMk/>
            <pc:sldMk cId="1807424853" sldId="935"/>
            <ac:graphicFrameMk id="15" creationId="{B3186BBC-EDCD-4583-9ACA-6225C1C2C7F5}"/>
          </ac:graphicFrameMkLst>
        </pc:graphicFrameChg>
        <pc:graphicFrameChg chg="add mod">
          <ac:chgData name="Al Friend" userId="e5ed79da-d858-46d4-9eed-a7a24903f2de" providerId="ADAL" clId="{4885A6DF-90C9-4AE3-9F0B-92B3ECABFA28}" dt="2026-08-27T15:18:53.170" v="497" actId="1076"/>
          <ac:graphicFrameMkLst>
            <pc:docMk/>
            <pc:sldMk cId="1807424853" sldId="935"/>
            <ac:graphicFrameMk id="16" creationId="{A13C8F5B-7302-42D1-ABCA-FB7205753549}"/>
          </ac:graphicFrameMkLst>
        </pc:graphicFrameChg>
        <pc:graphicFrameChg chg="add mod modGraphic">
          <ac:chgData name="Al Friend" userId="e5ed79da-d858-46d4-9eed-a7a24903f2de" providerId="ADAL" clId="{4885A6DF-90C9-4AE3-9F0B-92B3ECABFA28}" dt="2026-08-27T15:18:53.170" v="497" actId="1076"/>
          <ac:graphicFrameMkLst>
            <pc:docMk/>
            <pc:sldMk cId="1807424853" sldId="935"/>
            <ac:graphicFrameMk id="17" creationId="{EF98992C-54C4-4CF0-9465-9AC3CE856F7A}"/>
          </ac:graphicFrameMkLst>
        </pc:graphicFrameChg>
        <pc:graphicFrameChg chg="add mod">
          <ac:chgData name="Al Friend" userId="e5ed79da-d858-46d4-9eed-a7a24903f2de" providerId="ADAL" clId="{4885A6DF-90C9-4AE3-9F0B-92B3ECABFA28}" dt="2026-08-27T15:18:53.170" v="497" actId="1076"/>
          <ac:graphicFrameMkLst>
            <pc:docMk/>
            <pc:sldMk cId="1807424853" sldId="935"/>
            <ac:graphicFrameMk id="18" creationId="{63B565E5-819E-4F80-B16E-68B123323020}"/>
          </ac:graphicFrameMkLst>
        </pc:graphicFrameChg>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graphicFrameChg chg="add del">
          <ac:chgData name="Al Friend" userId="e5ed79da-d858-46d4-9eed-a7a24903f2de" providerId="ADAL" clId="{4885A6DF-90C9-4AE3-9F0B-92B3ECABFA28}" dt="2026-08-27T15:11:26.332" v="448"/>
          <ac:graphicFrameMkLst>
            <pc:docMk/>
            <pc:sldMk cId="1807424853" sldId="935"/>
            <ac:graphicFrameMk id="22" creationId="{A00B9511-8C54-429C-B133-7F98E54E86DE}"/>
          </ac:graphicFrameMkLst>
        </pc:graphicFrameChg>
        <pc:graphicFrameChg chg="add del mod">
          <ac:chgData name="Al Friend" userId="e5ed79da-d858-46d4-9eed-a7a24903f2de" providerId="ADAL" clId="{4885A6DF-90C9-4AE3-9F0B-92B3ECABFA28}" dt="2026-08-27T15:20:02.926" v="508"/>
          <ac:graphicFrameMkLst>
            <pc:docMk/>
            <pc:sldMk cId="1807424853" sldId="935"/>
            <ac:graphicFrameMk id="24" creationId="{8124063E-916E-4DC6-9030-6896BD6AC2AC}"/>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27/08/2026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27/08/2026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27/08/2026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59.svg"/><Relationship Id="rId13" Type="http://schemas.openxmlformats.org/officeDocument/2006/relationships/image" Target="../media/image64.png"/><Relationship Id="rId3" Type="http://schemas.openxmlformats.org/officeDocument/2006/relationships/image" Target="../media/image54.png"/><Relationship Id="rId7" Type="http://schemas.openxmlformats.org/officeDocument/2006/relationships/image" Target="../media/image58.png"/><Relationship Id="rId12" Type="http://schemas.openxmlformats.org/officeDocument/2006/relationships/image" Target="../media/image6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svg"/><Relationship Id="rId11" Type="http://schemas.openxmlformats.org/officeDocument/2006/relationships/image" Target="../media/image62.pn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 Id="rId14" Type="http://schemas.openxmlformats.org/officeDocument/2006/relationships/image" Target="../media/image65.svg"/></Relationships>
</file>

<file path=ppt/slides/_rels/slide20.xml.rels><?xml version="1.0" encoding="UTF-8" standalone="yes"?>
<Relationships xmlns="http://schemas.openxmlformats.org/package/2006/relationships"><Relationship Id="rId8" Type="http://schemas.openxmlformats.org/officeDocument/2006/relationships/image" Target="../media/image59.svg"/><Relationship Id="rId13" Type="http://schemas.openxmlformats.org/officeDocument/2006/relationships/image" Target="../media/image64.png"/><Relationship Id="rId3" Type="http://schemas.openxmlformats.org/officeDocument/2006/relationships/image" Target="../media/image54.png"/><Relationship Id="rId7" Type="http://schemas.openxmlformats.org/officeDocument/2006/relationships/image" Target="../media/image58.png"/><Relationship Id="rId12" Type="http://schemas.openxmlformats.org/officeDocument/2006/relationships/image" Target="../media/image6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svg"/><Relationship Id="rId11" Type="http://schemas.openxmlformats.org/officeDocument/2006/relationships/image" Target="../media/image62.pn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 Id="rId14" Type="http://schemas.openxmlformats.org/officeDocument/2006/relationships/image" Target="../media/image65.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52.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customXml" Target="../ink/ink53.xml"/><Relationship Id="rId2"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54.xml"/><Relationship Id="rId4" Type="http://schemas.openxmlformats.org/officeDocument/2006/relationships/image" Target="../media/image99.png"/></Relationships>
</file>

<file path=ppt/slides/_rels/slide42.xml.rels><?xml version="1.0" encoding="UTF-8" standalone="yes"?>
<Relationships xmlns="http://schemas.openxmlformats.org/package/2006/relationships"><Relationship Id="rId3" Type="http://schemas.openxmlformats.org/officeDocument/2006/relationships/customXml" Target="../ink/ink55.xml"/><Relationship Id="rId2"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56.xml"/><Relationship Id="rId4" Type="http://schemas.openxmlformats.org/officeDocument/2006/relationships/image" Target="../media/image102.png"/></Relationships>
</file>

<file path=ppt/slides/_rels/slide43.xml.rels><?xml version="1.0" encoding="UTF-8" standalone="yes"?>
<Relationships xmlns="http://schemas.openxmlformats.org/package/2006/relationships"><Relationship Id="rId3" Type="http://schemas.openxmlformats.org/officeDocument/2006/relationships/customXml" Target="../ink/ink57.xml"/><Relationship Id="rId2" Type="http://schemas.openxmlformats.org/officeDocument/2006/relationships/image" Target="../media/image69.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58.xml"/><Relationship Id="rId4" Type="http://schemas.openxmlformats.org/officeDocument/2006/relationships/image" Target="../media/image105.png"/></Relationships>
</file>

<file path=ppt/slides/_rels/slide44.xml.rels><?xml version="1.0" encoding="UTF-8" standalone="yes"?>
<Relationships xmlns="http://schemas.openxmlformats.org/package/2006/relationships"><Relationship Id="rId26" Type="http://schemas.openxmlformats.org/officeDocument/2006/relationships/customXml" Target="../ink/ink70.xml"/><Relationship Id="rId21" Type="http://schemas.openxmlformats.org/officeDocument/2006/relationships/image" Target="../media/image116.png"/><Relationship Id="rId42" Type="http://schemas.openxmlformats.org/officeDocument/2006/relationships/customXml" Target="../ink/ink78.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91.xml"/><Relationship Id="rId16" Type="http://schemas.openxmlformats.org/officeDocument/2006/relationships/customXml" Target="../ink/ink65.xml"/><Relationship Id="rId11" Type="http://schemas.openxmlformats.org/officeDocument/2006/relationships/image" Target="../media/image111.png"/><Relationship Id="rId32" Type="http://schemas.openxmlformats.org/officeDocument/2006/relationships/customXml" Target="../ink/ink73.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86.xml"/><Relationship Id="rId74" Type="http://schemas.openxmlformats.org/officeDocument/2006/relationships/customXml" Target="../ink/ink94.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64.xml"/><Relationship Id="rId22" Type="http://schemas.openxmlformats.org/officeDocument/2006/relationships/customXml" Target="../ink/ink68.xml"/><Relationship Id="rId27" Type="http://schemas.openxmlformats.org/officeDocument/2006/relationships/image" Target="../media/image119.png"/><Relationship Id="rId30" Type="http://schemas.openxmlformats.org/officeDocument/2006/relationships/customXml" Target="../ink/ink72.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81.xml"/><Relationship Id="rId56" Type="http://schemas.openxmlformats.org/officeDocument/2006/relationships/customXml" Target="../ink/ink85.xml"/><Relationship Id="rId64" Type="http://schemas.openxmlformats.org/officeDocument/2006/relationships/customXml" Target="../ink/ink89.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61.xml"/><Relationship Id="rId51" Type="http://schemas.openxmlformats.org/officeDocument/2006/relationships/image" Target="../media/image131.png"/><Relationship Id="rId72" Type="http://schemas.openxmlformats.org/officeDocument/2006/relationships/customXml" Target="../ink/ink93.xml"/><Relationship Id="rId80" Type="http://schemas.openxmlformats.org/officeDocument/2006/relationships/customXml" Target="../ink/ink97.xml"/><Relationship Id="rId3" Type="http://schemas.openxmlformats.org/officeDocument/2006/relationships/image" Target="../media/image70.png"/><Relationship Id="rId12" Type="http://schemas.openxmlformats.org/officeDocument/2006/relationships/customXml" Target="../ink/ink63.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76.xml"/><Relationship Id="rId46" Type="http://schemas.openxmlformats.org/officeDocument/2006/relationships/customXml" Target="../ink/ink80.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67.xml"/><Relationship Id="rId41" Type="http://schemas.openxmlformats.org/officeDocument/2006/relationships/image" Target="../media/image126.png"/><Relationship Id="rId54" Type="http://schemas.openxmlformats.org/officeDocument/2006/relationships/customXml" Target="../ink/ink84.xml"/><Relationship Id="rId62" Type="http://schemas.openxmlformats.org/officeDocument/2006/relationships/customXml" Target="../ink/ink88.xml"/><Relationship Id="rId70" Type="http://schemas.openxmlformats.org/officeDocument/2006/relationships/customXml" Target="../ink/ink92.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60.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71.xml"/><Relationship Id="rId36" Type="http://schemas.openxmlformats.org/officeDocument/2006/relationships/customXml" Target="../ink/ink75.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62.xml"/><Relationship Id="rId31" Type="http://schemas.openxmlformats.org/officeDocument/2006/relationships/image" Target="../media/image121.png"/><Relationship Id="rId44" Type="http://schemas.openxmlformats.org/officeDocument/2006/relationships/customXml" Target="../ink/ink79.xml"/><Relationship Id="rId52" Type="http://schemas.openxmlformats.org/officeDocument/2006/relationships/customXml" Target="../ink/ink83.xml"/><Relationship Id="rId60" Type="http://schemas.openxmlformats.org/officeDocument/2006/relationships/customXml" Target="../ink/ink87.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96.xml"/><Relationship Id="rId81" Type="http://schemas.openxmlformats.org/officeDocument/2006/relationships/image" Target="../media/image146.png"/><Relationship Id="rId4" Type="http://schemas.openxmlformats.org/officeDocument/2006/relationships/customXml" Target="../ink/ink59.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66.xml"/><Relationship Id="rId39" Type="http://schemas.openxmlformats.org/officeDocument/2006/relationships/image" Target="../media/image125.png"/><Relationship Id="rId34" Type="http://schemas.openxmlformats.org/officeDocument/2006/relationships/customXml" Target="../ink/ink74.xml"/><Relationship Id="rId50" Type="http://schemas.openxmlformats.org/officeDocument/2006/relationships/customXml" Target="../ink/ink82.xml"/><Relationship Id="rId55" Type="http://schemas.openxmlformats.org/officeDocument/2006/relationships/image" Target="../media/image133.png"/><Relationship Id="rId76" Type="http://schemas.openxmlformats.org/officeDocument/2006/relationships/customXml" Target="../ink/ink95.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69.xml"/><Relationship Id="rId40" Type="http://schemas.openxmlformats.org/officeDocument/2006/relationships/customXml" Target="../ink/ink77.xml"/><Relationship Id="rId45" Type="http://schemas.openxmlformats.org/officeDocument/2006/relationships/image" Target="../media/image128.png"/><Relationship Id="rId66" Type="http://schemas.openxmlformats.org/officeDocument/2006/relationships/customXml" Target="../ink/ink9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07.xml"/><Relationship Id="rId42" Type="http://schemas.openxmlformats.org/officeDocument/2006/relationships/image" Target="../media/image167.png"/><Relationship Id="rId47" Type="http://schemas.openxmlformats.org/officeDocument/2006/relationships/customXml" Target="../ink/ink120.xml"/><Relationship Id="rId63" Type="http://schemas.openxmlformats.org/officeDocument/2006/relationships/customXml" Target="../ink/ink128.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41.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50.xml"/><Relationship Id="rId11" Type="http://schemas.openxmlformats.org/officeDocument/2006/relationships/customXml" Target="../ink/ink102.xml"/><Relationship Id="rId32" Type="http://schemas.openxmlformats.org/officeDocument/2006/relationships/image" Target="../media/image162.png"/><Relationship Id="rId37" Type="http://schemas.openxmlformats.org/officeDocument/2006/relationships/customXml" Target="../ink/ink115.xml"/><Relationship Id="rId53" Type="http://schemas.openxmlformats.org/officeDocument/2006/relationships/customXml" Target="../ink/ink123.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36.xml"/><Relationship Id="rId102" Type="http://schemas.openxmlformats.org/officeDocument/2006/relationships/image" Target="../media/image197.png"/><Relationship Id="rId5" Type="http://schemas.openxmlformats.org/officeDocument/2006/relationships/customXml" Target="../ink/ink99.xml"/><Relationship Id="rId90" Type="http://schemas.openxmlformats.org/officeDocument/2006/relationships/image" Target="../media/image191.png"/><Relationship Id="rId95" Type="http://schemas.openxmlformats.org/officeDocument/2006/relationships/customXml" Target="../ink/ink144.xml"/><Relationship Id="rId22" Type="http://schemas.openxmlformats.org/officeDocument/2006/relationships/image" Target="../media/image157.png"/><Relationship Id="rId27" Type="http://schemas.openxmlformats.org/officeDocument/2006/relationships/customXml" Target="../ink/ink110.xml"/><Relationship Id="rId43" Type="http://schemas.openxmlformats.org/officeDocument/2006/relationships/customXml" Target="../ink/ink118.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31.xml"/><Relationship Id="rId113" Type="http://schemas.openxmlformats.org/officeDocument/2006/relationships/customXml" Target="../ink/ink153.xml"/><Relationship Id="rId80" Type="http://schemas.openxmlformats.org/officeDocument/2006/relationships/image" Target="../media/image186.png"/><Relationship Id="rId85" Type="http://schemas.openxmlformats.org/officeDocument/2006/relationships/customXml" Target="../ink/ink139.xml"/><Relationship Id="rId12" Type="http://schemas.openxmlformats.org/officeDocument/2006/relationships/image" Target="../media/image152.png"/><Relationship Id="rId17" Type="http://schemas.openxmlformats.org/officeDocument/2006/relationships/customXml" Target="../ink/ink105.xml"/><Relationship Id="rId33" Type="http://schemas.openxmlformats.org/officeDocument/2006/relationships/customXml" Target="../ink/ink113.xml"/><Relationship Id="rId38" Type="http://schemas.openxmlformats.org/officeDocument/2006/relationships/image" Target="../media/image165.png"/><Relationship Id="rId59" Type="http://schemas.openxmlformats.org/officeDocument/2006/relationships/customXml" Target="../ink/ink126.xml"/><Relationship Id="rId103" Type="http://schemas.openxmlformats.org/officeDocument/2006/relationships/customXml" Target="../ink/ink148.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34.xml"/><Relationship Id="rId91" Type="http://schemas.openxmlformats.org/officeDocument/2006/relationships/customXml" Target="../ink/ink142.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04.xml"/><Relationship Id="rId23" Type="http://schemas.openxmlformats.org/officeDocument/2006/relationships/customXml" Target="../ink/ink108.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21.xml"/><Relationship Id="rId57" Type="http://schemas.openxmlformats.org/officeDocument/2006/relationships/customXml" Target="../ink/ink125.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12.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29.xml"/><Relationship Id="rId73" Type="http://schemas.openxmlformats.org/officeDocument/2006/relationships/customXml" Target="../ink/ink133.xml"/><Relationship Id="rId78" Type="http://schemas.openxmlformats.org/officeDocument/2006/relationships/image" Target="../media/image185.png"/><Relationship Id="rId81" Type="http://schemas.openxmlformats.org/officeDocument/2006/relationships/customXml" Target="../ink/ink137.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46.xml"/><Relationship Id="rId101" Type="http://schemas.openxmlformats.org/officeDocument/2006/relationships/customXml" Target="../ink/ink147.xml"/><Relationship Id="rId4" Type="http://schemas.openxmlformats.org/officeDocument/2006/relationships/image" Target="../media/image148.png"/><Relationship Id="rId9" Type="http://schemas.openxmlformats.org/officeDocument/2006/relationships/customXml" Target="../ink/ink101.xml"/><Relationship Id="rId13" Type="http://schemas.openxmlformats.org/officeDocument/2006/relationships/customXml" Target="../ink/ink103.xml"/><Relationship Id="rId18" Type="http://schemas.openxmlformats.org/officeDocument/2006/relationships/image" Target="../media/image155.png"/><Relationship Id="rId39" Type="http://schemas.openxmlformats.org/officeDocument/2006/relationships/customXml" Target="../ink/ink116.xml"/><Relationship Id="rId109" Type="http://schemas.openxmlformats.org/officeDocument/2006/relationships/customXml" Target="../ink/ink151.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24.xml"/><Relationship Id="rId76" Type="http://schemas.openxmlformats.org/officeDocument/2006/relationships/image" Target="../media/image184.png"/><Relationship Id="rId97" Type="http://schemas.openxmlformats.org/officeDocument/2006/relationships/customXml" Target="../ink/ink145.xml"/><Relationship Id="rId104" Type="http://schemas.openxmlformats.org/officeDocument/2006/relationships/image" Target="../media/image198.png"/><Relationship Id="rId7" Type="http://schemas.openxmlformats.org/officeDocument/2006/relationships/customXml" Target="../ink/ink100.xml"/><Relationship Id="rId71" Type="http://schemas.openxmlformats.org/officeDocument/2006/relationships/customXml" Target="../ink/ink132.xml"/><Relationship Id="rId92" Type="http://schemas.openxmlformats.org/officeDocument/2006/relationships/image" Target="../media/image192.png"/><Relationship Id="rId2" Type="http://schemas.openxmlformats.org/officeDocument/2006/relationships/image" Target="../media/image71.png"/><Relationship Id="rId29" Type="http://schemas.openxmlformats.org/officeDocument/2006/relationships/customXml" Target="../ink/ink111.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19.xml"/><Relationship Id="rId66" Type="http://schemas.openxmlformats.org/officeDocument/2006/relationships/image" Target="../media/image179.png"/><Relationship Id="rId87" Type="http://schemas.openxmlformats.org/officeDocument/2006/relationships/customXml" Target="../ink/ink140.xml"/><Relationship Id="rId110" Type="http://schemas.openxmlformats.org/officeDocument/2006/relationships/image" Target="../media/image201.png"/><Relationship Id="rId61" Type="http://schemas.openxmlformats.org/officeDocument/2006/relationships/customXml" Target="../ink/ink127.xml"/><Relationship Id="rId82" Type="http://schemas.openxmlformats.org/officeDocument/2006/relationships/image" Target="../media/image187.png"/><Relationship Id="rId19" Type="http://schemas.openxmlformats.org/officeDocument/2006/relationships/customXml" Target="../ink/ink106.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14.xml"/><Relationship Id="rId56" Type="http://schemas.openxmlformats.org/officeDocument/2006/relationships/image" Target="../media/image174.png"/><Relationship Id="rId77" Type="http://schemas.openxmlformats.org/officeDocument/2006/relationships/customXml" Target="../ink/ink135.xml"/><Relationship Id="rId100" Type="http://schemas.openxmlformats.org/officeDocument/2006/relationships/image" Target="../media/image196.png"/><Relationship Id="rId105" Type="http://schemas.openxmlformats.org/officeDocument/2006/relationships/customXml" Target="../ink/ink149.xml"/><Relationship Id="rId8" Type="http://schemas.openxmlformats.org/officeDocument/2006/relationships/image" Target="../media/image150.png"/><Relationship Id="rId51" Type="http://schemas.openxmlformats.org/officeDocument/2006/relationships/customXml" Target="../ink/ink122.xml"/><Relationship Id="rId72" Type="http://schemas.openxmlformats.org/officeDocument/2006/relationships/image" Target="../media/image182.png"/><Relationship Id="rId93" Type="http://schemas.openxmlformats.org/officeDocument/2006/relationships/customXml" Target="../ink/ink143.xml"/><Relationship Id="rId98" Type="http://schemas.openxmlformats.org/officeDocument/2006/relationships/image" Target="../media/image195.png"/><Relationship Id="rId3" Type="http://schemas.openxmlformats.org/officeDocument/2006/relationships/customXml" Target="../ink/ink98.xml"/><Relationship Id="rId25" Type="http://schemas.openxmlformats.org/officeDocument/2006/relationships/customXml" Target="../ink/ink109.xml"/><Relationship Id="rId46" Type="http://schemas.openxmlformats.org/officeDocument/2006/relationships/image" Target="../media/image169.png"/><Relationship Id="rId67" Type="http://schemas.openxmlformats.org/officeDocument/2006/relationships/customXml" Target="../ink/ink130.xml"/><Relationship Id="rId20" Type="http://schemas.openxmlformats.org/officeDocument/2006/relationships/image" Target="../media/image156.png"/><Relationship Id="rId41" Type="http://schemas.openxmlformats.org/officeDocument/2006/relationships/customXml" Target="../ink/ink117.xml"/><Relationship Id="rId62" Type="http://schemas.openxmlformats.org/officeDocument/2006/relationships/image" Target="../media/image177.png"/><Relationship Id="rId83" Type="http://schemas.openxmlformats.org/officeDocument/2006/relationships/customXml" Target="../ink/ink138.xml"/><Relationship Id="rId88" Type="http://schemas.openxmlformats.org/officeDocument/2006/relationships/image" Target="../media/image190.png"/><Relationship Id="rId111" Type="http://schemas.openxmlformats.org/officeDocument/2006/relationships/customXml" Target="../ink/ink152.xml"/></Relationships>
</file>

<file path=ppt/slides/_rels/slide4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3" Type="http://schemas.openxmlformats.org/officeDocument/2006/relationships/customXml" Target="../ink/ink159.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72.xml"/><Relationship Id="rId21" Type="http://schemas.openxmlformats.org/officeDocument/2006/relationships/customXml" Target="../ink/ink163.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76.xml"/><Relationship Id="rId50" Type="http://schemas.openxmlformats.org/officeDocument/2006/relationships/image" Target="../media/image229.png"/><Relationship Id="rId7" Type="http://schemas.openxmlformats.org/officeDocument/2006/relationships/customXml" Target="../ink/ink156.xml"/><Relationship Id="rId2" Type="http://schemas.openxmlformats.org/officeDocument/2006/relationships/image" Target="../media/image73.png"/><Relationship Id="rId16" Type="http://schemas.openxmlformats.org/officeDocument/2006/relationships/image" Target="../media/image212.png"/><Relationship Id="rId29" Type="http://schemas.openxmlformats.org/officeDocument/2006/relationships/customXml" Target="../ink/ink167.xml"/><Relationship Id="rId11" Type="http://schemas.openxmlformats.org/officeDocument/2006/relationships/customXml" Target="../ink/ink158.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71.xml"/><Relationship Id="rId40" Type="http://schemas.openxmlformats.org/officeDocument/2006/relationships/image" Target="../media/image224.png"/><Relationship Id="rId45" Type="http://schemas.openxmlformats.org/officeDocument/2006/relationships/customXml" Target="../ink/ink175.xml"/><Relationship Id="rId5" Type="http://schemas.openxmlformats.org/officeDocument/2006/relationships/customXml" Target="../ink/ink155.xml"/><Relationship Id="rId15" Type="http://schemas.openxmlformats.org/officeDocument/2006/relationships/customXml" Target="../ink/ink160.xml"/><Relationship Id="rId23" Type="http://schemas.openxmlformats.org/officeDocument/2006/relationships/customXml" Target="../ink/ink164.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77.xml"/><Relationship Id="rId10" Type="http://schemas.openxmlformats.org/officeDocument/2006/relationships/image" Target="../media/image209.png"/><Relationship Id="rId19" Type="http://schemas.openxmlformats.org/officeDocument/2006/relationships/customXml" Target="../ink/ink162.xml"/><Relationship Id="rId31" Type="http://schemas.openxmlformats.org/officeDocument/2006/relationships/customXml" Target="../ink/ink168.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57.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66.xml"/><Relationship Id="rId30" Type="http://schemas.openxmlformats.org/officeDocument/2006/relationships/image" Target="../media/image219.png"/><Relationship Id="rId35" Type="http://schemas.openxmlformats.org/officeDocument/2006/relationships/customXml" Target="../ink/ink170.xml"/><Relationship Id="rId43" Type="http://schemas.openxmlformats.org/officeDocument/2006/relationships/customXml" Target="../ink/ink174.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54.xml"/><Relationship Id="rId12" Type="http://schemas.openxmlformats.org/officeDocument/2006/relationships/image" Target="../media/image210.png"/><Relationship Id="rId17" Type="http://schemas.openxmlformats.org/officeDocument/2006/relationships/customXml" Target="../ink/ink161.xml"/><Relationship Id="rId25" Type="http://schemas.openxmlformats.org/officeDocument/2006/relationships/customXml" Target="../ink/ink165.xml"/><Relationship Id="rId33" Type="http://schemas.openxmlformats.org/officeDocument/2006/relationships/customXml" Target="../ink/ink169.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73.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87.xml"/><Relationship Id="rId42" Type="http://schemas.openxmlformats.org/officeDocument/2006/relationships/image" Target="../media/image255.png"/><Relationship Id="rId47" Type="http://schemas.openxmlformats.org/officeDocument/2006/relationships/customXml" Target="../ink/ink200.xml"/><Relationship Id="rId63" Type="http://schemas.openxmlformats.org/officeDocument/2006/relationships/customXml" Target="../ink/ink208.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21.xml"/><Relationship Id="rId16" Type="http://schemas.openxmlformats.org/officeDocument/2006/relationships/image" Target="../media/image242.png"/><Relationship Id="rId11" Type="http://schemas.openxmlformats.org/officeDocument/2006/relationships/customXml" Target="../ink/ink182.xml"/><Relationship Id="rId32" Type="http://schemas.openxmlformats.org/officeDocument/2006/relationships/image" Target="../media/image250.png"/><Relationship Id="rId37" Type="http://schemas.openxmlformats.org/officeDocument/2006/relationships/customXml" Target="../ink/ink195.xml"/><Relationship Id="rId53" Type="http://schemas.openxmlformats.org/officeDocument/2006/relationships/customXml" Target="../ink/ink203.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16.xml"/><Relationship Id="rId102" Type="http://schemas.openxmlformats.org/officeDocument/2006/relationships/image" Target="../media/image285.png"/><Relationship Id="rId5" Type="http://schemas.openxmlformats.org/officeDocument/2006/relationships/customXml" Target="../ink/ink179.xml"/><Relationship Id="rId90" Type="http://schemas.openxmlformats.org/officeDocument/2006/relationships/image" Target="../media/image279.png"/><Relationship Id="rId95" Type="http://schemas.openxmlformats.org/officeDocument/2006/relationships/customXml" Target="../ink/ink224.xml"/><Relationship Id="rId22" Type="http://schemas.openxmlformats.org/officeDocument/2006/relationships/image" Target="../media/image245.png"/><Relationship Id="rId27" Type="http://schemas.openxmlformats.org/officeDocument/2006/relationships/customXml" Target="../ink/ink190.xml"/><Relationship Id="rId43" Type="http://schemas.openxmlformats.org/officeDocument/2006/relationships/customXml" Target="../ink/ink198.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11.xml"/><Relationship Id="rId80" Type="http://schemas.openxmlformats.org/officeDocument/2006/relationships/image" Target="../media/image274.png"/><Relationship Id="rId85" Type="http://schemas.openxmlformats.org/officeDocument/2006/relationships/customXml" Target="../ink/ink219.xml"/><Relationship Id="rId12" Type="http://schemas.openxmlformats.org/officeDocument/2006/relationships/image" Target="../media/image240.png"/><Relationship Id="rId17" Type="http://schemas.openxmlformats.org/officeDocument/2006/relationships/customXml" Target="../ink/ink185.xml"/><Relationship Id="rId25" Type="http://schemas.openxmlformats.org/officeDocument/2006/relationships/customXml" Target="../ink/ink189.xml"/><Relationship Id="rId33" Type="http://schemas.openxmlformats.org/officeDocument/2006/relationships/customXml" Target="../ink/ink193.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06.xml"/><Relationship Id="rId67" Type="http://schemas.openxmlformats.org/officeDocument/2006/relationships/customXml" Target="../ink/ink210.xml"/><Relationship Id="rId103" Type="http://schemas.openxmlformats.org/officeDocument/2006/relationships/customXml" Target="../ink/ink228.xml"/><Relationship Id="rId20" Type="http://schemas.openxmlformats.org/officeDocument/2006/relationships/image" Target="../media/image244.png"/><Relationship Id="rId41" Type="http://schemas.openxmlformats.org/officeDocument/2006/relationships/customXml" Target="../ink/ink197.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14.xml"/><Relationship Id="rId83" Type="http://schemas.openxmlformats.org/officeDocument/2006/relationships/customXml" Target="../ink/ink218.xml"/><Relationship Id="rId88" Type="http://schemas.openxmlformats.org/officeDocument/2006/relationships/image" Target="../media/image278.png"/><Relationship Id="rId91" Type="http://schemas.openxmlformats.org/officeDocument/2006/relationships/customXml" Target="../ink/ink222.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01.xml"/><Relationship Id="rId57" Type="http://schemas.openxmlformats.org/officeDocument/2006/relationships/customXml" Target="../ink/ink205.xml"/><Relationship Id="rId10" Type="http://schemas.openxmlformats.org/officeDocument/2006/relationships/image" Target="../media/image239.png"/><Relationship Id="rId31" Type="http://schemas.openxmlformats.org/officeDocument/2006/relationships/customXml" Target="../ink/ink192.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09.xml"/><Relationship Id="rId73" Type="http://schemas.openxmlformats.org/officeDocument/2006/relationships/customXml" Target="../ink/ink213.xml"/><Relationship Id="rId78" Type="http://schemas.openxmlformats.org/officeDocument/2006/relationships/image" Target="../media/image273.png"/><Relationship Id="rId81" Type="http://schemas.openxmlformats.org/officeDocument/2006/relationships/customXml" Target="../ink/ink217.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26.xml"/><Relationship Id="rId101" Type="http://schemas.openxmlformats.org/officeDocument/2006/relationships/customXml" Target="../ink/ink227.xml"/><Relationship Id="rId4" Type="http://schemas.openxmlformats.org/officeDocument/2006/relationships/image" Target="../media/image236.png"/><Relationship Id="rId9" Type="http://schemas.openxmlformats.org/officeDocument/2006/relationships/customXml" Target="../ink/ink181.xml"/><Relationship Id="rId13" Type="http://schemas.openxmlformats.org/officeDocument/2006/relationships/customXml" Target="../ink/ink183.xml"/><Relationship Id="rId18" Type="http://schemas.openxmlformats.org/officeDocument/2006/relationships/image" Target="../media/image243.png"/><Relationship Id="rId39" Type="http://schemas.openxmlformats.org/officeDocument/2006/relationships/customXml" Target="../ink/ink196.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04.xml"/><Relationship Id="rId76" Type="http://schemas.openxmlformats.org/officeDocument/2006/relationships/image" Target="../media/image272.png"/><Relationship Id="rId97" Type="http://schemas.openxmlformats.org/officeDocument/2006/relationships/customXml" Target="../ink/ink225.xml"/><Relationship Id="rId104" Type="http://schemas.openxmlformats.org/officeDocument/2006/relationships/image" Target="../media/image286.png"/><Relationship Id="rId7" Type="http://schemas.openxmlformats.org/officeDocument/2006/relationships/customXml" Target="../ink/ink180.xml"/><Relationship Id="rId71" Type="http://schemas.openxmlformats.org/officeDocument/2006/relationships/customXml" Target="../ink/ink212.xml"/><Relationship Id="rId92" Type="http://schemas.openxmlformats.org/officeDocument/2006/relationships/image" Target="../media/image280.png"/><Relationship Id="rId2" Type="http://schemas.openxmlformats.org/officeDocument/2006/relationships/image" Target="../media/image79.png"/><Relationship Id="rId29" Type="http://schemas.openxmlformats.org/officeDocument/2006/relationships/customXml" Target="../ink/ink191.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99.xml"/><Relationship Id="rId66" Type="http://schemas.openxmlformats.org/officeDocument/2006/relationships/image" Target="../media/image267.png"/><Relationship Id="rId87" Type="http://schemas.openxmlformats.org/officeDocument/2006/relationships/customXml" Target="../ink/ink220.xml"/><Relationship Id="rId61" Type="http://schemas.openxmlformats.org/officeDocument/2006/relationships/customXml" Target="../ink/ink207.xml"/><Relationship Id="rId82" Type="http://schemas.openxmlformats.org/officeDocument/2006/relationships/image" Target="../media/image275.png"/><Relationship Id="rId19" Type="http://schemas.openxmlformats.org/officeDocument/2006/relationships/customXml" Target="../ink/ink186.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94.xml"/><Relationship Id="rId56" Type="http://schemas.openxmlformats.org/officeDocument/2006/relationships/image" Target="../media/image262.png"/><Relationship Id="rId77" Type="http://schemas.openxmlformats.org/officeDocument/2006/relationships/customXml" Target="../ink/ink215.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02.xml"/><Relationship Id="rId72" Type="http://schemas.openxmlformats.org/officeDocument/2006/relationships/image" Target="../media/image270.png"/><Relationship Id="rId93" Type="http://schemas.openxmlformats.org/officeDocument/2006/relationships/customXml" Target="../ink/ink223.xml"/><Relationship Id="rId98" Type="http://schemas.openxmlformats.org/officeDocument/2006/relationships/image" Target="../media/image283.png"/><Relationship Id="rId3" Type="http://schemas.openxmlformats.org/officeDocument/2006/relationships/customXml" Target="../ink/ink17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38.xml"/><Relationship Id="rId42" Type="http://schemas.openxmlformats.org/officeDocument/2006/relationships/image" Target="../media/image307.png"/><Relationship Id="rId47" Type="http://schemas.openxmlformats.org/officeDocument/2006/relationships/customXml" Target="../ink/ink251.xml"/><Relationship Id="rId63" Type="http://schemas.openxmlformats.org/officeDocument/2006/relationships/customXml" Target="../ink/ink259.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72.xml"/><Relationship Id="rId16" Type="http://schemas.openxmlformats.org/officeDocument/2006/relationships/image" Target="../media/image294.png"/><Relationship Id="rId11" Type="http://schemas.openxmlformats.org/officeDocument/2006/relationships/customXml" Target="../ink/ink233.xml"/><Relationship Id="rId32" Type="http://schemas.openxmlformats.org/officeDocument/2006/relationships/image" Target="../media/image302.png"/><Relationship Id="rId37" Type="http://schemas.openxmlformats.org/officeDocument/2006/relationships/customXml" Target="../ink/ink246.xml"/><Relationship Id="rId53" Type="http://schemas.openxmlformats.org/officeDocument/2006/relationships/customXml" Target="../ink/ink254.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67.xml"/><Relationship Id="rId5" Type="http://schemas.openxmlformats.org/officeDocument/2006/relationships/customXml" Target="../ink/ink230.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41.xml"/><Relationship Id="rId30" Type="http://schemas.openxmlformats.org/officeDocument/2006/relationships/image" Target="../media/image301.png"/><Relationship Id="rId35" Type="http://schemas.openxmlformats.org/officeDocument/2006/relationships/customXml" Target="../ink/ink245.xml"/><Relationship Id="rId43" Type="http://schemas.openxmlformats.org/officeDocument/2006/relationships/customXml" Target="../ink/ink249.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62.xml"/><Relationship Id="rId77" Type="http://schemas.openxmlformats.org/officeDocument/2006/relationships/customXml" Target="../ink/ink266.xml"/><Relationship Id="rId8" Type="http://schemas.openxmlformats.org/officeDocument/2006/relationships/image" Target="../media/image290.png"/><Relationship Id="rId51" Type="http://schemas.openxmlformats.org/officeDocument/2006/relationships/customXml" Target="../ink/ink253.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70.xml"/><Relationship Id="rId3" Type="http://schemas.openxmlformats.org/officeDocument/2006/relationships/customXml" Target="../ink/ink229.xml"/><Relationship Id="rId12" Type="http://schemas.openxmlformats.org/officeDocument/2006/relationships/image" Target="../media/image292.png"/><Relationship Id="rId17" Type="http://schemas.openxmlformats.org/officeDocument/2006/relationships/customXml" Target="../ink/ink236.xml"/><Relationship Id="rId25" Type="http://schemas.openxmlformats.org/officeDocument/2006/relationships/customXml" Target="../ink/ink240.xml"/><Relationship Id="rId33" Type="http://schemas.openxmlformats.org/officeDocument/2006/relationships/customXml" Target="../ink/ink244.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57.xml"/><Relationship Id="rId67" Type="http://schemas.openxmlformats.org/officeDocument/2006/relationships/customXml" Target="../ink/ink261.xml"/><Relationship Id="rId20" Type="http://schemas.openxmlformats.org/officeDocument/2006/relationships/image" Target="../media/image296.png"/><Relationship Id="rId41" Type="http://schemas.openxmlformats.org/officeDocument/2006/relationships/customXml" Target="../ink/ink248.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65.xml"/><Relationship Id="rId83" Type="http://schemas.openxmlformats.org/officeDocument/2006/relationships/customXml" Target="../ink/ink269.xml"/><Relationship Id="rId88" Type="http://schemas.openxmlformats.org/officeDocument/2006/relationships/image" Target="../media/image330.png"/><Relationship Id="rId91" Type="http://schemas.openxmlformats.org/officeDocument/2006/relationships/customXml" Target="../ink/ink273.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35.xml"/><Relationship Id="rId23" Type="http://schemas.openxmlformats.org/officeDocument/2006/relationships/customXml" Target="../ink/ink239.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52.xml"/><Relationship Id="rId57" Type="http://schemas.openxmlformats.org/officeDocument/2006/relationships/customXml" Target="../ink/ink256.xml"/><Relationship Id="rId10" Type="http://schemas.openxmlformats.org/officeDocument/2006/relationships/image" Target="../media/image291.png"/><Relationship Id="rId31" Type="http://schemas.openxmlformats.org/officeDocument/2006/relationships/customXml" Target="../ink/ink243.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60.xml"/><Relationship Id="rId73" Type="http://schemas.openxmlformats.org/officeDocument/2006/relationships/customXml" Target="../ink/ink264.xml"/><Relationship Id="rId78" Type="http://schemas.openxmlformats.org/officeDocument/2006/relationships/image" Target="../media/image325.png"/><Relationship Id="rId81" Type="http://schemas.openxmlformats.org/officeDocument/2006/relationships/customXml" Target="../ink/ink268.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32.xml"/><Relationship Id="rId13" Type="http://schemas.openxmlformats.org/officeDocument/2006/relationships/customXml" Target="../ink/ink234.xml"/><Relationship Id="rId18" Type="http://schemas.openxmlformats.org/officeDocument/2006/relationships/image" Target="../media/image295.png"/><Relationship Id="rId39" Type="http://schemas.openxmlformats.org/officeDocument/2006/relationships/customXml" Target="../ink/ink247.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55.xml"/><Relationship Id="rId76" Type="http://schemas.openxmlformats.org/officeDocument/2006/relationships/image" Target="../media/image324.png"/><Relationship Id="rId7" Type="http://schemas.openxmlformats.org/officeDocument/2006/relationships/customXml" Target="../ink/ink231.xml"/><Relationship Id="rId71" Type="http://schemas.openxmlformats.org/officeDocument/2006/relationships/customXml" Target="../ink/ink263.xml"/><Relationship Id="rId92" Type="http://schemas.openxmlformats.org/officeDocument/2006/relationships/image" Target="../media/image332.png"/><Relationship Id="rId2" Type="http://schemas.openxmlformats.org/officeDocument/2006/relationships/image" Target="../media/image80.png"/><Relationship Id="rId29" Type="http://schemas.openxmlformats.org/officeDocument/2006/relationships/customXml" Target="../ink/ink242.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50.xml"/><Relationship Id="rId66" Type="http://schemas.openxmlformats.org/officeDocument/2006/relationships/image" Target="../media/image319.png"/><Relationship Id="rId87" Type="http://schemas.openxmlformats.org/officeDocument/2006/relationships/customXml" Target="../ink/ink271.xml"/><Relationship Id="rId61" Type="http://schemas.openxmlformats.org/officeDocument/2006/relationships/customXml" Target="../ink/ink258.xml"/><Relationship Id="rId82" Type="http://schemas.openxmlformats.org/officeDocument/2006/relationships/image" Target="../media/image327.png"/><Relationship Id="rId19" Type="http://schemas.openxmlformats.org/officeDocument/2006/relationships/customXml" Target="../ink/ink23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3" Type="http://schemas.openxmlformats.org/officeDocument/2006/relationships/customXml" Target="../ink/ink279.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92.xml"/><Relationship Id="rId21" Type="http://schemas.openxmlformats.org/officeDocument/2006/relationships/customXml" Target="../ink/ink283.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96.xml"/><Relationship Id="rId50" Type="http://schemas.openxmlformats.org/officeDocument/2006/relationships/image" Target="../media/image358.png"/><Relationship Id="rId55" Type="http://schemas.openxmlformats.org/officeDocument/2006/relationships/customXml" Target="../ink/ink300.xml"/><Relationship Id="rId63" Type="http://schemas.openxmlformats.org/officeDocument/2006/relationships/customXml" Target="../ink/ink304.xml"/><Relationship Id="rId7" Type="http://schemas.openxmlformats.org/officeDocument/2006/relationships/customXml" Target="../ink/ink276.xml"/><Relationship Id="rId2" Type="http://schemas.openxmlformats.org/officeDocument/2006/relationships/image" Target="../media/image82.png"/><Relationship Id="rId16" Type="http://schemas.openxmlformats.org/officeDocument/2006/relationships/image" Target="../media/image341.png"/><Relationship Id="rId29" Type="http://schemas.openxmlformats.org/officeDocument/2006/relationships/customXml" Target="../ink/ink287.xml"/><Relationship Id="rId11" Type="http://schemas.openxmlformats.org/officeDocument/2006/relationships/customXml" Target="../ink/ink278.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91.xml"/><Relationship Id="rId40" Type="http://schemas.openxmlformats.org/officeDocument/2006/relationships/image" Target="../media/image353.png"/><Relationship Id="rId45" Type="http://schemas.openxmlformats.org/officeDocument/2006/relationships/customXml" Target="../ink/ink295.xml"/><Relationship Id="rId53" Type="http://schemas.openxmlformats.org/officeDocument/2006/relationships/customXml" Target="../ink/ink299.xml"/><Relationship Id="rId58" Type="http://schemas.openxmlformats.org/officeDocument/2006/relationships/image" Target="../media/image362.png"/><Relationship Id="rId5" Type="http://schemas.openxmlformats.org/officeDocument/2006/relationships/customXml" Target="../ink/ink275.xml"/><Relationship Id="rId61" Type="http://schemas.openxmlformats.org/officeDocument/2006/relationships/customXml" Target="../ink/ink303.xml"/><Relationship Id="rId19" Type="http://schemas.openxmlformats.org/officeDocument/2006/relationships/customXml" Target="../ink/ink282.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86.xml"/><Relationship Id="rId30" Type="http://schemas.openxmlformats.org/officeDocument/2006/relationships/image" Target="../media/image348.png"/><Relationship Id="rId35" Type="http://schemas.openxmlformats.org/officeDocument/2006/relationships/customXml" Target="../ink/ink290.xml"/><Relationship Id="rId43" Type="http://schemas.openxmlformats.org/officeDocument/2006/relationships/customXml" Target="../ink/ink294.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98.xml"/><Relationship Id="rId3" Type="http://schemas.openxmlformats.org/officeDocument/2006/relationships/customXml" Target="../ink/ink274.xml"/><Relationship Id="rId12" Type="http://schemas.openxmlformats.org/officeDocument/2006/relationships/image" Target="../media/image339.png"/><Relationship Id="rId17" Type="http://schemas.openxmlformats.org/officeDocument/2006/relationships/customXml" Target="../ink/ink281.xml"/><Relationship Id="rId25" Type="http://schemas.openxmlformats.org/officeDocument/2006/relationships/customXml" Target="../ink/ink285.xml"/><Relationship Id="rId33" Type="http://schemas.openxmlformats.org/officeDocument/2006/relationships/customXml" Target="../ink/ink289.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02.xml"/><Relationship Id="rId20" Type="http://schemas.openxmlformats.org/officeDocument/2006/relationships/image" Target="../media/image343.png"/><Relationship Id="rId41" Type="http://schemas.openxmlformats.org/officeDocument/2006/relationships/customXml" Target="../ink/ink293.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80.xml"/><Relationship Id="rId23" Type="http://schemas.openxmlformats.org/officeDocument/2006/relationships/customXml" Target="../ink/ink284.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97.xml"/><Relationship Id="rId57" Type="http://schemas.openxmlformats.org/officeDocument/2006/relationships/customXml" Target="../ink/ink301.xml"/><Relationship Id="rId10" Type="http://schemas.openxmlformats.org/officeDocument/2006/relationships/image" Target="../media/image338.png"/><Relationship Id="rId31" Type="http://schemas.openxmlformats.org/officeDocument/2006/relationships/customXml" Target="../ink/ink288.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7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3" Type="http://schemas.openxmlformats.org/officeDocument/2006/relationships/customXml" Target="../ink/ink310.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23.xml"/><Relationship Id="rId21" Type="http://schemas.openxmlformats.org/officeDocument/2006/relationships/customXml" Target="../ink/ink314.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27.xml"/><Relationship Id="rId50" Type="http://schemas.openxmlformats.org/officeDocument/2006/relationships/image" Target="../media/image391.png"/><Relationship Id="rId55" Type="http://schemas.openxmlformats.org/officeDocument/2006/relationships/customXml" Target="../ink/ink331.xml"/><Relationship Id="rId7" Type="http://schemas.openxmlformats.org/officeDocument/2006/relationships/customXml" Target="../ink/ink307.xml"/><Relationship Id="rId2" Type="http://schemas.openxmlformats.org/officeDocument/2006/relationships/image" Target="../media/image84.png"/><Relationship Id="rId16" Type="http://schemas.openxmlformats.org/officeDocument/2006/relationships/image" Target="../media/image374.png"/><Relationship Id="rId29" Type="http://schemas.openxmlformats.org/officeDocument/2006/relationships/customXml" Target="../ink/ink318.xml"/><Relationship Id="rId11" Type="http://schemas.openxmlformats.org/officeDocument/2006/relationships/customXml" Target="../ink/ink309.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22.xml"/><Relationship Id="rId40" Type="http://schemas.openxmlformats.org/officeDocument/2006/relationships/image" Target="../media/image386.png"/><Relationship Id="rId45" Type="http://schemas.openxmlformats.org/officeDocument/2006/relationships/customXml" Target="../ink/ink326.xml"/><Relationship Id="rId53" Type="http://schemas.openxmlformats.org/officeDocument/2006/relationships/customXml" Target="../ink/ink330.xml"/><Relationship Id="rId58" Type="http://schemas.openxmlformats.org/officeDocument/2006/relationships/image" Target="../media/image395.png"/><Relationship Id="rId5" Type="http://schemas.openxmlformats.org/officeDocument/2006/relationships/customXml" Target="../ink/ink306.xml"/><Relationship Id="rId19" Type="http://schemas.openxmlformats.org/officeDocument/2006/relationships/customXml" Target="../ink/ink313.xml"/><Relationship Id="rId4" Type="http://schemas.openxmlformats.org/officeDocument/2006/relationships/image" Target="../media/image368.png"/><Relationship Id="rId9" Type="http://schemas.openxmlformats.org/officeDocument/2006/relationships/customXml" Target="../ink/ink308.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17.xml"/><Relationship Id="rId30" Type="http://schemas.openxmlformats.org/officeDocument/2006/relationships/image" Target="../media/image381.png"/><Relationship Id="rId35" Type="http://schemas.openxmlformats.org/officeDocument/2006/relationships/customXml" Target="../ink/ink321.xml"/><Relationship Id="rId43" Type="http://schemas.openxmlformats.org/officeDocument/2006/relationships/customXml" Target="../ink/ink325.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29.xml"/><Relationship Id="rId3" Type="http://schemas.openxmlformats.org/officeDocument/2006/relationships/customXml" Target="../ink/ink305.xml"/><Relationship Id="rId12" Type="http://schemas.openxmlformats.org/officeDocument/2006/relationships/image" Target="../media/image372.png"/><Relationship Id="rId17" Type="http://schemas.openxmlformats.org/officeDocument/2006/relationships/customXml" Target="../ink/ink312.xml"/><Relationship Id="rId25" Type="http://schemas.openxmlformats.org/officeDocument/2006/relationships/customXml" Target="../ink/ink316.xml"/><Relationship Id="rId33" Type="http://schemas.openxmlformats.org/officeDocument/2006/relationships/customXml" Target="../ink/ink320.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24.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11.xml"/><Relationship Id="rId23" Type="http://schemas.openxmlformats.org/officeDocument/2006/relationships/customXml" Target="../ink/ink315.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28.xml"/><Relationship Id="rId57" Type="http://schemas.openxmlformats.org/officeDocument/2006/relationships/customXml" Target="../ink/ink332.xml"/><Relationship Id="rId10" Type="http://schemas.openxmlformats.org/officeDocument/2006/relationships/image" Target="../media/image371.png"/><Relationship Id="rId31" Type="http://schemas.openxmlformats.org/officeDocument/2006/relationships/customXml" Target="../ink/ink319.xml"/><Relationship Id="rId44" Type="http://schemas.openxmlformats.org/officeDocument/2006/relationships/image" Target="../media/image388.png"/><Relationship Id="rId52" Type="http://schemas.openxmlformats.org/officeDocument/2006/relationships/image" Target="../media/image392.png"/></Relationships>
</file>

<file path=ppt/slides/_rels/slide64.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42.xml"/><Relationship Id="rId42" Type="http://schemas.openxmlformats.org/officeDocument/2006/relationships/image" Target="../media/image416.png"/><Relationship Id="rId47" Type="http://schemas.openxmlformats.org/officeDocument/2006/relationships/customXml" Target="../ink/ink355.xml"/><Relationship Id="rId63" Type="http://schemas.openxmlformats.org/officeDocument/2006/relationships/customXml" Target="../ink/ink363.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76.xml"/><Relationship Id="rId16" Type="http://schemas.openxmlformats.org/officeDocument/2006/relationships/image" Target="../media/image403.png"/><Relationship Id="rId11" Type="http://schemas.openxmlformats.org/officeDocument/2006/relationships/customXml" Target="../ink/ink337.xml"/><Relationship Id="rId32" Type="http://schemas.openxmlformats.org/officeDocument/2006/relationships/image" Target="../media/image411.png"/><Relationship Id="rId37" Type="http://schemas.openxmlformats.org/officeDocument/2006/relationships/customXml" Target="../ink/ink350.xml"/><Relationship Id="rId53" Type="http://schemas.openxmlformats.org/officeDocument/2006/relationships/customXml" Target="../ink/ink358.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71.xml"/><Relationship Id="rId5" Type="http://schemas.openxmlformats.org/officeDocument/2006/relationships/customXml" Target="../ink/ink334.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45.xml"/><Relationship Id="rId43" Type="http://schemas.openxmlformats.org/officeDocument/2006/relationships/customXml" Target="../ink/ink353.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66.xml"/><Relationship Id="rId8" Type="http://schemas.openxmlformats.org/officeDocument/2006/relationships/image" Target="../media/image399.png"/><Relationship Id="rId51" Type="http://schemas.openxmlformats.org/officeDocument/2006/relationships/customXml" Target="../ink/ink357.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74.xml"/><Relationship Id="rId93" Type="http://schemas.openxmlformats.org/officeDocument/2006/relationships/customXml" Target="../ink/ink378.xml"/><Relationship Id="rId3" Type="http://schemas.openxmlformats.org/officeDocument/2006/relationships/customXml" Target="../ink/ink333.xml"/><Relationship Id="rId12" Type="http://schemas.openxmlformats.org/officeDocument/2006/relationships/image" Target="../media/image401.png"/><Relationship Id="rId17" Type="http://schemas.openxmlformats.org/officeDocument/2006/relationships/customXml" Target="../ink/ink340.xml"/><Relationship Id="rId25" Type="http://schemas.openxmlformats.org/officeDocument/2006/relationships/customXml" Target="../ink/ink344.xml"/><Relationship Id="rId33" Type="http://schemas.openxmlformats.org/officeDocument/2006/relationships/customXml" Target="../ink/ink348.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61.xml"/><Relationship Id="rId67" Type="http://schemas.openxmlformats.org/officeDocument/2006/relationships/customXml" Target="../ink/ink365.xml"/><Relationship Id="rId20" Type="http://schemas.openxmlformats.org/officeDocument/2006/relationships/image" Target="../media/image405.png"/><Relationship Id="rId41" Type="http://schemas.openxmlformats.org/officeDocument/2006/relationships/customXml" Target="../ink/ink352.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69.xml"/><Relationship Id="rId83" Type="http://schemas.openxmlformats.org/officeDocument/2006/relationships/customXml" Target="../ink/ink373.xml"/><Relationship Id="rId88" Type="http://schemas.openxmlformats.org/officeDocument/2006/relationships/image" Target="../media/image439.png"/><Relationship Id="rId91" Type="http://schemas.openxmlformats.org/officeDocument/2006/relationships/customXml" Target="../ink/ink377.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39.xml"/><Relationship Id="rId23" Type="http://schemas.openxmlformats.org/officeDocument/2006/relationships/customXml" Target="../ink/ink343.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56.xml"/><Relationship Id="rId57" Type="http://schemas.openxmlformats.org/officeDocument/2006/relationships/customXml" Target="../ink/ink360.xml"/><Relationship Id="rId10" Type="http://schemas.openxmlformats.org/officeDocument/2006/relationships/image" Target="../media/image400.png"/><Relationship Id="rId31" Type="http://schemas.openxmlformats.org/officeDocument/2006/relationships/customXml" Target="../ink/ink347.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64.xml"/><Relationship Id="rId73" Type="http://schemas.openxmlformats.org/officeDocument/2006/relationships/customXml" Target="../ink/ink368.xml"/><Relationship Id="rId78" Type="http://schemas.openxmlformats.org/officeDocument/2006/relationships/image" Target="../media/image434.png"/><Relationship Id="rId81" Type="http://schemas.openxmlformats.org/officeDocument/2006/relationships/customXml" Target="../ink/ink372.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36.xml"/><Relationship Id="rId13" Type="http://schemas.openxmlformats.org/officeDocument/2006/relationships/customXml" Target="../ink/ink338.xml"/><Relationship Id="rId18" Type="http://schemas.openxmlformats.org/officeDocument/2006/relationships/image" Target="../media/image404.png"/><Relationship Id="rId39" Type="http://schemas.openxmlformats.org/officeDocument/2006/relationships/customXml" Target="../ink/ink351.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59.xml"/><Relationship Id="rId76" Type="http://schemas.openxmlformats.org/officeDocument/2006/relationships/image" Target="../media/image433.png"/><Relationship Id="rId7" Type="http://schemas.openxmlformats.org/officeDocument/2006/relationships/customXml" Target="../ink/ink335.xml"/><Relationship Id="rId71" Type="http://schemas.openxmlformats.org/officeDocument/2006/relationships/customXml" Target="../ink/ink367.xml"/><Relationship Id="rId92" Type="http://schemas.openxmlformats.org/officeDocument/2006/relationships/image" Target="../media/image441.png"/><Relationship Id="rId2" Type="http://schemas.openxmlformats.org/officeDocument/2006/relationships/image" Target="../media/image85.png"/><Relationship Id="rId29" Type="http://schemas.openxmlformats.org/officeDocument/2006/relationships/customXml" Target="../ink/ink346.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54.xml"/><Relationship Id="rId66" Type="http://schemas.openxmlformats.org/officeDocument/2006/relationships/image" Target="../media/image428.png"/><Relationship Id="rId87" Type="http://schemas.openxmlformats.org/officeDocument/2006/relationships/customXml" Target="../ink/ink375.xml"/><Relationship Id="rId61" Type="http://schemas.openxmlformats.org/officeDocument/2006/relationships/customXml" Target="../ink/ink362.xml"/><Relationship Id="rId82" Type="http://schemas.openxmlformats.org/officeDocument/2006/relationships/image" Target="../media/image436.png"/><Relationship Id="rId19" Type="http://schemas.openxmlformats.org/officeDocument/2006/relationships/customXml" Target="../ink/ink341.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49.xml"/><Relationship Id="rId56" Type="http://schemas.openxmlformats.org/officeDocument/2006/relationships/image" Target="../media/image423.png"/><Relationship Id="rId77" Type="http://schemas.openxmlformats.org/officeDocument/2006/relationships/customXml" Target="../ink/ink3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17" Type="http://schemas.openxmlformats.org/officeDocument/2006/relationships/customXml" Target="../ink/ink436.xml"/><Relationship Id="rId21" Type="http://schemas.openxmlformats.org/officeDocument/2006/relationships/customXml" Target="../ink/ink388.xml"/><Relationship Id="rId42" Type="http://schemas.openxmlformats.org/officeDocument/2006/relationships/image" Target="../media/image463.png"/><Relationship Id="rId47" Type="http://schemas.openxmlformats.org/officeDocument/2006/relationships/customXml" Target="../ink/ink401.xml"/><Relationship Id="rId63" Type="http://schemas.openxmlformats.org/officeDocument/2006/relationships/customXml" Target="../ink/ink409.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22.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31.xml"/><Relationship Id="rId11" Type="http://schemas.openxmlformats.org/officeDocument/2006/relationships/customXml" Target="../ink/ink383.xml"/><Relationship Id="rId32" Type="http://schemas.openxmlformats.org/officeDocument/2006/relationships/image" Target="../media/image458.png"/><Relationship Id="rId37" Type="http://schemas.openxmlformats.org/officeDocument/2006/relationships/customXml" Target="../ink/ink396.xml"/><Relationship Id="rId53" Type="http://schemas.openxmlformats.org/officeDocument/2006/relationships/customXml" Target="../ink/ink404.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17.xml"/><Relationship Id="rId102" Type="http://schemas.openxmlformats.org/officeDocument/2006/relationships/image" Target="../media/image493.png"/><Relationship Id="rId123" Type="http://schemas.openxmlformats.org/officeDocument/2006/relationships/customXml" Target="../ink/ink439.xml"/><Relationship Id="rId128" Type="http://schemas.openxmlformats.org/officeDocument/2006/relationships/image" Target="../media/image506.png"/><Relationship Id="rId5" Type="http://schemas.openxmlformats.org/officeDocument/2006/relationships/customXml" Target="../ink/ink380.xml"/><Relationship Id="rId90" Type="http://schemas.openxmlformats.org/officeDocument/2006/relationships/image" Target="../media/image487.png"/><Relationship Id="rId95" Type="http://schemas.openxmlformats.org/officeDocument/2006/relationships/customXml" Target="../ink/ink425.xml"/><Relationship Id="rId22" Type="http://schemas.openxmlformats.org/officeDocument/2006/relationships/image" Target="../media/image453.png"/><Relationship Id="rId27" Type="http://schemas.openxmlformats.org/officeDocument/2006/relationships/customXml" Target="../ink/ink391.xml"/><Relationship Id="rId43" Type="http://schemas.openxmlformats.org/officeDocument/2006/relationships/customXml" Target="../ink/ink399.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12.xml"/><Relationship Id="rId113" Type="http://schemas.openxmlformats.org/officeDocument/2006/relationships/customXml" Target="../ink/ink434.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20.xml"/><Relationship Id="rId12" Type="http://schemas.openxmlformats.org/officeDocument/2006/relationships/image" Target="../media/image448.png"/><Relationship Id="rId17" Type="http://schemas.openxmlformats.org/officeDocument/2006/relationships/customXml" Target="../ink/ink386.xml"/><Relationship Id="rId33" Type="http://schemas.openxmlformats.org/officeDocument/2006/relationships/customXml" Target="../ink/ink394.xml"/><Relationship Id="rId38" Type="http://schemas.openxmlformats.org/officeDocument/2006/relationships/image" Target="../media/image461.png"/><Relationship Id="rId59" Type="http://schemas.openxmlformats.org/officeDocument/2006/relationships/customXml" Target="../ink/ink407.xml"/><Relationship Id="rId103" Type="http://schemas.openxmlformats.org/officeDocument/2006/relationships/customXml" Target="../ink/ink429.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42.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15.xml"/><Relationship Id="rId91" Type="http://schemas.openxmlformats.org/officeDocument/2006/relationships/customXml" Target="../ink/ink423.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89.xml"/><Relationship Id="rId28" Type="http://schemas.openxmlformats.org/officeDocument/2006/relationships/image" Target="../media/image456.png"/><Relationship Id="rId49" Type="http://schemas.openxmlformats.org/officeDocument/2006/relationships/customXml" Target="../ink/ink402.xml"/><Relationship Id="rId114" Type="http://schemas.openxmlformats.org/officeDocument/2006/relationships/image" Target="../media/image499.png"/><Relationship Id="rId119" Type="http://schemas.openxmlformats.org/officeDocument/2006/relationships/customXml" Target="../ink/ink437.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10.xml"/><Relationship Id="rId81" Type="http://schemas.openxmlformats.org/officeDocument/2006/relationships/customXml" Target="../ink/ink418.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84.xml"/><Relationship Id="rId18" Type="http://schemas.openxmlformats.org/officeDocument/2006/relationships/image" Target="../media/image451.png"/><Relationship Id="rId39" Type="http://schemas.openxmlformats.org/officeDocument/2006/relationships/customXml" Target="../ink/ink397.xml"/><Relationship Id="rId109" Type="http://schemas.openxmlformats.org/officeDocument/2006/relationships/customXml" Target="../ink/ink432.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05.xml"/><Relationship Id="rId76" Type="http://schemas.openxmlformats.org/officeDocument/2006/relationships/image" Target="../media/image480.png"/><Relationship Id="rId97" Type="http://schemas.openxmlformats.org/officeDocument/2006/relationships/customXml" Target="../ink/ink426.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40.xml"/><Relationship Id="rId7" Type="http://schemas.openxmlformats.org/officeDocument/2006/relationships/customXml" Target="../ink/ink381.xml"/><Relationship Id="rId71" Type="http://schemas.openxmlformats.org/officeDocument/2006/relationships/customXml" Target="../ink/ink413.xml"/><Relationship Id="rId92" Type="http://schemas.openxmlformats.org/officeDocument/2006/relationships/image" Target="../media/image488.png"/><Relationship Id="rId2" Type="http://schemas.openxmlformats.org/officeDocument/2006/relationships/image" Target="../media/image86.png"/><Relationship Id="rId29" Type="http://schemas.openxmlformats.org/officeDocument/2006/relationships/customXml" Target="../ink/ink392.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00.xml"/><Relationship Id="rId66" Type="http://schemas.openxmlformats.org/officeDocument/2006/relationships/image" Target="../media/image475.png"/><Relationship Id="rId87" Type="http://schemas.openxmlformats.org/officeDocument/2006/relationships/customXml" Target="../ink/ink421.xml"/><Relationship Id="rId110" Type="http://schemas.openxmlformats.org/officeDocument/2006/relationships/image" Target="../media/image497.png"/><Relationship Id="rId115" Type="http://schemas.openxmlformats.org/officeDocument/2006/relationships/customXml" Target="../ink/ink435.xml"/><Relationship Id="rId131" Type="http://schemas.openxmlformats.org/officeDocument/2006/relationships/customXml" Target="../ink/ink443.xml"/><Relationship Id="rId61" Type="http://schemas.openxmlformats.org/officeDocument/2006/relationships/customXml" Target="../ink/ink408.xml"/><Relationship Id="rId82" Type="http://schemas.openxmlformats.org/officeDocument/2006/relationships/image" Target="../media/image483.png"/><Relationship Id="rId19" Type="http://schemas.openxmlformats.org/officeDocument/2006/relationships/customXml" Target="../ink/ink387.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95.xml"/><Relationship Id="rId56" Type="http://schemas.openxmlformats.org/officeDocument/2006/relationships/image" Target="../media/image470.png"/><Relationship Id="rId77" Type="http://schemas.openxmlformats.org/officeDocument/2006/relationships/customXml" Target="../ink/ink416.xml"/><Relationship Id="rId100" Type="http://schemas.openxmlformats.org/officeDocument/2006/relationships/image" Target="../media/image492.png"/><Relationship Id="rId105" Type="http://schemas.openxmlformats.org/officeDocument/2006/relationships/customXml" Target="../ink/ink430.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03.xml"/><Relationship Id="rId72" Type="http://schemas.openxmlformats.org/officeDocument/2006/relationships/image" Target="../media/image478.png"/><Relationship Id="rId93" Type="http://schemas.openxmlformats.org/officeDocument/2006/relationships/customXml" Target="../ink/ink424.xml"/><Relationship Id="rId98" Type="http://schemas.openxmlformats.org/officeDocument/2006/relationships/image" Target="../media/image491.png"/><Relationship Id="rId121" Type="http://schemas.openxmlformats.org/officeDocument/2006/relationships/customXml" Target="../ink/ink438.xml"/><Relationship Id="rId3" Type="http://schemas.openxmlformats.org/officeDocument/2006/relationships/customXml" Target="../ink/ink379.xml"/><Relationship Id="rId25" Type="http://schemas.openxmlformats.org/officeDocument/2006/relationships/customXml" Target="../ink/ink390.xml"/><Relationship Id="rId46" Type="http://schemas.openxmlformats.org/officeDocument/2006/relationships/image" Target="../media/image465.png"/><Relationship Id="rId67" Type="http://schemas.openxmlformats.org/officeDocument/2006/relationships/customXml" Target="../ink/ink411.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98.xml"/><Relationship Id="rId62" Type="http://schemas.openxmlformats.org/officeDocument/2006/relationships/image" Target="../media/image473.png"/><Relationship Id="rId83" Type="http://schemas.openxmlformats.org/officeDocument/2006/relationships/customXml" Target="../ink/ink419.xml"/><Relationship Id="rId88" Type="http://schemas.openxmlformats.org/officeDocument/2006/relationships/image" Target="../media/image486.png"/><Relationship Id="rId111" Type="http://schemas.openxmlformats.org/officeDocument/2006/relationships/customXml" Target="../ink/ink433.xml"/><Relationship Id="rId132" Type="http://schemas.openxmlformats.org/officeDocument/2006/relationships/image" Target="../media/image508.png"/><Relationship Id="rId15" Type="http://schemas.openxmlformats.org/officeDocument/2006/relationships/customXml" Target="../ink/ink385.xml"/><Relationship Id="rId36" Type="http://schemas.openxmlformats.org/officeDocument/2006/relationships/image" Target="../media/image460.png"/><Relationship Id="rId57" Type="http://schemas.openxmlformats.org/officeDocument/2006/relationships/customXml" Target="../ink/ink406.xml"/><Relationship Id="rId106" Type="http://schemas.openxmlformats.org/officeDocument/2006/relationships/image" Target="../media/image495.png"/><Relationship Id="rId127" Type="http://schemas.openxmlformats.org/officeDocument/2006/relationships/customXml" Target="../ink/ink441.xml"/><Relationship Id="rId10" Type="http://schemas.openxmlformats.org/officeDocument/2006/relationships/image" Target="../media/image447.png"/><Relationship Id="rId31" Type="http://schemas.openxmlformats.org/officeDocument/2006/relationships/customXml" Target="../ink/ink393.xml"/><Relationship Id="rId52" Type="http://schemas.openxmlformats.org/officeDocument/2006/relationships/image" Target="../media/image468.png"/><Relationship Id="rId73" Type="http://schemas.openxmlformats.org/officeDocument/2006/relationships/customXml" Target="../ink/ink414.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27.xml"/><Relationship Id="rId101" Type="http://schemas.openxmlformats.org/officeDocument/2006/relationships/customXml" Target="../ink/ink428.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82.xml"/><Relationship Id="rId26" Type="http://schemas.openxmlformats.org/officeDocument/2006/relationships/image" Target="../media/image455.png"/></Relationships>
</file>

<file path=ppt/slides/_rels/slide67.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b="1" dirty="0"/>
              <a:t>bubble sort</a:t>
            </a:r>
          </a:p>
          <a:p>
            <a:pPr lvl="1"/>
            <a:r>
              <a:rPr lang="en-GB" sz="2800" dirty="0"/>
              <a:t>insertion sort</a:t>
            </a:r>
          </a:p>
          <a:p>
            <a:pPr lvl="1"/>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312573"/>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5" name="Table 4">
            <a:extLst>
              <a:ext uri="{FF2B5EF4-FFF2-40B4-BE49-F238E27FC236}">
                <a16:creationId xmlns:a16="http://schemas.microsoft.com/office/drawing/2014/main" id="{54CC8241-E3D3-4462-AD7B-B0E459770B5A}"/>
              </a:ext>
            </a:extLst>
          </p:cNvPr>
          <p:cNvGraphicFramePr>
            <a:graphicFrameLocks noGrp="1"/>
          </p:cNvGraphicFramePr>
          <p:nvPr>
            <p:extLst>
              <p:ext uri="{D42A27DB-BD31-4B8C-83A1-F6EECF244321}">
                <p14:modId xmlns:p14="http://schemas.microsoft.com/office/powerpoint/2010/main" val="3285430183"/>
              </p:ext>
            </p:extLst>
          </p:nvPr>
        </p:nvGraphicFramePr>
        <p:xfrm>
          <a:off x="1590566" y="1690688"/>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431CBE50-2A35-4F32-A111-7563E58CD3E5}"/>
              </a:ext>
            </a:extLst>
          </p:cNvPr>
          <p:cNvGraphicFramePr>
            <a:graphicFrameLocks noGrp="1"/>
          </p:cNvGraphicFramePr>
          <p:nvPr>
            <p:extLst>
              <p:ext uri="{D42A27DB-BD31-4B8C-83A1-F6EECF244321}">
                <p14:modId xmlns:p14="http://schemas.microsoft.com/office/powerpoint/2010/main" val="1073305477"/>
              </p:ext>
            </p:extLst>
          </p:nvPr>
        </p:nvGraphicFramePr>
        <p:xfrm>
          <a:off x="1590566" y="3134048"/>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15FC7742-F8FB-4723-A2A7-8E89A326588A}"/>
              </a:ext>
            </a:extLst>
          </p:cNvPr>
          <p:cNvGraphicFramePr>
            <a:graphicFrameLocks noGrp="1"/>
          </p:cNvGraphicFramePr>
          <p:nvPr>
            <p:extLst>
              <p:ext uri="{D42A27DB-BD31-4B8C-83A1-F6EECF244321}">
                <p14:modId xmlns:p14="http://schemas.microsoft.com/office/powerpoint/2010/main" val="1814171440"/>
              </p:ext>
            </p:extLst>
          </p:nvPr>
        </p:nvGraphicFramePr>
        <p:xfrm>
          <a:off x="1590566" y="3973585"/>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468736BE-9BFB-4BC9-B57D-2F344E0D3E28}"/>
              </a:ext>
            </a:extLst>
          </p:cNvPr>
          <p:cNvGraphicFramePr>
            <a:graphicFrameLocks noGrp="1"/>
          </p:cNvGraphicFramePr>
          <p:nvPr>
            <p:extLst>
              <p:ext uri="{D42A27DB-BD31-4B8C-83A1-F6EECF244321}">
                <p14:modId xmlns:p14="http://schemas.microsoft.com/office/powerpoint/2010/main" val="3084320827"/>
              </p:ext>
            </p:extLst>
          </p:nvPr>
        </p:nvGraphicFramePr>
        <p:xfrm>
          <a:off x="1590566" y="2371577"/>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CD0A61E0-A3B2-4652-AD8A-880E2295538A}"/>
              </a:ext>
            </a:extLst>
          </p:cNvPr>
          <p:cNvSpPr/>
          <p:nvPr/>
        </p:nvSpPr>
        <p:spPr>
          <a:xfrm>
            <a:off x="2795750" y="2540725"/>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CC2E148A-98D7-41D6-B799-B032D83B2B63}"/>
              </a:ext>
            </a:extLst>
          </p:cNvPr>
          <p:cNvSpPr/>
          <p:nvPr/>
        </p:nvSpPr>
        <p:spPr>
          <a:xfrm>
            <a:off x="4419599" y="4142733"/>
            <a:ext cx="840828"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9" name="Table 18">
            <a:extLst>
              <a:ext uri="{FF2B5EF4-FFF2-40B4-BE49-F238E27FC236}">
                <a16:creationId xmlns:a16="http://schemas.microsoft.com/office/drawing/2014/main" id="{EA7A24D0-691F-4FC6-97C3-F88C4A4F7BD1}"/>
              </a:ext>
            </a:extLst>
          </p:cNvPr>
          <p:cNvGraphicFramePr>
            <a:graphicFrameLocks noGrp="1"/>
          </p:cNvGraphicFramePr>
          <p:nvPr>
            <p:extLst>
              <p:ext uri="{D42A27DB-BD31-4B8C-83A1-F6EECF244321}">
                <p14:modId xmlns:p14="http://schemas.microsoft.com/office/powerpoint/2010/main" val="104308480"/>
              </p:ext>
            </p:extLst>
          </p:nvPr>
        </p:nvGraphicFramePr>
        <p:xfrm>
          <a:off x="1590566" y="4721722"/>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B93ABEEF-34F6-452A-8D6E-B1278DF274CB}"/>
              </a:ext>
            </a:extLst>
          </p:cNvPr>
          <p:cNvGraphicFramePr>
            <a:graphicFrameLocks noGrp="1"/>
          </p:cNvGraphicFramePr>
          <p:nvPr>
            <p:extLst>
              <p:ext uri="{D42A27DB-BD31-4B8C-83A1-F6EECF244321}">
                <p14:modId xmlns:p14="http://schemas.microsoft.com/office/powerpoint/2010/main" val="3481594380"/>
              </p:ext>
            </p:extLst>
          </p:nvPr>
        </p:nvGraphicFramePr>
        <p:xfrm>
          <a:off x="1590566" y="5461120"/>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2" name="Arrow: Left-Right 21">
            <a:extLst>
              <a:ext uri="{FF2B5EF4-FFF2-40B4-BE49-F238E27FC236}">
                <a16:creationId xmlns:a16="http://schemas.microsoft.com/office/drawing/2014/main" id="{500DFE0E-F0E2-45C9-ABC1-A5A28D244F6D}"/>
              </a:ext>
            </a:extLst>
          </p:cNvPr>
          <p:cNvSpPr/>
          <p:nvPr/>
        </p:nvSpPr>
        <p:spPr>
          <a:xfrm>
            <a:off x="6048699" y="5630268"/>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012917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3189970938"/>
              </p:ext>
            </p:extLst>
          </p:nvPr>
        </p:nvGraphicFramePr>
        <p:xfrm>
          <a:off x="1569546" y="1860684"/>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B054C9E-0FE0-44C4-88BE-FC8FC9AB7A33}"/>
              </a:ext>
            </a:extLst>
          </p:cNvPr>
          <p:cNvGraphicFramePr>
            <a:graphicFrameLocks noGrp="1"/>
          </p:cNvGraphicFramePr>
          <p:nvPr>
            <p:extLst>
              <p:ext uri="{D42A27DB-BD31-4B8C-83A1-F6EECF244321}">
                <p14:modId xmlns:p14="http://schemas.microsoft.com/office/powerpoint/2010/main" val="1180786592"/>
              </p:ext>
            </p:extLst>
          </p:nvPr>
        </p:nvGraphicFramePr>
        <p:xfrm>
          <a:off x="1569546" y="3383879"/>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507928">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27751E20-D541-46F7-BFE3-071BB38F13A2}"/>
              </a:ext>
            </a:extLst>
          </p:cNvPr>
          <p:cNvGraphicFramePr>
            <a:graphicFrameLocks noGrp="1"/>
          </p:cNvGraphicFramePr>
          <p:nvPr>
            <p:extLst>
              <p:ext uri="{D42A27DB-BD31-4B8C-83A1-F6EECF244321}">
                <p14:modId xmlns:p14="http://schemas.microsoft.com/office/powerpoint/2010/main" val="3636011957"/>
              </p:ext>
            </p:extLst>
          </p:nvPr>
        </p:nvGraphicFramePr>
        <p:xfrm>
          <a:off x="1569546" y="4135492"/>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2158369365"/>
              </p:ext>
            </p:extLst>
          </p:nvPr>
        </p:nvGraphicFramePr>
        <p:xfrm>
          <a:off x="1569546" y="2632266"/>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370840">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F32D6F6E-58B3-453E-A99A-B3A333DDAE2B}"/>
              </a:ext>
            </a:extLst>
          </p:cNvPr>
          <p:cNvSpPr/>
          <p:nvPr/>
        </p:nvSpPr>
        <p:spPr>
          <a:xfrm>
            <a:off x="7651531" y="2801414"/>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854437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10" name="Table 9">
            <a:extLst>
              <a:ext uri="{FF2B5EF4-FFF2-40B4-BE49-F238E27FC236}">
                <a16:creationId xmlns:a16="http://schemas.microsoft.com/office/drawing/2014/main" id="{27751E20-D541-46F7-BFE3-071BB38F13A2}"/>
              </a:ext>
            </a:extLst>
          </p:cNvPr>
          <p:cNvGraphicFramePr>
            <a:graphicFrameLocks noGrp="1"/>
          </p:cNvGraphicFramePr>
          <p:nvPr>
            <p:extLst>
              <p:ext uri="{D42A27DB-BD31-4B8C-83A1-F6EECF244321}">
                <p14:modId xmlns:p14="http://schemas.microsoft.com/office/powerpoint/2010/main" val="398554201"/>
              </p:ext>
            </p:extLst>
          </p:nvPr>
        </p:nvGraphicFramePr>
        <p:xfrm>
          <a:off x="1727201" y="1424311"/>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B3186BBC-EDCD-4583-9ACA-6225C1C2C7F5}"/>
              </a:ext>
            </a:extLst>
          </p:cNvPr>
          <p:cNvGraphicFramePr>
            <a:graphicFrameLocks noGrp="1"/>
          </p:cNvGraphicFramePr>
          <p:nvPr>
            <p:extLst>
              <p:ext uri="{D42A27DB-BD31-4B8C-83A1-F6EECF244321}">
                <p14:modId xmlns:p14="http://schemas.microsoft.com/office/powerpoint/2010/main" val="1480321240"/>
              </p:ext>
            </p:extLst>
          </p:nvPr>
        </p:nvGraphicFramePr>
        <p:xfrm>
          <a:off x="1727201" y="2099078"/>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13C8F5B-7302-42D1-ABCA-FB7205753549}"/>
              </a:ext>
            </a:extLst>
          </p:cNvPr>
          <p:cNvGraphicFramePr>
            <a:graphicFrameLocks noGrp="1"/>
          </p:cNvGraphicFramePr>
          <p:nvPr>
            <p:extLst>
              <p:ext uri="{D42A27DB-BD31-4B8C-83A1-F6EECF244321}">
                <p14:modId xmlns:p14="http://schemas.microsoft.com/office/powerpoint/2010/main" val="2609485588"/>
              </p:ext>
            </p:extLst>
          </p:nvPr>
        </p:nvGraphicFramePr>
        <p:xfrm>
          <a:off x="1727201" y="2773845"/>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E916180B-CFD2-4D02-9211-F572D67F5438}"/>
              </a:ext>
            </a:extLst>
          </p:cNvPr>
          <p:cNvSpPr/>
          <p:nvPr/>
        </p:nvSpPr>
        <p:spPr>
          <a:xfrm>
            <a:off x="4550979" y="2942993"/>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Arrow: Left-Right 13">
            <a:extLst>
              <a:ext uri="{FF2B5EF4-FFF2-40B4-BE49-F238E27FC236}">
                <a16:creationId xmlns:a16="http://schemas.microsoft.com/office/drawing/2014/main" id="{DBEA5BF5-B5C7-419B-A209-C2E5E3411ADE}"/>
              </a:ext>
            </a:extLst>
          </p:cNvPr>
          <p:cNvSpPr/>
          <p:nvPr/>
        </p:nvSpPr>
        <p:spPr>
          <a:xfrm>
            <a:off x="2948151" y="1593459"/>
            <a:ext cx="840828"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7" name="Table 16">
            <a:extLst>
              <a:ext uri="{FF2B5EF4-FFF2-40B4-BE49-F238E27FC236}">
                <a16:creationId xmlns:a16="http://schemas.microsoft.com/office/drawing/2014/main" id="{EF98992C-54C4-4CF0-9465-9AC3CE856F7A}"/>
              </a:ext>
            </a:extLst>
          </p:cNvPr>
          <p:cNvGraphicFramePr>
            <a:graphicFrameLocks noGrp="1"/>
          </p:cNvGraphicFramePr>
          <p:nvPr>
            <p:extLst>
              <p:ext uri="{D42A27DB-BD31-4B8C-83A1-F6EECF244321}">
                <p14:modId xmlns:p14="http://schemas.microsoft.com/office/powerpoint/2010/main" val="4188059847"/>
              </p:ext>
            </p:extLst>
          </p:nvPr>
        </p:nvGraphicFramePr>
        <p:xfrm>
          <a:off x="1727201" y="3463888"/>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8" name="Table 17">
            <a:extLst>
              <a:ext uri="{FF2B5EF4-FFF2-40B4-BE49-F238E27FC236}">
                <a16:creationId xmlns:a16="http://schemas.microsoft.com/office/drawing/2014/main" id="{63B565E5-819E-4F80-B16E-68B123323020}"/>
              </a:ext>
            </a:extLst>
          </p:cNvPr>
          <p:cNvGraphicFramePr>
            <a:graphicFrameLocks noGrp="1"/>
          </p:cNvGraphicFramePr>
          <p:nvPr>
            <p:extLst>
              <p:ext uri="{D42A27DB-BD31-4B8C-83A1-F6EECF244321}">
                <p14:modId xmlns:p14="http://schemas.microsoft.com/office/powerpoint/2010/main" val="1539302018"/>
              </p:ext>
            </p:extLst>
          </p:nvPr>
        </p:nvGraphicFramePr>
        <p:xfrm>
          <a:off x="1727201" y="4153931"/>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9" name="Arrow: Left-Right 18">
            <a:extLst>
              <a:ext uri="{FF2B5EF4-FFF2-40B4-BE49-F238E27FC236}">
                <a16:creationId xmlns:a16="http://schemas.microsoft.com/office/drawing/2014/main" id="{C0C3CC42-A03F-498A-A5DE-49706ED02C9F}"/>
              </a:ext>
            </a:extLst>
          </p:cNvPr>
          <p:cNvSpPr/>
          <p:nvPr/>
        </p:nvSpPr>
        <p:spPr>
          <a:xfrm>
            <a:off x="6174828" y="4323079"/>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576966259"/>
              </p:ext>
            </p:extLst>
          </p:nvPr>
        </p:nvGraphicFramePr>
        <p:xfrm>
          <a:off x="1727201" y="4843974"/>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1077871604"/>
              </p:ext>
            </p:extLst>
          </p:nvPr>
        </p:nvGraphicFramePr>
        <p:xfrm>
          <a:off x="1727201" y="5534017"/>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807424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5055475" y="388308"/>
            <a:ext cx="6096000" cy="646331"/>
          </a:xfrm>
          <a:prstGeom prst="rect">
            <a:avLst/>
          </a:prstGeom>
        </p:spPr>
        <p:txBody>
          <a:bodyPr>
            <a:spAutoFit/>
          </a:bodyPr>
          <a:lstStyle/>
          <a:p>
            <a:r>
              <a:rPr lang="en-GB" dirty="0"/>
              <a:t>The largest value 'bubbles' to the top</a:t>
            </a:r>
          </a:p>
          <a:p>
            <a:r>
              <a:rPr lang="en-GB" dirty="0"/>
              <a:t>The second largest value 'bubbles' to the next</a:t>
            </a:r>
          </a:p>
        </p:txBody>
      </p:sp>
      <p:graphicFrame>
        <p:nvGraphicFramePr>
          <p:cNvPr id="13" name="Table 12">
            <a:extLst>
              <a:ext uri="{FF2B5EF4-FFF2-40B4-BE49-F238E27FC236}">
                <a16:creationId xmlns:a16="http://schemas.microsoft.com/office/drawing/2014/main" id="{47ECE086-2D7F-46B2-8DD9-3F191017A4FA}"/>
              </a:ext>
            </a:extLst>
          </p:cNvPr>
          <p:cNvGraphicFramePr>
            <a:graphicFrameLocks noGrp="1"/>
          </p:cNvGraphicFramePr>
          <p:nvPr>
            <p:extLst>
              <p:ext uri="{D42A27DB-BD31-4B8C-83A1-F6EECF244321}">
                <p14:modId xmlns:p14="http://schemas.microsoft.com/office/powerpoint/2010/main" val="864565438"/>
              </p:ext>
            </p:extLst>
          </p:nvPr>
        </p:nvGraphicFramePr>
        <p:xfrm>
          <a:off x="1580056" y="3566077"/>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4" name="Table 13">
            <a:extLst>
              <a:ext uri="{FF2B5EF4-FFF2-40B4-BE49-F238E27FC236}">
                <a16:creationId xmlns:a16="http://schemas.microsoft.com/office/drawing/2014/main" id="{AC5A513E-0E40-4565-AE95-2DE3C3E0601F}"/>
              </a:ext>
            </a:extLst>
          </p:cNvPr>
          <p:cNvGraphicFramePr>
            <a:graphicFrameLocks noGrp="1"/>
          </p:cNvGraphicFramePr>
          <p:nvPr>
            <p:extLst>
              <p:ext uri="{D42A27DB-BD31-4B8C-83A1-F6EECF244321}">
                <p14:modId xmlns:p14="http://schemas.microsoft.com/office/powerpoint/2010/main" val="3600861573"/>
              </p:ext>
            </p:extLst>
          </p:nvPr>
        </p:nvGraphicFramePr>
        <p:xfrm>
          <a:off x="1580056" y="5549516"/>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35400B1-CA1B-4002-91FE-474368C7BC7B}"/>
              </a:ext>
            </a:extLst>
          </p:cNvPr>
          <p:cNvGraphicFramePr>
            <a:graphicFrameLocks noGrp="1"/>
          </p:cNvGraphicFramePr>
          <p:nvPr>
            <p:extLst>
              <p:ext uri="{D42A27DB-BD31-4B8C-83A1-F6EECF244321}">
                <p14:modId xmlns:p14="http://schemas.microsoft.com/office/powerpoint/2010/main" val="498507228"/>
              </p:ext>
            </p:extLst>
          </p:nvPr>
        </p:nvGraphicFramePr>
        <p:xfrm>
          <a:off x="1580056" y="4214639"/>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7" name="Table 16">
            <a:extLst>
              <a:ext uri="{FF2B5EF4-FFF2-40B4-BE49-F238E27FC236}">
                <a16:creationId xmlns:a16="http://schemas.microsoft.com/office/drawing/2014/main" id="{542B9F95-27C2-49EC-BC3D-706153F749A5}"/>
              </a:ext>
            </a:extLst>
          </p:cNvPr>
          <p:cNvGraphicFramePr>
            <a:graphicFrameLocks noGrp="1"/>
          </p:cNvGraphicFramePr>
          <p:nvPr>
            <p:extLst>
              <p:ext uri="{D42A27DB-BD31-4B8C-83A1-F6EECF244321}">
                <p14:modId xmlns:p14="http://schemas.microsoft.com/office/powerpoint/2010/main" val="3747301446"/>
              </p:ext>
            </p:extLst>
          </p:nvPr>
        </p:nvGraphicFramePr>
        <p:xfrm>
          <a:off x="1580056" y="6193511"/>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2" name="Table 21">
            <a:extLst>
              <a:ext uri="{FF2B5EF4-FFF2-40B4-BE49-F238E27FC236}">
                <a16:creationId xmlns:a16="http://schemas.microsoft.com/office/drawing/2014/main" id="{48F241B5-E369-4974-A7B8-87B4EC2FC003}"/>
              </a:ext>
            </a:extLst>
          </p:cNvPr>
          <p:cNvGraphicFramePr>
            <a:graphicFrameLocks noGrp="1"/>
          </p:cNvGraphicFramePr>
          <p:nvPr>
            <p:extLst>
              <p:ext uri="{D42A27DB-BD31-4B8C-83A1-F6EECF244321}">
                <p14:modId xmlns:p14="http://schemas.microsoft.com/office/powerpoint/2010/main" val="2555777588"/>
              </p:ext>
            </p:extLst>
          </p:nvPr>
        </p:nvGraphicFramePr>
        <p:xfrm>
          <a:off x="1580056" y="2180018"/>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3" name="Table 22">
            <a:extLst>
              <a:ext uri="{FF2B5EF4-FFF2-40B4-BE49-F238E27FC236}">
                <a16:creationId xmlns:a16="http://schemas.microsoft.com/office/drawing/2014/main" id="{FB75159D-C842-436A-9F30-8570E1F0C6AC}"/>
              </a:ext>
            </a:extLst>
          </p:cNvPr>
          <p:cNvGraphicFramePr>
            <a:graphicFrameLocks noGrp="1"/>
          </p:cNvGraphicFramePr>
          <p:nvPr>
            <p:extLst>
              <p:ext uri="{D42A27DB-BD31-4B8C-83A1-F6EECF244321}">
                <p14:modId xmlns:p14="http://schemas.microsoft.com/office/powerpoint/2010/main" val="3622567103"/>
              </p:ext>
            </p:extLst>
          </p:nvPr>
        </p:nvGraphicFramePr>
        <p:xfrm>
          <a:off x="1580056" y="2866397"/>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0" name="Arrow: Left-Right 19">
            <a:extLst>
              <a:ext uri="{FF2B5EF4-FFF2-40B4-BE49-F238E27FC236}">
                <a16:creationId xmlns:a16="http://schemas.microsoft.com/office/drawing/2014/main" id="{E19D8CE3-B4EF-4FBC-8997-536CBB43BF50}"/>
              </a:ext>
            </a:extLst>
          </p:cNvPr>
          <p:cNvSpPr/>
          <p:nvPr/>
        </p:nvSpPr>
        <p:spPr>
          <a:xfrm>
            <a:off x="4414342" y="3035545"/>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4E15A9FF-D6A6-4A25-A5E0-4BCC4528B9BB}"/>
              </a:ext>
            </a:extLst>
          </p:cNvPr>
          <p:cNvGraphicFramePr>
            <a:graphicFrameLocks noGrp="1"/>
          </p:cNvGraphicFramePr>
          <p:nvPr>
            <p:extLst>
              <p:ext uri="{D42A27DB-BD31-4B8C-83A1-F6EECF244321}">
                <p14:modId xmlns:p14="http://schemas.microsoft.com/office/powerpoint/2010/main" val="1678505982"/>
              </p:ext>
            </p:extLst>
          </p:nvPr>
        </p:nvGraphicFramePr>
        <p:xfrm>
          <a:off x="1580056" y="4882077"/>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5" name="Arrow: Left-Right 24">
            <a:extLst>
              <a:ext uri="{FF2B5EF4-FFF2-40B4-BE49-F238E27FC236}">
                <a16:creationId xmlns:a16="http://schemas.microsoft.com/office/drawing/2014/main" id="{842736FD-0C44-45FE-A05E-55B2D68A12AE}"/>
              </a:ext>
            </a:extLst>
          </p:cNvPr>
          <p:cNvSpPr/>
          <p:nvPr/>
        </p:nvSpPr>
        <p:spPr>
          <a:xfrm>
            <a:off x="2790490" y="5051225"/>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A40D4F3B-5C85-4C20-A14C-94FC49CD6BD2}"/>
              </a:ext>
            </a:extLst>
          </p:cNvPr>
          <p:cNvGraphicFramePr>
            <a:graphicFrameLocks noGrp="1"/>
          </p:cNvGraphicFramePr>
          <p:nvPr>
            <p:extLst>
              <p:ext uri="{D42A27DB-BD31-4B8C-83A1-F6EECF244321}">
                <p14:modId xmlns:p14="http://schemas.microsoft.com/office/powerpoint/2010/main" val="2675244185"/>
              </p:ext>
            </p:extLst>
          </p:nvPr>
        </p:nvGraphicFramePr>
        <p:xfrm>
          <a:off x="1580056" y="1466003"/>
          <a:ext cx="8128000" cy="57912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1119387118"/>
                    </a:ext>
                  </a:extLst>
                </a:gridCol>
                <a:gridCol w="1625600">
                  <a:extLst>
                    <a:ext uri="{9D8B030D-6E8A-4147-A177-3AD203B41FA5}">
                      <a16:colId xmlns:a16="http://schemas.microsoft.com/office/drawing/2014/main" val="2626481109"/>
                    </a:ext>
                  </a:extLst>
                </a:gridCol>
                <a:gridCol w="1625600">
                  <a:extLst>
                    <a:ext uri="{9D8B030D-6E8A-4147-A177-3AD203B41FA5}">
                      <a16:colId xmlns:a16="http://schemas.microsoft.com/office/drawing/2014/main" val="2935489040"/>
                    </a:ext>
                  </a:extLst>
                </a:gridCol>
                <a:gridCol w="1625600">
                  <a:extLst>
                    <a:ext uri="{9D8B030D-6E8A-4147-A177-3AD203B41FA5}">
                      <a16:colId xmlns:a16="http://schemas.microsoft.com/office/drawing/2014/main" val="2142991677"/>
                    </a:ext>
                  </a:extLst>
                </a:gridCol>
                <a:gridCol w="1625600">
                  <a:extLst>
                    <a:ext uri="{9D8B030D-6E8A-4147-A177-3AD203B41FA5}">
                      <a16:colId xmlns:a16="http://schemas.microsoft.com/office/drawing/2014/main" val="2694514812"/>
                    </a:ext>
                  </a:extLst>
                </a:gridCol>
              </a:tblGrid>
              <a:tr h="460205">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6C401266-88E4-434F-A69E-484E45BB7B43}"/>
              </a:ext>
            </a:extLst>
          </p:cNvPr>
          <p:cNvSpPr/>
          <p:nvPr/>
        </p:nvSpPr>
        <p:spPr>
          <a:xfrm>
            <a:off x="2790496" y="1635151"/>
            <a:ext cx="840828"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216127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b="1" dirty="0"/>
              <a:t>insertion sort</a:t>
            </a:r>
          </a:p>
          <a:p>
            <a:pPr lvl="1"/>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71319-6679-4E87-9B4E-290B5C86B6A1}"/>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670BA340-776F-462A-8B60-B90D2E0A33B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7863628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dirty="0"/>
              <a:t>insertion sort</a:t>
            </a:r>
          </a:p>
          <a:p>
            <a:pPr lvl="1"/>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CA7E1-0D13-4600-8622-7BFECD83399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0AB60EC3-B235-4966-80BE-B7D212794C78}"/>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5383195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197</TotalTime>
  <Words>1310</Words>
  <Application>Microsoft Office PowerPoint</Application>
  <PresentationFormat>Widescreen</PresentationFormat>
  <Paragraphs>448</Paragraphs>
  <Slides>67</Slides>
  <Notes>26</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67</vt:i4>
      </vt:variant>
    </vt:vector>
  </HeadingPairs>
  <TitlesOfParts>
    <vt:vector size="72"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Bubble Sort</vt:lpstr>
      <vt:lpstr>Learning Intentions</vt:lpstr>
      <vt:lpstr>PowerPoint Presentation</vt:lpstr>
      <vt:lpstr>Learning Intentions</vt:lpstr>
      <vt:lpstr>PowerPoint Presentation</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323</cp:revision>
  <cp:lastPrinted>2022-12-12T09:57:02Z</cp:lastPrinted>
  <dcterms:created xsi:type="dcterms:W3CDTF">2020-11-23T14:36:09Z</dcterms:created>
  <dcterms:modified xsi:type="dcterms:W3CDTF">2026-08-27T15:25:02Z</dcterms:modified>
</cp:coreProperties>
</file>