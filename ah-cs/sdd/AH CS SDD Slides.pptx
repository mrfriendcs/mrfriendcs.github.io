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2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8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4"/>
  </p:notesMasterIdLst>
  <p:sldIdLst>
    <p:sldId id="434" r:id="rId2"/>
    <p:sldId id="506" r:id="rId3"/>
    <p:sldId id="507" r:id="rId4"/>
    <p:sldId id="262" r:id="rId5"/>
    <p:sldId id="275" r:id="rId6"/>
    <p:sldId id="634" r:id="rId7"/>
    <p:sldId id="875" r:id="rId8"/>
    <p:sldId id="876" r:id="rId9"/>
    <p:sldId id="877" r:id="rId10"/>
    <p:sldId id="880" r:id="rId11"/>
    <p:sldId id="878" r:id="rId12"/>
    <p:sldId id="881" r:id="rId13"/>
    <p:sldId id="879" r:id="rId14"/>
    <p:sldId id="874" r:id="rId15"/>
    <p:sldId id="867" r:id="rId16"/>
    <p:sldId id="632" r:id="rId17"/>
    <p:sldId id="866" r:id="rId18"/>
    <p:sldId id="535" r:id="rId19"/>
    <p:sldId id="546" r:id="rId20"/>
    <p:sldId id="633" r:id="rId21"/>
    <p:sldId id="539" r:id="rId22"/>
    <p:sldId id="855" r:id="rId23"/>
    <p:sldId id="611" r:id="rId24"/>
    <p:sldId id="541" r:id="rId25"/>
    <p:sldId id="425" r:id="rId26"/>
    <p:sldId id="428" r:id="rId27"/>
    <p:sldId id="856" r:id="rId28"/>
    <p:sldId id="537" r:id="rId29"/>
    <p:sldId id="860" r:id="rId30"/>
    <p:sldId id="612" r:id="rId31"/>
    <p:sldId id="614" r:id="rId32"/>
    <p:sldId id="854" r:id="rId33"/>
    <p:sldId id="859" r:id="rId34"/>
    <p:sldId id="857" r:id="rId35"/>
    <p:sldId id="858" r:id="rId36"/>
    <p:sldId id="505" r:id="rId37"/>
    <p:sldId id="624" r:id="rId38"/>
    <p:sldId id="472" r:id="rId39"/>
    <p:sldId id="471" r:id="rId40"/>
    <p:sldId id="825" r:id="rId41"/>
    <p:sldId id="826" r:id="rId42"/>
    <p:sldId id="424" r:id="rId43"/>
    <p:sldId id="564" r:id="rId44"/>
    <p:sldId id="615" r:id="rId45"/>
    <p:sldId id="514" r:id="rId46"/>
    <p:sldId id="616" r:id="rId47"/>
    <p:sldId id="336" r:id="rId48"/>
    <p:sldId id="476" r:id="rId49"/>
    <p:sldId id="563" r:id="rId50"/>
    <p:sldId id="617" r:id="rId51"/>
    <p:sldId id="565" r:id="rId52"/>
    <p:sldId id="618" r:id="rId53"/>
    <p:sldId id="421" r:id="rId54"/>
    <p:sldId id="477" r:id="rId55"/>
    <p:sldId id="512" r:id="rId56"/>
    <p:sldId id="619" r:id="rId57"/>
    <p:sldId id="566" r:id="rId58"/>
    <p:sldId id="620" r:id="rId59"/>
    <p:sldId id="422" r:id="rId60"/>
    <p:sldId id="478" r:id="rId61"/>
    <p:sldId id="621" r:id="rId62"/>
    <p:sldId id="622" r:id="rId63"/>
    <p:sldId id="423" r:id="rId64"/>
    <p:sldId id="479" r:id="rId65"/>
    <p:sldId id="480" r:id="rId66"/>
    <p:sldId id="358" r:id="rId67"/>
    <p:sldId id="487" r:id="rId68"/>
    <p:sldId id="481" r:id="rId69"/>
    <p:sldId id="623" r:id="rId70"/>
    <p:sldId id="482" r:id="rId71"/>
    <p:sldId id="488" r:id="rId72"/>
    <p:sldId id="483" r:id="rId73"/>
    <p:sldId id="492" r:id="rId74"/>
    <p:sldId id="485" r:id="rId75"/>
    <p:sldId id="489" r:id="rId76"/>
    <p:sldId id="486" r:id="rId77"/>
    <p:sldId id="491" r:id="rId78"/>
    <p:sldId id="484" r:id="rId79"/>
    <p:sldId id="545" r:id="rId80"/>
    <p:sldId id="547" r:id="rId81"/>
    <p:sldId id="549" r:id="rId82"/>
    <p:sldId id="496" r:id="rId83"/>
    <p:sldId id="607" r:id="rId84"/>
    <p:sldId id="606" r:id="rId85"/>
    <p:sldId id="832" r:id="rId86"/>
    <p:sldId id="498" r:id="rId87"/>
    <p:sldId id="833" r:id="rId88"/>
    <p:sldId id="499" r:id="rId89"/>
    <p:sldId id="834" r:id="rId90"/>
    <p:sldId id="497" r:id="rId91"/>
    <p:sldId id="500" r:id="rId92"/>
    <p:sldId id="835" r:id="rId93"/>
    <p:sldId id="608" r:id="rId94"/>
    <p:sldId id="501" r:id="rId95"/>
    <p:sldId id="831" r:id="rId96"/>
    <p:sldId id="437" r:id="rId97"/>
    <p:sldId id="440" r:id="rId98"/>
    <p:sldId id="830" r:id="rId99"/>
    <p:sldId id="562" r:id="rId100"/>
    <p:sldId id="609" r:id="rId101"/>
    <p:sldId id="451" r:id="rId102"/>
    <p:sldId id="450" r:id="rId103"/>
    <p:sldId id="452" r:id="rId104"/>
    <p:sldId id="443" r:id="rId105"/>
    <p:sldId id="444" r:id="rId106"/>
    <p:sldId id="836" r:id="rId107"/>
    <p:sldId id="453" r:id="rId108"/>
    <p:sldId id="454" r:id="rId109"/>
    <p:sldId id="837" r:id="rId110"/>
    <p:sldId id="445" r:id="rId111"/>
    <p:sldId id="456" r:id="rId112"/>
    <p:sldId id="556" r:id="rId113"/>
    <p:sldId id="457" r:id="rId114"/>
    <p:sldId id="557" r:id="rId115"/>
    <p:sldId id="446" r:id="rId116"/>
    <p:sldId id="3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552" r:id="rId128"/>
    <p:sldId id="841" r:id="rId129"/>
    <p:sldId id="610" r:id="rId130"/>
    <p:sldId id="626" r:id="rId131"/>
    <p:sldId id="628" r:id="rId132"/>
    <p:sldId id="629" r:id="rId133"/>
    <p:sldId id="840" r:id="rId134"/>
    <p:sldId id="842" r:id="rId135"/>
    <p:sldId id="554" r:id="rId136"/>
    <p:sldId id="839" r:id="rId137"/>
    <p:sldId id="559" r:id="rId138"/>
    <p:sldId id="560" r:id="rId139"/>
    <p:sldId id="458" r:id="rId140"/>
    <p:sldId id="460" r:id="rId141"/>
    <p:sldId id="461" r:id="rId142"/>
    <p:sldId id="465" r:id="rId143"/>
    <p:sldId id="462" r:id="rId144"/>
    <p:sldId id="646" r:id="rId145"/>
    <p:sldId id="636" r:id="rId146"/>
    <p:sldId id="640" r:id="rId147"/>
    <p:sldId id="463" r:id="rId148"/>
    <p:sldId id="641" r:id="rId149"/>
    <p:sldId id="639" r:id="rId150"/>
    <p:sldId id="642" r:id="rId151"/>
    <p:sldId id="468" r:id="rId152"/>
    <p:sldId id="643" r:id="rId153"/>
    <p:sldId id="627" r:id="rId154"/>
    <p:sldId id="644" r:id="rId155"/>
    <p:sldId id="638" r:id="rId156"/>
    <p:sldId id="645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572" r:id="rId175"/>
    <p:sldId id="573" r:id="rId176"/>
    <p:sldId id="574" r:id="rId177"/>
    <p:sldId id="420" r:id="rId178"/>
    <p:sldId id="862" r:id="rId179"/>
    <p:sldId id="861" r:id="rId180"/>
    <p:sldId id="864" r:id="rId181"/>
    <p:sldId id="575" r:id="rId182"/>
    <p:sldId id="576" r:id="rId183"/>
    <p:sldId id="502" r:id="rId184"/>
    <p:sldId id="504" r:id="rId185"/>
    <p:sldId id="870" r:id="rId186"/>
    <p:sldId id="871" r:id="rId187"/>
    <p:sldId id="503" r:id="rId188"/>
    <p:sldId id="816" r:id="rId189"/>
    <p:sldId id="847" r:id="rId190"/>
    <p:sldId id="817" r:id="rId191"/>
    <p:sldId id="868" r:id="rId192"/>
    <p:sldId id="818" r:id="rId193"/>
    <p:sldId id="869" r:id="rId194"/>
    <p:sldId id="824" r:id="rId195"/>
    <p:sldId id="846" r:id="rId196"/>
    <p:sldId id="577" r:id="rId197"/>
    <p:sldId id="578" r:id="rId198"/>
    <p:sldId id="814" r:id="rId199"/>
    <p:sldId id="872" r:id="rId200"/>
    <p:sldId id="843" r:id="rId201"/>
    <p:sldId id="815" r:id="rId202"/>
    <p:sldId id="844" r:id="rId203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506"/>
            <p14:sldId id="507"/>
            <p14:sldId id="262"/>
          </p14:sldIdLst>
        </p14:section>
        <p14:section name="Use Case Diagrams" id="{8FF03462-626E-4D1D-AC9E-9B36ACF6C895}">
          <p14:sldIdLst>
            <p14:sldId id="275"/>
            <p14:sldId id="634"/>
            <p14:sldId id="875"/>
            <p14:sldId id="876"/>
            <p14:sldId id="877"/>
            <p14:sldId id="880"/>
            <p14:sldId id="878"/>
            <p14:sldId id="881"/>
            <p14:sldId id="879"/>
            <p14:sldId id="87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296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microsoft.com/office/2016/11/relationships/changesInfo" Target="changesInfos/changesInfo1.xml"/><Relationship Id="rId190" Type="http://schemas.openxmlformats.org/officeDocument/2006/relationships/slide" Target="slides/slide189.xml"/><Relationship Id="rId20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5-08T14:28:26.925" v="201" actId="1076"/>
      <pc:docMkLst>
        <pc:docMk/>
      </pc:docMkLst>
      <pc:sldChg chg="modSp mod">
        <pc:chgData name="Al Friend" userId="e5ed79da-d858-46d4-9eed-a7a24903f2de" providerId="ADAL" clId="{6CF5D3DD-A8C4-4611-8099-4AEB2E976A2E}" dt="2026-05-08T14:28:26.925" v="201" actId="1076"/>
        <pc:sldMkLst>
          <pc:docMk/>
          <pc:sldMk cId="237343473" sldId="875"/>
        </pc:sldMkLst>
        <pc:spChg chg="mod">
          <ac:chgData name="Al Friend" userId="e5ed79da-d858-46d4-9eed-a7a24903f2de" providerId="ADAL" clId="{6CF5D3DD-A8C4-4611-8099-4AEB2E976A2E}" dt="2026-05-08T14:28:15.301" v="200" actId="948"/>
          <ac:spMkLst>
            <pc:docMk/>
            <pc:sldMk cId="237343473" sldId="875"/>
            <ac:spMk id="18" creationId="{D88574CC-45EE-41B3-9E51-9F1267441FCF}"/>
          </ac:spMkLst>
        </pc:spChg>
        <pc:cxnChg chg="mod">
          <ac:chgData name="Al Friend" userId="e5ed79da-d858-46d4-9eed-a7a24903f2de" providerId="ADAL" clId="{6CF5D3DD-A8C4-4611-8099-4AEB2E976A2E}" dt="2026-05-08T14:28:26.925" v="201" actId="1076"/>
          <ac:cxnSpMkLst>
            <pc:docMk/>
            <pc:sldMk cId="237343473" sldId="875"/>
            <ac:cxnSpMk id="29" creationId="{FA43D775-B13A-41BA-A1F8-00B3CC6C3F2F}"/>
          </ac:cxnSpMkLst>
        </pc:cxnChg>
      </pc:sldChg>
    </pc:docChg>
  </pc:docChgLst>
  <pc:docChgLst>
    <pc:chgData name="Al Friend" userId="e5ed79da-d858-46d4-9eed-a7a24903f2de" providerId="ADAL" clId="{C674B5A1-E3B2-40E8-863B-82D707DB4736}"/>
    <pc:docChg chg="undo custSel addSld delSld modSld sldOrd modSection">
      <pc:chgData name="Al Friend" userId="e5ed79da-d858-46d4-9eed-a7a24903f2de" providerId="ADAL" clId="{C674B5A1-E3B2-40E8-863B-82D707DB4736}" dt="2026-05-12T15:05:49.862" v="1291" actId="20577"/>
      <pc:docMkLst>
        <pc:docMk/>
      </pc:docMkLst>
      <pc:sldChg chg="modSp">
        <pc:chgData name="Al Friend" userId="e5ed79da-d858-46d4-9eed-a7a24903f2de" providerId="ADAL" clId="{C674B5A1-E3B2-40E8-863B-82D707DB4736}" dt="2026-05-12T14:20:12.714" v="1089" actId="20577"/>
        <pc:sldMkLst>
          <pc:docMk/>
          <pc:sldMk cId="1397375078" sldId="262"/>
        </pc:sldMkLst>
        <pc:spChg chg="mod">
          <ac:chgData name="Al Friend" userId="e5ed79da-d858-46d4-9eed-a7a24903f2de" providerId="ADAL" clId="{C674B5A1-E3B2-40E8-863B-82D707DB4736}" dt="2026-05-12T14:20:12.714" v="1089" actId="20577"/>
          <ac:spMkLst>
            <pc:docMk/>
            <pc:sldMk cId="1397375078" sldId="262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13:41.150" v="987" actId="20577"/>
          <ac:spMkLst>
            <pc:docMk/>
            <pc:sldMk cId="1397375078" sldId="262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5:22.314" v="34" actId="948"/>
        <pc:sldMkLst>
          <pc:docMk/>
          <pc:sldMk cId="814279176" sldId="275"/>
        </pc:sldMkLst>
        <pc:spChg chg="mod">
          <ac:chgData name="Al Friend" userId="e5ed79da-d858-46d4-9eed-a7a24903f2de" providerId="ADAL" clId="{C674B5A1-E3B2-40E8-863B-82D707DB4736}" dt="2026-05-07T09:55:22.314" v="34" actId="948"/>
          <ac:spMkLst>
            <pc:docMk/>
            <pc:sldMk cId="814279176" sldId="275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3:36.053" v="12" actId="20577"/>
        <pc:sldMkLst>
          <pc:docMk/>
          <pc:sldMk cId="4009330697" sldId="434"/>
        </pc:sldMkLst>
        <pc:spChg chg="mod">
          <ac:chgData name="Al Friend" userId="e5ed79da-d858-46d4-9eed-a7a24903f2de" providerId="ADAL" clId="{C674B5A1-E3B2-40E8-863B-82D707DB4736}" dt="2026-05-07T09:53:36.053" v="12" actId="20577"/>
          <ac:spMkLst>
            <pc:docMk/>
            <pc:sldMk cId="4009330697" sldId="434"/>
            <ac:spMk id="2" creationId="{00000000-0000-0000-0000-000000000000}"/>
          </ac:spMkLst>
        </pc:spChg>
      </pc:sldChg>
      <pc:sldChg chg="del">
        <pc:chgData name="Al Friend" userId="e5ed79da-d858-46d4-9eed-a7a24903f2de" providerId="ADAL" clId="{C674B5A1-E3B2-40E8-863B-82D707DB4736}" dt="2026-05-12T14:15:42.773" v="1025" actId="2696"/>
        <pc:sldMkLst>
          <pc:docMk/>
          <pc:sldMk cId="3030988362" sldId="435"/>
        </pc:sldMkLst>
      </pc:sldChg>
      <pc:sldChg chg="addSp delSp modSp delAnim modAnim">
        <pc:chgData name="Al Friend" userId="e5ed79da-d858-46d4-9eed-a7a24903f2de" providerId="ADAL" clId="{C674B5A1-E3B2-40E8-863B-82D707DB4736}" dt="2026-05-12T14:19:13.529" v="1075"/>
        <pc:sldMkLst>
          <pc:docMk/>
          <pc:sldMk cId="3688620620" sldId="506"/>
        </pc:sldMkLst>
        <pc:spChg chg="add mod">
          <ac:chgData name="Al Friend" userId="e5ed79da-d858-46d4-9eed-a7a24903f2de" providerId="ADAL" clId="{C674B5A1-E3B2-40E8-863B-82D707DB4736}" dt="2026-05-12T14:17:52.113" v="1056" actId="1076"/>
          <ac:spMkLst>
            <pc:docMk/>
            <pc:sldMk cId="3688620620" sldId="506"/>
            <ac:spMk id="3" creationId="{6A97AC26-082B-45FF-807A-F23AA3F80267}"/>
          </ac:spMkLst>
        </pc:spChg>
        <pc:graphicFrameChg chg="mod">
          <ac:chgData name="Al Friend" userId="e5ed79da-d858-46d4-9eed-a7a24903f2de" providerId="ADAL" clId="{C674B5A1-E3B2-40E8-863B-82D707DB4736}" dt="2026-05-12T14:15:51.806" v="1027" actId="20577"/>
          <ac:graphicFrameMkLst>
            <pc:docMk/>
            <pc:sldMk cId="3688620620" sldId="506"/>
            <ac:graphicFrameMk id="5" creationId="{00000000-0000-0000-0000-000000000000}"/>
          </ac:graphicFrameMkLst>
        </pc:graphicFrameChg>
        <pc:cxnChg chg="del">
          <ac:chgData name="Al Friend" userId="e5ed79da-d858-46d4-9eed-a7a24903f2de" providerId="ADAL" clId="{C674B5A1-E3B2-40E8-863B-82D707DB4736}" dt="2026-05-12T14:14:47.086" v="998" actId="478"/>
          <ac:cxnSpMkLst>
            <pc:docMk/>
            <pc:sldMk cId="3688620620" sldId="506"/>
            <ac:cxnSpMk id="4" creationId="{00000000-0000-0000-0000-000000000000}"/>
          </ac:cxnSpMkLst>
        </pc:cxnChg>
        <pc:cxnChg chg="del">
          <ac:chgData name="Al Friend" userId="e5ed79da-d858-46d4-9eed-a7a24903f2de" providerId="ADAL" clId="{C674B5A1-E3B2-40E8-863B-82D707DB4736}" dt="2026-05-12T14:14:51.598" v="999" actId="478"/>
          <ac:cxnSpMkLst>
            <pc:docMk/>
            <pc:sldMk cId="3688620620" sldId="506"/>
            <ac:cxnSpMk id="6" creationId="{00000000-0000-0000-0000-000000000000}"/>
          </ac:cxnSpMkLst>
        </pc:cxnChg>
      </pc:sldChg>
      <pc:sldChg chg="modSp modAnim">
        <pc:chgData name="Al Friend" userId="e5ed79da-d858-46d4-9eed-a7a24903f2de" providerId="ADAL" clId="{C674B5A1-E3B2-40E8-863B-82D707DB4736}" dt="2026-05-12T14:12:30.992" v="977" actId="20577"/>
        <pc:sldMkLst>
          <pc:docMk/>
          <pc:sldMk cId="3252904998" sldId="507"/>
        </pc:sldMkLst>
        <pc:spChg chg="mod">
          <ac:chgData name="Al Friend" userId="e5ed79da-d858-46d4-9eed-a7a24903f2de" providerId="ADAL" clId="{C674B5A1-E3B2-40E8-863B-82D707DB4736}" dt="2026-05-12T14:12:13.028" v="967" actId="20577"/>
          <ac:spMkLst>
            <pc:docMk/>
            <pc:sldMk cId="3252904998" sldId="507"/>
            <ac:spMk id="3" creationId="{800ECB73-0608-4B44-882B-9BBB8EADD3EA}"/>
          </ac:spMkLst>
        </pc:spChg>
        <pc:spChg chg="mod">
          <ac:chgData name="Al Friend" userId="e5ed79da-d858-46d4-9eed-a7a24903f2de" providerId="ADAL" clId="{C674B5A1-E3B2-40E8-863B-82D707DB4736}" dt="2026-05-12T14:12:30.992" v="977" actId="20577"/>
          <ac:spMkLst>
            <pc:docMk/>
            <pc:sldMk cId="3252904998" sldId="507"/>
            <ac:spMk id="4" creationId="{6C837FB6-A567-497F-93B1-2DEE87ED18D6}"/>
          </ac:spMkLst>
        </pc:spChg>
        <pc:spChg chg="mod">
          <ac:chgData name="Al Friend" userId="e5ed79da-d858-46d4-9eed-a7a24903f2de" providerId="ADAL" clId="{C674B5A1-E3B2-40E8-863B-82D707DB4736}" dt="2026-05-12T14:12:08.480" v="965" actId="20577"/>
          <ac:spMkLst>
            <pc:docMk/>
            <pc:sldMk cId="3252904998" sldId="507"/>
            <ac:spMk id="5" creationId="{23B492CD-F51E-4517-A552-72BB03A9DDC1}"/>
          </ac:spMkLst>
        </pc:spChg>
        <pc:spChg chg="mod">
          <ac:chgData name="Al Friend" userId="e5ed79da-d858-46d4-9eed-a7a24903f2de" providerId="ADAL" clId="{C674B5A1-E3B2-40E8-863B-82D707DB4736}" dt="2026-05-12T14:11:45.272" v="961" actId="20577"/>
          <ac:spMkLst>
            <pc:docMk/>
            <pc:sldMk cId="3252904998" sldId="507"/>
            <ac:spMk id="6" creationId="{85EA51F6-ECFD-4D1F-BF54-C5C44552D6D8}"/>
          </ac:spMkLst>
        </pc:spChg>
        <pc:spChg chg="mod">
          <ac:chgData name="Al Friend" userId="e5ed79da-d858-46d4-9eed-a7a24903f2de" providerId="ADAL" clId="{C674B5A1-E3B2-40E8-863B-82D707DB4736}" dt="2026-05-12T14:09:56.711" v="951" actId="20577"/>
          <ac:spMkLst>
            <pc:docMk/>
            <pc:sldMk cId="3252904998" sldId="507"/>
            <ac:spMk id="7" creationId="{00000000-0000-0000-0000-000000000000}"/>
          </ac:spMkLst>
        </pc:spChg>
      </pc:sldChg>
      <pc:sldChg chg="addSp delSp modSp delAnim modAnim modNotesTx">
        <pc:chgData name="Al Friend" userId="e5ed79da-d858-46d4-9eed-a7a24903f2de" providerId="ADAL" clId="{C674B5A1-E3B2-40E8-863B-82D707DB4736}" dt="2026-05-07T10:50:19.870" v="453"/>
        <pc:sldMkLst>
          <pc:docMk/>
          <pc:sldMk cId="3792360079" sldId="634"/>
        </pc:sldMkLst>
        <pc:spChg chg="mod">
          <ac:chgData name="Al Friend" userId="e5ed79da-d858-46d4-9eed-a7a24903f2de" providerId="ADAL" clId="{C674B5A1-E3B2-40E8-863B-82D707DB4736}" dt="2026-05-07T09:59:59.168" v="92" actId="20577"/>
          <ac:spMkLst>
            <pc:docMk/>
            <pc:sldMk cId="3792360079" sldId="634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07T10:00:12.316" v="94" actId="478"/>
          <ac:spMkLst>
            <pc:docMk/>
            <pc:sldMk cId="3792360079" sldId="634"/>
            <ac:spMk id="3" creationId="{7459AF07-0BB9-4B79-8FE7-83C2745C2AE5}"/>
          </ac:spMkLst>
        </pc:spChg>
        <pc:spChg chg="del">
          <ac:chgData name="Al Friend" userId="e5ed79da-d858-46d4-9eed-a7a24903f2de" providerId="ADAL" clId="{C674B5A1-E3B2-40E8-863B-82D707DB4736}" dt="2026-05-07T09:59:28.593" v="60" actId="478"/>
          <ac:spMkLst>
            <pc:docMk/>
            <pc:sldMk cId="3792360079" sldId="634"/>
            <ac:spMk id="4" creationId="{9384B7F1-BA4B-4730-F724-7D085D57DAB9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5" creationId="{CCE05E6E-A41D-4F17-976E-859832DCAAEB}"/>
          </ac:spMkLst>
        </pc:spChg>
        <pc:spChg chg="del">
          <ac:chgData name="Al Friend" userId="e5ed79da-d858-46d4-9eed-a7a24903f2de" providerId="ADAL" clId="{C674B5A1-E3B2-40E8-863B-82D707DB4736}" dt="2026-05-07T09:59:13.807" v="54" actId="478"/>
          <ac:spMkLst>
            <pc:docMk/>
            <pc:sldMk cId="3792360079" sldId="634"/>
            <ac:spMk id="8" creationId="{C96D15D4-1AB6-41A6-BFA0-B5265FD7746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10" creationId="{3B047DC7-344F-4A56-83D8-286EB77BF4E1}"/>
          </ac:spMkLst>
        </pc:spChg>
        <pc:spChg chg="del">
          <ac:chgData name="Al Friend" userId="e5ed79da-d858-46d4-9eed-a7a24903f2de" providerId="ADAL" clId="{C674B5A1-E3B2-40E8-863B-82D707DB4736}" dt="2026-05-07T09:59:27.311" v="59" actId="478"/>
          <ac:spMkLst>
            <pc:docMk/>
            <pc:sldMk cId="3792360079" sldId="634"/>
            <ac:spMk id="16" creationId="{33AAB01A-94DD-4613-BD71-1720FEFEFA8E}"/>
          </ac:spMkLst>
        </pc:spChg>
        <pc:spChg chg="del">
          <ac:chgData name="Al Friend" userId="e5ed79da-d858-46d4-9eed-a7a24903f2de" providerId="ADAL" clId="{C674B5A1-E3B2-40E8-863B-82D707DB4736}" dt="2026-05-07T09:59:25.723" v="58" actId="478"/>
          <ac:spMkLst>
            <pc:docMk/>
            <pc:sldMk cId="3792360079" sldId="634"/>
            <ac:spMk id="22" creationId="{F2924B22-3C77-4BE2-AEDF-DF4BE55E968F}"/>
          </ac:spMkLst>
        </pc:spChg>
        <pc:spChg chg="del">
          <ac:chgData name="Al Friend" userId="e5ed79da-d858-46d4-9eed-a7a24903f2de" providerId="ADAL" clId="{C674B5A1-E3B2-40E8-863B-82D707DB4736}" dt="2026-05-07T09:59:32.183" v="62" actId="478"/>
          <ac:spMkLst>
            <pc:docMk/>
            <pc:sldMk cId="3792360079" sldId="634"/>
            <ac:spMk id="28" creationId="{F011BBBB-743B-4F70-920B-92D86D92F2EF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3" creationId="{20BD216E-3A07-4ACF-B399-9EE44B4195D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5" creationId="{4945BC8F-E969-47AB-AA94-0700AEF4950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6" creationId="{A596FB08-E7CA-4052-9B88-984FB2912E57}"/>
          </ac:spMkLst>
        </pc:spChg>
        <pc:spChg chg="del">
          <ac:chgData name="Al Friend" userId="e5ed79da-d858-46d4-9eed-a7a24903f2de" providerId="ADAL" clId="{C674B5A1-E3B2-40E8-863B-82D707DB4736}" dt="2026-05-07T09:59:18.720" v="56" actId="478"/>
          <ac:spMkLst>
            <pc:docMk/>
            <pc:sldMk cId="3792360079" sldId="634"/>
            <ac:spMk id="39" creationId="{A4585091-739A-4D3F-99EE-3F1D384F15D3}"/>
          </ac:spMkLst>
        </pc:spChg>
        <pc:spChg chg="del">
          <ac:chgData name="Al Friend" userId="e5ed79da-d858-46d4-9eed-a7a24903f2de" providerId="ADAL" clId="{C674B5A1-E3B2-40E8-863B-82D707DB4736}" dt="2026-05-07T09:59:17.464" v="55" actId="478"/>
          <ac:spMkLst>
            <pc:docMk/>
            <pc:sldMk cId="3792360079" sldId="634"/>
            <ac:spMk id="42" creationId="{6E09A57C-89C4-4FAA-970E-9E980F126D2F}"/>
          </ac:spMkLst>
        </pc:spChg>
        <pc:grpChg chg="del">
          <ac:chgData name="Al Friend" userId="e5ed79da-d858-46d4-9eed-a7a24903f2de" providerId="ADAL" clId="{C674B5A1-E3B2-40E8-863B-82D707DB4736}" dt="2026-05-07T09:59:23.567" v="57" actId="478"/>
          <ac:grpSpMkLst>
            <pc:docMk/>
            <pc:sldMk cId="3792360079" sldId="634"/>
            <ac:grpSpMk id="26" creationId="{3DD65B88-6C76-4F80-9853-D5FF4D0B0487}"/>
          </ac:grpSpMkLst>
        </pc:grpChg>
        <pc:grpChg chg="del">
          <ac:chgData name="Al Friend" userId="e5ed79da-d858-46d4-9eed-a7a24903f2de" providerId="ADAL" clId="{C674B5A1-E3B2-40E8-863B-82D707DB4736}" dt="2026-05-07T09:59:17.464" v="55" actId="478"/>
          <ac:grpSpMkLst>
            <pc:docMk/>
            <pc:sldMk cId="3792360079" sldId="634"/>
            <ac:grpSpMk id="30" creationId="{E5DAD2C2-851F-4C0F-A70D-4FCD45DD6765}"/>
          </ac:grpSpMkLst>
        </pc:grpChg>
        <pc:grpChg chg="del">
          <ac:chgData name="Al Friend" userId="e5ed79da-d858-46d4-9eed-a7a24903f2de" providerId="ADAL" clId="{C674B5A1-E3B2-40E8-863B-82D707DB4736}" dt="2026-05-07T09:59:30.518" v="61" actId="478"/>
          <ac:grpSpMkLst>
            <pc:docMk/>
            <pc:sldMk cId="3792360079" sldId="634"/>
            <ac:grpSpMk id="38" creationId="{24BFCE82-B9F9-4B1B-BF54-8DB8FC78E5AE}"/>
          </ac:grpSpMkLst>
        </pc:grpChg>
        <pc:grpChg chg="del">
          <ac:chgData name="Al Friend" userId="e5ed79da-d858-46d4-9eed-a7a24903f2de" providerId="ADAL" clId="{C674B5A1-E3B2-40E8-863B-82D707DB4736}" dt="2026-05-07T09:59:12.355" v="53" actId="478"/>
          <ac:grpSpMkLst>
            <pc:docMk/>
            <pc:sldMk cId="3792360079" sldId="634"/>
            <ac:grpSpMk id="46" creationId="{9E3B922F-802F-4C50-943A-91EC600536A4}"/>
          </ac:grpSpMkLst>
        </pc:grpChg>
        <pc:picChg chg="add mod">
          <ac:chgData name="Al Friend" userId="e5ed79da-d858-46d4-9eed-a7a24903f2de" providerId="ADAL" clId="{C674B5A1-E3B2-40E8-863B-82D707DB4736}" dt="2026-05-07T10:15:33.817" v="298" actId="1038"/>
          <ac:picMkLst>
            <pc:docMk/>
            <pc:sldMk cId="3792360079" sldId="634"/>
            <ac:picMk id="7" creationId="{B026E70D-B3FD-4141-85F9-75190461CDA3}"/>
          </ac:picMkLst>
        </pc:picChg>
        <pc:cxnChg chg="add mod">
          <ac:chgData name="Al Friend" userId="e5ed79da-d858-46d4-9eed-a7a24903f2de" providerId="ADAL" clId="{C674B5A1-E3B2-40E8-863B-82D707DB4736}" dt="2026-05-07T10:15:33.817" v="298" actId="1038"/>
          <ac:cxnSpMkLst>
            <pc:docMk/>
            <pc:sldMk cId="3792360079" sldId="634"/>
            <ac:cxnSpMk id="12" creationId="{5DA4DAB6-55AE-451F-A496-DB8E57B81C0E}"/>
          </ac:cxnSpMkLst>
        </pc:cxnChg>
      </pc:sldChg>
      <pc:sldChg chg="del">
        <pc:chgData name="Al Friend" userId="e5ed79da-d858-46d4-9eed-a7a24903f2de" providerId="ADAL" clId="{C674B5A1-E3B2-40E8-863B-82D707DB4736}" dt="2026-05-12T14:13:31.044" v="978" actId="2696"/>
        <pc:sldMkLst>
          <pc:docMk/>
          <pc:sldMk cId="3678207235" sldId="787"/>
        </pc:sldMkLst>
      </pc:sldChg>
      <pc:sldChg chg="add">
        <pc:chgData name="Al Friend" userId="e5ed79da-d858-46d4-9eed-a7a24903f2de" providerId="ADAL" clId="{C674B5A1-E3B2-40E8-863B-82D707DB4736}" dt="2026-05-07T09:58:49.894" v="35"/>
        <pc:sldMkLst>
          <pc:docMk/>
          <pc:sldMk cId="75966217" sldId="874"/>
        </pc:sldMkLst>
      </pc:sldChg>
      <pc:sldChg chg="addSp delSp modSp add modAnim modNotesTx">
        <pc:chgData name="Al Friend" userId="e5ed79da-d858-46d4-9eed-a7a24903f2de" providerId="ADAL" clId="{C674B5A1-E3B2-40E8-863B-82D707DB4736}" dt="2026-05-07T12:54:58.034" v="921" actId="15"/>
        <pc:sldMkLst>
          <pc:docMk/>
          <pc:sldMk cId="237343473" sldId="875"/>
        </pc:sldMkLst>
        <pc:spChg chg="mod">
          <ac:chgData name="Al Friend" userId="e5ed79da-d858-46d4-9eed-a7a24903f2de" providerId="ADAL" clId="{C674B5A1-E3B2-40E8-863B-82D707DB4736}" dt="2026-05-07T12:22:09.266" v="473" actId="20577"/>
          <ac:spMkLst>
            <pc:docMk/>
            <pc:sldMk cId="237343473" sldId="875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07T12:25:15.390" v="665"/>
          <ac:spMkLst>
            <pc:docMk/>
            <pc:sldMk cId="237343473" sldId="875"/>
            <ac:spMk id="4" creationId="{ADB2BE1F-358E-45F6-8468-79C52A43246C}"/>
          </ac:spMkLst>
        </pc:spChg>
        <pc:spChg chg="del mod">
          <ac:chgData name="Al Friend" userId="e5ed79da-d858-46d4-9eed-a7a24903f2de" providerId="ADAL" clId="{C674B5A1-E3B2-40E8-863B-82D707DB4736}" dt="2026-05-07T12:21:52.930" v="470" actId="478"/>
          <ac:spMkLst>
            <pc:docMk/>
            <pc:sldMk cId="237343473" sldId="875"/>
            <ac:spMk id="5" creationId="{CCE05E6E-A41D-4F17-976E-859832DCAAEB}"/>
          </ac:spMkLst>
        </pc:spChg>
        <pc:spChg chg="add del mod">
          <ac:chgData name="Al Friend" userId="e5ed79da-d858-46d4-9eed-a7a24903f2de" providerId="ADAL" clId="{C674B5A1-E3B2-40E8-863B-82D707DB4736}" dt="2026-05-07T12:25:15.390" v="665"/>
          <ac:spMkLst>
            <pc:docMk/>
            <pc:sldMk cId="237343473" sldId="875"/>
            <ac:spMk id="6" creationId="{595451B5-0F30-48CB-A919-2129621A4C0D}"/>
          </ac:spMkLst>
        </pc:spChg>
        <pc:spChg chg="del mod">
          <ac:chgData name="Al Friend" userId="e5ed79da-d858-46d4-9eed-a7a24903f2de" providerId="ADAL" clId="{C674B5A1-E3B2-40E8-863B-82D707DB4736}" dt="2026-05-07T12:21:53.730" v="471" actId="478"/>
          <ac:spMkLst>
            <pc:docMk/>
            <pc:sldMk cId="237343473" sldId="875"/>
            <ac:spMk id="9" creationId="{EE2EFB0E-AB56-4E96-9F15-7393AA54BFAA}"/>
          </ac:spMkLst>
        </pc:spChg>
        <pc:spChg chg="mod">
          <ac:chgData name="Al Friend" userId="e5ed79da-d858-46d4-9eed-a7a24903f2de" providerId="ADAL" clId="{C674B5A1-E3B2-40E8-863B-82D707DB4736}" dt="2026-05-07T12:53:17.819" v="901" actId="164"/>
          <ac:spMkLst>
            <pc:docMk/>
            <pc:sldMk cId="237343473" sldId="875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2:53:22.363" v="902" actId="164"/>
          <ac:spMkLst>
            <pc:docMk/>
            <pc:sldMk cId="237343473" sldId="875"/>
            <ac:spMk id="13" creationId="{0CAC0334-43B5-419F-AB51-243DA6DA4779}"/>
          </ac:spMkLst>
        </pc:spChg>
        <pc:spChg chg="add del mod">
          <ac:chgData name="Al Friend" userId="e5ed79da-d858-46d4-9eed-a7a24903f2de" providerId="ADAL" clId="{C674B5A1-E3B2-40E8-863B-82D707DB4736}" dt="2026-05-07T12:46:56.817" v="831" actId="478"/>
          <ac:spMkLst>
            <pc:docMk/>
            <pc:sldMk cId="237343473" sldId="875"/>
            <ac:spMk id="15" creationId="{A254E6C5-E390-440D-A8AE-CB82709F6CB5}"/>
          </ac:spMkLst>
        </pc:spChg>
        <pc:spChg chg="add del mod">
          <ac:chgData name="Al Friend" userId="e5ed79da-d858-46d4-9eed-a7a24903f2de" providerId="ADAL" clId="{C674B5A1-E3B2-40E8-863B-82D707DB4736}" dt="2026-05-07T10:44:41.729" v="394" actId="478"/>
          <ac:spMkLst>
            <pc:docMk/>
            <pc:sldMk cId="237343473" sldId="875"/>
            <ac:spMk id="16" creationId="{EB19D141-409C-4FCF-886B-F88A34939726}"/>
          </ac:spMkLst>
        </pc:spChg>
        <pc:spChg chg="add mod">
          <ac:chgData name="Al Friend" userId="e5ed79da-d858-46d4-9eed-a7a24903f2de" providerId="ADAL" clId="{C674B5A1-E3B2-40E8-863B-82D707DB4736}" dt="2026-05-07T10:45:25.170" v="408" actId="12788"/>
          <ac:spMkLst>
            <pc:docMk/>
            <pc:sldMk cId="237343473" sldId="875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07T12:54:58.034" v="921" actId="15"/>
          <ac:spMkLst>
            <pc:docMk/>
            <pc:sldMk cId="237343473" sldId="875"/>
            <ac:spMk id="18" creationId="{D88574CC-45EE-41B3-9E51-9F1267441FCF}"/>
          </ac:spMkLst>
        </pc:spChg>
        <pc:spChg chg="add del mod">
          <ac:chgData name="Al Friend" userId="e5ed79da-d858-46d4-9eed-a7a24903f2de" providerId="ADAL" clId="{C674B5A1-E3B2-40E8-863B-82D707DB4736}" dt="2026-05-07T12:31:47.224" v="805" actId="478"/>
          <ac:spMkLst>
            <pc:docMk/>
            <pc:sldMk cId="237343473" sldId="875"/>
            <ac:spMk id="22" creationId="{E5019292-C29A-4917-97C4-4860C6A657D3}"/>
          </ac:spMkLst>
        </pc:spChg>
        <pc:spChg chg="add del mod">
          <ac:chgData name="Al Friend" userId="e5ed79da-d858-46d4-9eed-a7a24903f2de" providerId="ADAL" clId="{C674B5A1-E3B2-40E8-863B-82D707DB4736}" dt="2026-05-07T12:31:51.655" v="808" actId="478"/>
          <ac:spMkLst>
            <pc:docMk/>
            <pc:sldMk cId="237343473" sldId="875"/>
            <ac:spMk id="23" creationId="{DE5098EC-0EFE-40B5-8C66-71328DF0920A}"/>
          </ac:spMkLst>
        </pc:spChg>
        <pc:spChg chg="del mod">
          <ac:chgData name="Al Friend" userId="e5ed79da-d858-46d4-9eed-a7a24903f2de" providerId="ADAL" clId="{C674B5A1-E3B2-40E8-863B-82D707DB4736}" dt="2026-05-07T10:43:02.489" v="368" actId="478"/>
          <ac:spMkLst>
            <pc:docMk/>
            <pc:sldMk cId="237343473" sldId="875"/>
            <ac:spMk id="33" creationId="{20BD216E-3A07-4ACF-B399-9EE44B4195D2}"/>
          </ac:spMkLst>
        </pc:spChg>
        <pc:spChg chg="del mod">
          <ac:chgData name="Al Friend" userId="e5ed79da-d858-46d4-9eed-a7a24903f2de" providerId="ADAL" clId="{C674B5A1-E3B2-40E8-863B-82D707DB4736}" dt="2026-05-07T10:42:55.829" v="366" actId="478"/>
          <ac:spMkLst>
            <pc:docMk/>
            <pc:sldMk cId="237343473" sldId="875"/>
            <ac:spMk id="35" creationId="{4945BC8F-E969-47AB-AA94-0700AEF4950A}"/>
          </ac:spMkLst>
        </pc:spChg>
        <pc:spChg chg="add del">
          <ac:chgData name="Al Friend" userId="e5ed79da-d858-46d4-9eed-a7a24903f2de" providerId="ADAL" clId="{C674B5A1-E3B2-40E8-863B-82D707DB4736}" dt="2026-05-07T10:42:59.359" v="367" actId="478"/>
          <ac:spMkLst>
            <pc:docMk/>
            <pc:sldMk cId="237343473" sldId="875"/>
            <ac:spMk id="36" creationId="{A596FB08-E7CA-4052-9B88-984FB2912E57}"/>
          </ac:spMkLst>
        </pc:spChg>
        <pc:grpChg chg="add mod">
          <ac:chgData name="Al Friend" userId="e5ed79da-d858-46d4-9eed-a7a24903f2de" providerId="ADAL" clId="{C674B5A1-E3B2-40E8-863B-82D707DB4736}" dt="2026-05-07T12:53:17.819" v="901" actId="164"/>
          <ac:grpSpMkLst>
            <pc:docMk/>
            <pc:sldMk cId="237343473" sldId="875"/>
            <ac:grpSpMk id="30" creationId="{418821E3-9E37-4A8C-BAE7-32612F048C17}"/>
          </ac:grpSpMkLst>
        </pc:grpChg>
        <pc:grpChg chg="add mod">
          <ac:chgData name="Al Friend" userId="e5ed79da-d858-46d4-9eed-a7a24903f2de" providerId="ADAL" clId="{C674B5A1-E3B2-40E8-863B-82D707DB4736}" dt="2026-05-07T12:53:22.363" v="902" actId="164"/>
          <ac:grpSpMkLst>
            <pc:docMk/>
            <pc:sldMk cId="237343473" sldId="875"/>
            <ac:grpSpMk id="31" creationId="{E9063C33-BE31-459D-AC9C-7ECDA468C472}"/>
          </ac:grpSpMkLst>
        </pc:grpChg>
        <pc:picChg chg="add del mod">
          <ac:chgData name="Al Friend" userId="e5ed79da-d858-46d4-9eed-a7a24903f2de" providerId="ADAL" clId="{C674B5A1-E3B2-40E8-863B-82D707DB4736}" dt="2026-05-07T12:53:17.819" v="901" actId="164"/>
          <ac:picMkLst>
            <pc:docMk/>
            <pc:sldMk cId="237343473" sldId="875"/>
            <ac:picMk id="7" creationId="{B026E70D-B3FD-4141-85F9-75190461CDA3}"/>
          </ac:picMkLst>
        </pc:picChg>
        <pc:picChg chg="add mod">
          <ac:chgData name="Al Friend" userId="e5ed79da-d858-46d4-9eed-a7a24903f2de" providerId="ADAL" clId="{C674B5A1-E3B2-40E8-863B-82D707DB4736}" dt="2026-05-07T12:53:22.363" v="902" actId="164"/>
          <ac:picMkLst>
            <pc:docMk/>
            <pc:sldMk cId="237343473" sldId="875"/>
            <ac:picMk id="11" creationId="{32A0F86B-CA07-4894-B384-CE8C6EE159C1}"/>
          </ac:picMkLst>
        </pc:picChg>
        <pc:picChg chg="add del mod">
          <ac:chgData name="Al Friend" userId="e5ed79da-d858-46d4-9eed-a7a24903f2de" providerId="ADAL" clId="{C674B5A1-E3B2-40E8-863B-82D707DB4736}" dt="2026-05-07T12:25:12.599" v="661"/>
          <ac:picMkLst>
            <pc:docMk/>
            <pc:sldMk cId="237343473" sldId="875"/>
            <ac:picMk id="21" creationId="{35479D58-6A08-4F78-A3D3-FD32D4D1F730}"/>
          </ac:picMkLst>
        </pc:picChg>
        <pc:cxnChg chg="del mod">
          <ac:chgData name="Al Friend" userId="e5ed79da-d858-46d4-9eed-a7a24903f2de" providerId="ADAL" clId="{C674B5A1-E3B2-40E8-863B-82D707DB4736}" dt="2026-05-07T12:21:52.133" v="469" actId="478"/>
          <ac:cxnSpMkLst>
            <pc:docMk/>
            <pc:sldMk cId="237343473" sldId="875"/>
            <ac:cxnSpMk id="12" creationId="{5DA4DAB6-55AE-451F-A496-DB8E57B81C0E}"/>
          </ac:cxnSpMkLst>
        </pc:cxnChg>
        <pc:cxnChg chg="add del mod">
          <ac:chgData name="Al Friend" userId="e5ed79da-d858-46d4-9eed-a7a24903f2de" providerId="ADAL" clId="{C674B5A1-E3B2-40E8-863B-82D707DB4736}" dt="2026-05-07T12:21:54.598" v="472" actId="478"/>
          <ac:cxnSpMkLst>
            <pc:docMk/>
            <pc:sldMk cId="237343473" sldId="875"/>
            <ac:cxnSpMk id="14" creationId="{4BC27613-8AD7-42F9-96C9-701E22C58D62}"/>
          </ac:cxnSpMkLst>
        </pc:cxnChg>
        <pc:cxnChg chg="add del mod">
          <ac:chgData name="Al Friend" userId="e5ed79da-d858-46d4-9eed-a7a24903f2de" providerId="ADAL" clId="{C674B5A1-E3B2-40E8-863B-82D707DB4736}" dt="2026-05-07T12:51:26.949" v="885" actId="478"/>
          <ac:cxnSpMkLst>
            <pc:docMk/>
            <pc:sldMk cId="237343473" sldId="875"/>
            <ac:cxnSpMk id="19" creationId="{2FF2A58D-B70C-4882-86BF-6ED467DF5A2D}"/>
          </ac:cxnSpMkLst>
        </pc:cxnChg>
        <pc:cxnChg chg="add del mod">
          <ac:chgData name="Al Friend" userId="e5ed79da-d858-46d4-9eed-a7a24903f2de" providerId="ADAL" clId="{C674B5A1-E3B2-40E8-863B-82D707DB4736}" dt="2026-05-07T12:31:50.760" v="807" actId="478"/>
          <ac:cxnSpMkLst>
            <pc:docMk/>
            <pc:sldMk cId="237343473" sldId="875"/>
            <ac:cxnSpMk id="24" creationId="{48C9282F-A6BC-4143-AC00-A9B17C828E70}"/>
          </ac:cxnSpMkLst>
        </pc:cxnChg>
        <pc:cxnChg chg="add del mod">
          <ac:chgData name="Al Friend" userId="e5ed79da-d858-46d4-9eed-a7a24903f2de" providerId="ADAL" clId="{C674B5A1-E3B2-40E8-863B-82D707DB4736}" dt="2026-05-07T12:31:49.526" v="806" actId="478"/>
          <ac:cxnSpMkLst>
            <pc:docMk/>
            <pc:sldMk cId="237343473" sldId="875"/>
            <ac:cxnSpMk id="25" creationId="{2ED581A7-9B37-4E38-8F43-5B6767AA97F8}"/>
          </ac:cxnSpMkLst>
        </pc:cxnChg>
        <pc:cxnChg chg="add mod">
          <ac:chgData name="Al Friend" userId="e5ed79da-d858-46d4-9eed-a7a24903f2de" providerId="ADAL" clId="{C674B5A1-E3B2-40E8-863B-82D707DB4736}" dt="2026-05-07T12:52:07.627" v="895" actId="692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modSp add modAnim">
        <pc:chgData name="Al Friend" userId="e5ed79da-d858-46d4-9eed-a7a24903f2de" providerId="ADAL" clId="{C674B5A1-E3B2-40E8-863B-82D707DB4736}" dt="2026-05-07T12:31:34.949" v="804"/>
        <pc:sldMkLst>
          <pc:docMk/>
          <pc:sldMk cId="515075891" sldId="876"/>
        </pc:sldMkLst>
        <pc:spChg chg="mod">
          <ac:chgData name="Al Friend" userId="e5ed79da-d858-46d4-9eed-a7a24903f2de" providerId="ADAL" clId="{C674B5A1-E3B2-40E8-863B-82D707DB4736}" dt="2026-05-07T12:30:05.392" v="790" actId="164"/>
          <ac:spMkLst>
            <pc:docMk/>
            <pc:sldMk cId="515075891" sldId="876"/>
            <ac:spMk id="10" creationId="{3B047DC7-344F-4A56-83D8-286EB77BF4E1}"/>
          </ac:spMkLst>
        </pc:spChg>
        <pc:spChg chg="mod">
          <ac:chgData name="Al Friend" userId="e5ed79da-d858-46d4-9eed-a7a24903f2de" providerId="ADAL" clId="{C674B5A1-E3B2-40E8-863B-82D707DB4736}" dt="2026-05-07T12:30:18.774" v="791" actId="164"/>
          <ac:spMkLst>
            <pc:docMk/>
            <pc:sldMk cId="515075891" sldId="876"/>
            <ac:spMk id="13" creationId="{0CAC0334-43B5-419F-AB51-243DA6DA4779}"/>
          </ac:spMkLst>
        </pc:spChg>
        <pc:spChg chg="mod">
          <ac:chgData name="Al Friend" userId="e5ed79da-d858-46d4-9eed-a7a24903f2de" providerId="ADAL" clId="{C674B5A1-E3B2-40E8-863B-82D707DB4736}" dt="2026-05-07T12:29:26.781" v="774" actId="1038"/>
          <ac:spMkLst>
            <pc:docMk/>
            <pc:sldMk cId="515075891" sldId="876"/>
            <ac:spMk id="15" creationId="{A254E6C5-E390-440D-A8AE-CB82709F6CB5}"/>
          </ac:spMkLst>
        </pc:spChg>
        <pc:spChg chg="add mod">
          <ac:chgData name="Al Friend" userId="e5ed79da-d858-46d4-9eed-a7a24903f2de" providerId="ADAL" clId="{C674B5A1-E3B2-40E8-863B-82D707DB4736}" dt="2026-05-07T12:26:56.615" v="727" actId="1076"/>
          <ac:spMkLst>
            <pc:docMk/>
            <pc:sldMk cId="515075891" sldId="876"/>
            <ac:spMk id="16" creationId="{05C02AEA-52DC-43FB-8EB1-B4FB03B24EA5}"/>
          </ac:spMkLst>
        </pc:spChg>
        <pc:spChg chg="mod">
          <ac:chgData name="Al Friend" userId="e5ed79da-d858-46d4-9eed-a7a24903f2de" providerId="ADAL" clId="{C674B5A1-E3B2-40E8-863B-82D707DB4736}" dt="2026-05-07T12:29:35.672" v="788" actId="1038"/>
          <ac:spMkLst>
            <pc:docMk/>
            <pc:sldMk cId="515075891" sldId="876"/>
            <ac:spMk id="17" creationId="{2F30E93A-CA2E-4A90-876C-B218CB0B7AAB}"/>
          </ac:spMkLst>
        </pc:spChg>
        <pc:spChg chg="add mod">
          <ac:chgData name="Al Friend" userId="e5ed79da-d858-46d4-9eed-a7a24903f2de" providerId="ADAL" clId="{C674B5A1-E3B2-40E8-863B-82D707DB4736}" dt="2026-05-07T12:27:13.679" v="729" actId="1076"/>
          <ac:spMkLst>
            <pc:docMk/>
            <pc:sldMk cId="515075891" sldId="876"/>
            <ac:spMk id="18" creationId="{1B38B5A5-FF85-4F91-98A2-2BD48295D2CE}"/>
          </ac:spMkLst>
        </pc:spChg>
        <pc:spChg chg="add mod">
          <ac:chgData name="Al Friend" userId="e5ed79da-d858-46d4-9eed-a7a24903f2de" providerId="ADAL" clId="{C674B5A1-E3B2-40E8-863B-82D707DB4736}" dt="2026-05-07T12:29:11.936" v="740" actId="164"/>
          <ac:spMkLst>
            <pc:docMk/>
            <pc:sldMk cId="515075891" sldId="876"/>
            <ac:spMk id="19" creationId="{B02181DF-8C43-4B92-9133-6B86B468ED6D}"/>
          </ac:spMkLst>
        </pc:spChg>
        <pc:spChg chg="add mod">
          <ac:chgData name="Al Friend" userId="e5ed79da-d858-46d4-9eed-a7a24903f2de" providerId="ADAL" clId="{C674B5A1-E3B2-40E8-863B-82D707DB4736}" dt="2026-05-07T12:29:00.020" v="738" actId="164"/>
          <ac:spMkLst>
            <pc:docMk/>
            <pc:sldMk cId="515075891" sldId="876"/>
            <ac:spMk id="20" creationId="{44912D79-A252-441D-ADFB-63054B0110F2}"/>
          </ac:spMkLst>
        </pc:spChg>
        <pc:grpChg chg="add mod">
          <ac:chgData name="Al Friend" userId="e5ed79da-d858-46d4-9eed-a7a24903f2de" providerId="ADAL" clId="{C674B5A1-E3B2-40E8-863B-82D707DB4736}" dt="2026-05-07T12:29:00.020" v="738" actId="164"/>
          <ac:grpSpMkLst>
            <pc:docMk/>
            <pc:sldMk cId="515075891" sldId="876"/>
            <ac:grpSpMk id="3" creationId="{61E0D0F6-AC11-40B4-9560-50DB55A6C2FD}"/>
          </ac:grpSpMkLst>
        </pc:grpChg>
        <pc:grpChg chg="add mod">
          <ac:chgData name="Al Friend" userId="e5ed79da-d858-46d4-9eed-a7a24903f2de" providerId="ADAL" clId="{C674B5A1-E3B2-40E8-863B-82D707DB4736}" dt="2026-05-07T12:29:11.936" v="740" actId="164"/>
          <ac:grpSpMkLst>
            <pc:docMk/>
            <pc:sldMk cId="515075891" sldId="876"/>
            <ac:grpSpMk id="4" creationId="{34D20305-79E5-43C9-97F3-E8CEACFE24FE}"/>
          </ac:grpSpMkLst>
        </pc:grpChg>
        <pc:grpChg chg="add mod">
          <ac:chgData name="Al Friend" userId="e5ed79da-d858-46d4-9eed-a7a24903f2de" providerId="ADAL" clId="{C674B5A1-E3B2-40E8-863B-82D707DB4736}" dt="2026-05-07T12:30:05.392" v="790" actId="164"/>
          <ac:grpSpMkLst>
            <pc:docMk/>
            <pc:sldMk cId="515075891" sldId="876"/>
            <ac:grpSpMk id="6" creationId="{0BB39DF7-79D3-4D6E-AF0C-2E487668613E}"/>
          </ac:grpSpMkLst>
        </pc:grpChg>
        <pc:grpChg chg="add mod">
          <ac:chgData name="Al Friend" userId="e5ed79da-d858-46d4-9eed-a7a24903f2de" providerId="ADAL" clId="{C674B5A1-E3B2-40E8-863B-82D707DB4736}" dt="2026-05-07T12:30:18.774" v="791" actId="164"/>
          <ac:grpSpMkLst>
            <pc:docMk/>
            <pc:sldMk cId="515075891" sldId="876"/>
            <ac:grpSpMk id="8" creationId="{B33DA13A-4070-4314-8B7C-AA37D17A2E41}"/>
          </ac:grpSpMkLst>
        </pc:grpChg>
        <pc:picChg chg="mod">
          <ac:chgData name="Al Friend" userId="e5ed79da-d858-46d4-9eed-a7a24903f2de" providerId="ADAL" clId="{C674B5A1-E3B2-40E8-863B-82D707DB4736}" dt="2026-05-07T12:30:05.392" v="790" actId="164"/>
          <ac:picMkLst>
            <pc:docMk/>
            <pc:sldMk cId="515075891" sldId="876"/>
            <ac:picMk id="7" creationId="{B026E70D-B3FD-4141-85F9-75190461CDA3}"/>
          </ac:picMkLst>
        </pc:picChg>
        <pc:picChg chg="mod">
          <ac:chgData name="Al Friend" userId="e5ed79da-d858-46d4-9eed-a7a24903f2de" providerId="ADAL" clId="{C674B5A1-E3B2-40E8-863B-82D707DB4736}" dt="2026-05-07T12:30:18.774" v="791" actId="164"/>
          <ac:picMkLst>
            <pc:docMk/>
            <pc:sldMk cId="515075891" sldId="876"/>
            <ac:picMk id="11" creationId="{32A0F86B-CA07-4894-B384-CE8C6EE159C1}"/>
          </ac:picMkLst>
        </pc:picChg>
        <pc:cxnChg chg="mod">
          <ac:chgData name="Al Friend" userId="e5ed79da-d858-46d4-9eed-a7a24903f2de" providerId="ADAL" clId="{C674B5A1-E3B2-40E8-863B-82D707DB4736}" dt="2026-05-07T12:29:11.936" v="740" actId="164"/>
          <ac:cxnSpMkLst>
            <pc:docMk/>
            <pc:sldMk cId="515075891" sldId="876"/>
            <ac:cxnSpMk id="12" creationId="{5DA4DAB6-55AE-451F-A496-DB8E57B81C0E}"/>
          </ac:cxnSpMkLst>
        </pc:cxnChg>
        <pc:cxnChg chg="mod">
          <ac:chgData name="Al Friend" userId="e5ed79da-d858-46d4-9eed-a7a24903f2de" providerId="ADAL" clId="{C674B5A1-E3B2-40E8-863B-82D707DB4736}" dt="2026-05-07T12:29:00.020" v="738" actId="164"/>
          <ac:cxnSpMkLst>
            <pc:docMk/>
            <pc:sldMk cId="515075891" sldId="876"/>
            <ac:cxnSpMk id="14" creationId="{4BC27613-8AD7-42F9-96C9-701E22C58D62}"/>
          </ac:cxnSpMkLst>
        </pc:cxnChg>
      </pc:sldChg>
      <pc:sldChg chg="addSp delSp modSp add delAnim">
        <pc:chgData name="Al Friend" userId="e5ed79da-d858-46d4-9eed-a7a24903f2de" providerId="ADAL" clId="{C674B5A1-E3B2-40E8-863B-82D707DB4736}" dt="2026-05-12T14:38:16.888" v="1208" actId="6549"/>
        <pc:sldMkLst>
          <pc:docMk/>
          <pc:sldMk cId="1159162935" sldId="877"/>
        </pc:sldMkLst>
        <pc:spChg chg="mod">
          <ac:chgData name="Al Friend" userId="e5ed79da-d858-46d4-9eed-a7a24903f2de" providerId="ADAL" clId="{C674B5A1-E3B2-40E8-863B-82D707DB4736}" dt="2026-05-07T12:54:32.927" v="915" actId="20577"/>
          <ac:spMkLst>
            <pc:docMk/>
            <pc:sldMk cId="1159162935" sldId="877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12T14:38:16.888" v="1208" actId="6549"/>
          <ac:spMkLst>
            <pc:docMk/>
            <pc:sldMk cId="1159162935" sldId="877"/>
            <ac:spMk id="18" creationId="{D88574CC-45EE-41B3-9E51-9F1267441FCF}"/>
          </ac:spMkLst>
        </pc:spChg>
        <pc:grpChg chg="del">
          <ac:chgData name="Al Friend" userId="e5ed79da-d858-46d4-9eed-a7a24903f2de" providerId="ADAL" clId="{C674B5A1-E3B2-40E8-863B-82D707DB4736}" dt="2026-05-07T12:54:41.361" v="919" actId="478"/>
          <ac:grpSpMkLst>
            <pc:docMk/>
            <pc:sldMk cId="1159162935" sldId="877"/>
            <ac:grpSpMk id="30" creationId="{418821E3-9E37-4A8C-BAE7-32612F048C17}"/>
          </ac:grpSpMkLst>
        </pc:grpChg>
        <pc:grpChg chg="del">
          <ac:chgData name="Al Friend" userId="e5ed79da-d858-46d4-9eed-a7a24903f2de" providerId="ADAL" clId="{C674B5A1-E3B2-40E8-863B-82D707DB4736}" dt="2026-05-07T12:54:42.584" v="920" actId="478"/>
          <ac:grpSpMkLst>
            <pc:docMk/>
            <pc:sldMk cId="1159162935" sldId="877"/>
            <ac:grpSpMk id="31" creationId="{E9063C33-BE31-459D-AC9C-7ECDA468C472}"/>
          </ac:grpSpMkLst>
        </pc:grpChg>
        <pc:cxnChg chg="del mod">
          <ac:chgData name="Al Friend" userId="e5ed79da-d858-46d4-9eed-a7a24903f2de" providerId="ADAL" clId="{C674B5A1-E3B2-40E8-863B-82D707DB4736}" dt="2026-05-07T12:54:37.176" v="916" actId="478"/>
          <ac:cxnSpMkLst>
            <pc:docMk/>
            <pc:sldMk cId="1159162935" sldId="877"/>
            <ac:cxnSpMk id="29" creationId="{FA43D775-B13A-41BA-A1F8-00B3CC6C3F2F}"/>
          </ac:cxnSpMkLst>
        </pc:cxnChg>
      </pc:sldChg>
      <pc:sldChg chg="modSp">
        <pc:chgData name="Al Friend" userId="e5ed79da-d858-46d4-9eed-a7a24903f2de" providerId="ADAL" clId="{C674B5A1-E3B2-40E8-863B-82D707DB4736}" dt="2026-05-12T14:20:04.493" v="1081" actId="20577"/>
        <pc:sldMkLst>
          <pc:docMk/>
          <pc:sldMk cId="3121337818" sldId="878"/>
        </pc:sldMkLst>
        <pc:spChg chg="mod">
          <ac:chgData name="Al Friend" userId="e5ed79da-d858-46d4-9eed-a7a24903f2de" providerId="ADAL" clId="{C674B5A1-E3B2-40E8-863B-82D707DB4736}" dt="2026-05-12T14:20:04.493" v="1081" actId="20577"/>
          <ac:spMkLst>
            <pc:docMk/>
            <pc:sldMk cId="3121337818" sldId="878"/>
            <ac:spMk id="2" creationId="{00000000-0000-0000-0000-000000000000}"/>
          </ac:spMkLst>
        </pc:spChg>
      </pc:sldChg>
      <pc:sldChg chg="modSp add ord">
        <pc:chgData name="Al Friend" userId="e5ed79da-d858-46d4-9eed-a7a24903f2de" providerId="ADAL" clId="{C674B5A1-E3B2-40E8-863B-82D707DB4736}" dt="2026-05-12T14:40:27.711" v="1272" actId="1076"/>
        <pc:sldMkLst>
          <pc:docMk/>
          <pc:sldMk cId="519218123" sldId="880"/>
        </pc:sldMkLst>
        <pc:spChg chg="mod">
          <ac:chgData name="Al Friend" userId="e5ed79da-d858-46d4-9eed-a7a24903f2de" providerId="ADAL" clId="{C674B5A1-E3B2-40E8-863B-82D707DB4736}" dt="2026-05-12T14:39:58.903" v="1228" actId="20577"/>
          <ac:spMkLst>
            <pc:docMk/>
            <pc:sldMk cId="519218123" sldId="880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40:27.711" v="1272" actId="1076"/>
          <ac:spMkLst>
            <pc:docMk/>
            <pc:sldMk cId="519218123" sldId="880"/>
            <ac:spMk id="18" creationId="{D88574CC-45EE-41B3-9E51-9F1267441FCF}"/>
          </ac:spMkLst>
        </pc:spChg>
      </pc:sldChg>
      <pc:sldChg chg="modSp add">
        <pc:chgData name="Al Friend" userId="e5ed79da-d858-46d4-9eed-a7a24903f2de" providerId="ADAL" clId="{C674B5A1-E3B2-40E8-863B-82D707DB4736}" dt="2026-05-12T15:05:49.862" v="1291" actId="20577"/>
        <pc:sldMkLst>
          <pc:docMk/>
          <pc:sldMk cId="1900925123" sldId="881"/>
        </pc:sldMkLst>
        <pc:spChg chg="mod">
          <ac:chgData name="Al Friend" userId="e5ed79da-d858-46d4-9eed-a7a24903f2de" providerId="ADAL" clId="{C674B5A1-E3B2-40E8-863B-82D707DB4736}" dt="2026-05-12T15:05:49.862" v="1291" actId="20577"/>
          <ac:spMkLst>
            <pc:docMk/>
            <pc:sldMk cId="1900925123" sldId="881"/>
            <ac:spMk id="2" creationId="{DF81EF6B-9990-4895-9A8F-2103C304A52F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endParaRPr lang="en-US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endParaRPr lang="en-US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FC5A123E-85C2-4161-8AE8-A28D09037A7C}">
      <dgm:prSet phldrT="[Text]"/>
      <dgm:spPr/>
      <dgm:t>
        <a:bodyPr/>
        <a:lstStyle/>
        <a:p>
          <a:endParaRPr lang="en-US" dirty="0"/>
        </a:p>
      </dgm:t>
    </dgm:pt>
    <dgm:pt modelId="{264D2E15-B315-419E-A85F-D22F681CCE64}" type="parTrans" cxnId="{3F8A9618-63F8-45D8-8038-02E03712CA20}">
      <dgm:prSet/>
      <dgm:spPr/>
      <dgm:t>
        <a:bodyPr/>
        <a:lstStyle/>
        <a:p>
          <a:endParaRPr lang="en-GB"/>
        </a:p>
      </dgm:t>
    </dgm:pt>
    <dgm:pt modelId="{30577CA3-F551-4257-9AE6-51B8188439A8}" type="sibTrans" cxnId="{3F8A9618-63F8-45D8-8038-02E03712CA20}">
      <dgm:prSet/>
      <dgm:spPr/>
      <dgm:t>
        <a:bodyPr/>
        <a:lstStyle/>
        <a:p>
          <a:endParaRPr lang="en-GB"/>
        </a:p>
      </dgm:t>
    </dgm:pt>
    <dgm:pt modelId="{0C004FD5-5139-4373-AA0D-F1DB8CE8BAC3}">
      <dgm:prSet/>
      <dgm:spPr/>
      <dgm:t>
        <a:bodyPr/>
        <a:lstStyle/>
        <a:p>
          <a:r>
            <a:rPr lang="en-GB" dirty="0"/>
            <a:t>Integration</a:t>
          </a:r>
        </a:p>
      </dgm:t>
    </dgm:pt>
    <dgm:pt modelId="{C5DAE1EC-E3D1-4C79-8EA7-6DC40CA6C97C}" type="parTrans" cxnId="{52A73344-3FD0-4C5C-A8E2-083EAACB2FBC}">
      <dgm:prSet/>
      <dgm:spPr/>
      <dgm:t>
        <a:bodyPr/>
        <a:lstStyle/>
        <a:p>
          <a:endParaRPr lang="en-GB"/>
        </a:p>
      </dgm:t>
    </dgm:pt>
    <dgm:pt modelId="{11D0AC2E-D65D-47AB-A4B6-7C7EAEAA83E6}" type="sibTrans" cxnId="{52A73344-3FD0-4C5C-A8E2-083EAACB2FBC}">
      <dgm:prSet/>
      <dgm:spPr/>
      <dgm:t>
        <a:bodyPr/>
        <a:lstStyle/>
        <a:p>
          <a:endParaRPr lang="en-GB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B0E6FB59-8EDD-4C0F-9CC5-1D3DF89E0853}" type="pres">
      <dgm:prSet presAssocID="{FC5A123E-85C2-4161-8AE8-A28D09037A7C}" presName="composite" presStyleCnt="0"/>
      <dgm:spPr/>
    </dgm:pt>
    <dgm:pt modelId="{13389968-BA24-47B6-8473-359CF30A7B68}" type="pres">
      <dgm:prSet presAssocID="{FC5A123E-85C2-4161-8AE8-A28D09037A7C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B327266-A4CF-4A7C-A1A8-A8419A288BA3}" type="pres">
      <dgm:prSet presAssocID="{FC5A123E-85C2-4161-8AE8-A28D09037A7C}" presName="descendantText" presStyleLbl="alignAcc1" presStyleIdx="2" presStyleCnt="4">
        <dgm:presLayoutVars>
          <dgm:bulletEnabled val="1"/>
        </dgm:presLayoutVars>
      </dgm:prSet>
      <dgm:spPr/>
    </dgm:pt>
    <dgm:pt modelId="{057E7B99-679C-4AEB-93C6-B17456D3CB03}" type="pres">
      <dgm:prSet presAssocID="{30577CA3-F551-4257-9AE6-51B8188439A8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E5B62907-DCED-49F9-A64B-CF87E5409CFC}" type="presOf" srcId="{FC5A123E-85C2-4161-8AE8-A28D09037A7C}" destId="{13389968-BA24-47B6-8473-359CF30A7B68}" srcOrd="0" destOrd="0" presId="urn:microsoft.com/office/officeart/2005/8/layout/chevron2"/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3F8A9618-63F8-45D8-8038-02E03712CA20}" srcId="{AADFB80D-C2E8-416C-B522-D5F6D93F18D7}" destId="{FC5A123E-85C2-4161-8AE8-A28D09037A7C}" srcOrd="2" destOrd="0" parTransId="{264D2E15-B315-419E-A85F-D22F681CCE64}" sibTransId="{30577CA3-F551-4257-9AE6-51B8188439A8}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2A73344-3FD0-4C5C-A8E2-083EAACB2FBC}" srcId="{FC5A123E-85C2-4161-8AE8-A28D09037A7C}" destId="{0C004FD5-5139-4373-AA0D-F1DB8CE8BAC3}" srcOrd="0" destOrd="0" parTransId="{C5DAE1EC-E3D1-4C79-8EA7-6DC40CA6C97C}" sibTransId="{11D0AC2E-D65D-47AB-A4B6-7C7EAEAA83E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5D30C5A4-8C4D-4539-9086-93AE645E9A5F}" type="presOf" srcId="{0C004FD5-5139-4373-AA0D-F1DB8CE8BAC3}" destId="{7B327266-A4CF-4A7C-A1A8-A8419A288BA3}" srcOrd="0" destOrd="0" presId="urn:microsoft.com/office/officeart/2005/8/layout/chevron2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3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355F3308-2CAC-4C44-9139-8A7FB06D58FF}" type="presParOf" srcId="{7EBBDEE6-A55E-47FA-9020-5BC46200AFFC}" destId="{B0E6FB59-8EDD-4C0F-9CC5-1D3DF89E0853}" srcOrd="4" destOrd="0" presId="urn:microsoft.com/office/officeart/2005/8/layout/chevron2"/>
    <dgm:cxn modelId="{6C3A4249-B84C-4748-9914-E4A334F7D9C9}" type="presParOf" srcId="{B0E6FB59-8EDD-4C0F-9CC5-1D3DF89E0853}" destId="{13389968-BA24-47B6-8473-359CF30A7B68}" srcOrd="0" destOrd="0" presId="urn:microsoft.com/office/officeart/2005/8/layout/chevron2"/>
    <dgm:cxn modelId="{3B3E2203-E648-4F39-B304-A26D949D0F81}" type="presParOf" srcId="{B0E6FB59-8EDD-4C0F-9CC5-1D3DF89E0853}" destId="{7B327266-A4CF-4A7C-A1A8-A8419A288BA3}" srcOrd="1" destOrd="0" presId="urn:microsoft.com/office/officeart/2005/8/layout/chevron2"/>
    <dgm:cxn modelId="{D37FD570-9638-48ED-928B-FA6680C13B8B}" type="presParOf" srcId="{7EBBDEE6-A55E-47FA-9020-5BC46200AFFC}" destId="{057E7B99-679C-4AEB-93C6-B17456D3CB03}" srcOrd="5" destOrd="0" presId="urn:microsoft.com/office/officeart/2005/8/layout/chevron2"/>
    <dgm:cxn modelId="{9C5603DB-FB5F-489A-A5FC-119F4545BE24}" type="presParOf" srcId="{7EBBDEE6-A55E-47FA-9020-5BC46200AFFC}" destId="{5FCAE6DF-E40E-46F3-84CF-149E85A19097}" srcOrd="6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Software Design and Development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Database Design and Development</a:t>
          </a:r>
        </a:p>
      </dsp:txBody>
      <dsp:txXfrm rot="-5400000">
        <a:off x="838822" y="1089135"/>
        <a:ext cx="7230834" cy="702860"/>
      </dsp:txXfrm>
    </dsp:sp>
    <dsp:sp modelId="{13389968-BA24-47B6-8473-359CF30A7B68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2521319"/>
        <a:ext cx="838822" cy="359495"/>
      </dsp:txXfrm>
    </dsp:sp>
    <dsp:sp modelId="{7B327266-A4CF-4A7C-A1A8-A8419A288BA3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600" kern="1200" dirty="0"/>
            <a:t>Integration</a:t>
          </a:r>
        </a:p>
      </dsp:txBody>
      <dsp:txXfrm rot="-5400000">
        <a:off x="838822" y="2139931"/>
        <a:ext cx="7230834" cy="702860"/>
      </dsp:txXfrm>
    </dsp:sp>
    <dsp:sp modelId="{EB2E52AE-8FCF-47D0-B499-CFCFAF1883A9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 rot="-5400000">
        <a:off x="1" y="3572115"/>
        <a:ext cx="838822" cy="359495"/>
      </dsp:txXfrm>
    </dsp:sp>
    <dsp:sp modelId="{C92F1771-01AA-4FF3-B7EC-0229DB7A592C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b="1" kern="1200"/>
            <a:t>Exam</a:t>
          </a:r>
        </a:p>
      </dsp:txBody>
      <dsp:txXfrm rot="-5400000">
        <a:off x="838822" y="3190728"/>
        <a:ext cx="7230834" cy="7028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9288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endParaRPr lang="en-GB" dirty="0"/>
          </a:p>
          <a:p>
            <a:r>
              <a:rPr lang="en-GB" dirty="0"/>
              <a:t>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1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8691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8056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https://www.youtube.com/watch?v=6XrL5jXmTwM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422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1961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12/05/2026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 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2181180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97AC26-082B-45FF-807A-F23AA3F80267}"/>
              </a:ext>
            </a:extLst>
          </p:cNvPr>
          <p:cNvSpPr txBox="1"/>
          <p:nvPr/>
        </p:nvSpPr>
        <p:spPr>
          <a:xfrm rot="16200000">
            <a:off x="9968919" y="2907341"/>
            <a:ext cx="1541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Project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Project – 60%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 err="1"/>
              <a:t>SDD</a:t>
            </a:r>
            <a:endParaRPr lang="en-GB" dirty="0"/>
          </a:p>
          <a:p>
            <a:pPr indent="0"/>
            <a:r>
              <a:rPr lang="en-GB" dirty="0" err="1"/>
              <a:t>DDD</a:t>
            </a:r>
            <a:endParaRPr lang="en-GB" dirty="0"/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40%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64%</a:t>
            </a:r>
          </a:p>
          <a:p>
            <a:pPr indent="0"/>
            <a:r>
              <a:rPr lang="en-GB" dirty="0"/>
              <a:t>DDD		36%</a:t>
            </a:r>
          </a:p>
          <a:p>
            <a:pPr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135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Describe, exemplify and implement Unified Modelling Language (UML) use case diagrams: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actors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use cases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047DC7-344F-4A56-83D8-286EB77BF4E1}"/>
              </a:ext>
            </a:extLst>
          </p:cNvPr>
          <p:cNvSpPr/>
          <p:nvPr/>
        </p:nvSpPr>
        <p:spPr>
          <a:xfrm>
            <a:off x="1965008" y="5482545"/>
            <a:ext cx="9954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Actor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BD216E-3A07-4ACF-B399-9EE44B4195D2}"/>
              </a:ext>
            </a:extLst>
          </p:cNvPr>
          <p:cNvSpPr/>
          <p:nvPr/>
        </p:nvSpPr>
        <p:spPr>
          <a:xfrm>
            <a:off x="7214794" y="1589574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5BC8F-E969-47AB-AA94-0700AEF4950A}"/>
              </a:ext>
            </a:extLst>
          </p:cNvPr>
          <p:cNvSpPr/>
          <p:nvPr/>
        </p:nvSpPr>
        <p:spPr>
          <a:xfrm>
            <a:off x="7846505" y="391007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</p:cNvCxnSpPr>
          <p:nvPr/>
        </p:nvCxnSpPr>
        <p:spPr>
          <a:xfrm>
            <a:off x="3388995" y="4137390"/>
            <a:ext cx="37800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596FB08-E7CA-4052-9B88-984FB2912E57}"/>
              </a:ext>
            </a:extLst>
          </p:cNvPr>
          <p:cNvSpPr/>
          <p:nvPr/>
        </p:nvSpPr>
        <p:spPr>
          <a:xfrm>
            <a:off x="4259613" y="3651480"/>
            <a:ext cx="20387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Relationship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/>
      <p:bldP spid="33" grpId="0"/>
      <p:bldP spid="35" grpId="0"/>
      <p:bldP spid="3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An actor uses the system to achieve an outcome.</a:t>
            </a:r>
          </a:p>
          <a:p>
            <a:pPr lvl="4">
              <a:spcAft>
                <a:spcPts val="600"/>
              </a:spcAft>
            </a:pPr>
            <a:r>
              <a:rPr lang="en-GB" sz="2800" dirty="0"/>
              <a:t>An actor can be: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4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B39DF7-79D3-4D6E-AF0C-2E487668613E}"/>
              </a:ext>
            </a:extLst>
          </p:cNvPr>
          <p:cNvGrpSpPr/>
          <p:nvPr/>
        </p:nvGrpSpPr>
        <p:grpSpPr>
          <a:xfrm>
            <a:off x="843678" y="2712178"/>
            <a:ext cx="2620910" cy="3293587"/>
            <a:chOff x="843678" y="2712178"/>
            <a:chExt cx="262091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266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843678" y="5482545"/>
              <a:ext cx="262091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Primary Actor(s)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DA13A-4070-4314-8B7C-AA37D17A2E41}"/>
              </a:ext>
            </a:extLst>
          </p:cNvPr>
          <p:cNvGrpSpPr/>
          <p:nvPr/>
        </p:nvGrpSpPr>
        <p:grpSpPr>
          <a:xfrm>
            <a:off x="8526888" y="2712178"/>
            <a:ext cx="2999091" cy="3293587"/>
            <a:chOff x="8526888" y="2712178"/>
            <a:chExt cx="2999091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8496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8526888" y="5482545"/>
              <a:ext cx="299909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Secondary Actor(s)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93335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48825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C02AEA-52DC-43FB-8EB1-B4FB03B24EA5}"/>
              </a:ext>
            </a:extLst>
          </p:cNvPr>
          <p:cNvSpPr/>
          <p:nvPr/>
        </p:nvSpPr>
        <p:spPr>
          <a:xfrm>
            <a:off x="5337619" y="387578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D20305-79E5-43C9-97F3-E8CEACFE24FE}"/>
              </a:ext>
            </a:extLst>
          </p:cNvPr>
          <p:cNvGrpSpPr/>
          <p:nvPr/>
        </p:nvGrpSpPr>
        <p:grpSpPr>
          <a:xfrm>
            <a:off x="3015105" y="3648460"/>
            <a:ext cx="2038763" cy="523220"/>
            <a:chOff x="3015105" y="3648460"/>
            <a:chExt cx="2038763" cy="52322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DA4DAB6-55AE-451F-A496-DB8E57B81C0E}"/>
                </a:ext>
              </a:extLst>
            </p:cNvPr>
            <p:cNvCxnSpPr>
              <a:cxnSpLocks/>
            </p:cNvCxnSpPr>
            <p:nvPr/>
          </p:nvCxnSpPr>
          <p:spPr>
            <a:xfrm>
              <a:off x="3404486" y="4137390"/>
              <a:ext cx="12600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02181DF-8C43-4B92-9133-6B86B468ED6D}"/>
                </a:ext>
              </a:extLst>
            </p:cNvPr>
            <p:cNvSpPr/>
            <p:nvPr/>
          </p:nvSpPr>
          <p:spPr>
            <a:xfrm>
              <a:off x="3015105" y="3648460"/>
              <a:ext cx="203876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Relationship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1E0D0F6-AC11-40B4-9560-50DB55A6C2FD}"/>
              </a:ext>
            </a:extLst>
          </p:cNvPr>
          <p:cNvGrpSpPr/>
          <p:nvPr/>
        </p:nvGrpSpPr>
        <p:grpSpPr>
          <a:xfrm>
            <a:off x="7183647" y="3620609"/>
            <a:ext cx="2038763" cy="523220"/>
            <a:chOff x="7183647" y="3620609"/>
            <a:chExt cx="2038763" cy="52322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BC27613-8AD7-42F9-96C9-701E22C58D62}"/>
                </a:ext>
              </a:extLst>
            </p:cNvPr>
            <p:cNvCxnSpPr>
              <a:cxnSpLocks/>
            </p:cNvCxnSpPr>
            <p:nvPr/>
          </p:nvCxnSpPr>
          <p:spPr>
            <a:xfrm>
              <a:off x="7573028" y="4137390"/>
              <a:ext cx="12600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4912D79-A252-441D-ADFB-63054B0110F2}"/>
                </a:ext>
              </a:extLst>
            </p:cNvPr>
            <p:cNvSpPr/>
            <p:nvPr/>
          </p:nvSpPr>
          <p:spPr>
            <a:xfrm>
              <a:off x="7183647" y="3620609"/>
              <a:ext cx="203876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Relationship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5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- Description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 use case represents an action.</a:t>
            </a:r>
          </a:p>
          <a:p>
            <a:endParaRPr lang="en-GB" sz="2800" dirty="0"/>
          </a:p>
          <a:p>
            <a:r>
              <a:rPr lang="en-GB" sz="2800" dirty="0"/>
              <a:t>Text: Verb – Action</a:t>
            </a:r>
          </a:p>
          <a:p>
            <a:endParaRPr lang="en-GB" sz="2800" dirty="0"/>
          </a:p>
          <a:p>
            <a:r>
              <a:rPr lang="en-GB" sz="2800" dirty="0"/>
              <a:t>Logical order: top to bottom</a:t>
            </a:r>
          </a:p>
        </p:txBody>
      </p:sp>
    </p:spTree>
    <p:extLst>
      <p:ext uri="{BB962C8B-B14F-4D97-AF65-F5344CB8AC3E}">
        <p14:creationId xmlns:p14="http://schemas.microsoft.com/office/powerpoint/2010/main" val="1159162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Relationship Types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5038727" y="1575766"/>
            <a:ext cx="2436494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Association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Include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Extend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Generalisation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1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3121337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Class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F713C-2421-4E82-86E4-19E9EDFBE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0925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083161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7596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742949" y="5908197"/>
            <a:ext cx="3227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values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4656649" y="6343037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40073"/>
              <a:gd name="adj6" fmla="val -205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6358993" y="516029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5123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Words>7817</Words>
  <Application>Microsoft Office PowerPoint</Application>
  <PresentationFormat>Widescreen</PresentationFormat>
  <Paragraphs>1852</Paragraphs>
  <Slides>202</Slides>
  <Notes>156</Notes>
  <HiddenSlides>83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202</vt:i4>
      </vt:variant>
    </vt:vector>
  </HeadingPairs>
  <TitlesOfParts>
    <vt:vector size="208" baseType="lpstr">
      <vt:lpstr>Arial</vt:lpstr>
      <vt:lpstr>Calibri</vt:lpstr>
      <vt:lpstr>Calibri Light</vt:lpstr>
      <vt:lpstr>Consolas</vt:lpstr>
      <vt:lpstr>Wingdings</vt:lpstr>
      <vt:lpstr>Office Theme</vt:lpstr>
      <vt:lpstr>Advanced Higher CS</vt:lpstr>
      <vt:lpstr>Plan</vt:lpstr>
      <vt:lpstr>Assessment</vt:lpstr>
      <vt:lpstr>SDD Analysis</vt:lpstr>
      <vt:lpstr>Learning Intentions</vt:lpstr>
      <vt:lpstr>Use Case Diagram – Overview</vt:lpstr>
      <vt:lpstr>Actor - Description</vt:lpstr>
      <vt:lpstr>Actors</vt:lpstr>
      <vt:lpstr>Use Case - Description</vt:lpstr>
      <vt:lpstr>Relationship Types - Description</vt:lpstr>
      <vt:lpstr>SDD Design</vt:lpstr>
      <vt:lpstr>UML Class Diagrams</vt:lpstr>
      <vt:lpstr>SDD Implementation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 1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300</cp:revision>
  <cp:lastPrinted>2022-12-12T09:57:02Z</cp:lastPrinted>
  <dcterms:created xsi:type="dcterms:W3CDTF">2020-11-23T14:36:09Z</dcterms:created>
  <dcterms:modified xsi:type="dcterms:W3CDTF">2026-05-12T15:05:59Z</dcterms:modified>
</cp:coreProperties>
</file>