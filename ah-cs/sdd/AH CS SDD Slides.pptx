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434" r:id="rId2"/>
    <p:sldId id="506" r:id="rId3"/>
    <p:sldId id="507" r:id="rId4"/>
    <p:sldId id="262" r:id="rId5"/>
    <p:sldId id="275" r:id="rId6"/>
    <p:sldId id="888" r:id="rId7"/>
    <p:sldId id="634" r:id="rId8"/>
    <p:sldId id="876" r:id="rId9"/>
    <p:sldId id="875" r:id="rId10"/>
    <p:sldId id="883" r:id="rId11"/>
    <p:sldId id="877" r:id="rId12"/>
    <p:sldId id="880" r:id="rId13"/>
    <p:sldId id="878" r:id="rId14"/>
    <p:sldId id="882" r:id="rId15"/>
    <p:sldId id="886" r:id="rId16"/>
    <p:sldId id="887" r:id="rId17"/>
    <p:sldId id="881" r:id="rId18"/>
    <p:sldId id="884" r:id="rId19"/>
    <p:sldId id="885" r:id="rId20"/>
    <p:sldId id="879" r:id="rId21"/>
    <p:sldId id="496" r:id="rId22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506"/>
            <p14:sldId id="507"/>
          </p14:sldIdLst>
        </p14:section>
        <p14:section name="Analysis" id="{7C879B73-49D3-4B0B-8E84-ADEA941CE428}">
          <p14:sldIdLst>
            <p14:sldId id="262"/>
          </p14:sldIdLst>
        </p14:section>
        <p14:section name="Use Case Diagrams" id="{8FF03462-626E-4D1D-AC9E-9B36ACF6C895}">
          <p14:sldIdLst>
            <p14:sldId id="275"/>
            <p14:sldId id="888"/>
            <p14:sldId id="634"/>
            <p14:sldId id="876"/>
            <p14:sldId id="875"/>
            <p14:sldId id="883"/>
            <p14:sldId id="877"/>
            <p14:sldId id="880"/>
            <p14:sldId id="878"/>
          </p14:sldIdLst>
        </p14:section>
        <p14:section name="UML Class Diagrams" id="{7D4F1648-DAC2-4075-A6B4-FD4B3092EFED}">
          <p14:sldIdLst>
            <p14:sldId id="882"/>
            <p14:sldId id="886"/>
            <p14:sldId id="887"/>
            <p14:sldId id="881"/>
            <p14:sldId id="884"/>
            <p14:sldId id="885"/>
          </p14:sldIdLst>
        </p14:section>
        <p14:section name="Implementation" id="{5C392A03-E5F5-4672-87AF-87A2BB0C2FD8}">
          <p14:sldIdLst>
            <p14:sldId id="879"/>
          </p14:sldIdLst>
        </p14:section>
        <p14:section name="Standrad algorithms" id="{E51287A6-0098-4174-B5E3-AB1589BC3F19}">
          <p14:sldIdLst>
            <p14:sldId id="496"/>
          </p14:sldIdLst>
        </p14:section>
        <p14:section name="Testing" id="{89DD8F3D-7BDB-479D-BE4D-586144FA2248}">
          <p14:sldIdLst/>
        </p14:section>
        <p14:section name="Evaluation" id="{0F7A6070-A7E2-43C1-8140-267CAC25D84D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4F"/>
    <a:srgbClr val="BDD7EE"/>
    <a:srgbClr val="0086B3"/>
    <a:srgbClr val="18369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DD9C1AE-9D74-4A34-AE2C-D44F4DAD3442}" v="30" dt="2026-05-31T19:30:35.26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73" autoAdjust="0"/>
    <p:restoredTop sz="84556" autoAdjust="0"/>
  </p:normalViewPr>
  <p:slideViewPr>
    <p:cSldViewPr snapToGrid="0" showGuides="1">
      <p:cViewPr varScale="1">
        <p:scale>
          <a:sx n="67" d="100"/>
          <a:sy n="67" d="100"/>
        </p:scale>
        <p:origin x="72" y="360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6CF5D3DD-A8C4-4611-8099-4AEB2E976A2E}"/>
    <pc:docChg chg="undo custSel addSld delSld modSld addSection delSection modSection">
      <pc:chgData name="Al Friend" userId="e5ed79da-d858-46d4-9eed-a7a24903f2de" providerId="ADAL" clId="{6CF5D3DD-A8C4-4611-8099-4AEB2E976A2E}" dt="2026-05-31T17:24:44.112" v="1043" actId="1582"/>
      <pc:docMkLst>
        <pc:docMk/>
      </pc:docMkLst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562853777" sldId="336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742260229" sldId="358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001493673" sldId="380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90094969" sldId="420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262159056" sldId="421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146001703" sldId="422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851861254" sldId="423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983041276" sldId="424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878748371" sldId="42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822755515" sldId="428"/>
        </pc:sldMkLst>
      </pc:sldChg>
      <pc:sldChg chg="del">
        <pc:chgData name="Al Friend" userId="e5ed79da-d858-46d4-9eed-a7a24903f2de" providerId="ADAL" clId="{6CF5D3DD-A8C4-4611-8099-4AEB2E976A2E}" dt="2026-05-31T10:47:48.740" v="278" actId="47"/>
        <pc:sldMkLst>
          <pc:docMk/>
          <pc:sldMk cId="2570885542" sldId="437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802701649" sldId="438"/>
        </pc:sldMkLst>
      </pc:sldChg>
      <pc:sldChg chg="del">
        <pc:chgData name="Al Friend" userId="e5ed79da-d858-46d4-9eed-a7a24903f2de" providerId="ADAL" clId="{6CF5D3DD-A8C4-4611-8099-4AEB2E976A2E}" dt="2026-05-31T10:47:48.740" v="278" actId="47"/>
        <pc:sldMkLst>
          <pc:docMk/>
          <pc:sldMk cId="1456227709" sldId="440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894983875" sldId="442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2328477242" sldId="443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171987008" sldId="444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097969357" sldId="445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28642009" sldId="446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2577301597" sldId="450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2483932992" sldId="451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307598580" sldId="452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710849159" sldId="453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3835580360" sldId="454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70988439" sldId="456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802556139" sldId="457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4284783190" sldId="458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906495385" sldId="460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237164904" sldId="461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219291077" sldId="462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813533798" sldId="463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665045065" sldId="465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4105150459" sldId="468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4138570075" sldId="471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4207450488" sldId="472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123966756" sldId="476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801328822" sldId="477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53526583" sldId="478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437776525" sldId="479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531375146" sldId="480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438886444" sldId="481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962929106" sldId="482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765643102" sldId="483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478737394" sldId="484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236895042" sldId="48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514697158" sldId="486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393096936" sldId="487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93232831" sldId="488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30059406" sldId="489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105079564" sldId="491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556505236" sldId="492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136100732" sldId="495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831658751" sldId="497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3844814172" sldId="498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1374977604" sldId="499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2118686002" sldId="500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3419363118" sldId="501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982000468" sldId="502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702556701" sldId="503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679320925" sldId="504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926999632" sldId="50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515013201" sldId="512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037227763" sldId="514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303643126" sldId="516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157204624" sldId="53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401108545" sldId="537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519238916" sldId="539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9835273" sldId="541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523056852" sldId="54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122357660" sldId="546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517025096" sldId="547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696205017" sldId="549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426775807" sldId="550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672142775" sldId="552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458947270" sldId="554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493580204" sldId="556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197381379" sldId="557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117637440" sldId="559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489710584" sldId="560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580692410" sldId="561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3799793334" sldId="562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069570998" sldId="563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226135175" sldId="564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694543777" sldId="56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364337226" sldId="566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673138878" sldId="567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233716877" sldId="568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204642112" sldId="572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3217686171" sldId="573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782545373" sldId="574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511439392" sldId="575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928485270" sldId="576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829510366" sldId="577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934322149" sldId="578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3379680109" sldId="579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3673258037" sldId="600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596336617" sldId="602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3092738070" sldId="603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195889250" sldId="606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2607827900" sldId="607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2664616585" sldId="608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1132077490" sldId="609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829790090" sldId="610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99839683" sldId="611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725766388" sldId="612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456140403" sldId="614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448372155" sldId="61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431497738" sldId="616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4042560834" sldId="617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659356215" sldId="618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393786595" sldId="619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567249620" sldId="620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635506457" sldId="621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269368532" sldId="622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515698625" sldId="623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910063448" sldId="624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4043431165" sldId="625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745160305" sldId="626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624294451" sldId="627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821350884" sldId="628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043302402" sldId="629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121143371" sldId="630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93701465" sldId="631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4173932810" sldId="632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790478087" sldId="633"/>
        </pc:sldMkLst>
      </pc:sldChg>
      <pc:sldChg chg="modNotesTx">
        <pc:chgData name="Al Friend" userId="e5ed79da-d858-46d4-9eed-a7a24903f2de" providerId="ADAL" clId="{6CF5D3DD-A8C4-4611-8099-4AEB2E976A2E}" dt="2026-05-31T17:19:13.800" v="1036" actId="20577"/>
        <pc:sldMkLst>
          <pc:docMk/>
          <pc:sldMk cId="3792360079" sldId="634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06058122" sldId="636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03029315" sldId="638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626675160" sldId="639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748937002" sldId="640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550659541" sldId="641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724449491" sldId="642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404841556" sldId="643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593729528" sldId="644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369337990" sldId="645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758771808" sldId="646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262972286" sldId="814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568420392" sldId="815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998219706" sldId="816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304241816" sldId="817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621208104" sldId="818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249946692" sldId="820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839811114" sldId="821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739826777" sldId="822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3961624521" sldId="823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4292795641" sldId="824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771078146" sldId="82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897348652" sldId="826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075148250" sldId="827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692260887" sldId="828"/>
        </pc:sldMkLst>
      </pc:sldChg>
      <pc:sldChg chg="del">
        <pc:chgData name="Al Friend" userId="e5ed79da-d858-46d4-9eed-a7a24903f2de" providerId="ADAL" clId="{6CF5D3DD-A8C4-4611-8099-4AEB2E976A2E}" dt="2026-05-31T10:47:48.740" v="278" actId="47"/>
        <pc:sldMkLst>
          <pc:docMk/>
          <pc:sldMk cId="3815233802" sldId="830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652055710" sldId="831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4014645582" sldId="832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4133765171" sldId="833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1818297475" sldId="834"/>
        </pc:sldMkLst>
      </pc:sldChg>
      <pc:sldChg chg="del">
        <pc:chgData name="Al Friend" userId="e5ed79da-d858-46d4-9eed-a7a24903f2de" providerId="ADAL" clId="{6CF5D3DD-A8C4-4611-8099-4AEB2E976A2E}" dt="2026-05-31T10:47:44.667" v="277" actId="47"/>
        <pc:sldMkLst>
          <pc:docMk/>
          <pc:sldMk cId="1850962590" sldId="835"/>
        </pc:sldMkLst>
      </pc:sldChg>
      <pc:sldChg chg="del">
        <pc:chgData name="Al Friend" userId="e5ed79da-d858-46d4-9eed-a7a24903f2de" providerId="ADAL" clId="{6CF5D3DD-A8C4-4611-8099-4AEB2E976A2E}" dt="2026-05-31T10:47:54.471" v="279" actId="47"/>
        <pc:sldMkLst>
          <pc:docMk/>
          <pc:sldMk cId="395973225" sldId="836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517065374" sldId="837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2117933979" sldId="838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1619853656" sldId="839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633878952" sldId="840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777259054" sldId="841"/>
        </pc:sldMkLst>
      </pc:sldChg>
      <pc:sldChg chg="del">
        <pc:chgData name="Al Friend" userId="e5ed79da-d858-46d4-9eed-a7a24903f2de" providerId="ADAL" clId="{6CF5D3DD-A8C4-4611-8099-4AEB2E976A2E}" dt="2026-05-31T10:48:11.354" v="280" actId="47"/>
        <pc:sldMkLst>
          <pc:docMk/>
          <pc:sldMk cId="3487229272" sldId="842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752824477" sldId="843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509309316" sldId="844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3815900931" sldId="846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4051375629" sldId="847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895888790" sldId="848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3911983536" sldId="849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717122040" sldId="850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908832260" sldId="853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193289320" sldId="854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449130433" sldId="855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505112213" sldId="856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884845285" sldId="857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644562082" sldId="858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263392521" sldId="859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2996963827" sldId="860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763073266" sldId="861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597242855" sldId="862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571892223" sldId="864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3034192770" sldId="866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1080785692" sldId="867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336362312" sldId="868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573298898" sldId="869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487391323" sldId="870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850097346" sldId="871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2194133644" sldId="872"/>
        </pc:sldMkLst>
      </pc:sldChg>
      <pc:sldChg chg="del">
        <pc:chgData name="Al Friend" userId="e5ed79da-d858-46d4-9eed-a7a24903f2de" providerId="ADAL" clId="{6CF5D3DD-A8C4-4611-8099-4AEB2E976A2E}" dt="2026-05-31T10:48:19.192" v="281" actId="47"/>
        <pc:sldMkLst>
          <pc:docMk/>
          <pc:sldMk cId="127425882" sldId="873"/>
        </pc:sldMkLst>
      </pc:sldChg>
      <pc:sldChg chg="del">
        <pc:chgData name="Al Friend" userId="e5ed79da-d858-46d4-9eed-a7a24903f2de" providerId="ADAL" clId="{6CF5D3DD-A8C4-4611-8099-4AEB2E976A2E}" dt="2026-05-31T10:47:29.889" v="275" actId="47"/>
        <pc:sldMkLst>
          <pc:docMk/>
          <pc:sldMk cId="75966217" sldId="874"/>
        </pc:sldMkLst>
      </pc:sldChg>
      <pc:sldChg chg="modSp mod">
        <pc:chgData name="Al Friend" userId="e5ed79da-d858-46d4-9eed-a7a24903f2de" providerId="ADAL" clId="{6CF5D3DD-A8C4-4611-8099-4AEB2E976A2E}" dt="2026-05-08T14:28:26.925" v="201" actId="1076"/>
        <pc:sldMkLst>
          <pc:docMk/>
          <pc:sldMk cId="237343473" sldId="875"/>
        </pc:sldMkLst>
        <pc:spChg chg="mod">
          <ac:chgData name="Al Friend" userId="e5ed79da-d858-46d4-9eed-a7a24903f2de" providerId="ADAL" clId="{6CF5D3DD-A8C4-4611-8099-4AEB2E976A2E}" dt="2026-05-08T14:28:15.301" v="200" actId="948"/>
          <ac:spMkLst>
            <pc:docMk/>
            <pc:sldMk cId="237343473" sldId="875"/>
            <ac:spMk id="18" creationId="{D88574CC-45EE-41B3-9E51-9F1267441FCF}"/>
          </ac:spMkLst>
        </pc:spChg>
        <pc:cxnChg chg="mod">
          <ac:chgData name="Al Friend" userId="e5ed79da-d858-46d4-9eed-a7a24903f2de" providerId="ADAL" clId="{6CF5D3DD-A8C4-4611-8099-4AEB2E976A2E}" dt="2026-05-08T14:28:26.925" v="201" actId="1076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addSp modSp mod">
        <pc:chgData name="Al Friend" userId="e5ed79da-d858-46d4-9eed-a7a24903f2de" providerId="ADAL" clId="{6CF5D3DD-A8C4-4611-8099-4AEB2E976A2E}" dt="2026-05-31T17:24:44.112" v="1043" actId="1582"/>
        <pc:sldMkLst>
          <pc:docMk/>
          <pc:sldMk cId="3895107268" sldId="883"/>
        </pc:sldMkLst>
        <pc:spChg chg="add mod">
          <ac:chgData name="Al Friend" userId="e5ed79da-d858-46d4-9eed-a7a24903f2de" providerId="ADAL" clId="{6CF5D3DD-A8C4-4611-8099-4AEB2E976A2E}" dt="2026-05-31T17:24:44.112" v="1043" actId="1582"/>
          <ac:spMkLst>
            <pc:docMk/>
            <pc:sldMk cId="3895107268" sldId="883"/>
            <ac:spMk id="3" creationId="{6B73F8E2-351C-B873-7A2F-0D4291693A98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9" creationId="{EE2EFB0E-AB56-4E96-9F15-7393AA54BFAA}"/>
          </ac:spMkLst>
        </pc:spChg>
        <pc:spChg chg="mod">
          <ac:chgData name="Al Friend" userId="e5ed79da-d858-46d4-9eed-a7a24903f2de" providerId="ADAL" clId="{6CF5D3DD-A8C4-4611-8099-4AEB2E976A2E}" dt="2026-05-31T17:20:34.367" v="1039" actId="20577"/>
          <ac:spMkLst>
            <pc:docMk/>
            <pc:sldMk cId="3895107268" sldId="883"/>
            <ac:spMk id="21" creationId="{65F9084E-A1EA-4464-9384-FDA12CD1EE06}"/>
          </ac:spMkLst>
        </pc:spChg>
        <pc:spChg chg="mod">
          <ac:chgData name="Al Friend" userId="e5ed79da-d858-46d4-9eed-a7a24903f2de" providerId="ADAL" clId="{6CF5D3DD-A8C4-4611-8099-4AEB2E976A2E}" dt="2026-05-20T16:01:28.181" v="272" actId="1036"/>
          <ac:spMkLst>
            <pc:docMk/>
            <pc:sldMk cId="3895107268" sldId="883"/>
            <ac:spMk id="22" creationId="{CDAB617F-D868-4AAD-BA99-EFE6D44FFB55}"/>
          </ac:spMkLst>
        </pc:spChg>
        <pc:spChg chg="mod">
          <ac:chgData name="Al Friend" userId="e5ed79da-d858-46d4-9eed-a7a24903f2de" providerId="ADAL" clId="{6CF5D3DD-A8C4-4611-8099-4AEB2E976A2E}" dt="2026-05-31T17:10:46.164" v="979"/>
          <ac:spMkLst>
            <pc:docMk/>
            <pc:sldMk cId="3895107268" sldId="883"/>
            <ac:spMk id="32" creationId="{85CDA261-9BB5-4CC4-B2DE-8D9152BEA2AF}"/>
          </ac:spMkLst>
        </pc:spChg>
        <pc:spChg chg="mod">
          <ac:chgData name="Al Friend" userId="e5ed79da-d858-46d4-9eed-a7a24903f2de" providerId="ADAL" clId="{6CF5D3DD-A8C4-4611-8099-4AEB2E976A2E}" dt="2026-05-31T17:10:55.840" v="986" actId="20577"/>
          <ac:spMkLst>
            <pc:docMk/>
            <pc:sldMk cId="3895107268" sldId="883"/>
            <ac:spMk id="33" creationId="{5FA2AB05-D591-4DE1-930E-0EDCED894325}"/>
          </ac:spMkLst>
        </pc:spChg>
        <pc:spChg chg="mod">
          <ac:chgData name="Al Friend" userId="e5ed79da-d858-46d4-9eed-a7a24903f2de" providerId="ADAL" clId="{6CF5D3DD-A8C4-4611-8099-4AEB2E976A2E}" dt="2026-05-20T16:01:43.404" v="274" actId="14100"/>
          <ac:spMkLst>
            <pc:docMk/>
            <pc:sldMk cId="3895107268" sldId="883"/>
            <ac:spMk id="39" creationId="{C90D3FE8-1169-4EDF-A2ED-2F943CD5C876}"/>
          </ac:spMkLst>
        </pc:spChg>
        <pc:spChg chg="mod">
          <ac:chgData name="Al Friend" userId="e5ed79da-d858-46d4-9eed-a7a24903f2de" providerId="ADAL" clId="{6CF5D3DD-A8C4-4611-8099-4AEB2E976A2E}" dt="2026-05-20T16:01:40.340" v="273" actId="14100"/>
          <ac:spMkLst>
            <pc:docMk/>
            <pc:sldMk cId="3895107268" sldId="883"/>
            <ac:spMk id="40" creationId="{F0D9822E-881E-4E96-ACB0-4C7728754CF3}"/>
          </ac:spMkLst>
        </pc:spChg>
        <pc:spChg chg="mod">
          <ac:chgData name="Al Friend" userId="e5ed79da-d858-46d4-9eed-a7a24903f2de" providerId="ADAL" clId="{6CF5D3DD-A8C4-4611-8099-4AEB2E976A2E}" dt="2026-05-31T17:08:41.500" v="975" actId="120"/>
          <ac:spMkLst>
            <pc:docMk/>
            <pc:sldMk cId="3895107268" sldId="883"/>
            <ac:spMk id="42" creationId="{F5F9953F-5BB6-4F85-90AC-D05F2552F76A}"/>
          </ac:spMkLst>
        </pc:spChg>
        <pc:cxnChg chg="mod">
          <ac:chgData name="Al Friend" userId="e5ed79da-d858-46d4-9eed-a7a24903f2de" providerId="ADAL" clId="{6CF5D3DD-A8C4-4611-8099-4AEB2E976A2E}" dt="2026-05-31T17:08:22.106" v="974" actId="692"/>
          <ac:cxnSpMkLst>
            <pc:docMk/>
            <pc:sldMk cId="3895107268" sldId="883"/>
            <ac:cxnSpMk id="24" creationId="{440C0681-510B-4743-9A20-D172D0F4A65E}"/>
          </ac:cxnSpMkLst>
        </pc:cxnChg>
        <pc:cxnChg chg="mod">
          <ac:chgData name="Al Friend" userId="e5ed79da-d858-46d4-9eed-a7a24903f2de" providerId="ADAL" clId="{6CF5D3DD-A8C4-4611-8099-4AEB2E976A2E}" dt="2026-05-31T17:08:08.074" v="973" actId="692"/>
          <ac:cxnSpMkLst>
            <pc:docMk/>
            <pc:sldMk cId="3895107268" sldId="883"/>
            <ac:cxnSpMk id="27" creationId="{5FD594C9-5C27-4A4C-B85E-7B863E6D3F4E}"/>
          </ac:cxnSpMkLst>
        </pc:cxnChg>
      </pc:sldChg>
      <pc:sldChg chg="modSp mod">
        <pc:chgData name="Al Friend" userId="e5ed79da-d858-46d4-9eed-a7a24903f2de" providerId="ADAL" clId="{6CF5D3DD-A8C4-4611-8099-4AEB2E976A2E}" dt="2026-05-31T11:37:54.062" v="888" actId="20577"/>
        <pc:sldMkLst>
          <pc:docMk/>
          <pc:sldMk cId="1982100101" sldId="884"/>
        </pc:sldMkLst>
        <pc:spChg chg="mod">
          <ac:chgData name="Al Friend" userId="e5ed79da-d858-46d4-9eed-a7a24903f2de" providerId="ADAL" clId="{6CF5D3DD-A8C4-4611-8099-4AEB2E976A2E}" dt="2026-05-31T11:37:54.062" v="888" actId="20577"/>
          <ac:spMkLst>
            <pc:docMk/>
            <pc:sldMk cId="1982100101" sldId="884"/>
            <ac:spMk id="23" creationId="{703AB56C-EA29-4B82-A3B9-946D93A89946}"/>
          </ac:spMkLst>
        </pc:spChg>
      </pc:sldChg>
      <pc:sldChg chg="modSp mod">
        <pc:chgData name="Al Friend" userId="e5ed79da-d858-46d4-9eed-a7a24903f2de" providerId="ADAL" clId="{6CF5D3DD-A8C4-4611-8099-4AEB2E976A2E}" dt="2026-05-31T11:43:21.196" v="892" actId="1076"/>
        <pc:sldMkLst>
          <pc:docMk/>
          <pc:sldMk cId="294841495" sldId="885"/>
        </pc:sldMkLst>
        <pc:spChg chg="mod">
          <ac:chgData name="Al Friend" userId="e5ed79da-d858-46d4-9eed-a7a24903f2de" providerId="ADAL" clId="{6CF5D3DD-A8C4-4611-8099-4AEB2E976A2E}" dt="2026-05-31T11:43:21.196" v="892" actId="1076"/>
          <ac:spMkLst>
            <pc:docMk/>
            <pc:sldMk cId="294841495" sldId="885"/>
            <ac:spMk id="45" creationId="{1E67091E-C2CE-47A7-9BCD-380A030776A4}"/>
          </ac:spMkLst>
        </pc:spChg>
        <pc:cxnChg chg="mod">
          <ac:chgData name="Al Friend" userId="e5ed79da-d858-46d4-9eed-a7a24903f2de" providerId="ADAL" clId="{6CF5D3DD-A8C4-4611-8099-4AEB2E976A2E}" dt="2026-05-31T11:43:21.196" v="892" actId="1076"/>
          <ac:cxnSpMkLst>
            <pc:docMk/>
            <pc:sldMk cId="294841495" sldId="885"/>
            <ac:cxnSpMk id="47" creationId="{C30F19AF-9E3E-4F7A-ABB2-5682DFBA7145}"/>
          </ac:cxnSpMkLst>
        </pc:cxnChg>
        <pc:cxnChg chg="mod">
          <ac:chgData name="Al Friend" userId="e5ed79da-d858-46d4-9eed-a7a24903f2de" providerId="ADAL" clId="{6CF5D3DD-A8C4-4611-8099-4AEB2E976A2E}" dt="2026-05-31T11:43:21.196" v="892" actId="1076"/>
          <ac:cxnSpMkLst>
            <pc:docMk/>
            <pc:sldMk cId="294841495" sldId="885"/>
            <ac:cxnSpMk id="50" creationId="{5731073C-2961-45F8-BA70-83375DBBA138}"/>
          </ac:cxnSpMkLst>
        </pc:cxnChg>
      </pc:sldChg>
      <pc:sldChg chg="addSp modSp new mod">
        <pc:chgData name="Al Friend" userId="e5ed79da-d858-46d4-9eed-a7a24903f2de" providerId="ADAL" clId="{6CF5D3DD-A8C4-4611-8099-4AEB2E976A2E}" dt="2026-05-31T11:36:32.098" v="877" actId="20577"/>
        <pc:sldMkLst>
          <pc:docMk/>
          <pc:sldMk cId="272324595" sldId="886"/>
        </pc:sldMkLst>
        <pc:spChg chg="mod">
          <ac:chgData name="Al Friend" userId="e5ed79da-d858-46d4-9eed-a7a24903f2de" providerId="ADAL" clId="{6CF5D3DD-A8C4-4611-8099-4AEB2E976A2E}" dt="2026-05-31T10:58:04.045" v="434" actId="20577"/>
          <ac:spMkLst>
            <pc:docMk/>
            <pc:sldMk cId="272324595" sldId="886"/>
            <ac:spMk id="2" creationId="{C8B033F8-8680-772C-2AD4-139DAFC19DE1}"/>
          </ac:spMkLst>
        </pc:spChg>
        <pc:spChg chg="mod">
          <ac:chgData name="Al Friend" userId="e5ed79da-d858-46d4-9eed-a7a24903f2de" providerId="ADAL" clId="{6CF5D3DD-A8C4-4611-8099-4AEB2E976A2E}" dt="2026-05-31T11:04:59.369" v="597" actId="6549"/>
          <ac:spMkLst>
            <pc:docMk/>
            <pc:sldMk cId="272324595" sldId="886"/>
            <ac:spMk id="3" creationId="{B3E2F1BB-6BA1-D6E7-7BD1-FB75A801A75B}"/>
          </ac:spMkLst>
        </pc:spChg>
        <pc:spChg chg="add mod">
          <ac:chgData name="Al Friend" userId="e5ed79da-d858-46d4-9eed-a7a24903f2de" providerId="ADAL" clId="{6CF5D3DD-A8C4-4611-8099-4AEB2E976A2E}" dt="2026-05-31T11:36:32.098" v="877" actId="20577"/>
          <ac:spMkLst>
            <pc:docMk/>
            <pc:sldMk cId="272324595" sldId="886"/>
            <ac:spMk id="4" creationId="{C68ABF8D-9F1A-3687-71E2-6DAE03CF3F86}"/>
          </ac:spMkLst>
        </pc:spChg>
      </pc:sldChg>
      <pc:sldChg chg="addSp delSp modSp new mod modNotesTx">
        <pc:chgData name="Al Friend" userId="e5ed79da-d858-46d4-9eed-a7a24903f2de" providerId="ADAL" clId="{6CF5D3DD-A8C4-4611-8099-4AEB2E976A2E}" dt="2026-05-31T11:50:56.534" v="893" actId="20577"/>
        <pc:sldMkLst>
          <pc:docMk/>
          <pc:sldMk cId="2689299202" sldId="887"/>
        </pc:sldMkLst>
        <pc:spChg chg="mod">
          <ac:chgData name="Al Friend" userId="e5ed79da-d858-46d4-9eed-a7a24903f2de" providerId="ADAL" clId="{6CF5D3DD-A8C4-4611-8099-4AEB2E976A2E}" dt="2026-05-31T11:22:13.357" v="642" actId="20577"/>
          <ac:spMkLst>
            <pc:docMk/>
            <pc:sldMk cId="2689299202" sldId="887"/>
            <ac:spMk id="2" creationId="{F6E5DDAC-B7CC-945D-B74A-87246E8E6368}"/>
          </ac:spMkLst>
        </pc:spChg>
        <pc:spChg chg="del">
          <ac:chgData name="Al Friend" userId="e5ed79da-d858-46d4-9eed-a7a24903f2de" providerId="ADAL" clId="{6CF5D3DD-A8C4-4611-8099-4AEB2E976A2E}" dt="2026-05-31T11:19:30.987" v="606" actId="478"/>
          <ac:spMkLst>
            <pc:docMk/>
            <pc:sldMk cId="2689299202" sldId="887"/>
            <ac:spMk id="3" creationId="{7B1BB58B-22F3-0540-E1DC-AFF2DB425516}"/>
          </ac:spMkLst>
        </pc:spChg>
        <pc:spChg chg="add mod">
          <ac:chgData name="Al Friend" userId="e5ed79da-d858-46d4-9eed-a7a24903f2de" providerId="ADAL" clId="{6CF5D3DD-A8C4-4611-8099-4AEB2E976A2E}" dt="2026-05-31T11:26:18.928" v="675" actId="12789"/>
          <ac:spMkLst>
            <pc:docMk/>
            <pc:sldMk cId="2689299202" sldId="887"/>
            <ac:spMk id="20" creationId="{1821B1EE-C09C-B44F-9763-691373B40A43}"/>
          </ac:spMkLst>
        </pc:spChg>
        <pc:spChg chg="add mod">
          <ac:chgData name="Al Friend" userId="e5ed79da-d858-46d4-9eed-a7a24903f2de" providerId="ADAL" clId="{6CF5D3DD-A8C4-4611-8099-4AEB2E976A2E}" dt="2026-05-31T11:26:18.928" v="675" actId="12789"/>
          <ac:spMkLst>
            <pc:docMk/>
            <pc:sldMk cId="2689299202" sldId="887"/>
            <ac:spMk id="21" creationId="{5D10E706-C415-F069-6596-D6EB42794CEC}"/>
          </ac:spMkLst>
        </pc:spChg>
        <pc:spChg chg="add mod">
          <ac:chgData name="Al Friend" userId="e5ed79da-d858-46d4-9eed-a7a24903f2de" providerId="ADAL" clId="{6CF5D3DD-A8C4-4611-8099-4AEB2E976A2E}" dt="2026-05-31T11:27:12.525" v="713" actId="20577"/>
          <ac:spMkLst>
            <pc:docMk/>
            <pc:sldMk cId="2689299202" sldId="887"/>
            <ac:spMk id="22" creationId="{63D1B5CA-3293-8AB0-9AD8-32AAB374D400}"/>
          </ac:spMkLst>
        </pc:spChg>
        <pc:spChg chg="add mod">
          <ac:chgData name="Al Friend" userId="e5ed79da-d858-46d4-9eed-a7a24903f2de" providerId="ADAL" clId="{6CF5D3DD-A8C4-4611-8099-4AEB2E976A2E}" dt="2026-05-31T11:29:52.772" v="782" actId="1035"/>
          <ac:spMkLst>
            <pc:docMk/>
            <pc:sldMk cId="2689299202" sldId="887"/>
            <ac:spMk id="23" creationId="{E932A1AA-E488-B330-F5D4-C8F7E1AFEB79}"/>
          </ac:spMkLst>
        </pc:spChg>
        <pc:spChg chg="add mod">
          <ac:chgData name="Al Friend" userId="e5ed79da-d858-46d4-9eed-a7a24903f2de" providerId="ADAL" clId="{6CF5D3DD-A8C4-4611-8099-4AEB2E976A2E}" dt="2026-05-31T11:29:38.864" v="759" actId="1036"/>
          <ac:spMkLst>
            <pc:docMk/>
            <pc:sldMk cId="2689299202" sldId="887"/>
            <ac:spMk id="24" creationId="{ADBE2120-BC91-CBCB-2287-C05D78CF4327}"/>
          </ac:spMkLst>
        </pc:spChg>
        <pc:spChg chg="add mod">
          <ac:chgData name="Al Friend" userId="e5ed79da-d858-46d4-9eed-a7a24903f2de" providerId="ADAL" clId="{6CF5D3DD-A8C4-4611-8099-4AEB2E976A2E}" dt="2026-05-31T11:30:06.253" v="790" actId="20577"/>
          <ac:spMkLst>
            <pc:docMk/>
            <pc:sldMk cId="2689299202" sldId="887"/>
            <ac:spMk id="25" creationId="{1458AC3E-04C8-223F-64C1-CE57362A71C9}"/>
          </ac:spMkLst>
        </pc:spChg>
        <pc:spChg chg="add mod">
          <ac:chgData name="Al Friend" userId="e5ed79da-d858-46d4-9eed-a7a24903f2de" providerId="ADAL" clId="{6CF5D3DD-A8C4-4611-8099-4AEB2E976A2E}" dt="2026-05-31T11:30:43.988" v="805" actId="1076"/>
          <ac:spMkLst>
            <pc:docMk/>
            <pc:sldMk cId="2689299202" sldId="887"/>
            <ac:spMk id="26" creationId="{1B446702-FF50-E3E0-BBEC-4575EEF5350A}"/>
          </ac:spMkLst>
        </pc:spChg>
        <pc:spChg chg="add mod">
          <ac:chgData name="Al Friend" userId="e5ed79da-d858-46d4-9eed-a7a24903f2de" providerId="ADAL" clId="{6CF5D3DD-A8C4-4611-8099-4AEB2E976A2E}" dt="2026-05-31T11:32:26.350" v="819" actId="1582"/>
          <ac:spMkLst>
            <pc:docMk/>
            <pc:sldMk cId="2689299202" sldId="887"/>
            <ac:spMk id="27" creationId="{DE55E28E-12CA-4300-79D8-A465E7328BD1}"/>
          </ac:spMkLst>
        </pc:spChg>
        <pc:spChg chg="add mod">
          <ac:chgData name="Al Friend" userId="e5ed79da-d858-46d4-9eed-a7a24903f2de" providerId="ADAL" clId="{6CF5D3DD-A8C4-4611-8099-4AEB2E976A2E}" dt="2026-05-31T11:32:44.436" v="830" actId="1076"/>
          <ac:spMkLst>
            <pc:docMk/>
            <pc:sldMk cId="2689299202" sldId="887"/>
            <ac:spMk id="28" creationId="{7B412730-5CDA-D1F4-5FDC-B0A55A466C1D}"/>
          </ac:spMkLst>
        </pc:spChg>
        <pc:spChg chg="add mod">
          <ac:chgData name="Al Friend" userId="e5ed79da-d858-46d4-9eed-a7a24903f2de" providerId="ADAL" clId="{6CF5D3DD-A8C4-4611-8099-4AEB2E976A2E}" dt="2026-05-31T11:34:51.131" v="849" actId="1076"/>
          <ac:spMkLst>
            <pc:docMk/>
            <pc:sldMk cId="2689299202" sldId="887"/>
            <ac:spMk id="29" creationId="{41629774-E830-5865-08C7-3250472DAA8C}"/>
          </ac:spMkLst>
        </pc:spChg>
        <pc:spChg chg="add mod">
          <ac:chgData name="Al Friend" userId="e5ed79da-d858-46d4-9eed-a7a24903f2de" providerId="ADAL" clId="{6CF5D3DD-A8C4-4611-8099-4AEB2E976A2E}" dt="2026-05-31T11:33:53.790" v="841"/>
          <ac:spMkLst>
            <pc:docMk/>
            <pc:sldMk cId="2689299202" sldId="887"/>
            <ac:spMk id="41" creationId="{652B5BC2-4231-3325-C8DD-F695FF8D79C4}"/>
          </ac:spMkLst>
        </pc:spChg>
        <pc:picChg chg="add mod">
          <ac:chgData name="Al Friend" userId="e5ed79da-d858-46d4-9eed-a7a24903f2de" providerId="ADAL" clId="{6CF5D3DD-A8C4-4611-8099-4AEB2E976A2E}" dt="2026-05-31T11:24:57.711" v="653" actId="1076"/>
          <ac:picMkLst>
            <pc:docMk/>
            <pc:sldMk cId="2689299202" sldId="887"/>
            <ac:picMk id="5" creationId="{19D019E1-9343-7DD7-F11F-1ADFAEBF51C6}"/>
          </ac:picMkLst>
        </pc:picChg>
        <pc:picChg chg="add del mod">
          <ac:chgData name="Al Friend" userId="e5ed79da-d858-46d4-9eed-a7a24903f2de" providerId="ADAL" clId="{6CF5D3DD-A8C4-4611-8099-4AEB2E976A2E}" dt="2026-05-31T11:21:51.882" v="621" actId="478"/>
          <ac:picMkLst>
            <pc:docMk/>
            <pc:sldMk cId="2689299202" sldId="887"/>
            <ac:picMk id="7" creationId="{15FCA113-EC46-EE0A-DC9C-AFBD2F0442DB}"/>
          </ac:picMkLst>
        </pc:picChg>
        <pc:picChg chg="add del mod">
          <ac:chgData name="Al Friend" userId="e5ed79da-d858-46d4-9eed-a7a24903f2de" providerId="ADAL" clId="{6CF5D3DD-A8C4-4611-8099-4AEB2E976A2E}" dt="2026-05-31T11:21:48.063" v="620" actId="478"/>
          <ac:picMkLst>
            <pc:docMk/>
            <pc:sldMk cId="2689299202" sldId="887"/>
            <ac:picMk id="8" creationId="{1A78220A-BE0A-A5EB-6FD9-04296FFE0606}"/>
          </ac:picMkLst>
        </pc:picChg>
        <pc:picChg chg="add mod">
          <ac:chgData name="Al Friend" userId="e5ed79da-d858-46d4-9eed-a7a24903f2de" providerId="ADAL" clId="{6CF5D3DD-A8C4-4611-8099-4AEB2E976A2E}" dt="2026-05-31T11:25:00.405" v="654" actId="1076"/>
          <ac:picMkLst>
            <pc:docMk/>
            <pc:sldMk cId="2689299202" sldId="887"/>
            <ac:picMk id="9" creationId="{53CE0249-A61C-9215-8E46-9C5D4A4E0FCA}"/>
          </ac:picMkLst>
        </pc:picChg>
        <pc:picChg chg="add mod">
          <ac:chgData name="Al Friend" userId="e5ed79da-d858-46d4-9eed-a7a24903f2de" providerId="ADAL" clId="{6CF5D3DD-A8C4-4611-8099-4AEB2E976A2E}" dt="2026-05-31T11:21:56.870" v="623" actId="1076"/>
          <ac:picMkLst>
            <pc:docMk/>
            <pc:sldMk cId="2689299202" sldId="887"/>
            <ac:picMk id="11" creationId="{26930976-710A-9121-E6A9-E1F1CF7BB12B}"/>
          </ac:picMkLst>
        </pc:picChg>
        <pc:picChg chg="add mod">
          <ac:chgData name="Al Friend" userId="e5ed79da-d858-46d4-9eed-a7a24903f2de" providerId="ADAL" clId="{6CF5D3DD-A8C4-4611-8099-4AEB2E976A2E}" dt="2026-05-31T11:21:58.899" v="624" actId="1076"/>
          <ac:picMkLst>
            <pc:docMk/>
            <pc:sldMk cId="2689299202" sldId="887"/>
            <ac:picMk id="13" creationId="{24FB712A-84E3-D214-D829-76438CF1FF71}"/>
          </ac:picMkLst>
        </pc:picChg>
        <pc:picChg chg="add mod">
          <ac:chgData name="Al Friend" userId="e5ed79da-d858-46d4-9eed-a7a24903f2de" providerId="ADAL" clId="{6CF5D3DD-A8C4-4611-8099-4AEB2E976A2E}" dt="2026-05-31T11:30:11.771" v="791" actId="1076"/>
          <ac:picMkLst>
            <pc:docMk/>
            <pc:sldMk cId="2689299202" sldId="887"/>
            <ac:picMk id="15" creationId="{C2FC3120-4859-0E36-9B84-AD9C76B1AA36}"/>
          </ac:picMkLst>
        </pc:picChg>
        <pc:picChg chg="add mod">
          <ac:chgData name="Al Friend" userId="e5ed79da-d858-46d4-9eed-a7a24903f2de" providerId="ADAL" clId="{6CF5D3DD-A8C4-4611-8099-4AEB2E976A2E}" dt="2026-05-31T11:24:22.084" v="652" actId="1076"/>
          <ac:picMkLst>
            <pc:docMk/>
            <pc:sldMk cId="2689299202" sldId="887"/>
            <ac:picMk id="17" creationId="{58687F61-8D2B-ED11-7BDD-4ACE86BAE362}"/>
          </ac:picMkLst>
        </pc:picChg>
        <pc:picChg chg="add mod">
          <ac:chgData name="Al Friend" userId="e5ed79da-d858-46d4-9eed-a7a24903f2de" providerId="ADAL" clId="{6CF5D3DD-A8C4-4611-8099-4AEB2E976A2E}" dt="2026-05-31T11:30:38.469" v="804" actId="1076"/>
          <ac:picMkLst>
            <pc:docMk/>
            <pc:sldMk cId="2689299202" sldId="887"/>
            <ac:picMk id="18" creationId="{C8ECCEDB-84CB-E10E-29A0-6A7C6A8F8723}"/>
          </ac:picMkLst>
        </pc:picChg>
        <pc:picChg chg="add mod">
          <ac:chgData name="Al Friend" userId="e5ed79da-d858-46d4-9eed-a7a24903f2de" providerId="ADAL" clId="{6CF5D3DD-A8C4-4611-8099-4AEB2E976A2E}" dt="2026-05-31T11:24:22.084" v="652" actId="1076"/>
          <ac:picMkLst>
            <pc:docMk/>
            <pc:sldMk cId="2689299202" sldId="887"/>
            <ac:picMk id="19" creationId="{F77B082A-3A6A-6638-5522-14D3AAE6115F}"/>
          </ac:picMkLst>
        </pc:picChg>
        <pc:cxnChg chg="add mod">
          <ac:chgData name="Al Friend" userId="e5ed79da-d858-46d4-9eed-a7a24903f2de" providerId="ADAL" clId="{6CF5D3DD-A8C4-4611-8099-4AEB2E976A2E}" dt="2026-05-31T11:34:51.131" v="849" actId="1076"/>
          <ac:cxnSpMkLst>
            <pc:docMk/>
            <pc:sldMk cId="2689299202" sldId="887"/>
            <ac:cxnSpMk id="30" creationId="{D24CFD43-E225-9A60-DD0D-39E2BF7507F3}"/>
          </ac:cxnSpMkLst>
        </pc:cxnChg>
        <pc:cxnChg chg="add mod">
          <ac:chgData name="Al Friend" userId="e5ed79da-d858-46d4-9eed-a7a24903f2de" providerId="ADAL" clId="{6CF5D3DD-A8C4-4611-8099-4AEB2E976A2E}" dt="2026-05-31T11:34:51.131" v="849" actId="1076"/>
          <ac:cxnSpMkLst>
            <pc:docMk/>
            <pc:sldMk cId="2689299202" sldId="887"/>
            <ac:cxnSpMk id="31" creationId="{1FEB3678-3EC2-9435-6703-DBA4673C5740}"/>
          </ac:cxnSpMkLst>
        </pc:cxnChg>
        <pc:cxnChg chg="add mod">
          <ac:chgData name="Al Friend" userId="e5ed79da-d858-46d4-9eed-a7a24903f2de" providerId="ADAL" clId="{6CF5D3DD-A8C4-4611-8099-4AEB2E976A2E}" dt="2026-05-31T11:33:53.790" v="841"/>
          <ac:cxnSpMkLst>
            <pc:docMk/>
            <pc:sldMk cId="2689299202" sldId="887"/>
            <ac:cxnSpMk id="42" creationId="{79BE0326-15FA-19D1-EBFE-A8A65804F4B8}"/>
          </ac:cxnSpMkLst>
        </pc:cxnChg>
        <pc:cxnChg chg="add mod">
          <ac:chgData name="Al Friend" userId="e5ed79da-d858-46d4-9eed-a7a24903f2de" providerId="ADAL" clId="{6CF5D3DD-A8C4-4611-8099-4AEB2E976A2E}" dt="2026-05-31T11:33:53.790" v="841"/>
          <ac:cxnSpMkLst>
            <pc:docMk/>
            <pc:sldMk cId="2689299202" sldId="887"/>
            <ac:cxnSpMk id="43" creationId="{3BDE0070-2C1D-2166-A2D8-053E0F7E454C}"/>
          </ac:cxnSpMkLst>
        </pc:cxnChg>
      </pc:sldChg>
      <pc:sldChg chg="modSp new mod">
        <pc:chgData name="Al Friend" userId="e5ed79da-d858-46d4-9eed-a7a24903f2de" providerId="ADAL" clId="{6CF5D3DD-A8C4-4611-8099-4AEB2E976A2E}" dt="2026-05-31T17:03:32.725" v="971" actId="20577"/>
        <pc:sldMkLst>
          <pc:docMk/>
          <pc:sldMk cId="2047793123" sldId="888"/>
        </pc:sldMkLst>
        <pc:spChg chg="mod">
          <ac:chgData name="Al Friend" userId="e5ed79da-d858-46d4-9eed-a7a24903f2de" providerId="ADAL" clId="{6CF5D3DD-A8C4-4611-8099-4AEB2E976A2E}" dt="2026-05-31T16:59:19.055" v="902" actId="20577"/>
          <ac:spMkLst>
            <pc:docMk/>
            <pc:sldMk cId="2047793123" sldId="888"/>
            <ac:spMk id="2" creationId="{60A374ED-F922-1F42-30DA-6139E3EEFB4E}"/>
          </ac:spMkLst>
        </pc:spChg>
        <pc:spChg chg="mod">
          <ac:chgData name="Al Friend" userId="e5ed79da-d858-46d4-9eed-a7a24903f2de" providerId="ADAL" clId="{6CF5D3DD-A8C4-4611-8099-4AEB2E976A2E}" dt="2026-05-31T17:03:32.725" v="971" actId="20577"/>
          <ac:spMkLst>
            <pc:docMk/>
            <pc:sldMk cId="2047793123" sldId="888"/>
            <ac:spMk id="3" creationId="{246B11CC-3339-C315-0BE8-FA4C1D5275B4}"/>
          </ac:spMkLst>
        </pc:spChg>
      </pc:sldChg>
    </pc:docChg>
  </pc:docChgLst>
  <pc:docChgLst>
    <pc:chgData name="Al Friend" userId="e5ed79da-d858-46d4-9eed-a7a24903f2de" providerId="ADAL" clId="{C674B5A1-E3B2-40E8-863B-82D707DB4736}"/>
    <pc:docChg chg="undo custSel addSld delSld modSld sldOrd modSection">
      <pc:chgData name="Al Friend" userId="e5ed79da-d858-46d4-9eed-a7a24903f2de" providerId="ADAL" clId="{C674B5A1-E3B2-40E8-863B-82D707DB4736}" dt="2026-05-27T12:09:51.602" v="3444" actId="14100"/>
      <pc:docMkLst>
        <pc:docMk/>
      </pc:docMkLst>
      <pc:sldChg chg="modSp">
        <pc:chgData name="Al Friend" userId="e5ed79da-d858-46d4-9eed-a7a24903f2de" providerId="ADAL" clId="{C674B5A1-E3B2-40E8-863B-82D707DB4736}" dt="2026-05-12T14:20:12.714" v="1089" actId="20577"/>
        <pc:sldMkLst>
          <pc:docMk/>
          <pc:sldMk cId="1397375078" sldId="262"/>
        </pc:sldMkLst>
        <pc:spChg chg="mod">
          <ac:chgData name="Al Friend" userId="e5ed79da-d858-46d4-9eed-a7a24903f2de" providerId="ADAL" clId="{C674B5A1-E3B2-40E8-863B-82D707DB4736}" dt="2026-05-12T14:20:12.714" v="1089" actId="20577"/>
          <ac:spMkLst>
            <pc:docMk/>
            <pc:sldMk cId="1397375078" sldId="262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12T14:13:41.150" v="987" actId="20577"/>
          <ac:spMkLst>
            <pc:docMk/>
            <pc:sldMk cId="1397375078" sldId="262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5:22.314" v="34" actId="948"/>
        <pc:sldMkLst>
          <pc:docMk/>
          <pc:sldMk cId="814279176" sldId="275"/>
        </pc:sldMkLst>
        <pc:spChg chg="mod">
          <ac:chgData name="Al Friend" userId="e5ed79da-d858-46d4-9eed-a7a24903f2de" providerId="ADAL" clId="{C674B5A1-E3B2-40E8-863B-82D707DB4736}" dt="2026-05-07T09:55:22.314" v="34" actId="948"/>
          <ac:spMkLst>
            <pc:docMk/>
            <pc:sldMk cId="814279176" sldId="275"/>
            <ac:spMk id="3" creationId="{00000000-0000-0000-0000-000000000000}"/>
          </ac:spMkLst>
        </pc:spChg>
      </pc:sldChg>
      <pc:sldChg chg="modSp">
        <pc:chgData name="Al Friend" userId="e5ed79da-d858-46d4-9eed-a7a24903f2de" providerId="ADAL" clId="{C674B5A1-E3B2-40E8-863B-82D707DB4736}" dt="2026-05-07T09:53:36.053" v="12" actId="20577"/>
        <pc:sldMkLst>
          <pc:docMk/>
          <pc:sldMk cId="4009330697" sldId="434"/>
        </pc:sldMkLst>
        <pc:spChg chg="mod">
          <ac:chgData name="Al Friend" userId="e5ed79da-d858-46d4-9eed-a7a24903f2de" providerId="ADAL" clId="{C674B5A1-E3B2-40E8-863B-82D707DB4736}" dt="2026-05-07T09:53:36.053" v="12" actId="20577"/>
          <ac:spMkLst>
            <pc:docMk/>
            <pc:sldMk cId="4009330697" sldId="434"/>
            <ac:spMk id="2" creationId="{00000000-0000-0000-0000-000000000000}"/>
          </ac:spMkLst>
        </pc:spChg>
      </pc:sldChg>
      <pc:sldChg chg="addSp delSp modSp delAnim modAnim">
        <pc:chgData name="Al Friend" userId="e5ed79da-d858-46d4-9eed-a7a24903f2de" providerId="ADAL" clId="{C674B5A1-E3B2-40E8-863B-82D707DB4736}" dt="2026-05-12T14:19:13.529" v="1075"/>
        <pc:sldMkLst>
          <pc:docMk/>
          <pc:sldMk cId="3688620620" sldId="506"/>
        </pc:sldMkLst>
        <pc:spChg chg="add mod">
          <ac:chgData name="Al Friend" userId="e5ed79da-d858-46d4-9eed-a7a24903f2de" providerId="ADAL" clId="{C674B5A1-E3B2-40E8-863B-82D707DB4736}" dt="2026-05-12T14:17:52.113" v="1056" actId="1076"/>
          <ac:spMkLst>
            <pc:docMk/>
            <pc:sldMk cId="3688620620" sldId="506"/>
            <ac:spMk id="3" creationId="{6A97AC26-082B-45FF-807A-F23AA3F80267}"/>
          </ac:spMkLst>
        </pc:spChg>
        <pc:graphicFrameChg chg="mod">
          <ac:chgData name="Al Friend" userId="e5ed79da-d858-46d4-9eed-a7a24903f2de" providerId="ADAL" clId="{C674B5A1-E3B2-40E8-863B-82D707DB4736}" dt="2026-05-12T14:15:51.806" v="1027" actId="20577"/>
          <ac:graphicFrameMkLst>
            <pc:docMk/>
            <pc:sldMk cId="3688620620" sldId="506"/>
            <ac:graphicFrameMk id="5" creationId="{00000000-0000-0000-0000-000000000000}"/>
          </ac:graphicFrameMkLst>
        </pc:graphicFrameChg>
      </pc:sldChg>
      <pc:sldChg chg="modSp modAnim">
        <pc:chgData name="Al Friend" userId="e5ed79da-d858-46d4-9eed-a7a24903f2de" providerId="ADAL" clId="{C674B5A1-E3B2-40E8-863B-82D707DB4736}" dt="2026-05-12T14:12:30.992" v="977" actId="20577"/>
        <pc:sldMkLst>
          <pc:docMk/>
          <pc:sldMk cId="3252904998" sldId="507"/>
        </pc:sldMkLst>
        <pc:spChg chg="mod">
          <ac:chgData name="Al Friend" userId="e5ed79da-d858-46d4-9eed-a7a24903f2de" providerId="ADAL" clId="{C674B5A1-E3B2-40E8-863B-82D707DB4736}" dt="2026-05-12T14:12:13.028" v="967" actId="20577"/>
          <ac:spMkLst>
            <pc:docMk/>
            <pc:sldMk cId="3252904998" sldId="507"/>
            <ac:spMk id="3" creationId="{800ECB73-0608-4B44-882B-9BBB8EADD3EA}"/>
          </ac:spMkLst>
        </pc:spChg>
        <pc:spChg chg="mod">
          <ac:chgData name="Al Friend" userId="e5ed79da-d858-46d4-9eed-a7a24903f2de" providerId="ADAL" clId="{C674B5A1-E3B2-40E8-863B-82D707DB4736}" dt="2026-05-12T14:12:30.992" v="977" actId="20577"/>
          <ac:spMkLst>
            <pc:docMk/>
            <pc:sldMk cId="3252904998" sldId="507"/>
            <ac:spMk id="4" creationId="{6C837FB6-A567-497F-93B1-2DEE87ED18D6}"/>
          </ac:spMkLst>
        </pc:spChg>
        <pc:spChg chg="mod">
          <ac:chgData name="Al Friend" userId="e5ed79da-d858-46d4-9eed-a7a24903f2de" providerId="ADAL" clId="{C674B5A1-E3B2-40E8-863B-82D707DB4736}" dt="2026-05-12T14:12:08.480" v="965" actId="20577"/>
          <ac:spMkLst>
            <pc:docMk/>
            <pc:sldMk cId="3252904998" sldId="507"/>
            <ac:spMk id="5" creationId="{23B492CD-F51E-4517-A552-72BB03A9DDC1}"/>
          </ac:spMkLst>
        </pc:spChg>
        <pc:spChg chg="mod">
          <ac:chgData name="Al Friend" userId="e5ed79da-d858-46d4-9eed-a7a24903f2de" providerId="ADAL" clId="{C674B5A1-E3B2-40E8-863B-82D707DB4736}" dt="2026-05-12T14:11:45.272" v="961" actId="20577"/>
          <ac:spMkLst>
            <pc:docMk/>
            <pc:sldMk cId="3252904998" sldId="507"/>
            <ac:spMk id="6" creationId="{85EA51F6-ECFD-4D1F-BF54-C5C44552D6D8}"/>
          </ac:spMkLst>
        </pc:spChg>
        <pc:spChg chg="mod">
          <ac:chgData name="Al Friend" userId="e5ed79da-d858-46d4-9eed-a7a24903f2de" providerId="ADAL" clId="{C674B5A1-E3B2-40E8-863B-82D707DB4736}" dt="2026-05-12T14:09:56.711" v="951" actId="20577"/>
          <ac:spMkLst>
            <pc:docMk/>
            <pc:sldMk cId="3252904998" sldId="507"/>
            <ac:spMk id="7" creationId="{00000000-0000-0000-0000-000000000000}"/>
          </ac:spMkLst>
        </pc:spChg>
      </pc:sldChg>
      <pc:sldChg chg="addSp delSp modSp delAnim modAnim modNotesTx">
        <pc:chgData name="Al Friend" userId="e5ed79da-d858-46d4-9eed-a7a24903f2de" providerId="ADAL" clId="{C674B5A1-E3B2-40E8-863B-82D707DB4736}" dt="2026-05-20T13:52:54.563" v="1857" actId="14100"/>
        <pc:sldMkLst>
          <pc:docMk/>
          <pc:sldMk cId="3792360079" sldId="634"/>
        </pc:sldMkLst>
        <pc:spChg chg="mod">
          <ac:chgData name="Al Friend" userId="e5ed79da-d858-46d4-9eed-a7a24903f2de" providerId="ADAL" clId="{C674B5A1-E3B2-40E8-863B-82D707DB4736}" dt="2026-05-07T09:59:59.168" v="92" actId="20577"/>
          <ac:spMkLst>
            <pc:docMk/>
            <pc:sldMk cId="3792360079" sldId="634"/>
            <ac:spMk id="2" creationId="{00000000-0000-0000-0000-000000000000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5" creationId="{CCE05E6E-A41D-4F17-976E-859832DCAAEB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9" creationId="{EE2EFB0E-AB56-4E96-9F15-7393AA54BFA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3" creationId="{20BD216E-3A07-4ACF-B399-9EE44B4195D2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5" creationId="{4945BC8F-E969-47AB-AA94-0700AEF4950A}"/>
          </ac:spMkLst>
        </pc:spChg>
        <pc:spChg chg="add mod">
          <ac:chgData name="Al Friend" userId="e5ed79da-d858-46d4-9eed-a7a24903f2de" providerId="ADAL" clId="{C674B5A1-E3B2-40E8-863B-82D707DB4736}" dt="2026-05-07T10:15:33.817" v="298" actId="1038"/>
          <ac:spMkLst>
            <pc:docMk/>
            <pc:sldMk cId="3792360079" sldId="634"/>
            <ac:spMk id="36" creationId="{A596FB08-E7CA-4052-9B88-984FB2912E57}"/>
          </ac:spMkLst>
        </pc:spChg>
        <pc:picChg chg="add mod">
          <ac:chgData name="Al Friend" userId="e5ed79da-d858-46d4-9eed-a7a24903f2de" providerId="ADAL" clId="{C674B5A1-E3B2-40E8-863B-82D707DB4736}" dt="2026-05-07T10:15:33.817" v="298" actId="1038"/>
          <ac:picMkLst>
            <pc:docMk/>
            <pc:sldMk cId="3792360079" sldId="634"/>
            <ac:picMk id="7" creationId="{B026E70D-B3FD-4141-85F9-75190461CDA3}"/>
          </ac:picMkLst>
        </pc:picChg>
        <pc:cxnChg chg="add mod">
          <ac:chgData name="Al Friend" userId="e5ed79da-d858-46d4-9eed-a7a24903f2de" providerId="ADAL" clId="{C674B5A1-E3B2-40E8-863B-82D707DB4736}" dt="2026-05-20T13:52:54.563" v="1857" actId="14100"/>
          <ac:cxnSpMkLst>
            <pc:docMk/>
            <pc:sldMk cId="3792360079" sldId="634"/>
            <ac:cxnSpMk id="12" creationId="{5DA4DAB6-55AE-451F-A496-DB8E57B81C0E}"/>
          </ac:cxnSpMkLst>
        </pc:cxnChg>
      </pc:sldChg>
      <pc:sldChg chg="addSp delSp modSp add ord modAnim modNotesTx">
        <pc:chgData name="Al Friend" userId="e5ed79da-d858-46d4-9eed-a7a24903f2de" providerId="ADAL" clId="{C674B5A1-E3B2-40E8-863B-82D707DB4736}" dt="2026-05-20T14:39:43.444" v="1921"/>
        <pc:sldMkLst>
          <pc:docMk/>
          <pc:sldMk cId="237343473" sldId="875"/>
        </pc:sldMkLst>
        <pc:spChg chg="mod">
          <ac:chgData name="Al Friend" userId="e5ed79da-d858-46d4-9eed-a7a24903f2de" providerId="ADAL" clId="{C674B5A1-E3B2-40E8-863B-82D707DB4736}" dt="2026-05-07T12:22:09.266" v="473" actId="20577"/>
          <ac:spMkLst>
            <pc:docMk/>
            <pc:sldMk cId="237343473" sldId="875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07T12:53:17.819" v="901" actId="164"/>
          <ac:spMkLst>
            <pc:docMk/>
            <pc:sldMk cId="237343473" sldId="875"/>
            <ac:spMk id="10" creationId="{3B047DC7-344F-4A56-83D8-286EB77BF4E1}"/>
          </ac:spMkLst>
        </pc:spChg>
        <pc:spChg chg="add mod">
          <ac:chgData name="Al Friend" userId="e5ed79da-d858-46d4-9eed-a7a24903f2de" providerId="ADAL" clId="{C674B5A1-E3B2-40E8-863B-82D707DB4736}" dt="2026-05-07T12:53:22.363" v="902" actId="164"/>
          <ac:spMkLst>
            <pc:docMk/>
            <pc:sldMk cId="237343473" sldId="875"/>
            <ac:spMk id="13" creationId="{0CAC0334-43B5-419F-AB51-243DA6DA4779}"/>
          </ac:spMkLst>
        </pc:spChg>
        <pc:spChg chg="add del mod">
          <ac:chgData name="Al Friend" userId="e5ed79da-d858-46d4-9eed-a7a24903f2de" providerId="ADAL" clId="{C674B5A1-E3B2-40E8-863B-82D707DB4736}" dt="2026-05-07T12:46:56.817" v="831" actId="478"/>
          <ac:spMkLst>
            <pc:docMk/>
            <pc:sldMk cId="237343473" sldId="875"/>
            <ac:spMk id="15" creationId="{A254E6C5-E390-440D-A8AE-CB82709F6CB5}"/>
          </ac:spMkLst>
        </pc:spChg>
        <pc:spChg chg="add mod">
          <ac:chgData name="Al Friend" userId="e5ed79da-d858-46d4-9eed-a7a24903f2de" providerId="ADAL" clId="{C674B5A1-E3B2-40E8-863B-82D707DB4736}" dt="2026-05-07T10:45:25.170" v="408" actId="12788"/>
          <ac:spMkLst>
            <pc:docMk/>
            <pc:sldMk cId="237343473" sldId="875"/>
            <ac:spMk id="17" creationId="{2F30E93A-CA2E-4A90-876C-B218CB0B7AAB}"/>
          </ac:spMkLst>
        </pc:spChg>
        <pc:spChg chg="add del mod">
          <ac:chgData name="Al Friend" userId="e5ed79da-d858-46d4-9eed-a7a24903f2de" providerId="ADAL" clId="{C674B5A1-E3B2-40E8-863B-82D707DB4736}" dt="2026-05-07T12:54:58.034" v="921" actId="15"/>
          <ac:spMkLst>
            <pc:docMk/>
            <pc:sldMk cId="237343473" sldId="875"/>
            <ac:spMk id="18" creationId="{D88574CC-45EE-41B3-9E51-9F1267441FCF}"/>
          </ac:spMkLst>
        </pc:spChg>
        <pc:grpChg chg="add mod">
          <ac:chgData name="Al Friend" userId="e5ed79da-d858-46d4-9eed-a7a24903f2de" providerId="ADAL" clId="{C674B5A1-E3B2-40E8-863B-82D707DB4736}" dt="2026-05-07T12:53:17.819" v="901" actId="164"/>
          <ac:grpSpMkLst>
            <pc:docMk/>
            <pc:sldMk cId="237343473" sldId="875"/>
            <ac:grpSpMk id="30" creationId="{418821E3-9E37-4A8C-BAE7-32612F048C17}"/>
          </ac:grpSpMkLst>
        </pc:grpChg>
        <pc:grpChg chg="add mod">
          <ac:chgData name="Al Friend" userId="e5ed79da-d858-46d4-9eed-a7a24903f2de" providerId="ADAL" clId="{C674B5A1-E3B2-40E8-863B-82D707DB4736}" dt="2026-05-07T12:53:22.363" v="902" actId="164"/>
          <ac:grpSpMkLst>
            <pc:docMk/>
            <pc:sldMk cId="237343473" sldId="875"/>
            <ac:grpSpMk id="31" creationId="{E9063C33-BE31-459D-AC9C-7ECDA468C472}"/>
          </ac:grpSpMkLst>
        </pc:grpChg>
        <pc:picChg chg="add del mod">
          <ac:chgData name="Al Friend" userId="e5ed79da-d858-46d4-9eed-a7a24903f2de" providerId="ADAL" clId="{C674B5A1-E3B2-40E8-863B-82D707DB4736}" dt="2026-05-07T12:53:17.819" v="901" actId="164"/>
          <ac:picMkLst>
            <pc:docMk/>
            <pc:sldMk cId="237343473" sldId="875"/>
            <ac:picMk id="7" creationId="{B026E70D-B3FD-4141-85F9-75190461CDA3}"/>
          </ac:picMkLst>
        </pc:picChg>
        <pc:picChg chg="add mod">
          <ac:chgData name="Al Friend" userId="e5ed79da-d858-46d4-9eed-a7a24903f2de" providerId="ADAL" clId="{C674B5A1-E3B2-40E8-863B-82D707DB4736}" dt="2026-05-07T12:53:22.363" v="902" actId="164"/>
          <ac:picMkLst>
            <pc:docMk/>
            <pc:sldMk cId="237343473" sldId="875"/>
            <ac:picMk id="11" creationId="{32A0F86B-CA07-4894-B384-CE8C6EE159C1}"/>
          </ac:picMkLst>
        </pc:picChg>
        <pc:cxnChg chg="add mod">
          <ac:chgData name="Al Friend" userId="e5ed79da-d858-46d4-9eed-a7a24903f2de" providerId="ADAL" clId="{C674B5A1-E3B2-40E8-863B-82D707DB4736}" dt="2026-05-07T12:52:07.627" v="895" actId="692"/>
          <ac:cxnSpMkLst>
            <pc:docMk/>
            <pc:sldMk cId="237343473" sldId="875"/>
            <ac:cxnSpMk id="29" creationId="{FA43D775-B13A-41BA-A1F8-00B3CC6C3F2F}"/>
          </ac:cxnSpMkLst>
        </pc:cxnChg>
      </pc:sldChg>
      <pc:sldChg chg="addSp delSp modSp add addAnim delAnim modAnim modNotesTx">
        <pc:chgData name="Al Friend" userId="e5ed79da-d858-46d4-9eed-a7a24903f2de" providerId="ADAL" clId="{C674B5A1-E3B2-40E8-863B-82D707DB4736}" dt="2026-05-20T14:38:50.047" v="1920" actId="20577"/>
        <pc:sldMkLst>
          <pc:docMk/>
          <pc:sldMk cId="515075891" sldId="876"/>
        </pc:sldMkLst>
        <pc:spChg chg="mod">
          <ac:chgData name="Al Friend" userId="e5ed79da-d858-46d4-9eed-a7a24903f2de" providerId="ADAL" clId="{C674B5A1-E3B2-40E8-863B-82D707DB4736}" dt="2026-05-20T14:38:32.817" v="1915" actId="20577"/>
          <ac:spMkLst>
            <pc:docMk/>
            <pc:sldMk cId="515075891" sldId="876"/>
            <ac:spMk id="9" creationId="{EE2EFB0E-AB56-4E96-9F15-7393AA54BFAA}"/>
          </ac:spMkLst>
        </pc:spChg>
        <pc:spChg chg="mod">
          <ac:chgData name="Al Friend" userId="e5ed79da-d858-46d4-9eed-a7a24903f2de" providerId="ADAL" clId="{C674B5A1-E3B2-40E8-863B-82D707DB4736}" dt="2026-05-20T13:52:27.878" v="1852" actId="207"/>
          <ac:spMkLst>
            <pc:docMk/>
            <pc:sldMk cId="515075891" sldId="876"/>
            <ac:spMk id="10" creationId="{3B047DC7-344F-4A56-83D8-286EB77BF4E1}"/>
          </ac:spMkLst>
        </pc:spChg>
        <pc:spChg chg="mod">
          <ac:chgData name="Al Friend" userId="e5ed79da-d858-46d4-9eed-a7a24903f2de" providerId="ADAL" clId="{C674B5A1-E3B2-40E8-863B-82D707DB4736}" dt="2026-05-20T13:52:32.159" v="1853" actId="207"/>
          <ac:spMkLst>
            <pc:docMk/>
            <pc:sldMk cId="515075891" sldId="876"/>
            <ac:spMk id="13" creationId="{0CAC0334-43B5-419F-AB51-243DA6DA4779}"/>
          </ac:spMkLst>
        </pc:spChg>
        <pc:spChg chg="mod">
          <ac:chgData name="Al Friend" userId="e5ed79da-d858-46d4-9eed-a7a24903f2de" providerId="ADAL" clId="{C674B5A1-E3B2-40E8-863B-82D707DB4736}" dt="2026-05-07T12:29:26.781" v="774" actId="1038"/>
          <ac:spMkLst>
            <pc:docMk/>
            <pc:sldMk cId="515075891" sldId="876"/>
            <ac:spMk id="15" creationId="{A254E6C5-E390-440D-A8AE-CB82709F6CB5}"/>
          </ac:spMkLst>
        </pc:spChg>
        <pc:spChg chg="mod">
          <ac:chgData name="Al Friend" userId="e5ed79da-d858-46d4-9eed-a7a24903f2de" providerId="ADAL" clId="{C674B5A1-E3B2-40E8-863B-82D707DB4736}" dt="2026-05-07T12:29:35.672" v="788" actId="1038"/>
          <ac:spMkLst>
            <pc:docMk/>
            <pc:sldMk cId="515075891" sldId="876"/>
            <ac:spMk id="17" creationId="{2F30E93A-CA2E-4A90-876C-B218CB0B7AAB}"/>
          </ac:spMkLst>
        </pc:spChg>
        <pc:spChg chg="add mod">
          <ac:chgData name="Al Friend" userId="e5ed79da-d858-46d4-9eed-a7a24903f2de" providerId="ADAL" clId="{C674B5A1-E3B2-40E8-863B-82D707DB4736}" dt="2026-05-20T13:52:41.831" v="1855" actId="207"/>
          <ac:spMkLst>
            <pc:docMk/>
            <pc:sldMk cId="515075891" sldId="876"/>
            <ac:spMk id="18" creationId="{1B38B5A5-FF85-4F91-98A2-2BD48295D2CE}"/>
          </ac:spMkLst>
        </pc:spChg>
        <pc:spChg chg="add mod">
          <ac:chgData name="Al Friend" userId="e5ed79da-d858-46d4-9eed-a7a24903f2de" providerId="ADAL" clId="{C674B5A1-E3B2-40E8-863B-82D707DB4736}" dt="2026-05-20T14:38:29.227" v="1913" actId="20577"/>
          <ac:spMkLst>
            <pc:docMk/>
            <pc:sldMk cId="515075891" sldId="876"/>
            <ac:spMk id="26" creationId="{B3D409DD-93B4-40DB-8A45-A1FF26971C42}"/>
          </ac:spMkLst>
        </pc:spChg>
        <pc:spChg chg="add mod">
          <ac:chgData name="Al Friend" userId="e5ed79da-d858-46d4-9eed-a7a24903f2de" providerId="ADAL" clId="{C674B5A1-E3B2-40E8-863B-82D707DB4736}" dt="2026-05-20T14:38:35.352" v="1917" actId="20577"/>
          <ac:spMkLst>
            <pc:docMk/>
            <pc:sldMk cId="515075891" sldId="876"/>
            <ac:spMk id="27" creationId="{2584A295-72FF-468A-A6FA-4E277C254EDC}"/>
          </ac:spMkLst>
        </pc:spChg>
        <pc:grpChg chg="add mod">
          <ac:chgData name="Al Friend" userId="e5ed79da-d858-46d4-9eed-a7a24903f2de" providerId="ADAL" clId="{C674B5A1-E3B2-40E8-863B-82D707DB4736}" dt="2026-05-07T12:30:05.392" v="790" actId="164"/>
          <ac:grpSpMkLst>
            <pc:docMk/>
            <pc:sldMk cId="515075891" sldId="876"/>
            <ac:grpSpMk id="6" creationId="{0BB39DF7-79D3-4D6E-AF0C-2E487668613E}"/>
          </ac:grpSpMkLst>
        </pc:grpChg>
        <pc:grpChg chg="add mod">
          <ac:chgData name="Al Friend" userId="e5ed79da-d858-46d4-9eed-a7a24903f2de" providerId="ADAL" clId="{C674B5A1-E3B2-40E8-863B-82D707DB4736}" dt="2026-05-07T12:30:18.774" v="791" actId="164"/>
          <ac:grpSpMkLst>
            <pc:docMk/>
            <pc:sldMk cId="515075891" sldId="876"/>
            <ac:grpSpMk id="8" creationId="{B33DA13A-4070-4314-8B7C-AA37D17A2E41}"/>
          </ac:grpSpMkLst>
        </pc:grpChg>
        <pc:picChg chg="mod">
          <ac:chgData name="Al Friend" userId="e5ed79da-d858-46d4-9eed-a7a24903f2de" providerId="ADAL" clId="{C674B5A1-E3B2-40E8-863B-82D707DB4736}" dt="2026-05-07T12:30:05.392" v="790" actId="164"/>
          <ac:picMkLst>
            <pc:docMk/>
            <pc:sldMk cId="515075891" sldId="876"/>
            <ac:picMk id="7" creationId="{B026E70D-B3FD-4141-85F9-75190461CDA3}"/>
          </ac:picMkLst>
        </pc:picChg>
        <pc:picChg chg="mod">
          <ac:chgData name="Al Friend" userId="e5ed79da-d858-46d4-9eed-a7a24903f2de" providerId="ADAL" clId="{C674B5A1-E3B2-40E8-863B-82D707DB4736}" dt="2026-05-07T12:30:18.774" v="791" actId="164"/>
          <ac:picMkLst>
            <pc:docMk/>
            <pc:sldMk cId="515075891" sldId="876"/>
            <ac:picMk id="11" creationId="{32A0F86B-CA07-4894-B384-CE8C6EE159C1}"/>
          </ac:picMkLst>
        </pc:picChg>
        <pc:cxnChg chg="mod topLvl">
          <ac:chgData name="Al Friend" userId="e5ed79da-d858-46d4-9eed-a7a24903f2de" providerId="ADAL" clId="{C674B5A1-E3B2-40E8-863B-82D707DB4736}" dt="2026-05-20T13:52:08.024" v="1848" actId="478"/>
          <ac:cxnSpMkLst>
            <pc:docMk/>
            <pc:sldMk cId="515075891" sldId="876"/>
            <ac:cxnSpMk id="12" creationId="{5DA4DAB6-55AE-451F-A496-DB8E57B81C0E}"/>
          </ac:cxnSpMkLst>
        </pc:cxnChg>
        <pc:cxnChg chg="mod topLvl">
          <ac:chgData name="Al Friend" userId="e5ed79da-d858-46d4-9eed-a7a24903f2de" providerId="ADAL" clId="{C674B5A1-E3B2-40E8-863B-82D707DB4736}" dt="2026-05-20T14:37:57.642" v="1904" actId="14100"/>
          <ac:cxnSpMkLst>
            <pc:docMk/>
            <pc:sldMk cId="515075891" sldId="876"/>
            <ac:cxnSpMk id="14" creationId="{4BC27613-8AD7-42F9-96C9-701E22C58D62}"/>
          </ac:cxnSpMkLst>
        </pc:cxnChg>
        <pc:cxnChg chg="add mod">
          <ac:chgData name="Al Friend" userId="e5ed79da-d858-46d4-9eed-a7a24903f2de" providerId="ADAL" clId="{C674B5A1-E3B2-40E8-863B-82D707DB4736}" dt="2026-05-20T14:38:16.396" v="1910" actId="14100"/>
          <ac:cxnSpMkLst>
            <pc:docMk/>
            <pc:sldMk cId="515075891" sldId="876"/>
            <ac:cxnSpMk id="29" creationId="{78E5B12E-DE80-4E14-AEB9-E9D7561A3273}"/>
          </ac:cxnSpMkLst>
        </pc:cxnChg>
        <pc:cxnChg chg="add mod">
          <ac:chgData name="Al Friend" userId="e5ed79da-d858-46d4-9eed-a7a24903f2de" providerId="ADAL" clId="{C674B5A1-E3B2-40E8-863B-82D707DB4736}" dt="2026-05-20T14:38:21.282" v="1911" actId="14100"/>
          <ac:cxnSpMkLst>
            <pc:docMk/>
            <pc:sldMk cId="515075891" sldId="876"/>
            <ac:cxnSpMk id="30" creationId="{A5305137-03E8-429E-AC65-B6B9C9CCD0EA}"/>
          </ac:cxnSpMkLst>
        </pc:cxnChg>
      </pc:sldChg>
      <pc:sldChg chg="addSp delSp modSp add delAnim">
        <pc:chgData name="Al Friend" userId="e5ed79da-d858-46d4-9eed-a7a24903f2de" providerId="ADAL" clId="{C674B5A1-E3B2-40E8-863B-82D707DB4736}" dt="2026-05-12T14:38:16.888" v="1208" actId="6549"/>
        <pc:sldMkLst>
          <pc:docMk/>
          <pc:sldMk cId="1159162935" sldId="877"/>
        </pc:sldMkLst>
        <pc:spChg chg="mod">
          <ac:chgData name="Al Friend" userId="e5ed79da-d858-46d4-9eed-a7a24903f2de" providerId="ADAL" clId="{C674B5A1-E3B2-40E8-863B-82D707DB4736}" dt="2026-05-07T12:54:32.927" v="915" actId="20577"/>
          <ac:spMkLst>
            <pc:docMk/>
            <pc:sldMk cId="1159162935" sldId="877"/>
            <ac:spMk id="2" creationId="{00000000-0000-0000-0000-000000000000}"/>
          </ac:spMkLst>
        </pc:spChg>
        <pc:spChg chg="add del mod">
          <ac:chgData name="Al Friend" userId="e5ed79da-d858-46d4-9eed-a7a24903f2de" providerId="ADAL" clId="{C674B5A1-E3B2-40E8-863B-82D707DB4736}" dt="2026-05-12T14:38:16.888" v="1208" actId="6549"/>
          <ac:spMkLst>
            <pc:docMk/>
            <pc:sldMk cId="1159162935" sldId="877"/>
            <ac:spMk id="18" creationId="{D88574CC-45EE-41B3-9E51-9F1267441FCF}"/>
          </ac:spMkLst>
        </pc:spChg>
      </pc:sldChg>
      <pc:sldChg chg="modSp">
        <pc:chgData name="Al Friend" userId="e5ed79da-d858-46d4-9eed-a7a24903f2de" providerId="ADAL" clId="{C674B5A1-E3B2-40E8-863B-82D707DB4736}" dt="2026-05-12T14:20:04.493" v="1081" actId="20577"/>
        <pc:sldMkLst>
          <pc:docMk/>
          <pc:sldMk cId="3121337818" sldId="878"/>
        </pc:sldMkLst>
        <pc:spChg chg="mod">
          <ac:chgData name="Al Friend" userId="e5ed79da-d858-46d4-9eed-a7a24903f2de" providerId="ADAL" clId="{C674B5A1-E3B2-40E8-863B-82D707DB4736}" dt="2026-05-12T14:20:04.493" v="1081" actId="20577"/>
          <ac:spMkLst>
            <pc:docMk/>
            <pc:sldMk cId="3121337818" sldId="878"/>
            <ac:spMk id="2" creationId="{00000000-0000-0000-0000-000000000000}"/>
          </ac:spMkLst>
        </pc:spChg>
      </pc:sldChg>
      <pc:sldChg chg="modSp add ord">
        <pc:chgData name="Al Friend" userId="e5ed79da-d858-46d4-9eed-a7a24903f2de" providerId="ADAL" clId="{C674B5A1-E3B2-40E8-863B-82D707DB4736}" dt="2026-05-12T14:40:27.711" v="1272" actId="1076"/>
        <pc:sldMkLst>
          <pc:docMk/>
          <pc:sldMk cId="519218123" sldId="880"/>
        </pc:sldMkLst>
        <pc:spChg chg="mod">
          <ac:chgData name="Al Friend" userId="e5ed79da-d858-46d4-9eed-a7a24903f2de" providerId="ADAL" clId="{C674B5A1-E3B2-40E8-863B-82D707DB4736}" dt="2026-05-12T14:39:58.903" v="1228" actId="20577"/>
          <ac:spMkLst>
            <pc:docMk/>
            <pc:sldMk cId="519218123" sldId="880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12T14:40:27.711" v="1272" actId="1076"/>
          <ac:spMkLst>
            <pc:docMk/>
            <pc:sldMk cId="519218123" sldId="880"/>
            <ac:spMk id="18" creationId="{D88574CC-45EE-41B3-9E51-9F1267441FCF}"/>
          </ac:spMkLst>
        </pc:spChg>
      </pc:sldChg>
      <pc:sldChg chg="addSp delSp modSp add delAnim modAnim">
        <pc:chgData name="Al Friend" userId="e5ed79da-d858-46d4-9eed-a7a24903f2de" providerId="ADAL" clId="{C674B5A1-E3B2-40E8-863B-82D707DB4736}" dt="2026-05-27T12:08:38.466" v="3441" actId="1037"/>
        <pc:sldMkLst>
          <pc:docMk/>
          <pc:sldMk cId="1900925123" sldId="881"/>
        </pc:sldMkLst>
        <pc:spChg chg="mod">
          <ac:chgData name="Al Friend" userId="e5ed79da-d858-46d4-9eed-a7a24903f2de" providerId="ADAL" clId="{C674B5A1-E3B2-40E8-863B-82D707DB4736}" dt="2026-05-27T12:08:31.623" v="3410" actId="1076"/>
          <ac:spMkLst>
            <pc:docMk/>
            <pc:sldMk cId="1900925123" sldId="881"/>
            <ac:spMk id="2" creationId="{DF81EF6B-9990-4895-9A8F-2103C304A52F}"/>
          </ac:spMkLst>
        </pc:spChg>
        <pc:spChg chg="add mod">
          <ac:chgData name="Al Friend" userId="e5ed79da-d858-46d4-9eed-a7a24903f2de" providerId="ADAL" clId="{C674B5A1-E3B2-40E8-863B-82D707DB4736}" dt="2026-05-20T10:59:12.732" v="1325" actId="164"/>
          <ac:spMkLst>
            <pc:docMk/>
            <pc:sldMk cId="1900925123" sldId="881"/>
            <ac:spMk id="4" creationId="{D68F3B12-91FF-4536-9BDF-3DFA0AD860B7}"/>
          </ac:spMkLst>
        </pc:spChg>
        <pc:spChg chg="add mod">
          <ac:chgData name="Al Friend" userId="e5ed79da-d858-46d4-9eed-a7a24903f2de" providerId="ADAL" clId="{C674B5A1-E3B2-40E8-863B-82D707DB4736}" dt="2026-05-20T10:59:12.732" v="1325" actId="164"/>
          <ac:spMkLst>
            <pc:docMk/>
            <pc:sldMk cId="1900925123" sldId="881"/>
            <ac:spMk id="9" creationId="{E06970F1-E4C6-493D-921A-F57A4EAA659D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3" creationId="{31DE4C51-5C31-4CFA-BE3D-731751DE74B0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4" creationId="{E5304D38-62A3-4A8C-98E0-6337163FA56E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5" creationId="{EFB1A153-6E9D-4603-B7E7-DB48DD6E2DED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6" creationId="{F9DA67FF-CA17-47F2-BE12-2F4EF7BC1D21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7" creationId="{AE596573-766B-4AFA-B34B-C56D5BA1BE63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8" creationId="{D3DE1068-9C54-4D92-A45F-8DEAD06D3824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19" creationId="{AE75B9AD-FFA7-46C7-8C97-FBD2DEC6546A}"/>
          </ac:spMkLst>
        </pc:spChg>
        <pc:spChg chg="add mod">
          <ac:chgData name="Al Friend" userId="e5ed79da-d858-46d4-9eed-a7a24903f2de" providerId="ADAL" clId="{C674B5A1-E3B2-40E8-863B-82D707DB4736}" dt="2026-05-27T12:08:38.466" v="3441" actId="1037"/>
          <ac:spMkLst>
            <pc:docMk/>
            <pc:sldMk cId="1900925123" sldId="881"/>
            <ac:spMk id="20" creationId="{11F1C24C-E417-4481-B9E5-EE522678B769}"/>
          </ac:spMkLst>
        </pc:spChg>
        <pc:grpChg chg="add mod">
          <ac:chgData name="Al Friend" userId="e5ed79da-d858-46d4-9eed-a7a24903f2de" providerId="ADAL" clId="{C674B5A1-E3B2-40E8-863B-82D707DB4736}" dt="2026-05-27T12:08:38.466" v="3441" actId="1037"/>
          <ac:grpSpMkLst>
            <pc:docMk/>
            <pc:sldMk cId="1900925123" sldId="881"/>
            <ac:grpSpMk id="10" creationId="{399CD5E7-76CA-46D4-8759-2AB56AB29762}"/>
          </ac:grpSpMkLst>
        </pc:grpChg>
        <pc:cxnChg chg="add mod">
          <ac:chgData name="Al Friend" userId="e5ed79da-d858-46d4-9eed-a7a24903f2de" providerId="ADAL" clId="{C674B5A1-E3B2-40E8-863B-82D707DB4736}" dt="2026-05-20T10:59:12.732" v="1325" actId="164"/>
          <ac:cxnSpMkLst>
            <pc:docMk/>
            <pc:sldMk cId="1900925123" sldId="881"/>
            <ac:cxnSpMk id="8" creationId="{0F620062-B2DF-4004-8305-6226A65C3AFF}"/>
          </ac:cxnSpMkLst>
        </pc:cxnChg>
      </pc:sldChg>
      <pc:sldChg chg="modSp">
        <pc:chgData name="Al Friend" userId="e5ed79da-d858-46d4-9eed-a7a24903f2de" providerId="ADAL" clId="{C674B5A1-E3B2-40E8-863B-82D707DB4736}" dt="2026-05-20T11:22:14.990" v="1621" actId="20577"/>
        <pc:sldMkLst>
          <pc:docMk/>
          <pc:sldMk cId="4181631166" sldId="882"/>
        </pc:sldMkLst>
        <pc:spChg chg="mod">
          <ac:chgData name="Al Friend" userId="e5ed79da-d858-46d4-9eed-a7a24903f2de" providerId="ADAL" clId="{C674B5A1-E3B2-40E8-863B-82D707DB4736}" dt="2026-05-20T11:22:14.990" v="1621" actId="20577"/>
          <ac:spMkLst>
            <pc:docMk/>
            <pc:sldMk cId="4181631166" sldId="882"/>
            <ac:spMk id="3" creationId="{00000000-0000-0000-0000-000000000000}"/>
          </ac:spMkLst>
        </pc:spChg>
      </pc:sldChg>
      <pc:sldChg chg="addSp delSp modSp add delAnim modNotesTx">
        <pc:chgData name="Al Friend" userId="e5ed79da-d858-46d4-9eed-a7a24903f2de" providerId="ADAL" clId="{C674B5A1-E3B2-40E8-863B-82D707DB4736}" dt="2026-05-20T14:55:37.375" v="2053" actId="20577"/>
        <pc:sldMkLst>
          <pc:docMk/>
          <pc:sldMk cId="3895107268" sldId="883"/>
        </pc:sldMkLst>
        <pc:spChg chg="mod">
          <ac:chgData name="Al Friend" userId="e5ed79da-d858-46d4-9eed-a7a24903f2de" providerId="ADAL" clId="{C674B5A1-E3B2-40E8-863B-82D707DB4736}" dt="2026-05-20T13:49:06.696" v="1839" actId="20577"/>
          <ac:spMkLst>
            <pc:docMk/>
            <pc:sldMk cId="3895107268" sldId="883"/>
            <ac:spMk id="2" creationId="{00000000-0000-0000-0000-000000000000}"/>
          </ac:spMkLst>
        </pc:spChg>
        <pc:spChg chg="mod">
          <ac:chgData name="Al Friend" userId="e5ed79da-d858-46d4-9eed-a7a24903f2de" providerId="ADAL" clId="{C674B5A1-E3B2-40E8-863B-82D707DB4736}" dt="2026-05-20T14:54:26.755" v="2036" actId="1076"/>
          <ac:spMkLst>
            <pc:docMk/>
            <pc:sldMk cId="3895107268" sldId="883"/>
            <ac:spMk id="9" creationId="{EE2EFB0E-AB56-4E96-9F15-7393AA54BFAA}"/>
          </ac:spMkLst>
        </pc:spChg>
        <pc:spChg chg="add mod">
          <ac:chgData name="Al Friend" userId="e5ed79da-d858-46d4-9eed-a7a24903f2de" providerId="ADAL" clId="{C674B5A1-E3B2-40E8-863B-82D707DB4736}" dt="2026-05-20T14:55:37.375" v="2053" actId="20577"/>
          <ac:spMkLst>
            <pc:docMk/>
            <pc:sldMk cId="3895107268" sldId="883"/>
            <ac:spMk id="21" creationId="{65F9084E-A1EA-4464-9384-FDA12CD1EE06}"/>
          </ac:spMkLst>
        </pc:spChg>
        <pc:spChg chg="add mod">
          <ac:chgData name="Al Friend" userId="e5ed79da-d858-46d4-9eed-a7a24903f2de" providerId="ADAL" clId="{C674B5A1-E3B2-40E8-863B-82D707DB4736}" dt="2026-05-20T13:48:13.226" v="1821" actId="207"/>
          <ac:spMkLst>
            <pc:docMk/>
            <pc:sldMk cId="3895107268" sldId="883"/>
            <ac:spMk id="22" creationId="{CDAB617F-D868-4AAD-BA99-EFE6D44FFB55}"/>
          </ac:spMkLst>
        </pc:spChg>
        <pc:spChg chg="add mod">
          <ac:chgData name="Al Friend" userId="e5ed79da-d858-46d4-9eed-a7a24903f2de" providerId="ADAL" clId="{C674B5A1-E3B2-40E8-863B-82D707DB4736}" dt="2026-05-20T14:55:12.675" v="2045" actId="12788"/>
          <ac:spMkLst>
            <pc:docMk/>
            <pc:sldMk cId="3895107268" sldId="883"/>
            <ac:spMk id="32" creationId="{85CDA261-9BB5-4CC4-B2DE-8D9152BEA2AF}"/>
          </ac:spMkLst>
        </pc:spChg>
        <pc:spChg chg="add mod">
          <ac:chgData name="Al Friend" userId="e5ed79da-d858-46d4-9eed-a7a24903f2de" providerId="ADAL" clId="{C674B5A1-E3B2-40E8-863B-82D707DB4736}" dt="2026-05-20T14:55:12.675" v="2045" actId="12788"/>
          <ac:spMkLst>
            <pc:docMk/>
            <pc:sldMk cId="3895107268" sldId="883"/>
            <ac:spMk id="33" creationId="{5FA2AB05-D591-4DE1-930E-0EDCED894325}"/>
          </ac:spMkLst>
        </pc:spChg>
        <pc:spChg chg="add mod">
          <ac:chgData name="Al Friend" userId="e5ed79da-d858-46d4-9eed-a7a24903f2de" providerId="ADAL" clId="{C674B5A1-E3B2-40E8-863B-82D707DB4736}" dt="2026-05-20T14:54:54.582" v="2043" actId="14100"/>
          <ac:spMkLst>
            <pc:docMk/>
            <pc:sldMk cId="3895107268" sldId="883"/>
            <ac:spMk id="39" creationId="{C90D3FE8-1169-4EDF-A2ED-2F943CD5C876}"/>
          </ac:spMkLst>
        </pc:spChg>
        <pc:spChg chg="add mod">
          <ac:chgData name="Al Friend" userId="e5ed79da-d858-46d4-9eed-a7a24903f2de" providerId="ADAL" clId="{C674B5A1-E3B2-40E8-863B-82D707DB4736}" dt="2026-05-20T14:48:50.005" v="1960" actId="14100"/>
          <ac:spMkLst>
            <pc:docMk/>
            <pc:sldMk cId="3895107268" sldId="883"/>
            <ac:spMk id="40" creationId="{F0D9822E-881E-4E96-ACB0-4C7728754CF3}"/>
          </ac:spMkLst>
        </pc:spChg>
        <pc:spChg chg="add mod">
          <ac:chgData name="Al Friend" userId="e5ed79da-d858-46d4-9eed-a7a24903f2de" providerId="ADAL" clId="{C674B5A1-E3B2-40E8-863B-82D707DB4736}" dt="2026-05-20T14:54:11.875" v="2034" actId="207"/>
          <ac:spMkLst>
            <pc:docMk/>
            <pc:sldMk cId="3895107268" sldId="883"/>
            <ac:spMk id="42" creationId="{F5F9953F-5BB6-4F85-90AC-D05F2552F76A}"/>
          </ac:spMkLst>
        </pc:spChg>
        <pc:cxnChg chg="add mod">
          <ac:chgData name="Al Friend" userId="e5ed79da-d858-46d4-9eed-a7a24903f2de" providerId="ADAL" clId="{C674B5A1-E3B2-40E8-863B-82D707DB4736}" dt="2026-05-20T14:54:34.125" v="2038" actId="14100"/>
          <ac:cxnSpMkLst>
            <pc:docMk/>
            <pc:sldMk cId="3895107268" sldId="883"/>
            <ac:cxnSpMk id="24" creationId="{440C0681-510B-4743-9A20-D172D0F4A65E}"/>
          </ac:cxnSpMkLst>
        </pc:cxnChg>
        <pc:cxnChg chg="add mod">
          <ac:chgData name="Al Friend" userId="e5ed79da-d858-46d4-9eed-a7a24903f2de" providerId="ADAL" clId="{C674B5A1-E3B2-40E8-863B-82D707DB4736}" dt="2026-05-20T14:54:30.401" v="2037" actId="14100"/>
          <ac:cxnSpMkLst>
            <pc:docMk/>
            <pc:sldMk cId="3895107268" sldId="883"/>
            <ac:cxnSpMk id="27" creationId="{5FD594C9-5C27-4A4C-B85E-7B863E6D3F4E}"/>
          </ac:cxnSpMkLst>
        </pc:cxnChg>
      </pc:sldChg>
      <pc:sldChg chg="addSp delSp modSp add modNotesTx">
        <pc:chgData name="Al Friend" userId="e5ed79da-d858-46d4-9eed-a7a24903f2de" providerId="ADAL" clId="{C674B5A1-E3B2-40E8-863B-82D707DB4736}" dt="2026-05-27T12:08:19.411" v="3408" actId="14100"/>
        <pc:sldMkLst>
          <pc:docMk/>
          <pc:sldMk cId="1982100101" sldId="884"/>
        </pc:sldMkLst>
        <pc:spChg chg="mod">
          <ac:chgData name="Al Friend" userId="e5ed79da-d858-46d4-9eed-a7a24903f2de" providerId="ADAL" clId="{C674B5A1-E3B2-40E8-863B-82D707DB4736}" dt="2026-05-27T10:44:51.356" v="2234" actId="14100"/>
          <ac:spMkLst>
            <pc:docMk/>
            <pc:sldMk cId="1982100101" sldId="884"/>
            <ac:spMk id="9" creationId="{E06970F1-E4C6-493D-921A-F57A4EAA659D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3" creationId="{31DE4C51-5C31-4CFA-BE3D-731751DE74B0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4" creationId="{E5304D38-62A3-4A8C-98E0-6337163FA56E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5" creationId="{EFB1A153-6E9D-4603-B7E7-DB48DD6E2DED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6" creationId="{F9DA67FF-CA17-47F2-BE12-2F4EF7BC1D21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7" creationId="{AE596573-766B-4AFA-B34B-C56D5BA1BE63}"/>
          </ac:spMkLst>
        </pc:spChg>
        <pc:spChg chg="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18" creationId="{D3DE1068-9C54-4D92-A45F-8DEAD06D3824}"/>
          </ac:spMkLst>
        </pc:spChg>
        <pc:spChg chg="add mod">
          <ac:chgData name="Al Friend" userId="e5ed79da-d858-46d4-9eed-a7a24903f2de" providerId="ADAL" clId="{C674B5A1-E3B2-40E8-863B-82D707DB4736}" dt="2026-05-27T12:08:07.283" v="3406" actId="1037"/>
          <ac:spMkLst>
            <pc:docMk/>
            <pc:sldMk cId="1982100101" sldId="884"/>
            <ac:spMk id="21" creationId="{61BE2CD1-5F61-4B09-9AEC-39EA9BFBB6A9}"/>
          </ac:spMkLst>
        </pc:spChg>
        <pc:spChg chg="add mod">
          <ac:chgData name="Al Friend" userId="e5ed79da-d858-46d4-9eed-a7a24903f2de" providerId="ADAL" clId="{C674B5A1-E3B2-40E8-863B-82D707DB4736}" dt="2026-05-27T12:08:19.411" v="3408" actId="14100"/>
          <ac:spMkLst>
            <pc:docMk/>
            <pc:sldMk cId="1982100101" sldId="884"/>
            <ac:spMk id="22" creationId="{26E50561-9E7A-49B1-BF1B-897BB0D6CA6D}"/>
          </ac:spMkLst>
        </pc:spChg>
        <pc:spChg chg="add mod">
          <ac:chgData name="Al Friend" userId="e5ed79da-d858-46d4-9eed-a7a24903f2de" providerId="ADAL" clId="{C674B5A1-E3B2-40E8-863B-82D707DB4736}" dt="2026-05-27T10:55:50.955" v="2478" actId="20577"/>
          <ac:spMkLst>
            <pc:docMk/>
            <pc:sldMk cId="1982100101" sldId="884"/>
            <ac:spMk id="23" creationId="{703AB56C-EA29-4B82-A3B9-946D93A89946}"/>
          </ac:spMkLst>
        </pc:spChg>
        <pc:grpChg chg="mod">
          <ac:chgData name="Al Friend" userId="e5ed79da-d858-46d4-9eed-a7a24903f2de" providerId="ADAL" clId="{C674B5A1-E3B2-40E8-863B-82D707DB4736}" dt="2026-05-27T12:08:07.283" v="3406" actId="1037"/>
          <ac:grpSpMkLst>
            <pc:docMk/>
            <pc:sldMk cId="1982100101" sldId="884"/>
            <ac:grpSpMk id="10" creationId="{399CD5E7-76CA-46D4-8759-2AB56AB29762}"/>
          </ac:grpSpMkLst>
        </pc:grpChg>
        <pc:cxnChg chg="mod">
          <ac:chgData name="Al Friend" userId="e5ed79da-d858-46d4-9eed-a7a24903f2de" providerId="ADAL" clId="{C674B5A1-E3B2-40E8-863B-82D707DB4736}" dt="2026-05-27T10:43:52.189" v="2195" actId="1035"/>
          <ac:cxnSpMkLst>
            <pc:docMk/>
            <pc:sldMk cId="1982100101" sldId="884"/>
            <ac:cxnSpMk id="8" creationId="{0F620062-B2DF-4004-8305-6226A65C3AFF}"/>
          </ac:cxnSpMkLst>
        </pc:cxnChg>
      </pc:sldChg>
      <pc:sldChg chg="addSp delSp modSp add">
        <pc:chgData name="Al Friend" userId="e5ed79da-d858-46d4-9eed-a7a24903f2de" providerId="ADAL" clId="{C674B5A1-E3B2-40E8-863B-82D707DB4736}" dt="2026-05-27T12:09:51.602" v="3444" actId="14100"/>
        <pc:sldMkLst>
          <pc:docMk/>
          <pc:sldMk cId="294841495" sldId="885"/>
        </pc:sldMkLst>
        <pc:spChg chg="mod">
          <ac:chgData name="Al Friend" userId="e5ed79da-d858-46d4-9eed-a7a24903f2de" providerId="ADAL" clId="{C674B5A1-E3B2-40E8-863B-82D707DB4736}" dt="2026-05-27T10:57:34.683" v="2490" actId="20577"/>
          <ac:spMkLst>
            <pc:docMk/>
            <pc:sldMk cId="294841495" sldId="885"/>
            <ac:spMk id="2" creationId="{DF81EF6B-9990-4895-9A8F-2103C304A52F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4" creationId="{D68F3B12-91FF-4536-9BDF-3DFA0AD860B7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9" creationId="{E06970F1-E4C6-493D-921A-F57A4EAA659D}"/>
          </ac:spMkLst>
        </pc:spChg>
        <pc:spChg chg="mod">
          <ac:chgData name="Al Friend" userId="e5ed79da-d858-46d4-9eed-a7a24903f2de" providerId="ADAL" clId="{C674B5A1-E3B2-40E8-863B-82D707DB4736}" dt="2026-05-27T11:24:34.542" v="3334" actId="14100"/>
          <ac:spMkLst>
            <pc:docMk/>
            <pc:sldMk cId="294841495" sldId="885"/>
            <ac:spMk id="14" creationId="{E5304D38-62A3-4A8C-98E0-6337163FA56E}"/>
          </ac:spMkLst>
        </pc:spChg>
        <pc:spChg chg="mod topLvl">
          <ac:chgData name="Al Friend" userId="e5ed79da-d858-46d4-9eed-a7a24903f2de" providerId="ADAL" clId="{C674B5A1-E3B2-40E8-863B-82D707DB4736}" dt="2026-05-27T11:12:15.859" v="2990" actId="20577"/>
          <ac:spMkLst>
            <pc:docMk/>
            <pc:sldMk cId="294841495" sldId="885"/>
            <ac:spMk id="17" creationId="{AE596573-766B-4AFA-B34B-C56D5BA1BE63}"/>
          </ac:spMkLst>
        </pc:spChg>
        <pc:spChg chg="mod topLvl">
          <ac:chgData name="Al Friend" userId="e5ed79da-d858-46d4-9eed-a7a24903f2de" providerId="ADAL" clId="{C674B5A1-E3B2-40E8-863B-82D707DB4736}" dt="2026-05-27T11:09:09.636" v="2830" actId="164"/>
          <ac:spMkLst>
            <pc:docMk/>
            <pc:sldMk cId="294841495" sldId="885"/>
            <ac:spMk id="18" creationId="{D3DE1068-9C54-4D92-A45F-8DEAD06D3824}"/>
          </ac:spMkLst>
        </pc:spChg>
        <pc:spChg chg="mod topLvl">
          <ac:chgData name="Al Friend" userId="e5ed79da-d858-46d4-9eed-a7a24903f2de" providerId="ADAL" clId="{C674B5A1-E3B2-40E8-863B-82D707DB4736}" dt="2026-05-27T11:07:18.181" v="2774" actId="164"/>
          <ac:spMkLst>
            <pc:docMk/>
            <pc:sldMk cId="294841495" sldId="885"/>
            <ac:spMk id="20" creationId="{F9AD989B-F1AD-48F4-AEE9-9B57F69F844A}"/>
          </ac:spMkLst>
        </pc:spChg>
        <pc:spChg chg="mod topLvl">
          <ac:chgData name="Al Friend" userId="e5ed79da-d858-46d4-9eed-a7a24903f2de" providerId="ADAL" clId="{C674B5A1-E3B2-40E8-863B-82D707DB4736}" dt="2026-05-27T11:07:18.181" v="2774" actId="164"/>
          <ac:spMkLst>
            <pc:docMk/>
            <pc:sldMk cId="294841495" sldId="885"/>
            <ac:spMk id="25" creationId="{38ED6BD4-D2B0-4DF3-BED1-47D309818666}"/>
          </ac:spMkLst>
        </pc:spChg>
        <pc:spChg chg="add mod">
          <ac:chgData name="Al Friend" userId="e5ed79da-d858-46d4-9eed-a7a24903f2de" providerId="ADAL" clId="{C674B5A1-E3B2-40E8-863B-82D707DB4736}" dt="2026-05-27T11:16:54.676" v="3138" actId="1037"/>
          <ac:spMkLst>
            <pc:docMk/>
            <pc:sldMk cId="294841495" sldId="885"/>
            <ac:spMk id="26" creationId="{EC3E50A6-C1AB-4FE5-864D-16BBF061445C}"/>
          </ac:spMkLst>
        </pc:spChg>
        <pc:spChg chg="add mod">
          <ac:chgData name="Al Friend" userId="e5ed79da-d858-46d4-9eed-a7a24903f2de" providerId="ADAL" clId="{C674B5A1-E3B2-40E8-863B-82D707DB4736}" dt="2026-05-27T11:16:54.676" v="3138" actId="1037"/>
          <ac:spMkLst>
            <pc:docMk/>
            <pc:sldMk cId="294841495" sldId="885"/>
            <ac:spMk id="27" creationId="{DBEA44BA-2065-4960-99BA-43573E7581B5}"/>
          </ac:spMkLst>
        </pc:spChg>
        <pc:spChg chg="mod">
          <ac:chgData name="Al Friend" userId="e5ed79da-d858-46d4-9eed-a7a24903f2de" providerId="ADAL" clId="{C674B5A1-E3B2-40E8-863B-82D707DB4736}" dt="2026-05-27T11:07:45.928" v="2784" actId="20577"/>
          <ac:spMkLst>
            <pc:docMk/>
            <pc:sldMk cId="294841495" sldId="885"/>
            <ac:spMk id="32" creationId="{6F9E9482-EB24-4541-877E-068D4A0C3A11}"/>
          </ac:spMkLst>
        </pc:spChg>
        <pc:spChg chg="mod">
          <ac:chgData name="Al Friend" userId="e5ed79da-d858-46d4-9eed-a7a24903f2de" providerId="ADAL" clId="{C674B5A1-E3B2-40E8-863B-82D707DB4736}" dt="2026-05-27T11:12:57.037" v="3011" actId="14100"/>
          <ac:spMkLst>
            <pc:docMk/>
            <pc:sldMk cId="294841495" sldId="885"/>
            <ac:spMk id="33" creationId="{B31FDF04-E2F6-4383-9A71-B1E096B511B4}"/>
          </ac:spMkLst>
        </pc:spChg>
        <pc:spChg chg="mod">
          <ac:chgData name="Al Friend" userId="e5ed79da-d858-46d4-9eed-a7a24903f2de" providerId="ADAL" clId="{C674B5A1-E3B2-40E8-863B-82D707DB4736}" dt="2026-05-27T11:12:36.135" v="3008" actId="20577"/>
          <ac:spMkLst>
            <pc:docMk/>
            <pc:sldMk cId="294841495" sldId="885"/>
            <ac:spMk id="34" creationId="{33D21E20-5786-42ED-A48F-1F8E03BC725B}"/>
          </ac:spMkLst>
        </pc:spChg>
        <pc:spChg chg="add mod">
          <ac:chgData name="Al Friend" userId="e5ed79da-d858-46d4-9eed-a7a24903f2de" providerId="ADAL" clId="{C674B5A1-E3B2-40E8-863B-82D707DB4736}" dt="2026-05-27T12:09:51.602" v="3444" actId="14100"/>
          <ac:spMkLst>
            <pc:docMk/>
            <pc:sldMk cId="294841495" sldId="885"/>
            <ac:spMk id="35" creationId="{67882CB4-64C2-47C3-B796-954847CC112D}"/>
          </ac:spMkLst>
        </pc:spChg>
        <pc:spChg chg="add mod">
          <ac:chgData name="Al Friend" userId="e5ed79da-d858-46d4-9eed-a7a24903f2de" providerId="ADAL" clId="{C674B5A1-E3B2-40E8-863B-82D707DB4736}" dt="2026-05-27T11:24:43.134" v="3339" actId="1038"/>
          <ac:spMkLst>
            <pc:docMk/>
            <pc:sldMk cId="294841495" sldId="885"/>
            <ac:spMk id="40" creationId="{9AF9AC62-05E7-420C-B80B-20719B2841D3}"/>
          </ac:spMkLst>
        </pc:spChg>
        <pc:spChg chg="add mod">
          <ac:chgData name="Al Friend" userId="e5ed79da-d858-46d4-9eed-a7a24903f2de" providerId="ADAL" clId="{C674B5A1-E3B2-40E8-863B-82D707DB4736}" dt="2026-05-27T11:26:23.754" v="3366" actId="1076"/>
          <ac:spMkLst>
            <pc:docMk/>
            <pc:sldMk cId="294841495" sldId="885"/>
            <ac:spMk id="45" creationId="{1E67091E-C2CE-47A7-9BCD-380A030776A4}"/>
          </ac:spMkLst>
        </pc:spChg>
        <pc:grpChg chg="add mod">
          <ac:chgData name="Al Friend" userId="e5ed79da-d858-46d4-9eed-a7a24903f2de" providerId="ADAL" clId="{C674B5A1-E3B2-40E8-863B-82D707DB4736}" dt="2026-05-27T11:24:15.233" v="3315" actId="1038"/>
          <ac:grpSpMkLst>
            <pc:docMk/>
            <pc:sldMk cId="294841495" sldId="885"/>
            <ac:grpSpMk id="5" creationId="{9B282EDB-923B-43AA-A7A0-4FB78350E754}"/>
          </ac:grpSpMkLst>
        </pc:grpChg>
        <pc:grpChg chg="add mod">
          <ac:chgData name="Al Friend" userId="e5ed79da-d858-46d4-9eed-a7a24903f2de" providerId="ADAL" clId="{C674B5A1-E3B2-40E8-863B-82D707DB4736}" dt="2026-05-27T11:09:09.636" v="2830" actId="164"/>
          <ac:grpSpMkLst>
            <pc:docMk/>
            <pc:sldMk cId="294841495" sldId="885"/>
            <ac:grpSpMk id="6" creationId="{1AA28F7D-6FE7-4115-AE1B-CD86E306F984}"/>
          </ac:grpSpMkLst>
        </pc:grpChg>
        <pc:grpChg chg="add mod">
          <ac:chgData name="Al Friend" userId="e5ed79da-d858-46d4-9eed-a7a24903f2de" providerId="ADAL" clId="{C674B5A1-E3B2-40E8-863B-82D707DB4736}" dt="2026-05-27T11:24:22.547" v="3331" actId="1038"/>
          <ac:grpSpMkLst>
            <pc:docMk/>
            <pc:sldMk cId="294841495" sldId="885"/>
            <ac:grpSpMk id="29" creationId="{EB1001EF-2209-4669-BF53-AFCF59C6179D}"/>
          </ac:grpSpMkLst>
        </pc:grpChg>
        <pc:cxnChg chg="mod topLvl">
          <ac:chgData name="Al Friend" userId="e5ed79da-d858-46d4-9eed-a7a24903f2de" providerId="ADAL" clId="{C674B5A1-E3B2-40E8-863B-82D707DB4736}" dt="2026-05-27T11:09:09.636" v="2830" actId="164"/>
          <ac:cxnSpMkLst>
            <pc:docMk/>
            <pc:sldMk cId="294841495" sldId="885"/>
            <ac:cxnSpMk id="8" creationId="{0F620062-B2DF-4004-8305-6226A65C3AFF}"/>
          </ac:cxnSpMkLst>
        </pc:cxnChg>
        <pc:cxnChg chg="add mod">
          <ac:chgData name="Al Friend" userId="e5ed79da-d858-46d4-9eed-a7a24903f2de" providerId="ADAL" clId="{C674B5A1-E3B2-40E8-863B-82D707DB4736}" dt="2026-05-27T11:24:26.822" v="3332" actId="14100"/>
          <ac:cxnSpMkLst>
            <pc:docMk/>
            <pc:sldMk cId="294841495" sldId="885"/>
            <ac:cxnSpMk id="11" creationId="{DBDAE3C2-47DB-4DFA-ADA5-DF066664C0CD}"/>
          </ac:cxnSpMkLst>
        </pc:cxnChg>
        <pc:cxnChg chg="mod topLvl">
          <ac:chgData name="Al Friend" userId="e5ed79da-d858-46d4-9eed-a7a24903f2de" providerId="ADAL" clId="{C674B5A1-E3B2-40E8-863B-82D707DB4736}" dt="2026-05-27T11:07:18.181" v="2774" actId="164"/>
          <ac:cxnSpMkLst>
            <pc:docMk/>
            <pc:sldMk cId="294841495" sldId="885"/>
            <ac:cxnSpMk id="24" creationId="{FD737D40-1EBB-44CD-81E0-4959A8119A08}"/>
          </ac:cxnSpMkLst>
        </pc:cxnChg>
        <pc:cxnChg chg="add mod">
          <ac:chgData name="Al Friend" userId="e5ed79da-d858-46d4-9eed-a7a24903f2de" providerId="ADAL" clId="{C674B5A1-E3B2-40E8-863B-82D707DB4736}" dt="2026-05-27T11:24:30.015" v="3333" actId="14100"/>
          <ac:cxnSpMkLst>
            <pc:docMk/>
            <pc:sldMk cId="294841495" sldId="885"/>
            <ac:cxnSpMk id="37" creationId="{E6C4DA32-EB6F-48BC-BF59-481A03FDF3FA}"/>
          </ac:cxnSpMkLst>
        </pc:cxnChg>
        <pc:cxnChg chg="add mod">
          <ac:chgData name="Al Friend" userId="e5ed79da-d858-46d4-9eed-a7a24903f2de" providerId="ADAL" clId="{C674B5A1-E3B2-40E8-863B-82D707DB4736}" dt="2026-05-27T12:07:04.699" v="3384" actId="14100"/>
          <ac:cxnSpMkLst>
            <pc:docMk/>
            <pc:sldMk cId="294841495" sldId="885"/>
            <ac:cxnSpMk id="47" creationId="{C30F19AF-9E3E-4F7A-ABB2-5682DFBA7145}"/>
          </ac:cxnSpMkLst>
        </pc:cxnChg>
        <pc:cxnChg chg="add mod">
          <ac:chgData name="Al Friend" userId="e5ed79da-d858-46d4-9eed-a7a24903f2de" providerId="ADAL" clId="{C674B5A1-E3B2-40E8-863B-82D707DB4736}" dt="2026-05-27T12:07:00.138" v="3383" actId="14100"/>
          <ac:cxnSpMkLst>
            <pc:docMk/>
            <pc:sldMk cId="294841495" sldId="885"/>
            <ac:cxnSpMk id="50" creationId="{5731073C-2961-45F8-BA70-83375DBBA138}"/>
          </ac:cxnSpMkLst>
        </pc:cxn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endParaRPr lang="en-US" dirty="0"/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endParaRPr lang="en-US" dirty="0"/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FC5A123E-85C2-4161-8AE8-A28D09037A7C}">
      <dgm:prSet phldrT="[Text]"/>
      <dgm:spPr/>
      <dgm:t>
        <a:bodyPr/>
        <a:lstStyle/>
        <a:p>
          <a:endParaRPr lang="en-US" dirty="0"/>
        </a:p>
      </dgm:t>
    </dgm:pt>
    <dgm:pt modelId="{264D2E15-B315-419E-A85F-D22F681CCE64}" type="parTrans" cxnId="{3F8A9618-63F8-45D8-8038-02E03712CA20}">
      <dgm:prSet/>
      <dgm:spPr/>
      <dgm:t>
        <a:bodyPr/>
        <a:lstStyle/>
        <a:p>
          <a:endParaRPr lang="en-GB"/>
        </a:p>
      </dgm:t>
    </dgm:pt>
    <dgm:pt modelId="{30577CA3-F551-4257-9AE6-51B8188439A8}" type="sibTrans" cxnId="{3F8A9618-63F8-45D8-8038-02E03712CA20}">
      <dgm:prSet/>
      <dgm:spPr/>
      <dgm:t>
        <a:bodyPr/>
        <a:lstStyle/>
        <a:p>
          <a:endParaRPr lang="en-GB"/>
        </a:p>
      </dgm:t>
    </dgm:pt>
    <dgm:pt modelId="{0C004FD5-5139-4373-AA0D-F1DB8CE8BAC3}">
      <dgm:prSet/>
      <dgm:spPr/>
      <dgm:t>
        <a:bodyPr/>
        <a:lstStyle/>
        <a:p>
          <a:r>
            <a:rPr lang="en-GB" dirty="0"/>
            <a:t>Integration</a:t>
          </a:r>
        </a:p>
      </dgm:t>
    </dgm:pt>
    <dgm:pt modelId="{C5DAE1EC-E3D1-4C79-8EA7-6DC40CA6C97C}" type="parTrans" cxnId="{52A73344-3FD0-4C5C-A8E2-083EAACB2FBC}">
      <dgm:prSet/>
      <dgm:spPr/>
      <dgm:t>
        <a:bodyPr/>
        <a:lstStyle/>
        <a:p>
          <a:endParaRPr lang="en-GB"/>
        </a:p>
      </dgm:t>
    </dgm:pt>
    <dgm:pt modelId="{11D0AC2E-D65D-47AB-A4B6-7C7EAEAA83E6}" type="sibTrans" cxnId="{52A73344-3FD0-4C5C-A8E2-083EAACB2FBC}">
      <dgm:prSet/>
      <dgm:spPr/>
      <dgm:t>
        <a:bodyPr/>
        <a:lstStyle/>
        <a:p>
          <a:endParaRPr lang="en-GB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4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4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4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4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B0E6FB59-8EDD-4C0F-9CC5-1D3DF89E0853}" type="pres">
      <dgm:prSet presAssocID="{FC5A123E-85C2-4161-8AE8-A28D09037A7C}" presName="composite" presStyleCnt="0"/>
      <dgm:spPr/>
    </dgm:pt>
    <dgm:pt modelId="{13389968-BA24-47B6-8473-359CF30A7B68}" type="pres">
      <dgm:prSet presAssocID="{FC5A123E-85C2-4161-8AE8-A28D09037A7C}" presName="parentText" presStyleLbl="alignNode1" presStyleIdx="2" presStyleCnt="4">
        <dgm:presLayoutVars>
          <dgm:chMax val="1"/>
          <dgm:bulletEnabled val="1"/>
        </dgm:presLayoutVars>
      </dgm:prSet>
      <dgm:spPr/>
    </dgm:pt>
    <dgm:pt modelId="{7B327266-A4CF-4A7C-A1A8-A8419A288BA3}" type="pres">
      <dgm:prSet presAssocID="{FC5A123E-85C2-4161-8AE8-A28D09037A7C}" presName="descendantText" presStyleLbl="alignAcc1" presStyleIdx="2" presStyleCnt="4">
        <dgm:presLayoutVars>
          <dgm:bulletEnabled val="1"/>
        </dgm:presLayoutVars>
      </dgm:prSet>
      <dgm:spPr/>
    </dgm:pt>
    <dgm:pt modelId="{057E7B99-679C-4AEB-93C6-B17456D3CB03}" type="pres">
      <dgm:prSet presAssocID="{30577CA3-F551-4257-9AE6-51B8188439A8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3" presStyleCnt="4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3" presStyleCnt="4">
        <dgm:presLayoutVars>
          <dgm:bulletEnabled val="1"/>
        </dgm:presLayoutVars>
      </dgm:prSet>
      <dgm:spPr/>
    </dgm:pt>
  </dgm:ptLst>
  <dgm:cxnLst>
    <dgm:cxn modelId="{E5B62907-DCED-49F9-A64B-CF87E5409CFC}" type="presOf" srcId="{FC5A123E-85C2-4161-8AE8-A28D09037A7C}" destId="{13389968-BA24-47B6-8473-359CF30A7B68}" srcOrd="0" destOrd="0" presId="urn:microsoft.com/office/officeart/2005/8/layout/chevron2"/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3F8A9618-63F8-45D8-8038-02E03712CA20}" srcId="{AADFB80D-C2E8-416C-B522-D5F6D93F18D7}" destId="{FC5A123E-85C2-4161-8AE8-A28D09037A7C}" srcOrd="2" destOrd="0" parTransId="{264D2E15-B315-419E-A85F-D22F681CCE64}" sibTransId="{30577CA3-F551-4257-9AE6-51B8188439A8}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2A73344-3FD0-4C5C-A8E2-083EAACB2FBC}" srcId="{FC5A123E-85C2-4161-8AE8-A28D09037A7C}" destId="{0C004FD5-5139-4373-AA0D-F1DB8CE8BAC3}" srcOrd="0" destOrd="0" parTransId="{C5DAE1EC-E3D1-4C79-8EA7-6DC40CA6C97C}" sibTransId="{11D0AC2E-D65D-47AB-A4B6-7C7EAEAA83E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5D30C5A4-8C4D-4539-9086-93AE645E9A5F}" type="presOf" srcId="{0C004FD5-5139-4373-AA0D-F1DB8CE8BAC3}" destId="{7B327266-A4CF-4A7C-A1A8-A8419A288BA3}" srcOrd="0" destOrd="0" presId="urn:microsoft.com/office/officeart/2005/8/layout/chevron2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3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355F3308-2CAC-4C44-9139-8A7FB06D58FF}" type="presParOf" srcId="{7EBBDEE6-A55E-47FA-9020-5BC46200AFFC}" destId="{B0E6FB59-8EDD-4C0F-9CC5-1D3DF89E0853}" srcOrd="4" destOrd="0" presId="urn:microsoft.com/office/officeart/2005/8/layout/chevron2"/>
    <dgm:cxn modelId="{6C3A4249-B84C-4748-9914-E4A334F7D9C9}" type="presParOf" srcId="{B0E6FB59-8EDD-4C0F-9CC5-1D3DF89E0853}" destId="{13389968-BA24-47B6-8473-359CF30A7B68}" srcOrd="0" destOrd="0" presId="urn:microsoft.com/office/officeart/2005/8/layout/chevron2"/>
    <dgm:cxn modelId="{3B3E2203-E648-4F39-B304-A26D949D0F81}" type="presParOf" srcId="{B0E6FB59-8EDD-4C0F-9CC5-1D3DF89E0853}" destId="{7B327266-A4CF-4A7C-A1A8-A8419A288BA3}" srcOrd="1" destOrd="0" presId="urn:microsoft.com/office/officeart/2005/8/layout/chevron2"/>
    <dgm:cxn modelId="{D37FD570-9638-48ED-928B-FA6680C13B8B}" type="presParOf" srcId="{7EBBDEE6-A55E-47FA-9020-5BC46200AFFC}" destId="{057E7B99-679C-4AEB-93C6-B17456D3CB03}" srcOrd="5" destOrd="0" presId="urn:microsoft.com/office/officeart/2005/8/layout/chevron2"/>
    <dgm:cxn modelId="{9C5603DB-FB5F-489A-A5FC-119F4545BE24}" type="presParOf" srcId="{7EBBDEE6-A55E-47FA-9020-5BC46200AFFC}" destId="{5FCAE6DF-E40E-46F3-84CF-149E85A19097}" srcOrd="6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79747" y="180063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419726"/>
        <a:ext cx="838822" cy="359495"/>
      </dsp:txXfrm>
    </dsp:sp>
    <dsp:sp modelId="{19C32B8D-512E-49A1-A0E6-109384C61E4D}">
      <dsp:nvSpPr>
        <dsp:cNvPr id="0" name=""/>
        <dsp:cNvSpPr/>
      </dsp:nvSpPr>
      <dsp:spPr>
        <a:xfrm rot="5400000">
          <a:off x="4083797" y="-324466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Software Design and Development</a:t>
          </a:r>
        </a:p>
      </dsp:txBody>
      <dsp:txXfrm rot="-5400000">
        <a:off x="838822" y="38338"/>
        <a:ext cx="7230834" cy="702860"/>
      </dsp:txXfrm>
    </dsp:sp>
    <dsp:sp modelId="{AAD30B60-88C6-4919-B6DD-9F480459E84E}">
      <dsp:nvSpPr>
        <dsp:cNvPr id="0" name=""/>
        <dsp:cNvSpPr/>
      </dsp:nvSpPr>
      <dsp:spPr>
        <a:xfrm rot="5400000">
          <a:off x="-179747" y="1230859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1470522"/>
        <a:ext cx="838822" cy="359495"/>
      </dsp:txXfrm>
    </dsp:sp>
    <dsp:sp modelId="{0DFDFC6D-8604-4378-B6A3-6A6720006C95}">
      <dsp:nvSpPr>
        <dsp:cNvPr id="0" name=""/>
        <dsp:cNvSpPr/>
      </dsp:nvSpPr>
      <dsp:spPr>
        <a:xfrm rot="5400000">
          <a:off x="4083797" y="-2193863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kern="1200" dirty="0"/>
            <a:t>Database Design and Development</a:t>
          </a:r>
        </a:p>
      </dsp:txBody>
      <dsp:txXfrm rot="-5400000">
        <a:off x="838822" y="1089135"/>
        <a:ext cx="7230834" cy="702860"/>
      </dsp:txXfrm>
    </dsp:sp>
    <dsp:sp modelId="{13389968-BA24-47B6-8473-359CF30A7B68}">
      <dsp:nvSpPr>
        <dsp:cNvPr id="0" name=""/>
        <dsp:cNvSpPr/>
      </dsp:nvSpPr>
      <dsp:spPr>
        <a:xfrm rot="5400000">
          <a:off x="-179747" y="2281656"/>
          <a:ext cx="1198317" cy="8388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 dirty="0"/>
        </a:p>
      </dsp:txBody>
      <dsp:txXfrm rot="-5400000">
        <a:off x="1" y="2521319"/>
        <a:ext cx="838822" cy="359495"/>
      </dsp:txXfrm>
    </dsp:sp>
    <dsp:sp modelId="{7B327266-A4CF-4A7C-A1A8-A8419A288BA3}">
      <dsp:nvSpPr>
        <dsp:cNvPr id="0" name=""/>
        <dsp:cNvSpPr/>
      </dsp:nvSpPr>
      <dsp:spPr>
        <a:xfrm rot="5400000">
          <a:off x="4083797" y="-1143067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GB" sz="3600" kern="1200" dirty="0"/>
            <a:t>Integration</a:t>
          </a:r>
        </a:p>
      </dsp:txBody>
      <dsp:txXfrm rot="-5400000">
        <a:off x="838822" y="2139931"/>
        <a:ext cx="7230834" cy="702860"/>
      </dsp:txXfrm>
    </dsp:sp>
    <dsp:sp modelId="{EB2E52AE-8FCF-47D0-B499-CFCFAF1883A9}">
      <dsp:nvSpPr>
        <dsp:cNvPr id="0" name=""/>
        <dsp:cNvSpPr/>
      </dsp:nvSpPr>
      <dsp:spPr>
        <a:xfrm rot="5400000">
          <a:off x="-179747" y="3332452"/>
          <a:ext cx="1198317" cy="8388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2300" kern="1200"/>
        </a:p>
      </dsp:txBody>
      <dsp:txXfrm rot="-5400000">
        <a:off x="1" y="3572115"/>
        <a:ext cx="838822" cy="359495"/>
      </dsp:txXfrm>
    </dsp:sp>
    <dsp:sp modelId="{C92F1771-01AA-4FF3-B7EC-0229DB7A592C}">
      <dsp:nvSpPr>
        <dsp:cNvPr id="0" name=""/>
        <dsp:cNvSpPr/>
      </dsp:nvSpPr>
      <dsp:spPr>
        <a:xfrm rot="5400000">
          <a:off x="4083797" y="-92270"/>
          <a:ext cx="778906" cy="72688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56032" tIns="22860" rIns="22860" bIns="22860" numCol="1" spcCol="1270" anchor="ctr" anchorCtr="0">
          <a:noAutofit/>
        </a:bodyPr>
        <a:lstStyle/>
        <a:p>
          <a:pPr marL="285750" lvl="1" indent="-285750" algn="l" defTabSz="16002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600" b="1" kern="1200"/>
            <a:t>Exam</a:t>
          </a:r>
        </a:p>
      </dsp:txBody>
      <dsp:txXfrm rot="-5400000">
        <a:off x="838822" y="3190728"/>
        <a:ext cx="7230834" cy="70286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https://www.omg.org/spec/UML/2.5.1/PDF#page=681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UML use case diagrams: www.youtube.com/watch?v=4emxjxonNRI</a:t>
            </a:r>
          </a:p>
          <a:p>
            <a:endParaRPr lang="en-GB" dirty="0"/>
          </a:p>
          <a:p>
            <a:r>
              <a:rPr lang="en-GB" dirty="0"/>
              <a:t>Can use an icon to represent what the Actor does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Primary: </a:t>
            </a:r>
            <a:r>
              <a:rPr lang="en-GB" dirty="0" err="1"/>
              <a:t>LHS</a:t>
            </a:r>
            <a:r>
              <a:rPr lang="en-GB" dirty="0"/>
              <a:t>		Secondary: </a:t>
            </a:r>
            <a:r>
              <a:rPr lang="en-GB" dirty="0" err="1"/>
              <a:t>RHS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916158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19288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18568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986917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68056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/>
              <a:t>https://www.omg.org/spec/UML/2.5.1/PDF#page=236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8121794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Similar to ERD</a:t>
            </a:r>
          </a:p>
          <a:p>
            <a:r>
              <a:rPr lang="en-GB"/>
              <a:t>https://www.edx.org/learn/software-engineering/ku-leuven-uml-class-diagrams-for-software-engineering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655898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https://www.youtube.com/watch?v=6XrL5jXmTwM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0422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3348730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0652339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31/05/2026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svg"/><Relationship Id="rId4" Type="http://schemas.openxmlformats.org/officeDocument/2006/relationships/image" Target="../media/image3.sv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Advanced Higher 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812181180"/>
              </p:ext>
            </p:extLst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6A97AC26-082B-45FF-807A-F23AA3F80267}"/>
              </a:ext>
            </a:extLst>
          </p:cNvPr>
          <p:cNvSpPr txBox="1"/>
          <p:nvPr/>
        </p:nvSpPr>
        <p:spPr>
          <a:xfrm rot="16200000">
            <a:off x="9968919" y="2907341"/>
            <a:ext cx="154157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600" b="1" dirty="0">
                <a:solidFill>
                  <a:srgbClr val="FF0000"/>
                </a:solidFill>
              </a:rPr>
              <a:t>Project</a:t>
            </a:r>
            <a:endParaRPr lang="en-GB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3389968-BA24-47B6-8473-359CF30A7B68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3389968-BA24-47B6-8473-359CF30A7B68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7B327266-A4CF-4A7C-A1A8-A8419A288BA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7B327266-A4CF-4A7C-A1A8-A8419A288BA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4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  <p:bldP spid="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Project – 60%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 err="1"/>
              <a:t>SDD</a:t>
            </a:r>
            <a:endParaRPr lang="en-GB" dirty="0"/>
          </a:p>
          <a:p>
            <a:pPr indent="0"/>
            <a:r>
              <a:rPr lang="en-GB" dirty="0" err="1"/>
              <a:t>DDD</a:t>
            </a:r>
            <a:endParaRPr lang="en-GB" dirty="0"/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40%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64%</a:t>
            </a:r>
          </a:p>
          <a:p>
            <a:pPr indent="0"/>
            <a:r>
              <a:rPr lang="en-GB" dirty="0"/>
              <a:t>DDD		36%</a:t>
            </a:r>
          </a:p>
          <a:p>
            <a:pPr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55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135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SDD</a:t>
            </a:r>
            <a:r>
              <a:rPr lang="en-GB" dirty="0"/>
              <a:t>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Describe, exemplify and implement Unified Modelling Language (UML) use case diagrams: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actors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use cases </a:t>
            </a:r>
          </a:p>
          <a:p>
            <a:pPr lvl="1">
              <a:spcAft>
                <a:spcPts val="1800"/>
              </a:spcAft>
            </a:pPr>
            <a:r>
              <a:rPr lang="en-GB" sz="2800" dirty="0"/>
              <a:t>relationships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374ED-F922-1F42-30DA-6139E3EEFB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6B11CC-3339-C315-0BE8-FA4C1D5275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way to capture the requirements of systems</a:t>
            </a:r>
          </a:p>
          <a:p>
            <a:r>
              <a:rPr lang="en-GB" dirty="0"/>
              <a:t>a specification of behaviour</a:t>
            </a:r>
          </a:p>
          <a:p>
            <a:r>
              <a:rPr lang="en-GB" dirty="0"/>
              <a:t>an Actor is a role: a person, a thing, a database, …</a:t>
            </a:r>
          </a:p>
        </p:txBody>
      </p:sp>
    </p:spTree>
    <p:extLst>
      <p:ext uri="{BB962C8B-B14F-4D97-AF65-F5344CB8AC3E}">
        <p14:creationId xmlns:p14="http://schemas.microsoft.com/office/powerpoint/2010/main" val="20477931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Diagram – Overview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6804660" y="201168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026E70D-B3FD-4141-85F9-75190461CDA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1270" y="2712178"/>
            <a:ext cx="1482940" cy="2919004"/>
          </a:xfrm>
          <a:prstGeom prst="rect">
            <a:avLst/>
          </a:prstGeom>
        </p:spPr>
      </p:pic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7524885" y="363168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047DC7-344F-4A56-83D8-286EB77BF4E1}"/>
              </a:ext>
            </a:extLst>
          </p:cNvPr>
          <p:cNvSpPr/>
          <p:nvPr/>
        </p:nvSpPr>
        <p:spPr>
          <a:xfrm>
            <a:off x="1965008" y="5482545"/>
            <a:ext cx="9954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Actor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20BD216E-3A07-4ACF-B399-9EE44B4195D2}"/>
              </a:ext>
            </a:extLst>
          </p:cNvPr>
          <p:cNvSpPr/>
          <p:nvPr/>
        </p:nvSpPr>
        <p:spPr>
          <a:xfrm>
            <a:off x="7214794" y="1589574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System Boundary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945BC8F-E969-47AB-AA94-0700AEF4950A}"/>
              </a:ext>
            </a:extLst>
          </p:cNvPr>
          <p:cNvSpPr/>
          <p:nvPr/>
        </p:nvSpPr>
        <p:spPr>
          <a:xfrm>
            <a:off x="7846505" y="3910070"/>
            <a:ext cx="15167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Case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960473" y="4171680"/>
            <a:ext cx="4564412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A596FB08-E7CA-4052-9B88-984FB2912E57}"/>
              </a:ext>
            </a:extLst>
          </p:cNvPr>
          <p:cNvSpPr/>
          <p:nvPr/>
        </p:nvSpPr>
        <p:spPr>
          <a:xfrm>
            <a:off x="4259613" y="3651480"/>
            <a:ext cx="2038763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Relationship</a:t>
            </a:r>
            <a:endParaRPr lang="en-GB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9" grpId="0" animBg="1"/>
      <p:bldP spid="10" grpId="0"/>
      <p:bldP spid="33" grpId="0"/>
      <p:bldP spid="35" grpId="0"/>
      <p:bldP spid="36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CE05E6E-A41D-4F17-976E-859832DCAAEB}"/>
              </a:ext>
            </a:extLst>
          </p:cNvPr>
          <p:cNvSpPr/>
          <p:nvPr/>
        </p:nvSpPr>
        <p:spPr>
          <a:xfrm>
            <a:off x="4295775" y="1977390"/>
            <a:ext cx="3600450" cy="4320000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5016000" y="3597390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2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BB39DF7-79D3-4D6E-AF0C-2E487668613E}"/>
              </a:ext>
            </a:extLst>
          </p:cNvPr>
          <p:cNvGrpSpPr/>
          <p:nvPr/>
        </p:nvGrpSpPr>
        <p:grpSpPr>
          <a:xfrm>
            <a:off x="843678" y="2712178"/>
            <a:ext cx="2620910" cy="3293587"/>
            <a:chOff x="843678" y="2712178"/>
            <a:chExt cx="262091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1266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843678" y="5482545"/>
              <a:ext cx="2620910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Primary Actor(s</a:t>
              </a:r>
              <a:r>
                <a:rPr lang="en-GB" sz="2800" b="1" dirty="0">
                  <a:solidFill>
                    <a:srgbClr val="7030A0"/>
                  </a:solidFill>
                </a:rPr>
                <a:t>)</a:t>
              </a:r>
              <a:endParaRPr lang="en-GB" dirty="0">
                <a:solidFill>
                  <a:srgbClr val="7030A0"/>
                </a:solidFill>
              </a:endParaRP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B33DA13A-4070-4314-8B7C-AA37D17A2E41}"/>
              </a:ext>
            </a:extLst>
          </p:cNvPr>
          <p:cNvGrpSpPr/>
          <p:nvPr/>
        </p:nvGrpSpPr>
        <p:grpSpPr>
          <a:xfrm>
            <a:off x="8526888" y="2712178"/>
            <a:ext cx="2999091" cy="3293587"/>
            <a:chOff x="8526888" y="2712178"/>
            <a:chExt cx="2999091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28496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8526888" y="5482545"/>
              <a:ext cx="299909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Secondary Actor(s)</a:t>
              </a:r>
              <a:endParaRPr lang="en-GB" dirty="0">
                <a:solidFill>
                  <a:srgbClr val="0070C0"/>
                </a:solidFill>
              </a:endParaRPr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93335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48825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B38B5A5-FF85-4F91-98A2-2BD48295D2CE}"/>
              </a:ext>
            </a:extLst>
          </p:cNvPr>
          <p:cNvSpPr/>
          <p:nvPr/>
        </p:nvSpPr>
        <p:spPr>
          <a:xfrm>
            <a:off x="4648995" y="1454171"/>
            <a:ext cx="278018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System Boundary</a:t>
            </a:r>
            <a:endParaRPr lang="en-GB" dirty="0">
              <a:solidFill>
                <a:srgbClr val="0070C0"/>
              </a:solidFill>
            </a:endParaRP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5DA4DAB6-55AE-451F-A496-DB8E57B81C0E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531444" y="4137390"/>
            <a:ext cx="2484556" cy="0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4BC27613-8AD7-42F9-96C9-701E22C58D62}"/>
              </a:ext>
            </a:extLst>
          </p:cNvPr>
          <p:cNvCxnSpPr>
            <a:cxnSpLocks/>
            <a:stCxn id="27" idx="6"/>
          </p:cNvCxnSpPr>
          <p:nvPr/>
        </p:nvCxnSpPr>
        <p:spPr>
          <a:xfrm flipV="1">
            <a:off x="7176000" y="4137390"/>
            <a:ext cx="2497389" cy="1333296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Oval 25">
            <a:extLst>
              <a:ext uri="{FF2B5EF4-FFF2-40B4-BE49-F238E27FC236}">
                <a16:creationId xmlns:a16="http://schemas.microsoft.com/office/drawing/2014/main" id="{B3D409DD-93B4-40DB-8A45-A1FF26971C42}"/>
              </a:ext>
            </a:extLst>
          </p:cNvPr>
          <p:cNvSpPr/>
          <p:nvPr/>
        </p:nvSpPr>
        <p:spPr>
          <a:xfrm>
            <a:off x="5016000" y="2230687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1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584A295-72FF-468A-A6FA-4E277C254EDC}"/>
              </a:ext>
            </a:extLst>
          </p:cNvPr>
          <p:cNvSpPr/>
          <p:nvPr/>
        </p:nvSpPr>
        <p:spPr>
          <a:xfrm>
            <a:off x="5016000" y="4930686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Use Case 3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78E5B12E-DE80-4E14-AEB9-E9D7561A3273}"/>
              </a:ext>
            </a:extLst>
          </p:cNvPr>
          <p:cNvCxnSpPr>
            <a:cxnSpLocks/>
            <a:endCxn id="27" idx="2"/>
          </p:cNvCxnSpPr>
          <p:nvPr/>
        </p:nvCxnSpPr>
        <p:spPr>
          <a:xfrm>
            <a:off x="2531444" y="4137389"/>
            <a:ext cx="2484556" cy="1333297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A5305137-03E8-429E-AC65-B6B9C9CCD0EA}"/>
              </a:ext>
            </a:extLst>
          </p:cNvPr>
          <p:cNvCxnSpPr>
            <a:cxnSpLocks/>
            <a:endCxn id="26" idx="2"/>
          </p:cNvCxnSpPr>
          <p:nvPr/>
        </p:nvCxnSpPr>
        <p:spPr>
          <a:xfrm flipV="1">
            <a:off x="2531444" y="2770687"/>
            <a:ext cx="2484556" cy="136670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0758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17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Actor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55454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An actor uses the system to achieve an outcome.</a:t>
            </a:r>
          </a:p>
          <a:p>
            <a:pPr lvl="4">
              <a:spcAft>
                <a:spcPts val="600"/>
              </a:spcAft>
            </a:pPr>
            <a:r>
              <a:rPr lang="en-GB" sz="2800" dirty="0"/>
              <a:t>An actor can be: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 person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 organisation</a:t>
            </a:r>
          </a:p>
          <a:p>
            <a:pPr marL="2743200" lvl="5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dirty="0"/>
              <a:t>another system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3434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Cases - Relationships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E2EFB0E-AB56-4E96-9F15-7393AA54BFAA}"/>
              </a:ext>
            </a:extLst>
          </p:cNvPr>
          <p:cNvSpPr/>
          <p:nvPr/>
        </p:nvSpPr>
        <p:spPr>
          <a:xfrm>
            <a:off x="1055492" y="3520442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Buy drink</a:t>
            </a:r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65F9084E-A1EA-4464-9384-FDA12CD1EE06}"/>
              </a:ext>
            </a:extLst>
          </p:cNvPr>
          <p:cNvSpPr/>
          <p:nvPr/>
        </p:nvSpPr>
        <p:spPr>
          <a:xfrm>
            <a:off x="7477051" y="2116023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Pay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CDAB617F-D868-4AAD-BA99-EFE6D44FFB55}"/>
              </a:ext>
            </a:extLst>
          </p:cNvPr>
          <p:cNvSpPr/>
          <p:nvPr/>
        </p:nvSpPr>
        <p:spPr>
          <a:xfrm>
            <a:off x="7477051" y="4322052"/>
            <a:ext cx="2160000" cy="1080000"/>
          </a:xfrm>
          <a:prstGeom prst="ellipse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0070C0"/>
                </a:solidFill>
              </a:rPr>
              <a:t>Print receipt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40C0681-510B-4743-9A20-D172D0F4A65E}"/>
              </a:ext>
            </a:extLst>
          </p:cNvPr>
          <p:cNvCxnSpPr>
            <a:cxnSpLocks/>
            <a:endCxn id="21" idx="2"/>
          </p:cNvCxnSpPr>
          <p:nvPr/>
        </p:nvCxnSpPr>
        <p:spPr>
          <a:xfrm flipV="1">
            <a:off x="3303270" y="2656023"/>
            <a:ext cx="4173781" cy="1210168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w="lg" len="lg"/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5FD594C9-5C27-4A4C-B85E-7B863E6D3F4E}"/>
              </a:ext>
            </a:extLst>
          </p:cNvPr>
          <p:cNvCxnSpPr>
            <a:cxnSpLocks/>
            <a:stCxn id="22" idx="2"/>
          </p:cNvCxnSpPr>
          <p:nvPr/>
        </p:nvCxnSpPr>
        <p:spPr>
          <a:xfrm flipH="1" flipV="1">
            <a:off x="3215492" y="4322052"/>
            <a:ext cx="4261559" cy="540000"/>
          </a:xfrm>
          <a:prstGeom prst="straightConnector1">
            <a:avLst/>
          </a:prstGeom>
          <a:ln w="38100">
            <a:solidFill>
              <a:schemeClr val="tx1"/>
            </a:solidFill>
            <a:prstDash val="dash"/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85CDA261-9BB5-4CC4-B2DE-8D9152BEA2AF}"/>
              </a:ext>
            </a:extLst>
          </p:cNvPr>
          <p:cNvSpPr txBox="1"/>
          <p:nvPr/>
        </p:nvSpPr>
        <p:spPr>
          <a:xfrm>
            <a:off x="4527084" y="2934413"/>
            <a:ext cx="1614545" cy="523220"/>
          </a:xfrm>
          <a:prstGeom prst="rect">
            <a:avLst/>
          </a:prstGeom>
          <a:solidFill>
            <a:srgbClr val="BDD7EE"/>
          </a:solidFill>
        </p:spPr>
        <p:txBody>
          <a:bodyPr wrap="none" rtlCol="0">
            <a:spAutoFit/>
          </a:bodyPr>
          <a:lstStyle/>
          <a:p>
            <a:r>
              <a:rPr lang="en-GB" sz="2800" dirty="0"/>
              <a:t>«include»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FA2AB05-D591-4DE1-930E-0EDCED894325}"/>
              </a:ext>
            </a:extLst>
          </p:cNvPr>
          <p:cNvSpPr txBox="1"/>
          <p:nvPr/>
        </p:nvSpPr>
        <p:spPr>
          <a:xfrm>
            <a:off x="4556867" y="4332379"/>
            <a:ext cx="1554977" cy="523220"/>
          </a:xfrm>
          <a:prstGeom prst="rect">
            <a:avLst/>
          </a:prstGeom>
          <a:solidFill>
            <a:srgbClr val="BDD7EE"/>
          </a:solidFill>
        </p:spPr>
        <p:txBody>
          <a:bodyPr wrap="none" rtlCol="0">
            <a:spAutoFit/>
          </a:bodyPr>
          <a:lstStyle/>
          <a:p>
            <a:r>
              <a:rPr lang="en-GB" sz="2800" dirty="0"/>
              <a:t>«extend»</a:t>
            </a:r>
          </a:p>
        </p:txBody>
      </p:sp>
      <p:sp>
        <p:nvSpPr>
          <p:cNvPr id="39" name="Callout: Line with No Border 38">
            <a:extLst>
              <a:ext uri="{FF2B5EF4-FFF2-40B4-BE49-F238E27FC236}">
                <a16:creationId xmlns:a16="http://schemas.microsoft.com/office/drawing/2014/main" id="{C90D3FE8-1169-4EDF-A2ED-2F943CD5C876}"/>
              </a:ext>
            </a:extLst>
          </p:cNvPr>
          <p:cNvSpPr/>
          <p:nvPr/>
        </p:nvSpPr>
        <p:spPr>
          <a:xfrm>
            <a:off x="10128972" y="3399294"/>
            <a:ext cx="1866456" cy="340399"/>
          </a:xfrm>
          <a:prstGeom prst="callout1">
            <a:avLst>
              <a:gd name="adj1" fmla="val 51692"/>
              <a:gd name="adj2" fmla="val 149"/>
              <a:gd name="adj3" fmla="val -125769"/>
              <a:gd name="adj4" fmla="val -3385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Mandatory</a:t>
            </a:r>
          </a:p>
        </p:txBody>
      </p:sp>
      <p:sp>
        <p:nvSpPr>
          <p:cNvPr id="40" name="Callout: Line with No Border 39">
            <a:extLst>
              <a:ext uri="{FF2B5EF4-FFF2-40B4-BE49-F238E27FC236}">
                <a16:creationId xmlns:a16="http://schemas.microsoft.com/office/drawing/2014/main" id="{F0D9822E-881E-4E96-ACB0-4C7728754CF3}"/>
              </a:ext>
            </a:extLst>
          </p:cNvPr>
          <p:cNvSpPr/>
          <p:nvPr/>
        </p:nvSpPr>
        <p:spPr>
          <a:xfrm>
            <a:off x="5869759" y="5802799"/>
            <a:ext cx="1515814" cy="467961"/>
          </a:xfrm>
          <a:prstGeom prst="callout1">
            <a:avLst>
              <a:gd name="adj1" fmla="val 50466"/>
              <a:gd name="adj2" fmla="val 100987"/>
              <a:gd name="adj3" fmla="val -111356"/>
              <a:gd name="adj4" fmla="val 133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Optional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5F9953F-5BB6-4F85-90AC-D05F2552F76A}"/>
              </a:ext>
            </a:extLst>
          </p:cNvPr>
          <p:cNvSpPr/>
          <p:nvPr/>
        </p:nvSpPr>
        <p:spPr>
          <a:xfrm>
            <a:off x="838200" y="1537574"/>
            <a:ext cx="9144000" cy="4053601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r>
              <a:rPr lang="en-GB" sz="2800" b="1" dirty="0">
                <a:solidFill>
                  <a:schemeClr val="tx1"/>
                </a:solidFill>
              </a:rPr>
              <a:t>Drinks Vending Machine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B73F8E2-351C-B873-7A2F-0D4291693A98}"/>
              </a:ext>
            </a:extLst>
          </p:cNvPr>
          <p:cNvSpPr/>
          <p:nvPr/>
        </p:nvSpPr>
        <p:spPr>
          <a:xfrm>
            <a:off x="838200" y="1537574"/>
            <a:ext cx="3812381" cy="540000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951072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Use Case - Description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2421256" y="1561240"/>
            <a:ext cx="734948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/>
              <a:t>A use case represents an action.</a:t>
            </a:r>
          </a:p>
          <a:p>
            <a:endParaRPr lang="en-GB" sz="2800" dirty="0"/>
          </a:p>
          <a:p>
            <a:r>
              <a:rPr lang="en-GB" sz="2800" dirty="0"/>
              <a:t>Text: Verb – Action</a:t>
            </a:r>
          </a:p>
          <a:p>
            <a:endParaRPr lang="en-GB" sz="2800" dirty="0"/>
          </a:p>
          <a:p>
            <a:r>
              <a:rPr lang="en-GB" sz="2800" dirty="0"/>
              <a:t>Logical order: top to bottom</a:t>
            </a:r>
          </a:p>
        </p:txBody>
      </p:sp>
    </p:spTree>
    <p:extLst>
      <p:ext uri="{BB962C8B-B14F-4D97-AF65-F5344CB8AC3E}">
        <p14:creationId xmlns:p14="http://schemas.microsoft.com/office/powerpoint/2010/main" val="11591629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Relationship Types - Description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418821E3-9E37-4A8C-BAE7-32612F048C17}"/>
              </a:ext>
            </a:extLst>
          </p:cNvPr>
          <p:cNvGrpSpPr/>
          <p:nvPr/>
        </p:nvGrpSpPr>
        <p:grpSpPr>
          <a:xfrm>
            <a:off x="1721273" y="2712178"/>
            <a:ext cx="1482940" cy="3293587"/>
            <a:chOff x="1721273" y="2712178"/>
            <a:chExt cx="1482940" cy="3293587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B026E70D-B3FD-4141-85F9-75190461CDA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721273" y="2712178"/>
              <a:ext cx="1482940" cy="2919004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3B047DC7-344F-4A56-83D8-286EB77BF4E1}"/>
                </a:ext>
              </a:extLst>
            </p:cNvPr>
            <p:cNvSpPr/>
            <p:nvPr/>
          </p:nvSpPr>
          <p:spPr>
            <a:xfrm>
              <a:off x="1994507" y="5482545"/>
              <a:ext cx="93647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Pupil</a:t>
              </a:r>
              <a:endParaRPr lang="en-GB" dirty="0"/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9063C33-BE31-459D-AC9C-7ECDA468C472}"/>
              </a:ext>
            </a:extLst>
          </p:cNvPr>
          <p:cNvGrpSpPr/>
          <p:nvPr/>
        </p:nvGrpSpPr>
        <p:grpSpPr>
          <a:xfrm>
            <a:off x="8987783" y="2712178"/>
            <a:ext cx="1482940" cy="3293587"/>
            <a:chOff x="8987783" y="2712178"/>
            <a:chExt cx="1482940" cy="329358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32A0F86B-CA07-4894-B384-CE8C6EE159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987783" y="2712178"/>
              <a:ext cx="1482940" cy="2919004"/>
            </a:xfrm>
            <a:prstGeom prst="rect">
              <a:avLst/>
            </a:prstGeom>
          </p:spPr>
        </p:pic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CAC0334-43B5-419F-AB51-243DA6DA4779}"/>
                </a:ext>
              </a:extLst>
            </p:cNvPr>
            <p:cNvSpPr/>
            <p:nvPr/>
          </p:nvSpPr>
          <p:spPr>
            <a:xfrm>
              <a:off x="9107991" y="5482545"/>
              <a:ext cx="1242521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Prefect</a:t>
              </a:r>
              <a:endParaRPr lang="en-GB" dirty="0"/>
            </a:p>
          </p:txBody>
        </p:sp>
      </p:grpSp>
      <p:sp>
        <p:nvSpPr>
          <p:cNvPr id="15" name="Rectangle 14">
            <a:extLst>
              <a:ext uri="{FF2B5EF4-FFF2-40B4-BE49-F238E27FC236}">
                <a16:creationId xmlns:a16="http://schemas.microsoft.com/office/drawing/2014/main" id="{A254E6C5-E390-440D-A8AE-CB82709F6CB5}"/>
              </a:ext>
            </a:extLst>
          </p:cNvPr>
          <p:cNvSpPr/>
          <p:nvPr/>
        </p:nvSpPr>
        <p:spPr>
          <a:xfrm>
            <a:off x="1241960" y="6060873"/>
            <a:ext cx="244156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Use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F30E93A-CA2E-4A90-876C-B218CB0B7AAB}"/>
              </a:ext>
            </a:extLst>
          </p:cNvPr>
          <p:cNvSpPr/>
          <p:nvPr/>
        </p:nvSpPr>
        <p:spPr>
          <a:xfrm>
            <a:off x="8191076" y="5962551"/>
            <a:ext cx="307635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Support the system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88574CC-45EE-41B3-9E51-9F1267441FCF}"/>
              </a:ext>
            </a:extLst>
          </p:cNvPr>
          <p:cNvSpPr/>
          <p:nvPr/>
        </p:nvSpPr>
        <p:spPr>
          <a:xfrm>
            <a:off x="5038727" y="1575766"/>
            <a:ext cx="2436494" cy="2046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dirty="0"/>
              <a:t>Association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Include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Extend</a:t>
            </a:r>
          </a:p>
          <a:p>
            <a:pPr>
              <a:spcAft>
                <a:spcPts val="600"/>
              </a:spcAft>
            </a:pPr>
            <a:r>
              <a:rPr lang="en-GB" sz="2800" dirty="0"/>
              <a:t>Generalisation</a:t>
            </a: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A43D775-B13A-41BA-A1F8-00B3CC6C3F2F}"/>
              </a:ext>
            </a:extLst>
          </p:cNvPr>
          <p:cNvCxnSpPr>
            <a:cxnSpLocks/>
          </p:cNvCxnSpPr>
          <p:nvPr/>
        </p:nvCxnSpPr>
        <p:spPr>
          <a:xfrm flipH="1">
            <a:off x="3204213" y="4532781"/>
            <a:ext cx="5783570" cy="0"/>
          </a:xfrm>
          <a:prstGeom prst="line">
            <a:avLst/>
          </a:prstGeom>
          <a:ln w="4445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92181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 err="1"/>
              <a:t>SDD</a:t>
            </a:r>
            <a:r>
              <a:rPr lang="en-GB" dirty="0"/>
              <a:t> 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31213378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dirty="0"/>
              <a:t>Describe, exemplify, and implement UML for class diagrams: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class name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instance variables and data types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methods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public and private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constructor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array of objects</a:t>
            </a:r>
          </a:p>
          <a:p>
            <a:pPr lvl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GB" sz="2800" dirty="0"/>
              <a:t>inheritance</a:t>
            </a:r>
          </a:p>
        </p:txBody>
      </p:sp>
    </p:spTree>
    <p:extLst>
      <p:ext uri="{BB962C8B-B14F-4D97-AF65-F5344CB8AC3E}">
        <p14:creationId xmlns:p14="http://schemas.microsoft.com/office/powerpoint/2010/main" val="41816311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B033F8-8680-772C-2AD4-139DAFC19D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E2F1BB-6BA1-D6E7-7BD1-FB75A801A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 template for objects with similar characteristics</a:t>
            </a:r>
          </a:p>
          <a:p>
            <a:r>
              <a:rPr lang="en-GB" dirty="0"/>
              <a:t>An object can be tangible or intangible</a:t>
            </a:r>
          </a:p>
          <a:p>
            <a:r>
              <a:rPr lang="en-GB" dirty="0"/>
              <a:t>Abstraction: ignore irrelevant characteristics*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68ABF8D-9F1A-3687-71E2-6DAE03CF3F86}"/>
              </a:ext>
            </a:extLst>
          </p:cNvPr>
          <p:cNvSpPr/>
          <p:nvPr/>
        </p:nvSpPr>
        <p:spPr>
          <a:xfrm>
            <a:off x="3072447" y="5969655"/>
            <a:ext cx="604710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* irrelevant from a design point of view</a:t>
            </a:r>
            <a:endParaRPr lang="en-GB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232459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5DDAC-B7CC-945D-B74A-87246E8E6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Classes – School Example</a:t>
            </a:r>
          </a:p>
        </p:txBody>
      </p:sp>
      <p:pic>
        <p:nvPicPr>
          <p:cNvPr id="5" name="Graphic 4" descr="Man with solid fill">
            <a:extLst>
              <a:ext uri="{FF2B5EF4-FFF2-40B4-BE49-F238E27FC236}">
                <a16:creationId xmlns:a16="http://schemas.microsoft.com/office/drawing/2014/main" id="{19D019E1-9343-7DD7-F11F-1ADFAEBF51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051091" y="2935493"/>
            <a:ext cx="914400" cy="914400"/>
          </a:xfrm>
          <a:prstGeom prst="rect">
            <a:avLst/>
          </a:prstGeom>
        </p:spPr>
      </p:pic>
      <p:pic>
        <p:nvPicPr>
          <p:cNvPr id="9" name="Graphic 8" descr="Woman with solid fill">
            <a:extLst>
              <a:ext uri="{FF2B5EF4-FFF2-40B4-BE49-F238E27FC236}">
                <a16:creationId xmlns:a16="http://schemas.microsoft.com/office/drawing/2014/main" id="{53CE0249-A61C-9215-8E46-9C5D4A4E0F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3017254" y="2505499"/>
            <a:ext cx="914400" cy="914400"/>
          </a:xfrm>
          <a:prstGeom prst="rect">
            <a:avLst/>
          </a:prstGeom>
        </p:spPr>
      </p:pic>
      <p:pic>
        <p:nvPicPr>
          <p:cNvPr id="11" name="Graphic 10" descr="Woman outline">
            <a:extLst>
              <a:ext uri="{FF2B5EF4-FFF2-40B4-BE49-F238E27FC236}">
                <a16:creationId xmlns:a16="http://schemas.microsoft.com/office/drawing/2014/main" id="{26930976-710A-9121-E6A9-E1F1CF7BB12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358562" y="2071279"/>
            <a:ext cx="914400" cy="914400"/>
          </a:xfrm>
          <a:prstGeom prst="rect">
            <a:avLst/>
          </a:prstGeom>
        </p:spPr>
      </p:pic>
      <p:pic>
        <p:nvPicPr>
          <p:cNvPr id="13" name="Graphic 12" descr="Man outline">
            <a:extLst>
              <a:ext uri="{FF2B5EF4-FFF2-40B4-BE49-F238E27FC236}">
                <a16:creationId xmlns:a16="http://schemas.microsoft.com/office/drawing/2014/main" id="{24FB712A-84E3-D214-D829-76438CF1FF7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2267603" y="1617178"/>
            <a:ext cx="914400" cy="914400"/>
          </a:xfrm>
          <a:prstGeom prst="rect">
            <a:avLst/>
          </a:prstGeom>
        </p:spPr>
      </p:pic>
      <p:pic>
        <p:nvPicPr>
          <p:cNvPr id="15" name="Graphic 14" descr="Closed book with solid fill">
            <a:extLst>
              <a:ext uri="{FF2B5EF4-FFF2-40B4-BE49-F238E27FC236}">
                <a16:creationId xmlns:a16="http://schemas.microsoft.com/office/drawing/2014/main" id="{C2FC3120-4859-0E36-9B84-AD9C76B1AA3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7834348" y="1752419"/>
            <a:ext cx="914400" cy="914400"/>
          </a:xfrm>
          <a:prstGeom prst="rect">
            <a:avLst/>
          </a:prstGeom>
        </p:spPr>
      </p:pic>
      <p:pic>
        <p:nvPicPr>
          <p:cNvPr id="17" name="Graphic 16" descr="Closed book outline">
            <a:extLst>
              <a:ext uri="{FF2B5EF4-FFF2-40B4-BE49-F238E27FC236}">
                <a16:creationId xmlns:a16="http://schemas.microsoft.com/office/drawing/2014/main" id="{58687F61-8D2B-ED11-7BDD-4ACE86BAE36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511065" y="2917953"/>
            <a:ext cx="914400" cy="914400"/>
          </a:xfrm>
          <a:prstGeom prst="rect">
            <a:avLst/>
          </a:prstGeom>
        </p:spPr>
      </p:pic>
      <p:pic>
        <p:nvPicPr>
          <p:cNvPr id="18" name="Graphic 17" descr="Closed book with solid fill">
            <a:extLst>
              <a:ext uri="{FF2B5EF4-FFF2-40B4-BE49-F238E27FC236}">
                <a16:creationId xmlns:a16="http://schemas.microsoft.com/office/drawing/2014/main" id="{C8ECCEDB-84CB-E10E-29A0-6A7C6A8F872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805412" y="3129636"/>
            <a:ext cx="914400" cy="914400"/>
          </a:xfrm>
          <a:prstGeom prst="rect">
            <a:avLst/>
          </a:prstGeom>
        </p:spPr>
      </p:pic>
      <p:pic>
        <p:nvPicPr>
          <p:cNvPr id="19" name="Graphic 18" descr="Closed book outline">
            <a:extLst>
              <a:ext uri="{FF2B5EF4-FFF2-40B4-BE49-F238E27FC236}">
                <a16:creationId xmlns:a16="http://schemas.microsoft.com/office/drawing/2014/main" id="{F77B082A-3A6A-6638-5522-14D3AAE6115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9226509" y="1899565"/>
            <a:ext cx="914400" cy="914400"/>
          </a:xfrm>
          <a:prstGeom prst="rect">
            <a:avLst/>
          </a:prstGeom>
        </p:spPr>
      </p:pic>
      <p:sp>
        <p:nvSpPr>
          <p:cNvPr id="20" name="Rectangle 19">
            <a:extLst>
              <a:ext uri="{FF2B5EF4-FFF2-40B4-BE49-F238E27FC236}">
                <a16:creationId xmlns:a16="http://schemas.microsoft.com/office/drawing/2014/main" id="{1821B1EE-C09C-B44F-9763-691373B40A43}"/>
              </a:ext>
            </a:extLst>
          </p:cNvPr>
          <p:cNvSpPr/>
          <p:nvPr/>
        </p:nvSpPr>
        <p:spPr>
          <a:xfrm>
            <a:off x="2185232" y="4046620"/>
            <a:ext cx="107914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Pupils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5D10E706-C415-F069-6596-D6EB42794CEC}"/>
              </a:ext>
            </a:extLst>
          </p:cNvPr>
          <p:cNvSpPr/>
          <p:nvPr/>
        </p:nvSpPr>
        <p:spPr>
          <a:xfrm>
            <a:off x="8104778" y="4046620"/>
            <a:ext cx="1350498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Courses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3D1B5CA-3293-8AB0-9AD8-32AAB374D400}"/>
              </a:ext>
            </a:extLst>
          </p:cNvPr>
          <p:cNvSpPr/>
          <p:nvPr/>
        </p:nvSpPr>
        <p:spPr>
          <a:xfrm>
            <a:off x="4043317" y="2552355"/>
            <a:ext cx="2965492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Pupils are enrolled</a:t>
            </a:r>
          </a:p>
          <a:p>
            <a:pPr algn="ctr"/>
            <a:r>
              <a:rPr lang="en-GB" sz="2800" b="1" dirty="0">
                <a:solidFill>
                  <a:srgbClr val="7030A0"/>
                </a:solidFill>
              </a:rPr>
              <a:t>on courses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932A1AA-E488-B330-F5D4-C8F7E1AFEB79}"/>
              </a:ext>
            </a:extLst>
          </p:cNvPr>
          <p:cNvSpPr/>
          <p:nvPr/>
        </p:nvSpPr>
        <p:spPr>
          <a:xfrm>
            <a:off x="1124465" y="2659052"/>
            <a:ext cx="675185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r"/>
            <a:r>
              <a:rPr lang="en-GB" sz="2000" b="1" dirty="0">
                <a:solidFill>
                  <a:srgbClr val="7030A0"/>
                </a:solidFill>
              </a:rPr>
              <a:t>Leila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ADBE2120-BC91-CBCB-2287-C05D78CF4327}"/>
              </a:ext>
            </a:extLst>
          </p:cNvPr>
          <p:cNvSpPr/>
          <p:nvPr/>
        </p:nvSpPr>
        <p:spPr>
          <a:xfrm>
            <a:off x="2521096" y="3528010"/>
            <a:ext cx="86549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7030A0"/>
                </a:solidFill>
              </a:rPr>
              <a:t>Archie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458AC3E-04C8-223F-64C1-CE57362A71C9}"/>
              </a:ext>
            </a:extLst>
          </p:cNvPr>
          <p:cNvSpPr/>
          <p:nvPr/>
        </p:nvSpPr>
        <p:spPr>
          <a:xfrm>
            <a:off x="7865627" y="1479980"/>
            <a:ext cx="81785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7030A0"/>
                </a:solidFill>
              </a:rPr>
              <a:t>AH CS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B446702-FF50-E3E0-BBEC-4575EEF5350A}"/>
              </a:ext>
            </a:extLst>
          </p:cNvPr>
          <p:cNvSpPr/>
          <p:nvPr/>
        </p:nvSpPr>
        <p:spPr>
          <a:xfrm>
            <a:off x="8617592" y="2859107"/>
            <a:ext cx="12178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000" b="1" dirty="0">
                <a:solidFill>
                  <a:srgbClr val="7030A0"/>
                </a:solidFill>
              </a:rPr>
              <a:t>N5 Maths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55E28E-12CA-4300-79D8-A465E7328BD1}"/>
              </a:ext>
            </a:extLst>
          </p:cNvPr>
          <p:cNvSpPr txBox="1"/>
          <p:nvPr/>
        </p:nvSpPr>
        <p:spPr>
          <a:xfrm>
            <a:off x="2084902" y="5058509"/>
            <a:ext cx="1279802" cy="5847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0070C0"/>
                </a:solidFill>
              </a:rPr>
              <a:t>Pupil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412730-5CDA-D1F4-5FDC-B0A55A466C1D}"/>
              </a:ext>
            </a:extLst>
          </p:cNvPr>
          <p:cNvSpPr txBox="1"/>
          <p:nvPr/>
        </p:nvSpPr>
        <p:spPr>
          <a:xfrm>
            <a:off x="7978519" y="5058508"/>
            <a:ext cx="1540458" cy="5847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0070C0"/>
                </a:solidFill>
              </a:rPr>
              <a:t>Courses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1629774-E830-5865-08C7-3250472DAA8C}"/>
              </a:ext>
            </a:extLst>
          </p:cNvPr>
          <p:cNvSpPr/>
          <p:nvPr/>
        </p:nvSpPr>
        <p:spPr>
          <a:xfrm>
            <a:off x="4748532" y="5911197"/>
            <a:ext cx="1904515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Abstraction</a:t>
            </a:r>
            <a:endParaRPr lang="en-GB" b="1" dirty="0">
              <a:solidFill>
                <a:srgbClr val="7030A0"/>
              </a:solidFill>
            </a:endParaRPr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D24CFD43-E225-9A60-DD0D-39E2BF7507F3}"/>
              </a:ext>
            </a:extLst>
          </p:cNvPr>
          <p:cNvCxnSpPr>
            <a:cxnSpLocks/>
            <a:stCxn id="29" idx="0"/>
            <a:endCxn id="28" idx="1"/>
          </p:cNvCxnSpPr>
          <p:nvPr/>
        </p:nvCxnSpPr>
        <p:spPr>
          <a:xfrm flipV="1">
            <a:off x="5700790" y="5350896"/>
            <a:ext cx="2277729" cy="560301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FEB3678-3EC2-9435-6703-DBA4673C5740}"/>
              </a:ext>
            </a:extLst>
          </p:cNvPr>
          <p:cNvCxnSpPr>
            <a:cxnSpLocks/>
            <a:stCxn id="29" idx="0"/>
            <a:endCxn id="27" idx="3"/>
          </p:cNvCxnSpPr>
          <p:nvPr/>
        </p:nvCxnSpPr>
        <p:spPr>
          <a:xfrm flipH="1" flipV="1">
            <a:off x="3364704" y="5350897"/>
            <a:ext cx="2336086" cy="560300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8929920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UML Class Diagrams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9CD5E7-76CA-46D4-8759-2AB56AB29762}"/>
              </a:ext>
            </a:extLst>
          </p:cNvPr>
          <p:cNvGrpSpPr/>
          <p:nvPr/>
        </p:nvGrpSpPr>
        <p:grpSpPr>
          <a:xfrm>
            <a:off x="4309110" y="1965960"/>
            <a:ext cx="3600000" cy="3657600"/>
            <a:chOff x="3886200" y="1965960"/>
            <a:chExt cx="3600000" cy="36576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886200" y="1965960"/>
              <a:ext cx="3600000" cy="36576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886200" y="4164330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886200" y="1965960"/>
              <a:ext cx="3600000" cy="72771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31DE4C51-5C31-4CFA-BE3D-731751DE74B0}"/>
              </a:ext>
            </a:extLst>
          </p:cNvPr>
          <p:cNvSpPr/>
          <p:nvPr/>
        </p:nvSpPr>
        <p:spPr>
          <a:xfrm>
            <a:off x="1645920" y="3031958"/>
            <a:ext cx="174879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Properties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1748790" y="4632197"/>
            <a:ext cx="1668780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EFB1A153-6E9D-4603-B7E7-DB48DD6E2DED}"/>
              </a:ext>
            </a:extLst>
          </p:cNvPr>
          <p:cNvSpPr/>
          <p:nvPr/>
        </p:nvSpPr>
        <p:spPr>
          <a:xfrm>
            <a:off x="1551472" y="2100453"/>
            <a:ext cx="1866098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458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Class name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DA67FF-CA17-47F2-BE12-2F4EF7BC1D21}"/>
              </a:ext>
            </a:extLst>
          </p:cNvPr>
          <p:cNvSpPr txBox="1"/>
          <p:nvPr/>
        </p:nvSpPr>
        <p:spPr>
          <a:xfrm>
            <a:off x="5572743" y="2035957"/>
            <a:ext cx="107273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Name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596573-766B-4AFA-B34B-C56D5BA1BE63}"/>
              </a:ext>
            </a:extLst>
          </p:cNvPr>
          <p:cNvSpPr txBox="1"/>
          <p:nvPr/>
        </p:nvSpPr>
        <p:spPr>
          <a:xfrm>
            <a:off x="4623208" y="2730787"/>
            <a:ext cx="297180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Attributes /</a:t>
            </a:r>
          </a:p>
          <a:p>
            <a:pPr algn="ctr"/>
            <a:r>
              <a:rPr lang="en-GB" sz="2800" b="1" dirty="0">
                <a:solidFill>
                  <a:schemeClr val="accent1"/>
                </a:solidFill>
              </a:rPr>
              <a:t> fields / </a:t>
            </a:r>
          </a:p>
          <a:p>
            <a:pPr algn="ctr"/>
            <a:r>
              <a:rPr lang="en-GB" sz="2800" b="1" dirty="0">
                <a:solidFill>
                  <a:schemeClr val="accent1"/>
                </a:solidFill>
              </a:rPr>
              <a:t>instance variables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E1068-9C54-4D92-A45F-8DEAD06D3824}"/>
              </a:ext>
            </a:extLst>
          </p:cNvPr>
          <p:cNvSpPr txBox="1"/>
          <p:nvPr/>
        </p:nvSpPr>
        <p:spPr>
          <a:xfrm>
            <a:off x="4966810" y="4439603"/>
            <a:ext cx="2284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Functions / Procedures</a:t>
            </a:r>
          </a:p>
        </p:txBody>
      </p:sp>
      <p:sp>
        <p:nvSpPr>
          <p:cNvPr id="19" name="Callout: Line with No Border 18">
            <a:extLst>
              <a:ext uri="{FF2B5EF4-FFF2-40B4-BE49-F238E27FC236}">
                <a16:creationId xmlns:a16="http://schemas.microsoft.com/office/drawing/2014/main" id="{AE75B9AD-FFA7-46C7-8C97-FBD2DEC6546A}"/>
              </a:ext>
            </a:extLst>
          </p:cNvPr>
          <p:cNvSpPr/>
          <p:nvPr/>
        </p:nvSpPr>
        <p:spPr>
          <a:xfrm flipH="1">
            <a:off x="8566810" y="3031958"/>
            <a:ext cx="120060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i="1" dirty="0">
                <a:solidFill>
                  <a:srgbClr val="7030A0"/>
                </a:solidFill>
              </a:rPr>
              <a:t>Nouns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11F1C24C-E417-4481-B9E5-EE522678B769}"/>
              </a:ext>
            </a:extLst>
          </p:cNvPr>
          <p:cNvSpPr/>
          <p:nvPr/>
        </p:nvSpPr>
        <p:spPr>
          <a:xfrm flipH="1">
            <a:off x="8566810" y="4452485"/>
            <a:ext cx="120060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i="1" dirty="0">
                <a:solidFill>
                  <a:srgbClr val="7030A0"/>
                </a:solidFill>
              </a:rPr>
              <a:t>Verbs</a:t>
            </a:r>
          </a:p>
        </p:txBody>
      </p:sp>
    </p:spTree>
    <p:extLst>
      <p:ext uri="{BB962C8B-B14F-4D97-AF65-F5344CB8AC3E}">
        <p14:creationId xmlns:p14="http://schemas.microsoft.com/office/powerpoint/2010/main" val="19009251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UML Class Diagrams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9CD5E7-76CA-46D4-8759-2AB56AB29762}"/>
              </a:ext>
            </a:extLst>
          </p:cNvPr>
          <p:cNvGrpSpPr/>
          <p:nvPr/>
        </p:nvGrpSpPr>
        <p:grpSpPr>
          <a:xfrm>
            <a:off x="3166110" y="1965960"/>
            <a:ext cx="3600000" cy="4103370"/>
            <a:chOff x="3886200" y="1965960"/>
            <a:chExt cx="3600000" cy="365760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886200" y="1965960"/>
              <a:ext cx="3600000" cy="3657600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886200" y="3909619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886200" y="1965960"/>
              <a:ext cx="3600000" cy="686832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3" name="Callout: Line with No Border 12">
            <a:extLst>
              <a:ext uri="{FF2B5EF4-FFF2-40B4-BE49-F238E27FC236}">
                <a16:creationId xmlns:a16="http://schemas.microsoft.com/office/drawing/2014/main" id="{31DE4C51-5C31-4CFA-BE3D-731751DE74B0}"/>
              </a:ext>
            </a:extLst>
          </p:cNvPr>
          <p:cNvSpPr/>
          <p:nvPr/>
        </p:nvSpPr>
        <p:spPr>
          <a:xfrm>
            <a:off x="480060" y="3031958"/>
            <a:ext cx="1748790" cy="818147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Properties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605790" y="4872227"/>
            <a:ext cx="1668780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5098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Methods</a:t>
            </a:r>
          </a:p>
        </p:txBody>
      </p:sp>
      <p:sp>
        <p:nvSpPr>
          <p:cNvPr id="15" name="Callout: Line with No Border 14">
            <a:extLst>
              <a:ext uri="{FF2B5EF4-FFF2-40B4-BE49-F238E27FC236}">
                <a16:creationId xmlns:a16="http://schemas.microsoft.com/office/drawing/2014/main" id="{EFB1A153-6E9D-4603-B7E7-DB48DD6E2DED}"/>
              </a:ext>
            </a:extLst>
          </p:cNvPr>
          <p:cNvSpPr/>
          <p:nvPr/>
        </p:nvSpPr>
        <p:spPr>
          <a:xfrm>
            <a:off x="408472" y="2100453"/>
            <a:ext cx="1866098" cy="458724"/>
          </a:xfrm>
          <a:prstGeom prst="callout1">
            <a:avLst>
              <a:gd name="adj1" fmla="val 50466"/>
              <a:gd name="adj2" fmla="val 100987"/>
              <a:gd name="adj3" fmla="val 50311"/>
              <a:gd name="adj4" fmla="val 1458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Class name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DA67FF-CA17-47F2-BE12-2F4EF7BC1D21}"/>
              </a:ext>
            </a:extLst>
          </p:cNvPr>
          <p:cNvSpPr txBox="1"/>
          <p:nvPr/>
        </p:nvSpPr>
        <p:spPr>
          <a:xfrm>
            <a:off x="4365079" y="2035957"/>
            <a:ext cx="120206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b="1" dirty="0">
                <a:solidFill>
                  <a:schemeClr val="accent1"/>
                </a:solidFill>
              </a:rPr>
              <a:t>Person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E596573-766B-4AFA-B34B-C56D5BA1BE63}"/>
              </a:ext>
            </a:extLst>
          </p:cNvPr>
          <p:cNvSpPr txBox="1"/>
          <p:nvPr/>
        </p:nvSpPr>
        <p:spPr>
          <a:xfrm>
            <a:off x="3437890" y="2736502"/>
            <a:ext cx="3060700" cy="1404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forename: String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surname: String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chemeClr val="accent1"/>
                </a:solidFill>
              </a:rPr>
              <a:t> age: Integer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DE1068-9C54-4D92-A45F-8DEAD06D3824}"/>
              </a:ext>
            </a:extLst>
          </p:cNvPr>
          <p:cNvSpPr txBox="1"/>
          <p:nvPr/>
        </p:nvSpPr>
        <p:spPr>
          <a:xfrm>
            <a:off x="3437890" y="4193974"/>
            <a:ext cx="228460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person()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getName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getAge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chemeClr val="accent1"/>
                </a:solidFill>
              </a:rPr>
              <a:t> </a:t>
            </a:r>
            <a:r>
              <a:rPr lang="en-GB" sz="2800" b="1" dirty="0" err="1">
                <a:solidFill>
                  <a:schemeClr val="accent1"/>
                </a:solidFill>
              </a:rPr>
              <a:t>setAge</a:t>
            </a:r>
            <a:r>
              <a:rPr lang="en-GB" sz="2800" b="1" dirty="0">
                <a:solidFill>
                  <a:schemeClr val="accent1"/>
                </a:solidFill>
              </a:rPr>
              <a:t>()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61BE2CD1-5F61-4B09-9AEC-39EA9BFBB6A9}"/>
              </a:ext>
            </a:extLst>
          </p:cNvPr>
          <p:cNvSpPr/>
          <p:nvPr/>
        </p:nvSpPr>
        <p:spPr>
          <a:xfrm>
            <a:off x="7514503" y="1964487"/>
            <a:ext cx="1688154" cy="95410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+</a:t>
            </a:r>
            <a:r>
              <a:rPr lang="en-GB" sz="2800" b="1" dirty="0">
                <a:solidFill>
                  <a:srgbClr val="7030A0"/>
                </a:solidFill>
              </a:rPr>
              <a:t> = public</a:t>
            </a:r>
          </a:p>
          <a:p>
            <a:r>
              <a:rPr lang="en-GB" sz="2800" b="1" dirty="0">
                <a:solidFill>
                  <a:srgbClr val="FF0000"/>
                </a:solidFill>
              </a:rPr>
              <a:t>-</a:t>
            </a:r>
            <a:r>
              <a:rPr lang="en-GB" sz="2800" b="1" dirty="0">
                <a:solidFill>
                  <a:srgbClr val="7030A0"/>
                </a:solidFill>
              </a:rPr>
              <a:t> = private</a:t>
            </a:r>
            <a:endParaRPr lang="en-GB" dirty="0">
              <a:solidFill>
                <a:srgbClr val="7030A0"/>
              </a:solidFill>
            </a:endParaRP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26E50561-9E7A-49B1-BF1B-897BB0D6CA6D}"/>
              </a:ext>
            </a:extLst>
          </p:cNvPr>
          <p:cNvSpPr/>
          <p:nvPr/>
        </p:nvSpPr>
        <p:spPr>
          <a:xfrm flipH="1">
            <a:off x="7149564" y="3983777"/>
            <a:ext cx="4669056" cy="946553"/>
          </a:xfrm>
          <a:prstGeom prst="callout1">
            <a:avLst>
              <a:gd name="adj1" fmla="val 50466"/>
              <a:gd name="adj2" fmla="val 100987"/>
              <a:gd name="adj3" fmla="val 51717"/>
              <a:gd name="adj4" fmla="val 1450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Constructor – uses class name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03AB56C-EA29-4B82-A3B9-946D93A89946}"/>
              </a:ext>
            </a:extLst>
          </p:cNvPr>
          <p:cNvSpPr/>
          <p:nvPr/>
        </p:nvSpPr>
        <p:spPr>
          <a:xfrm>
            <a:off x="1702440" y="6251111"/>
            <a:ext cx="8787149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GB" sz="2800" b="1" dirty="0">
                <a:solidFill>
                  <a:srgbClr val="FF0000"/>
                </a:solidFill>
              </a:rPr>
              <a:t>Private properties / methods only accessible to the object </a:t>
            </a:r>
            <a:endParaRPr lang="en-GB" sz="28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21001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1EF6B-9990-4895-9A8F-2103C304A5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UML Inheritance</a:t>
            </a:r>
          </a:p>
        </p:txBody>
      </p:sp>
      <p:sp>
        <p:nvSpPr>
          <p:cNvPr id="14" name="Callout: Line with No Border 13">
            <a:extLst>
              <a:ext uri="{FF2B5EF4-FFF2-40B4-BE49-F238E27FC236}">
                <a16:creationId xmlns:a16="http://schemas.microsoft.com/office/drawing/2014/main" id="{E5304D38-62A3-4A8C-98E0-6337163FA56E}"/>
              </a:ext>
            </a:extLst>
          </p:cNvPr>
          <p:cNvSpPr/>
          <p:nvPr/>
        </p:nvSpPr>
        <p:spPr>
          <a:xfrm>
            <a:off x="555290" y="3301343"/>
            <a:ext cx="1668780" cy="458724"/>
          </a:xfrm>
          <a:prstGeom prst="callout1">
            <a:avLst>
              <a:gd name="adj1" fmla="val 50466"/>
              <a:gd name="adj2" fmla="val 100987"/>
              <a:gd name="adj3" fmla="val 224176"/>
              <a:gd name="adj4" fmla="val 17176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Inherits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1AA28F7D-6FE7-4115-AE1B-CD86E306F984}"/>
              </a:ext>
            </a:extLst>
          </p:cNvPr>
          <p:cNvGrpSpPr/>
          <p:nvPr/>
        </p:nvGrpSpPr>
        <p:grpSpPr>
          <a:xfrm>
            <a:off x="3931920" y="1419858"/>
            <a:ext cx="3600000" cy="2803345"/>
            <a:chOff x="3931920" y="1419858"/>
            <a:chExt cx="3600000" cy="2803345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D68F3B12-91FF-4536-9BDF-3DFA0AD860B7}"/>
                </a:ext>
              </a:extLst>
            </p:cNvPr>
            <p:cNvSpPr/>
            <p:nvPr/>
          </p:nvSpPr>
          <p:spPr>
            <a:xfrm>
              <a:off x="3931920" y="1419861"/>
              <a:ext cx="3600000" cy="2803342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F620062-B2DF-4004-8305-6226A65C3AFF}"/>
                </a:ext>
              </a:extLst>
            </p:cNvPr>
            <p:cNvCxnSpPr/>
            <p:nvPr/>
          </p:nvCxnSpPr>
          <p:spPr>
            <a:xfrm>
              <a:off x="3931920" y="2816750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06970F1-E4C6-493D-921A-F57A4EAA659D}"/>
                </a:ext>
              </a:extLst>
            </p:cNvPr>
            <p:cNvSpPr/>
            <p:nvPr/>
          </p:nvSpPr>
          <p:spPr>
            <a:xfrm>
              <a:off x="3931920" y="1419858"/>
              <a:ext cx="3600000" cy="468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Person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AE596573-766B-4AFA-B34B-C56D5BA1BE63}"/>
                </a:ext>
              </a:extLst>
            </p:cNvPr>
            <p:cNvSpPr txBox="1"/>
            <p:nvPr/>
          </p:nvSpPr>
          <p:spPr>
            <a:xfrm>
              <a:off x="4589619" y="1870149"/>
              <a:ext cx="2284600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name: String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age: Integer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D3DE1068-9C54-4D92-A45F-8DEAD06D3824}"/>
                </a:ext>
              </a:extLst>
            </p:cNvPr>
            <p:cNvSpPr txBox="1"/>
            <p:nvPr/>
          </p:nvSpPr>
          <p:spPr>
            <a:xfrm>
              <a:off x="4589619" y="2838208"/>
              <a:ext cx="2284600" cy="138499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person()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getName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getAge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9B282EDB-923B-43AA-A7A0-4FB78350E754}"/>
              </a:ext>
            </a:extLst>
          </p:cNvPr>
          <p:cNvGrpSpPr/>
          <p:nvPr/>
        </p:nvGrpSpPr>
        <p:grpSpPr>
          <a:xfrm>
            <a:off x="697530" y="4762740"/>
            <a:ext cx="3600000" cy="1886237"/>
            <a:chOff x="7883190" y="3681709"/>
            <a:chExt cx="3600000" cy="1886237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F9AD989B-F1AD-48F4-AEE9-9B57F69F844A}"/>
                </a:ext>
              </a:extLst>
            </p:cNvPr>
            <p:cNvSpPr/>
            <p:nvPr/>
          </p:nvSpPr>
          <p:spPr>
            <a:xfrm>
              <a:off x="7883190" y="3681710"/>
              <a:ext cx="3600000" cy="188623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FD737D40-1EBB-44CD-81E0-4959A8119A08}"/>
                </a:ext>
              </a:extLst>
            </p:cNvPr>
            <p:cNvCxnSpPr/>
            <p:nvPr/>
          </p:nvCxnSpPr>
          <p:spPr>
            <a:xfrm>
              <a:off x="7883190" y="4631153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38ED6BD4-D2B0-4DF3-BED1-47D309818666}"/>
                </a:ext>
              </a:extLst>
            </p:cNvPr>
            <p:cNvSpPr/>
            <p:nvPr/>
          </p:nvSpPr>
          <p:spPr>
            <a:xfrm>
              <a:off x="7883190" y="3681709"/>
              <a:ext cx="3600000" cy="432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Pupil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C3E50A6-C1AB-4FE5-864D-16BBF061445C}"/>
                </a:ext>
              </a:extLst>
            </p:cNvPr>
            <p:cNvSpPr txBox="1"/>
            <p:nvPr/>
          </p:nvSpPr>
          <p:spPr>
            <a:xfrm>
              <a:off x="8236278" y="4100464"/>
              <a:ext cx="3008141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yearGroup</a:t>
              </a:r>
              <a:r>
                <a:rPr lang="en-GB" sz="2800" b="1" dirty="0">
                  <a:solidFill>
                    <a:schemeClr val="accent1"/>
                  </a:solidFill>
                </a:rPr>
                <a:t>: String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BEA44BA-2065-4960-99BA-43573E7581B5}"/>
                </a:ext>
              </a:extLst>
            </p:cNvPr>
            <p:cNvSpPr txBox="1"/>
            <p:nvPr/>
          </p:nvSpPr>
          <p:spPr>
            <a:xfrm>
              <a:off x="8236278" y="4591642"/>
              <a:ext cx="271288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pupil()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getYearGroup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B1001EF-2209-4669-BF53-AFCF59C6179D}"/>
              </a:ext>
            </a:extLst>
          </p:cNvPr>
          <p:cNvGrpSpPr/>
          <p:nvPr/>
        </p:nvGrpSpPr>
        <p:grpSpPr>
          <a:xfrm>
            <a:off x="7105369" y="4737440"/>
            <a:ext cx="3600000" cy="1886237"/>
            <a:chOff x="7883190" y="3681709"/>
            <a:chExt cx="3600000" cy="188623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9D47A08-40A4-41E1-A2C1-918C0388BB27}"/>
                </a:ext>
              </a:extLst>
            </p:cNvPr>
            <p:cNvSpPr/>
            <p:nvPr/>
          </p:nvSpPr>
          <p:spPr>
            <a:xfrm>
              <a:off x="7883190" y="3681710"/>
              <a:ext cx="3600000" cy="188623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D36A0A9-6448-4761-9F28-444BF419DD8E}"/>
                </a:ext>
              </a:extLst>
            </p:cNvPr>
            <p:cNvCxnSpPr/>
            <p:nvPr/>
          </p:nvCxnSpPr>
          <p:spPr>
            <a:xfrm>
              <a:off x="7883190" y="4631153"/>
              <a:ext cx="3600000" cy="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F9E9482-EB24-4541-877E-068D4A0C3A11}"/>
                </a:ext>
              </a:extLst>
            </p:cNvPr>
            <p:cNvSpPr/>
            <p:nvPr/>
          </p:nvSpPr>
          <p:spPr>
            <a:xfrm>
              <a:off x="7883190" y="3681709"/>
              <a:ext cx="3600000" cy="432000"/>
            </a:xfrm>
            <a:prstGeom prst="rect">
              <a:avLst/>
            </a:prstGeom>
            <a:solidFill>
              <a:schemeClr val="accent3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0070C0"/>
                  </a:solidFill>
                </a:rPr>
                <a:t>Staff</a:t>
              </a:r>
              <a:endParaRPr lang="en-GB" sz="3200" b="1" dirty="0">
                <a:solidFill>
                  <a:srgbClr val="0070C0"/>
                </a:solidFill>
              </a:endParaRP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B31FDF04-E2F6-4383-9A71-B1E096B511B4}"/>
                </a:ext>
              </a:extLst>
            </p:cNvPr>
            <p:cNvSpPr txBox="1"/>
            <p:nvPr/>
          </p:nvSpPr>
          <p:spPr>
            <a:xfrm>
              <a:off x="8401377" y="4100464"/>
              <a:ext cx="2580894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-</a:t>
              </a:r>
              <a:r>
                <a:rPr lang="en-GB" sz="2800" b="1" dirty="0">
                  <a:solidFill>
                    <a:schemeClr val="accent1"/>
                  </a:solidFill>
                </a:rPr>
                <a:t> subject: String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33D21E20-5786-42ED-A48F-1F8E03BC725B}"/>
                </a:ext>
              </a:extLst>
            </p:cNvPr>
            <p:cNvSpPr txBox="1"/>
            <p:nvPr/>
          </p:nvSpPr>
          <p:spPr>
            <a:xfrm>
              <a:off x="8401378" y="4591642"/>
              <a:ext cx="2712882" cy="95410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staff() </a:t>
              </a:r>
            </a:p>
            <a:p>
              <a:r>
                <a:rPr lang="en-GB" sz="2800" b="1" dirty="0">
                  <a:solidFill>
                    <a:srgbClr val="FF0000"/>
                  </a:solidFill>
                </a:rPr>
                <a:t>+</a:t>
              </a:r>
              <a:r>
                <a:rPr lang="en-GB" sz="2800" b="1" dirty="0">
                  <a:solidFill>
                    <a:schemeClr val="accent1"/>
                  </a:solidFill>
                </a:rPr>
                <a:t> </a:t>
              </a:r>
              <a:r>
                <a:rPr lang="en-GB" sz="2800" b="1" dirty="0" err="1">
                  <a:solidFill>
                    <a:schemeClr val="accent1"/>
                  </a:solidFill>
                </a:rPr>
                <a:t>getSubject</a:t>
              </a:r>
              <a:r>
                <a:rPr lang="en-GB" sz="2800" b="1" dirty="0">
                  <a:solidFill>
                    <a:schemeClr val="accent1"/>
                  </a:solidFill>
                </a:rPr>
                <a:t>()</a:t>
              </a:r>
            </a:p>
          </p:txBody>
        </p:sp>
      </p:grpSp>
      <p:sp>
        <p:nvSpPr>
          <p:cNvPr id="35" name="Rectangle 34">
            <a:extLst>
              <a:ext uri="{FF2B5EF4-FFF2-40B4-BE49-F238E27FC236}">
                <a16:creationId xmlns:a16="http://schemas.microsoft.com/office/drawing/2014/main" id="{67882CB4-64C2-47C3-B796-954847CC112D}"/>
              </a:ext>
            </a:extLst>
          </p:cNvPr>
          <p:cNvSpPr/>
          <p:nvPr/>
        </p:nvSpPr>
        <p:spPr>
          <a:xfrm>
            <a:off x="8189619" y="1793393"/>
            <a:ext cx="3030831" cy="204671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GB" sz="2800" b="1" dirty="0">
                <a:solidFill>
                  <a:srgbClr val="7030A0"/>
                </a:solidFill>
              </a:rPr>
              <a:t>A subclass inherits:</a:t>
            </a:r>
          </a:p>
          <a:p>
            <a:pPr marL="457200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7030A0"/>
                </a:solidFill>
              </a:rPr>
              <a:t>all properties</a:t>
            </a:r>
          </a:p>
          <a:p>
            <a:pPr marL="457200" indent="-45720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2800" b="1" dirty="0">
                <a:solidFill>
                  <a:srgbClr val="7030A0"/>
                </a:solidFill>
              </a:rPr>
              <a:t>all methods</a:t>
            </a:r>
          </a:p>
          <a:p>
            <a:pPr>
              <a:spcAft>
                <a:spcPts val="600"/>
              </a:spcAft>
            </a:pPr>
            <a:r>
              <a:rPr lang="en-GB" sz="2800" b="1" dirty="0">
                <a:solidFill>
                  <a:srgbClr val="7030A0"/>
                </a:solidFill>
              </a:rPr>
              <a:t>of the superclass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DAE3C2-47DB-4DFA-ADA5-DF066664C0CD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2497530" y="4211933"/>
            <a:ext cx="1434388" cy="550807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6C4DA32-EB6F-48BC-BF59-481A03FDF3FA}"/>
              </a:ext>
            </a:extLst>
          </p:cNvPr>
          <p:cNvCxnSpPr>
            <a:cxnSpLocks/>
            <a:stCxn id="32" idx="0"/>
          </p:cNvCxnSpPr>
          <p:nvPr/>
        </p:nvCxnSpPr>
        <p:spPr>
          <a:xfrm flipH="1" flipV="1">
            <a:off x="7531918" y="4211933"/>
            <a:ext cx="1373451" cy="525507"/>
          </a:xfrm>
          <a:prstGeom prst="straightConnector1">
            <a:avLst/>
          </a:prstGeom>
          <a:ln w="381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allout: Line with No Border 39">
            <a:extLst>
              <a:ext uri="{FF2B5EF4-FFF2-40B4-BE49-F238E27FC236}">
                <a16:creationId xmlns:a16="http://schemas.microsoft.com/office/drawing/2014/main" id="{9AF9AC62-05E7-420C-B80B-20719B2841D3}"/>
              </a:ext>
            </a:extLst>
          </p:cNvPr>
          <p:cNvSpPr/>
          <p:nvPr/>
        </p:nvSpPr>
        <p:spPr>
          <a:xfrm>
            <a:off x="971550" y="1794995"/>
            <a:ext cx="1806240" cy="458724"/>
          </a:xfrm>
          <a:prstGeom prst="callout1">
            <a:avLst>
              <a:gd name="adj1" fmla="val 50466"/>
              <a:gd name="adj2" fmla="val 100987"/>
              <a:gd name="adj3" fmla="val 69691"/>
              <a:gd name="adj4" fmla="val 16057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Superclass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1E67091E-C2CE-47A7-9BCD-380A030776A4}"/>
              </a:ext>
            </a:extLst>
          </p:cNvPr>
          <p:cNvSpPr/>
          <p:nvPr/>
        </p:nvSpPr>
        <p:spPr>
          <a:xfrm>
            <a:off x="4998322" y="4671520"/>
            <a:ext cx="1469831" cy="5232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Subclass</a:t>
            </a:r>
            <a:endParaRPr lang="en-GB" dirty="0">
              <a:solidFill>
                <a:srgbClr val="7030A0"/>
              </a:solidFill>
            </a:endParaRPr>
          </a:p>
        </p:txBody>
      </p: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C30F19AF-9E3E-4F7A-ABB2-5682DFBA7145}"/>
              </a:ext>
            </a:extLst>
          </p:cNvPr>
          <p:cNvCxnSpPr>
            <a:cxnSpLocks/>
            <a:stCxn id="45" idx="2"/>
            <a:endCxn id="30" idx="1"/>
          </p:cNvCxnSpPr>
          <p:nvPr/>
        </p:nvCxnSpPr>
        <p:spPr>
          <a:xfrm>
            <a:off x="5733238" y="5194740"/>
            <a:ext cx="1372131" cy="485819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731073C-2961-45F8-BA70-83375DBBA138}"/>
              </a:ext>
            </a:extLst>
          </p:cNvPr>
          <p:cNvCxnSpPr>
            <a:cxnSpLocks/>
            <a:stCxn id="45" idx="2"/>
            <a:endCxn id="20" idx="3"/>
          </p:cNvCxnSpPr>
          <p:nvPr/>
        </p:nvCxnSpPr>
        <p:spPr>
          <a:xfrm flipH="1">
            <a:off x="4297530" y="5194740"/>
            <a:ext cx="1435708" cy="511119"/>
          </a:xfrm>
          <a:prstGeom prst="straightConnector1">
            <a:avLst/>
          </a:prstGeom>
          <a:ln w="38100">
            <a:solidFill>
              <a:srgbClr val="00864F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84149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Advanced 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0831617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608</Words>
  <Application>Microsoft Office PowerPoint</Application>
  <PresentationFormat>Widescreen</PresentationFormat>
  <Paragraphs>190</Paragraphs>
  <Slides>21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5" baseType="lpstr">
      <vt:lpstr>Arial</vt:lpstr>
      <vt:lpstr>Calibri</vt:lpstr>
      <vt:lpstr>Calibri Light</vt:lpstr>
      <vt:lpstr>Office Theme</vt:lpstr>
      <vt:lpstr>Advanced Higher CS</vt:lpstr>
      <vt:lpstr>Plan</vt:lpstr>
      <vt:lpstr>Assessment</vt:lpstr>
      <vt:lpstr>SDD Analysis</vt:lpstr>
      <vt:lpstr>Learning Intentions</vt:lpstr>
      <vt:lpstr>Use Case</vt:lpstr>
      <vt:lpstr>Use Case Diagram – Overview</vt:lpstr>
      <vt:lpstr>Actors</vt:lpstr>
      <vt:lpstr>Actor - Description</vt:lpstr>
      <vt:lpstr>Use Cases - Relationships</vt:lpstr>
      <vt:lpstr>Use Case - Description</vt:lpstr>
      <vt:lpstr>Relationship Types - Description</vt:lpstr>
      <vt:lpstr>SDD Design</vt:lpstr>
      <vt:lpstr>Learning Intentions</vt:lpstr>
      <vt:lpstr>Class</vt:lpstr>
      <vt:lpstr>Classes – School Example</vt:lpstr>
      <vt:lpstr>UML Class Diagrams</vt:lpstr>
      <vt:lpstr>UML Class Diagrams</vt:lpstr>
      <vt:lpstr>UML Inheritance</vt:lpstr>
      <vt:lpstr>SDD Implementation</vt:lpstr>
      <vt:lpstr>Learning Intentions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312</cp:revision>
  <cp:lastPrinted>2022-12-12T09:57:02Z</cp:lastPrinted>
  <dcterms:created xsi:type="dcterms:W3CDTF">2020-11-23T14:36:09Z</dcterms:created>
  <dcterms:modified xsi:type="dcterms:W3CDTF">2026-05-31T19:30:46Z</dcterms:modified>
</cp:coreProperties>
</file>