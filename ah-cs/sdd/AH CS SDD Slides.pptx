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6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2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3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4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8"/>
  </p:notesMasterIdLst>
  <p:sldIdLst>
    <p:sldId id="434" r:id="rId2"/>
    <p:sldId id="506" r:id="rId3"/>
    <p:sldId id="507" r:id="rId4"/>
    <p:sldId id="262" r:id="rId5"/>
    <p:sldId id="275" r:id="rId6"/>
    <p:sldId id="634" r:id="rId7"/>
    <p:sldId id="876" r:id="rId8"/>
    <p:sldId id="875" r:id="rId9"/>
    <p:sldId id="883" r:id="rId10"/>
    <p:sldId id="877" r:id="rId11"/>
    <p:sldId id="880" r:id="rId12"/>
    <p:sldId id="878" r:id="rId13"/>
    <p:sldId id="882" r:id="rId14"/>
    <p:sldId id="881" r:id="rId15"/>
    <p:sldId id="884" r:id="rId16"/>
    <p:sldId id="885" r:id="rId17"/>
    <p:sldId id="879" r:id="rId18"/>
    <p:sldId id="874" r:id="rId19"/>
    <p:sldId id="867" r:id="rId20"/>
    <p:sldId id="632" r:id="rId21"/>
    <p:sldId id="866" r:id="rId22"/>
    <p:sldId id="535" r:id="rId23"/>
    <p:sldId id="546" r:id="rId24"/>
    <p:sldId id="633" r:id="rId25"/>
    <p:sldId id="539" r:id="rId26"/>
    <p:sldId id="855" r:id="rId27"/>
    <p:sldId id="611" r:id="rId28"/>
    <p:sldId id="541" r:id="rId29"/>
    <p:sldId id="425" r:id="rId30"/>
    <p:sldId id="428" r:id="rId31"/>
    <p:sldId id="856" r:id="rId32"/>
    <p:sldId id="537" r:id="rId33"/>
    <p:sldId id="860" r:id="rId34"/>
    <p:sldId id="612" r:id="rId35"/>
    <p:sldId id="614" r:id="rId36"/>
    <p:sldId id="854" r:id="rId37"/>
    <p:sldId id="859" r:id="rId38"/>
    <p:sldId id="857" r:id="rId39"/>
    <p:sldId id="858" r:id="rId40"/>
    <p:sldId id="505" r:id="rId41"/>
    <p:sldId id="624" r:id="rId42"/>
    <p:sldId id="472" r:id="rId43"/>
    <p:sldId id="471" r:id="rId44"/>
    <p:sldId id="825" r:id="rId45"/>
    <p:sldId id="826" r:id="rId46"/>
    <p:sldId id="424" r:id="rId47"/>
    <p:sldId id="564" r:id="rId48"/>
    <p:sldId id="615" r:id="rId49"/>
    <p:sldId id="514" r:id="rId50"/>
    <p:sldId id="616" r:id="rId51"/>
    <p:sldId id="336" r:id="rId52"/>
    <p:sldId id="476" r:id="rId53"/>
    <p:sldId id="563" r:id="rId54"/>
    <p:sldId id="617" r:id="rId55"/>
    <p:sldId id="565" r:id="rId56"/>
    <p:sldId id="618" r:id="rId57"/>
    <p:sldId id="421" r:id="rId58"/>
    <p:sldId id="477" r:id="rId59"/>
    <p:sldId id="512" r:id="rId60"/>
    <p:sldId id="619" r:id="rId61"/>
    <p:sldId id="566" r:id="rId62"/>
    <p:sldId id="620" r:id="rId63"/>
    <p:sldId id="422" r:id="rId64"/>
    <p:sldId id="478" r:id="rId65"/>
    <p:sldId id="621" r:id="rId66"/>
    <p:sldId id="622" r:id="rId67"/>
    <p:sldId id="423" r:id="rId68"/>
    <p:sldId id="479" r:id="rId69"/>
    <p:sldId id="480" r:id="rId70"/>
    <p:sldId id="358" r:id="rId71"/>
    <p:sldId id="487" r:id="rId72"/>
    <p:sldId id="481" r:id="rId73"/>
    <p:sldId id="623" r:id="rId74"/>
    <p:sldId id="482" r:id="rId75"/>
    <p:sldId id="488" r:id="rId76"/>
    <p:sldId id="483" r:id="rId77"/>
    <p:sldId id="492" r:id="rId78"/>
    <p:sldId id="485" r:id="rId79"/>
    <p:sldId id="489" r:id="rId80"/>
    <p:sldId id="486" r:id="rId81"/>
    <p:sldId id="491" r:id="rId82"/>
    <p:sldId id="484" r:id="rId83"/>
    <p:sldId id="545" r:id="rId84"/>
    <p:sldId id="547" r:id="rId85"/>
    <p:sldId id="549" r:id="rId86"/>
    <p:sldId id="496" r:id="rId87"/>
    <p:sldId id="607" r:id="rId88"/>
    <p:sldId id="606" r:id="rId89"/>
    <p:sldId id="832" r:id="rId90"/>
    <p:sldId id="498" r:id="rId91"/>
    <p:sldId id="833" r:id="rId92"/>
    <p:sldId id="499" r:id="rId93"/>
    <p:sldId id="834" r:id="rId94"/>
    <p:sldId id="497" r:id="rId95"/>
    <p:sldId id="500" r:id="rId96"/>
    <p:sldId id="835" r:id="rId97"/>
    <p:sldId id="608" r:id="rId98"/>
    <p:sldId id="501" r:id="rId99"/>
    <p:sldId id="831" r:id="rId100"/>
    <p:sldId id="437" r:id="rId101"/>
    <p:sldId id="440" r:id="rId102"/>
    <p:sldId id="830" r:id="rId103"/>
    <p:sldId id="562" r:id="rId104"/>
    <p:sldId id="609" r:id="rId105"/>
    <p:sldId id="451" r:id="rId106"/>
    <p:sldId id="450" r:id="rId107"/>
    <p:sldId id="452" r:id="rId108"/>
    <p:sldId id="443" r:id="rId109"/>
    <p:sldId id="444" r:id="rId110"/>
    <p:sldId id="836" r:id="rId111"/>
    <p:sldId id="453" r:id="rId112"/>
    <p:sldId id="454" r:id="rId113"/>
    <p:sldId id="837" r:id="rId114"/>
    <p:sldId id="445" r:id="rId115"/>
    <p:sldId id="456" r:id="rId116"/>
    <p:sldId id="556" r:id="rId117"/>
    <p:sldId id="457" r:id="rId118"/>
    <p:sldId id="557" r:id="rId119"/>
    <p:sldId id="446" r:id="rId120"/>
    <p:sldId id="380" r:id="rId121"/>
    <p:sldId id="838" r:id="rId122"/>
    <p:sldId id="561" r:id="rId123"/>
    <p:sldId id="438" r:id="rId124"/>
    <p:sldId id="827" r:id="rId125"/>
    <p:sldId id="550" r:id="rId126"/>
    <p:sldId id="828" r:id="rId127"/>
    <p:sldId id="442" r:id="rId128"/>
    <p:sldId id="625" r:id="rId129"/>
    <p:sldId id="630" r:id="rId130"/>
    <p:sldId id="631" r:id="rId131"/>
    <p:sldId id="552" r:id="rId132"/>
    <p:sldId id="841" r:id="rId133"/>
    <p:sldId id="610" r:id="rId134"/>
    <p:sldId id="626" r:id="rId135"/>
    <p:sldId id="628" r:id="rId136"/>
    <p:sldId id="629" r:id="rId137"/>
    <p:sldId id="840" r:id="rId138"/>
    <p:sldId id="842" r:id="rId139"/>
    <p:sldId id="554" r:id="rId140"/>
    <p:sldId id="839" r:id="rId141"/>
    <p:sldId id="559" r:id="rId142"/>
    <p:sldId id="560" r:id="rId143"/>
    <p:sldId id="458" r:id="rId144"/>
    <p:sldId id="460" r:id="rId145"/>
    <p:sldId id="461" r:id="rId146"/>
    <p:sldId id="465" r:id="rId147"/>
    <p:sldId id="462" r:id="rId148"/>
    <p:sldId id="646" r:id="rId149"/>
    <p:sldId id="636" r:id="rId150"/>
    <p:sldId id="640" r:id="rId151"/>
    <p:sldId id="463" r:id="rId152"/>
    <p:sldId id="641" r:id="rId153"/>
    <p:sldId id="639" r:id="rId154"/>
    <p:sldId id="642" r:id="rId155"/>
    <p:sldId id="468" r:id="rId156"/>
    <p:sldId id="643" r:id="rId157"/>
    <p:sldId id="627" r:id="rId158"/>
    <p:sldId id="644" r:id="rId159"/>
    <p:sldId id="638" r:id="rId160"/>
    <p:sldId id="645" r:id="rId161"/>
    <p:sldId id="567" r:id="rId162"/>
    <p:sldId id="568" r:id="rId163"/>
    <p:sldId id="820" r:id="rId164"/>
    <p:sldId id="822" r:id="rId165"/>
    <p:sldId id="821" r:id="rId166"/>
    <p:sldId id="823" r:id="rId167"/>
    <p:sldId id="516" r:id="rId168"/>
    <p:sldId id="853" r:id="rId169"/>
    <p:sldId id="495" r:id="rId170"/>
    <p:sldId id="579" r:id="rId171"/>
    <p:sldId id="600" r:id="rId172"/>
    <p:sldId id="848" r:id="rId173"/>
    <p:sldId id="602" r:id="rId174"/>
    <p:sldId id="849" r:id="rId175"/>
    <p:sldId id="603" r:id="rId176"/>
    <p:sldId id="850" r:id="rId177"/>
    <p:sldId id="873" r:id="rId178"/>
    <p:sldId id="572" r:id="rId179"/>
    <p:sldId id="573" r:id="rId180"/>
    <p:sldId id="574" r:id="rId181"/>
    <p:sldId id="420" r:id="rId182"/>
    <p:sldId id="862" r:id="rId183"/>
    <p:sldId id="861" r:id="rId184"/>
    <p:sldId id="864" r:id="rId185"/>
    <p:sldId id="575" r:id="rId186"/>
    <p:sldId id="576" r:id="rId187"/>
    <p:sldId id="502" r:id="rId188"/>
    <p:sldId id="504" r:id="rId189"/>
    <p:sldId id="870" r:id="rId190"/>
    <p:sldId id="871" r:id="rId191"/>
    <p:sldId id="503" r:id="rId192"/>
    <p:sldId id="816" r:id="rId193"/>
    <p:sldId id="847" r:id="rId194"/>
    <p:sldId id="817" r:id="rId195"/>
    <p:sldId id="868" r:id="rId196"/>
    <p:sldId id="818" r:id="rId197"/>
    <p:sldId id="869" r:id="rId198"/>
    <p:sldId id="824" r:id="rId199"/>
    <p:sldId id="846" r:id="rId200"/>
    <p:sldId id="577" r:id="rId201"/>
    <p:sldId id="578" r:id="rId202"/>
    <p:sldId id="814" r:id="rId203"/>
    <p:sldId id="872" r:id="rId204"/>
    <p:sldId id="843" r:id="rId205"/>
    <p:sldId id="815" r:id="rId206"/>
    <p:sldId id="844" r:id="rId20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  <p14:sldId id="262"/>
          </p14:sldIdLst>
        </p14:section>
        <p14:section name="Use Case Diagrams" id="{8FF03462-626E-4D1D-AC9E-9B36ACF6C895}">
          <p14:sldIdLst>
            <p14:sldId id="275"/>
            <p14:sldId id="634"/>
            <p14:sldId id="876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1"/>
            <p14:sldId id="884"/>
            <p14:sldId id="885"/>
            <p14:sldId id="879"/>
            <p14:sldId id="87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presProps" Target="pres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viewProps" Target="viewProp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tableStyles" Target="tableStyle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20T16:01:43.404" v="274" actId="14100"/>
      <pc:docMkLst>
        <pc:docMk/>
      </pc:docMkLst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modSp mod">
        <pc:chgData name="Al Friend" userId="e5ed79da-d858-46d4-9eed-a7a24903f2de" providerId="ADAL" clId="{6CF5D3DD-A8C4-4611-8099-4AEB2E976A2E}" dt="2026-05-20T16:01:43.404" v="274" actId="14100"/>
        <pc:sldMkLst>
          <pc:docMk/>
          <pc:sldMk cId="3895107268" sldId="883"/>
        </pc:sldMkLst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20T16:01:28.181" v="272" actId="1036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5-20T16:01:28.181" v="272" actId="1036"/>
          <ac:cxnSpMkLst>
            <pc:docMk/>
            <pc:sldMk cId="3895107268" sldId="883"/>
            <ac:cxnSpMk id="27" creationId="{5FD594C9-5C27-4A4C-B85E-7B863E6D3F4E}"/>
          </ac:cxnSpMkLst>
        </pc:cxn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5-27T12:09:51.602" v="3444" actId="14100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20T13:52:54.563" v="1857" actId="14100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">
        <pc:chgData name="Al Friend" userId="e5ed79da-d858-46d4-9eed-a7a24903f2de" providerId="ADAL" clId="{C674B5A1-E3B2-40E8-863B-82D707DB4736}" dt="2026-05-07T09:58:49.894" v="35"/>
        <pc:sldMkLst>
          <pc:docMk/>
          <pc:sldMk cId="75966217" sldId="874"/>
        </pc:sldMkLst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5-20T14:38:50.047" v="1920" actId="20577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add del mod">
          <ac:chgData name="Al Friend" userId="e5ed79da-d858-46d4-9eed-a7a24903f2de" providerId="ADAL" clId="{C674B5A1-E3B2-40E8-863B-82D707DB4736}" dt="2026-05-20T14:37:32.065" v="1877" actId="478"/>
          <ac:spMkLst>
            <pc:docMk/>
            <pc:sldMk cId="515075891" sldId="876"/>
            <ac:spMk id="16" creationId="{05C02AEA-52DC-43FB-8EB1-B4FB03B24EA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del mod topLvl">
          <ac:chgData name="Al Friend" userId="e5ed79da-d858-46d4-9eed-a7a24903f2de" providerId="ADAL" clId="{C674B5A1-E3B2-40E8-863B-82D707DB4736}" dt="2026-05-20T13:52:08.024" v="1848" actId="478"/>
          <ac:spMkLst>
            <pc:docMk/>
            <pc:sldMk cId="515075891" sldId="876"/>
            <ac:spMk id="19" creationId="{B02181DF-8C43-4B92-9133-6B86B468ED6D}"/>
          </ac:spMkLst>
        </pc:spChg>
        <pc:spChg chg="add del mod topLvl">
          <ac:chgData name="Al Friend" userId="e5ed79da-d858-46d4-9eed-a7a24903f2de" providerId="ADAL" clId="{C674B5A1-E3B2-40E8-863B-82D707DB4736}" dt="2026-05-20T13:52:16.791" v="1851" actId="478"/>
          <ac:spMkLst>
            <pc:docMk/>
            <pc:sldMk cId="515075891" sldId="876"/>
            <ac:spMk id="20" creationId="{44912D79-A252-441D-ADFB-63054B0110F2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del mod">
          <ac:chgData name="Al Friend" userId="e5ed79da-d858-46d4-9eed-a7a24903f2de" providerId="ADAL" clId="{C674B5A1-E3B2-40E8-863B-82D707DB4736}" dt="2026-05-20T13:52:16.791" v="1851" actId="478"/>
          <ac:grpSpMkLst>
            <pc:docMk/>
            <pc:sldMk cId="515075891" sldId="876"/>
            <ac:grpSpMk id="3" creationId="{61E0D0F6-AC11-40B4-9560-50DB55A6C2FD}"/>
          </ac:grpSpMkLst>
        </pc:grpChg>
        <pc:grpChg chg="add del mod">
          <ac:chgData name="Al Friend" userId="e5ed79da-d858-46d4-9eed-a7a24903f2de" providerId="ADAL" clId="{C674B5A1-E3B2-40E8-863B-82D707DB4736}" dt="2026-05-20T13:52:08.024" v="1848" actId="478"/>
          <ac:grpSpMkLst>
            <pc:docMk/>
            <pc:sldMk cId="515075891" sldId="876"/>
            <ac:grpSpMk id="4" creationId="{34D20305-79E5-43C9-97F3-E8CEACFE24FE}"/>
          </ac:grpSpMkLst>
        </pc:gr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12T14:38:16.888" v="1208" actId="6549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modSp add ord">
        <pc:chgData name="Al Friend" userId="e5ed79da-d858-46d4-9eed-a7a24903f2de" providerId="ADAL" clId="{C674B5A1-E3B2-40E8-863B-82D707DB4736}" dt="2026-05-12T14:40:27.711" v="1272" actId="1076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7T12:08:38.466" v="3441" actId="103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27T12:08:31.623" v="3410" actId="1076"/>
          <ac:spMkLst>
            <pc:docMk/>
            <pc:sldMk cId="1900925123" sldId="881"/>
            <ac:spMk id="2" creationId="{DF81EF6B-9990-4895-9A8F-2103C304A52F}"/>
          </ac:spMkLst>
        </pc:spChg>
        <pc:spChg chg="del">
          <ac:chgData name="Al Friend" userId="e5ed79da-d858-46d4-9eed-a7a24903f2de" providerId="ADAL" clId="{C674B5A1-E3B2-40E8-863B-82D707DB4736}" dt="2026-05-20T10:55:51.733" v="1293"/>
          <ac:spMkLst>
            <pc:docMk/>
            <pc:sldMk cId="1900925123" sldId="881"/>
            <ac:spMk id="3" creationId="{512F713C-2421-4E82-86E4-19E9EDFBEBF8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del mod">
          <ac:chgData name="Al Friend" userId="e5ed79da-d858-46d4-9eed-a7a24903f2de" providerId="ADAL" clId="{C674B5A1-E3B2-40E8-863B-82D707DB4736}" dt="2026-05-20T10:57:37.308" v="1305" actId="478"/>
          <ac:spMkLst>
            <pc:docMk/>
            <pc:sldMk cId="1900925123" sldId="881"/>
            <ac:spMk id="5" creationId="{6E7E9F7A-59F1-47D5-8D3B-9F9A62569A74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del mod">
          <ac:chgData name="Al Friend" userId="e5ed79da-d858-46d4-9eed-a7a24903f2de" providerId="ADAL" clId="{C674B5A1-E3B2-40E8-863B-82D707DB4736}" dt="2026-05-20T11:02:59.345" v="1383" actId="478"/>
          <ac:spMkLst>
            <pc:docMk/>
            <pc:sldMk cId="1900925123" sldId="881"/>
            <ac:spMk id="11" creationId="{0D5030BA-279E-46D7-86D3-1D31CF3EE26B}"/>
          </ac:spMkLst>
        </pc:spChg>
        <pc:spChg chg="add del mod">
          <ac:chgData name="Al Friend" userId="e5ed79da-d858-46d4-9eed-a7a24903f2de" providerId="ADAL" clId="{C674B5A1-E3B2-40E8-863B-82D707DB4736}" dt="2026-05-20T11:01:00.760" v="1347" actId="478"/>
          <ac:spMkLst>
            <pc:docMk/>
            <pc:sldMk cId="1900925123" sldId="881"/>
            <ac:spMk id="12" creationId="{3B393BC7-4B51-427B-B2E2-3F219DCE1476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del mod">
          <ac:chgData name="Al Friend" userId="e5ed79da-d858-46d4-9eed-a7a24903f2de" providerId="ADAL" clId="{C674B5A1-E3B2-40E8-863B-82D707DB4736}" dt="2026-05-20T10:58:03.265" v="1311" actId="478"/>
          <ac:cxnSpMkLst>
            <pc:docMk/>
            <pc:sldMk cId="1900925123" sldId="881"/>
            <ac:cxnSpMk id="7" creationId="{0749D9FF-2043-4F58-8BFF-280BDC86BAF3}"/>
          </ac:cxnSpMkLst>
        </pc:cxn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5-20T14:55:37.375" v="2053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5-20T13:32:17.583" v="1634" actId="478"/>
          <ac:spMkLst>
            <pc:docMk/>
            <pc:sldMk cId="3895107268" sldId="883"/>
            <ac:spMk id="5" creationId="{CCE05E6E-A41D-4F17-976E-859832DCAAEB}"/>
          </ac:spMkLst>
        </pc:spChg>
        <pc:spChg chg="mod">
          <ac:chgData name="Al Friend" userId="e5ed79da-d858-46d4-9eed-a7a24903f2de" providerId="ADAL" clId="{C674B5A1-E3B2-40E8-863B-82D707DB4736}" dt="2026-05-20T14:54:26.755" v="2036" actId="1076"/>
          <ac:spMkLst>
            <pc:docMk/>
            <pc:sldMk cId="3895107268" sldId="883"/>
            <ac:spMk id="9" creationId="{EE2EFB0E-AB56-4E96-9F15-7393AA54BFAA}"/>
          </ac:spMkLst>
        </pc:spChg>
        <pc:spChg chg="del">
          <ac:chgData name="Al Friend" userId="e5ed79da-d858-46d4-9eed-a7a24903f2de" providerId="ADAL" clId="{C674B5A1-E3B2-40E8-863B-82D707DB4736}" dt="2026-05-20T13:32:25.989" v="1638" actId="478"/>
          <ac:spMkLst>
            <pc:docMk/>
            <pc:sldMk cId="3895107268" sldId="883"/>
            <ac:spMk id="15" creationId="{A254E6C5-E390-440D-A8AE-CB82709F6CB5}"/>
          </ac:spMkLst>
        </pc:spChg>
        <pc:spChg chg="del mod">
          <ac:chgData name="Al Friend" userId="e5ed79da-d858-46d4-9eed-a7a24903f2de" providerId="ADAL" clId="{C674B5A1-E3B2-40E8-863B-82D707DB4736}" dt="2026-05-20T13:33:37.498" v="1656" actId="478"/>
          <ac:spMkLst>
            <pc:docMk/>
            <pc:sldMk cId="3895107268" sldId="883"/>
            <ac:spMk id="16" creationId="{05C02AEA-52DC-43FB-8EB1-B4FB03B24EA5}"/>
          </ac:spMkLst>
        </pc:spChg>
        <pc:spChg chg="del">
          <ac:chgData name="Al Friend" userId="e5ed79da-d858-46d4-9eed-a7a24903f2de" providerId="ADAL" clId="{C674B5A1-E3B2-40E8-863B-82D707DB4736}" dt="2026-05-20T13:32:28.029" v="1639" actId="478"/>
          <ac:spMkLst>
            <pc:docMk/>
            <pc:sldMk cId="3895107268" sldId="883"/>
            <ac:spMk id="17" creationId="{2F30E93A-CA2E-4A90-876C-B218CB0B7AAB}"/>
          </ac:spMkLst>
        </pc:spChg>
        <pc:spChg chg="del">
          <ac:chgData name="Al Friend" userId="e5ed79da-d858-46d4-9eed-a7a24903f2de" providerId="ADAL" clId="{C674B5A1-E3B2-40E8-863B-82D707DB4736}" dt="2026-05-20T13:32:18.746" v="1635" actId="478"/>
          <ac:spMkLst>
            <pc:docMk/>
            <pc:sldMk cId="3895107268" sldId="883"/>
            <ac:spMk id="18" creationId="{1B38B5A5-FF85-4F91-98A2-2BD48295D2CE}"/>
          </ac:spMkLst>
        </pc:spChg>
        <pc:spChg chg="del topLvl">
          <ac:chgData name="Al Friend" userId="e5ed79da-d858-46d4-9eed-a7a24903f2de" providerId="ADAL" clId="{C674B5A1-E3B2-40E8-863B-82D707DB4736}" dt="2026-05-20T13:42:37.243" v="1749" actId="478"/>
          <ac:spMkLst>
            <pc:docMk/>
            <pc:sldMk cId="3895107268" sldId="883"/>
            <ac:spMk id="19" creationId="{B02181DF-8C43-4B92-9133-6B86B468ED6D}"/>
          </ac:spMkLst>
        </pc:spChg>
        <pc:spChg chg="add mod">
          <ac:chgData name="Al Friend" userId="e5ed79da-d858-46d4-9eed-a7a24903f2de" providerId="ADAL" clId="{C674B5A1-E3B2-40E8-863B-82D707DB4736}" dt="2026-05-20T14:55:37.375" v="2053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del mod">
          <ac:chgData name="Al Friend" userId="e5ed79da-d858-46d4-9eed-a7a24903f2de" providerId="ADAL" clId="{C674B5A1-E3B2-40E8-863B-82D707DB4736}" dt="2026-05-20T14:52:59.101" v="1997" actId="478"/>
          <ac:spMkLst>
            <pc:docMk/>
            <pc:sldMk cId="3895107268" sldId="883"/>
            <ac:spMk id="41" creationId="{7D9104D9-D194-4AF8-BF3F-628747BD33BA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grpChg chg="del mod">
          <ac:chgData name="Al Friend" userId="e5ed79da-d858-46d4-9eed-a7a24903f2de" providerId="ADAL" clId="{C674B5A1-E3B2-40E8-863B-82D707DB4736}" dt="2026-05-20T13:42:35.001" v="1748" actId="478"/>
          <ac:grpSpMkLst>
            <pc:docMk/>
            <pc:sldMk cId="3895107268" sldId="883"/>
            <ac:grpSpMk id="3" creationId="{61E0D0F6-AC11-40B4-9560-50DB55A6C2FD}"/>
          </ac:grpSpMkLst>
        </pc:grpChg>
        <pc:grpChg chg="del mod">
          <ac:chgData name="Al Friend" userId="e5ed79da-d858-46d4-9eed-a7a24903f2de" providerId="ADAL" clId="{C674B5A1-E3B2-40E8-863B-82D707DB4736}" dt="2026-05-20T13:42:37.243" v="1749" actId="478"/>
          <ac:grpSpMkLst>
            <pc:docMk/>
            <pc:sldMk cId="3895107268" sldId="883"/>
            <ac:grpSpMk id="4" creationId="{34D20305-79E5-43C9-97F3-E8CEACFE24FE}"/>
          </ac:grpSpMkLst>
        </pc:grpChg>
        <pc:grpChg chg="del">
          <ac:chgData name="Al Friend" userId="e5ed79da-d858-46d4-9eed-a7a24903f2de" providerId="ADAL" clId="{C674B5A1-E3B2-40E8-863B-82D707DB4736}" dt="2026-05-20T13:32:15.324" v="1632" actId="478"/>
          <ac:grpSpMkLst>
            <pc:docMk/>
            <pc:sldMk cId="3895107268" sldId="883"/>
            <ac:grpSpMk id="6" creationId="{0BB39DF7-79D3-4D6E-AF0C-2E487668613E}"/>
          </ac:grpSpMkLst>
        </pc:grpChg>
        <pc:grpChg chg="del">
          <ac:chgData name="Al Friend" userId="e5ed79da-d858-46d4-9eed-a7a24903f2de" providerId="ADAL" clId="{C674B5A1-E3B2-40E8-863B-82D707DB4736}" dt="2026-05-20T13:32:16.478" v="1633" actId="478"/>
          <ac:grpSpMkLst>
            <pc:docMk/>
            <pc:sldMk cId="3895107268" sldId="883"/>
            <ac:grpSpMk id="8" creationId="{B33DA13A-4070-4314-8B7C-AA37D17A2E41}"/>
          </ac:grpSpMkLst>
        </pc:grpChg>
        <pc:cxnChg chg="del topLvl">
          <ac:chgData name="Al Friend" userId="e5ed79da-d858-46d4-9eed-a7a24903f2de" providerId="ADAL" clId="{C674B5A1-E3B2-40E8-863B-82D707DB4736}" dt="2026-05-20T13:42:38.523" v="1750" actId="478"/>
          <ac:cxnSpMkLst>
            <pc:docMk/>
            <pc:sldMk cId="3895107268" sldId="883"/>
            <ac:cxnSpMk id="12" creationId="{5DA4DAB6-55AE-451F-A496-DB8E57B81C0E}"/>
          </ac:cxnSpMkLst>
        </pc:cxnChg>
        <pc:cxnChg chg="add mod">
          <ac:chgData name="Al Friend" userId="e5ed79da-d858-46d4-9eed-a7a24903f2de" providerId="ADAL" clId="{C674B5A1-E3B2-40E8-863B-82D707DB4736}" dt="2026-05-20T14:54:34.125" v="2038" actId="14100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5-20T14:54:30.401" v="2037" actId="14100"/>
          <ac:cxnSpMkLst>
            <pc:docMk/>
            <pc:sldMk cId="3895107268" sldId="883"/>
            <ac:cxnSpMk id="27" creationId="{5FD594C9-5C27-4A4C-B85E-7B863E6D3F4E}"/>
          </ac:cxnSpMkLst>
        </pc:cxnChg>
        <pc:cxnChg chg="add del mod">
          <ac:chgData name="Al Friend" userId="e5ed79da-d858-46d4-9eed-a7a24903f2de" providerId="ADAL" clId="{C674B5A1-E3B2-40E8-863B-82D707DB4736}" dt="2026-05-20T13:41:18.153" v="1722" actId="478"/>
          <ac:cxnSpMkLst>
            <pc:docMk/>
            <pc:sldMk cId="3895107268" sldId="883"/>
            <ac:cxnSpMk id="31" creationId="{BADDDB5F-0220-4688-9E41-678B7B0762D3}"/>
          </ac:cxnSpMkLst>
        </pc:cxnChg>
      </pc:sldChg>
      <pc:sldChg chg="addSp delSp modSp add modNotesTx">
        <pc:chgData name="Al Friend" userId="e5ed79da-d858-46d4-9eed-a7a24903f2de" providerId="ADAL" clId="{C674B5A1-E3B2-40E8-863B-82D707DB4736}" dt="2026-05-27T12:08:19.411" v="3408" actId="14100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4" creationId="{E5304D38-62A3-4A8C-98E0-6337163FA56E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del">
          <ac:chgData name="Al Friend" userId="e5ed79da-d858-46d4-9eed-a7a24903f2de" providerId="ADAL" clId="{C674B5A1-E3B2-40E8-863B-82D707DB4736}" dt="2026-05-27T10:42:48.998" v="2167" actId="478"/>
          <ac:spMkLst>
            <pc:docMk/>
            <pc:sldMk cId="1982100101" sldId="884"/>
            <ac:spMk id="19" creationId="{AE75B9AD-FFA7-46C7-8C97-FBD2DEC6546A}"/>
          </ac:spMkLst>
        </pc:spChg>
        <pc:spChg chg="del">
          <ac:chgData name="Al Friend" userId="e5ed79da-d858-46d4-9eed-a7a24903f2de" providerId="ADAL" clId="{C674B5A1-E3B2-40E8-863B-82D707DB4736}" dt="2026-05-27T10:42:50.606" v="2168" actId="478"/>
          <ac:spMkLst>
            <pc:docMk/>
            <pc:sldMk cId="1982100101" sldId="884"/>
            <ac:spMk id="20" creationId="{11F1C24C-E417-4481-B9E5-EE522678B769}"/>
          </ac:spMkLst>
        </pc:spChg>
        <pc:spChg chg="add 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21" creationId="{61BE2CD1-5F61-4B09-9AEC-39EA9BFBB6A9}"/>
          </ac:spMkLst>
        </pc:spChg>
        <pc:spChg chg="add mod">
          <ac:chgData name="Al Friend" userId="e5ed79da-d858-46d4-9eed-a7a24903f2de" providerId="ADAL" clId="{C674B5A1-E3B2-40E8-863B-82D707DB4736}" dt="2026-05-27T12:08:19.411" v="3408" actId="14100"/>
          <ac:spMkLst>
            <pc:docMk/>
            <pc:sldMk cId="1982100101" sldId="884"/>
            <ac:spMk id="22" creationId="{26E50561-9E7A-49B1-BF1B-897BB0D6CA6D}"/>
          </ac:spMkLst>
        </pc:spChg>
        <pc:spChg chg="add mod">
          <ac:chgData name="Al Friend" userId="e5ed79da-d858-46d4-9eed-a7a24903f2de" providerId="ADAL" clId="{C674B5A1-E3B2-40E8-863B-82D707DB4736}" dt="2026-05-27T10:55:50.955" v="2478" actId="20577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del mod">
          <ac:chgData name="Al Friend" userId="e5ed79da-d858-46d4-9eed-a7a24903f2de" providerId="ADAL" clId="{C674B5A1-E3B2-40E8-863B-82D707DB4736}" dt="2026-05-27T11:09:26.409" v="2834" actId="478"/>
          <ac:spMkLst>
            <pc:docMk/>
            <pc:sldMk cId="294841495" sldId="885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del mod">
          <ac:chgData name="Al Friend" userId="e5ed79da-d858-46d4-9eed-a7a24903f2de" providerId="ADAL" clId="{C674B5A1-E3B2-40E8-863B-82D707DB4736}" dt="2026-05-27T11:09:21.176" v="2832" actId="478"/>
          <ac:spMkLst>
            <pc:docMk/>
            <pc:sldMk cId="294841495" sldId="885"/>
            <ac:spMk id="15" creationId="{EFB1A153-6E9D-4603-B7E7-DB48DD6E2DED}"/>
          </ac:spMkLst>
        </pc:spChg>
        <pc:spChg chg="del mod">
          <ac:chgData name="Al Friend" userId="e5ed79da-d858-46d4-9eed-a7a24903f2de" providerId="ADAL" clId="{C674B5A1-E3B2-40E8-863B-82D707DB4736}" dt="2026-05-27T10:59:54.586" v="2535" actId="478"/>
          <ac:spMkLst>
            <pc:docMk/>
            <pc:sldMk cId="294841495" sldId="885"/>
            <ac:spMk id="16" creationId="{F9DA67FF-CA17-47F2-BE12-2F4EF7BC1D21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del">
          <ac:chgData name="Al Friend" userId="e5ed79da-d858-46d4-9eed-a7a24903f2de" providerId="ADAL" clId="{C674B5A1-E3B2-40E8-863B-82D707DB4736}" dt="2026-05-27T11:09:15.497" v="2831" actId="478"/>
          <ac:spMkLst>
            <pc:docMk/>
            <pc:sldMk cId="294841495" sldId="885"/>
            <ac:spMk id="21" creationId="{61BE2CD1-5F61-4B09-9AEC-39EA9BFBB6A9}"/>
          </ac:spMkLst>
        </pc:spChg>
        <pc:spChg chg="del mod">
          <ac:chgData name="Al Friend" userId="e5ed79da-d858-46d4-9eed-a7a24903f2de" providerId="ADAL" clId="{C674B5A1-E3B2-40E8-863B-82D707DB4736}" dt="2026-05-27T11:09:24.808" v="2833" actId="478"/>
          <ac:spMkLst>
            <pc:docMk/>
            <pc:sldMk cId="294841495" sldId="885"/>
            <ac:spMk id="22" creationId="{26E50561-9E7A-49B1-BF1B-897BB0D6CA6D}"/>
          </ac:spMkLst>
        </pc:spChg>
        <pc:spChg chg="del">
          <ac:chgData name="Al Friend" userId="e5ed79da-d858-46d4-9eed-a7a24903f2de" providerId="ADAL" clId="{C674B5A1-E3B2-40E8-863B-82D707DB4736}" dt="2026-05-27T11:08:21.816" v="2816" actId="478"/>
          <ac:spMkLst>
            <pc:docMk/>
            <pc:sldMk cId="294841495" sldId="885"/>
            <ac:spMk id="23" creationId="{703AB56C-EA29-4B82-A3B9-946D93A89946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add del">
          <ac:chgData name="Al Friend" userId="e5ed79da-d858-46d4-9eed-a7a24903f2de" providerId="ADAL" clId="{C674B5A1-E3B2-40E8-863B-82D707DB4736}" dt="2026-05-27T11:07:30.361" v="2777" actId="478"/>
          <ac:spMkLst>
            <pc:docMk/>
            <pc:sldMk cId="294841495" sldId="885"/>
            <ac:spMk id="28" creationId="{C196EC09-ADF3-436E-8A1C-F39DD14DC2E9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del mod">
          <ac:chgData name="Al Friend" userId="e5ed79da-d858-46d4-9eed-a7a24903f2de" providerId="ADAL" clId="{C674B5A1-E3B2-40E8-863B-82D707DB4736}" dt="2026-05-27T11:26:17.090" v="3365" actId="478"/>
          <ac:spMkLst>
            <pc:docMk/>
            <pc:sldMk cId="294841495" sldId="885"/>
            <ac:spMk id="43" creationId="{92908297-620D-4C8E-A825-36C9D4762A0A}"/>
          </ac:spMkLst>
        </pc:spChg>
        <pc:spChg chg="add del">
          <ac:chgData name="Al Friend" userId="e5ed79da-d858-46d4-9eed-a7a24903f2de" providerId="ADAL" clId="{C674B5A1-E3B2-40E8-863B-82D707DB4736}" dt="2026-05-27T11:25:18.844" v="3350" actId="478"/>
          <ac:spMkLst>
            <pc:docMk/>
            <pc:sldMk cId="294841495" sldId="885"/>
            <ac:spMk id="44" creationId="{66489FA2-6EB3-4893-A268-9197AED3CD7C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del mod">
          <ac:chgData name="Al Friend" userId="e5ed79da-d858-46d4-9eed-a7a24903f2de" providerId="ADAL" clId="{C674B5A1-E3B2-40E8-863B-82D707DB4736}" dt="2026-05-27T11:08:52.666" v="2824" actId="165"/>
          <ac:grpSpMkLst>
            <pc:docMk/>
            <pc:sldMk cId="294841495" sldId="885"/>
            <ac:grpSpMk id="3" creationId="{70287680-576F-49B9-B8A8-A7C1BB2968D3}"/>
          </ac:grpSpMkLst>
        </pc:gr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del mod">
          <ac:chgData name="Al Friend" userId="e5ed79da-d858-46d4-9eed-a7a24903f2de" providerId="ADAL" clId="{C674B5A1-E3B2-40E8-863B-82D707DB4736}" dt="2026-05-27T11:05:36.348" v="2721" actId="165"/>
          <ac:grpSpMkLst>
            <pc:docMk/>
            <pc:sldMk cId="294841495" sldId="885"/>
            <ac:grpSpMk id="10" creationId="{399CD5E7-76CA-46D4-8759-2AB56AB29762}"/>
          </ac:grpSpMkLst>
        </pc:grpChg>
        <pc:grpChg chg="add del mod">
          <ac:chgData name="Al Friend" userId="e5ed79da-d858-46d4-9eed-a7a24903f2de" providerId="ADAL" clId="{C674B5A1-E3B2-40E8-863B-82D707DB4736}" dt="2026-05-27T11:06:36.554" v="2769" actId="165"/>
          <ac:grpSpMkLst>
            <pc:docMk/>
            <pc:sldMk cId="294841495" sldId="885"/>
            <ac:grpSpMk id="19" creationId="{9AB261E7-9A1B-460A-99C2-3A02A1749E9D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9613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Buy drink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Tap card / phone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322052"/>
            <a:ext cx="4261559" cy="54000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527084" y="2934413"/>
            <a:ext cx="1963999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&lt;&lt;include&gt;&gt;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556867" y="4332379"/>
            <a:ext cx="1904432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&lt;&lt;extend&gt;&gt;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3983777"/>
            <a:ext cx="4669056" cy="94655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102337" y="6251111"/>
            <a:ext cx="998735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instance variables / methods only accessible to the object 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7002" y="476274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</p:cNvCxnSpPr>
          <p:nvPr/>
        </p:nvCxnSpPr>
        <p:spPr>
          <a:xfrm>
            <a:off x="5731918" y="5285960"/>
            <a:ext cx="1253102" cy="67202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4380252" y="5285960"/>
            <a:ext cx="1351666" cy="780168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7596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8006</Words>
  <Application>Microsoft Office PowerPoint</Application>
  <PresentationFormat>Widescreen</PresentationFormat>
  <Paragraphs>1921</Paragraphs>
  <Slides>206</Slides>
  <Notes>160</Notes>
  <HiddenSlides>83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206</vt:i4>
      </vt:variant>
    </vt:vector>
  </HeadingPairs>
  <TitlesOfParts>
    <vt:vector size="212" baseType="lpstr">
      <vt:lpstr>Arial</vt:lpstr>
      <vt:lpstr>Calibri</vt:lpstr>
      <vt:lpstr>Calibri Light</vt:lpstr>
      <vt:lpstr>Consolas</vt:lpstr>
      <vt:lpstr>Wingdings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 – Overview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UML Class Diagrams</vt:lpstr>
      <vt:lpstr>UML Class Diagrams</vt:lpstr>
      <vt:lpstr>UML Inheritance</vt:lpstr>
      <vt:lpstr>SDD Implementation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312</cp:revision>
  <cp:lastPrinted>2022-12-12T09:57:02Z</cp:lastPrinted>
  <dcterms:created xsi:type="dcterms:W3CDTF">2020-11-23T14:36:09Z</dcterms:created>
  <dcterms:modified xsi:type="dcterms:W3CDTF">2026-05-27T13:07:03Z</dcterms:modified>
</cp:coreProperties>
</file>