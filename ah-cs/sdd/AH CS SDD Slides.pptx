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notesSlides/notesSlide24.xml" ContentType="application/vnd.openxmlformats-officedocument.presentationml.notesSlide+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927" r:id="rId25"/>
    <p:sldId id="894" r:id="rId26"/>
    <p:sldId id="885" r:id="rId27"/>
    <p:sldId id="879" r:id="rId28"/>
    <p:sldId id="926" r:id="rId29"/>
    <p:sldId id="496" r:id="rId30"/>
    <p:sldId id="896" r:id="rId31"/>
    <p:sldId id="901" r:id="rId32"/>
    <p:sldId id="908" r:id="rId33"/>
    <p:sldId id="897" r:id="rId34"/>
    <p:sldId id="898" r:id="rId35"/>
    <p:sldId id="899" r:id="rId36"/>
    <p:sldId id="900" r:id="rId37"/>
    <p:sldId id="902" r:id="rId38"/>
    <p:sldId id="903" r:id="rId39"/>
    <p:sldId id="904" r:id="rId40"/>
    <p:sldId id="905" r:id="rId41"/>
    <p:sldId id="907" r:id="rId42"/>
    <p:sldId id="906" r:id="rId43"/>
    <p:sldId id="909" r:id="rId44"/>
    <p:sldId id="910" r:id="rId45"/>
    <p:sldId id="911" r:id="rId46"/>
    <p:sldId id="912" r:id="rId47"/>
    <p:sldId id="913" r:id="rId48"/>
    <p:sldId id="914" r:id="rId49"/>
    <p:sldId id="915" r:id="rId50"/>
    <p:sldId id="916" r:id="rId51"/>
    <p:sldId id="917" r:id="rId52"/>
    <p:sldId id="918" r:id="rId53"/>
    <p:sldId id="919" r:id="rId54"/>
    <p:sldId id="920" r:id="rId55"/>
    <p:sldId id="921" r:id="rId56"/>
    <p:sldId id="922" r:id="rId57"/>
    <p:sldId id="923" r:id="rId58"/>
    <p:sldId id="924" r:id="rId59"/>
    <p:sldId id="925" r:id="rId60"/>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ldId id="496"/>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159" dt="2026-08-19T19:47:04.8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73" autoAdjust="0"/>
    <p:restoredTop sz="91678" autoAdjust="0"/>
  </p:normalViewPr>
  <p:slideViewPr>
    <p:cSldViewPr snapToGrid="0" showGuides="1">
      <p:cViewPr varScale="1">
        <p:scale>
          <a:sx n="85" d="100"/>
          <a:sy n="85" d="100"/>
        </p:scale>
        <p:origin x="36" y="117"/>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8-19T19:53:30.058" v="4097" actId="14100"/>
      <pc:docMkLst>
        <pc:docMk/>
      </pc:docMkLst>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grpChg chg="del mod">
          <ac:chgData name="Al Friend" userId="e5ed79da-d858-46d4-9eed-a7a24903f2de" providerId="ADAL" clId="{6CF5D3DD-A8C4-4611-8099-4AEB2E976A2E}" dt="2026-08-19T19:44:44.360" v="4009"/>
          <ac:grpSpMkLst>
            <pc:docMk/>
            <pc:sldMk cId="1982100101" sldId="884"/>
            <ac:grpSpMk id="52" creationId="{77659C9B-94F4-3331-DA92-71CACDAD037D}"/>
          </ac:grpSpMkLst>
        </pc:grpChg>
        <pc:grpChg chg="del mod">
          <ac:chgData name="Al Friend" userId="e5ed79da-d858-46d4-9eed-a7a24903f2de" providerId="ADAL" clId="{6CF5D3DD-A8C4-4611-8099-4AEB2E976A2E}" dt="2026-08-19T19:44:44.357" v="3989"/>
          <ac:grpSpMkLst>
            <pc:docMk/>
            <pc:sldMk cId="1982100101" sldId="884"/>
            <ac:grpSpMk id="56" creationId="{6D9B6BC0-881C-99D2-43F2-9581811EF4A7}"/>
          </ac:grpSpMkLst>
        </pc:grpChg>
        <pc:inkChg chg="del mod">
          <ac:chgData name="Al Friend" userId="e5ed79da-d858-46d4-9eed-a7a24903f2de" providerId="ADAL" clId="{6CF5D3DD-A8C4-4611-8099-4AEB2E976A2E}" dt="2026-08-19T19:44:44.360" v="4003"/>
          <ac:inkMkLst>
            <pc:docMk/>
            <pc:sldMk cId="1982100101" sldId="884"/>
            <ac:inkMk id="3" creationId="{F5EC4D25-4331-50CE-0960-48CA404576FB}"/>
          </ac:inkMkLst>
        </pc:inkChg>
        <pc:inkChg chg="del mod">
          <ac:chgData name="Al Friend" userId="e5ed79da-d858-46d4-9eed-a7a24903f2de" providerId="ADAL" clId="{6CF5D3DD-A8C4-4611-8099-4AEB2E976A2E}" dt="2026-08-19T19:44:44.357" v="3987"/>
          <ac:inkMkLst>
            <pc:docMk/>
            <pc:sldMk cId="1982100101" sldId="884"/>
            <ac:inkMk id="5" creationId="{49B793EE-675E-3FFF-F7AA-45C9985F3C0E}"/>
          </ac:inkMkLst>
        </pc:inkChg>
        <pc:inkChg chg="del mod">
          <ac:chgData name="Al Friend" userId="e5ed79da-d858-46d4-9eed-a7a24903f2de" providerId="ADAL" clId="{6CF5D3DD-A8C4-4611-8099-4AEB2E976A2E}" dt="2026-08-19T19:44:44.360" v="4002"/>
          <ac:inkMkLst>
            <pc:docMk/>
            <pc:sldMk cId="1982100101" sldId="884"/>
            <ac:inkMk id="6" creationId="{45AFBF53-33FF-9D07-F0E4-DBDF08007B16}"/>
          </ac:inkMkLst>
        </pc:inkChg>
        <pc:inkChg chg="del mod">
          <ac:chgData name="Al Friend" userId="e5ed79da-d858-46d4-9eed-a7a24903f2de" providerId="ADAL" clId="{6CF5D3DD-A8C4-4611-8099-4AEB2E976A2E}" dt="2026-08-19T19:44:44.359" v="3998"/>
          <ac:inkMkLst>
            <pc:docMk/>
            <pc:sldMk cId="1982100101" sldId="884"/>
            <ac:inkMk id="7" creationId="{210F45CC-878E-5359-1CBC-CED1DF81F38B}"/>
          </ac:inkMkLst>
        </pc:inkChg>
        <pc:inkChg chg="del mod">
          <ac:chgData name="Al Friend" userId="e5ed79da-d858-46d4-9eed-a7a24903f2de" providerId="ADAL" clId="{6CF5D3DD-A8C4-4611-8099-4AEB2E976A2E}" dt="2026-08-19T19:44:44.359" v="4000"/>
          <ac:inkMkLst>
            <pc:docMk/>
            <pc:sldMk cId="1982100101" sldId="884"/>
            <ac:inkMk id="11" creationId="{7DD9500A-435B-FCB3-0A85-C3339C0F72E3}"/>
          </ac:inkMkLst>
        </pc:inkChg>
        <pc:inkChg chg="del mod">
          <ac:chgData name="Al Friend" userId="e5ed79da-d858-46d4-9eed-a7a24903f2de" providerId="ADAL" clId="{6CF5D3DD-A8C4-4611-8099-4AEB2E976A2E}" dt="2026-08-19T19:44:44.357" v="3991"/>
          <ac:inkMkLst>
            <pc:docMk/>
            <pc:sldMk cId="1982100101" sldId="884"/>
            <ac:inkMk id="26" creationId="{7FBC85FF-CC8E-ABC1-2B14-B6E508869532}"/>
          </ac:inkMkLst>
        </pc:inkChg>
        <pc:inkChg chg="del mod">
          <ac:chgData name="Al Friend" userId="e5ed79da-d858-46d4-9eed-a7a24903f2de" providerId="ADAL" clId="{6CF5D3DD-A8C4-4611-8099-4AEB2E976A2E}" dt="2026-08-19T19:44:44.359" v="4001"/>
          <ac:inkMkLst>
            <pc:docMk/>
            <pc:sldMk cId="1982100101" sldId="884"/>
            <ac:inkMk id="27" creationId="{C75A5DAF-C4AA-82C8-7F45-28FC95C93AF4}"/>
          </ac:inkMkLst>
        </pc:inkChg>
        <pc:inkChg chg="del mod">
          <ac:chgData name="Al Friend" userId="e5ed79da-d858-46d4-9eed-a7a24903f2de" providerId="ADAL" clId="{6CF5D3DD-A8C4-4611-8099-4AEB2E976A2E}" dt="2026-08-19T19:44:44.360" v="4005"/>
          <ac:inkMkLst>
            <pc:docMk/>
            <pc:sldMk cId="1982100101" sldId="884"/>
            <ac:inkMk id="29" creationId="{D32EB65B-57B5-33C7-EBD8-218DB0266885}"/>
          </ac:inkMkLst>
        </pc:inkChg>
        <pc:inkChg chg="mod">
          <ac:chgData name="Al Friend" userId="e5ed79da-d858-46d4-9eed-a7a24903f2de" providerId="ADAL" clId="{6CF5D3DD-A8C4-4611-8099-4AEB2E976A2E}" dt="2026-08-19T19:44:44.358" v="3992"/>
          <ac:inkMkLst>
            <pc:docMk/>
            <pc:sldMk cId="1982100101" sldId="884"/>
            <ac:inkMk id="30" creationId="{D8A92A26-D642-9340-3C69-DAF18B304041}"/>
          </ac:inkMkLst>
        </pc:inkChg>
        <pc:inkChg chg="del mod">
          <ac:chgData name="Al Friend" userId="e5ed79da-d858-46d4-9eed-a7a24903f2de" providerId="ADAL" clId="{6CF5D3DD-A8C4-4611-8099-4AEB2E976A2E}" dt="2026-08-19T19:44:44.360" v="4008"/>
          <ac:inkMkLst>
            <pc:docMk/>
            <pc:sldMk cId="1982100101" sldId="884"/>
            <ac:inkMk id="32" creationId="{FA6A8430-D26A-B99E-3B7A-8DCBB95DA2C7}"/>
          </ac:inkMkLst>
        </pc:ink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inkChg chg="del mod">
          <ac:chgData name="Al Friend" userId="e5ed79da-d858-46d4-9eed-a7a24903f2de" providerId="ADAL" clId="{6CF5D3DD-A8C4-4611-8099-4AEB2E976A2E}" dt="2026-08-19T19:44:44.354" v="3980"/>
          <ac:inkMkLst>
            <pc:docMk/>
            <pc:sldMk cId="1982100101" sldId="884"/>
            <ac:inkMk id="36" creationId="{24DCC460-1374-65D2-AA25-E320B10E894B}"/>
          </ac:inkMkLst>
        </pc:inkChg>
        <pc:inkChg chg="del mod">
          <ac:chgData name="Al Friend" userId="e5ed79da-d858-46d4-9eed-a7a24903f2de" providerId="ADAL" clId="{6CF5D3DD-A8C4-4611-8099-4AEB2E976A2E}" dt="2026-08-19T19:44:44.354" v="3982"/>
          <ac:inkMkLst>
            <pc:docMk/>
            <pc:sldMk cId="1982100101" sldId="884"/>
            <ac:inkMk id="37" creationId="{D22C1C7E-D00A-6881-B3FB-57A3B7110EFF}"/>
          </ac:inkMkLst>
        </pc:inkChg>
        <pc:inkChg chg="del mod">
          <ac:chgData name="Al Friend" userId="e5ed79da-d858-46d4-9eed-a7a24903f2de" providerId="ADAL" clId="{6CF5D3DD-A8C4-4611-8099-4AEB2E976A2E}" dt="2026-08-19T19:44:44.358" v="3994"/>
          <ac:inkMkLst>
            <pc:docMk/>
            <pc:sldMk cId="1982100101" sldId="884"/>
            <ac:inkMk id="38" creationId="{0B129A8A-67DF-DF18-E914-F07D19F7D4A3}"/>
          </ac:inkMkLst>
        </pc:inkChg>
        <pc:inkChg chg="del mod">
          <ac:chgData name="Al Friend" userId="e5ed79da-d858-46d4-9eed-a7a24903f2de" providerId="ADAL" clId="{6CF5D3DD-A8C4-4611-8099-4AEB2E976A2E}" dt="2026-08-19T19:44:44.356" v="3983"/>
          <ac:inkMkLst>
            <pc:docMk/>
            <pc:sldMk cId="1982100101" sldId="884"/>
            <ac:inkMk id="41" creationId="{9C0D2943-3A7C-A39D-9D58-0ECDE043793C}"/>
          </ac:inkMkLst>
        </pc:inkChg>
        <pc:inkChg chg="del mod">
          <ac:chgData name="Al Friend" userId="e5ed79da-d858-46d4-9eed-a7a24903f2de" providerId="ADAL" clId="{6CF5D3DD-A8C4-4611-8099-4AEB2E976A2E}" dt="2026-08-19T19:44:44.360" v="4006"/>
          <ac:inkMkLst>
            <pc:docMk/>
            <pc:sldMk cId="1982100101" sldId="884"/>
            <ac:inkMk id="42" creationId="{CECEA152-8BA0-DB32-ACDC-658012159D5B}"/>
          </ac:inkMkLst>
        </pc:inkChg>
        <pc:inkChg chg="del mod">
          <ac:chgData name="Al Friend" userId="e5ed79da-d858-46d4-9eed-a7a24903f2de" providerId="ADAL" clId="{6CF5D3DD-A8C4-4611-8099-4AEB2E976A2E}" dt="2026-08-19T19:44:44.359" v="3996"/>
          <ac:inkMkLst>
            <pc:docMk/>
            <pc:sldMk cId="1982100101" sldId="884"/>
            <ac:inkMk id="43" creationId="{D3B5D7A2-62DB-5520-E091-744711CB8D55}"/>
          </ac:inkMkLst>
        </pc:inkChg>
        <pc:inkChg chg="del mod">
          <ac:chgData name="Al Friend" userId="e5ed79da-d858-46d4-9eed-a7a24903f2de" providerId="ADAL" clId="{6CF5D3DD-A8C4-4611-8099-4AEB2E976A2E}" dt="2026-08-19T19:44:44.360" v="4007"/>
          <ac:inkMkLst>
            <pc:docMk/>
            <pc:sldMk cId="1982100101" sldId="884"/>
            <ac:inkMk id="44" creationId="{DCEF2641-F369-F327-6448-01B7528DFBA0}"/>
          </ac:inkMkLst>
        </pc:inkChg>
        <pc:inkChg chg="del mod">
          <ac:chgData name="Al Friend" userId="e5ed79da-d858-46d4-9eed-a7a24903f2de" providerId="ADAL" clId="{6CF5D3DD-A8C4-4611-8099-4AEB2E976A2E}" dt="2026-08-19T19:44:44.359" v="3997"/>
          <ac:inkMkLst>
            <pc:docMk/>
            <pc:sldMk cId="1982100101" sldId="884"/>
            <ac:inkMk id="46" creationId="{51D95C79-F352-D82C-EF18-41672B7777A0}"/>
          </ac:inkMkLst>
        </pc:inkChg>
        <pc:inkChg chg="del mod">
          <ac:chgData name="Al Friend" userId="e5ed79da-d858-46d4-9eed-a7a24903f2de" providerId="ADAL" clId="{6CF5D3DD-A8C4-4611-8099-4AEB2E976A2E}" dt="2026-08-19T19:44:44.359" v="3999"/>
          <ac:inkMkLst>
            <pc:docMk/>
            <pc:sldMk cId="1982100101" sldId="884"/>
            <ac:inkMk id="48" creationId="{CDD43FAF-44B8-3D86-C52E-7D170FD54767}"/>
          </ac:inkMkLst>
        </pc:inkChg>
        <pc:inkChg chg="del mod">
          <ac:chgData name="Al Friend" userId="e5ed79da-d858-46d4-9eed-a7a24903f2de" providerId="ADAL" clId="{6CF5D3DD-A8C4-4611-8099-4AEB2E976A2E}" dt="2026-08-19T19:44:44.357" v="3990"/>
          <ac:inkMkLst>
            <pc:docMk/>
            <pc:sldMk cId="1982100101" sldId="884"/>
            <ac:inkMk id="49" creationId="{2FA4C039-8E25-A81F-BB2F-FC976795BD65}"/>
          </ac:inkMkLst>
        </pc:inkChg>
        <pc:inkChg chg="del mod">
          <ac:chgData name="Al Friend" userId="e5ed79da-d858-46d4-9eed-a7a24903f2de" providerId="ADAL" clId="{6CF5D3DD-A8C4-4611-8099-4AEB2E976A2E}" dt="2026-08-19T19:44:44.352" v="3977"/>
          <ac:inkMkLst>
            <pc:docMk/>
            <pc:sldMk cId="1982100101" sldId="884"/>
            <ac:inkMk id="50" creationId="{7F619074-1D0D-0E5C-8CDA-6E073E11A7FB}"/>
          </ac:inkMkLst>
        </pc:inkChg>
        <pc:inkChg chg="del mod">
          <ac:chgData name="Al Friend" userId="e5ed79da-d858-46d4-9eed-a7a24903f2de" providerId="ADAL" clId="{6CF5D3DD-A8C4-4611-8099-4AEB2E976A2E}" dt="2026-08-19T19:44:44.360" v="4009"/>
          <ac:inkMkLst>
            <pc:docMk/>
            <pc:sldMk cId="1982100101" sldId="884"/>
            <ac:inkMk id="51" creationId="{3CB696CE-C115-8D14-437A-C435C50106B6}"/>
          </ac:inkMkLst>
        </pc:inkChg>
        <pc:inkChg chg="del mod">
          <ac:chgData name="Al Friend" userId="e5ed79da-d858-46d4-9eed-a7a24903f2de" providerId="ADAL" clId="{6CF5D3DD-A8C4-4611-8099-4AEB2E976A2E}" dt="2026-08-19T19:44:44.357" v="3989"/>
          <ac:inkMkLst>
            <pc:docMk/>
            <pc:sldMk cId="1982100101" sldId="884"/>
            <ac:inkMk id="53" creationId="{703F6C48-B202-0772-F255-75DE04ADAF6B}"/>
          </ac:inkMkLst>
        </pc:inkChg>
        <pc:inkChg chg="del">
          <ac:chgData name="Al Friend" userId="e5ed79da-d858-46d4-9eed-a7a24903f2de" providerId="ADAL" clId="{6CF5D3DD-A8C4-4611-8099-4AEB2E976A2E}" dt="2026-08-19T19:44:44.356" v="3984"/>
          <ac:inkMkLst>
            <pc:docMk/>
            <pc:sldMk cId="1982100101" sldId="884"/>
            <ac:inkMk id="54" creationId="{C6FD4B85-9746-8FB8-4781-3E62D0A63BBF}"/>
          </ac:inkMkLst>
        </pc:inkChg>
        <pc:inkChg chg="del mod">
          <ac:chgData name="Al Friend" userId="e5ed79da-d858-46d4-9eed-a7a24903f2de" providerId="ADAL" clId="{6CF5D3DD-A8C4-4611-8099-4AEB2E976A2E}" dt="2026-08-19T19:44:44.360" v="4004"/>
          <ac:inkMkLst>
            <pc:docMk/>
            <pc:sldMk cId="1982100101" sldId="884"/>
            <ac:inkMk id="55" creationId="{B1BAD607-89D9-7EDC-C2A9-BF1D5A4A8C0B}"/>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
        <pc:chgData name="Al Friend" userId="e5ed79da-d858-46d4-9eed-a7a24903f2de" providerId="ADAL" clId="{6CF5D3DD-A8C4-4611-8099-4AEB2E976A2E}" dt="2026-08-19T19:44:13.762" v="3973" actId="2696"/>
        <pc:sldMkLst>
          <pc:docMk/>
          <pc:sldMk cId="3066646524" sldId="893"/>
        </pc:sldMkLst>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del">
          <ac:chgData name="Al Friend" userId="e5ed79da-d858-46d4-9eed-a7a24903f2de" providerId="ADAL" clId="{6CF5D3DD-A8C4-4611-8099-4AEB2E976A2E}" dt="2026-08-19T19:43:40.830" v="3931" actId="478"/>
          <ac:spMkLst>
            <pc:docMk/>
            <pc:sldMk cId="736868365" sldId="927"/>
            <ac:spMk id="13" creationId="{11C1ED46-443A-8AF3-E5D5-1AD5BB1D61B9}"/>
          </ac:spMkLst>
        </pc:spChg>
        <pc:spChg chg="del">
          <ac:chgData name="Al Friend" userId="e5ed79da-d858-46d4-9eed-a7a24903f2de" providerId="ADAL" clId="{6CF5D3DD-A8C4-4611-8099-4AEB2E976A2E}" dt="2026-08-19T19:43:38.251" v="3929" actId="478"/>
          <ac:spMkLst>
            <pc:docMk/>
            <pc:sldMk cId="736868365" sldId="927"/>
            <ac:spMk id="14" creationId="{1765D6DF-600A-E0C2-10EA-96FE2BEA9298}"/>
          </ac:spMkLst>
        </pc:spChg>
        <pc:spChg chg="del">
          <ac:chgData name="Al Friend" userId="e5ed79da-d858-46d4-9eed-a7a24903f2de" providerId="ADAL" clId="{6CF5D3DD-A8C4-4611-8099-4AEB2E976A2E}" dt="2026-08-19T19:43:43.028" v="3933" actId="478"/>
          <ac:spMkLst>
            <pc:docMk/>
            <pc:sldMk cId="736868365" sldId="927"/>
            <ac:spMk id="15" creationId="{484B69A6-9677-B8B8-5023-2ADE60DE813A}"/>
          </ac:spMkLst>
        </pc:spChg>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spChg chg="del">
          <ac:chgData name="Al Friend" userId="e5ed79da-d858-46d4-9eed-a7a24903f2de" providerId="ADAL" clId="{6CF5D3DD-A8C4-4611-8099-4AEB2E976A2E}" dt="2026-08-19T19:43:42.319" v="3932" actId="478"/>
          <ac:spMkLst>
            <pc:docMk/>
            <pc:sldMk cId="736868365" sldId="927"/>
            <ac:spMk id="19" creationId="{4949E98A-E3C4-8F9B-2BEA-0CE4AE2896BA}"/>
          </ac:spMkLst>
        </pc:spChg>
        <pc:spChg chg="del">
          <ac:chgData name="Al Friend" userId="e5ed79da-d858-46d4-9eed-a7a24903f2de" providerId="ADAL" clId="{6CF5D3DD-A8C4-4611-8099-4AEB2E976A2E}" dt="2026-08-19T19:43:39.778" v="3930" actId="478"/>
          <ac:spMkLst>
            <pc:docMk/>
            <pc:sldMk cId="736868365" sldId="927"/>
            <ac:spMk id="20" creationId="{83A78176-6620-9EBB-49CE-5A05E2B29622}"/>
          </ac:spMkLst>
        </pc:spChg>
        <pc:spChg chg="del">
          <ac:chgData name="Al Friend" userId="e5ed79da-d858-46d4-9eed-a7a24903f2de" providerId="ADAL" clId="{6CF5D3DD-A8C4-4611-8099-4AEB2E976A2E}" dt="2026-08-19T19:43:48.767" v="3934" actId="478"/>
          <ac:spMkLst>
            <pc:docMk/>
            <pc:sldMk cId="736868365" sldId="927"/>
            <ac:spMk id="21" creationId="{27FE5DCC-A2BC-B76E-F978-38E63B9902FC}"/>
          </ac:spMkLst>
        </pc:spChg>
        <pc:spChg chg="del">
          <ac:chgData name="Al Friend" userId="e5ed79da-d858-46d4-9eed-a7a24903f2de" providerId="ADAL" clId="{6CF5D3DD-A8C4-4611-8099-4AEB2E976A2E}" dt="2026-08-19T19:43:51.001" v="3935" actId="478"/>
          <ac:spMkLst>
            <pc:docMk/>
            <pc:sldMk cId="736868365" sldId="927"/>
            <ac:spMk id="22" creationId="{8AA4C123-7EB7-4B5D-2320-A6DF5A192580}"/>
          </ac:spMkLst>
        </pc:spChg>
        <pc:spChg chg="del">
          <ac:chgData name="Al Friend" userId="e5ed79da-d858-46d4-9eed-a7a24903f2de" providerId="ADAL" clId="{6CF5D3DD-A8C4-4611-8099-4AEB2E976A2E}" dt="2026-08-19T19:43:36.967" v="3928" actId="478"/>
          <ac:spMkLst>
            <pc:docMk/>
            <pc:sldMk cId="736868365" sldId="927"/>
            <ac:spMk id="23" creationId="{39A2FE1C-CD02-A26B-B181-A4584DB16B5A}"/>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grpChg chg="del mod">
          <ac:chgData name="Al Friend" userId="e5ed79da-d858-46d4-9eed-a7a24903f2de" providerId="ADAL" clId="{6CF5D3DD-A8C4-4611-8099-4AEB2E976A2E}" dt="2026-08-19T19:44:06.756" v="3970"/>
          <ac:grpSpMkLst>
            <pc:docMk/>
            <pc:sldMk cId="736868365" sldId="927"/>
            <ac:grpSpMk id="52" creationId="{4FCB90A6-C1E3-863B-F58C-9931F38615A2}"/>
          </ac:grpSpMkLst>
        </pc:grpChg>
        <pc:grpChg chg="del mod">
          <ac:chgData name="Al Friend" userId="e5ed79da-d858-46d4-9eed-a7a24903f2de" providerId="ADAL" clId="{6CF5D3DD-A8C4-4611-8099-4AEB2E976A2E}" dt="2026-08-19T19:44:06.754" v="3952"/>
          <ac:grpSpMkLst>
            <pc:docMk/>
            <pc:sldMk cId="736868365" sldId="927"/>
            <ac:grpSpMk id="56" creationId="{6111166F-46C4-8D55-851C-4A282F6D6940}"/>
          </ac:grpSpMkLst>
        </pc:grpChg>
        <pc:inkChg chg="del mod">
          <ac:chgData name="Al Friend" userId="e5ed79da-d858-46d4-9eed-a7a24903f2de" providerId="ADAL" clId="{6CF5D3DD-A8C4-4611-8099-4AEB2E976A2E}" dt="2026-08-19T19:44:06.754" v="3958"/>
          <ac:inkMkLst>
            <pc:docMk/>
            <pc:sldMk cId="736868365" sldId="927"/>
            <ac:inkMk id="5" creationId="{70382DDF-3106-E50E-4BD5-D081B90D172A}"/>
          </ac:inkMkLst>
        </pc:inkChg>
        <pc:inkChg chg="del mod">
          <ac:chgData name="Al Friend" userId="e5ed79da-d858-46d4-9eed-a7a24903f2de" providerId="ADAL" clId="{6CF5D3DD-A8C4-4611-8099-4AEB2E976A2E}" dt="2026-08-19T19:44:06.756" v="3964"/>
          <ac:inkMkLst>
            <pc:docMk/>
            <pc:sldMk cId="736868365" sldId="927"/>
            <ac:inkMk id="7" creationId="{134D53FD-E60F-22B7-4A8D-0EF81D162084}"/>
          </ac:inkMkLst>
        </pc:inkChg>
        <pc:inkChg chg="del mod">
          <ac:chgData name="Al Friend" userId="e5ed79da-d858-46d4-9eed-a7a24903f2de" providerId="ADAL" clId="{6CF5D3DD-A8C4-4611-8099-4AEB2E976A2E}" dt="2026-08-19T19:44:06.756" v="3966"/>
          <ac:inkMkLst>
            <pc:docMk/>
            <pc:sldMk cId="736868365" sldId="927"/>
            <ac:inkMk id="11" creationId="{8ECE7F7C-8714-8CF9-CDFA-BD3F72E69152}"/>
          </ac:inkMkLst>
        </pc:inkChg>
        <pc:inkChg chg="del mod">
          <ac:chgData name="Al Friend" userId="e5ed79da-d858-46d4-9eed-a7a24903f2de" providerId="ADAL" clId="{6CF5D3DD-A8C4-4611-8099-4AEB2E976A2E}" dt="2026-08-19T19:44:06.754" v="3955"/>
          <ac:inkMkLst>
            <pc:docMk/>
            <pc:sldMk cId="736868365" sldId="927"/>
            <ac:inkMk id="12" creationId="{628529C1-C2A6-F2A2-8D83-E9B1BEADEB13}"/>
          </ac:inkMkLst>
        </pc:inkChg>
        <pc:inkChg chg="del mod">
          <ac:chgData name="Al Friend" userId="e5ed79da-d858-46d4-9eed-a7a24903f2de" providerId="ADAL" clId="{6CF5D3DD-A8C4-4611-8099-4AEB2E976A2E}" dt="2026-08-19T19:44:06.756" v="3965"/>
          <ac:inkMkLst>
            <pc:docMk/>
            <pc:sldMk cId="736868365" sldId="927"/>
            <ac:inkMk id="25" creationId="{29557994-9C8E-67AE-D663-C14C6D85098C}"/>
          </ac:inkMkLst>
        </pc:inkChg>
        <pc:inkChg chg="mod">
          <ac:chgData name="Al Friend" userId="e5ed79da-d858-46d4-9eed-a7a24903f2de" providerId="ADAL" clId="{6CF5D3DD-A8C4-4611-8099-4AEB2E976A2E}" dt="2026-08-19T19:44:06.752" v="3948"/>
          <ac:inkMkLst>
            <pc:docMk/>
            <pc:sldMk cId="736868365" sldId="927"/>
            <ac:inkMk id="26" creationId="{BED3C58C-D651-0ACC-CD59-77BD2661DB08}"/>
          </ac:inkMkLst>
        </pc:inkChg>
        <pc:inkChg chg="del mod">
          <ac:chgData name="Al Friend" userId="e5ed79da-d858-46d4-9eed-a7a24903f2de" providerId="ADAL" clId="{6CF5D3DD-A8C4-4611-8099-4AEB2E976A2E}" dt="2026-08-19T19:44:06.756" v="3972"/>
          <ac:inkMkLst>
            <pc:docMk/>
            <pc:sldMk cId="736868365" sldId="927"/>
            <ac:inkMk id="27" creationId="{485D84C1-CE09-22CD-F3A2-F8E175867226}"/>
          </ac:inkMkLst>
        </pc:inkChg>
        <pc:inkChg chg="del mod">
          <ac:chgData name="Al Friend" userId="e5ed79da-d858-46d4-9eed-a7a24903f2de" providerId="ADAL" clId="{6CF5D3DD-A8C4-4611-8099-4AEB2E976A2E}" dt="2026-08-19T19:44:06.756" v="3967"/>
          <ac:inkMkLst>
            <pc:docMk/>
            <pc:sldMk cId="736868365" sldId="927"/>
            <ac:inkMk id="29" creationId="{D9CB0E98-21FD-47E4-C62E-DCC95F5FA1BA}"/>
          </ac:inkMkLst>
        </pc:inkChg>
        <pc:inkChg chg="del mod">
          <ac:chgData name="Al Friend" userId="e5ed79da-d858-46d4-9eed-a7a24903f2de" providerId="ADAL" clId="{6CF5D3DD-A8C4-4611-8099-4AEB2E976A2E}" dt="2026-08-19T19:44:06.754" v="3950"/>
          <ac:inkMkLst>
            <pc:docMk/>
            <pc:sldMk cId="736868365" sldId="927"/>
            <ac:inkMk id="31" creationId="{D23223AD-C3E2-05AD-F792-574296C54F85}"/>
          </ac:inkMkLst>
        </pc:inkChg>
        <pc:inkChg chg="del mod">
          <ac:chgData name="Al Friend" userId="e5ed79da-d858-46d4-9eed-a7a24903f2de" providerId="ADAL" clId="{6CF5D3DD-A8C4-4611-8099-4AEB2E976A2E}" dt="2026-08-19T19:44:06.756" v="3970"/>
          <ac:inkMkLst>
            <pc:docMk/>
            <pc:sldMk cId="736868365" sldId="927"/>
            <ac:inkMk id="34" creationId="{6337F06B-D746-A14E-4399-3DABE47E6230}"/>
          </ac:inkMkLst>
        </pc:inkChg>
        <pc:inkChg chg="del mod">
          <ac:chgData name="Al Friend" userId="e5ed79da-d858-46d4-9eed-a7a24903f2de" providerId="ADAL" clId="{6CF5D3DD-A8C4-4611-8099-4AEB2E976A2E}" dt="2026-08-19T19:44:06.754" v="3960"/>
          <ac:inkMkLst>
            <pc:docMk/>
            <pc:sldMk cId="736868365" sldId="927"/>
            <ac:inkMk id="35" creationId="{E79A5078-AA67-FDA3-E352-F2994C922DE7}"/>
          </ac:inkMkLst>
        </pc:inkChg>
        <pc:inkChg chg="del mod">
          <ac:chgData name="Al Friend" userId="e5ed79da-d858-46d4-9eed-a7a24903f2de" providerId="ADAL" clId="{6CF5D3DD-A8C4-4611-8099-4AEB2E976A2E}" dt="2026-08-19T19:44:06.756" v="3963"/>
          <ac:inkMkLst>
            <pc:docMk/>
            <pc:sldMk cId="736868365" sldId="927"/>
            <ac:inkMk id="36" creationId="{F889E616-7A68-3B51-8DEB-5118F593A01F}"/>
          </ac:inkMkLst>
        </pc:inkChg>
        <pc:inkChg chg="del mod">
          <ac:chgData name="Al Friend" userId="e5ed79da-d858-46d4-9eed-a7a24903f2de" providerId="ADAL" clId="{6CF5D3DD-A8C4-4611-8099-4AEB2E976A2E}" dt="2026-08-19T19:44:06.754" v="3957"/>
          <ac:inkMkLst>
            <pc:docMk/>
            <pc:sldMk cId="736868365" sldId="927"/>
            <ac:inkMk id="37" creationId="{ED278704-1459-3AA8-07DF-C48EDF96B688}"/>
          </ac:inkMkLst>
        </pc:inkChg>
        <pc:inkChg chg="del mod">
          <ac:chgData name="Al Friend" userId="e5ed79da-d858-46d4-9eed-a7a24903f2de" providerId="ADAL" clId="{6CF5D3DD-A8C4-4611-8099-4AEB2E976A2E}" dt="2026-08-19T19:44:06.752" v="3942"/>
          <ac:inkMkLst>
            <pc:docMk/>
            <pc:sldMk cId="736868365" sldId="927"/>
            <ac:inkMk id="38" creationId="{8E0A8474-A249-B2F8-D398-388808B642EC}"/>
          </ac:inkMkLst>
        </pc:inkChg>
        <pc:inkChg chg="del mod">
          <ac:chgData name="Al Friend" userId="e5ed79da-d858-46d4-9eed-a7a24903f2de" providerId="ADAL" clId="{6CF5D3DD-A8C4-4611-8099-4AEB2E976A2E}" dt="2026-08-19T19:44:06.756" v="3969"/>
          <ac:inkMkLst>
            <pc:docMk/>
            <pc:sldMk cId="736868365" sldId="927"/>
            <ac:inkMk id="39" creationId="{3AC9172D-CDD0-1F8E-AFA9-7A0E8374C9F8}"/>
          </ac:inkMkLst>
        </pc:inkChg>
        <pc:inkChg chg="del mod">
          <ac:chgData name="Al Friend" userId="e5ed79da-d858-46d4-9eed-a7a24903f2de" providerId="ADAL" clId="{6CF5D3DD-A8C4-4611-8099-4AEB2E976A2E}" dt="2026-08-19T19:44:06.756" v="3968"/>
          <ac:inkMkLst>
            <pc:docMk/>
            <pc:sldMk cId="736868365" sldId="927"/>
            <ac:inkMk id="40" creationId="{FE7345C1-B9AE-37D1-6963-A84BFB7D3BB3}"/>
          </ac:inkMkLst>
        </pc:inkChg>
        <pc:inkChg chg="del mod">
          <ac:chgData name="Al Friend" userId="e5ed79da-d858-46d4-9eed-a7a24903f2de" providerId="ADAL" clId="{6CF5D3DD-A8C4-4611-8099-4AEB2E976A2E}" dt="2026-08-19T19:44:06.752" v="3945"/>
          <ac:inkMkLst>
            <pc:docMk/>
            <pc:sldMk cId="736868365" sldId="927"/>
            <ac:inkMk id="41" creationId="{5B6B01F3-BBF8-82F1-9411-79C4E531CD66}"/>
          </ac:inkMkLst>
        </pc:inkChg>
        <pc:inkChg chg="del mod">
          <ac:chgData name="Al Friend" userId="e5ed79da-d858-46d4-9eed-a7a24903f2de" providerId="ADAL" clId="{6CF5D3DD-A8C4-4611-8099-4AEB2E976A2E}" dt="2026-08-19T19:44:06.756" v="3961"/>
          <ac:inkMkLst>
            <pc:docMk/>
            <pc:sldMk cId="736868365" sldId="927"/>
            <ac:inkMk id="46" creationId="{24CCE495-92D3-2E88-E7DD-154E8E348E20}"/>
          </ac:inkMkLst>
        </pc:inkChg>
        <pc:inkChg chg="del mod">
          <ac:chgData name="Al Friend" userId="e5ed79da-d858-46d4-9eed-a7a24903f2de" providerId="ADAL" clId="{6CF5D3DD-A8C4-4611-8099-4AEB2E976A2E}" dt="2026-08-19T19:44:06.754" v="3959"/>
          <ac:inkMkLst>
            <pc:docMk/>
            <pc:sldMk cId="736868365" sldId="927"/>
            <ac:inkMk id="48" creationId="{B2854665-4ED3-8B6F-591E-E7F18DC39EB7}"/>
          </ac:inkMkLst>
        </pc:inkChg>
        <pc:inkChg chg="del mod">
          <ac:chgData name="Al Friend" userId="e5ed79da-d858-46d4-9eed-a7a24903f2de" providerId="ADAL" clId="{6CF5D3DD-A8C4-4611-8099-4AEB2E976A2E}" dt="2026-08-19T19:44:06.754" v="3953"/>
          <ac:inkMkLst>
            <pc:docMk/>
            <pc:sldMk cId="736868365" sldId="927"/>
            <ac:inkMk id="49" creationId="{04DE109B-BEE4-D70B-311C-ECFC65CA8133}"/>
          </ac:inkMkLst>
        </pc:inkChg>
        <pc:inkChg chg="del mod">
          <ac:chgData name="Al Friend" userId="e5ed79da-d858-46d4-9eed-a7a24903f2de" providerId="ADAL" clId="{6CF5D3DD-A8C4-4611-8099-4AEB2E976A2E}" dt="2026-08-19T19:44:06.752" v="3940"/>
          <ac:inkMkLst>
            <pc:docMk/>
            <pc:sldMk cId="736868365" sldId="927"/>
            <ac:inkMk id="50" creationId="{BFBE3CE0-D5DE-3AFE-DB21-3445C6B02C76}"/>
          </ac:inkMkLst>
        </pc:inkChg>
        <pc:inkChg chg="del mod">
          <ac:chgData name="Al Friend" userId="e5ed79da-d858-46d4-9eed-a7a24903f2de" providerId="ADAL" clId="{6CF5D3DD-A8C4-4611-8099-4AEB2E976A2E}" dt="2026-08-19T19:44:06.756" v="3962"/>
          <ac:inkMkLst>
            <pc:docMk/>
            <pc:sldMk cId="736868365" sldId="927"/>
            <ac:inkMk id="51" creationId="{2743C228-1A82-E972-794B-FF7B6B64D43D}"/>
          </ac:inkMkLst>
        </pc:inkChg>
        <pc:inkChg chg="del mod">
          <ac:chgData name="Al Friend" userId="e5ed79da-d858-46d4-9eed-a7a24903f2de" providerId="ADAL" clId="{6CF5D3DD-A8C4-4611-8099-4AEB2E976A2E}" dt="2026-08-19T19:44:06.756" v="3971"/>
          <ac:inkMkLst>
            <pc:docMk/>
            <pc:sldMk cId="736868365" sldId="927"/>
            <ac:inkMk id="53" creationId="{E8D47D15-DEA4-2F78-76FE-E769505F5CAE}"/>
          </ac:inkMkLst>
        </pc:inkChg>
        <pc:inkChg chg="del mod">
          <ac:chgData name="Al Friend" userId="e5ed79da-d858-46d4-9eed-a7a24903f2de" providerId="ADAL" clId="{6CF5D3DD-A8C4-4611-8099-4AEB2E976A2E}" dt="2026-08-19T19:44:06.754" v="3952"/>
          <ac:inkMkLst>
            <pc:docMk/>
            <pc:sldMk cId="736868365" sldId="927"/>
            <ac:inkMk id="54" creationId="{26E07DEB-DAF0-8BCA-69D4-A23C462A65E2}"/>
          </ac:inkMkLst>
        </pc:inkChg>
        <pc:inkChg chg="del">
          <ac:chgData name="Al Friend" userId="e5ed79da-d858-46d4-9eed-a7a24903f2de" providerId="ADAL" clId="{6CF5D3DD-A8C4-4611-8099-4AEB2E976A2E}" dt="2026-08-19T19:44:06.752" v="3946"/>
          <ac:inkMkLst>
            <pc:docMk/>
            <pc:sldMk cId="736868365" sldId="927"/>
            <ac:inkMk id="55" creationId="{D07B8097-E3FB-4C08-0A65-302FBC711AFC}"/>
          </ac:inkMkLst>
        </pc:ink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19/08/2026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18643016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19/08/2026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19/08/2026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ustomXml" Target="../ink/ink52.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ustomXml" Target="../ink/ink53.xml"/><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54.xml"/><Relationship Id="rId4" Type="http://schemas.openxmlformats.org/officeDocument/2006/relationships/image" Target="../media/image99.png"/></Relationships>
</file>

<file path=ppt/slides/_rels/slide34.xml.rels><?xml version="1.0" encoding="UTF-8" standalone="yes"?>
<Relationships xmlns="http://schemas.openxmlformats.org/package/2006/relationships"><Relationship Id="rId3" Type="http://schemas.openxmlformats.org/officeDocument/2006/relationships/customXml" Target="../ink/ink55.xml"/><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56.xml"/><Relationship Id="rId4" Type="http://schemas.openxmlformats.org/officeDocument/2006/relationships/image" Target="../media/image102.png"/></Relationships>
</file>

<file path=ppt/slides/_rels/slide35.xml.rels><?xml version="1.0" encoding="UTF-8" standalone="yes"?>
<Relationships xmlns="http://schemas.openxmlformats.org/package/2006/relationships"><Relationship Id="rId3" Type="http://schemas.openxmlformats.org/officeDocument/2006/relationships/customXml" Target="../ink/ink57.xml"/><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58.xml"/><Relationship Id="rId4" Type="http://schemas.openxmlformats.org/officeDocument/2006/relationships/image" Target="../media/image105.png"/></Relationships>
</file>

<file path=ppt/slides/_rels/slide36.xml.rels><?xml version="1.0" encoding="UTF-8" standalone="yes"?>
<Relationships xmlns="http://schemas.openxmlformats.org/package/2006/relationships"><Relationship Id="rId26" Type="http://schemas.openxmlformats.org/officeDocument/2006/relationships/customXml" Target="../ink/ink70.xml"/><Relationship Id="rId21" Type="http://schemas.openxmlformats.org/officeDocument/2006/relationships/image" Target="../media/image116.png"/><Relationship Id="rId42" Type="http://schemas.openxmlformats.org/officeDocument/2006/relationships/customXml" Target="../ink/ink78.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91.xml"/><Relationship Id="rId16" Type="http://schemas.openxmlformats.org/officeDocument/2006/relationships/customXml" Target="../ink/ink65.xml"/><Relationship Id="rId11" Type="http://schemas.openxmlformats.org/officeDocument/2006/relationships/image" Target="../media/image111.png"/><Relationship Id="rId32" Type="http://schemas.openxmlformats.org/officeDocument/2006/relationships/customXml" Target="../ink/ink73.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86.xml"/><Relationship Id="rId74" Type="http://schemas.openxmlformats.org/officeDocument/2006/relationships/customXml" Target="../ink/ink94.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64.xml"/><Relationship Id="rId22" Type="http://schemas.openxmlformats.org/officeDocument/2006/relationships/customXml" Target="../ink/ink68.xml"/><Relationship Id="rId27" Type="http://schemas.openxmlformats.org/officeDocument/2006/relationships/image" Target="../media/image119.png"/><Relationship Id="rId30" Type="http://schemas.openxmlformats.org/officeDocument/2006/relationships/customXml" Target="../ink/ink72.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81.xml"/><Relationship Id="rId56" Type="http://schemas.openxmlformats.org/officeDocument/2006/relationships/customXml" Target="../ink/ink85.xml"/><Relationship Id="rId64" Type="http://schemas.openxmlformats.org/officeDocument/2006/relationships/customXml" Target="../ink/ink89.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61.xml"/><Relationship Id="rId51" Type="http://schemas.openxmlformats.org/officeDocument/2006/relationships/image" Target="../media/image131.png"/><Relationship Id="rId72" Type="http://schemas.openxmlformats.org/officeDocument/2006/relationships/customXml" Target="../ink/ink93.xml"/><Relationship Id="rId80" Type="http://schemas.openxmlformats.org/officeDocument/2006/relationships/customXml" Target="../ink/ink97.xml"/><Relationship Id="rId3" Type="http://schemas.openxmlformats.org/officeDocument/2006/relationships/image" Target="../media/image59.png"/><Relationship Id="rId12" Type="http://schemas.openxmlformats.org/officeDocument/2006/relationships/customXml" Target="../ink/ink63.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76.xml"/><Relationship Id="rId46" Type="http://schemas.openxmlformats.org/officeDocument/2006/relationships/customXml" Target="../ink/ink80.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67.xml"/><Relationship Id="rId41" Type="http://schemas.openxmlformats.org/officeDocument/2006/relationships/image" Target="../media/image126.png"/><Relationship Id="rId54" Type="http://schemas.openxmlformats.org/officeDocument/2006/relationships/customXml" Target="../ink/ink84.xml"/><Relationship Id="rId62" Type="http://schemas.openxmlformats.org/officeDocument/2006/relationships/customXml" Target="../ink/ink88.xml"/><Relationship Id="rId70" Type="http://schemas.openxmlformats.org/officeDocument/2006/relationships/customXml" Target="../ink/ink92.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60.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71.xml"/><Relationship Id="rId36" Type="http://schemas.openxmlformats.org/officeDocument/2006/relationships/customXml" Target="../ink/ink75.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62.xml"/><Relationship Id="rId31" Type="http://schemas.openxmlformats.org/officeDocument/2006/relationships/image" Target="../media/image121.png"/><Relationship Id="rId44" Type="http://schemas.openxmlformats.org/officeDocument/2006/relationships/customXml" Target="../ink/ink79.xml"/><Relationship Id="rId52" Type="http://schemas.openxmlformats.org/officeDocument/2006/relationships/customXml" Target="../ink/ink83.xml"/><Relationship Id="rId60" Type="http://schemas.openxmlformats.org/officeDocument/2006/relationships/customXml" Target="../ink/ink87.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96.xml"/><Relationship Id="rId81" Type="http://schemas.openxmlformats.org/officeDocument/2006/relationships/image" Target="../media/image146.png"/><Relationship Id="rId4" Type="http://schemas.openxmlformats.org/officeDocument/2006/relationships/customXml" Target="../ink/ink59.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66.xml"/><Relationship Id="rId39" Type="http://schemas.openxmlformats.org/officeDocument/2006/relationships/image" Target="../media/image125.png"/><Relationship Id="rId34" Type="http://schemas.openxmlformats.org/officeDocument/2006/relationships/customXml" Target="../ink/ink74.xml"/><Relationship Id="rId50" Type="http://schemas.openxmlformats.org/officeDocument/2006/relationships/customXml" Target="../ink/ink82.xml"/><Relationship Id="rId55" Type="http://schemas.openxmlformats.org/officeDocument/2006/relationships/image" Target="../media/image133.png"/><Relationship Id="rId76" Type="http://schemas.openxmlformats.org/officeDocument/2006/relationships/customXml" Target="../ink/ink95.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4.xml"/><Relationship Id="rId29" Type="http://schemas.openxmlformats.org/officeDocument/2006/relationships/image" Target="../media/image120.png"/><Relationship Id="rId24" Type="http://schemas.openxmlformats.org/officeDocument/2006/relationships/customXml" Target="../ink/ink69.xml"/><Relationship Id="rId40" Type="http://schemas.openxmlformats.org/officeDocument/2006/relationships/customXml" Target="../ink/ink77.xml"/><Relationship Id="rId45" Type="http://schemas.openxmlformats.org/officeDocument/2006/relationships/image" Target="../media/image128.png"/><Relationship Id="rId66" Type="http://schemas.openxmlformats.org/officeDocument/2006/relationships/customXml" Target="../ink/ink9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07.xml"/><Relationship Id="rId42" Type="http://schemas.openxmlformats.org/officeDocument/2006/relationships/image" Target="../media/image167.png"/><Relationship Id="rId47" Type="http://schemas.openxmlformats.org/officeDocument/2006/relationships/customXml" Target="../ink/ink120.xml"/><Relationship Id="rId63" Type="http://schemas.openxmlformats.org/officeDocument/2006/relationships/customXml" Target="../ink/ink128.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41.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50.xml"/><Relationship Id="rId11" Type="http://schemas.openxmlformats.org/officeDocument/2006/relationships/customXml" Target="../ink/ink102.xml"/><Relationship Id="rId32" Type="http://schemas.openxmlformats.org/officeDocument/2006/relationships/image" Target="../media/image162.png"/><Relationship Id="rId37" Type="http://schemas.openxmlformats.org/officeDocument/2006/relationships/customXml" Target="../ink/ink115.xml"/><Relationship Id="rId53" Type="http://schemas.openxmlformats.org/officeDocument/2006/relationships/customXml" Target="../ink/ink123.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36.xml"/><Relationship Id="rId102" Type="http://schemas.openxmlformats.org/officeDocument/2006/relationships/image" Target="../media/image197.png"/><Relationship Id="rId5" Type="http://schemas.openxmlformats.org/officeDocument/2006/relationships/customXml" Target="../ink/ink99.xml"/><Relationship Id="rId90" Type="http://schemas.openxmlformats.org/officeDocument/2006/relationships/image" Target="../media/image191.png"/><Relationship Id="rId95" Type="http://schemas.openxmlformats.org/officeDocument/2006/relationships/customXml" Target="../ink/ink144.xml"/><Relationship Id="rId22" Type="http://schemas.openxmlformats.org/officeDocument/2006/relationships/image" Target="../media/image157.png"/><Relationship Id="rId27" Type="http://schemas.openxmlformats.org/officeDocument/2006/relationships/customXml" Target="../ink/ink110.xml"/><Relationship Id="rId43" Type="http://schemas.openxmlformats.org/officeDocument/2006/relationships/customXml" Target="../ink/ink118.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31.xml"/><Relationship Id="rId113" Type="http://schemas.openxmlformats.org/officeDocument/2006/relationships/customXml" Target="../ink/ink153.xml"/><Relationship Id="rId80" Type="http://schemas.openxmlformats.org/officeDocument/2006/relationships/image" Target="../media/image186.png"/><Relationship Id="rId85" Type="http://schemas.openxmlformats.org/officeDocument/2006/relationships/customXml" Target="../ink/ink139.xml"/><Relationship Id="rId12" Type="http://schemas.openxmlformats.org/officeDocument/2006/relationships/image" Target="../media/image152.png"/><Relationship Id="rId17" Type="http://schemas.openxmlformats.org/officeDocument/2006/relationships/customXml" Target="../ink/ink105.xml"/><Relationship Id="rId33" Type="http://schemas.openxmlformats.org/officeDocument/2006/relationships/customXml" Target="../ink/ink113.xml"/><Relationship Id="rId38" Type="http://schemas.openxmlformats.org/officeDocument/2006/relationships/image" Target="../media/image165.png"/><Relationship Id="rId59" Type="http://schemas.openxmlformats.org/officeDocument/2006/relationships/customXml" Target="../ink/ink126.xml"/><Relationship Id="rId103" Type="http://schemas.openxmlformats.org/officeDocument/2006/relationships/customXml" Target="../ink/ink148.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34.xml"/><Relationship Id="rId91" Type="http://schemas.openxmlformats.org/officeDocument/2006/relationships/customXml" Target="../ink/ink142.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04.xml"/><Relationship Id="rId23" Type="http://schemas.openxmlformats.org/officeDocument/2006/relationships/customXml" Target="../ink/ink108.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21.xml"/><Relationship Id="rId57" Type="http://schemas.openxmlformats.org/officeDocument/2006/relationships/customXml" Target="../ink/ink125.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12.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29.xml"/><Relationship Id="rId73" Type="http://schemas.openxmlformats.org/officeDocument/2006/relationships/customXml" Target="../ink/ink133.xml"/><Relationship Id="rId78" Type="http://schemas.openxmlformats.org/officeDocument/2006/relationships/image" Target="../media/image185.png"/><Relationship Id="rId81" Type="http://schemas.openxmlformats.org/officeDocument/2006/relationships/customXml" Target="../ink/ink137.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46.xml"/><Relationship Id="rId101" Type="http://schemas.openxmlformats.org/officeDocument/2006/relationships/customXml" Target="../ink/ink147.xml"/><Relationship Id="rId4" Type="http://schemas.openxmlformats.org/officeDocument/2006/relationships/image" Target="../media/image148.png"/><Relationship Id="rId9" Type="http://schemas.openxmlformats.org/officeDocument/2006/relationships/customXml" Target="../ink/ink101.xml"/><Relationship Id="rId13" Type="http://schemas.openxmlformats.org/officeDocument/2006/relationships/customXml" Target="../ink/ink103.xml"/><Relationship Id="rId18" Type="http://schemas.openxmlformats.org/officeDocument/2006/relationships/image" Target="../media/image155.png"/><Relationship Id="rId39" Type="http://schemas.openxmlformats.org/officeDocument/2006/relationships/customXml" Target="../ink/ink116.xml"/><Relationship Id="rId109" Type="http://schemas.openxmlformats.org/officeDocument/2006/relationships/customXml" Target="../ink/ink151.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24.xml"/><Relationship Id="rId76" Type="http://schemas.openxmlformats.org/officeDocument/2006/relationships/image" Target="../media/image184.png"/><Relationship Id="rId97" Type="http://schemas.openxmlformats.org/officeDocument/2006/relationships/customXml" Target="../ink/ink145.xml"/><Relationship Id="rId104" Type="http://schemas.openxmlformats.org/officeDocument/2006/relationships/image" Target="../media/image198.png"/><Relationship Id="rId7" Type="http://schemas.openxmlformats.org/officeDocument/2006/relationships/customXml" Target="../ink/ink100.xml"/><Relationship Id="rId71" Type="http://schemas.openxmlformats.org/officeDocument/2006/relationships/customXml" Target="../ink/ink132.xml"/><Relationship Id="rId92" Type="http://schemas.openxmlformats.org/officeDocument/2006/relationships/image" Target="../media/image192.png"/><Relationship Id="rId2" Type="http://schemas.openxmlformats.org/officeDocument/2006/relationships/image" Target="../media/image60.png"/><Relationship Id="rId29" Type="http://schemas.openxmlformats.org/officeDocument/2006/relationships/customXml" Target="../ink/ink111.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19.xml"/><Relationship Id="rId66" Type="http://schemas.openxmlformats.org/officeDocument/2006/relationships/image" Target="../media/image179.png"/><Relationship Id="rId87" Type="http://schemas.openxmlformats.org/officeDocument/2006/relationships/customXml" Target="../ink/ink140.xml"/><Relationship Id="rId110" Type="http://schemas.openxmlformats.org/officeDocument/2006/relationships/image" Target="../media/image201.png"/><Relationship Id="rId61" Type="http://schemas.openxmlformats.org/officeDocument/2006/relationships/customXml" Target="../ink/ink127.xml"/><Relationship Id="rId82" Type="http://schemas.openxmlformats.org/officeDocument/2006/relationships/image" Target="../media/image187.png"/><Relationship Id="rId19" Type="http://schemas.openxmlformats.org/officeDocument/2006/relationships/customXml" Target="../ink/ink106.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14.xml"/><Relationship Id="rId56" Type="http://schemas.openxmlformats.org/officeDocument/2006/relationships/image" Target="../media/image174.png"/><Relationship Id="rId77" Type="http://schemas.openxmlformats.org/officeDocument/2006/relationships/customXml" Target="../ink/ink135.xml"/><Relationship Id="rId100" Type="http://schemas.openxmlformats.org/officeDocument/2006/relationships/image" Target="../media/image196.png"/><Relationship Id="rId105" Type="http://schemas.openxmlformats.org/officeDocument/2006/relationships/customXml" Target="../ink/ink149.xml"/><Relationship Id="rId8" Type="http://schemas.openxmlformats.org/officeDocument/2006/relationships/image" Target="../media/image150.png"/><Relationship Id="rId51" Type="http://schemas.openxmlformats.org/officeDocument/2006/relationships/customXml" Target="../ink/ink122.xml"/><Relationship Id="rId72" Type="http://schemas.openxmlformats.org/officeDocument/2006/relationships/image" Target="../media/image182.png"/><Relationship Id="rId93" Type="http://schemas.openxmlformats.org/officeDocument/2006/relationships/customXml" Target="../ink/ink143.xml"/><Relationship Id="rId98" Type="http://schemas.openxmlformats.org/officeDocument/2006/relationships/image" Target="../media/image195.png"/><Relationship Id="rId3" Type="http://schemas.openxmlformats.org/officeDocument/2006/relationships/customXml" Target="../ink/ink98.xml"/><Relationship Id="rId25" Type="http://schemas.openxmlformats.org/officeDocument/2006/relationships/customXml" Target="../ink/ink109.xml"/><Relationship Id="rId46" Type="http://schemas.openxmlformats.org/officeDocument/2006/relationships/image" Target="../media/image169.png"/><Relationship Id="rId67" Type="http://schemas.openxmlformats.org/officeDocument/2006/relationships/customXml" Target="../ink/ink130.xml"/><Relationship Id="rId20" Type="http://schemas.openxmlformats.org/officeDocument/2006/relationships/image" Target="../media/image156.png"/><Relationship Id="rId41" Type="http://schemas.openxmlformats.org/officeDocument/2006/relationships/customXml" Target="../ink/ink117.xml"/><Relationship Id="rId62" Type="http://schemas.openxmlformats.org/officeDocument/2006/relationships/image" Target="../media/image177.png"/><Relationship Id="rId83" Type="http://schemas.openxmlformats.org/officeDocument/2006/relationships/customXml" Target="../ink/ink138.xml"/><Relationship Id="rId88" Type="http://schemas.openxmlformats.org/officeDocument/2006/relationships/image" Target="../media/image190.png"/><Relationship Id="rId111" Type="http://schemas.openxmlformats.org/officeDocument/2006/relationships/customXml" Target="../ink/ink152.xml"/></Relationships>
</file>

<file path=ppt/slides/_rels/slide3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3" Type="http://schemas.openxmlformats.org/officeDocument/2006/relationships/customXml" Target="../ink/ink159.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72.xml"/><Relationship Id="rId21" Type="http://schemas.openxmlformats.org/officeDocument/2006/relationships/customXml" Target="../ink/ink163.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76.xml"/><Relationship Id="rId50" Type="http://schemas.openxmlformats.org/officeDocument/2006/relationships/image" Target="../media/image229.png"/><Relationship Id="rId7" Type="http://schemas.openxmlformats.org/officeDocument/2006/relationships/customXml" Target="../ink/ink156.xml"/><Relationship Id="rId2" Type="http://schemas.openxmlformats.org/officeDocument/2006/relationships/image" Target="../media/image62.png"/><Relationship Id="rId16" Type="http://schemas.openxmlformats.org/officeDocument/2006/relationships/image" Target="../media/image212.png"/><Relationship Id="rId29" Type="http://schemas.openxmlformats.org/officeDocument/2006/relationships/customXml" Target="../ink/ink167.xml"/><Relationship Id="rId11" Type="http://schemas.openxmlformats.org/officeDocument/2006/relationships/customXml" Target="../ink/ink158.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71.xml"/><Relationship Id="rId40" Type="http://schemas.openxmlformats.org/officeDocument/2006/relationships/image" Target="../media/image224.png"/><Relationship Id="rId45" Type="http://schemas.openxmlformats.org/officeDocument/2006/relationships/customXml" Target="../ink/ink175.xml"/><Relationship Id="rId5" Type="http://schemas.openxmlformats.org/officeDocument/2006/relationships/customXml" Target="../ink/ink155.xml"/><Relationship Id="rId15" Type="http://schemas.openxmlformats.org/officeDocument/2006/relationships/customXml" Target="../ink/ink160.xml"/><Relationship Id="rId23" Type="http://schemas.openxmlformats.org/officeDocument/2006/relationships/customXml" Target="../ink/ink164.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77.xml"/><Relationship Id="rId10" Type="http://schemas.openxmlformats.org/officeDocument/2006/relationships/image" Target="../media/image209.png"/><Relationship Id="rId19" Type="http://schemas.openxmlformats.org/officeDocument/2006/relationships/customXml" Target="../ink/ink162.xml"/><Relationship Id="rId31" Type="http://schemas.openxmlformats.org/officeDocument/2006/relationships/customXml" Target="../ink/ink168.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57.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66.xml"/><Relationship Id="rId30" Type="http://schemas.openxmlformats.org/officeDocument/2006/relationships/image" Target="../media/image219.png"/><Relationship Id="rId35" Type="http://schemas.openxmlformats.org/officeDocument/2006/relationships/customXml" Target="../ink/ink170.xml"/><Relationship Id="rId43" Type="http://schemas.openxmlformats.org/officeDocument/2006/relationships/customXml" Target="../ink/ink174.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54.xml"/><Relationship Id="rId12" Type="http://schemas.openxmlformats.org/officeDocument/2006/relationships/image" Target="../media/image210.png"/><Relationship Id="rId17" Type="http://schemas.openxmlformats.org/officeDocument/2006/relationships/customXml" Target="../ink/ink161.xml"/><Relationship Id="rId25" Type="http://schemas.openxmlformats.org/officeDocument/2006/relationships/customXml" Target="../ink/ink165.xml"/><Relationship Id="rId33" Type="http://schemas.openxmlformats.org/officeDocument/2006/relationships/customXml" Target="../ink/ink169.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73.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87.xml"/><Relationship Id="rId42" Type="http://schemas.openxmlformats.org/officeDocument/2006/relationships/image" Target="../media/image255.png"/><Relationship Id="rId47" Type="http://schemas.openxmlformats.org/officeDocument/2006/relationships/customXml" Target="../ink/ink200.xml"/><Relationship Id="rId63" Type="http://schemas.openxmlformats.org/officeDocument/2006/relationships/customXml" Target="../ink/ink208.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21.xml"/><Relationship Id="rId16" Type="http://schemas.openxmlformats.org/officeDocument/2006/relationships/image" Target="../media/image242.png"/><Relationship Id="rId11" Type="http://schemas.openxmlformats.org/officeDocument/2006/relationships/customXml" Target="../ink/ink182.xml"/><Relationship Id="rId32" Type="http://schemas.openxmlformats.org/officeDocument/2006/relationships/image" Target="../media/image250.png"/><Relationship Id="rId37" Type="http://schemas.openxmlformats.org/officeDocument/2006/relationships/customXml" Target="../ink/ink195.xml"/><Relationship Id="rId53" Type="http://schemas.openxmlformats.org/officeDocument/2006/relationships/customXml" Target="../ink/ink203.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16.xml"/><Relationship Id="rId102" Type="http://schemas.openxmlformats.org/officeDocument/2006/relationships/image" Target="../media/image285.png"/><Relationship Id="rId5" Type="http://schemas.openxmlformats.org/officeDocument/2006/relationships/customXml" Target="../ink/ink179.xml"/><Relationship Id="rId90" Type="http://schemas.openxmlformats.org/officeDocument/2006/relationships/image" Target="../media/image279.png"/><Relationship Id="rId95" Type="http://schemas.openxmlformats.org/officeDocument/2006/relationships/customXml" Target="../ink/ink224.xml"/><Relationship Id="rId22" Type="http://schemas.openxmlformats.org/officeDocument/2006/relationships/image" Target="../media/image245.png"/><Relationship Id="rId27" Type="http://schemas.openxmlformats.org/officeDocument/2006/relationships/customXml" Target="../ink/ink190.xml"/><Relationship Id="rId43" Type="http://schemas.openxmlformats.org/officeDocument/2006/relationships/customXml" Target="../ink/ink198.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11.xml"/><Relationship Id="rId80" Type="http://schemas.openxmlformats.org/officeDocument/2006/relationships/image" Target="../media/image274.png"/><Relationship Id="rId85" Type="http://schemas.openxmlformats.org/officeDocument/2006/relationships/customXml" Target="../ink/ink219.xml"/><Relationship Id="rId12" Type="http://schemas.openxmlformats.org/officeDocument/2006/relationships/image" Target="../media/image240.png"/><Relationship Id="rId17" Type="http://schemas.openxmlformats.org/officeDocument/2006/relationships/customXml" Target="../ink/ink185.xml"/><Relationship Id="rId25" Type="http://schemas.openxmlformats.org/officeDocument/2006/relationships/customXml" Target="../ink/ink189.xml"/><Relationship Id="rId33" Type="http://schemas.openxmlformats.org/officeDocument/2006/relationships/customXml" Target="../ink/ink193.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06.xml"/><Relationship Id="rId67" Type="http://schemas.openxmlformats.org/officeDocument/2006/relationships/customXml" Target="../ink/ink210.xml"/><Relationship Id="rId103" Type="http://schemas.openxmlformats.org/officeDocument/2006/relationships/customXml" Target="../ink/ink228.xml"/><Relationship Id="rId20" Type="http://schemas.openxmlformats.org/officeDocument/2006/relationships/image" Target="../media/image244.png"/><Relationship Id="rId41" Type="http://schemas.openxmlformats.org/officeDocument/2006/relationships/customXml" Target="../ink/ink197.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14.xml"/><Relationship Id="rId83" Type="http://schemas.openxmlformats.org/officeDocument/2006/relationships/customXml" Target="../ink/ink218.xml"/><Relationship Id="rId88" Type="http://schemas.openxmlformats.org/officeDocument/2006/relationships/image" Target="../media/image278.png"/><Relationship Id="rId91" Type="http://schemas.openxmlformats.org/officeDocument/2006/relationships/customXml" Target="../ink/ink222.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01.xml"/><Relationship Id="rId57" Type="http://schemas.openxmlformats.org/officeDocument/2006/relationships/customXml" Target="../ink/ink205.xml"/><Relationship Id="rId10" Type="http://schemas.openxmlformats.org/officeDocument/2006/relationships/image" Target="../media/image239.png"/><Relationship Id="rId31" Type="http://schemas.openxmlformats.org/officeDocument/2006/relationships/customXml" Target="../ink/ink192.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09.xml"/><Relationship Id="rId73" Type="http://schemas.openxmlformats.org/officeDocument/2006/relationships/customXml" Target="../ink/ink213.xml"/><Relationship Id="rId78" Type="http://schemas.openxmlformats.org/officeDocument/2006/relationships/image" Target="../media/image273.png"/><Relationship Id="rId81" Type="http://schemas.openxmlformats.org/officeDocument/2006/relationships/customXml" Target="../ink/ink217.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26.xml"/><Relationship Id="rId101" Type="http://schemas.openxmlformats.org/officeDocument/2006/relationships/customXml" Target="../ink/ink227.xml"/><Relationship Id="rId4" Type="http://schemas.openxmlformats.org/officeDocument/2006/relationships/image" Target="../media/image236.png"/><Relationship Id="rId9" Type="http://schemas.openxmlformats.org/officeDocument/2006/relationships/customXml" Target="../ink/ink181.xml"/><Relationship Id="rId13" Type="http://schemas.openxmlformats.org/officeDocument/2006/relationships/customXml" Target="../ink/ink183.xml"/><Relationship Id="rId18" Type="http://schemas.openxmlformats.org/officeDocument/2006/relationships/image" Target="../media/image243.png"/><Relationship Id="rId39" Type="http://schemas.openxmlformats.org/officeDocument/2006/relationships/customXml" Target="../ink/ink196.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04.xml"/><Relationship Id="rId76" Type="http://schemas.openxmlformats.org/officeDocument/2006/relationships/image" Target="../media/image272.png"/><Relationship Id="rId97" Type="http://schemas.openxmlformats.org/officeDocument/2006/relationships/customXml" Target="../ink/ink225.xml"/><Relationship Id="rId104" Type="http://schemas.openxmlformats.org/officeDocument/2006/relationships/image" Target="../media/image286.png"/><Relationship Id="rId7" Type="http://schemas.openxmlformats.org/officeDocument/2006/relationships/customXml" Target="../ink/ink180.xml"/><Relationship Id="rId71" Type="http://schemas.openxmlformats.org/officeDocument/2006/relationships/customXml" Target="../ink/ink212.xml"/><Relationship Id="rId92" Type="http://schemas.openxmlformats.org/officeDocument/2006/relationships/image" Target="../media/image280.png"/><Relationship Id="rId2" Type="http://schemas.openxmlformats.org/officeDocument/2006/relationships/image" Target="../media/image68.png"/><Relationship Id="rId29" Type="http://schemas.openxmlformats.org/officeDocument/2006/relationships/customXml" Target="../ink/ink191.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99.xml"/><Relationship Id="rId66" Type="http://schemas.openxmlformats.org/officeDocument/2006/relationships/image" Target="../media/image267.png"/><Relationship Id="rId87" Type="http://schemas.openxmlformats.org/officeDocument/2006/relationships/customXml" Target="../ink/ink220.xml"/><Relationship Id="rId61" Type="http://schemas.openxmlformats.org/officeDocument/2006/relationships/customXml" Target="../ink/ink207.xml"/><Relationship Id="rId82" Type="http://schemas.openxmlformats.org/officeDocument/2006/relationships/image" Target="../media/image275.png"/><Relationship Id="rId19" Type="http://schemas.openxmlformats.org/officeDocument/2006/relationships/customXml" Target="../ink/ink186.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94.xml"/><Relationship Id="rId56" Type="http://schemas.openxmlformats.org/officeDocument/2006/relationships/image" Target="../media/image262.png"/><Relationship Id="rId77" Type="http://schemas.openxmlformats.org/officeDocument/2006/relationships/customXml" Target="../ink/ink215.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02.xml"/><Relationship Id="rId72" Type="http://schemas.openxmlformats.org/officeDocument/2006/relationships/image" Target="../media/image270.png"/><Relationship Id="rId93" Type="http://schemas.openxmlformats.org/officeDocument/2006/relationships/customXml" Target="../ink/ink223.xml"/><Relationship Id="rId98" Type="http://schemas.openxmlformats.org/officeDocument/2006/relationships/image" Target="../media/image283.png"/><Relationship Id="rId3" Type="http://schemas.openxmlformats.org/officeDocument/2006/relationships/customXml" Target="../ink/ink17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38.xml"/><Relationship Id="rId42" Type="http://schemas.openxmlformats.org/officeDocument/2006/relationships/image" Target="../media/image307.png"/><Relationship Id="rId47" Type="http://schemas.openxmlformats.org/officeDocument/2006/relationships/customXml" Target="../ink/ink251.xml"/><Relationship Id="rId63" Type="http://schemas.openxmlformats.org/officeDocument/2006/relationships/customXml" Target="../ink/ink259.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72.xml"/><Relationship Id="rId16" Type="http://schemas.openxmlformats.org/officeDocument/2006/relationships/image" Target="../media/image294.png"/><Relationship Id="rId11" Type="http://schemas.openxmlformats.org/officeDocument/2006/relationships/customXml" Target="../ink/ink233.xml"/><Relationship Id="rId32" Type="http://schemas.openxmlformats.org/officeDocument/2006/relationships/image" Target="../media/image302.png"/><Relationship Id="rId37" Type="http://schemas.openxmlformats.org/officeDocument/2006/relationships/customXml" Target="../ink/ink246.xml"/><Relationship Id="rId53" Type="http://schemas.openxmlformats.org/officeDocument/2006/relationships/customXml" Target="../ink/ink254.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67.xml"/><Relationship Id="rId5" Type="http://schemas.openxmlformats.org/officeDocument/2006/relationships/customXml" Target="../ink/ink230.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41.xml"/><Relationship Id="rId30" Type="http://schemas.openxmlformats.org/officeDocument/2006/relationships/image" Target="../media/image301.png"/><Relationship Id="rId35" Type="http://schemas.openxmlformats.org/officeDocument/2006/relationships/customXml" Target="../ink/ink245.xml"/><Relationship Id="rId43" Type="http://schemas.openxmlformats.org/officeDocument/2006/relationships/customXml" Target="../ink/ink249.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62.xml"/><Relationship Id="rId77" Type="http://schemas.openxmlformats.org/officeDocument/2006/relationships/customXml" Target="../ink/ink266.xml"/><Relationship Id="rId8" Type="http://schemas.openxmlformats.org/officeDocument/2006/relationships/image" Target="../media/image290.png"/><Relationship Id="rId51" Type="http://schemas.openxmlformats.org/officeDocument/2006/relationships/customXml" Target="../ink/ink253.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70.xml"/><Relationship Id="rId3" Type="http://schemas.openxmlformats.org/officeDocument/2006/relationships/customXml" Target="../ink/ink229.xml"/><Relationship Id="rId12" Type="http://schemas.openxmlformats.org/officeDocument/2006/relationships/image" Target="../media/image292.png"/><Relationship Id="rId17" Type="http://schemas.openxmlformats.org/officeDocument/2006/relationships/customXml" Target="../ink/ink236.xml"/><Relationship Id="rId25" Type="http://schemas.openxmlformats.org/officeDocument/2006/relationships/customXml" Target="../ink/ink240.xml"/><Relationship Id="rId33" Type="http://schemas.openxmlformats.org/officeDocument/2006/relationships/customXml" Target="../ink/ink244.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57.xml"/><Relationship Id="rId67" Type="http://schemas.openxmlformats.org/officeDocument/2006/relationships/customXml" Target="../ink/ink261.xml"/><Relationship Id="rId20" Type="http://schemas.openxmlformats.org/officeDocument/2006/relationships/image" Target="../media/image296.png"/><Relationship Id="rId41" Type="http://schemas.openxmlformats.org/officeDocument/2006/relationships/customXml" Target="../ink/ink248.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65.xml"/><Relationship Id="rId83" Type="http://schemas.openxmlformats.org/officeDocument/2006/relationships/customXml" Target="../ink/ink269.xml"/><Relationship Id="rId88" Type="http://schemas.openxmlformats.org/officeDocument/2006/relationships/image" Target="../media/image330.png"/><Relationship Id="rId91" Type="http://schemas.openxmlformats.org/officeDocument/2006/relationships/customXml" Target="../ink/ink273.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35.xml"/><Relationship Id="rId23" Type="http://schemas.openxmlformats.org/officeDocument/2006/relationships/customXml" Target="../ink/ink239.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52.xml"/><Relationship Id="rId57" Type="http://schemas.openxmlformats.org/officeDocument/2006/relationships/customXml" Target="../ink/ink256.xml"/><Relationship Id="rId10" Type="http://schemas.openxmlformats.org/officeDocument/2006/relationships/image" Target="../media/image291.png"/><Relationship Id="rId31" Type="http://schemas.openxmlformats.org/officeDocument/2006/relationships/customXml" Target="../ink/ink243.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60.xml"/><Relationship Id="rId73" Type="http://schemas.openxmlformats.org/officeDocument/2006/relationships/customXml" Target="../ink/ink264.xml"/><Relationship Id="rId78" Type="http://schemas.openxmlformats.org/officeDocument/2006/relationships/image" Target="../media/image325.png"/><Relationship Id="rId81" Type="http://schemas.openxmlformats.org/officeDocument/2006/relationships/customXml" Target="../ink/ink268.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32.xml"/><Relationship Id="rId13" Type="http://schemas.openxmlformats.org/officeDocument/2006/relationships/customXml" Target="../ink/ink234.xml"/><Relationship Id="rId18" Type="http://schemas.openxmlformats.org/officeDocument/2006/relationships/image" Target="../media/image295.png"/><Relationship Id="rId39" Type="http://schemas.openxmlformats.org/officeDocument/2006/relationships/customXml" Target="../ink/ink247.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55.xml"/><Relationship Id="rId76" Type="http://schemas.openxmlformats.org/officeDocument/2006/relationships/image" Target="../media/image324.png"/><Relationship Id="rId7" Type="http://schemas.openxmlformats.org/officeDocument/2006/relationships/customXml" Target="../ink/ink231.xml"/><Relationship Id="rId71" Type="http://schemas.openxmlformats.org/officeDocument/2006/relationships/customXml" Target="../ink/ink263.xml"/><Relationship Id="rId92" Type="http://schemas.openxmlformats.org/officeDocument/2006/relationships/image" Target="../media/image332.png"/><Relationship Id="rId2" Type="http://schemas.openxmlformats.org/officeDocument/2006/relationships/image" Target="../media/image69.png"/><Relationship Id="rId29" Type="http://schemas.openxmlformats.org/officeDocument/2006/relationships/customXml" Target="../ink/ink242.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50.xml"/><Relationship Id="rId66" Type="http://schemas.openxmlformats.org/officeDocument/2006/relationships/image" Target="../media/image319.png"/><Relationship Id="rId87" Type="http://schemas.openxmlformats.org/officeDocument/2006/relationships/customXml" Target="../ink/ink271.xml"/><Relationship Id="rId61" Type="http://schemas.openxmlformats.org/officeDocument/2006/relationships/customXml" Target="../ink/ink258.xml"/><Relationship Id="rId82" Type="http://schemas.openxmlformats.org/officeDocument/2006/relationships/image" Target="../media/image327.png"/><Relationship Id="rId19" Type="http://schemas.openxmlformats.org/officeDocument/2006/relationships/customXml" Target="../ink/ink2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3" Type="http://schemas.openxmlformats.org/officeDocument/2006/relationships/customXml" Target="../ink/ink279.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92.xml"/><Relationship Id="rId21" Type="http://schemas.openxmlformats.org/officeDocument/2006/relationships/customXml" Target="../ink/ink283.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96.xml"/><Relationship Id="rId50" Type="http://schemas.openxmlformats.org/officeDocument/2006/relationships/image" Target="../media/image358.png"/><Relationship Id="rId55" Type="http://schemas.openxmlformats.org/officeDocument/2006/relationships/customXml" Target="../ink/ink300.xml"/><Relationship Id="rId63" Type="http://schemas.openxmlformats.org/officeDocument/2006/relationships/customXml" Target="../ink/ink304.xml"/><Relationship Id="rId7" Type="http://schemas.openxmlformats.org/officeDocument/2006/relationships/customXml" Target="../ink/ink276.xml"/><Relationship Id="rId2" Type="http://schemas.openxmlformats.org/officeDocument/2006/relationships/image" Target="../media/image71.png"/><Relationship Id="rId16" Type="http://schemas.openxmlformats.org/officeDocument/2006/relationships/image" Target="../media/image341.png"/><Relationship Id="rId29" Type="http://schemas.openxmlformats.org/officeDocument/2006/relationships/customXml" Target="../ink/ink287.xml"/><Relationship Id="rId11" Type="http://schemas.openxmlformats.org/officeDocument/2006/relationships/customXml" Target="../ink/ink278.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91.xml"/><Relationship Id="rId40" Type="http://schemas.openxmlformats.org/officeDocument/2006/relationships/image" Target="../media/image353.png"/><Relationship Id="rId45" Type="http://schemas.openxmlformats.org/officeDocument/2006/relationships/customXml" Target="../ink/ink295.xml"/><Relationship Id="rId53" Type="http://schemas.openxmlformats.org/officeDocument/2006/relationships/customXml" Target="../ink/ink299.xml"/><Relationship Id="rId58" Type="http://schemas.openxmlformats.org/officeDocument/2006/relationships/image" Target="../media/image362.png"/><Relationship Id="rId5" Type="http://schemas.openxmlformats.org/officeDocument/2006/relationships/customXml" Target="../ink/ink275.xml"/><Relationship Id="rId61" Type="http://schemas.openxmlformats.org/officeDocument/2006/relationships/customXml" Target="../ink/ink303.xml"/><Relationship Id="rId19" Type="http://schemas.openxmlformats.org/officeDocument/2006/relationships/customXml" Target="../ink/ink282.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86.xml"/><Relationship Id="rId30" Type="http://schemas.openxmlformats.org/officeDocument/2006/relationships/image" Target="../media/image348.png"/><Relationship Id="rId35" Type="http://schemas.openxmlformats.org/officeDocument/2006/relationships/customXml" Target="../ink/ink290.xml"/><Relationship Id="rId43" Type="http://schemas.openxmlformats.org/officeDocument/2006/relationships/customXml" Target="../ink/ink294.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98.xml"/><Relationship Id="rId3" Type="http://schemas.openxmlformats.org/officeDocument/2006/relationships/customXml" Target="../ink/ink274.xml"/><Relationship Id="rId12" Type="http://schemas.openxmlformats.org/officeDocument/2006/relationships/image" Target="../media/image339.png"/><Relationship Id="rId17" Type="http://schemas.openxmlformats.org/officeDocument/2006/relationships/customXml" Target="../ink/ink281.xml"/><Relationship Id="rId25" Type="http://schemas.openxmlformats.org/officeDocument/2006/relationships/customXml" Target="../ink/ink285.xml"/><Relationship Id="rId33" Type="http://schemas.openxmlformats.org/officeDocument/2006/relationships/customXml" Target="../ink/ink289.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02.xml"/><Relationship Id="rId20" Type="http://schemas.openxmlformats.org/officeDocument/2006/relationships/image" Target="../media/image343.png"/><Relationship Id="rId41" Type="http://schemas.openxmlformats.org/officeDocument/2006/relationships/customXml" Target="../ink/ink293.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80.xml"/><Relationship Id="rId23" Type="http://schemas.openxmlformats.org/officeDocument/2006/relationships/customXml" Target="../ink/ink284.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97.xml"/><Relationship Id="rId57" Type="http://schemas.openxmlformats.org/officeDocument/2006/relationships/customXml" Target="../ink/ink301.xml"/><Relationship Id="rId10" Type="http://schemas.openxmlformats.org/officeDocument/2006/relationships/image" Target="../media/image338.png"/><Relationship Id="rId31" Type="http://schemas.openxmlformats.org/officeDocument/2006/relationships/customXml" Target="../ink/ink288.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7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3" Type="http://schemas.openxmlformats.org/officeDocument/2006/relationships/customXml" Target="../ink/ink310.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23.xml"/><Relationship Id="rId21" Type="http://schemas.openxmlformats.org/officeDocument/2006/relationships/customXml" Target="../ink/ink314.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27.xml"/><Relationship Id="rId50" Type="http://schemas.openxmlformats.org/officeDocument/2006/relationships/image" Target="../media/image391.png"/><Relationship Id="rId55" Type="http://schemas.openxmlformats.org/officeDocument/2006/relationships/customXml" Target="../ink/ink331.xml"/><Relationship Id="rId7" Type="http://schemas.openxmlformats.org/officeDocument/2006/relationships/customXml" Target="../ink/ink307.xml"/><Relationship Id="rId2" Type="http://schemas.openxmlformats.org/officeDocument/2006/relationships/image" Target="../media/image73.png"/><Relationship Id="rId16" Type="http://schemas.openxmlformats.org/officeDocument/2006/relationships/image" Target="../media/image374.png"/><Relationship Id="rId29" Type="http://schemas.openxmlformats.org/officeDocument/2006/relationships/customXml" Target="../ink/ink318.xml"/><Relationship Id="rId11" Type="http://schemas.openxmlformats.org/officeDocument/2006/relationships/customXml" Target="../ink/ink309.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22.xml"/><Relationship Id="rId40" Type="http://schemas.openxmlformats.org/officeDocument/2006/relationships/image" Target="../media/image386.png"/><Relationship Id="rId45" Type="http://schemas.openxmlformats.org/officeDocument/2006/relationships/customXml" Target="../ink/ink326.xml"/><Relationship Id="rId53" Type="http://schemas.openxmlformats.org/officeDocument/2006/relationships/customXml" Target="../ink/ink330.xml"/><Relationship Id="rId58" Type="http://schemas.openxmlformats.org/officeDocument/2006/relationships/image" Target="../media/image395.png"/><Relationship Id="rId5" Type="http://schemas.openxmlformats.org/officeDocument/2006/relationships/customXml" Target="../ink/ink306.xml"/><Relationship Id="rId19" Type="http://schemas.openxmlformats.org/officeDocument/2006/relationships/customXml" Target="../ink/ink313.xml"/><Relationship Id="rId4" Type="http://schemas.openxmlformats.org/officeDocument/2006/relationships/image" Target="../media/image368.png"/><Relationship Id="rId9" Type="http://schemas.openxmlformats.org/officeDocument/2006/relationships/customXml" Target="../ink/ink308.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17.xml"/><Relationship Id="rId30" Type="http://schemas.openxmlformats.org/officeDocument/2006/relationships/image" Target="../media/image381.png"/><Relationship Id="rId35" Type="http://schemas.openxmlformats.org/officeDocument/2006/relationships/customXml" Target="../ink/ink321.xml"/><Relationship Id="rId43" Type="http://schemas.openxmlformats.org/officeDocument/2006/relationships/customXml" Target="../ink/ink325.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29.xml"/><Relationship Id="rId3" Type="http://schemas.openxmlformats.org/officeDocument/2006/relationships/customXml" Target="../ink/ink305.xml"/><Relationship Id="rId12" Type="http://schemas.openxmlformats.org/officeDocument/2006/relationships/image" Target="../media/image372.png"/><Relationship Id="rId17" Type="http://schemas.openxmlformats.org/officeDocument/2006/relationships/customXml" Target="../ink/ink312.xml"/><Relationship Id="rId25" Type="http://schemas.openxmlformats.org/officeDocument/2006/relationships/customXml" Target="../ink/ink316.xml"/><Relationship Id="rId33" Type="http://schemas.openxmlformats.org/officeDocument/2006/relationships/customXml" Target="../ink/ink320.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24.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11.xml"/><Relationship Id="rId23" Type="http://schemas.openxmlformats.org/officeDocument/2006/relationships/customXml" Target="../ink/ink315.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28.xml"/><Relationship Id="rId57" Type="http://schemas.openxmlformats.org/officeDocument/2006/relationships/customXml" Target="../ink/ink332.xml"/><Relationship Id="rId10" Type="http://schemas.openxmlformats.org/officeDocument/2006/relationships/image" Target="../media/image371.png"/><Relationship Id="rId31" Type="http://schemas.openxmlformats.org/officeDocument/2006/relationships/customXml" Target="../ink/ink319.xml"/><Relationship Id="rId44" Type="http://schemas.openxmlformats.org/officeDocument/2006/relationships/image" Target="../media/image388.png"/><Relationship Id="rId52" Type="http://schemas.openxmlformats.org/officeDocument/2006/relationships/image" Target="../media/image392.png"/></Relationships>
</file>

<file path=ppt/slides/_rels/slide56.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42.xml"/><Relationship Id="rId42" Type="http://schemas.openxmlformats.org/officeDocument/2006/relationships/image" Target="../media/image416.png"/><Relationship Id="rId47" Type="http://schemas.openxmlformats.org/officeDocument/2006/relationships/customXml" Target="../ink/ink355.xml"/><Relationship Id="rId63" Type="http://schemas.openxmlformats.org/officeDocument/2006/relationships/customXml" Target="../ink/ink363.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76.xml"/><Relationship Id="rId16" Type="http://schemas.openxmlformats.org/officeDocument/2006/relationships/image" Target="../media/image403.png"/><Relationship Id="rId11" Type="http://schemas.openxmlformats.org/officeDocument/2006/relationships/customXml" Target="../ink/ink337.xml"/><Relationship Id="rId32" Type="http://schemas.openxmlformats.org/officeDocument/2006/relationships/image" Target="../media/image411.png"/><Relationship Id="rId37" Type="http://schemas.openxmlformats.org/officeDocument/2006/relationships/customXml" Target="../ink/ink350.xml"/><Relationship Id="rId53" Type="http://schemas.openxmlformats.org/officeDocument/2006/relationships/customXml" Target="../ink/ink358.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71.xml"/><Relationship Id="rId5" Type="http://schemas.openxmlformats.org/officeDocument/2006/relationships/customXml" Target="../ink/ink334.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45.xml"/><Relationship Id="rId43" Type="http://schemas.openxmlformats.org/officeDocument/2006/relationships/customXml" Target="../ink/ink353.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66.xml"/><Relationship Id="rId8" Type="http://schemas.openxmlformats.org/officeDocument/2006/relationships/image" Target="../media/image399.png"/><Relationship Id="rId51" Type="http://schemas.openxmlformats.org/officeDocument/2006/relationships/customXml" Target="../ink/ink357.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74.xml"/><Relationship Id="rId93" Type="http://schemas.openxmlformats.org/officeDocument/2006/relationships/customXml" Target="../ink/ink378.xml"/><Relationship Id="rId3" Type="http://schemas.openxmlformats.org/officeDocument/2006/relationships/customXml" Target="../ink/ink333.xml"/><Relationship Id="rId12" Type="http://schemas.openxmlformats.org/officeDocument/2006/relationships/image" Target="../media/image401.png"/><Relationship Id="rId17" Type="http://schemas.openxmlformats.org/officeDocument/2006/relationships/customXml" Target="../ink/ink340.xml"/><Relationship Id="rId25" Type="http://schemas.openxmlformats.org/officeDocument/2006/relationships/customXml" Target="../ink/ink344.xml"/><Relationship Id="rId33" Type="http://schemas.openxmlformats.org/officeDocument/2006/relationships/customXml" Target="../ink/ink348.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61.xml"/><Relationship Id="rId67" Type="http://schemas.openxmlformats.org/officeDocument/2006/relationships/customXml" Target="../ink/ink365.xml"/><Relationship Id="rId20" Type="http://schemas.openxmlformats.org/officeDocument/2006/relationships/image" Target="../media/image405.png"/><Relationship Id="rId41" Type="http://schemas.openxmlformats.org/officeDocument/2006/relationships/customXml" Target="../ink/ink352.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69.xml"/><Relationship Id="rId83" Type="http://schemas.openxmlformats.org/officeDocument/2006/relationships/customXml" Target="../ink/ink373.xml"/><Relationship Id="rId88" Type="http://schemas.openxmlformats.org/officeDocument/2006/relationships/image" Target="../media/image439.png"/><Relationship Id="rId91" Type="http://schemas.openxmlformats.org/officeDocument/2006/relationships/customXml" Target="../ink/ink377.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39.xml"/><Relationship Id="rId23" Type="http://schemas.openxmlformats.org/officeDocument/2006/relationships/customXml" Target="../ink/ink343.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56.xml"/><Relationship Id="rId57" Type="http://schemas.openxmlformats.org/officeDocument/2006/relationships/customXml" Target="../ink/ink360.xml"/><Relationship Id="rId10" Type="http://schemas.openxmlformats.org/officeDocument/2006/relationships/image" Target="../media/image400.png"/><Relationship Id="rId31" Type="http://schemas.openxmlformats.org/officeDocument/2006/relationships/customXml" Target="../ink/ink347.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64.xml"/><Relationship Id="rId73" Type="http://schemas.openxmlformats.org/officeDocument/2006/relationships/customXml" Target="../ink/ink368.xml"/><Relationship Id="rId78" Type="http://schemas.openxmlformats.org/officeDocument/2006/relationships/image" Target="../media/image434.png"/><Relationship Id="rId81" Type="http://schemas.openxmlformats.org/officeDocument/2006/relationships/customXml" Target="../ink/ink372.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36.xml"/><Relationship Id="rId13" Type="http://schemas.openxmlformats.org/officeDocument/2006/relationships/customXml" Target="../ink/ink338.xml"/><Relationship Id="rId18" Type="http://schemas.openxmlformats.org/officeDocument/2006/relationships/image" Target="../media/image404.png"/><Relationship Id="rId39" Type="http://schemas.openxmlformats.org/officeDocument/2006/relationships/customXml" Target="../ink/ink351.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59.xml"/><Relationship Id="rId76" Type="http://schemas.openxmlformats.org/officeDocument/2006/relationships/image" Target="../media/image433.png"/><Relationship Id="rId7" Type="http://schemas.openxmlformats.org/officeDocument/2006/relationships/customXml" Target="../ink/ink335.xml"/><Relationship Id="rId71" Type="http://schemas.openxmlformats.org/officeDocument/2006/relationships/customXml" Target="../ink/ink367.xml"/><Relationship Id="rId92" Type="http://schemas.openxmlformats.org/officeDocument/2006/relationships/image" Target="../media/image441.png"/><Relationship Id="rId2" Type="http://schemas.openxmlformats.org/officeDocument/2006/relationships/image" Target="../media/image74.png"/><Relationship Id="rId29" Type="http://schemas.openxmlformats.org/officeDocument/2006/relationships/customXml" Target="../ink/ink346.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54.xml"/><Relationship Id="rId66" Type="http://schemas.openxmlformats.org/officeDocument/2006/relationships/image" Target="../media/image428.png"/><Relationship Id="rId87" Type="http://schemas.openxmlformats.org/officeDocument/2006/relationships/customXml" Target="../ink/ink375.xml"/><Relationship Id="rId61" Type="http://schemas.openxmlformats.org/officeDocument/2006/relationships/customXml" Target="../ink/ink362.xml"/><Relationship Id="rId82" Type="http://schemas.openxmlformats.org/officeDocument/2006/relationships/image" Target="../media/image436.png"/><Relationship Id="rId19" Type="http://schemas.openxmlformats.org/officeDocument/2006/relationships/customXml" Target="../ink/ink341.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49.xml"/><Relationship Id="rId56" Type="http://schemas.openxmlformats.org/officeDocument/2006/relationships/image" Target="../media/image423.png"/><Relationship Id="rId77" Type="http://schemas.openxmlformats.org/officeDocument/2006/relationships/customXml" Target="../ink/ink37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17" Type="http://schemas.openxmlformats.org/officeDocument/2006/relationships/customXml" Target="../ink/ink436.xml"/><Relationship Id="rId21" Type="http://schemas.openxmlformats.org/officeDocument/2006/relationships/customXml" Target="../ink/ink388.xml"/><Relationship Id="rId42" Type="http://schemas.openxmlformats.org/officeDocument/2006/relationships/image" Target="../media/image463.png"/><Relationship Id="rId47" Type="http://schemas.openxmlformats.org/officeDocument/2006/relationships/customXml" Target="../ink/ink401.xml"/><Relationship Id="rId63" Type="http://schemas.openxmlformats.org/officeDocument/2006/relationships/customXml" Target="../ink/ink409.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22.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31.xml"/><Relationship Id="rId11" Type="http://schemas.openxmlformats.org/officeDocument/2006/relationships/customXml" Target="../ink/ink383.xml"/><Relationship Id="rId32" Type="http://schemas.openxmlformats.org/officeDocument/2006/relationships/image" Target="../media/image458.png"/><Relationship Id="rId37" Type="http://schemas.openxmlformats.org/officeDocument/2006/relationships/customXml" Target="../ink/ink396.xml"/><Relationship Id="rId53" Type="http://schemas.openxmlformats.org/officeDocument/2006/relationships/customXml" Target="../ink/ink404.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17.xml"/><Relationship Id="rId102" Type="http://schemas.openxmlformats.org/officeDocument/2006/relationships/image" Target="../media/image493.png"/><Relationship Id="rId123" Type="http://schemas.openxmlformats.org/officeDocument/2006/relationships/customXml" Target="../ink/ink439.xml"/><Relationship Id="rId128" Type="http://schemas.openxmlformats.org/officeDocument/2006/relationships/image" Target="../media/image506.png"/><Relationship Id="rId5" Type="http://schemas.openxmlformats.org/officeDocument/2006/relationships/customXml" Target="../ink/ink380.xml"/><Relationship Id="rId90" Type="http://schemas.openxmlformats.org/officeDocument/2006/relationships/image" Target="../media/image487.png"/><Relationship Id="rId95" Type="http://schemas.openxmlformats.org/officeDocument/2006/relationships/customXml" Target="../ink/ink425.xml"/><Relationship Id="rId22" Type="http://schemas.openxmlformats.org/officeDocument/2006/relationships/image" Target="../media/image453.png"/><Relationship Id="rId27" Type="http://schemas.openxmlformats.org/officeDocument/2006/relationships/customXml" Target="../ink/ink391.xml"/><Relationship Id="rId43" Type="http://schemas.openxmlformats.org/officeDocument/2006/relationships/customXml" Target="../ink/ink399.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12.xml"/><Relationship Id="rId113" Type="http://schemas.openxmlformats.org/officeDocument/2006/relationships/customXml" Target="../ink/ink434.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20.xml"/><Relationship Id="rId12" Type="http://schemas.openxmlformats.org/officeDocument/2006/relationships/image" Target="../media/image448.png"/><Relationship Id="rId17" Type="http://schemas.openxmlformats.org/officeDocument/2006/relationships/customXml" Target="../ink/ink386.xml"/><Relationship Id="rId33" Type="http://schemas.openxmlformats.org/officeDocument/2006/relationships/customXml" Target="../ink/ink394.xml"/><Relationship Id="rId38" Type="http://schemas.openxmlformats.org/officeDocument/2006/relationships/image" Target="../media/image461.png"/><Relationship Id="rId59" Type="http://schemas.openxmlformats.org/officeDocument/2006/relationships/customXml" Target="../ink/ink407.xml"/><Relationship Id="rId103" Type="http://schemas.openxmlformats.org/officeDocument/2006/relationships/customXml" Target="../ink/ink429.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42.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15.xml"/><Relationship Id="rId91" Type="http://schemas.openxmlformats.org/officeDocument/2006/relationships/customXml" Target="../ink/ink423.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89.xml"/><Relationship Id="rId28" Type="http://schemas.openxmlformats.org/officeDocument/2006/relationships/image" Target="../media/image456.png"/><Relationship Id="rId49" Type="http://schemas.openxmlformats.org/officeDocument/2006/relationships/customXml" Target="../ink/ink402.xml"/><Relationship Id="rId114" Type="http://schemas.openxmlformats.org/officeDocument/2006/relationships/image" Target="../media/image499.png"/><Relationship Id="rId119" Type="http://schemas.openxmlformats.org/officeDocument/2006/relationships/customXml" Target="../ink/ink437.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10.xml"/><Relationship Id="rId81" Type="http://schemas.openxmlformats.org/officeDocument/2006/relationships/customXml" Target="../ink/ink418.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84.xml"/><Relationship Id="rId18" Type="http://schemas.openxmlformats.org/officeDocument/2006/relationships/image" Target="../media/image451.png"/><Relationship Id="rId39" Type="http://schemas.openxmlformats.org/officeDocument/2006/relationships/customXml" Target="../ink/ink397.xml"/><Relationship Id="rId109" Type="http://schemas.openxmlformats.org/officeDocument/2006/relationships/customXml" Target="../ink/ink432.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05.xml"/><Relationship Id="rId76" Type="http://schemas.openxmlformats.org/officeDocument/2006/relationships/image" Target="../media/image480.png"/><Relationship Id="rId97" Type="http://schemas.openxmlformats.org/officeDocument/2006/relationships/customXml" Target="../ink/ink426.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40.xml"/><Relationship Id="rId7" Type="http://schemas.openxmlformats.org/officeDocument/2006/relationships/customXml" Target="../ink/ink381.xml"/><Relationship Id="rId71" Type="http://schemas.openxmlformats.org/officeDocument/2006/relationships/customXml" Target="../ink/ink413.xml"/><Relationship Id="rId92" Type="http://schemas.openxmlformats.org/officeDocument/2006/relationships/image" Target="../media/image488.png"/><Relationship Id="rId2" Type="http://schemas.openxmlformats.org/officeDocument/2006/relationships/image" Target="../media/image75.png"/><Relationship Id="rId29" Type="http://schemas.openxmlformats.org/officeDocument/2006/relationships/customXml" Target="../ink/ink392.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00.xml"/><Relationship Id="rId66" Type="http://schemas.openxmlformats.org/officeDocument/2006/relationships/image" Target="../media/image475.png"/><Relationship Id="rId87" Type="http://schemas.openxmlformats.org/officeDocument/2006/relationships/customXml" Target="../ink/ink421.xml"/><Relationship Id="rId110" Type="http://schemas.openxmlformats.org/officeDocument/2006/relationships/image" Target="../media/image497.png"/><Relationship Id="rId115" Type="http://schemas.openxmlformats.org/officeDocument/2006/relationships/customXml" Target="../ink/ink435.xml"/><Relationship Id="rId131" Type="http://schemas.openxmlformats.org/officeDocument/2006/relationships/customXml" Target="../ink/ink443.xml"/><Relationship Id="rId61" Type="http://schemas.openxmlformats.org/officeDocument/2006/relationships/customXml" Target="../ink/ink408.xml"/><Relationship Id="rId82" Type="http://schemas.openxmlformats.org/officeDocument/2006/relationships/image" Target="../media/image483.png"/><Relationship Id="rId19" Type="http://schemas.openxmlformats.org/officeDocument/2006/relationships/customXml" Target="../ink/ink387.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95.xml"/><Relationship Id="rId56" Type="http://schemas.openxmlformats.org/officeDocument/2006/relationships/image" Target="../media/image470.png"/><Relationship Id="rId77" Type="http://schemas.openxmlformats.org/officeDocument/2006/relationships/customXml" Target="../ink/ink416.xml"/><Relationship Id="rId100" Type="http://schemas.openxmlformats.org/officeDocument/2006/relationships/image" Target="../media/image492.png"/><Relationship Id="rId105" Type="http://schemas.openxmlformats.org/officeDocument/2006/relationships/customXml" Target="../ink/ink430.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03.xml"/><Relationship Id="rId72" Type="http://schemas.openxmlformats.org/officeDocument/2006/relationships/image" Target="../media/image478.png"/><Relationship Id="rId93" Type="http://schemas.openxmlformats.org/officeDocument/2006/relationships/customXml" Target="../ink/ink424.xml"/><Relationship Id="rId98" Type="http://schemas.openxmlformats.org/officeDocument/2006/relationships/image" Target="../media/image491.png"/><Relationship Id="rId121" Type="http://schemas.openxmlformats.org/officeDocument/2006/relationships/customXml" Target="../ink/ink438.xml"/><Relationship Id="rId3" Type="http://schemas.openxmlformats.org/officeDocument/2006/relationships/customXml" Target="../ink/ink379.xml"/><Relationship Id="rId25" Type="http://schemas.openxmlformats.org/officeDocument/2006/relationships/customXml" Target="../ink/ink390.xml"/><Relationship Id="rId46" Type="http://schemas.openxmlformats.org/officeDocument/2006/relationships/image" Target="../media/image465.png"/><Relationship Id="rId67" Type="http://schemas.openxmlformats.org/officeDocument/2006/relationships/customXml" Target="../ink/ink411.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98.xml"/><Relationship Id="rId62" Type="http://schemas.openxmlformats.org/officeDocument/2006/relationships/image" Target="../media/image473.png"/><Relationship Id="rId83" Type="http://schemas.openxmlformats.org/officeDocument/2006/relationships/customXml" Target="../ink/ink419.xml"/><Relationship Id="rId88" Type="http://schemas.openxmlformats.org/officeDocument/2006/relationships/image" Target="../media/image486.png"/><Relationship Id="rId111" Type="http://schemas.openxmlformats.org/officeDocument/2006/relationships/customXml" Target="../ink/ink433.xml"/><Relationship Id="rId132" Type="http://schemas.openxmlformats.org/officeDocument/2006/relationships/image" Target="../media/image508.png"/><Relationship Id="rId15" Type="http://schemas.openxmlformats.org/officeDocument/2006/relationships/customXml" Target="../ink/ink385.xml"/><Relationship Id="rId36" Type="http://schemas.openxmlformats.org/officeDocument/2006/relationships/image" Target="../media/image460.png"/><Relationship Id="rId57" Type="http://schemas.openxmlformats.org/officeDocument/2006/relationships/customXml" Target="../ink/ink406.xml"/><Relationship Id="rId106" Type="http://schemas.openxmlformats.org/officeDocument/2006/relationships/image" Target="../media/image495.png"/><Relationship Id="rId127" Type="http://schemas.openxmlformats.org/officeDocument/2006/relationships/customXml" Target="../ink/ink441.xml"/><Relationship Id="rId10" Type="http://schemas.openxmlformats.org/officeDocument/2006/relationships/image" Target="../media/image447.png"/><Relationship Id="rId31" Type="http://schemas.openxmlformats.org/officeDocument/2006/relationships/customXml" Target="../ink/ink393.xml"/><Relationship Id="rId52" Type="http://schemas.openxmlformats.org/officeDocument/2006/relationships/image" Target="../media/image468.png"/><Relationship Id="rId73" Type="http://schemas.openxmlformats.org/officeDocument/2006/relationships/customXml" Target="../ink/ink414.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27.xml"/><Relationship Id="rId101" Type="http://schemas.openxmlformats.org/officeDocument/2006/relationships/customXml" Target="../ink/ink428.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82.xml"/><Relationship Id="rId26" Type="http://schemas.openxmlformats.org/officeDocument/2006/relationships/image" Target="../media/image455.png"/></Relationships>
</file>

<file path=ppt/slides/_rels/slide5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mc:Choice xmlns:p14="http://schemas.microsoft.com/office/powerpoint/2010/main"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p>
          <a:p>
            <a:pPr lvl="1"/>
            <a:r>
              <a:rPr lang="en-GB" sz="2800" dirty="0"/>
              <a:t>linear search</a:t>
            </a:r>
          </a:p>
          <a:p>
            <a:pPr lvl="1"/>
            <a:r>
              <a:rPr lang="en-GB" sz="2800" dirty="0"/>
              <a:t>find minimum and maximum</a:t>
            </a:r>
          </a:p>
          <a:p>
            <a:pPr lvl="1"/>
            <a:r>
              <a:rPr lang="en-GB" sz="2800" dirty="0"/>
              <a:t>count occurrences</a:t>
            </a:r>
          </a:p>
        </p:txBody>
      </p:sp>
    </p:spTree>
    <p:extLst>
      <p:ext uri="{BB962C8B-B14F-4D97-AF65-F5344CB8AC3E}">
        <p14:creationId xmlns:p14="http://schemas.microsoft.com/office/powerpoint/2010/main" val="38611548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1077</Words>
  <Application>Microsoft Office PowerPoint</Application>
  <PresentationFormat>Widescreen</PresentationFormat>
  <Paragraphs>299</Paragraphs>
  <Slides>59</Slides>
  <Notes>24</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59</vt:i4>
      </vt:variant>
    </vt:vector>
  </HeadingPairs>
  <TitlesOfParts>
    <vt:vector size="64"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317</cp:revision>
  <cp:lastPrinted>2022-12-12T09:57:02Z</cp:lastPrinted>
  <dcterms:created xsi:type="dcterms:W3CDTF">2020-11-23T14:36:09Z</dcterms:created>
  <dcterms:modified xsi:type="dcterms:W3CDTF">2026-08-19T19:53:37Z</dcterms:modified>
</cp:coreProperties>
</file>