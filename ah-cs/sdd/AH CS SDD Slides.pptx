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6.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879" r:id="rId29"/>
    <p:sldId id="926" r:id="rId30"/>
    <p:sldId id="931" r:id="rId31"/>
    <p:sldId id="930" r:id="rId32"/>
    <p:sldId id="937" r:id="rId33"/>
    <p:sldId id="936" r:id="rId34"/>
    <p:sldId id="934" r:id="rId35"/>
    <p:sldId id="935" r:id="rId36"/>
    <p:sldId id="496" r:id="rId37"/>
    <p:sldId id="941" r:id="rId38"/>
    <p:sldId id="942" r:id="rId39"/>
    <p:sldId id="938" r:id="rId40"/>
    <p:sldId id="939" r:id="rId41"/>
    <p:sldId id="940" r:id="rId42"/>
    <p:sldId id="932" r:id="rId43"/>
    <p:sldId id="946" r:id="rId44"/>
    <p:sldId id="947" r:id="rId45"/>
    <p:sldId id="944" r:id="rId46"/>
    <p:sldId id="945" r:id="rId47"/>
    <p:sldId id="948" r:id="rId48"/>
    <p:sldId id="896" r:id="rId49"/>
    <p:sldId id="901" r:id="rId50"/>
    <p:sldId id="908" r:id="rId51"/>
    <p:sldId id="897" r:id="rId52"/>
    <p:sldId id="898" r:id="rId53"/>
    <p:sldId id="899" r:id="rId54"/>
    <p:sldId id="900" r:id="rId55"/>
    <p:sldId id="902" r:id="rId56"/>
    <p:sldId id="903" r:id="rId57"/>
    <p:sldId id="904" r:id="rId58"/>
    <p:sldId id="905" r:id="rId59"/>
    <p:sldId id="907" r:id="rId60"/>
    <p:sldId id="906" r:id="rId61"/>
    <p:sldId id="909" r:id="rId62"/>
    <p:sldId id="910" r:id="rId63"/>
    <p:sldId id="911" r:id="rId64"/>
    <p:sldId id="912" r:id="rId65"/>
    <p:sldId id="913" r:id="rId66"/>
    <p:sldId id="914" r:id="rId67"/>
    <p:sldId id="915" r:id="rId68"/>
    <p:sldId id="916" r:id="rId69"/>
    <p:sldId id="917" r:id="rId70"/>
    <p:sldId id="918" r:id="rId71"/>
    <p:sldId id="919" r:id="rId72"/>
    <p:sldId id="920" r:id="rId73"/>
    <p:sldId id="921" r:id="rId74"/>
    <p:sldId id="922" r:id="rId75"/>
    <p:sldId id="923" r:id="rId76"/>
    <p:sldId id="924" r:id="rId77"/>
    <p:sldId id="925" r:id="rId78"/>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41"/>
            <p14:sldId id="942"/>
            <p14:sldId id="938"/>
            <p14:sldId id="939"/>
            <p14:sldId id="940"/>
          </p14:sldIdLst>
        </p14:section>
        <p14:section name="Binary search" id="{877E2555-C0E8-4F73-91B9-257005800B15}">
          <p14:sldIdLst>
            <p14:sldId id="932"/>
            <p14:sldId id="946"/>
            <p14:sldId id="947"/>
            <p14:sldId id="944"/>
            <p14:sldId id="945"/>
            <p14:sldId id="948"/>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AAAA"/>
    <a:srgbClr val="E9EBF5"/>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32" dt="2026-09-01T19:57:49.4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73" autoAdjust="0"/>
    <p:restoredTop sz="91678" autoAdjust="0"/>
  </p:normalViewPr>
  <p:slideViewPr>
    <p:cSldViewPr snapToGrid="0" showGuides="1">
      <p:cViewPr varScale="1">
        <p:scale>
          <a:sx n="61" d="100"/>
          <a:sy n="61" d="100"/>
        </p:scale>
        <p:origin x="600" y="52"/>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1T19:58:04.133" v="4894" actId="120"/>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grpChg chg="del mod">
          <ac:chgData name="Al Friend" userId="e5ed79da-d858-46d4-9eed-a7a24903f2de" providerId="ADAL" clId="{6CF5D3DD-A8C4-4611-8099-4AEB2E976A2E}" dt="2026-09-01T19:57:49.407" v="4892"/>
          <ac:grpSpMkLst>
            <pc:docMk/>
            <pc:sldMk cId="3895107268" sldId="883"/>
            <ac:grpSpMk id="61" creationId="{A535B83C-3E75-FB0E-7EA0-22B4F69C128D}"/>
          </ac:grpSpMkLst>
        </pc:grpChg>
        <pc:inkChg chg="del mod">
          <ac:chgData name="Al Friend" userId="e5ed79da-d858-46d4-9eed-a7a24903f2de" providerId="ADAL" clId="{6CF5D3DD-A8C4-4611-8099-4AEB2E976A2E}" dt="2026-09-01T19:57:49.407" v="4892"/>
          <ac:inkMkLst>
            <pc:docMk/>
            <pc:sldMk cId="3895107268" sldId="883"/>
            <ac:inkMk id="29" creationId="{3BEFE175-41FF-B259-F23F-0B21B81FC457}"/>
          </ac:inkMkLst>
        </pc:inkChg>
        <pc:inkChg chg="del mod">
          <ac:chgData name="Al Friend" userId="e5ed79da-d858-46d4-9eed-a7a24903f2de" providerId="ADAL" clId="{6CF5D3DD-A8C4-4611-8099-4AEB2E976A2E}" dt="2026-09-01T19:57:49.405" v="4882"/>
          <ac:inkMkLst>
            <pc:docMk/>
            <pc:sldMk cId="3895107268" sldId="883"/>
            <ac:inkMk id="30" creationId="{2FB1D98E-7BB1-29B2-65CF-7A14ECB3734C}"/>
          </ac:inkMkLst>
        </pc:inkChg>
        <pc:inkChg chg="del mod">
          <ac:chgData name="Al Friend" userId="e5ed79da-d858-46d4-9eed-a7a24903f2de" providerId="ADAL" clId="{6CF5D3DD-A8C4-4611-8099-4AEB2E976A2E}" dt="2026-09-01T19:57:49.407" v="4893"/>
          <ac:inkMkLst>
            <pc:docMk/>
            <pc:sldMk cId="3895107268" sldId="883"/>
            <ac:inkMk id="34" creationId="{F7FBED60-FABB-4F97-27A1-E148BC2F64FA}"/>
          </ac:inkMkLst>
        </pc:inkChg>
        <pc:inkChg chg="del mod">
          <ac:chgData name="Al Friend" userId="e5ed79da-d858-46d4-9eed-a7a24903f2de" providerId="ADAL" clId="{6CF5D3DD-A8C4-4611-8099-4AEB2E976A2E}" dt="2026-09-01T19:57:49.405" v="4879"/>
          <ac:inkMkLst>
            <pc:docMk/>
            <pc:sldMk cId="3895107268" sldId="883"/>
            <ac:inkMk id="35" creationId="{E3626425-9FAD-F161-BAE9-01C09617F30F}"/>
          </ac:inkMkLst>
        </pc:inkChg>
        <pc:inkChg chg="del mod">
          <ac:chgData name="Al Friend" userId="e5ed79da-d858-46d4-9eed-a7a24903f2de" providerId="ADAL" clId="{6CF5D3DD-A8C4-4611-8099-4AEB2E976A2E}" dt="2026-09-01T19:57:49.407" v="4891"/>
          <ac:inkMkLst>
            <pc:docMk/>
            <pc:sldMk cId="3895107268" sldId="883"/>
            <ac:inkMk id="36" creationId="{98700BDD-0038-9044-CA93-1AF39DCDFAD8}"/>
          </ac:inkMkLst>
        </pc:inkChg>
        <pc:inkChg chg="del mod">
          <ac:chgData name="Al Friend" userId="e5ed79da-d858-46d4-9eed-a7a24903f2de" providerId="ADAL" clId="{6CF5D3DD-A8C4-4611-8099-4AEB2E976A2E}" dt="2026-09-01T19:57:49.405" v="4888"/>
          <ac:inkMkLst>
            <pc:docMk/>
            <pc:sldMk cId="3895107268" sldId="883"/>
            <ac:inkMk id="38" creationId="{95C54021-CEB2-DA3D-4962-B331B4D5CCFF}"/>
          </ac:inkMkLst>
        </pc:inkChg>
        <pc:inkChg chg="del mod">
          <ac:chgData name="Al Friend" userId="e5ed79da-d858-46d4-9eed-a7a24903f2de" providerId="ADAL" clId="{6CF5D3DD-A8C4-4611-8099-4AEB2E976A2E}" dt="2026-09-01T19:57:49.405" v="4889"/>
          <ac:inkMkLst>
            <pc:docMk/>
            <pc:sldMk cId="3895107268" sldId="883"/>
            <ac:inkMk id="41" creationId="{34423C1D-FE7B-9303-1851-419A0DE38944}"/>
          </ac:inkMkLst>
        </pc:inkChg>
        <pc:inkChg chg="del mod">
          <ac:chgData name="Al Friend" userId="e5ed79da-d858-46d4-9eed-a7a24903f2de" providerId="ADAL" clId="{6CF5D3DD-A8C4-4611-8099-4AEB2E976A2E}" dt="2026-09-01T19:57:49.403" v="4871"/>
          <ac:inkMkLst>
            <pc:docMk/>
            <pc:sldMk cId="3895107268" sldId="883"/>
            <ac:inkMk id="44" creationId="{625A2485-7D96-1A96-ABCC-333631ADCE8A}"/>
          </ac:inkMkLst>
        </pc:inkChg>
        <pc:inkChg chg="del mod">
          <ac:chgData name="Al Friend" userId="e5ed79da-d858-46d4-9eed-a7a24903f2de" providerId="ADAL" clId="{6CF5D3DD-A8C4-4611-8099-4AEB2E976A2E}" dt="2026-09-01T19:57:49.405" v="4883"/>
          <ac:inkMkLst>
            <pc:docMk/>
            <pc:sldMk cId="3895107268" sldId="883"/>
            <ac:inkMk id="45" creationId="{547E67B3-4E7A-FF90-7D93-2BFCDE8338EC}"/>
          </ac:inkMkLst>
        </pc:inkChg>
        <pc:inkChg chg="del mod">
          <ac:chgData name="Al Friend" userId="e5ed79da-d858-46d4-9eed-a7a24903f2de" providerId="ADAL" clId="{6CF5D3DD-A8C4-4611-8099-4AEB2E976A2E}" dt="2026-09-01T19:57:49.405" v="4884"/>
          <ac:inkMkLst>
            <pc:docMk/>
            <pc:sldMk cId="3895107268" sldId="883"/>
            <ac:inkMk id="48" creationId="{4AA23A4D-4133-8970-5DED-AA6C8751742E}"/>
          </ac:inkMkLst>
        </pc:inkChg>
        <pc:inkChg chg="del mod">
          <ac:chgData name="Al Friend" userId="e5ed79da-d858-46d4-9eed-a7a24903f2de" providerId="ADAL" clId="{6CF5D3DD-A8C4-4611-8099-4AEB2E976A2E}" dt="2026-09-01T19:57:49.403" v="4874"/>
          <ac:inkMkLst>
            <pc:docMk/>
            <pc:sldMk cId="3895107268" sldId="883"/>
            <ac:inkMk id="49" creationId="{C3CDB17A-FA28-9677-C95F-E1229C0F3253}"/>
          </ac:inkMkLst>
        </pc:inkChg>
        <pc:inkChg chg="del mod">
          <ac:chgData name="Al Friend" userId="e5ed79da-d858-46d4-9eed-a7a24903f2de" providerId="ADAL" clId="{6CF5D3DD-A8C4-4611-8099-4AEB2E976A2E}" dt="2026-09-01T19:57:49.405" v="4885"/>
          <ac:inkMkLst>
            <pc:docMk/>
            <pc:sldMk cId="3895107268" sldId="883"/>
            <ac:inkMk id="50" creationId="{E8006EC1-8EC5-52A5-6586-074763B85336}"/>
          </ac:inkMkLst>
        </pc:inkChg>
        <pc:inkChg chg="del mod">
          <ac:chgData name="Al Friend" userId="e5ed79da-d858-46d4-9eed-a7a24903f2de" providerId="ADAL" clId="{6CF5D3DD-A8C4-4611-8099-4AEB2E976A2E}" dt="2026-09-01T19:57:49.405" v="4886"/>
          <ac:inkMkLst>
            <pc:docMk/>
            <pc:sldMk cId="3895107268" sldId="883"/>
            <ac:inkMk id="51" creationId="{EC745E73-3BA4-D55B-A44E-CF38C5D933E1}"/>
          </ac:inkMkLst>
        </pc:inkChg>
        <pc:inkChg chg="del mod">
          <ac:chgData name="Al Friend" userId="e5ed79da-d858-46d4-9eed-a7a24903f2de" providerId="ADAL" clId="{6CF5D3DD-A8C4-4611-8099-4AEB2E976A2E}" dt="2026-09-01T19:57:49.405" v="4878"/>
          <ac:inkMkLst>
            <pc:docMk/>
            <pc:sldMk cId="3895107268" sldId="883"/>
            <ac:inkMk id="52" creationId="{4CE4CB10-9D17-9631-900D-4B72FE4FACA5}"/>
          </ac:inkMkLst>
        </pc:inkChg>
        <pc:inkChg chg="del mod">
          <ac:chgData name="Al Friend" userId="e5ed79da-d858-46d4-9eed-a7a24903f2de" providerId="ADAL" clId="{6CF5D3DD-A8C4-4611-8099-4AEB2E976A2E}" dt="2026-09-01T19:57:49.405" v="4887"/>
          <ac:inkMkLst>
            <pc:docMk/>
            <pc:sldMk cId="3895107268" sldId="883"/>
            <ac:inkMk id="54" creationId="{61603BA9-CD49-ED24-DD42-073FCD38F8E2}"/>
          </ac:inkMkLst>
        </pc:inkChg>
        <pc:inkChg chg="del mod">
          <ac:chgData name="Al Friend" userId="e5ed79da-d858-46d4-9eed-a7a24903f2de" providerId="ADAL" clId="{6CF5D3DD-A8C4-4611-8099-4AEB2E976A2E}" dt="2026-09-01T19:57:49.405" v="4881"/>
          <ac:inkMkLst>
            <pc:docMk/>
            <pc:sldMk cId="3895107268" sldId="883"/>
            <ac:inkMk id="55" creationId="{CE80F143-1B05-13B2-CCBA-1F20F957B558}"/>
          </ac:inkMkLst>
        </pc:inkChg>
        <pc:inkChg chg="mod">
          <ac:chgData name="Al Friend" userId="e5ed79da-d858-46d4-9eed-a7a24903f2de" providerId="ADAL" clId="{6CF5D3DD-A8C4-4611-8099-4AEB2E976A2E}" dt="2026-09-01T19:57:49.405" v="4879"/>
          <ac:inkMkLst>
            <pc:docMk/>
            <pc:sldMk cId="3895107268" sldId="883"/>
            <ac:inkMk id="57" creationId="{CD4B6D30-254E-E3E9-D7D0-50C7B100D7DB}"/>
          </ac:inkMkLst>
        </pc:inkChg>
        <pc:inkChg chg="del mod">
          <ac:chgData name="Al Friend" userId="e5ed79da-d858-46d4-9eed-a7a24903f2de" providerId="ADAL" clId="{6CF5D3DD-A8C4-4611-8099-4AEB2E976A2E}" dt="2026-09-01T19:57:49.403" v="4872"/>
          <ac:inkMkLst>
            <pc:docMk/>
            <pc:sldMk cId="3895107268" sldId="883"/>
            <ac:inkMk id="59" creationId="{869FE541-24C7-F093-541E-2A62D92BC6A5}"/>
          </ac:inkMkLst>
        </pc:inkChg>
        <pc:inkChg chg="del mod">
          <ac:chgData name="Al Friend" userId="e5ed79da-d858-46d4-9eed-a7a24903f2de" providerId="ADAL" clId="{6CF5D3DD-A8C4-4611-8099-4AEB2E976A2E}" dt="2026-09-01T19:57:49.407" v="4890"/>
          <ac:inkMkLst>
            <pc:docMk/>
            <pc:sldMk cId="3895107268" sldId="883"/>
            <ac:inkMk id="60" creationId="{5B9E4FB9-5F4E-1D24-7B6F-D52EAFE5A030}"/>
          </ac:inkMkLst>
        </pc:ink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modShow">
        <pc:chgData name="Al Friend" userId="e5ed79da-d858-46d4-9eed-a7a24903f2de" providerId="ADAL" clId="{6CF5D3DD-A8C4-4611-8099-4AEB2E976A2E}" dt="2026-09-01T19:46:11.917" v="4826" actId="729"/>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sldChg>
      <pc:sldChg chg="mod modShow">
        <pc:chgData name="Al Friend" userId="e5ed79da-d858-46d4-9eed-a7a24903f2de" providerId="ADAL" clId="{6CF5D3DD-A8C4-4611-8099-4AEB2E976A2E}" dt="2026-09-01T19:47:18.211" v="4827" actId="729"/>
        <pc:sldMkLst>
          <pc:docMk/>
          <pc:sldMk cId="1059950045" sldId="942"/>
        </pc:sldMkLst>
      </pc:sldChg>
      <pc:sldChg chg="modSp mod modAnim modShow">
        <pc:chgData name="Al Friend" userId="e5ed79da-d858-46d4-9eed-a7a24903f2de" providerId="ADAL" clId="{6CF5D3DD-A8C4-4611-8099-4AEB2E976A2E}" dt="2026-09-01T19:48:31.645" v="4834" actId="20577"/>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2T11:11:06.411" v="1613" actId="2057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modAnim">
        <pc:chgData name="Al Friend" userId="e5ed79da-d858-46d4-9eed-a7a24903f2de" providerId="ADAL" clId="{4885A6DF-90C9-4AE3-9F0B-92B3ECABFA28}" dt="2026-09-02T11:11:06.411" v="1613" actId="20577"/>
        <pc:sldMkLst>
          <pc:docMk/>
          <pc:sldMk cId="2047793123" sldId="888"/>
        </pc:sldMkLst>
        <pc:spChg chg="mod">
          <ac:chgData name="Al Friend" userId="e5ed79da-d858-46d4-9eed-a7a24903f2de" providerId="ADAL" clId="{4885A6DF-90C9-4AE3-9F0B-92B3ECABFA28}" dt="2026-09-02T11:11:06.411" v="1613" actId="20577"/>
          <ac:spMkLst>
            <pc:docMk/>
            <pc:sldMk cId="2047793123" sldId="888"/>
            <ac:spMk id="3" creationId="{246B11CC-3339-C315-0BE8-FA4C1D5275B4}"/>
          </ac:spMkLst>
        </pc:spChg>
      </pc:sldChg>
      <pc:sldChg chg="add del">
        <pc:chgData name="Al Friend" userId="e5ed79da-d858-46d4-9eed-a7a24903f2de" providerId="ADAL" clId="{4885A6DF-90C9-4AE3-9F0B-92B3ECABFA28}" dt="2026-09-01T13:43:18.467" v="680" actId="2696"/>
        <pc:sldMkLst>
          <pc:docMk/>
          <pc:sldMk cId="3786362822" sldId="928"/>
        </pc:sldMkLst>
      </pc:sldChg>
      <pc:sldChg chg="add del">
        <pc:chgData name="Al Friend" userId="e5ed79da-d858-46d4-9eed-a7a24903f2de" providerId="ADAL" clId="{4885A6DF-90C9-4AE3-9F0B-92B3ECABFA28}" dt="2026-09-01T15:08:12.488" v="1383" actId="2696"/>
        <pc:sldMkLst>
          <pc:docMk/>
          <pc:sldMk cId="1538319521" sldId="929"/>
        </pc:sldMkLst>
      </pc:sldChg>
      <pc:sldChg chg="addSp delSp modSp add modAnim">
        <pc:chgData name="Al Friend" userId="e5ed79da-d858-46d4-9eed-a7a24903f2de" providerId="ADAL" clId="{4885A6DF-90C9-4AE3-9F0B-92B3ECABFA28}" dt="2026-08-31T08:43:44.452" v="523"/>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sldChg chg="addSp delSp modSp">
        <pc:chgData name="Al Friend" userId="e5ed79da-d858-46d4-9eed-a7a24903f2de" providerId="ADAL" clId="{4885A6DF-90C9-4AE3-9F0B-92B3ECABFA28}" dt="2026-09-01T13:37:42.697" v="676" actId="20577"/>
        <pc:sldMkLst>
          <pc:docMk/>
          <pc:sldMk cId="3684908731" sldId="938"/>
        </pc:sldMkLst>
        <pc:spChg chg="mod">
          <ac:chgData name="Al Friend" userId="e5ed79da-d858-46d4-9eed-a7a24903f2de" providerId="ADAL" clId="{4885A6DF-90C9-4AE3-9F0B-92B3ECABFA28}" dt="2026-09-01T12:31:31.732" v="535" actId="20577"/>
          <ac:spMkLst>
            <pc:docMk/>
            <pc:sldMk cId="3684908731" sldId="938"/>
            <ac:spMk id="2" creationId="{32562A35-8444-352D-484E-CB7ACC45B800}"/>
          </ac:spMkLst>
        </pc:spChg>
        <pc:spChg chg="add mod">
          <ac:chgData name="Al Friend" userId="e5ed79da-d858-46d4-9eed-a7a24903f2de" providerId="ADAL" clId="{4885A6DF-90C9-4AE3-9F0B-92B3ECABFA28}" dt="2026-09-01T12:51:58.096" v="571" actId="1038"/>
          <ac:spMkLst>
            <pc:docMk/>
            <pc:sldMk cId="3684908731" sldId="938"/>
            <ac:spMk id="11" creationId="{2309FD19-BB21-48D2-B120-63E665B3E0FB}"/>
          </ac:spMkLst>
        </pc:spChg>
        <pc:spChg chg="del">
          <ac:chgData name="Al Friend" userId="e5ed79da-d858-46d4-9eed-a7a24903f2de" providerId="ADAL" clId="{4885A6DF-90C9-4AE3-9F0B-92B3ECABFA28}" dt="2026-09-01T12:51:48.431" v="567" actId="478"/>
          <ac:spMkLst>
            <pc:docMk/>
            <pc:sldMk cId="3684908731" sldId="938"/>
            <ac:spMk id="18" creationId="{4D1B6E9A-BCD7-3D15-D7E9-8444DAE8FACA}"/>
          </ac:spMkLst>
        </pc:spChg>
        <pc:graphicFrameChg chg="modGraphic">
          <ac:chgData name="Al Friend" userId="e5ed79da-d858-46d4-9eed-a7a24903f2de" providerId="ADAL" clId="{4885A6DF-90C9-4AE3-9F0B-92B3ECABFA28}" dt="2026-09-01T13:37:42.697" v="676" actId="20577"/>
          <ac:graphicFrameMkLst>
            <pc:docMk/>
            <pc:sldMk cId="3684908731" sldId="938"/>
            <ac:graphicFrameMk id="5" creationId="{B35CB9EF-CB7D-0095-1CD4-9574D3E39B38}"/>
          </ac:graphicFrameMkLst>
        </pc:graphicFrameChg>
        <pc:graphicFrameChg chg="modGraphic">
          <ac:chgData name="Al Friend" userId="e5ed79da-d858-46d4-9eed-a7a24903f2de" providerId="ADAL" clId="{4885A6DF-90C9-4AE3-9F0B-92B3ECABFA28}" dt="2026-09-01T12:51:35.018" v="565" actId="20577"/>
          <ac:graphicFrameMkLst>
            <pc:docMk/>
            <pc:sldMk cId="3684908731" sldId="938"/>
            <ac:graphicFrameMk id="6" creationId="{2A40BFD7-F265-20FC-5BE6-7FE3A9EE2B19}"/>
          </ac:graphicFrameMkLst>
        </pc:graphicFrameChg>
        <pc:graphicFrameChg chg="modGraphic">
          <ac:chgData name="Al Friend" userId="e5ed79da-d858-46d4-9eed-a7a24903f2de" providerId="ADAL" clId="{4885A6DF-90C9-4AE3-9F0B-92B3ECABFA28}" dt="2026-09-01T12:52:09.779" v="577" actId="20577"/>
          <ac:graphicFrameMkLst>
            <pc:docMk/>
            <pc:sldMk cId="3684908731" sldId="938"/>
            <ac:graphicFrameMk id="7" creationId="{3E30EAA9-4C00-570B-5B89-5CAE14E1E86C}"/>
          </ac:graphicFrameMkLst>
        </pc:graphicFrameChg>
        <pc:graphicFrameChg chg="modGraphic">
          <ac:chgData name="Al Friend" userId="e5ed79da-d858-46d4-9eed-a7a24903f2de" providerId="ADAL" clId="{4885A6DF-90C9-4AE3-9F0B-92B3ECABFA28}" dt="2026-09-01T12:51:28.683" v="561" actId="20577"/>
          <ac:graphicFrameMkLst>
            <pc:docMk/>
            <pc:sldMk cId="3684908731" sldId="938"/>
            <ac:graphicFrameMk id="12" creationId="{05247951-AF84-5501-4EEA-2507054A7CCD}"/>
          </ac:graphicFrameMkLst>
        </pc:graphicFrameChg>
        <pc:graphicFrameChg chg="modGraphic">
          <ac:chgData name="Al Friend" userId="e5ed79da-d858-46d4-9eed-a7a24903f2de" providerId="ADAL" clId="{4885A6DF-90C9-4AE3-9F0B-92B3ECABFA28}" dt="2026-09-01T12:51:20.710" v="557"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1T12:59:02.005" v="634" actId="207"/>
        <pc:sldMkLst>
          <pc:docMk/>
          <pc:sldMk cId="3499305320" sldId="939"/>
        </pc:sldMkLst>
        <pc:spChg chg="add del">
          <ac:chgData name="Al Friend" userId="e5ed79da-d858-46d4-9eed-a7a24903f2de" providerId="ADAL" clId="{4885A6DF-90C9-4AE3-9F0B-92B3ECABFA28}" dt="2026-09-01T12:56:36.399" v="614"/>
          <ac:spMkLst>
            <pc:docMk/>
            <pc:sldMk cId="3499305320" sldId="939"/>
            <ac:spMk id="3" creationId="{96D80B89-7050-4C04-B7F2-50ABC8899A25}"/>
          </ac:spMkLst>
        </pc:spChg>
        <pc:spChg chg="mod">
          <ac:chgData name="Al Friend" userId="e5ed79da-d858-46d4-9eed-a7a24903f2de" providerId="ADAL" clId="{4885A6DF-90C9-4AE3-9F0B-92B3ECABFA28}" dt="2026-09-01T12:53:30.878" v="590" actId="1076"/>
          <ac:spMkLst>
            <pc:docMk/>
            <pc:sldMk cId="3499305320" sldId="939"/>
            <ac:spMk id="11" creationId="{2309FD19-BB21-48D2-B120-63E665B3E0FB}"/>
          </ac:spMkLst>
        </pc:spChg>
        <pc:spChg chg="del">
          <ac:chgData name="Al Friend" userId="e5ed79da-d858-46d4-9eed-a7a24903f2de" providerId="ADAL" clId="{4885A6DF-90C9-4AE3-9F0B-92B3ECABFA28}" dt="2026-09-01T12:53:02.798" v="584" actId="478"/>
          <ac:spMkLst>
            <pc:docMk/>
            <pc:sldMk cId="3499305320" sldId="939"/>
            <ac:spMk id="16" creationId="{DF4B92F4-40E8-2470-4549-164EBE6692A6}"/>
          </ac:spMkLst>
        </pc:spChg>
        <pc:spChg chg="add mod">
          <ac:chgData name="Al Friend" userId="e5ed79da-d858-46d4-9eed-a7a24903f2de" providerId="ADAL" clId="{4885A6DF-90C9-4AE3-9F0B-92B3ECABFA28}" dt="2026-09-01T12:57:20.544" v="625" actId="1076"/>
          <ac:spMkLst>
            <pc:docMk/>
            <pc:sldMk cId="3499305320" sldId="939"/>
            <ac:spMk id="17" creationId="{88F9DFC4-3D95-497E-B59A-C82E2B3F45CA}"/>
          </ac:spMkLst>
        </pc:spChg>
        <pc:spChg chg="add del">
          <ac:chgData name="Al Friend" userId="e5ed79da-d858-46d4-9eed-a7a24903f2de" providerId="ADAL" clId="{4885A6DF-90C9-4AE3-9F0B-92B3ECABFA28}" dt="2026-09-01T12:56:23.574" v="610" actId="478"/>
          <ac:spMkLst>
            <pc:docMk/>
            <pc:sldMk cId="3499305320" sldId="939"/>
            <ac:spMk id="18" creationId="{1431C318-7F61-471C-AE3B-9E434A1D162E}"/>
          </ac:spMkLst>
        </pc:spChg>
        <pc:spChg chg="add mod">
          <ac:chgData name="Al Friend" userId="e5ed79da-d858-46d4-9eed-a7a24903f2de" providerId="ADAL" clId="{4885A6DF-90C9-4AE3-9F0B-92B3ECABFA28}" dt="2026-09-01T12:57:29.072" v="629" actId="1038"/>
          <ac:spMkLst>
            <pc:docMk/>
            <pc:sldMk cId="3499305320" sldId="939"/>
            <ac:spMk id="21" creationId="{A4C7342B-8D6B-4CCF-A174-9DB52E13158C}"/>
          </ac:spMkLst>
        </pc:spChg>
        <pc:graphicFrameChg chg="del">
          <ac:chgData name="Al Friend" userId="e5ed79da-d858-46d4-9eed-a7a24903f2de" providerId="ADAL" clId="{4885A6DF-90C9-4AE3-9F0B-92B3ECABFA28}" dt="2026-09-01T12:52:59.284" v="582" actId="478"/>
          <ac:graphicFrameMkLst>
            <pc:docMk/>
            <pc:sldMk cId="3499305320" sldId="939"/>
            <ac:graphicFrameMk id="5" creationId="{B35CB9EF-CB7D-0095-1CD4-9574D3E39B38}"/>
          </ac:graphicFrameMkLst>
        </pc:graphicFrameChg>
        <pc:graphicFrameChg chg="del modGraphic">
          <ac:chgData name="Al Friend" userId="e5ed79da-d858-46d4-9eed-a7a24903f2de" providerId="ADAL" clId="{4885A6DF-90C9-4AE3-9F0B-92B3ECABFA28}" dt="2026-09-01T12:53:05.571" v="586" actId="478"/>
          <ac:graphicFrameMkLst>
            <pc:docMk/>
            <pc:sldMk cId="3499305320" sldId="939"/>
            <ac:graphicFrameMk id="6" creationId="{2A40BFD7-F265-20FC-5BE6-7FE3A9EE2B19}"/>
          </ac:graphicFrameMkLst>
        </pc:graphicFrameChg>
        <pc:graphicFrameChg chg="mod modGraphic">
          <ac:chgData name="Al Friend" userId="e5ed79da-d858-46d4-9eed-a7a24903f2de" providerId="ADAL" clId="{4885A6DF-90C9-4AE3-9F0B-92B3ECABFA28}" dt="2026-09-01T12:58:48.650" v="633" actId="207"/>
          <ac:graphicFrameMkLst>
            <pc:docMk/>
            <pc:sldMk cId="3499305320" sldId="939"/>
            <ac:graphicFrameMk id="7" creationId="{3E30EAA9-4C00-570B-5B89-5CAE14E1E86C}"/>
          </ac:graphicFrameMkLst>
        </pc:graphicFrameChg>
        <pc:graphicFrameChg chg="del">
          <ac:chgData name="Al Friend" userId="e5ed79da-d858-46d4-9eed-a7a24903f2de" providerId="ADAL" clId="{4885A6DF-90C9-4AE3-9F0B-92B3ECABFA28}" dt="2026-09-01T12:53:04.406" v="585" actId="478"/>
          <ac:graphicFrameMkLst>
            <pc:docMk/>
            <pc:sldMk cId="3499305320" sldId="939"/>
            <ac:graphicFrameMk id="12" creationId="{05247951-AF84-5501-4EEA-2507054A7CCD}"/>
          </ac:graphicFrameMkLst>
        </pc:graphicFrameChg>
        <pc:graphicFrameChg chg="add mod modGraphic">
          <ac:chgData name="Al Friend" userId="e5ed79da-d858-46d4-9eed-a7a24903f2de" providerId="ADAL" clId="{4885A6DF-90C9-4AE3-9F0B-92B3ECABFA28}" dt="2026-09-01T12:54:01.462" v="597" actId="207"/>
          <ac:graphicFrameMkLst>
            <pc:docMk/>
            <pc:sldMk cId="3499305320" sldId="939"/>
            <ac:graphicFrameMk id="13" creationId="{031C4D91-E3D7-477B-BEA9-9118804B9D2F}"/>
          </ac:graphicFrameMkLst>
        </pc:graphicFrameChg>
        <pc:graphicFrameChg chg="add mod modGraphic">
          <ac:chgData name="Al Friend" userId="e5ed79da-d858-46d4-9eed-a7a24903f2de" providerId="ADAL" clId="{4885A6DF-90C9-4AE3-9F0B-92B3ECABFA28}" dt="2026-09-01T12:56:32.478" v="612" actId="1076"/>
          <ac:graphicFrameMkLst>
            <pc:docMk/>
            <pc:sldMk cId="3499305320" sldId="939"/>
            <ac:graphicFrameMk id="14" creationId="{FA04C2D2-7C08-4D75-8F62-CDC82104BF5F}"/>
          </ac:graphicFrameMkLst>
        </pc:graphicFrameChg>
        <pc:graphicFrameChg chg="del">
          <ac:chgData name="Al Friend" userId="e5ed79da-d858-46d4-9eed-a7a24903f2de" providerId="ADAL" clId="{4885A6DF-90C9-4AE3-9F0B-92B3ECABFA28}" dt="2026-09-01T12:53:01.456" v="583" actId="478"/>
          <ac:graphicFrameMkLst>
            <pc:docMk/>
            <pc:sldMk cId="3499305320" sldId="939"/>
            <ac:graphicFrameMk id="15" creationId="{7CDE9E83-790D-745A-48D6-D3D543E69A3B}"/>
          </ac:graphicFrameMkLst>
        </pc:graphicFrameChg>
        <pc:graphicFrameChg chg="add mod modGraphic">
          <ac:chgData name="Al Friend" userId="e5ed79da-d858-46d4-9eed-a7a24903f2de" providerId="ADAL" clId="{4885A6DF-90C9-4AE3-9F0B-92B3ECABFA28}" dt="2026-09-01T12:57:08.097" v="621" actId="207"/>
          <ac:graphicFrameMkLst>
            <pc:docMk/>
            <pc:sldMk cId="3499305320" sldId="939"/>
            <ac:graphicFrameMk id="19" creationId="{09EC2242-E260-47BD-94F6-F228E6BBEAA1}"/>
          </ac:graphicFrameMkLst>
        </pc:graphicFrameChg>
        <pc:graphicFrameChg chg="add mod modGraphic">
          <ac:chgData name="Al Friend" userId="e5ed79da-d858-46d4-9eed-a7a24903f2de" providerId="ADAL" clId="{4885A6DF-90C9-4AE3-9F0B-92B3ECABFA28}" dt="2026-09-01T12:59:02.005" v="634" actId="207"/>
          <ac:graphicFrameMkLst>
            <pc:docMk/>
            <pc:sldMk cId="3499305320" sldId="939"/>
            <ac:graphicFrameMk id="20" creationId="{416DD790-9E86-4C8E-9E96-91CB354C86FF}"/>
          </ac:graphicFrameMkLst>
        </pc:graphicFrameChg>
      </pc:sldChg>
      <pc:sldChg chg="add del">
        <pc:chgData name="Al Friend" userId="e5ed79da-d858-46d4-9eed-a7a24903f2de" providerId="ADAL" clId="{4885A6DF-90C9-4AE3-9F0B-92B3ECABFA28}" dt="2026-09-01T12:52:26.520" v="578" actId="2696"/>
        <pc:sldMkLst>
          <pc:docMk/>
          <pc:sldMk cId="3922590787" sldId="939"/>
        </pc:sldMkLst>
      </pc:sldChg>
      <pc:sldChg chg="addSp delSp modSp add">
        <pc:chgData name="Al Friend" userId="e5ed79da-d858-46d4-9eed-a7a24903f2de" providerId="ADAL" clId="{4885A6DF-90C9-4AE3-9F0B-92B3ECABFA28}" dt="2026-09-01T13:39:48.168" v="679" actId="207"/>
        <pc:sldMkLst>
          <pc:docMk/>
          <pc:sldMk cId="4030674572" sldId="940"/>
        </pc:sldMkLst>
        <pc:spChg chg="del">
          <ac:chgData name="Al Friend" userId="e5ed79da-d858-46d4-9eed-a7a24903f2de" providerId="ADAL" clId="{4885A6DF-90C9-4AE3-9F0B-92B3ECABFA28}" dt="2026-09-01T12:59:24.391" v="636" actId="478"/>
          <ac:spMkLst>
            <pc:docMk/>
            <pc:sldMk cId="4030674572" sldId="940"/>
            <ac:spMk id="11" creationId="{2309FD19-BB21-48D2-B120-63E665B3E0FB}"/>
          </ac:spMkLst>
        </pc:spChg>
        <pc:spChg chg="add del mod">
          <ac:chgData name="Al Friend" userId="e5ed79da-d858-46d4-9eed-a7a24903f2de" providerId="ADAL" clId="{4885A6DF-90C9-4AE3-9F0B-92B3ECABFA28}" dt="2026-09-01T12:59:50.846" v="642" actId="478"/>
          <ac:spMkLst>
            <pc:docMk/>
            <pc:sldMk cId="4030674572" sldId="940"/>
            <ac:spMk id="15" creationId="{F58F6364-80F0-4910-B880-367563134E46}"/>
          </ac:spMkLst>
        </pc:spChg>
        <pc:spChg chg="del">
          <ac:chgData name="Al Friend" userId="e5ed79da-d858-46d4-9eed-a7a24903f2de" providerId="ADAL" clId="{4885A6DF-90C9-4AE3-9F0B-92B3ECABFA28}" dt="2026-09-01T12:59:24.391" v="636" actId="478"/>
          <ac:spMkLst>
            <pc:docMk/>
            <pc:sldMk cId="4030674572" sldId="940"/>
            <ac:spMk id="17" creationId="{88F9DFC4-3D95-497E-B59A-C82E2B3F45CA}"/>
          </ac:spMkLst>
        </pc:spChg>
        <pc:spChg chg="add mod">
          <ac:chgData name="Al Friend" userId="e5ed79da-d858-46d4-9eed-a7a24903f2de" providerId="ADAL" clId="{4885A6DF-90C9-4AE3-9F0B-92B3ECABFA28}" dt="2026-09-01T13:35:04.065" v="670" actId="1076"/>
          <ac:spMkLst>
            <pc:docMk/>
            <pc:sldMk cId="4030674572" sldId="940"/>
            <ac:spMk id="18" creationId="{2B5BFAF8-98BE-49AA-B807-5103B9D519E2}"/>
          </ac:spMkLst>
        </pc:spChg>
        <pc:spChg chg="del mod">
          <ac:chgData name="Al Friend" userId="e5ed79da-d858-46d4-9eed-a7a24903f2de" providerId="ADAL" clId="{4885A6DF-90C9-4AE3-9F0B-92B3ECABFA28}" dt="2026-09-01T13:34:57.371" v="669" actId="478"/>
          <ac:spMkLst>
            <pc:docMk/>
            <pc:sldMk cId="4030674572" sldId="940"/>
            <ac:spMk id="21" creationId="{A4C7342B-8D6B-4CCF-A174-9DB52E13158C}"/>
          </ac:spMkLst>
        </pc:spChg>
        <pc:graphicFrameChg chg="del">
          <ac:chgData name="Al Friend" userId="e5ed79da-d858-46d4-9eed-a7a24903f2de" providerId="ADAL" clId="{4885A6DF-90C9-4AE3-9F0B-92B3ECABFA28}" dt="2026-09-01T12:59:24.391" v="636" actId="478"/>
          <ac:graphicFrameMkLst>
            <pc:docMk/>
            <pc:sldMk cId="4030674572" sldId="940"/>
            <ac:graphicFrameMk id="7" creationId="{3E30EAA9-4C00-570B-5B89-5CAE14E1E86C}"/>
          </ac:graphicFrameMkLst>
        </pc:graphicFrameChg>
        <pc:graphicFrameChg chg="add mod">
          <ac:chgData name="Al Friend" userId="e5ed79da-d858-46d4-9eed-a7a24903f2de" providerId="ADAL" clId="{4885A6DF-90C9-4AE3-9F0B-92B3ECABFA28}" dt="2026-09-01T13:39:34.192" v="678" actId="1076"/>
          <ac:graphicFrameMkLst>
            <pc:docMk/>
            <pc:sldMk cId="4030674572" sldId="940"/>
            <ac:graphicFrameMk id="10" creationId="{A3AB480D-6425-4C86-A2F1-8A7204A65018}"/>
          </ac:graphicFrameMkLst>
        </pc:graphicFrameChg>
        <pc:graphicFrameChg chg="add mod modGraphic">
          <ac:chgData name="Al Friend" userId="e5ed79da-d858-46d4-9eed-a7a24903f2de" providerId="ADAL" clId="{4885A6DF-90C9-4AE3-9F0B-92B3ECABFA28}" dt="2026-09-01T13:35:04.065" v="670" actId="1076"/>
          <ac:graphicFrameMkLst>
            <pc:docMk/>
            <pc:sldMk cId="4030674572" sldId="940"/>
            <ac:graphicFrameMk id="12" creationId="{E6453378-CB6D-4F28-879A-D492B87A1A92}"/>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3" creationId="{031C4D91-E3D7-477B-BEA9-9118804B9D2F}"/>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4" creationId="{FA04C2D2-7C08-4D75-8F62-CDC82104BF5F}"/>
          </ac:graphicFrameMkLst>
        </pc:graphicFrameChg>
        <pc:graphicFrameChg chg="add mod modGraphic">
          <ac:chgData name="Al Friend" userId="e5ed79da-d858-46d4-9eed-a7a24903f2de" providerId="ADAL" clId="{4885A6DF-90C9-4AE3-9F0B-92B3ECABFA28}" dt="2026-09-01T13:35:04.065" v="670" actId="1076"/>
          <ac:graphicFrameMkLst>
            <pc:docMk/>
            <pc:sldMk cId="4030674572" sldId="940"/>
            <ac:graphicFrameMk id="16" creationId="{AF822A81-91E6-4550-B3EA-E2A325930E33}"/>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9" creationId="{09EC2242-E260-47BD-94F6-F228E6BBEAA1}"/>
          </ac:graphicFrameMkLst>
        </pc:graphicFrameChg>
        <pc:graphicFrameChg chg="del mod">
          <ac:chgData name="Al Friend" userId="e5ed79da-d858-46d4-9eed-a7a24903f2de" providerId="ADAL" clId="{4885A6DF-90C9-4AE3-9F0B-92B3ECABFA28}" dt="2026-09-01T13:34:57.371" v="669" actId="478"/>
          <ac:graphicFrameMkLst>
            <pc:docMk/>
            <pc:sldMk cId="4030674572" sldId="940"/>
            <ac:graphicFrameMk id="20" creationId="{416DD790-9E86-4C8E-9E96-91CB354C86FF}"/>
          </ac:graphicFrameMkLst>
        </pc:graphicFrameChg>
        <pc:graphicFrameChg chg="add mod modGraphic">
          <ac:chgData name="Al Friend" userId="e5ed79da-d858-46d4-9eed-a7a24903f2de" providerId="ADAL" clId="{4885A6DF-90C9-4AE3-9F0B-92B3ECABFA28}" dt="2026-09-01T13:39:48.168" v="679" actId="207"/>
          <ac:graphicFrameMkLst>
            <pc:docMk/>
            <pc:sldMk cId="4030674572" sldId="940"/>
            <ac:graphicFrameMk id="22" creationId="{64CA431E-440E-4ABF-AE22-55D2770385CB}"/>
          </ac:graphicFrameMkLst>
        </pc:graphicFrameChg>
      </pc:sldChg>
      <pc:sldChg chg="addSp delSp modSp add modAnim">
        <pc:chgData name="Al Friend" userId="e5ed79da-d858-46d4-9eed-a7a24903f2de" providerId="ADAL" clId="{4885A6DF-90C9-4AE3-9F0B-92B3ECABFA28}" dt="2026-09-01T13:45:47.031" v="734" actId="20577"/>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1T13:45:47.031" v="734" actId="20577"/>
          <ac:spMkLst>
            <pc:docMk/>
            <pc:sldMk cId="1549909554" sldId="941"/>
            <ac:spMk id="4" creationId="{68A1EEE7-E451-4AC1-A11B-E7493A03B5C5}"/>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picChg chg="add del">
          <ac:chgData name="Al Friend" userId="e5ed79da-d858-46d4-9eed-a7a24903f2de" providerId="ADAL" clId="{4885A6DF-90C9-4AE3-9F0B-92B3ECABFA28}" dt="2026-09-01T13:44:33.207" v="698" actId="478"/>
          <ac:picMkLst>
            <pc:docMk/>
            <pc:sldMk cId="1549909554" sldId="941"/>
            <ac:picMk id="17" creationId="{EA407338-1A33-5FB2-BC85-925C1D418B0E}"/>
          </ac:picMkLst>
        </pc:picChg>
      </pc:sldChg>
      <pc:sldChg chg="modSp add">
        <pc:chgData name="Al Friend" userId="e5ed79da-d858-46d4-9eed-a7a24903f2de" providerId="ADAL" clId="{4885A6DF-90C9-4AE3-9F0B-92B3ECABFA28}" dt="2026-09-01T14:38:20.629" v="1111"/>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mod">
          <ac:chgData name="Al Friend" userId="e5ed79da-d858-46d4-9eed-a7a24903f2de" providerId="ADAL" clId="{4885A6DF-90C9-4AE3-9F0B-92B3ECABFA28}" dt="2026-09-01T13:46:33.112" v="743" actId="20577"/>
          <ac:spMkLst>
            <pc:docMk/>
            <pc:sldMk cId="1059950045" sldId="942"/>
            <ac:spMk id="4" creationId="{63AD72E5-9961-503D-CC42-753B61B232F7}"/>
          </ac:spMkLst>
        </pc:spChg>
        <pc:graphicFrameChg chg="modGraphic">
          <ac:chgData name="Al Friend" userId="e5ed79da-d858-46d4-9eed-a7a24903f2de" providerId="ADAL" clId="{4885A6DF-90C9-4AE3-9F0B-92B3ECABFA28}" dt="2026-09-01T13:46:06.950" v="740" actId="20577"/>
          <ac:graphicFrameMkLst>
            <pc:docMk/>
            <pc:sldMk cId="1059950045" sldId="942"/>
            <ac:graphicFrameMk id="5" creationId="{F8C7E294-9848-E3A7-7E1F-3A898409F8B5}"/>
          </ac:graphicFrameMkLst>
        </pc:graphicFrameChg>
      </pc:sldChg>
      <pc:sldChg chg="modSp add del">
        <pc:chgData name="Al Friend" userId="e5ed79da-d858-46d4-9eed-a7a24903f2de" providerId="ADAL" clId="{4885A6DF-90C9-4AE3-9F0B-92B3ECABFA28}" dt="2026-09-01T14:38:54.615" v="1112" actId="2696"/>
        <pc:sldMkLst>
          <pc:docMk/>
          <pc:sldMk cId="56948461" sldId="943"/>
        </pc:sldMkLst>
        <pc:graphicFrameChg chg="mod">
          <ac:chgData name="Al Friend" userId="e5ed79da-d858-46d4-9eed-a7a24903f2de" providerId="ADAL" clId="{4885A6DF-90C9-4AE3-9F0B-92B3ECABFA28}" dt="2026-09-01T13:58:25.258" v="748" actId="14100"/>
          <ac:graphicFrameMkLst>
            <pc:docMk/>
            <pc:sldMk cId="56948461" sldId="943"/>
            <ac:graphicFrameMk id="5" creationId="{B35CB9EF-CB7D-0095-1CD4-9574D3E39B38}"/>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6" creationId="{2A40BFD7-F265-20FC-5BE6-7FE3A9EE2B19}"/>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7" creationId="{3E30EAA9-4C00-570B-5B89-5CAE14E1E86C}"/>
          </ac:graphicFrameMkLst>
        </pc:graphicFrameChg>
        <pc:graphicFrameChg chg="mod modGraphic">
          <ac:chgData name="Al Friend" userId="e5ed79da-d858-46d4-9eed-a7a24903f2de" providerId="ADAL" clId="{4885A6DF-90C9-4AE3-9F0B-92B3ECABFA28}" dt="2026-09-01T13:58:32.950" v="750"/>
          <ac:graphicFrameMkLst>
            <pc:docMk/>
            <pc:sldMk cId="56948461" sldId="943"/>
            <ac:graphicFrameMk id="8" creationId="{15C64F76-2908-C640-93C6-1C1CD349C3CF}"/>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12" creationId="{05247951-AF84-5501-4EEA-2507054A7CCD}"/>
          </ac:graphicFrameMkLst>
        </pc:graphicFrameChg>
        <pc:graphicFrameChg chg="mod">
          <ac:chgData name="Al Friend" userId="e5ed79da-d858-46d4-9eed-a7a24903f2de" providerId="ADAL" clId="{4885A6DF-90C9-4AE3-9F0B-92B3ECABFA28}" dt="2026-09-01T13:58:25.258" v="748" actId="14100"/>
          <ac:graphicFrameMkLst>
            <pc:docMk/>
            <pc:sldMk cId="56948461" sldId="943"/>
            <ac:graphicFrameMk id="15" creationId="{7CDE9E83-790D-745A-48D6-D3D543E69A3B}"/>
          </ac:graphicFrameMkLst>
        </pc:graphicFrameChg>
      </pc:sldChg>
      <pc:sldChg chg="addSp delSp modSp add">
        <pc:chgData name="Al Friend" userId="e5ed79da-d858-46d4-9eed-a7a24903f2de" providerId="ADAL" clId="{4885A6DF-90C9-4AE3-9F0B-92B3ECABFA28}" dt="2026-09-01T15:15:13.998" v="1403" actId="1076"/>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del">
          <ac:chgData name="Al Friend" userId="e5ed79da-d858-46d4-9eed-a7a24903f2de" providerId="ADAL" clId="{4885A6DF-90C9-4AE3-9F0B-92B3ECABFA28}" dt="2026-09-01T14:15:01.016" v="776" actId="478"/>
          <ac:spMkLst>
            <pc:docMk/>
            <pc:sldMk cId="1520012242" sldId="944"/>
            <ac:spMk id="16" creationId="{DF4B92F4-40E8-2470-4549-164EBE6692A6}"/>
          </ac:spMkLst>
        </pc:spChg>
        <pc:spChg chg="add mod">
          <ac:chgData name="Al Friend" userId="e5ed79da-d858-46d4-9eed-a7a24903f2de" providerId="ADAL" clId="{4885A6DF-90C9-4AE3-9F0B-92B3ECABFA28}" dt="2026-09-01T14:29:52.748" v="965" actId="120"/>
          <ac:spMkLst>
            <pc:docMk/>
            <pc:sldMk cId="1520012242" sldId="944"/>
            <ac:spMk id="17" creationId="{72D8836E-A56D-4B4C-B1F2-7068DE144A6C}"/>
          </ac:spMkLst>
        </pc:spChg>
        <pc:spChg chg="del">
          <ac:chgData name="Al Friend" userId="e5ed79da-d858-46d4-9eed-a7a24903f2de" providerId="ADAL" clId="{4885A6DF-90C9-4AE3-9F0B-92B3ECABFA28}" dt="2026-09-01T14:15:01.016" v="776" actId="478"/>
          <ac:spMkLst>
            <pc:docMk/>
            <pc:sldMk cId="1520012242" sldId="944"/>
            <ac:spMk id="18" creationId="{4D1B6E9A-BCD7-3D15-D7E9-8444DAE8FACA}"/>
          </ac:spMkLst>
        </pc:spChg>
        <pc:spChg chg="add mod">
          <ac:chgData name="Al Friend" userId="e5ed79da-d858-46d4-9eed-a7a24903f2de" providerId="ADAL" clId="{4885A6DF-90C9-4AE3-9F0B-92B3ECABFA28}" dt="2026-09-01T14:30:00.935" v="971" actId="1037"/>
          <ac:spMkLst>
            <pc:docMk/>
            <pc:sldMk cId="1520012242" sldId="944"/>
            <ac:spMk id="19" creationId="{492BB6DC-FB54-45DC-9594-6690B3E0CFBC}"/>
          </ac:spMkLst>
        </pc:spChg>
        <pc:spChg chg="add mod">
          <ac:chgData name="Al Friend" userId="e5ed79da-d858-46d4-9eed-a7a24903f2de" providerId="ADAL" clId="{4885A6DF-90C9-4AE3-9F0B-92B3ECABFA28}" dt="2026-09-01T14:30:51.062" v="1010" actId="1037"/>
          <ac:spMkLst>
            <pc:docMk/>
            <pc:sldMk cId="1520012242" sldId="944"/>
            <ac:spMk id="20" creationId="{25E42847-F3CF-4FD5-85CF-4A86560F5ED5}"/>
          </ac:spMkLst>
        </pc:spChg>
        <pc:spChg chg="add mod">
          <ac:chgData name="Al Friend" userId="e5ed79da-d858-46d4-9eed-a7a24903f2de" providerId="ADAL" clId="{4885A6DF-90C9-4AE3-9F0B-92B3ECABFA28}" dt="2026-09-01T15:15:13.998" v="1403" actId="1076"/>
          <ac:spMkLst>
            <pc:docMk/>
            <pc:sldMk cId="1520012242" sldId="944"/>
            <ac:spMk id="21" creationId="{2796F581-AE5A-4481-9A12-3254A56C8A10}"/>
          </ac:spMkLst>
        </pc:spChg>
        <pc:graphicFrameChg chg="del mod modGraphic">
          <ac:chgData name="Al Friend" userId="e5ed79da-d858-46d4-9eed-a7a24903f2de" providerId="ADAL" clId="{4885A6DF-90C9-4AE3-9F0B-92B3ECABFA28}" dt="2026-09-01T14:21:13.750" v="873" actId="478"/>
          <ac:graphicFrameMkLst>
            <pc:docMk/>
            <pc:sldMk cId="1520012242" sldId="944"/>
            <ac:graphicFrameMk id="5" creationId="{B35CB9EF-CB7D-0095-1CD4-9574D3E39B38}"/>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6" creationId="{2A40BFD7-F265-20FC-5BE6-7FE3A9EE2B19}"/>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7" creationId="{3E30EAA9-4C00-570B-5B89-5CAE14E1E86C}"/>
          </ac:graphicFrameMkLst>
        </pc:graphicFrameChg>
        <pc:graphicFrameChg chg="mod modGraphic">
          <ac:chgData name="Al Friend" userId="e5ed79da-d858-46d4-9eed-a7a24903f2de" providerId="ADAL" clId="{4885A6DF-90C9-4AE3-9F0B-92B3ECABFA28}" dt="2026-09-01T14:21:38.706" v="877"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1T14:28:15.894" v="907" actId="1076"/>
          <ac:graphicFrameMkLst>
            <pc:docMk/>
            <pc:sldMk cId="1520012242" sldId="944"/>
            <ac:graphicFrameMk id="11" creationId="{BE877BDE-E38F-4AD8-874A-B996A628EE8C}"/>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2" creationId="{05247951-AF84-5501-4EEA-2507054A7CCD}"/>
          </ac:graphicFrameMkLst>
        </pc:graphicFrameChg>
        <pc:graphicFrameChg chg="add del mod modGraphic">
          <ac:chgData name="Al Friend" userId="e5ed79da-d858-46d4-9eed-a7a24903f2de" providerId="ADAL" clId="{4885A6DF-90C9-4AE3-9F0B-92B3ECABFA28}" dt="2026-09-01T14:27:46.853" v="902"/>
          <ac:graphicFrameMkLst>
            <pc:docMk/>
            <pc:sldMk cId="1520012242" sldId="944"/>
            <ac:graphicFrameMk id="13" creationId="{A2E07C1E-140F-4577-BE92-22A2B7E57534}"/>
          </ac:graphicFrameMkLst>
        </pc:graphicFrameChg>
        <pc:graphicFrameChg chg="add mod">
          <ac:chgData name="Al Friend" userId="e5ed79da-d858-46d4-9eed-a7a24903f2de" providerId="ADAL" clId="{4885A6DF-90C9-4AE3-9F0B-92B3ECABFA28}" dt="2026-09-01T14:28:05.518" v="906" actId="1076"/>
          <ac:graphicFrameMkLst>
            <pc:docMk/>
            <pc:sldMk cId="1520012242" sldId="944"/>
            <ac:graphicFrameMk id="14" creationId="{85B4427D-6B42-4EB1-B8DF-90D4718D26FD}"/>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5" creationId="{7CDE9E83-790D-745A-48D6-D3D543E69A3B}"/>
          </ac:graphicFrameMkLst>
        </pc:graphicFrameChg>
      </pc:sldChg>
      <pc:sldChg chg="addSp delSp modSp add">
        <pc:chgData name="Al Friend" userId="e5ed79da-d858-46d4-9eed-a7a24903f2de" providerId="ADAL" clId="{4885A6DF-90C9-4AE3-9F0B-92B3ECABFA28}" dt="2026-09-01T15:19:06.181" v="1404" actId="1076"/>
        <pc:sldMkLst>
          <pc:docMk/>
          <pc:sldMk cId="3223549011" sldId="945"/>
        </pc:sldMkLst>
        <pc:spChg chg="add mod">
          <ac:chgData name="Al Friend" userId="e5ed79da-d858-46d4-9eed-a7a24903f2de" providerId="ADAL" clId="{4885A6DF-90C9-4AE3-9F0B-92B3ECABFA28}" dt="2026-09-01T15:19:06.181" v="1404" actId="1076"/>
          <ac:spMkLst>
            <pc:docMk/>
            <pc:sldMk cId="3223549011" sldId="945"/>
            <ac:spMk id="9" creationId="{BBD5B858-0F9B-4C07-A5E7-E5101E971AEA}"/>
          </ac:spMkLst>
        </pc:spChg>
        <pc:spChg chg="add mod">
          <ac:chgData name="Al Friend" userId="e5ed79da-d858-46d4-9eed-a7a24903f2de" providerId="ADAL" clId="{4885A6DF-90C9-4AE3-9F0B-92B3ECABFA28}" dt="2026-09-01T14:41:33.996" v="1153" actId="1038"/>
          <ac:spMkLst>
            <pc:docMk/>
            <pc:sldMk cId="3223549011" sldId="945"/>
            <ac:spMk id="10" creationId="{E8ABD48C-95E2-4C66-90E9-D67358A9233C}"/>
          </ac:spMkLst>
        </pc:spChg>
        <pc:spChg chg="add mod">
          <ac:chgData name="Al Friend" userId="e5ed79da-d858-46d4-9eed-a7a24903f2de" providerId="ADAL" clId="{4885A6DF-90C9-4AE3-9F0B-92B3ECABFA28}" dt="2026-09-01T14:42:04.880" v="1225" actId="1037"/>
          <ac:spMkLst>
            <pc:docMk/>
            <pc:sldMk cId="3223549011" sldId="945"/>
            <ac:spMk id="12" creationId="{D2549C28-6E3E-4215-AF0D-BD589B6C9964}"/>
          </ac:spMkLst>
        </pc:spChg>
        <pc:spChg chg="add del mod">
          <ac:chgData name="Al Friend" userId="e5ed79da-d858-46d4-9eed-a7a24903f2de" providerId="ADAL" clId="{4885A6DF-90C9-4AE3-9F0B-92B3ECABFA28}" dt="2026-09-01T15:08:45.151" v="1386" actId="478"/>
          <ac:spMkLst>
            <pc:docMk/>
            <pc:sldMk cId="3223549011" sldId="945"/>
            <ac:spMk id="16" creationId="{93B53483-F44C-49F9-98FD-4E3754F0FF41}"/>
          </ac:spMkLst>
        </pc:spChg>
        <pc:spChg chg="add del mod">
          <ac:chgData name="Al Friend" userId="e5ed79da-d858-46d4-9eed-a7a24903f2de" providerId="ADAL" clId="{4885A6DF-90C9-4AE3-9F0B-92B3ECABFA28}" dt="2026-09-01T15:08:43.610" v="1385" actId="478"/>
          <ac:spMkLst>
            <pc:docMk/>
            <pc:sldMk cId="3223549011" sldId="945"/>
            <ac:spMk id="17" creationId="{36432F54-C35A-4E5B-9F36-0E073CE37360}"/>
          </ac:spMkLst>
        </pc:spChg>
        <pc:graphicFrameChg chg="add mod modGraphic">
          <ac:chgData name="Al Friend" userId="e5ed79da-d858-46d4-9eed-a7a24903f2de" providerId="ADAL" clId="{4885A6DF-90C9-4AE3-9F0B-92B3ECABFA28}" dt="2026-09-01T14:59:42.389" v="1351" actId="207"/>
          <ac:graphicFrameMkLst>
            <pc:docMk/>
            <pc:sldMk cId="3223549011" sldId="945"/>
            <ac:graphicFrameMk id="7" creationId="{33C186EE-89F1-4861-8836-8DB4A0BAD5D3}"/>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8" creationId="{15C64F76-2908-C640-93C6-1C1CD349C3CF}"/>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1" creationId="{BE877BDE-E38F-4AD8-874A-B996A628EE8C}"/>
          </ac:graphicFrameMkLst>
        </pc:graphicFrameChg>
        <pc:graphicFrameChg chg="mod modGraphic">
          <ac:chgData name="Al Friend" userId="e5ed79da-d858-46d4-9eed-a7a24903f2de" providerId="ADAL" clId="{4885A6DF-90C9-4AE3-9F0B-92B3ECABFA28}" dt="2026-09-01T14:53:21.264" v="1254" actId="207"/>
          <ac:graphicFrameMkLst>
            <pc:docMk/>
            <pc:sldMk cId="3223549011" sldId="945"/>
            <ac:graphicFrameMk id="13" creationId="{A2E07C1E-140F-4577-BE92-22A2B7E57534}"/>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4" creationId="{85B4427D-6B42-4EB1-B8DF-90D4718D26FD}"/>
          </ac:graphicFrameMkLst>
        </pc:graphicFrameChg>
        <pc:graphicFrameChg chg="add del mod modGraphic">
          <ac:chgData name="Al Friend" userId="e5ed79da-d858-46d4-9eed-a7a24903f2de" providerId="ADAL" clId="{4885A6DF-90C9-4AE3-9F0B-92B3ECABFA28}" dt="2026-09-01T15:08:42.120" v="1384" actId="478"/>
          <ac:graphicFrameMkLst>
            <pc:docMk/>
            <pc:sldMk cId="3223549011" sldId="945"/>
            <ac:graphicFrameMk id="15" creationId="{3569B43F-9DFE-49A7-96C9-0CF8795B8AF5}"/>
          </ac:graphicFrameMkLst>
        </pc:graphicFrameChg>
      </pc:sldChg>
      <pc:sldChg chg="addSp delSp modSp modAnim">
        <pc:chgData name="Al Friend" userId="e5ed79da-d858-46d4-9eed-a7a24903f2de" providerId="ADAL" clId="{4885A6DF-90C9-4AE3-9F0B-92B3ECABFA28}" dt="2026-09-01T15:23:53.794" v="1446" actId="1076"/>
        <pc:sldMkLst>
          <pc:docMk/>
          <pc:sldMk cId="980668488" sldId="946"/>
        </pc:sldMkLst>
        <pc:spChg chg="mod">
          <ac:chgData name="Al Friend" userId="e5ed79da-d858-46d4-9eed-a7a24903f2de" providerId="ADAL" clId="{4885A6DF-90C9-4AE3-9F0B-92B3ECABFA28}" dt="2026-09-01T14:37:40.444" v="1097" actId="20577"/>
          <ac:spMkLst>
            <pc:docMk/>
            <pc:sldMk cId="980668488" sldId="946"/>
            <ac:spMk id="2" creationId="{4D338E2C-B1F1-4120-B54B-8EC605BC71D3}"/>
          </ac:spMkLst>
        </pc:spChg>
        <pc:spChg chg="mod">
          <ac:chgData name="Al Friend" userId="e5ed79da-d858-46d4-9eed-a7a24903f2de" providerId="ADAL" clId="{4885A6DF-90C9-4AE3-9F0B-92B3ECABFA28}" dt="2026-09-01T15:23:53.794" v="1446" actId="1076"/>
          <ac:spMkLst>
            <pc:docMk/>
            <pc:sldMk cId="980668488" sldId="946"/>
            <ac:spMk id="4" creationId="{68A1EEE7-E451-4AC1-A11B-E7493A03B5C5}"/>
          </ac:spMkLst>
        </pc:spChg>
        <pc:picChg chg="del">
          <ac:chgData name="Al Friend" userId="e5ed79da-d858-46d4-9eed-a7a24903f2de" providerId="ADAL" clId="{4885A6DF-90C9-4AE3-9F0B-92B3ECABFA28}" dt="2026-09-01T15:22:34.313" v="1409" actId="478"/>
          <ac:picMkLst>
            <pc:docMk/>
            <pc:sldMk cId="980668488" sldId="946"/>
            <ac:picMk id="5" creationId="{36CFFEDA-EF66-4372-8B0B-BC702A36DAF8}"/>
          </ac:picMkLst>
        </pc:picChg>
        <pc:picChg chg="add mod">
          <ac:chgData name="Al Friend" userId="e5ed79da-d858-46d4-9eed-a7a24903f2de" providerId="ADAL" clId="{4885A6DF-90C9-4AE3-9F0B-92B3ECABFA28}" dt="2026-09-01T15:22:31.500" v="1408" actId="1076"/>
          <ac:picMkLst>
            <pc:docMk/>
            <pc:sldMk cId="980668488" sldId="946"/>
            <ac:picMk id="6" creationId="{9A5DC9E5-7669-4185-93BF-43975CA7B23F}"/>
          </ac:picMkLst>
        </pc:picChg>
      </pc:sldChg>
      <pc:sldChg chg="addSp delSp modSp modAnim">
        <pc:chgData name="Al Friend" userId="e5ed79da-d858-46d4-9eed-a7a24903f2de" providerId="ADAL" clId="{4885A6DF-90C9-4AE3-9F0B-92B3ECABFA28}" dt="2026-09-01T15:27:00.709" v="1486" actId="2057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del">
          <ac:chgData name="Al Friend" userId="e5ed79da-d858-46d4-9eed-a7a24903f2de" providerId="ADAL" clId="{4885A6DF-90C9-4AE3-9F0B-92B3ECABFA28}" dt="2026-09-01T15:24:11.227" v="1449" actId="478"/>
          <ac:spMkLst>
            <pc:docMk/>
            <pc:sldMk cId="2335467649" sldId="947"/>
            <ac:spMk id="3" creationId="{F8127AE2-BFDE-45A8-8F6B-F7B74D99185C}"/>
          </ac:spMkLst>
        </pc:spChg>
        <pc:spChg chg="del">
          <ac:chgData name="Al Friend" userId="e5ed79da-d858-46d4-9eed-a7a24903f2de" providerId="ADAL" clId="{4885A6DF-90C9-4AE3-9F0B-92B3ECABFA28}" dt="2026-09-01T15:24:05.151" v="1447" actId="478"/>
          <ac:spMkLst>
            <pc:docMk/>
            <pc:sldMk cId="2335467649" sldId="947"/>
            <ac:spMk id="4" creationId="{63AD72E5-9961-503D-CC42-753B61B232F7}"/>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del">
          <ac:chgData name="Al Friend" userId="e5ed79da-d858-46d4-9eed-a7a24903f2de" providerId="ADAL" clId="{4885A6DF-90C9-4AE3-9F0B-92B3ECABFA28}" dt="2026-09-01T15:24:53.698" v="1454" actId="478"/>
          <ac:graphicFrameMkLst>
            <pc:docMk/>
            <pc:sldMk cId="2335467649" sldId="947"/>
            <ac:graphicFrameMk id="5" creationId="{F8C7E294-9848-E3A7-7E1F-3A898409F8B5}"/>
          </ac:graphicFrameMkLst>
        </pc:graphicFrameChg>
        <pc:graphicFrameChg chg="del">
          <ac:chgData name="Al Friend" userId="e5ed79da-d858-46d4-9eed-a7a24903f2de" providerId="ADAL" clId="{4885A6DF-90C9-4AE3-9F0B-92B3ECABFA28}" dt="2026-09-01T15:24:49.282" v="1453" actId="478"/>
          <ac:graphicFrameMkLst>
            <pc:docMk/>
            <pc:sldMk cId="2335467649" sldId="947"/>
            <ac:graphicFrameMk id="7" creationId="{8A63844C-09A2-6D11-741A-C2D616071795}"/>
          </ac:graphicFrameMkLst>
        </pc:graphicFrameChg>
        <pc:graphicFrameChg chg="del">
          <ac:chgData name="Al Friend" userId="e5ed79da-d858-46d4-9eed-a7a24903f2de" providerId="ADAL" clId="{4885A6DF-90C9-4AE3-9F0B-92B3ECABFA28}" dt="2026-09-01T15:26:05.053" v="1464" actId="478"/>
          <ac:graphicFrameMkLst>
            <pc:docMk/>
            <pc:sldMk cId="2335467649" sldId="947"/>
            <ac:graphicFrameMk id="9" creationId="{F7DFB628-12F4-5A81-DEA5-C0B712A5AF36}"/>
          </ac:graphicFrameMkLst>
        </pc:graphicFrameChg>
        <pc:graphicFrameChg chg="del">
          <ac:chgData name="Al Friend" userId="e5ed79da-d858-46d4-9eed-a7a24903f2de" providerId="ADAL" clId="{4885A6DF-90C9-4AE3-9F0B-92B3ECABFA28}" dt="2026-09-01T15:26:02.808" v="1463" actId="478"/>
          <ac:graphicFrameMkLst>
            <pc:docMk/>
            <pc:sldMk cId="2335467649" sldId="947"/>
            <ac:graphicFrameMk id="11" creationId="{AAB82F7C-1ED1-7B5B-5034-9BB533DCF99D}"/>
          </ac:graphicFrameMkLst>
        </pc:graphicFrameChg>
        <pc:graphicFrameChg chg="add del ord">
          <ac:chgData name="Al Friend" userId="e5ed79da-d858-46d4-9eed-a7a24903f2de" providerId="ADAL" clId="{4885A6DF-90C9-4AE3-9F0B-92B3ECABFA28}" dt="2026-09-01T15:25:29.646" v="1459" actId="478"/>
          <ac:graphicFrameMkLst>
            <pc:docMk/>
            <pc:sldMk cId="2335467649" sldId="947"/>
            <ac:graphicFrameMk id="14" creationId="{09C6304C-C0D8-4AF1-8600-D65142D01C73}"/>
          </ac:graphicFrameMkLst>
        </pc:graphicFrameChg>
        <pc:graphicFrameChg chg="add mod ord">
          <ac:chgData name="Al Friend" userId="e5ed79da-d858-46d4-9eed-a7a24903f2de" providerId="ADAL" clId="{4885A6DF-90C9-4AE3-9F0B-92B3ECABFA28}" dt="2026-09-01T15:25:26.380" v="1458" actId="167"/>
          <ac:graphicFrameMkLst>
            <pc:docMk/>
            <pc:sldMk cId="2335467649" sldId="947"/>
            <ac:graphicFrameMk id="16" creationId="{D285B714-2947-4677-9B2E-DE1394DB2436}"/>
          </ac:graphicFrameMkLst>
        </pc:graphicFrameChg>
        <pc:graphicFrameChg chg="add mod ord">
          <ac:chgData name="Al Friend" userId="e5ed79da-d858-46d4-9eed-a7a24903f2de" providerId="ADAL" clId="{4885A6DF-90C9-4AE3-9F0B-92B3ECABFA28}" dt="2026-09-01T15:26:00.096" v="1462" actId="167"/>
          <ac:graphicFrameMkLst>
            <pc:docMk/>
            <pc:sldMk cId="2335467649" sldId="947"/>
            <ac:graphicFrameMk id="17" creationId="{E2473FD1-75B6-4A61-B3FC-5EFBB71209C8}"/>
          </ac:graphicFrameMkLst>
        </pc:graphicFrameChg>
      </pc:sldChg>
      <pc:sldChg chg="addSp delSp modSp add">
        <pc:chgData name="Al Friend" userId="e5ed79da-d858-46d4-9eed-a7a24903f2de" providerId="ADAL" clId="{4885A6DF-90C9-4AE3-9F0B-92B3ECABFA28}" dt="2026-09-01T15:15:01.001" v="1389"/>
        <pc:sldMkLst>
          <pc:docMk/>
          <pc:sldMk cId="1839277499" sldId="948"/>
        </pc:sldMkLst>
        <pc:spChg chg="mod">
          <ac:chgData name="Al Friend" userId="e5ed79da-d858-46d4-9eed-a7a24903f2de" providerId="ADAL" clId="{4885A6DF-90C9-4AE3-9F0B-92B3ECABFA28}" dt="2026-09-01T14:56:15.683" v="1292" actId="1076"/>
          <ac:spMkLst>
            <pc:docMk/>
            <pc:sldMk cId="1839277499" sldId="948"/>
            <ac:spMk id="2" creationId="{32562A35-8444-352D-484E-CB7ACC45B800}"/>
          </ac:spMkLst>
        </pc:spChg>
        <pc:spChg chg="del">
          <ac:chgData name="Al Friend" userId="e5ed79da-d858-46d4-9eed-a7a24903f2de" providerId="ADAL" clId="{4885A6DF-90C9-4AE3-9F0B-92B3ECABFA28}" dt="2026-09-01T14:43:09.142" v="1232" actId="478"/>
          <ac:spMkLst>
            <pc:docMk/>
            <pc:sldMk cId="1839277499" sldId="948"/>
            <ac:spMk id="9" creationId="{BBD5B858-0F9B-4C07-A5E7-E5101E971AEA}"/>
          </ac:spMkLst>
        </pc:spChg>
        <pc:spChg chg="del">
          <ac:chgData name="Al Friend" userId="e5ed79da-d858-46d4-9eed-a7a24903f2de" providerId="ADAL" clId="{4885A6DF-90C9-4AE3-9F0B-92B3ECABFA28}" dt="2026-09-01T14:43:10.378" v="1233" actId="478"/>
          <ac:spMkLst>
            <pc:docMk/>
            <pc:sldMk cId="1839277499" sldId="948"/>
            <ac:spMk id="10" creationId="{E8ABD48C-95E2-4C66-90E9-D67358A9233C}"/>
          </ac:spMkLst>
        </pc:spChg>
        <pc:spChg chg="del mod">
          <ac:chgData name="Al Friend" userId="e5ed79da-d858-46d4-9eed-a7a24903f2de" providerId="ADAL" clId="{4885A6DF-90C9-4AE3-9F0B-92B3ECABFA28}" dt="2026-09-01T15:00:07.782" v="1352" actId="478"/>
          <ac:spMkLst>
            <pc:docMk/>
            <pc:sldMk cId="1839277499" sldId="948"/>
            <ac:spMk id="12" creationId="{D2549C28-6E3E-4215-AF0D-BD589B6C9964}"/>
          </ac:spMkLst>
        </pc:spChg>
        <pc:spChg chg="add mod">
          <ac:chgData name="Al Friend" userId="e5ed79da-d858-46d4-9eed-a7a24903f2de" providerId="ADAL" clId="{4885A6DF-90C9-4AE3-9F0B-92B3ECABFA28}" dt="2026-09-01T15:01:05.568" v="1377" actId="1038"/>
          <ac:spMkLst>
            <pc:docMk/>
            <pc:sldMk cId="1839277499" sldId="948"/>
            <ac:spMk id="14" creationId="{101285FA-D8DE-475A-82E5-6986C54850BB}"/>
          </ac:spMkLst>
        </pc:spChg>
        <pc:spChg chg="del mod">
          <ac:chgData name="Al Friend" userId="e5ed79da-d858-46d4-9eed-a7a24903f2de" providerId="ADAL" clId="{4885A6DF-90C9-4AE3-9F0B-92B3ECABFA28}" dt="2026-09-01T14:43:26.013" v="1235" actId="478"/>
          <ac:spMkLst>
            <pc:docMk/>
            <pc:sldMk cId="1839277499" sldId="948"/>
            <ac:spMk id="16" creationId="{93B53483-F44C-49F9-98FD-4E3754F0FF41}"/>
          </ac:spMkLst>
        </pc:spChg>
        <pc:spChg chg="del mod">
          <ac:chgData name="Al Friend" userId="e5ed79da-d858-46d4-9eed-a7a24903f2de" providerId="ADAL" clId="{4885A6DF-90C9-4AE3-9F0B-92B3ECABFA28}" dt="2026-09-01T14:43:27.814" v="1236" actId="478"/>
          <ac:spMkLst>
            <pc:docMk/>
            <pc:sldMk cId="1839277499" sldId="948"/>
            <ac:spMk id="17" creationId="{36432F54-C35A-4E5B-9F36-0E073CE37360}"/>
          </ac:spMkLst>
        </pc:spChg>
        <pc:spChg chg="add del mod">
          <ac:chgData name="Al Friend" userId="e5ed79da-d858-46d4-9eed-a7a24903f2de" providerId="ADAL" clId="{4885A6DF-90C9-4AE3-9F0B-92B3ECABFA28}" dt="2026-09-01T14:55:54.918" v="1280" actId="478"/>
          <ac:spMkLst>
            <pc:docMk/>
            <pc:sldMk cId="1839277499" sldId="948"/>
            <ac:spMk id="18" creationId="{424D161F-60EB-40EC-A602-1732A0FC7E4C}"/>
          </ac:spMkLst>
        </pc:spChg>
        <pc:spChg chg="add mod">
          <ac:chgData name="Al Friend" userId="e5ed79da-d858-46d4-9eed-a7a24903f2de" providerId="ADAL" clId="{4885A6DF-90C9-4AE3-9F0B-92B3ECABFA28}" dt="2026-09-01T15:01:01.671" v="1370" actId="1038"/>
          <ac:spMkLst>
            <pc:docMk/>
            <pc:sldMk cId="1839277499" sldId="948"/>
            <ac:spMk id="20" creationId="{FA98E18D-4B9B-4EA1-A384-997C6FD51C3C}"/>
          </ac:spMkLst>
        </pc:spChg>
        <pc:spChg chg="add del mod">
          <ac:chgData name="Al Friend" userId="e5ed79da-d858-46d4-9eed-a7a24903f2de" providerId="ADAL" clId="{4885A6DF-90C9-4AE3-9F0B-92B3ECABFA28}" dt="2026-09-01T15:15:01.001" v="1389"/>
          <ac:spMkLst>
            <pc:docMk/>
            <pc:sldMk cId="1839277499" sldId="948"/>
            <ac:spMk id="22" creationId="{83B4FE0B-80B3-44D8-9AD7-32BC8D065DCB}"/>
          </ac:spMkLst>
        </pc:spChg>
        <pc:graphicFrameChg chg="del">
          <ac:chgData name="Al Friend" userId="e5ed79da-d858-46d4-9eed-a7a24903f2de" providerId="ADAL" clId="{4885A6DF-90C9-4AE3-9F0B-92B3ECABFA28}" dt="2026-09-01T14:43:05.179" v="1231" actId="478"/>
          <ac:graphicFrameMkLst>
            <pc:docMk/>
            <pc:sldMk cId="1839277499" sldId="948"/>
            <ac:graphicFrameMk id="7" creationId="{33C186EE-89F1-4861-8836-8DB4A0BAD5D3}"/>
          </ac:graphicFrameMkLst>
        </pc:graphicFrameChg>
        <pc:graphicFrameChg chg="add mod modGraphic">
          <ac:chgData name="Al Friend" userId="e5ed79da-d858-46d4-9eed-a7a24903f2de" providerId="ADAL" clId="{4885A6DF-90C9-4AE3-9F0B-92B3ECABFA28}" dt="2026-09-01T15:00:38.167" v="1357" actId="207"/>
          <ac:graphicFrameMkLst>
            <pc:docMk/>
            <pc:sldMk cId="1839277499" sldId="948"/>
            <ac:graphicFrameMk id="11" creationId="{DC8AFB12-C8C4-4D84-B7DD-D035010CABFD}"/>
          </ac:graphicFrameMkLst>
        </pc:graphicFrameChg>
        <pc:graphicFrameChg chg="del">
          <ac:chgData name="Al Friend" userId="e5ed79da-d858-46d4-9eed-a7a24903f2de" providerId="ADAL" clId="{4885A6DF-90C9-4AE3-9F0B-92B3ECABFA28}" dt="2026-09-01T14:43:05.179" v="1231" actId="478"/>
          <ac:graphicFrameMkLst>
            <pc:docMk/>
            <pc:sldMk cId="1839277499" sldId="948"/>
            <ac:graphicFrameMk id="13" creationId="{A2E07C1E-140F-4577-BE92-22A2B7E57534}"/>
          </ac:graphicFrameMkLst>
        </pc:graphicFrameChg>
        <pc:graphicFrameChg chg="del mod modGraphic">
          <ac:chgData name="Al Friend" userId="e5ed79da-d858-46d4-9eed-a7a24903f2de" providerId="ADAL" clId="{4885A6DF-90C9-4AE3-9F0B-92B3ECABFA28}" dt="2026-09-01T15:00:07.782" v="1352" actId="478"/>
          <ac:graphicFrameMkLst>
            <pc:docMk/>
            <pc:sldMk cId="1839277499" sldId="948"/>
            <ac:graphicFrameMk id="15" creationId="{3569B43F-9DFE-49A7-96C9-0CF8795B8AF5}"/>
          </ac:graphicFrameMkLst>
        </pc:graphicFrameChg>
        <pc:graphicFrameChg chg="add mod modGraphic">
          <ac:chgData name="Al Friend" userId="e5ed79da-d858-46d4-9eed-a7a24903f2de" providerId="ADAL" clId="{4885A6DF-90C9-4AE3-9F0B-92B3ECABFA28}" dt="2026-09-01T15:00:50.234" v="1359" actId="207"/>
          <ac:graphicFrameMkLst>
            <pc:docMk/>
            <pc:sldMk cId="1839277499" sldId="948"/>
            <ac:graphicFrameMk id="19" creationId="{D1C14431-D69A-42ED-9D54-45E2495D4E17}"/>
          </ac:graphicFrameMkLst>
        </pc:graphicFrameChg>
        <pc:graphicFrameChg chg="add mod modGraphic">
          <ac:chgData name="Al Friend" userId="e5ed79da-d858-46d4-9eed-a7a24903f2de" providerId="ADAL" clId="{4885A6DF-90C9-4AE3-9F0B-92B3ECABFA28}" dt="2026-09-01T15:01:28.115" v="1381" actId="207"/>
          <ac:graphicFrameMkLst>
            <pc:docMk/>
            <pc:sldMk cId="1839277499" sldId="948"/>
            <ac:graphicFrameMk id="21" creationId="{EB56AAFD-ED2C-4716-A408-FCB51B646727}"/>
          </ac:graphicFrameMkLst>
        </pc:graphicFrameChg>
      </pc:sldChg>
      <pc:sldChg chg="delSp modSp add del">
        <pc:chgData name="Al Friend" userId="e5ed79da-d858-46d4-9eed-a7a24903f2de" providerId="ADAL" clId="{4885A6DF-90C9-4AE3-9F0B-92B3ECABFA28}" dt="2026-09-01T15:01:31.976" v="1382" actId="2696"/>
        <pc:sldMkLst>
          <pc:docMk/>
          <pc:sldMk cId="2237415924" sldId="949"/>
        </pc:sldMkLst>
        <pc:spChg chg="del">
          <ac:chgData name="Al Friend" userId="e5ed79da-d858-46d4-9eed-a7a24903f2de" providerId="ADAL" clId="{4885A6DF-90C9-4AE3-9F0B-92B3ECABFA28}" dt="2026-09-01T14:57:03.358" v="1345" actId="478"/>
          <ac:spMkLst>
            <pc:docMk/>
            <pc:sldMk cId="2237415924" sldId="949"/>
            <ac:spMk id="12" creationId="{D2549C28-6E3E-4215-AF0D-BD589B6C9964}"/>
          </ac:spMkLst>
        </pc:spChg>
        <pc:spChg chg="del">
          <ac:chgData name="Al Friend" userId="e5ed79da-d858-46d4-9eed-a7a24903f2de" providerId="ADAL" clId="{4885A6DF-90C9-4AE3-9F0B-92B3ECABFA28}" dt="2026-09-01T14:57:03.358" v="1345" actId="478"/>
          <ac:spMkLst>
            <pc:docMk/>
            <pc:sldMk cId="2237415924" sldId="949"/>
            <ac:spMk id="14" creationId="{101285FA-D8DE-475A-82E5-6986C54850BB}"/>
          </ac:spMkLst>
        </pc:spChg>
        <pc:spChg chg="del">
          <ac:chgData name="Al Friend" userId="e5ed79da-d858-46d4-9eed-a7a24903f2de" providerId="ADAL" clId="{4885A6DF-90C9-4AE3-9F0B-92B3ECABFA28}" dt="2026-09-01T14:57:05.811" v="1346" actId="478"/>
          <ac:spMkLst>
            <pc:docMk/>
            <pc:sldMk cId="2237415924" sldId="949"/>
            <ac:spMk id="20" creationId="{FA98E18D-4B9B-4EA1-A384-997C6FD51C3C}"/>
          </ac:spMkLst>
        </pc:spChg>
        <pc:graphicFrameChg chg="del">
          <ac:chgData name="Al Friend" userId="e5ed79da-d858-46d4-9eed-a7a24903f2de" providerId="ADAL" clId="{4885A6DF-90C9-4AE3-9F0B-92B3ECABFA28}" dt="2026-09-01T14:57:03.358" v="1345" actId="478"/>
          <ac:graphicFrameMkLst>
            <pc:docMk/>
            <pc:sldMk cId="2237415924" sldId="949"/>
            <ac:graphicFrameMk id="11" creationId="{DC8AFB12-C8C4-4D84-B7DD-D035010CABFD}"/>
          </ac:graphicFrameMkLst>
        </pc:graphicFrameChg>
        <pc:graphicFrameChg chg="del">
          <ac:chgData name="Al Friend" userId="e5ed79da-d858-46d4-9eed-a7a24903f2de" providerId="ADAL" clId="{4885A6DF-90C9-4AE3-9F0B-92B3ECABFA28}" dt="2026-09-01T14:57:03.358" v="1345" actId="478"/>
          <ac:graphicFrameMkLst>
            <pc:docMk/>
            <pc:sldMk cId="2237415924" sldId="949"/>
            <ac:graphicFrameMk id="15" creationId="{3569B43F-9DFE-49A7-96C9-0CF8795B8AF5}"/>
          </ac:graphicFrameMkLst>
        </pc:graphicFrameChg>
        <pc:graphicFrameChg chg="del mod modGraphic">
          <ac:chgData name="Al Friend" userId="e5ed79da-d858-46d4-9eed-a7a24903f2de" providerId="ADAL" clId="{4885A6DF-90C9-4AE3-9F0B-92B3ECABFA28}" dt="2026-09-01T15:01:12.571" v="1378"/>
          <ac:graphicFrameMkLst>
            <pc:docMk/>
            <pc:sldMk cId="2237415924" sldId="949"/>
            <ac:graphicFrameMk id="19" creationId="{D1C14431-D69A-42ED-9D54-45E2495D4E17}"/>
          </ac:graphicFrameMkLst>
        </pc:graphicFrameChg>
      </pc:sldChg>
      <pc:sldChg chg="add">
        <pc:chgData name="Al Friend" userId="e5ed79da-d858-46d4-9eed-a7a24903f2de" providerId="ADAL" clId="{4885A6DF-90C9-4AE3-9F0B-92B3ECABFA28}" dt="2026-09-02T11:07:39.850" v="1487"/>
        <pc:sldMkLst>
          <pc:docMk/>
          <pc:sldMk cId="3037259740" sldId="949"/>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02/09/2026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02/09/2026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02/09/2026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1.gif"/><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2.gi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3.gif"/><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52.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53.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4.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8.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9.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1.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7.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8.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60.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2.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4.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3.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4.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a:t>
            </a:r>
          </a:p>
          <a:p>
            <a:pPr>
              <a:spcAft>
                <a:spcPts val="1200"/>
              </a:spcAft>
            </a:pPr>
            <a:r>
              <a:rPr lang="en-GB" dirty="0"/>
              <a:t>observable results of value to Actor(s)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 </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2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033712"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second element</a:t>
            </a:r>
          </a:p>
          <a:p>
            <a:pPr marL="285750" indent="-285750">
              <a:spcAft>
                <a:spcPts val="1200"/>
              </a:spcAft>
              <a:buFont typeface="Arial" panose="020B0604020202020204" pitchFamily="34" charset="0"/>
              <a:buChar char="•"/>
            </a:pPr>
            <a:r>
              <a:rPr lang="en-GB" sz="3200" dirty="0"/>
              <a:t>Current value compared with previous</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a:t>
            </a:r>
          </a:p>
          <a:p>
            <a:pPr marL="285750" indent="-285750">
              <a:spcAft>
                <a:spcPts val="1200"/>
              </a:spcAft>
              <a:buFont typeface="Arial" panose="020B0604020202020204" pitchFamily="34" charset="0"/>
              <a:buChar char="•"/>
            </a:pPr>
            <a:r>
              <a:rPr lang="en-GB" sz="3200" dirty="0"/>
              <a:t>Current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065675201"/>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0599500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059304869"/>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extLst>
              <p:ext uri="{D42A27DB-BD31-4B8C-83A1-F6EECF244321}">
                <p14:modId xmlns:p14="http://schemas.microsoft.com/office/powerpoint/2010/main" val="324762147"/>
              </p:ext>
            </p:extLst>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568181348"/>
              </p:ext>
            </p:extLst>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245299239"/>
              </p:ext>
            </p:extLst>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598266391"/>
              </p:ext>
            </p:extLst>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6377680" y="4890145"/>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849087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2238355045"/>
              </p:ext>
            </p:extLst>
          </p:nvPr>
        </p:nvGraphicFramePr>
        <p:xfrm>
          <a:off x="2844800" y="27690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2938241"/>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3089681282"/>
              </p:ext>
            </p:extLst>
          </p:nvPr>
        </p:nvGraphicFramePr>
        <p:xfrm>
          <a:off x="2844800" y="342900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4" name="Table 13">
            <a:extLst>
              <a:ext uri="{FF2B5EF4-FFF2-40B4-BE49-F238E27FC236}">
                <a16:creationId xmlns:a16="http://schemas.microsoft.com/office/drawing/2014/main" id="{FA04C2D2-7C08-4D75-8F62-CDC82104BF5F}"/>
              </a:ext>
            </a:extLst>
          </p:cNvPr>
          <p:cNvGraphicFramePr>
            <a:graphicFrameLocks noGrp="1"/>
          </p:cNvGraphicFramePr>
          <p:nvPr>
            <p:extLst>
              <p:ext uri="{D42A27DB-BD31-4B8C-83A1-F6EECF244321}">
                <p14:modId xmlns:p14="http://schemas.microsoft.com/office/powerpoint/2010/main" val="3805613105"/>
              </p:ext>
            </p:extLst>
          </p:nvPr>
        </p:nvGraphicFramePr>
        <p:xfrm>
          <a:off x="2844800" y="40573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7" name="Arrow: Left-Right 16">
            <a:extLst>
              <a:ext uri="{FF2B5EF4-FFF2-40B4-BE49-F238E27FC236}">
                <a16:creationId xmlns:a16="http://schemas.microsoft.com/office/drawing/2014/main" id="{88F9DFC4-3D95-497E-B59A-C82E2B3F45CA}"/>
              </a:ext>
            </a:extLst>
          </p:cNvPr>
          <p:cNvSpPr/>
          <p:nvPr/>
        </p:nvSpPr>
        <p:spPr>
          <a:xfrm>
            <a:off x="7696728" y="4226525"/>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9" name="Table 18">
            <a:extLst>
              <a:ext uri="{FF2B5EF4-FFF2-40B4-BE49-F238E27FC236}">
                <a16:creationId xmlns:a16="http://schemas.microsoft.com/office/drawing/2014/main" id="{09EC2242-E260-47BD-94F6-F228E6BBEAA1}"/>
              </a:ext>
            </a:extLst>
          </p:cNvPr>
          <p:cNvGraphicFramePr>
            <a:graphicFrameLocks noGrp="1"/>
          </p:cNvGraphicFramePr>
          <p:nvPr>
            <p:extLst>
              <p:ext uri="{D42A27DB-BD31-4B8C-83A1-F6EECF244321}">
                <p14:modId xmlns:p14="http://schemas.microsoft.com/office/powerpoint/2010/main" val="1544521839"/>
              </p:ext>
            </p:extLst>
          </p:nvPr>
        </p:nvGraphicFramePr>
        <p:xfrm>
          <a:off x="2844800" y="480564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20" name="Table 19">
            <a:extLst>
              <a:ext uri="{FF2B5EF4-FFF2-40B4-BE49-F238E27FC236}">
                <a16:creationId xmlns:a16="http://schemas.microsoft.com/office/drawing/2014/main" id="{416DD790-9E86-4C8E-9E96-91CB354C86FF}"/>
              </a:ext>
            </a:extLst>
          </p:cNvPr>
          <p:cNvGraphicFramePr>
            <a:graphicFrameLocks noGrp="1"/>
          </p:cNvGraphicFramePr>
          <p:nvPr>
            <p:extLst>
              <p:ext uri="{D42A27DB-BD31-4B8C-83A1-F6EECF244321}">
                <p14:modId xmlns:p14="http://schemas.microsoft.com/office/powerpoint/2010/main" val="1590140208"/>
              </p:ext>
            </p:extLst>
          </p:nvPr>
        </p:nvGraphicFramePr>
        <p:xfrm>
          <a:off x="2844800" y="55539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21" name="Arrow: Left-Right 20">
            <a:extLst>
              <a:ext uri="{FF2B5EF4-FFF2-40B4-BE49-F238E27FC236}">
                <a16:creationId xmlns:a16="http://schemas.microsoft.com/office/drawing/2014/main" id="{A4C7342B-8D6B-4CCF-A174-9DB52E13158C}"/>
              </a:ext>
            </a:extLst>
          </p:cNvPr>
          <p:cNvSpPr/>
          <p:nvPr/>
        </p:nvSpPr>
        <p:spPr>
          <a:xfrm>
            <a:off x="6388190" y="5723061"/>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993053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917585947"/>
              </p:ext>
            </p:extLst>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extLst>
              <p:ext uri="{D42A27DB-BD31-4B8C-83A1-F6EECF244321}">
                <p14:modId xmlns:p14="http://schemas.microsoft.com/office/powerpoint/2010/main" val="2885728403"/>
              </p:ext>
            </p:extLst>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extLst>
              <p:ext uri="{D42A27DB-BD31-4B8C-83A1-F6EECF244321}">
                <p14:modId xmlns:p14="http://schemas.microsoft.com/office/powerpoint/2010/main" val="2984737931"/>
              </p:ext>
            </p:extLst>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extLst>
              <p:ext uri="{D42A27DB-BD31-4B8C-83A1-F6EECF244321}">
                <p14:modId xmlns:p14="http://schemas.microsoft.com/office/powerpoint/2010/main" val="484976337"/>
              </p:ext>
            </p:extLst>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40306745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Binary Search</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pic>
        <p:nvPicPr>
          <p:cNvPr id="6" name="Picture 5">
            <a:extLst>
              <a:ext uri="{FF2B5EF4-FFF2-40B4-BE49-F238E27FC236}">
                <a16:creationId xmlns:a16="http://schemas.microsoft.com/office/drawing/2014/main" id="{9A5DC9E5-7669-4185-93BF-43975CA7B2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100" y="1584803"/>
            <a:ext cx="11353800" cy="2083707"/>
          </a:xfrm>
          <a:prstGeom prst="rect">
            <a:avLst/>
          </a:prstGeom>
        </p:spPr>
      </p:pic>
    </p:spTree>
    <p:extLst>
      <p:ext uri="{BB962C8B-B14F-4D97-AF65-F5344CB8AC3E}">
        <p14:creationId xmlns:p14="http://schemas.microsoft.com/office/powerpoint/2010/main" val="98066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2210103338"/>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076257251"/>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00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0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2559604585"/>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10">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3245608567"/>
              </p:ext>
            </p:extLst>
          </p:nvPr>
        </p:nvGraphicFramePr>
        <p:xfrm>
          <a:off x="1074000" y="342900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4" name="Table 13">
            <a:extLst>
              <a:ext uri="{FF2B5EF4-FFF2-40B4-BE49-F238E27FC236}">
                <a16:creationId xmlns:a16="http://schemas.microsoft.com/office/drawing/2014/main" id="{85B4427D-6B42-4EB1-B8DF-90D4718D26FD}"/>
              </a:ext>
            </a:extLst>
          </p:cNvPr>
          <p:cNvGraphicFramePr>
            <a:graphicFrameLocks noGrp="1"/>
          </p:cNvGraphicFramePr>
          <p:nvPr>
            <p:extLst>
              <p:ext uri="{D42A27DB-BD31-4B8C-83A1-F6EECF244321}">
                <p14:modId xmlns:p14="http://schemas.microsoft.com/office/powerpoint/2010/main" val="2346285994"/>
              </p:ext>
            </p:extLst>
          </p:nvPr>
        </p:nvGraphicFramePr>
        <p:xfrm>
          <a:off x="1074000" y="4858810"/>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7" name="Rectangle 16">
            <a:extLst>
              <a:ext uri="{FF2B5EF4-FFF2-40B4-BE49-F238E27FC236}">
                <a16:creationId xmlns:a16="http://schemas.microsoft.com/office/drawing/2014/main" id="{72D8836E-A56D-4B4C-B1F2-7068DE144A6C}"/>
              </a:ext>
            </a:extLst>
          </p:cNvPr>
          <p:cNvSpPr/>
          <p:nvPr/>
        </p:nvSpPr>
        <p:spPr>
          <a:xfrm>
            <a:off x="2503521" y="290697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Rectangle 18">
            <a:extLst>
              <a:ext uri="{FF2B5EF4-FFF2-40B4-BE49-F238E27FC236}">
                <a16:creationId xmlns:a16="http://schemas.microsoft.com/office/drawing/2014/main" id="{492BB6DC-FB54-45DC-9594-6690B3E0CFBC}"/>
              </a:ext>
            </a:extLst>
          </p:cNvPr>
          <p:cNvSpPr/>
          <p:nvPr/>
        </p:nvSpPr>
        <p:spPr>
          <a:xfrm>
            <a:off x="10002650" y="2905780"/>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Rectangle 19">
            <a:extLst>
              <a:ext uri="{FF2B5EF4-FFF2-40B4-BE49-F238E27FC236}">
                <a16:creationId xmlns:a16="http://schemas.microsoft.com/office/drawing/2014/main" id="{25E42847-F3CF-4FD5-85CF-4A86560F5ED5}"/>
              </a:ext>
            </a:extLst>
          </p:cNvPr>
          <p:cNvSpPr/>
          <p:nvPr/>
        </p:nvSpPr>
        <p:spPr>
          <a:xfrm>
            <a:off x="6106511" y="6026104"/>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
        <p:nvSpPr>
          <p:cNvPr id="21" name="Rectangle 20">
            <a:extLst>
              <a:ext uri="{FF2B5EF4-FFF2-40B4-BE49-F238E27FC236}">
                <a16:creationId xmlns:a16="http://schemas.microsoft.com/office/drawing/2014/main" id="{2796F581-AE5A-4481-9A12-3254A56C8A10}"/>
              </a:ext>
            </a:extLst>
          </p:cNvPr>
          <p:cNvSpPr/>
          <p:nvPr/>
        </p:nvSpPr>
        <p:spPr>
          <a:xfrm>
            <a:off x="5376480" y="824174"/>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Tree>
    <p:extLst>
      <p:ext uri="{BB962C8B-B14F-4D97-AF65-F5344CB8AC3E}">
        <p14:creationId xmlns:p14="http://schemas.microsoft.com/office/powerpoint/2010/main" val="15200122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3" name="Table 12">
            <a:extLst>
              <a:ext uri="{FF2B5EF4-FFF2-40B4-BE49-F238E27FC236}">
                <a16:creationId xmlns:a16="http://schemas.microsoft.com/office/drawing/2014/main" id="{A2E07C1E-140F-4577-BE92-22A2B7E57534}"/>
              </a:ext>
            </a:extLst>
          </p:cNvPr>
          <p:cNvGraphicFramePr>
            <a:graphicFrameLocks noGrp="1"/>
          </p:cNvGraphicFramePr>
          <p:nvPr>
            <p:extLst>
              <p:ext uri="{D42A27DB-BD31-4B8C-83A1-F6EECF244321}">
                <p14:modId xmlns:p14="http://schemas.microsoft.com/office/powerpoint/2010/main" val="2698477107"/>
              </p:ext>
            </p:extLst>
          </p:nvPr>
        </p:nvGraphicFramePr>
        <p:xfrm>
          <a:off x="1074000" y="1604477"/>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 name="Table 6">
            <a:extLst>
              <a:ext uri="{FF2B5EF4-FFF2-40B4-BE49-F238E27FC236}">
                <a16:creationId xmlns:a16="http://schemas.microsoft.com/office/drawing/2014/main" id="{33C186EE-89F1-4861-8836-8DB4A0BAD5D3}"/>
              </a:ext>
            </a:extLst>
          </p:cNvPr>
          <p:cNvGraphicFramePr>
            <a:graphicFrameLocks noGrp="1"/>
          </p:cNvGraphicFramePr>
          <p:nvPr>
            <p:extLst>
              <p:ext uri="{D42A27DB-BD31-4B8C-83A1-F6EECF244321}">
                <p14:modId xmlns:p14="http://schemas.microsoft.com/office/powerpoint/2010/main" val="2380026824"/>
              </p:ext>
            </p:extLst>
          </p:nvPr>
        </p:nvGraphicFramePr>
        <p:xfrm>
          <a:off x="1074000" y="293704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9" name="Rectangle 8">
            <a:extLst>
              <a:ext uri="{FF2B5EF4-FFF2-40B4-BE49-F238E27FC236}">
                <a16:creationId xmlns:a16="http://schemas.microsoft.com/office/drawing/2014/main" id="{BBD5B858-0F9B-4C07-A5E7-E5101E971AEA}"/>
              </a:ext>
            </a:extLst>
          </p:cNvPr>
          <p:cNvSpPr/>
          <p:nvPr/>
        </p:nvSpPr>
        <p:spPr>
          <a:xfrm>
            <a:off x="7536951" y="1075554"/>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0" name="Rectangle 9">
            <a:extLst>
              <a:ext uri="{FF2B5EF4-FFF2-40B4-BE49-F238E27FC236}">
                <a16:creationId xmlns:a16="http://schemas.microsoft.com/office/drawing/2014/main" id="{E8ABD48C-95E2-4C66-90E9-D67358A9233C}"/>
              </a:ext>
            </a:extLst>
          </p:cNvPr>
          <p:cNvSpPr/>
          <p:nvPr/>
        </p:nvSpPr>
        <p:spPr>
          <a:xfrm>
            <a:off x="10002650" y="1075554"/>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12" name="Rectangle 11">
            <a:extLst>
              <a:ext uri="{FF2B5EF4-FFF2-40B4-BE49-F238E27FC236}">
                <a16:creationId xmlns:a16="http://schemas.microsoft.com/office/drawing/2014/main" id="{D2549C28-6E3E-4215-AF0D-BD589B6C9964}"/>
              </a:ext>
            </a:extLst>
          </p:cNvPr>
          <p:cNvSpPr/>
          <p:nvPr/>
        </p:nvSpPr>
        <p:spPr>
          <a:xfrm>
            <a:off x="7367758" y="409489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32235490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1" name="Table 10">
            <a:extLst>
              <a:ext uri="{FF2B5EF4-FFF2-40B4-BE49-F238E27FC236}">
                <a16:creationId xmlns:a16="http://schemas.microsoft.com/office/drawing/2014/main" id="{DC8AFB12-C8C4-4D84-B7DD-D035010CABFD}"/>
              </a:ext>
            </a:extLst>
          </p:cNvPr>
          <p:cNvGraphicFramePr>
            <a:graphicFrameLocks noGrp="1"/>
          </p:cNvGraphicFramePr>
          <p:nvPr>
            <p:extLst>
              <p:ext uri="{D42A27DB-BD31-4B8C-83A1-F6EECF244321}">
                <p14:modId xmlns:p14="http://schemas.microsoft.com/office/powerpoint/2010/main" val="4242018174"/>
              </p:ext>
            </p:extLst>
          </p:nvPr>
        </p:nvGraphicFramePr>
        <p:xfrm>
          <a:off x="1074000" y="179997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4" name="Rectangle 13">
            <a:extLst>
              <a:ext uri="{FF2B5EF4-FFF2-40B4-BE49-F238E27FC236}">
                <a16:creationId xmlns:a16="http://schemas.microsoft.com/office/drawing/2014/main" id="{101285FA-D8DE-475A-82E5-6986C54850BB}"/>
              </a:ext>
            </a:extLst>
          </p:cNvPr>
          <p:cNvSpPr/>
          <p:nvPr/>
        </p:nvSpPr>
        <p:spPr>
          <a:xfrm>
            <a:off x="7009231" y="1276759"/>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graphicFrame>
        <p:nvGraphicFramePr>
          <p:cNvPr id="19" name="Table 18">
            <a:extLst>
              <a:ext uri="{FF2B5EF4-FFF2-40B4-BE49-F238E27FC236}">
                <a16:creationId xmlns:a16="http://schemas.microsoft.com/office/drawing/2014/main" id="{D1C14431-D69A-42ED-9D54-45E2495D4E17}"/>
              </a:ext>
            </a:extLst>
          </p:cNvPr>
          <p:cNvGraphicFramePr>
            <a:graphicFrameLocks noGrp="1"/>
          </p:cNvGraphicFramePr>
          <p:nvPr>
            <p:extLst>
              <p:ext uri="{D42A27DB-BD31-4B8C-83A1-F6EECF244321}">
                <p14:modId xmlns:p14="http://schemas.microsoft.com/office/powerpoint/2010/main" val="2328430950"/>
              </p:ext>
            </p:extLst>
          </p:nvPr>
        </p:nvGraphicFramePr>
        <p:xfrm>
          <a:off x="1074000" y="3247915"/>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0" name="Rectangle 19">
            <a:extLst>
              <a:ext uri="{FF2B5EF4-FFF2-40B4-BE49-F238E27FC236}">
                <a16:creationId xmlns:a16="http://schemas.microsoft.com/office/drawing/2014/main" id="{FA98E18D-4B9B-4EA1-A384-997C6FD51C3C}"/>
              </a:ext>
            </a:extLst>
          </p:cNvPr>
          <p:cNvSpPr/>
          <p:nvPr/>
        </p:nvSpPr>
        <p:spPr>
          <a:xfrm>
            <a:off x="7349536" y="440615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1" name="Table 20">
            <a:extLst>
              <a:ext uri="{FF2B5EF4-FFF2-40B4-BE49-F238E27FC236}">
                <a16:creationId xmlns:a16="http://schemas.microsoft.com/office/drawing/2014/main" id="{EB56AAFD-ED2C-4716-A408-FCB51B646727}"/>
              </a:ext>
            </a:extLst>
          </p:cNvPr>
          <p:cNvGraphicFramePr>
            <a:graphicFrameLocks noGrp="1"/>
          </p:cNvGraphicFramePr>
          <p:nvPr>
            <p:extLst>
              <p:ext uri="{D42A27DB-BD31-4B8C-83A1-F6EECF244321}">
                <p14:modId xmlns:p14="http://schemas.microsoft.com/office/powerpoint/2010/main" val="2073925207"/>
              </p:ext>
            </p:extLst>
          </p:nvPr>
        </p:nvGraphicFramePr>
        <p:xfrm>
          <a:off x="1074000" y="509146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18392774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63</TotalTime>
  <Words>1608</Words>
  <Application>Microsoft Office PowerPoint</Application>
  <PresentationFormat>Widescreen</PresentationFormat>
  <Paragraphs>727</Paragraphs>
  <Slides>77</Slides>
  <Notes>26</Notes>
  <HiddenSlides>16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77</vt:i4>
      </vt:variant>
    </vt:vector>
  </HeadingPairs>
  <TitlesOfParts>
    <vt:vector size="82"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Bubble Sort</vt:lpstr>
      <vt:lpstr>Learning Intentions</vt:lpstr>
      <vt:lpstr>Insertion Sort</vt:lpstr>
      <vt:lpstr>Insertion Sort</vt:lpstr>
      <vt:lpstr>Insertion Sort</vt:lpstr>
      <vt:lpstr>Insertion Sort</vt:lpstr>
      <vt:lpstr>Insertion Sort</vt:lpstr>
      <vt:lpstr>Learning Intentions</vt:lpstr>
      <vt:lpstr>Binary Search</vt:lpstr>
      <vt:lpstr>Binary Search</vt:lpstr>
      <vt:lpstr>Binary Search</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334</cp:revision>
  <cp:lastPrinted>2022-12-12T09:57:02Z</cp:lastPrinted>
  <dcterms:created xsi:type="dcterms:W3CDTF">2020-11-23T14:36:09Z</dcterms:created>
  <dcterms:modified xsi:type="dcterms:W3CDTF">2026-09-02T12:10:41Z</dcterms:modified>
</cp:coreProperties>
</file>