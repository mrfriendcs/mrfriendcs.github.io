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34" r:id="rId2"/>
    <p:sldId id="506" r:id="rId3"/>
    <p:sldId id="507" r:id="rId4"/>
    <p:sldId id="262" r:id="rId5"/>
    <p:sldId id="275" r:id="rId6"/>
    <p:sldId id="888" r:id="rId7"/>
    <p:sldId id="634" r:id="rId8"/>
    <p:sldId id="876" r:id="rId9"/>
    <p:sldId id="875" r:id="rId10"/>
    <p:sldId id="883" r:id="rId11"/>
    <p:sldId id="877" r:id="rId12"/>
    <p:sldId id="880" r:id="rId13"/>
    <p:sldId id="878" r:id="rId14"/>
    <p:sldId id="882" r:id="rId15"/>
    <p:sldId id="886" r:id="rId16"/>
    <p:sldId id="887" r:id="rId17"/>
    <p:sldId id="881" r:id="rId18"/>
    <p:sldId id="884" r:id="rId19"/>
    <p:sldId id="885" r:id="rId20"/>
    <p:sldId id="879" r:id="rId21"/>
    <p:sldId id="496" r:id="rId22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</p14:sldIdLst>
        </p14:section>
        <p14:section name="Analysis" id="{7C879B73-49D3-4B0B-8E84-ADEA941CE428}">
          <p14:sldIdLst>
            <p14:sldId id="262"/>
          </p14:sldIdLst>
        </p14:section>
        <p14:section name="Use Case Diagrams" id="{8FF03462-626E-4D1D-AC9E-9B36ACF6C895}">
          <p14:sldIdLst>
            <p14:sldId id="275"/>
            <p14:sldId id="888"/>
            <p14:sldId id="634"/>
            <p14:sldId id="876"/>
            <p14:sldId id="875"/>
            <p14:sldId id="883"/>
            <p14:sldId id="877"/>
            <p14:sldId id="880"/>
            <p14:sldId id="878"/>
          </p14:sldIdLst>
        </p14:section>
        <p14:section name="UML Class Diagrams" id="{7D4F1648-DAC2-4075-A6B4-FD4B3092EFED}">
          <p14:sldIdLst>
            <p14:sldId id="882"/>
            <p14:sldId id="886"/>
            <p14:sldId id="887"/>
            <p14:sldId id="881"/>
            <p14:sldId id="884"/>
            <p14:sldId id="885"/>
          </p14:sldIdLst>
        </p14:section>
        <p14:section name="Implementation" id="{5C392A03-E5F5-4672-87AF-87A2BB0C2FD8}">
          <p14:sldIdLst>
            <p14:sldId id="879"/>
          </p14:sldIdLst>
        </p14:section>
        <p14:section name="Standrad algorithms" id="{E51287A6-0098-4174-B5E3-AB1589BC3F19}">
          <p14:sldIdLst>
            <p14:sldId id="496"/>
          </p14:sldIdLst>
        </p14:section>
        <p14:section name="Testing" id="{89DD8F3D-7BDB-479D-BE4D-586144FA2248}">
          <p14:sldIdLst/>
        </p14:section>
        <p14:section name="Evaluation" id="{0F7A6070-A7E2-43C1-8140-267CAC25D84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4F"/>
    <a:srgbClr val="BDD7EE"/>
    <a:srgbClr val="0086B3"/>
    <a:srgbClr val="1836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9C1AE-9D74-4A34-AE2C-D44F4DAD3442}" v="28" dt="2026-05-31T17:10:54.5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556" autoAdjust="0"/>
  </p:normalViewPr>
  <p:slideViewPr>
    <p:cSldViewPr snapToGrid="0" showGuides="1">
      <p:cViewPr varScale="1">
        <p:scale>
          <a:sx n="67" d="100"/>
          <a:sy n="67" d="100"/>
        </p:scale>
        <p:origin x="72" y="36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delSld modSld addSection delSection modSection">
      <pc:chgData name="Al Friend" userId="e5ed79da-d858-46d4-9eed-a7a24903f2de" providerId="ADAL" clId="{6CF5D3DD-A8C4-4611-8099-4AEB2E976A2E}" dt="2026-05-31T17:24:44.112" v="1043" actId="1582"/>
      <pc:docMkLst>
        <pc:docMk/>
      </pc:docMkLst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562853777" sldId="33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742260229" sldId="35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01493673" sldId="38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90094969" sldId="42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62159056" sldId="42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146001703" sldId="42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851861254" sldId="42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983041276" sldId="42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878748371" sldId="42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822755515" sldId="428"/>
        </pc:sldMkLst>
      </pc:sldChg>
      <pc:sldChg chg="del">
        <pc:chgData name="Al Friend" userId="e5ed79da-d858-46d4-9eed-a7a24903f2de" providerId="ADAL" clId="{6CF5D3DD-A8C4-4611-8099-4AEB2E976A2E}" dt="2026-05-31T10:47:48.740" v="278" actId="47"/>
        <pc:sldMkLst>
          <pc:docMk/>
          <pc:sldMk cId="2570885542" sldId="43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802701649" sldId="438"/>
        </pc:sldMkLst>
      </pc:sldChg>
      <pc:sldChg chg="del">
        <pc:chgData name="Al Friend" userId="e5ed79da-d858-46d4-9eed-a7a24903f2de" providerId="ADAL" clId="{6CF5D3DD-A8C4-4611-8099-4AEB2E976A2E}" dt="2026-05-31T10:47:48.740" v="278" actId="47"/>
        <pc:sldMkLst>
          <pc:docMk/>
          <pc:sldMk cId="1456227709" sldId="44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894983875" sldId="442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2328477242" sldId="443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171987008" sldId="44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097969357" sldId="44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28642009" sldId="446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2577301597" sldId="450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2483932992" sldId="451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07598580" sldId="452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710849159" sldId="453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835580360" sldId="45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70988439" sldId="45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802556139" sldId="45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284783190" sldId="45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906495385" sldId="46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237164904" sldId="461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219291077" sldId="462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813533798" sldId="463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665045065" sldId="46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105150459" sldId="46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138570075" sldId="47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207450488" sldId="47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123966756" sldId="47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801328822" sldId="47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3526583" sldId="47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437776525" sldId="47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31375146" sldId="48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38886444" sldId="48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962929106" sldId="48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765643102" sldId="48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78737394" sldId="48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36895042" sldId="48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514697158" sldId="48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393096936" sldId="48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93232831" sldId="48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30059406" sldId="48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105079564" sldId="49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556505236" sldId="49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136100732" sldId="495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831658751" sldId="497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3844814172" sldId="498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374977604" sldId="499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2118686002" sldId="500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3419363118" sldId="50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982000468" sldId="50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702556701" sldId="50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679320925" sldId="50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26999632" sldId="50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15013201" sldId="51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037227763" sldId="51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03643126" sldId="51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157204624" sldId="53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401108545" sldId="53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19238916" sldId="53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835273" sldId="54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523056852" sldId="54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122357660" sldId="54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517025096" sldId="54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696205017" sldId="54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426775807" sldId="55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672142775" sldId="552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58947270" sldId="55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93580204" sldId="55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197381379" sldId="55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117637440" sldId="55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489710584" sldId="56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580692410" sldId="561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799793334" sldId="56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069570998" sldId="56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26135175" sldId="56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694543777" sldId="56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364337226" sldId="56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673138878" sldId="56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233716877" sldId="56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204642112" sldId="57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217686171" sldId="57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782545373" sldId="57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511439392" sldId="575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928485270" sldId="57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829510366" sldId="57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934322149" sldId="57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379680109" sldId="579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673258037" sldId="60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96336617" sldId="60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092738070" sldId="603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95889250" sldId="606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2607827900" sldId="607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2664616585" sldId="608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1132077490" sldId="60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829790090" sldId="61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9839683" sldId="61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725766388" sldId="61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56140403" sldId="61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48372155" sldId="61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431497738" sldId="61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042560834" sldId="61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659356215" sldId="61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393786595" sldId="61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567249620" sldId="62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635506457" sldId="62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69368532" sldId="62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515698625" sldId="62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10063448" sldId="62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043431165" sldId="62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745160305" sldId="62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624294451" sldId="62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821350884" sldId="62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43302402" sldId="62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121143371" sldId="63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93701465" sldId="63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173932810" sldId="63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790478087" sldId="633"/>
        </pc:sldMkLst>
      </pc:sldChg>
      <pc:sldChg chg="modNotesTx">
        <pc:chgData name="Al Friend" userId="e5ed79da-d858-46d4-9eed-a7a24903f2de" providerId="ADAL" clId="{6CF5D3DD-A8C4-4611-8099-4AEB2E976A2E}" dt="2026-05-31T17:19:13.800" v="1036" actId="20577"/>
        <pc:sldMkLst>
          <pc:docMk/>
          <pc:sldMk cId="3792360079" sldId="63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6058122" sldId="63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3029315" sldId="63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626675160" sldId="63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748937002" sldId="64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550659541" sldId="641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724449491" sldId="642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404841556" sldId="643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593729528" sldId="64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369337990" sldId="64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758771808" sldId="64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262972286" sldId="81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568420392" sldId="815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998219706" sldId="81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304241816" sldId="81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621208104" sldId="81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249946692" sldId="82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839811114" sldId="82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739826777" sldId="82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961624521" sldId="82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4292795641" sldId="82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771078146" sldId="82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897348652" sldId="82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075148250" sldId="82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692260887" sldId="828"/>
        </pc:sldMkLst>
      </pc:sldChg>
      <pc:sldChg chg="del">
        <pc:chgData name="Al Friend" userId="e5ed79da-d858-46d4-9eed-a7a24903f2de" providerId="ADAL" clId="{6CF5D3DD-A8C4-4611-8099-4AEB2E976A2E}" dt="2026-05-31T10:47:48.740" v="278" actId="47"/>
        <pc:sldMkLst>
          <pc:docMk/>
          <pc:sldMk cId="3815233802" sldId="830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652055710" sldId="831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4014645582" sldId="832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4133765171" sldId="833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818297475" sldId="834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850962590" sldId="835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95973225" sldId="83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517065374" sldId="83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117933979" sldId="83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619853656" sldId="83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633878952" sldId="84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777259054" sldId="841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487229272" sldId="84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752824477" sldId="84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509309316" sldId="84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815900931" sldId="84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4051375629" sldId="84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895888790" sldId="84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911983536" sldId="849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717122040" sldId="85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908832260" sldId="85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193289320" sldId="85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49130433" sldId="85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505112213" sldId="85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884845285" sldId="85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644562082" sldId="85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263392521" sldId="85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996963827" sldId="86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763073266" sldId="86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97242855" sldId="86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71892223" sldId="86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034192770" sldId="86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080785692" sldId="86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336362312" sldId="86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73298898" sldId="869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487391323" sldId="87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850097346" sldId="87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194133644" sldId="87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27425882" sldId="87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75966217" sldId="874"/>
        </pc:sldMkLst>
      </pc:sldChg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modSp mod">
        <pc:chgData name="Al Friend" userId="e5ed79da-d858-46d4-9eed-a7a24903f2de" providerId="ADAL" clId="{6CF5D3DD-A8C4-4611-8099-4AEB2E976A2E}" dt="2026-05-31T17:24:44.112" v="1043" actId="1582"/>
        <pc:sldMkLst>
          <pc:docMk/>
          <pc:sldMk cId="3895107268" sldId="883"/>
        </pc:sldMkLst>
        <pc:spChg chg="add mod">
          <ac:chgData name="Al Friend" userId="e5ed79da-d858-46d4-9eed-a7a24903f2de" providerId="ADAL" clId="{6CF5D3DD-A8C4-4611-8099-4AEB2E976A2E}" dt="2026-05-31T17:24:44.112" v="1043" actId="1582"/>
          <ac:spMkLst>
            <pc:docMk/>
            <pc:sldMk cId="3895107268" sldId="883"/>
            <ac:spMk id="3" creationId="{6B73F8E2-351C-B873-7A2F-0D4291693A98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9" creationId="{EE2EFB0E-AB56-4E96-9F15-7393AA54BFAA}"/>
          </ac:spMkLst>
        </pc:spChg>
        <pc:spChg chg="mod">
          <ac:chgData name="Al Friend" userId="e5ed79da-d858-46d4-9eed-a7a24903f2de" providerId="ADAL" clId="{6CF5D3DD-A8C4-4611-8099-4AEB2E976A2E}" dt="2026-05-31T17:20:34.367" v="1039" actId="20577"/>
          <ac:spMkLst>
            <pc:docMk/>
            <pc:sldMk cId="3895107268" sldId="883"/>
            <ac:spMk id="21" creationId="{65F9084E-A1EA-4464-9384-FDA12CD1EE06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2" creationId="{CDAB617F-D868-4AAD-BA99-EFE6D44FFB55}"/>
          </ac:spMkLst>
        </pc:spChg>
        <pc:spChg chg="mod">
          <ac:chgData name="Al Friend" userId="e5ed79da-d858-46d4-9eed-a7a24903f2de" providerId="ADAL" clId="{6CF5D3DD-A8C4-4611-8099-4AEB2E976A2E}" dt="2026-05-31T17:10:46.164" v="979"/>
          <ac:spMkLst>
            <pc:docMk/>
            <pc:sldMk cId="3895107268" sldId="883"/>
            <ac:spMk id="32" creationId="{85CDA261-9BB5-4CC4-B2DE-8D9152BEA2AF}"/>
          </ac:spMkLst>
        </pc:spChg>
        <pc:spChg chg="mod">
          <ac:chgData name="Al Friend" userId="e5ed79da-d858-46d4-9eed-a7a24903f2de" providerId="ADAL" clId="{6CF5D3DD-A8C4-4611-8099-4AEB2E976A2E}" dt="2026-05-31T17:10:55.840" v="986" actId="20577"/>
          <ac:spMkLst>
            <pc:docMk/>
            <pc:sldMk cId="3895107268" sldId="883"/>
            <ac:spMk id="33" creationId="{5FA2AB05-D591-4DE1-930E-0EDCED894325}"/>
          </ac:spMkLst>
        </pc:spChg>
        <pc:spChg chg="mod">
          <ac:chgData name="Al Friend" userId="e5ed79da-d858-46d4-9eed-a7a24903f2de" providerId="ADAL" clId="{6CF5D3DD-A8C4-4611-8099-4AEB2E976A2E}" dt="2026-05-20T16:01:43.404" v="274" actId="14100"/>
          <ac:spMkLst>
            <pc:docMk/>
            <pc:sldMk cId="3895107268" sldId="883"/>
            <ac:spMk id="39" creationId="{C90D3FE8-1169-4EDF-A2ED-2F943CD5C876}"/>
          </ac:spMkLst>
        </pc:spChg>
        <pc:spChg chg="mod">
          <ac:chgData name="Al Friend" userId="e5ed79da-d858-46d4-9eed-a7a24903f2de" providerId="ADAL" clId="{6CF5D3DD-A8C4-4611-8099-4AEB2E976A2E}" dt="2026-05-20T16:01:40.340" v="273" actId="14100"/>
          <ac:spMkLst>
            <pc:docMk/>
            <pc:sldMk cId="3895107268" sldId="883"/>
            <ac:spMk id="40" creationId="{F0D9822E-881E-4E96-ACB0-4C7728754CF3}"/>
          </ac:spMkLst>
        </pc:spChg>
        <pc:spChg chg="mod">
          <ac:chgData name="Al Friend" userId="e5ed79da-d858-46d4-9eed-a7a24903f2de" providerId="ADAL" clId="{6CF5D3DD-A8C4-4611-8099-4AEB2E976A2E}" dt="2026-05-31T17:08:41.500" v="975" actId="120"/>
          <ac:spMkLst>
            <pc:docMk/>
            <pc:sldMk cId="3895107268" sldId="883"/>
            <ac:spMk id="42" creationId="{F5F9953F-5BB6-4F85-90AC-D05F2552F76A}"/>
          </ac:spMkLst>
        </pc:spChg>
        <pc:cxnChg chg="mod">
          <ac:chgData name="Al Friend" userId="e5ed79da-d858-46d4-9eed-a7a24903f2de" providerId="ADAL" clId="{6CF5D3DD-A8C4-4611-8099-4AEB2E976A2E}" dt="2026-05-31T17:08:22.106" v="974" actId="692"/>
          <ac:cxnSpMkLst>
            <pc:docMk/>
            <pc:sldMk cId="3895107268" sldId="883"/>
            <ac:cxnSpMk id="24" creationId="{440C0681-510B-4743-9A20-D172D0F4A65E}"/>
          </ac:cxnSpMkLst>
        </pc:cxnChg>
        <pc:cxnChg chg="mod">
          <ac:chgData name="Al Friend" userId="e5ed79da-d858-46d4-9eed-a7a24903f2de" providerId="ADAL" clId="{6CF5D3DD-A8C4-4611-8099-4AEB2E976A2E}" dt="2026-05-31T17:08:08.074" v="973" actId="692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modSp mod">
        <pc:chgData name="Al Friend" userId="e5ed79da-d858-46d4-9eed-a7a24903f2de" providerId="ADAL" clId="{6CF5D3DD-A8C4-4611-8099-4AEB2E976A2E}" dt="2026-05-31T11:37:54.062" v="888" actId="20577"/>
        <pc:sldMkLst>
          <pc:docMk/>
          <pc:sldMk cId="1982100101" sldId="884"/>
        </pc:sldMkLst>
        <pc:spChg chg="mod">
          <ac:chgData name="Al Friend" userId="e5ed79da-d858-46d4-9eed-a7a24903f2de" providerId="ADAL" clId="{6CF5D3DD-A8C4-4611-8099-4AEB2E976A2E}" dt="2026-05-31T11:37:54.062" v="888" actId="20577"/>
          <ac:spMkLst>
            <pc:docMk/>
            <pc:sldMk cId="1982100101" sldId="884"/>
            <ac:spMk id="23" creationId="{703AB56C-EA29-4B82-A3B9-946D93A89946}"/>
          </ac:spMkLst>
        </pc:spChg>
      </pc:sldChg>
      <pc:sldChg chg="modSp mod">
        <pc:chgData name="Al Friend" userId="e5ed79da-d858-46d4-9eed-a7a24903f2de" providerId="ADAL" clId="{6CF5D3DD-A8C4-4611-8099-4AEB2E976A2E}" dt="2026-05-31T11:43:21.196" v="892" actId="1076"/>
        <pc:sldMkLst>
          <pc:docMk/>
          <pc:sldMk cId="294841495" sldId="885"/>
        </pc:sldMkLst>
        <pc:spChg chg="mod">
          <ac:chgData name="Al Friend" userId="e5ed79da-d858-46d4-9eed-a7a24903f2de" providerId="ADAL" clId="{6CF5D3DD-A8C4-4611-8099-4AEB2E976A2E}" dt="2026-05-31T11:43:21.196" v="892" actId="1076"/>
          <ac:spMkLst>
            <pc:docMk/>
            <pc:sldMk cId="294841495" sldId="885"/>
            <ac:spMk id="45" creationId="{1E67091E-C2CE-47A7-9BCD-380A030776A4}"/>
          </ac:spMkLst>
        </pc:sp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47" creationId="{C30F19AF-9E3E-4F7A-ABB2-5682DFBA7145}"/>
          </ac:cxnSpMkLst>
        </pc:cxn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addSp modSp new mod">
        <pc:chgData name="Al Friend" userId="e5ed79da-d858-46d4-9eed-a7a24903f2de" providerId="ADAL" clId="{6CF5D3DD-A8C4-4611-8099-4AEB2E976A2E}" dt="2026-05-31T11:36:32.098" v="877" actId="20577"/>
        <pc:sldMkLst>
          <pc:docMk/>
          <pc:sldMk cId="272324595" sldId="886"/>
        </pc:sldMkLst>
        <pc:spChg chg="mod">
          <ac:chgData name="Al Friend" userId="e5ed79da-d858-46d4-9eed-a7a24903f2de" providerId="ADAL" clId="{6CF5D3DD-A8C4-4611-8099-4AEB2E976A2E}" dt="2026-05-31T10:58:04.045" v="434" actId="20577"/>
          <ac:spMkLst>
            <pc:docMk/>
            <pc:sldMk cId="272324595" sldId="886"/>
            <ac:spMk id="2" creationId="{C8B033F8-8680-772C-2AD4-139DAFC19DE1}"/>
          </ac:spMkLst>
        </pc:spChg>
        <pc:spChg chg="mod">
          <ac:chgData name="Al Friend" userId="e5ed79da-d858-46d4-9eed-a7a24903f2de" providerId="ADAL" clId="{6CF5D3DD-A8C4-4611-8099-4AEB2E976A2E}" dt="2026-05-31T11:04:59.369" v="597" actId="6549"/>
          <ac:spMkLst>
            <pc:docMk/>
            <pc:sldMk cId="272324595" sldId="886"/>
            <ac:spMk id="3" creationId="{B3E2F1BB-6BA1-D6E7-7BD1-FB75A801A75B}"/>
          </ac:spMkLst>
        </pc:spChg>
        <pc:spChg chg="add mod">
          <ac:chgData name="Al Friend" userId="e5ed79da-d858-46d4-9eed-a7a24903f2de" providerId="ADAL" clId="{6CF5D3DD-A8C4-4611-8099-4AEB2E976A2E}" dt="2026-05-31T11:36:32.098" v="877" actId="20577"/>
          <ac:spMkLst>
            <pc:docMk/>
            <pc:sldMk cId="272324595" sldId="886"/>
            <ac:spMk id="4" creationId="{C68ABF8D-9F1A-3687-71E2-6DAE03CF3F86}"/>
          </ac:spMkLst>
        </pc:spChg>
      </pc:sldChg>
      <pc:sldChg chg="addSp delSp modSp new mod modNotesTx">
        <pc:chgData name="Al Friend" userId="e5ed79da-d858-46d4-9eed-a7a24903f2de" providerId="ADAL" clId="{6CF5D3DD-A8C4-4611-8099-4AEB2E976A2E}" dt="2026-05-31T11:50:56.534" v="893" actId="20577"/>
        <pc:sldMkLst>
          <pc:docMk/>
          <pc:sldMk cId="2689299202" sldId="887"/>
        </pc:sldMkLst>
        <pc:spChg chg="mod">
          <ac:chgData name="Al Friend" userId="e5ed79da-d858-46d4-9eed-a7a24903f2de" providerId="ADAL" clId="{6CF5D3DD-A8C4-4611-8099-4AEB2E976A2E}" dt="2026-05-31T11:22:13.357" v="642" actId="20577"/>
          <ac:spMkLst>
            <pc:docMk/>
            <pc:sldMk cId="2689299202" sldId="887"/>
            <ac:spMk id="2" creationId="{F6E5DDAC-B7CC-945D-B74A-87246E8E6368}"/>
          </ac:spMkLst>
        </pc:spChg>
        <pc:spChg chg="del">
          <ac:chgData name="Al Friend" userId="e5ed79da-d858-46d4-9eed-a7a24903f2de" providerId="ADAL" clId="{6CF5D3DD-A8C4-4611-8099-4AEB2E976A2E}" dt="2026-05-31T11:19:30.987" v="606" actId="478"/>
          <ac:spMkLst>
            <pc:docMk/>
            <pc:sldMk cId="2689299202" sldId="887"/>
            <ac:spMk id="3" creationId="{7B1BB58B-22F3-0540-E1DC-AFF2DB425516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0" creationId="{1821B1EE-C09C-B44F-9763-691373B40A43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1" creationId="{5D10E706-C415-F069-6596-D6EB42794CEC}"/>
          </ac:spMkLst>
        </pc:spChg>
        <pc:spChg chg="add mod">
          <ac:chgData name="Al Friend" userId="e5ed79da-d858-46d4-9eed-a7a24903f2de" providerId="ADAL" clId="{6CF5D3DD-A8C4-4611-8099-4AEB2E976A2E}" dt="2026-05-31T11:27:12.525" v="713" actId="20577"/>
          <ac:spMkLst>
            <pc:docMk/>
            <pc:sldMk cId="2689299202" sldId="887"/>
            <ac:spMk id="22" creationId="{63D1B5CA-3293-8AB0-9AD8-32AAB374D400}"/>
          </ac:spMkLst>
        </pc:spChg>
        <pc:spChg chg="add mod">
          <ac:chgData name="Al Friend" userId="e5ed79da-d858-46d4-9eed-a7a24903f2de" providerId="ADAL" clId="{6CF5D3DD-A8C4-4611-8099-4AEB2E976A2E}" dt="2026-05-31T11:29:52.772" v="782" actId="1035"/>
          <ac:spMkLst>
            <pc:docMk/>
            <pc:sldMk cId="2689299202" sldId="887"/>
            <ac:spMk id="23" creationId="{E932A1AA-E488-B330-F5D4-C8F7E1AFEB79}"/>
          </ac:spMkLst>
        </pc:spChg>
        <pc:spChg chg="add mod">
          <ac:chgData name="Al Friend" userId="e5ed79da-d858-46d4-9eed-a7a24903f2de" providerId="ADAL" clId="{6CF5D3DD-A8C4-4611-8099-4AEB2E976A2E}" dt="2026-05-31T11:29:38.864" v="759" actId="1036"/>
          <ac:spMkLst>
            <pc:docMk/>
            <pc:sldMk cId="2689299202" sldId="887"/>
            <ac:spMk id="24" creationId="{ADBE2120-BC91-CBCB-2287-C05D78CF4327}"/>
          </ac:spMkLst>
        </pc:spChg>
        <pc:spChg chg="add mod">
          <ac:chgData name="Al Friend" userId="e5ed79da-d858-46d4-9eed-a7a24903f2de" providerId="ADAL" clId="{6CF5D3DD-A8C4-4611-8099-4AEB2E976A2E}" dt="2026-05-31T11:30:06.253" v="790" actId="20577"/>
          <ac:spMkLst>
            <pc:docMk/>
            <pc:sldMk cId="2689299202" sldId="887"/>
            <ac:spMk id="25" creationId="{1458AC3E-04C8-223F-64C1-CE57362A71C9}"/>
          </ac:spMkLst>
        </pc:spChg>
        <pc:spChg chg="add mod">
          <ac:chgData name="Al Friend" userId="e5ed79da-d858-46d4-9eed-a7a24903f2de" providerId="ADAL" clId="{6CF5D3DD-A8C4-4611-8099-4AEB2E976A2E}" dt="2026-05-31T11:30:43.988" v="805" actId="1076"/>
          <ac:spMkLst>
            <pc:docMk/>
            <pc:sldMk cId="2689299202" sldId="887"/>
            <ac:spMk id="26" creationId="{1B446702-FF50-E3E0-BBEC-4575EEF5350A}"/>
          </ac:spMkLst>
        </pc:spChg>
        <pc:spChg chg="add mod">
          <ac:chgData name="Al Friend" userId="e5ed79da-d858-46d4-9eed-a7a24903f2de" providerId="ADAL" clId="{6CF5D3DD-A8C4-4611-8099-4AEB2E976A2E}" dt="2026-05-31T11:32:26.350" v="819" actId="1582"/>
          <ac:spMkLst>
            <pc:docMk/>
            <pc:sldMk cId="2689299202" sldId="887"/>
            <ac:spMk id="27" creationId="{DE55E28E-12CA-4300-79D8-A465E7328BD1}"/>
          </ac:spMkLst>
        </pc:spChg>
        <pc:spChg chg="add mod">
          <ac:chgData name="Al Friend" userId="e5ed79da-d858-46d4-9eed-a7a24903f2de" providerId="ADAL" clId="{6CF5D3DD-A8C4-4611-8099-4AEB2E976A2E}" dt="2026-05-31T11:32:44.436" v="830" actId="1076"/>
          <ac:spMkLst>
            <pc:docMk/>
            <pc:sldMk cId="2689299202" sldId="887"/>
            <ac:spMk id="28" creationId="{7B412730-5CDA-D1F4-5FDC-B0A55A466C1D}"/>
          </ac:spMkLst>
        </pc:spChg>
        <pc:spChg chg="add mod">
          <ac:chgData name="Al Friend" userId="e5ed79da-d858-46d4-9eed-a7a24903f2de" providerId="ADAL" clId="{6CF5D3DD-A8C4-4611-8099-4AEB2E976A2E}" dt="2026-05-31T11:34:51.131" v="849" actId="1076"/>
          <ac:spMkLst>
            <pc:docMk/>
            <pc:sldMk cId="2689299202" sldId="887"/>
            <ac:spMk id="29" creationId="{41629774-E830-5865-08C7-3250472DAA8C}"/>
          </ac:spMkLst>
        </pc:spChg>
        <pc:spChg chg="add mod">
          <ac:chgData name="Al Friend" userId="e5ed79da-d858-46d4-9eed-a7a24903f2de" providerId="ADAL" clId="{6CF5D3DD-A8C4-4611-8099-4AEB2E976A2E}" dt="2026-05-31T11:33:53.790" v="841"/>
          <ac:spMkLst>
            <pc:docMk/>
            <pc:sldMk cId="2689299202" sldId="887"/>
            <ac:spMk id="41" creationId="{652B5BC2-4231-3325-C8DD-F695FF8D79C4}"/>
          </ac:spMkLst>
        </pc:spChg>
        <pc:picChg chg="add mod">
          <ac:chgData name="Al Friend" userId="e5ed79da-d858-46d4-9eed-a7a24903f2de" providerId="ADAL" clId="{6CF5D3DD-A8C4-4611-8099-4AEB2E976A2E}" dt="2026-05-31T11:24:57.711" v="653" actId="1076"/>
          <ac:picMkLst>
            <pc:docMk/>
            <pc:sldMk cId="2689299202" sldId="887"/>
            <ac:picMk id="5" creationId="{19D019E1-9343-7DD7-F11F-1ADFAEBF51C6}"/>
          </ac:picMkLst>
        </pc:picChg>
        <pc:picChg chg="add del mod">
          <ac:chgData name="Al Friend" userId="e5ed79da-d858-46d4-9eed-a7a24903f2de" providerId="ADAL" clId="{6CF5D3DD-A8C4-4611-8099-4AEB2E976A2E}" dt="2026-05-31T11:21:51.882" v="621" actId="478"/>
          <ac:picMkLst>
            <pc:docMk/>
            <pc:sldMk cId="2689299202" sldId="887"/>
            <ac:picMk id="7" creationId="{15FCA113-EC46-EE0A-DC9C-AFBD2F0442DB}"/>
          </ac:picMkLst>
        </pc:picChg>
        <pc:picChg chg="add del mod">
          <ac:chgData name="Al Friend" userId="e5ed79da-d858-46d4-9eed-a7a24903f2de" providerId="ADAL" clId="{6CF5D3DD-A8C4-4611-8099-4AEB2E976A2E}" dt="2026-05-31T11:21:48.063" v="620" actId="478"/>
          <ac:picMkLst>
            <pc:docMk/>
            <pc:sldMk cId="2689299202" sldId="887"/>
            <ac:picMk id="8" creationId="{1A78220A-BE0A-A5EB-6FD9-04296FFE0606}"/>
          </ac:picMkLst>
        </pc:picChg>
        <pc:picChg chg="add mod">
          <ac:chgData name="Al Friend" userId="e5ed79da-d858-46d4-9eed-a7a24903f2de" providerId="ADAL" clId="{6CF5D3DD-A8C4-4611-8099-4AEB2E976A2E}" dt="2026-05-31T11:25:00.405" v="654" actId="1076"/>
          <ac:picMkLst>
            <pc:docMk/>
            <pc:sldMk cId="2689299202" sldId="887"/>
            <ac:picMk id="9" creationId="{53CE0249-A61C-9215-8E46-9C5D4A4E0FCA}"/>
          </ac:picMkLst>
        </pc:picChg>
        <pc:picChg chg="add mod">
          <ac:chgData name="Al Friend" userId="e5ed79da-d858-46d4-9eed-a7a24903f2de" providerId="ADAL" clId="{6CF5D3DD-A8C4-4611-8099-4AEB2E976A2E}" dt="2026-05-31T11:21:56.870" v="623" actId="1076"/>
          <ac:picMkLst>
            <pc:docMk/>
            <pc:sldMk cId="2689299202" sldId="887"/>
            <ac:picMk id="11" creationId="{26930976-710A-9121-E6A9-E1F1CF7BB12B}"/>
          </ac:picMkLst>
        </pc:picChg>
        <pc:picChg chg="add mod">
          <ac:chgData name="Al Friend" userId="e5ed79da-d858-46d4-9eed-a7a24903f2de" providerId="ADAL" clId="{6CF5D3DD-A8C4-4611-8099-4AEB2E976A2E}" dt="2026-05-31T11:21:58.899" v="624" actId="1076"/>
          <ac:picMkLst>
            <pc:docMk/>
            <pc:sldMk cId="2689299202" sldId="887"/>
            <ac:picMk id="13" creationId="{24FB712A-84E3-D214-D829-76438CF1FF71}"/>
          </ac:picMkLst>
        </pc:picChg>
        <pc:picChg chg="add mod">
          <ac:chgData name="Al Friend" userId="e5ed79da-d858-46d4-9eed-a7a24903f2de" providerId="ADAL" clId="{6CF5D3DD-A8C4-4611-8099-4AEB2E976A2E}" dt="2026-05-31T11:30:11.771" v="791" actId="1076"/>
          <ac:picMkLst>
            <pc:docMk/>
            <pc:sldMk cId="2689299202" sldId="887"/>
            <ac:picMk id="15" creationId="{C2FC3120-4859-0E36-9B84-AD9C76B1AA36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7" creationId="{58687F61-8D2B-ED11-7BDD-4ACE86BAE362}"/>
          </ac:picMkLst>
        </pc:picChg>
        <pc:picChg chg="add mod">
          <ac:chgData name="Al Friend" userId="e5ed79da-d858-46d4-9eed-a7a24903f2de" providerId="ADAL" clId="{6CF5D3DD-A8C4-4611-8099-4AEB2E976A2E}" dt="2026-05-31T11:30:38.469" v="804" actId="1076"/>
          <ac:picMkLst>
            <pc:docMk/>
            <pc:sldMk cId="2689299202" sldId="887"/>
            <ac:picMk id="18" creationId="{C8ECCEDB-84CB-E10E-29A0-6A7C6A8F8723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9" creationId="{F77B082A-3A6A-6638-5522-14D3AAE6115F}"/>
          </ac:picMkLst>
        </pc:pic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0" creationId="{D24CFD43-E225-9A60-DD0D-39E2BF7507F3}"/>
          </ac:cxnSpMkLst>
        </pc:cxn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1" creationId="{1FEB3678-3EC2-9435-6703-DBA4673C5740}"/>
          </ac:cxnSpMkLst>
        </pc:cxnChg>
        <pc:cxnChg chg="add mod">
          <ac:chgData name="Al Friend" userId="e5ed79da-d858-46d4-9eed-a7a24903f2de" providerId="ADAL" clId="{6CF5D3DD-A8C4-4611-8099-4AEB2E976A2E}" dt="2026-05-31T11:33:53.790" v="841"/>
          <ac:cxnSpMkLst>
            <pc:docMk/>
            <pc:sldMk cId="2689299202" sldId="887"/>
            <ac:cxnSpMk id="42" creationId="{79BE0326-15FA-19D1-EBFE-A8A65804F4B8}"/>
          </ac:cxnSpMkLst>
        </pc:cxnChg>
        <pc:cxnChg chg="add mod">
          <ac:chgData name="Al Friend" userId="e5ed79da-d858-46d4-9eed-a7a24903f2de" providerId="ADAL" clId="{6CF5D3DD-A8C4-4611-8099-4AEB2E976A2E}" dt="2026-05-31T11:33:53.790" v="841"/>
          <ac:cxnSpMkLst>
            <pc:docMk/>
            <pc:sldMk cId="2689299202" sldId="887"/>
            <ac:cxnSpMk id="43" creationId="{3BDE0070-2C1D-2166-A2D8-053E0F7E454C}"/>
          </ac:cxnSpMkLst>
        </pc:cxnChg>
      </pc:sldChg>
      <pc:sldChg chg="modSp new mod">
        <pc:chgData name="Al Friend" userId="e5ed79da-d858-46d4-9eed-a7a24903f2de" providerId="ADAL" clId="{6CF5D3DD-A8C4-4611-8099-4AEB2E976A2E}" dt="2026-05-31T17:03:32.725" v="971" actId="20577"/>
        <pc:sldMkLst>
          <pc:docMk/>
          <pc:sldMk cId="2047793123" sldId="888"/>
        </pc:sldMkLst>
        <pc:spChg chg="mod">
          <ac:chgData name="Al Friend" userId="e5ed79da-d858-46d4-9eed-a7a24903f2de" providerId="ADAL" clId="{6CF5D3DD-A8C4-4611-8099-4AEB2E976A2E}" dt="2026-05-31T16:59:19.055" v="902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6CF5D3DD-A8C4-4611-8099-4AEB2E976A2E}" dt="2026-05-31T17:03:32.725" v="971" actId="20577"/>
          <ac:spMkLst>
            <pc:docMk/>
            <pc:sldMk cId="2047793123" sldId="888"/>
            <ac:spMk id="3" creationId="{246B11CC-3339-C315-0BE8-FA4C1D5275B4}"/>
          </ac:spMkLst>
        </pc:spChg>
      </pc:sldChg>
    </pc:docChg>
  </pc:docChgLst>
  <pc:docChgLst>
    <pc:chgData name="Al Friend" userId="e5ed79da-d858-46d4-9eed-a7a24903f2de" providerId="ADAL" clId="{C674B5A1-E3B2-40E8-863B-82D707DB4736}"/>
    <pc:docChg chg="undo custSel addSld delSld modSld sldOrd modSection">
      <pc:chgData name="Al Friend" userId="e5ed79da-d858-46d4-9eed-a7a24903f2de" providerId="ADAL" clId="{C674B5A1-E3B2-40E8-863B-82D707DB4736}" dt="2026-05-27T12:09:51.602" v="3444" actId="14100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5-20T13:52:54.563" v="1857" actId="14100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20T13:52:54.563" v="1857" actId="14100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Sp delSp modSp add ord modAnim modNotesTx">
        <pc:chgData name="Al Friend" userId="e5ed79da-d858-46d4-9eed-a7a24903f2de" providerId="ADAL" clId="{C674B5A1-E3B2-40E8-863B-82D707DB4736}" dt="2026-05-20T14:39:43.444" v="1921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5-20T14:38:50.047" v="1920" actId="20577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20T14:38:32.817" v="1915" actId="20577"/>
          <ac:spMkLst>
            <pc:docMk/>
            <pc:sldMk cId="515075891" sldId="876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20T13:52:27.878" v="1852" actId="207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20T13:52:32.159" v="1853" actId="207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20T13:52:41.831" v="1855" actId="207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20T14:38:29.227" v="1913" actId="20577"/>
          <ac:spMkLst>
            <pc:docMk/>
            <pc:sldMk cId="515075891" sldId="876"/>
            <ac:spMk id="26" creationId="{B3D409DD-93B4-40DB-8A45-A1FF26971C42}"/>
          </ac:spMkLst>
        </pc:spChg>
        <pc:spChg chg="add mod">
          <ac:chgData name="Al Friend" userId="e5ed79da-d858-46d4-9eed-a7a24903f2de" providerId="ADAL" clId="{C674B5A1-E3B2-40E8-863B-82D707DB4736}" dt="2026-05-20T14:38:35.352" v="1917" actId="20577"/>
          <ac:spMkLst>
            <pc:docMk/>
            <pc:sldMk cId="515075891" sldId="876"/>
            <ac:spMk id="27" creationId="{2584A295-72FF-468A-A6FA-4E277C254EDC}"/>
          </ac:spMkLst>
        </pc:s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 topLvl">
          <ac:chgData name="Al Friend" userId="e5ed79da-d858-46d4-9eed-a7a24903f2de" providerId="ADAL" clId="{C674B5A1-E3B2-40E8-863B-82D707DB4736}" dt="2026-05-20T13:52:08.024" v="1848" actId="478"/>
          <ac:cxnSpMkLst>
            <pc:docMk/>
            <pc:sldMk cId="515075891" sldId="876"/>
            <ac:cxnSpMk id="12" creationId="{5DA4DAB6-55AE-451F-A496-DB8E57B81C0E}"/>
          </ac:cxnSpMkLst>
        </pc:cxnChg>
        <pc:cxnChg chg="mod topLvl">
          <ac:chgData name="Al Friend" userId="e5ed79da-d858-46d4-9eed-a7a24903f2de" providerId="ADAL" clId="{C674B5A1-E3B2-40E8-863B-82D707DB4736}" dt="2026-05-20T14:37:57.642" v="1904" actId="14100"/>
          <ac:cxnSpMkLst>
            <pc:docMk/>
            <pc:sldMk cId="515075891" sldId="876"/>
            <ac:cxnSpMk id="14" creationId="{4BC27613-8AD7-42F9-96C9-701E22C58D62}"/>
          </ac:cxnSpMkLst>
        </pc:cxnChg>
        <pc:cxnChg chg="add mod">
          <ac:chgData name="Al Friend" userId="e5ed79da-d858-46d4-9eed-a7a24903f2de" providerId="ADAL" clId="{C674B5A1-E3B2-40E8-863B-82D707DB4736}" dt="2026-05-20T14:38:16.396" v="1910" actId="14100"/>
          <ac:cxnSpMkLst>
            <pc:docMk/>
            <pc:sldMk cId="515075891" sldId="876"/>
            <ac:cxnSpMk id="29" creationId="{78E5B12E-DE80-4E14-AEB9-E9D7561A3273}"/>
          </ac:cxnSpMkLst>
        </pc:cxnChg>
        <pc:cxnChg chg="add mod">
          <ac:chgData name="Al Friend" userId="e5ed79da-d858-46d4-9eed-a7a24903f2de" providerId="ADAL" clId="{C674B5A1-E3B2-40E8-863B-82D707DB4736}" dt="2026-05-20T14:38:21.282" v="1911" actId="14100"/>
          <ac:cxnSpMkLst>
            <pc:docMk/>
            <pc:sldMk cId="515075891" sldId="876"/>
            <ac:cxnSpMk id="30" creationId="{A5305137-03E8-429E-AC65-B6B9C9CCD0EA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5-12T14:38:16.888" v="1208" actId="6549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modSp add ord">
        <pc:chgData name="Al Friend" userId="e5ed79da-d858-46d4-9eed-a7a24903f2de" providerId="ADAL" clId="{C674B5A1-E3B2-40E8-863B-82D707DB4736}" dt="2026-05-12T14:40:27.711" v="1272" actId="1076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addSp delSp modSp add delAnim modAnim">
        <pc:chgData name="Al Friend" userId="e5ed79da-d858-46d4-9eed-a7a24903f2de" providerId="ADAL" clId="{C674B5A1-E3B2-40E8-863B-82D707DB4736}" dt="2026-05-27T12:08:38.466" v="3441" actId="1037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5-27T12:08:31.623" v="3410" actId="1076"/>
          <ac:spMkLst>
            <pc:docMk/>
            <pc:sldMk cId="1900925123" sldId="881"/>
            <ac:spMk id="2" creationId="{DF81EF6B-9990-4895-9A8F-2103C304A52F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4" creationId="{D68F3B12-91FF-4536-9BDF-3DFA0AD860B7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9" creationId="{E06970F1-E4C6-493D-921A-F57A4EAA659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3" creationId="{31DE4C51-5C31-4CFA-BE3D-731751DE74B0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4" creationId="{E5304D38-62A3-4A8C-98E0-6337163FA56E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5" creationId="{EFB1A153-6E9D-4603-B7E7-DB48DD6E2DE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6" creationId="{F9DA67FF-CA17-47F2-BE12-2F4EF7BC1D21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7" creationId="{AE596573-766B-4AFA-B34B-C56D5BA1BE63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9" creationId="{AE75B9AD-FFA7-46C7-8C97-FBD2DEC6546A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20" creationId="{11F1C24C-E417-4481-B9E5-EE522678B769}"/>
          </ac:spMkLst>
        </pc:spChg>
        <pc:grpChg chg="add mod">
          <ac:chgData name="Al Friend" userId="e5ed79da-d858-46d4-9eed-a7a24903f2de" providerId="ADAL" clId="{C674B5A1-E3B2-40E8-863B-82D707DB4736}" dt="2026-05-27T12:08:38.466" v="3441" actId="1037"/>
          <ac:grpSpMkLst>
            <pc:docMk/>
            <pc:sldMk cId="1900925123" sldId="881"/>
            <ac:grpSpMk id="10" creationId="{399CD5E7-76CA-46D4-8759-2AB56AB29762}"/>
          </ac:grpSpMkLst>
        </pc:grpChg>
        <pc:cxnChg chg="add mod">
          <ac:chgData name="Al Friend" userId="e5ed79da-d858-46d4-9eed-a7a24903f2de" providerId="ADAL" clId="{C674B5A1-E3B2-40E8-863B-82D707DB4736}" dt="2026-05-20T10:59:12.732" v="1325" actId="164"/>
          <ac:cxnSpMkLst>
            <pc:docMk/>
            <pc:sldMk cId="1900925123" sldId="881"/>
            <ac:cxnSpMk id="8" creationId="{0F620062-B2DF-4004-8305-6226A65C3AFF}"/>
          </ac:cxnSpMkLst>
        </pc:cxnChg>
      </pc:sldChg>
      <pc:sldChg chg="modSp">
        <pc:chgData name="Al Friend" userId="e5ed79da-d858-46d4-9eed-a7a24903f2de" providerId="ADAL" clId="{C674B5A1-E3B2-40E8-863B-82D707DB4736}" dt="2026-05-20T11:22:14.990" v="1621" actId="20577"/>
        <pc:sldMkLst>
          <pc:docMk/>
          <pc:sldMk cId="4181631166" sldId="882"/>
        </pc:sldMkLst>
        <pc:spChg chg="mod">
          <ac:chgData name="Al Friend" userId="e5ed79da-d858-46d4-9eed-a7a24903f2de" providerId="ADAL" clId="{C674B5A1-E3B2-40E8-863B-82D707DB4736}" dt="2026-05-20T11:22:14.990" v="1621" actId="20577"/>
          <ac:spMkLst>
            <pc:docMk/>
            <pc:sldMk cId="4181631166" sldId="882"/>
            <ac:spMk id="3" creationId="{00000000-0000-0000-0000-000000000000}"/>
          </ac:spMkLst>
        </pc:spChg>
      </pc:sldChg>
      <pc:sldChg chg="addSp delSp modSp add delAnim modNotesTx">
        <pc:chgData name="Al Friend" userId="e5ed79da-d858-46d4-9eed-a7a24903f2de" providerId="ADAL" clId="{C674B5A1-E3B2-40E8-863B-82D707DB4736}" dt="2026-05-20T14:55:37.375" v="2053" actId="20577"/>
        <pc:sldMkLst>
          <pc:docMk/>
          <pc:sldMk cId="3895107268" sldId="883"/>
        </pc:sldMkLst>
        <pc:spChg chg="mod">
          <ac:chgData name="Al Friend" userId="e5ed79da-d858-46d4-9eed-a7a24903f2de" providerId="ADAL" clId="{C674B5A1-E3B2-40E8-863B-82D707DB4736}" dt="2026-05-20T13:49:06.696" v="1839" actId="20577"/>
          <ac:spMkLst>
            <pc:docMk/>
            <pc:sldMk cId="3895107268" sldId="883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20T14:54:26.755" v="2036" actId="1076"/>
          <ac:spMkLst>
            <pc:docMk/>
            <pc:sldMk cId="3895107268" sldId="883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20T14:55:37.375" v="2053" actId="20577"/>
          <ac:spMkLst>
            <pc:docMk/>
            <pc:sldMk cId="3895107268" sldId="883"/>
            <ac:spMk id="21" creationId="{65F9084E-A1EA-4464-9384-FDA12CD1EE06}"/>
          </ac:spMkLst>
        </pc:spChg>
        <pc:spChg chg="add mod">
          <ac:chgData name="Al Friend" userId="e5ed79da-d858-46d4-9eed-a7a24903f2de" providerId="ADAL" clId="{C674B5A1-E3B2-40E8-863B-82D707DB4736}" dt="2026-05-20T13:48:13.226" v="1821" actId="207"/>
          <ac:spMkLst>
            <pc:docMk/>
            <pc:sldMk cId="3895107268" sldId="883"/>
            <ac:spMk id="22" creationId="{CDAB617F-D868-4AAD-BA99-EFE6D44FFB55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2" creationId="{85CDA261-9BB5-4CC4-B2DE-8D9152BEA2AF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3" creationId="{5FA2AB05-D591-4DE1-930E-0EDCED894325}"/>
          </ac:spMkLst>
        </pc:spChg>
        <pc:spChg chg="add mod">
          <ac:chgData name="Al Friend" userId="e5ed79da-d858-46d4-9eed-a7a24903f2de" providerId="ADAL" clId="{C674B5A1-E3B2-40E8-863B-82D707DB4736}" dt="2026-05-20T14:54:54.582" v="2043" actId="14100"/>
          <ac:spMkLst>
            <pc:docMk/>
            <pc:sldMk cId="3895107268" sldId="883"/>
            <ac:spMk id="39" creationId="{C90D3FE8-1169-4EDF-A2ED-2F943CD5C876}"/>
          </ac:spMkLst>
        </pc:spChg>
        <pc:spChg chg="add mod">
          <ac:chgData name="Al Friend" userId="e5ed79da-d858-46d4-9eed-a7a24903f2de" providerId="ADAL" clId="{C674B5A1-E3B2-40E8-863B-82D707DB4736}" dt="2026-05-20T14:48:50.005" v="1960" actId="14100"/>
          <ac:spMkLst>
            <pc:docMk/>
            <pc:sldMk cId="3895107268" sldId="883"/>
            <ac:spMk id="40" creationId="{F0D9822E-881E-4E96-ACB0-4C7728754CF3}"/>
          </ac:spMkLst>
        </pc:spChg>
        <pc:spChg chg="add mod">
          <ac:chgData name="Al Friend" userId="e5ed79da-d858-46d4-9eed-a7a24903f2de" providerId="ADAL" clId="{C674B5A1-E3B2-40E8-863B-82D707DB4736}" dt="2026-05-20T14:54:11.875" v="2034" actId="207"/>
          <ac:spMkLst>
            <pc:docMk/>
            <pc:sldMk cId="3895107268" sldId="883"/>
            <ac:spMk id="42" creationId="{F5F9953F-5BB6-4F85-90AC-D05F2552F76A}"/>
          </ac:spMkLst>
        </pc:spChg>
        <pc:cxnChg chg="add mod">
          <ac:chgData name="Al Friend" userId="e5ed79da-d858-46d4-9eed-a7a24903f2de" providerId="ADAL" clId="{C674B5A1-E3B2-40E8-863B-82D707DB4736}" dt="2026-05-20T14:54:34.125" v="2038" actId="14100"/>
          <ac:cxnSpMkLst>
            <pc:docMk/>
            <pc:sldMk cId="3895107268" sldId="883"/>
            <ac:cxnSpMk id="24" creationId="{440C0681-510B-4743-9A20-D172D0F4A65E}"/>
          </ac:cxnSpMkLst>
        </pc:cxnChg>
        <pc:cxnChg chg="add mod">
          <ac:chgData name="Al Friend" userId="e5ed79da-d858-46d4-9eed-a7a24903f2de" providerId="ADAL" clId="{C674B5A1-E3B2-40E8-863B-82D707DB4736}" dt="2026-05-20T14:54:30.401" v="2037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addSp delSp modSp add modNotesTx">
        <pc:chgData name="Al Friend" userId="e5ed79da-d858-46d4-9eed-a7a24903f2de" providerId="ADAL" clId="{C674B5A1-E3B2-40E8-863B-82D707DB4736}" dt="2026-05-27T12:08:19.411" v="3408" actId="14100"/>
        <pc:sldMkLst>
          <pc:docMk/>
          <pc:sldMk cId="1982100101" sldId="884"/>
        </pc:sldMkLst>
        <pc:spChg chg="mod">
          <ac:chgData name="Al Friend" userId="e5ed79da-d858-46d4-9eed-a7a24903f2de" providerId="ADAL" clId="{C674B5A1-E3B2-40E8-863B-82D707DB4736}" dt="2026-05-27T10:44:51.356" v="2234" actId="14100"/>
          <ac:spMkLst>
            <pc:docMk/>
            <pc:sldMk cId="1982100101" sldId="884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3" creationId="{31DE4C51-5C31-4CFA-BE3D-731751DE74B0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4" creationId="{E5304D38-62A3-4A8C-98E0-6337163FA56E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5" creationId="{EFB1A153-6E9D-4603-B7E7-DB48DD6E2DE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6" creationId="{F9DA67FF-CA17-47F2-BE12-2F4EF7BC1D21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7" creationId="{AE596573-766B-4AFA-B34B-C56D5BA1BE63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21" creationId="{61BE2CD1-5F61-4B09-9AEC-39EA9BFBB6A9}"/>
          </ac:spMkLst>
        </pc:spChg>
        <pc:spChg chg="add mod">
          <ac:chgData name="Al Friend" userId="e5ed79da-d858-46d4-9eed-a7a24903f2de" providerId="ADAL" clId="{C674B5A1-E3B2-40E8-863B-82D707DB4736}" dt="2026-05-27T12:08:19.411" v="3408" actId="14100"/>
          <ac:spMkLst>
            <pc:docMk/>
            <pc:sldMk cId="1982100101" sldId="884"/>
            <ac:spMk id="22" creationId="{26E50561-9E7A-49B1-BF1B-897BB0D6CA6D}"/>
          </ac:spMkLst>
        </pc:spChg>
        <pc:spChg chg="add mod">
          <ac:chgData name="Al Friend" userId="e5ed79da-d858-46d4-9eed-a7a24903f2de" providerId="ADAL" clId="{C674B5A1-E3B2-40E8-863B-82D707DB4736}" dt="2026-05-27T10:55:50.955" v="2478" actId="20577"/>
          <ac:spMkLst>
            <pc:docMk/>
            <pc:sldMk cId="1982100101" sldId="884"/>
            <ac:spMk id="23" creationId="{703AB56C-EA29-4B82-A3B9-946D93A89946}"/>
          </ac:spMkLst>
        </pc:spChg>
        <pc:grpChg chg="mod">
          <ac:chgData name="Al Friend" userId="e5ed79da-d858-46d4-9eed-a7a24903f2de" providerId="ADAL" clId="{C674B5A1-E3B2-40E8-863B-82D707DB4736}" dt="2026-05-27T12:08:07.283" v="3406" actId="1037"/>
          <ac:grpSpMkLst>
            <pc:docMk/>
            <pc:sldMk cId="1982100101" sldId="884"/>
            <ac:grpSpMk id="10" creationId="{399CD5E7-76CA-46D4-8759-2AB56AB29762}"/>
          </ac:grpSpMkLst>
        </pc:grpChg>
        <pc:cxnChg chg="mod">
          <ac:chgData name="Al Friend" userId="e5ed79da-d858-46d4-9eed-a7a24903f2de" providerId="ADAL" clId="{C674B5A1-E3B2-40E8-863B-82D707DB4736}" dt="2026-05-27T10:43:52.189" v="2195" actId="1035"/>
          <ac:cxnSpMkLst>
            <pc:docMk/>
            <pc:sldMk cId="1982100101" sldId="884"/>
            <ac:cxnSpMk id="8" creationId="{0F620062-B2DF-4004-8305-6226A65C3AFF}"/>
          </ac:cxnSpMkLst>
        </pc:cxnChg>
      </pc:sldChg>
      <pc:sldChg chg="addSp delSp modSp add">
        <pc:chgData name="Al Friend" userId="e5ed79da-d858-46d4-9eed-a7a24903f2de" providerId="ADAL" clId="{C674B5A1-E3B2-40E8-863B-82D707DB4736}" dt="2026-05-27T12:09:51.602" v="3444" actId="14100"/>
        <pc:sldMkLst>
          <pc:docMk/>
          <pc:sldMk cId="294841495" sldId="885"/>
        </pc:sldMkLst>
        <pc:spChg chg="mod">
          <ac:chgData name="Al Friend" userId="e5ed79da-d858-46d4-9eed-a7a24903f2de" providerId="ADAL" clId="{C674B5A1-E3B2-40E8-863B-82D707DB4736}" dt="2026-05-27T10:57:34.683" v="2490" actId="20577"/>
          <ac:spMkLst>
            <pc:docMk/>
            <pc:sldMk cId="294841495" sldId="885"/>
            <ac:spMk id="2" creationId="{DF81EF6B-9990-4895-9A8F-2103C304A52F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4" creationId="{D68F3B12-91FF-4536-9BDF-3DFA0AD860B7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1:24:34.542" v="3334" actId="14100"/>
          <ac:spMkLst>
            <pc:docMk/>
            <pc:sldMk cId="294841495" sldId="885"/>
            <ac:spMk id="14" creationId="{E5304D38-62A3-4A8C-98E0-6337163FA56E}"/>
          </ac:spMkLst>
        </pc:spChg>
        <pc:spChg chg="mod topLvl">
          <ac:chgData name="Al Friend" userId="e5ed79da-d858-46d4-9eed-a7a24903f2de" providerId="ADAL" clId="{C674B5A1-E3B2-40E8-863B-82D707DB4736}" dt="2026-05-27T11:12:15.859" v="2990" actId="20577"/>
          <ac:spMkLst>
            <pc:docMk/>
            <pc:sldMk cId="294841495" sldId="885"/>
            <ac:spMk id="17" creationId="{AE596573-766B-4AFA-B34B-C56D5BA1BE63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18" creationId="{D3DE1068-9C54-4D92-A45F-8DEAD06D3824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0" creationId="{F9AD989B-F1AD-48F4-AEE9-9B57F69F844A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5" creationId="{38ED6BD4-D2B0-4DF3-BED1-47D309818666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6" creationId="{EC3E50A6-C1AB-4FE5-864D-16BBF061445C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7" creationId="{DBEA44BA-2065-4960-99BA-43573E7581B5}"/>
          </ac:spMkLst>
        </pc:spChg>
        <pc:spChg chg="mod">
          <ac:chgData name="Al Friend" userId="e5ed79da-d858-46d4-9eed-a7a24903f2de" providerId="ADAL" clId="{C674B5A1-E3B2-40E8-863B-82D707DB4736}" dt="2026-05-27T11:07:45.928" v="2784" actId="20577"/>
          <ac:spMkLst>
            <pc:docMk/>
            <pc:sldMk cId="294841495" sldId="885"/>
            <ac:spMk id="32" creationId="{6F9E9482-EB24-4541-877E-068D4A0C3A11}"/>
          </ac:spMkLst>
        </pc:spChg>
        <pc:spChg chg="mod">
          <ac:chgData name="Al Friend" userId="e5ed79da-d858-46d4-9eed-a7a24903f2de" providerId="ADAL" clId="{C674B5A1-E3B2-40E8-863B-82D707DB4736}" dt="2026-05-27T11:12:57.037" v="3011" actId="14100"/>
          <ac:spMkLst>
            <pc:docMk/>
            <pc:sldMk cId="294841495" sldId="885"/>
            <ac:spMk id="33" creationId="{B31FDF04-E2F6-4383-9A71-B1E096B511B4}"/>
          </ac:spMkLst>
        </pc:spChg>
        <pc:spChg chg="mod">
          <ac:chgData name="Al Friend" userId="e5ed79da-d858-46d4-9eed-a7a24903f2de" providerId="ADAL" clId="{C674B5A1-E3B2-40E8-863B-82D707DB4736}" dt="2026-05-27T11:12:36.135" v="3008" actId="20577"/>
          <ac:spMkLst>
            <pc:docMk/>
            <pc:sldMk cId="294841495" sldId="885"/>
            <ac:spMk id="34" creationId="{33D21E20-5786-42ED-A48F-1F8E03BC725B}"/>
          </ac:spMkLst>
        </pc:spChg>
        <pc:spChg chg="add mod">
          <ac:chgData name="Al Friend" userId="e5ed79da-d858-46d4-9eed-a7a24903f2de" providerId="ADAL" clId="{C674B5A1-E3B2-40E8-863B-82D707DB4736}" dt="2026-05-27T12:09:51.602" v="3444" actId="14100"/>
          <ac:spMkLst>
            <pc:docMk/>
            <pc:sldMk cId="294841495" sldId="885"/>
            <ac:spMk id="35" creationId="{67882CB4-64C2-47C3-B796-954847CC112D}"/>
          </ac:spMkLst>
        </pc:spChg>
        <pc:spChg chg="add mod">
          <ac:chgData name="Al Friend" userId="e5ed79da-d858-46d4-9eed-a7a24903f2de" providerId="ADAL" clId="{C674B5A1-E3B2-40E8-863B-82D707DB4736}" dt="2026-05-27T11:24:43.134" v="3339" actId="1038"/>
          <ac:spMkLst>
            <pc:docMk/>
            <pc:sldMk cId="294841495" sldId="885"/>
            <ac:spMk id="40" creationId="{9AF9AC62-05E7-420C-B80B-20719B2841D3}"/>
          </ac:spMkLst>
        </pc:spChg>
        <pc:spChg chg="add mod">
          <ac:chgData name="Al Friend" userId="e5ed79da-d858-46d4-9eed-a7a24903f2de" providerId="ADAL" clId="{C674B5A1-E3B2-40E8-863B-82D707DB4736}" dt="2026-05-27T11:26:23.754" v="3366" actId="1076"/>
          <ac:spMkLst>
            <pc:docMk/>
            <pc:sldMk cId="294841495" sldId="885"/>
            <ac:spMk id="45" creationId="{1E67091E-C2CE-47A7-9BCD-380A030776A4}"/>
          </ac:spMkLst>
        </pc:spChg>
        <pc:grpChg chg="add mod">
          <ac:chgData name="Al Friend" userId="e5ed79da-d858-46d4-9eed-a7a24903f2de" providerId="ADAL" clId="{C674B5A1-E3B2-40E8-863B-82D707DB4736}" dt="2026-05-27T11:24:15.233" v="3315" actId="1038"/>
          <ac:grpSpMkLst>
            <pc:docMk/>
            <pc:sldMk cId="294841495" sldId="885"/>
            <ac:grpSpMk id="5" creationId="{9B282EDB-923B-43AA-A7A0-4FB78350E754}"/>
          </ac:grpSpMkLst>
        </pc:grpChg>
        <pc:grpChg chg="add mod">
          <ac:chgData name="Al Friend" userId="e5ed79da-d858-46d4-9eed-a7a24903f2de" providerId="ADAL" clId="{C674B5A1-E3B2-40E8-863B-82D707DB4736}" dt="2026-05-27T11:09:09.636" v="2830" actId="164"/>
          <ac:grpSpMkLst>
            <pc:docMk/>
            <pc:sldMk cId="294841495" sldId="885"/>
            <ac:grpSpMk id="6" creationId="{1AA28F7D-6FE7-4115-AE1B-CD86E306F984}"/>
          </ac:grpSpMkLst>
        </pc:grpChg>
        <pc:grpChg chg="add mod">
          <ac:chgData name="Al Friend" userId="e5ed79da-d858-46d4-9eed-a7a24903f2de" providerId="ADAL" clId="{C674B5A1-E3B2-40E8-863B-82D707DB4736}" dt="2026-05-27T11:24:22.547" v="3331" actId="1038"/>
          <ac:grpSpMkLst>
            <pc:docMk/>
            <pc:sldMk cId="294841495" sldId="885"/>
            <ac:grpSpMk id="29" creationId="{EB1001EF-2209-4669-BF53-AFCF59C6179D}"/>
          </ac:grpSpMkLst>
        </pc:grpChg>
        <pc:cxnChg chg="mod topLvl">
          <ac:chgData name="Al Friend" userId="e5ed79da-d858-46d4-9eed-a7a24903f2de" providerId="ADAL" clId="{C674B5A1-E3B2-40E8-863B-82D707DB4736}" dt="2026-05-27T11:09:09.636" v="2830" actId="164"/>
          <ac:cxnSpMkLst>
            <pc:docMk/>
            <pc:sldMk cId="294841495" sldId="885"/>
            <ac:cxnSpMk id="8" creationId="{0F620062-B2DF-4004-8305-6226A65C3AFF}"/>
          </ac:cxnSpMkLst>
        </pc:cxnChg>
        <pc:cxnChg chg="add mod">
          <ac:chgData name="Al Friend" userId="e5ed79da-d858-46d4-9eed-a7a24903f2de" providerId="ADAL" clId="{C674B5A1-E3B2-40E8-863B-82D707DB4736}" dt="2026-05-27T11:24:26.822" v="3332" actId="14100"/>
          <ac:cxnSpMkLst>
            <pc:docMk/>
            <pc:sldMk cId="294841495" sldId="885"/>
            <ac:cxnSpMk id="11" creationId="{DBDAE3C2-47DB-4DFA-ADA5-DF066664C0CD}"/>
          </ac:cxnSpMkLst>
        </pc:cxnChg>
        <pc:cxnChg chg="mod topLvl">
          <ac:chgData name="Al Friend" userId="e5ed79da-d858-46d4-9eed-a7a24903f2de" providerId="ADAL" clId="{C674B5A1-E3B2-40E8-863B-82D707DB4736}" dt="2026-05-27T11:07:18.181" v="2774" actId="164"/>
          <ac:cxnSpMkLst>
            <pc:docMk/>
            <pc:sldMk cId="294841495" sldId="885"/>
            <ac:cxnSpMk id="24" creationId="{FD737D40-1EBB-44CD-81E0-4959A8119A08}"/>
          </ac:cxnSpMkLst>
        </pc:cxnChg>
        <pc:cxnChg chg="add mod">
          <ac:chgData name="Al Friend" userId="e5ed79da-d858-46d4-9eed-a7a24903f2de" providerId="ADAL" clId="{C674B5A1-E3B2-40E8-863B-82D707DB4736}" dt="2026-05-27T11:24:30.015" v="3333" actId="14100"/>
          <ac:cxnSpMkLst>
            <pc:docMk/>
            <pc:sldMk cId="294841495" sldId="885"/>
            <ac:cxnSpMk id="37" creationId="{E6C4DA32-EB6F-48BC-BF59-481A03FDF3FA}"/>
          </ac:cxnSpMkLst>
        </pc:cxnChg>
        <pc:cxnChg chg="add mod">
          <ac:chgData name="Al Friend" userId="e5ed79da-d858-46d4-9eed-a7a24903f2de" providerId="ADAL" clId="{C674B5A1-E3B2-40E8-863B-82D707DB4736}" dt="2026-05-27T12:07:04.699" v="3384" actId="14100"/>
          <ac:cxnSpMkLst>
            <pc:docMk/>
            <pc:sldMk cId="294841495" sldId="885"/>
            <ac:cxnSpMk id="47" creationId="{C30F19AF-9E3E-4F7A-ABB2-5682DFBA7145}"/>
          </ac:cxnSpMkLst>
        </pc:cxnChg>
        <pc:cxnChg chg="add mod">
          <ac:chgData name="Al Friend" userId="e5ed79da-d858-46d4-9eed-a7a24903f2de" providerId="ADAL" clId="{C674B5A1-E3B2-40E8-863B-82D707DB4736}" dt="2026-05-27T12:07:00.138" v="3383" actId="14100"/>
          <ac:cxnSpMkLst>
            <pc:docMk/>
            <pc:sldMk cId="294841495" sldId="885"/>
            <ac:cxnSpMk id="50" creationId="{5731073C-2961-45F8-BA70-83375DBBA138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https://www.omg.org/spec/UML/2.5.1/PDF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8568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17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Similar to ERD</a:t>
            </a:r>
          </a:p>
          <a:p>
            <a:r>
              <a:rPr lang="en-GB"/>
              <a:t>https://www.edx.org/learn/software-engineering/ku-leuven-uml-class-diagrams-for-software-engineering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558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487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65233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374ED-F922-1F42-30DA-6139E3EEF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B11CC-3339-C315-0BE8-FA4C1D527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way to capture the requirements of systems</a:t>
            </a:r>
          </a:p>
          <a:p>
            <a:r>
              <a:rPr lang="en-GB" dirty="0"/>
              <a:t>a specification of behaviour</a:t>
            </a:r>
          </a:p>
          <a:p>
            <a:r>
              <a:rPr lang="en-GB" dirty="0"/>
              <a:t>an Actor is a role: a person, a thing, a database, …</a:t>
            </a:r>
          </a:p>
        </p:txBody>
      </p:sp>
    </p:spTree>
    <p:extLst>
      <p:ext uri="{BB962C8B-B14F-4D97-AF65-F5344CB8AC3E}">
        <p14:creationId xmlns:p14="http://schemas.microsoft.com/office/powerpoint/2010/main" val="2047793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Primary Actor(s</a:t>
              </a:r>
              <a:r>
                <a:rPr lang="en-GB" sz="2800" b="1" dirty="0">
                  <a:solidFill>
                    <a:srgbClr val="7030A0"/>
                  </a:solidFill>
                </a:rPr>
                <a:t>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Secondary Actor(s)</a:t>
              </a:r>
              <a:endParaRPr lang="en-GB" dirty="0">
                <a:solidFill>
                  <a:srgbClr val="0070C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 - Relationships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1055492" y="352044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Buy drink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9084E-A1EA-4464-9384-FDA12CD1EE06}"/>
              </a:ext>
            </a:extLst>
          </p:cNvPr>
          <p:cNvSpPr/>
          <p:nvPr/>
        </p:nvSpPr>
        <p:spPr>
          <a:xfrm>
            <a:off x="7477051" y="2116023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Pay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B617F-D868-4AAD-BA99-EFE6D44FFB55}"/>
              </a:ext>
            </a:extLst>
          </p:cNvPr>
          <p:cNvSpPr/>
          <p:nvPr/>
        </p:nvSpPr>
        <p:spPr>
          <a:xfrm>
            <a:off x="7477051" y="432205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Print receipt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0C0681-510B-4743-9A20-D172D0F4A65E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3303270" y="2656023"/>
            <a:ext cx="4173781" cy="12101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D594C9-5C27-4A4C-B85E-7B863E6D3F4E}"/>
              </a:ext>
            </a:extLst>
          </p:cNvPr>
          <p:cNvCxnSpPr>
            <a:cxnSpLocks/>
            <a:stCxn id="22" idx="2"/>
          </p:cNvCxnSpPr>
          <p:nvPr/>
        </p:nvCxnSpPr>
        <p:spPr>
          <a:xfrm flipH="1" flipV="1">
            <a:off x="3215492" y="4322052"/>
            <a:ext cx="4261559" cy="54000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CDA261-9BB5-4CC4-B2DE-8D9152BEA2AF}"/>
              </a:ext>
            </a:extLst>
          </p:cNvPr>
          <p:cNvSpPr txBox="1"/>
          <p:nvPr/>
        </p:nvSpPr>
        <p:spPr>
          <a:xfrm>
            <a:off x="4527084" y="2934413"/>
            <a:ext cx="1614545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«include»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A2AB05-D591-4DE1-930E-0EDCED894325}"/>
              </a:ext>
            </a:extLst>
          </p:cNvPr>
          <p:cNvSpPr txBox="1"/>
          <p:nvPr/>
        </p:nvSpPr>
        <p:spPr>
          <a:xfrm>
            <a:off x="4556867" y="4332379"/>
            <a:ext cx="1554977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«extend»</a:t>
            </a:r>
          </a:p>
        </p:txBody>
      </p:sp>
      <p:sp>
        <p:nvSpPr>
          <p:cNvPr id="39" name="Callout: Line with No Border 38">
            <a:extLst>
              <a:ext uri="{FF2B5EF4-FFF2-40B4-BE49-F238E27FC236}">
                <a16:creationId xmlns:a16="http://schemas.microsoft.com/office/drawing/2014/main" id="{C90D3FE8-1169-4EDF-A2ED-2F943CD5C876}"/>
              </a:ext>
            </a:extLst>
          </p:cNvPr>
          <p:cNvSpPr/>
          <p:nvPr/>
        </p:nvSpPr>
        <p:spPr>
          <a:xfrm>
            <a:off x="10128972" y="3399294"/>
            <a:ext cx="1866456" cy="340399"/>
          </a:xfrm>
          <a:prstGeom prst="callout1">
            <a:avLst>
              <a:gd name="adj1" fmla="val 51692"/>
              <a:gd name="adj2" fmla="val 149"/>
              <a:gd name="adj3" fmla="val -125769"/>
              <a:gd name="adj4" fmla="val -33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Mandatory</a:t>
            </a:r>
          </a:p>
        </p:txBody>
      </p: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F0D9822E-881E-4E96-ACB0-4C7728754CF3}"/>
              </a:ext>
            </a:extLst>
          </p:cNvPr>
          <p:cNvSpPr/>
          <p:nvPr/>
        </p:nvSpPr>
        <p:spPr>
          <a:xfrm>
            <a:off x="5869759" y="5802799"/>
            <a:ext cx="1515814" cy="467961"/>
          </a:xfrm>
          <a:prstGeom prst="callout1">
            <a:avLst>
              <a:gd name="adj1" fmla="val 50466"/>
              <a:gd name="adj2" fmla="val 100987"/>
              <a:gd name="adj3" fmla="val -111356"/>
              <a:gd name="adj4" fmla="val 133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F9953F-5BB6-4F85-90AC-D05F2552F76A}"/>
              </a:ext>
            </a:extLst>
          </p:cNvPr>
          <p:cNvSpPr/>
          <p:nvPr/>
        </p:nvSpPr>
        <p:spPr>
          <a:xfrm>
            <a:off x="838200" y="1537574"/>
            <a:ext cx="9144000" cy="40536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2800" b="1" dirty="0">
                <a:solidFill>
                  <a:schemeClr val="tx1"/>
                </a:solidFill>
              </a:rPr>
              <a:t>Drinks Vending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73F8E2-351C-B873-7A2F-0D4291693A98}"/>
              </a:ext>
            </a:extLst>
          </p:cNvPr>
          <p:cNvSpPr/>
          <p:nvPr/>
        </p:nvSpPr>
        <p:spPr>
          <a:xfrm>
            <a:off x="838200" y="1537574"/>
            <a:ext cx="3812381" cy="5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10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class name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instance variables and data types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methods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public and private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constructor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array of objects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41816311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33F8-8680-772C-2AD4-139DAFC19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2F1BB-6BA1-D6E7-7BD1-FB75A801A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template for objects with similar characteristics</a:t>
            </a:r>
          </a:p>
          <a:p>
            <a:r>
              <a:rPr lang="en-GB" dirty="0"/>
              <a:t>An object can be tangible or intangible</a:t>
            </a:r>
          </a:p>
          <a:p>
            <a:r>
              <a:rPr lang="en-GB" dirty="0"/>
              <a:t>Abstraction: ignore irrelevant characteristics*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8ABF8D-9F1A-3687-71E2-6DAE03CF3F86}"/>
              </a:ext>
            </a:extLst>
          </p:cNvPr>
          <p:cNvSpPr/>
          <p:nvPr/>
        </p:nvSpPr>
        <p:spPr>
          <a:xfrm>
            <a:off x="3072447" y="5969655"/>
            <a:ext cx="604710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* irrelevant from a design point of view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324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DDAC-B7CC-945D-B74A-87246E8E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– School Example</a:t>
            </a:r>
          </a:p>
        </p:txBody>
      </p:sp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19D019E1-9343-7DD7-F11F-1ADFAEBF51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1091" y="2935493"/>
            <a:ext cx="914400" cy="914400"/>
          </a:xfrm>
          <a:prstGeom prst="rect">
            <a:avLst/>
          </a:prstGeom>
        </p:spPr>
      </p:pic>
      <p:pic>
        <p:nvPicPr>
          <p:cNvPr id="9" name="Graphic 8" descr="Woman with solid fill">
            <a:extLst>
              <a:ext uri="{FF2B5EF4-FFF2-40B4-BE49-F238E27FC236}">
                <a16:creationId xmlns:a16="http://schemas.microsoft.com/office/drawing/2014/main" id="{53CE0249-A61C-9215-8E46-9C5D4A4E0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17254" y="2505499"/>
            <a:ext cx="914400" cy="914400"/>
          </a:xfrm>
          <a:prstGeom prst="rect">
            <a:avLst/>
          </a:prstGeom>
        </p:spPr>
      </p:pic>
      <p:pic>
        <p:nvPicPr>
          <p:cNvPr id="11" name="Graphic 10" descr="Woman outline">
            <a:extLst>
              <a:ext uri="{FF2B5EF4-FFF2-40B4-BE49-F238E27FC236}">
                <a16:creationId xmlns:a16="http://schemas.microsoft.com/office/drawing/2014/main" id="{26930976-710A-9121-E6A9-E1F1CF7BB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58562" y="2071279"/>
            <a:ext cx="914400" cy="914400"/>
          </a:xfrm>
          <a:prstGeom prst="rect">
            <a:avLst/>
          </a:prstGeom>
        </p:spPr>
      </p:pic>
      <p:pic>
        <p:nvPicPr>
          <p:cNvPr id="13" name="Graphic 12" descr="Man outline">
            <a:extLst>
              <a:ext uri="{FF2B5EF4-FFF2-40B4-BE49-F238E27FC236}">
                <a16:creationId xmlns:a16="http://schemas.microsoft.com/office/drawing/2014/main" id="{24FB712A-84E3-D214-D829-76438CF1F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67603" y="1617178"/>
            <a:ext cx="914400" cy="914400"/>
          </a:xfrm>
          <a:prstGeom prst="rect">
            <a:avLst/>
          </a:prstGeom>
        </p:spPr>
      </p:pic>
      <p:pic>
        <p:nvPicPr>
          <p:cNvPr id="15" name="Graphic 14" descr="Closed book with solid fill">
            <a:extLst>
              <a:ext uri="{FF2B5EF4-FFF2-40B4-BE49-F238E27FC236}">
                <a16:creationId xmlns:a16="http://schemas.microsoft.com/office/drawing/2014/main" id="{C2FC3120-4859-0E36-9B84-AD9C76B1A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4348" y="1752419"/>
            <a:ext cx="914400" cy="914400"/>
          </a:xfrm>
          <a:prstGeom prst="rect">
            <a:avLst/>
          </a:prstGeom>
        </p:spPr>
      </p:pic>
      <p:pic>
        <p:nvPicPr>
          <p:cNvPr id="17" name="Graphic 16" descr="Closed book outline">
            <a:extLst>
              <a:ext uri="{FF2B5EF4-FFF2-40B4-BE49-F238E27FC236}">
                <a16:creationId xmlns:a16="http://schemas.microsoft.com/office/drawing/2014/main" id="{58687F61-8D2B-ED11-7BDD-4ACE86BAE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11065" y="2917953"/>
            <a:ext cx="914400" cy="914400"/>
          </a:xfrm>
          <a:prstGeom prst="rect">
            <a:avLst/>
          </a:prstGeom>
        </p:spPr>
      </p:pic>
      <p:pic>
        <p:nvPicPr>
          <p:cNvPr id="18" name="Graphic 17" descr="Closed book with solid fill">
            <a:extLst>
              <a:ext uri="{FF2B5EF4-FFF2-40B4-BE49-F238E27FC236}">
                <a16:creationId xmlns:a16="http://schemas.microsoft.com/office/drawing/2014/main" id="{C8ECCEDB-84CB-E10E-29A0-6A7C6A8F87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05412" y="3129636"/>
            <a:ext cx="914400" cy="914400"/>
          </a:xfrm>
          <a:prstGeom prst="rect">
            <a:avLst/>
          </a:prstGeom>
        </p:spPr>
      </p:pic>
      <p:pic>
        <p:nvPicPr>
          <p:cNvPr id="19" name="Graphic 18" descr="Closed book outline">
            <a:extLst>
              <a:ext uri="{FF2B5EF4-FFF2-40B4-BE49-F238E27FC236}">
                <a16:creationId xmlns:a16="http://schemas.microsoft.com/office/drawing/2014/main" id="{F77B082A-3A6A-6638-5522-14D3AAE61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509" y="1899565"/>
            <a:ext cx="914400" cy="9144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821B1EE-C09C-B44F-9763-691373B40A43}"/>
              </a:ext>
            </a:extLst>
          </p:cNvPr>
          <p:cNvSpPr/>
          <p:nvPr/>
        </p:nvSpPr>
        <p:spPr>
          <a:xfrm>
            <a:off x="2185232" y="4046620"/>
            <a:ext cx="107914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D10E706-C415-F069-6596-D6EB42794CEC}"/>
              </a:ext>
            </a:extLst>
          </p:cNvPr>
          <p:cNvSpPr/>
          <p:nvPr/>
        </p:nvSpPr>
        <p:spPr>
          <a:xfrm>
            <a:off x="8104778" y="4046620"/>
            <a:ext cx="13504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D1B5CA-3293-8AB0-9AD8-32AAB374D400}"/>
              </a:ext>
            </a:extLst>
          </p:cNvPr>
          <p:cNvSpPr/>
          <p:nvPr/>
        </p:nvSpPr>
        <p:spPr>
          <a:xfrm>
            <a:off x="4043317" y="2552355"/>
            <a:ext cx="2965492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 are enrolled</a:t>
            </a:r>
          </a:p>
          <a:p>
            <a:pPr algn="ctr"/>
            <a:r>
              <a:rPr lang="en-GB" sz="2800" b="1" dirty="0">
                <a:solidFill>
                  <a:srgbClr val="7030A0"/>
                </a:solidFill>
              </a:rPr>
              <a:t>on 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32A1AA-E488-B330-F5D4-C8F7E1AFEB79}"/>
              </a:ext>
            </a:extLst>
          </p:cNvPr>
          <p:cNvSpPr/>
          <p:nvPr/>
        </p:nvSpPr>
        <p:spPr>
          <a:xfrm>
            <a:off x="1124465" y="2659052"/>
            <a:ext cx="6751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7030A0"/>
                </a:solidFill>
              </a:rPr>
              <a:t>Leila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BE2120-BC91-CBCB-2287-C05D78CF4327}"/>
              </a:ext>
            </a:extLst>
          </p:cNvPr>
          <p:cNvSpPr/>
          <p:nvPr/>
        </p:nvSpPr>
        <p:spPr>
          <a:xfrm>
            <a:off x="2521096" y="3528010"/>
            <a:ext cx="8654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Archie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58AC3E-04C8-223F-64C1-CE57362A71C9}"/>
              </a:ext>
            </a:extLst>
          </p:cNvPr>
          <p:cNvSpPr/>
          <p:nvPr/>
        </p:nvSpPr>
        <p:spPr>
          <a:xfrm>
            <a:off x="7865627" y="1479980"/>
            <a:ext cx="81785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AH CS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B446702-FF50-E3E0-BBEC-4575EEF5350A}"/>
              </a:ext>
            </a:extLst>
          </p:cNvPr>
          <p:cNvSpPr/>
          <p:nvPr/>
        </p:nvSpPr>
        <p:spPr>
          <a:xfrm>
            <a:off x="8617592" y="2859107"/>
            <a:ext cx="1217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N5 Maths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55E28E-12CA-4300-79D8-A465E7328BD1}"/>
              </a:ext>
            </a:extLst>
          </p:cNvPr>
          <p:cNvSpPr txBox="1"/>
          <p:nvPr/>
        </p:nvSpPr>
        <p:spPr>
          <a:xfrm>
            <a:off x="2084902" y="5058509"/>
            <a:ext cx="1279802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Pupil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412730-5CDA-D1F4-5FDC-B0A55A466C1D}"/>
              </a:ext>
            </a:extLst>
          </p:cNvPr>
          <p:cNvSpPr txBox="1"/>
          <p:nvPr/>
        </p:nvSpPr>
        <p:spPr>
          <a:xfrm>
            <a:off x="7978519" y="5058508"/>
            <a:ext cx="1540458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Courses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629774-E830-5865-08C7-3250472DAA8C}"/>
              </a:ext>
            </a:extLst>
          </p:cNvPr>
          <p:cNvSpPr/>
          <p:nvPr/>
        </p:nvSpPr>
        <p:spPr>
          <a:xfrm>
            <a:off x="4748532" y="5911197"/>
            <a:ext cx="190451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Abstraction</a:t>
            </a:r>
            <a:endParaRPr lang="en-GB" b="1" dirty="0">
              <a:solidFill>
                <a:srgbClr val="7030A0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24CFD43-E225-9A60-DD0D-39E2BF7507F3}"/>
              </a:ext>
            </a:extLst>
          </p:cNvPr>
          <p:cNvCxnSpPr>
            <a:cxnSpLocks/>
            <a:stCxn id="29" idx="0"/>
            <a:endCxn id="28" idx="1"/>
          </p:cNvCxnSpPr>
          <p:nvPr/>
        </p:nvCxnSpPr>
        <p:spPr>
          <a:xfrm flipV="1">
            <a:off x="5700790" y="5350896"/>
            <a:ext cx="2277729" cy="560301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EB3678-3EC2-9435-6703-DBA4673C5740}"/>
              </a:ext>
            </a:extLst>
          </p:cNvPr>
          <p:cNvCxnSpPr>
            <a:cxnSpLocks/>
            <a:stCxn id="29" idx="0"/>
            <a:endCxn id="27" idx="3"/>
          </p:cNvCxnSpPr>
          <p:nvPr/>
        </p:nvCxnSpPr>
        <p:spPr>
          <a:xfrm flipH="1" flipV="1">
            <a:off x="3364704" y="5350897"/>
            <a:ext cx="2336086" cy="560300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430911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164592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1748790" y="463219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1551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57274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623208" y="2730787"/>
            <a:ext cx="2971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 fields / 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instance variables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966810" y="4439603"/>
            <a:ext cx="228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 / Procedures</a:t>
            </a: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AE75B9AD-FFA7-46C7-8C97-FBD2DEC6546A}"/>
              </a:ext>
            </a:extLst>
          </p:cNvPr>
          <p:cNvSpPr/>
          <p:nvPr/>
        </p:nvSpPr>
        <p:spPr>
          <a:xfrm flipH="1">
            <a:off x="8566810" y="3031958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Nouns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11F1C24C-E417-4481-B9E5-EE522678B769}"/>
              </a:ext>
            </a:extLst>
          </p:cNvPr>
          <p:cNvSpPr/>
          <p:nvPr/>
        </p:nvSpPr>
        <p:spPr>
          <a:xfrm flipH="1">
            <a:off x="8566810" y="4452485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Verbs</a:t>
            </a:r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166110" y="1965960"/>
            <a:ext cx="3600000" cy="410337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390961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68683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48006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605790" y="487222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408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4365079" y="2035957"/>
            <a:ext cx="1202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Person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3437890" y="2736502"/>
            <a:ext cx="3060700" cy="14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forename: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surname: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age: Integer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3437890" y="4193974"/>
            <a:ext cx="228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person()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getName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setAge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BE2CD1-5F61-4B09-9AEC-39EA9BFBB6A9}"/>
              </a:ext>
            </a:extLst>
          </p:cNvPr>
          <p:cNvSpPr/>
          <p:nvPr/>
        </p:nvSpPr>
        <p:spPr>
          <a:xfrm>
            <a:off x="7514503" y="1964487"/>
            <a:ext cx="16881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rgbClr val="7030A0"/>
                </a:solidFill>
              </a:rPr>
              <a:t> = public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rgbClr val="7030A0"/>
                </a:solidFill>
              </a:rPr>
              <a:t> = private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26E50561-9E7A-49B1-BF1B-897BB0D6CA6D}"/>
              </a:ext>
            </a:extLst>
          </p:cNvPr>
          <p:cNvSpPr/>
          <p:nvPr/>
        </p:nvSpPr>
        <p:spPr>
          <a:xfrm flipH="1">
            <a:off x="7149564" y="3983777"/>
            <a:ext cx="4669056" cy="946553"/>
          </a:xfrm>
          <a:prstGeom prst="callout1">
            <a:avLst>
              <a:gd name="adj1" fmla="val 50466"/>
              <a:gd name="adj2" fmla="val 100987"/>
              <a:gd name="adj3" fmla="val 51717"/>
              <a:gd name="adj4" fmla="val 1450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Constructor – uses class name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3AB56C-EA29-4B82-A3B9-946D93A89946}"/>
              </a:ext>
            </a:extLst>
          </p:cNvPr>
          <p:cNvSpPr/>
          <p:nvPr/>
        </p:nvSpPr>
        <p:spPr>
          <a:xfrm>
            <a:off x="1702440" y="6251111"/>
            <a:ext cx="878714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Private properties / methods only accessible to the object 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100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Inheritance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555290" y="3301343"/>
            <a:ext cx="1668780" cy="458724"/>
          </a:xfrm>
          <a:prstGeom prst="callout1">
            <a:avLst>
              <a:gd name="adj1" fmla="val 50466"/>
              <a:gd name="adj2" fmla="val 100987"/>
              <a:gd name="adj3" fmla="val 224176"/>
              <a:gd name="adj4" fmla="val 1717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Inherits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AA28F7D-6FE7-4115-AE1B-CD86E306F984}"/>
              </a:ext>
            </a:extLst>
          </p:cNvPr>
          <p:cNvGrpSpPr/>
          <p:nvPr/>
        </p:nvGrpSpPr>
        <p:grpSpPr>
          <a:xfrm>
            <a:off x="3931920" y="1419858"/>
            <a:ext cx="3600000" cy="2803345"/>
            <a:chOff x="3931920" y="1419858"/>
            <a:chExt cx="3600000" cy="28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931920" y="1419861"/>
              <a:ext cx="3600000" cy="280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931920" y="281675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931920" y="1419858"/>
              <a:ext cx="3600000" cy="46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Person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596573-766B-4AFA-B34B-C56D5BA1BE63}"/>
                </a:ext>
              </a:extLst>
            </p:cNvPr>
            <p:cNvSpPr txBox="1"/>
            <p:nvPr/>
          </p:nvSpPr>
          <p:spPr>
            <a:xfrm>
              <a:off x="4589619" y="1870149"/>
              <a:ext cx="22846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name: String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age: Integer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3DE1068-9C54-4D92-A45F-8DEAD06D3824}"/>
                </a:ext>
              </a:extLst>
            </p:cNvPr>
            <p:cNvSpPr txBox="1"/>
            <p:nvPr/>
          </p:nvSpPr>
          <p:spPr>
            <a:xfrm>
              <a:off x="4589619" y="2838208"/>
              <a:ext cx="22846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person()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getName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getAge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B282EDB-923B-43AA-A7A0-4FB78350E754}"/>
              </a:ext>
            </a:extLst>
          </p:cNvPr>
          <p:cNvGrpSpPr/>
          <p:nvPr/>
        </p:nvGrpSpPr>
        <p:grpSpPr>
          <a:xfrm>
            <a:off x="697530" y="4762740"/>
            <a:ext cx="3600000" cy="1886237"/>
            <a:chOff x="7883190" y="3681709"/>
            <a:chExt cx="3600000" cy="18862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AD989B-F1AD-48F4-AEE9-9B57F69F844A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737D40-1EBB-44CD-81E0-4959A8119A08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8ED6BD4-D2B0-4DF3-BED1-47D309818666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Pupil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3E50A6-C1AB-4FE5-864D-16BBF061445C}"/>
                </a:ext>
              </a:extLst>
            </p:cNvPr>
            <p:cNvSpPr txBox="1"/>
            <p:nvPr/>
          </p:nvSpPr>
          <p:spPr>
            <a:xfrm>
              <a:off x="8236278" y="4100464"/>
              <a:ext cx="30081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: String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BEA44BA-2065-4960-99BA-43573E7581B5}"/>
                </a:ext>
              </a:extLst>
            </p:cNvPr>
            <p:cNvSpPr txBox="1"/>
            <p:nvPr/>
          </p:nvSpPr>
          <p:spPr>
            <a:xfrm>
              <a:off x="82362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pupil()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1001EF-2209-4669-BF53-AFCF59C6179D}"/>
              </a:ext>
            </a:extLst>
          </p:cNvPr>
          <p:cNvGrpSpPr/>
          <p:nvPr/>
        </p:nvGrpSpPr>
        <p:grpSpPr>
          <a:xfrm>
            <a:off x="7105369" y="4737440"/>
            <a:ext cx="3600000" cy="1886237"/>
            <a:chOff x="7883190" y="3681709"/>
            <a:chExt cx="3600000" cy="188623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D47A08-40A4-41E1-A2C1-918C0388BB27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36A0A9-6448-4761-9F28-444BF419DD8E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F9E9482-EB24-4541-877E-068D4A0C3A11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Staff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31FDF04-E2F6-4383-9A71-B1E096B511B4}"/>
                </a:ext>
              </a:extLst>
            </p:cNvPr>
            <p:cNvSpPr txBox="1"/>
            <p:nvPr/>
          </p:nvSpPr>
          <p:spPr>
            <a:xfrm>
              <a:off x="8401377" y="4100464"/>
              <a:ext cx="25808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subject: String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D21E20-5786-42ED-A48F-1F8E03BC725B}"/>
                </a:ext>
              </a:extLst>
            </p:cNvPr>
            <p:cNvSpPr txBox="1"/>
            <p:nvPr/>
          </p:nvSpPr>
          <p:spPr>
            <a:xfrm>
              <a:off x="84013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staff() 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getSubject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67882CB4-64C2-47C3-B796-954847CC112D}"/>
              </a:ext>
            </a:extLst>
          </p:cNvPr>
          <p:cNvSpPr/>
          <p:nvPr/>
        </p:nvSpPr>
        <p:spPr>
          <a:xfrm>
            <a:off x="8189619" y="1793393"/>
            <a:ext cx="3030831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A subclass inherits: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properties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methods</a:t>
            </a:r>
          </a:p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of the superclass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DAE3C2-47DB-4DFA-ADA5-DF066664C0CD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497530" y="4211933"/>
            <a:ext cx="1434388" cy="5508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4DA32-EB6F-48BC-BF59-481A03FDF3FA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531918" y="4211933"/>
            <a:ext cx="1373451" cy="5255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9AF9AC62-05E7-420C-B80B-20719B2841D3}"/>
              </a:ext>
            </a:extLst>
          </p:cNvPr>
          <p:cNvSpPr/>
          <p:nvPr/>
        </p:nvSpPr>
        <p:spPr>
          <a:xfrm>
            <a:off x="971550" y="1794995"/>
            <a:ext cx="1806240" cy="458724"/>
          </a:xfrm>
          <a:prstGeom prst="callout1">
            <a:avLst>
              <a:gd name="adj1" fmla="val 50466"/>
              <a:gd name="adj2" fmla="val 100987"/>
              <a:gd name="adj3" fmla="val 69691"/>
              <a:gd name="adj4" fmla="val 1605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Superclass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67091E-C2CE-47A7-9BCD-380A030776A4}"/>
              </a:ext>
            </a:extLst>
          </p:cNvPr>
          <p:cNvSpPr/>
          <p:nvPr/>
        </p:nvSpPr>
        <p:spPr>
          <a:xfrm>
            <a:off x="4998322" y="4671520"/>
            <a:ext cx="146983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Subclass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0F19AF-9E3E-4F7A-ABB2-5682DFBA7145}"/>
              </a:ext>
            </a:extLst>
          </p:cNvPr>
          <p:cNvCxnSpPr>
            <a:cxnSpLocks/>
            <a:stCxn id="45" idx="2"/>
            <a:endCxn id="30" idx="1"/>
          </p:cNvCxnSpPr>
          <p:nvPr/>
        </p:nvCxnSpPr>
        <p:spPr>
          <a:xfrm>
            <a:off x="5733238" y="5194740"/>
            <a:ext cx="1372131" cy="4858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731073C-2961-45F8-BA70-83375DBBA138}"/>
              </a:ext>
            </a:extLst>
          </p:cNvPr>
          <p:cNvCxnSpPr>
            <a:cxnSpLocks/>
            <a:stCxn id="45" idx="2"/>
            <a:endCxn id="20" idx="3"/>
          </p:cNvCxnSpPr>
          <p:nvPr/>
        </p:nvCxnSpPr>
        <p:spPr>
          <a:xfrm flipH="1">
            <a:off x="4297530" y="5194740"/>
            <a:ext cx="1435708" cy="5111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414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585</Words>
  <Application>Microsoft Office PowerPoint</Application>
  <PresentationFormat>Widescreen</PresentationFormat>
  <Paragraphs>189</Paragraphs>
  <Slides>21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Advanced Higher CS</vt:lpstr>
      <vt:lpstr>Plan</vt:lpstr>
      <vt:lpstr>Assessment</vt:lpstr>
      <vt:lpstr>SDD Analysis</vt:lpstr>
      <vt:lpstr>Learning Intentions</vt:lpstr>
      <vt:lpstr>Use Case</vt:lpstr>
      <vt:lpstr>Use Case Diagram – Overview</vt:lpstr>
      <vt:lpstr>Actors</vt:lpstr>
      <vt:lpstr>Actor - Description</vt:lpstr>
      <vt:lpstr>Use Cases - Relationships</vt:lpstr>
      <vt:lpstr>Use Case - Description</vt:lpstr>
      <vt:lpstr>Relationship Types - Description</vt:lpstr>
      <vt:lpstr>SDD Design</vt:lpstr>
      <vt:lpstr>Learning Intentions</vt:lpstr>
      <vt:lpstr>Class</vt:lpstr>
      <vt:lpstr>Classes – School Example</vt:lpstr>
      <vt:lpstr>UML Class Diagrams</vt:lpstr>
      <vt:lpstr>UML Class Diagrams</vt:lpstr>
      <vt:lpstr>UML Inheritance</vt:lpstr>
      <vt:lpstr>SDD Implementation</vt:lpstr>
      <vt:lpstr>Learning Intentions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312</cp:revision>
  <cp:lastPrinted>2022-12-12T09:57:02Z</cp:lastPrinted>
  <dcterms:created xsi:type="dcterms:W3CDTF">2020-11-23T14:36:09Z</dcterms:created>
  <dcterms:modified xsi:type="dcterms:W3CDTF">2026-05-31T17:24:49Z</dcterms:modified>
</cp:coreProperties>
</file>