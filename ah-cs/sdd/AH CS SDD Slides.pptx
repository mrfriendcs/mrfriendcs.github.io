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27.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26.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sldIdLst>
    <p:sldId id="434" r:id="rId2"/>
    <p:sldId id="506" r:id="rId3"/>
    <p:sldId id="507" r:id="rId4"/>
    <p:sldId id="262" r:id="rId5"/>
    <p:sldId id="275" r:id="rId6"/>
    <p:sldId id="888" r:id="rId7"/>
    <p:sldId id="949" r:id="rId8"/>
    <p:sldId id="634" r:id="rId9"/>
    <p:sldId id="889" r:id="rId10"/>
    <p:sldId id="876" r:id="rId11"/>
    <p:sldId id="890" r:id="rId12"/>
    <p:sldId id="895" r:id="rId13"/>
    <p:sldId id="875" r:id="rId14"/>
    <p:sldId id="883" r:id="rId15"/>
    <p:sldId id="877" r:id="rId16"/>
    <p:sldId id="880" r:id="rId17"/>
    <p:sldId id="878" r:id="rId18"/>
    <p:sldId id="882" r:id="rId19"/>
    <p:sldId id="886" r:id="rId20"/>
    <p:sldId id="887" r:id="rId21"/>
    <p:sldId id="891" r:id="rId22"/>
    <p:sldId id="881" r:id="rId23"/>
    <p:sldId id="892" r:id="rId24"/>
    <p:sldId id="884" r:id="rId25"/>
    <p:sldId id="927" r:id="rId26"/>
    <p:sldId id="894" r:id="rId27"/>
    <p:sldId id="885" r:id="rId28"/>
    <p:sldId id="879" r:id="rId29"/>
    <p:sldId id="926" r:id="rId30"/>
    <p:sldId id="950" r:id="rId31"/>
    <p:sldId id="931" r:id="rId32"/>
    <p:sldId id="952" r:id="rId33"/>
    <p:sldId id="937" r:id="rId34"/>
    <p:sldId id="496" r:id="rId35"/>
    <p:sldId id="941" r:id="rId36"/>
    <p:sldId id="942" r:id="rId37"/>
    <p:sldId id="938" r:id="rId38"/>
    <p:sldId id="939" r:id="rId39"/>
    <p:sldId id="940" r:id="rId40"/>
    <p:sldId id="951" r:id="rId41"/>
    <p:sldId id="932" r:id="rId42"/>
    <p:sldId id="944" r:id="rId43"/>
    <p:sldId id="947" r:id="rId44"/>
    <p:sldId id="896" r:id="rId45"/>
    <p:sldId id="901" r:id="rId46"/>
    <p:sldId id="908" r:id="rId47"/>
    <p:sldId id="897" r:id="rId48"/>
    <p:sldId id="898" r:id="rId49"/>
    <p:sldId id="899" r:id="rId50"/>
    <p:sldId id="900" r:id="rId51"/>
    <p:sldId id="902" r:id="rId52"/>
    <p:sldId id="903" r:id="rId53"/>
    <p:sldId id="904" r:id="rId54"/>
    <p:sldId id="905" r:id="rId55"/>
    <p:sldId id="907" r:id="rId56"/>
    <p:sldId id="906" r:id="rId57"/>
    <p:sldId id="909" r:id="rId58"/>
    <p:sldId id="910" r:id="rId59"/>
    <p:sldId id="911" r:id="rId60"/>
    <p:sldId id="912" r:id="rId61"/>
    <p:sldId id="913" r:id="rId62"/>
    <p:sldId id="914" r:id="rId63"/>
    <p:sldId id="915" r:id="rId64"/>
    <p:sldId id="916" r:id="rId65"/>
    <p:sldId id="917" r:id="rId66"/>
    <p:sldId id="918" r:id="rId67"/>
    <p:sldId id="919" r:id="rId68"/>
    <p:sldId id="920" r:id="rId69"/>
    <p:sldId id="921" r:id="rId70"/>
    <p:sldId id="922" r:id="rId71"/>
    <p:sldId id="923" r:id="rId72"/>
    <p:sldId id="924" r:id="rId73"/>
    <p:sldId id="925" r:id="rId74"/>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949"/>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2D arrays" id="{27323A92-59D0-436A-9933-4D26ADE496F8}">
          <p14:sldIdLst>
            <p14:sldId id="950"/>
          </p14:sldIdLst>
        </p14:section>
        <p14:section name="Standrad algorithms" id="{E51287A6-0098-4174-B5E3-AB1589BC3F19}">
          <p14:sldIdLst/>
        </p14:section>
        <p14:section name="Bubble sort" id="{CB9E1CF7-E71F-466A-A5C7-98C75F4475C9}">
          <p14:sldIdLst>
            <p14:sldId id="931"/>
            <p14:sldId id="952"/>
            <p14:sldId id="937"/>
          </p14:sldIdLst>
        </p14:section>
        <p14:section name="Insertion sort" id="{02E12C54-831E-4A99-B743-31D5B861406D}">
          <p14:sldIdLst>
            <p14:sldId id="496"/>
            <p14:sldId id="941"/>
            <p14:sldId id="942"/>
            <p14:sldId id="938"/>
            <p14:sldId id="939"/>
            <p14:sldId id="940"/>
            <p14:sldId id="951"/>
          </p14:sldIdLst>
        </p14:section>
        <p14:section name="Binary search" id="{877E2555-C0E8-4F73-91B9-257005800B15}">
          <p14:sldIdLst>
            <p14:sldId id="932"/>
            <p14:sldId id="944"/>
            <p14:sldId id="947"/>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BF5"/>
    <a:srgbClr val="FCAAAA"/>
    <a:srgbClr val="BDD7EE"/>
    <a:srgbClr val="0086B3"/>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2EDE13-8B00-4AD5-A419-982C6BCF205B}" v="257" dt="2026-09-07T21:05:03.1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77" autoAdjust="0"/>
    <p:restoredTop sz="86351" autoAdjust="0"/>
  </p:normalViewPr>
  <p:slideViewPr>
    <p:cSldViewPr snapToGrid="0" showGuides="1">
      <p:cViewPr varScale="1">
        <p:scale>
          <a:sx n="72" d="100"/>
          <a:sy n="72" d="100"/>
        </p:scale>
        <p:origin x="45" y="285"/>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9-07T21:10:12.939" v="6122"/>
      <pc:docMkLst>
        <pc:docMk/>
      </pc:docMkLst>
      <pc:sldChg chg="delSp modSp mod">
        <pc:chgData name="Al Friend" userId="e5ed79da-d858-46d4-9eed-a7a24903f2de" providerId="ADAL" clId="{6CF5D3DD-A8C4-4611-8099-4AEB2E976A2E}" dt="2026-09-01T19:58:04.133" v="4894" actId="120"/>
        <pc:sldMkLst>
          <pc:docMk/>
          <pc:sldMk cId="3895107268" sldId="883"/>
        </pc:sldMkLst>
        <pc:spChg chg="mod">
          <ac:chgData name="Al Friend" userId="e5ed79da-d858-46d4-9eed-a7a24903f2de" providerId="ADAL" clId="{6CF5D3DD-A8C4-4611-8099-4AEB2E976A2E}" dt="2026-09-01T19:55:52.759" v="4847" actId="1076"/>
          <ac:spMkLst>
            <pc:docMk/>
            <pc:sldMk cId="3895107268" sldId="883"/>
            <ac:spMk id="9" creationId="{EE2EFB0E-AB56-4E96-9F15-7393AA54BFAA}"/>
          </ac:spMkLst>
        </pc:spChg>
        <pc:spChg chg="mod">
          <ac:chgData name="Al Friend" userId="e5ed79da-d858-46d4-9eed-a7a24903f2de" providerId="ADAL" clId="{6CF5D3DD-A8C4-4611-8099-4AEB2E976A2E}" dt="2026-09-01T19:56:43.216" v="4857" actId="1076"/>
          <ac:spMkLst>
            <pc:docMk/>
            <pc:sldMk cId="3895107268" sldId="883"/>
            <ac:spMk id="21" creationId="{65F9084E-A1EA-4464-9384-FDA12CD1EE06}"/>
          </ac:spMkLst>
        </pc:spChg>
        <pc:spChg chg="mod">
          <ac:chgData name="Al Friend" userId="e5ed79da-d858-46d4-9eed-a7a24903f2de" providerId="ADAL" clId="{6CF5D3DD-A8C4-4611-8099-4AEB2E976A2E}" dt="2026-09-01T19:56:34.014" v="4855" actId="1076"/>
          <ac:spMkLst>
            <pc:docMk/>
            <pc:sldMk cId="3895107268" sldId="883"/>
            <ac:spMk id="22" creationId="{CDAB617F-D868-4AAD-BA99-EFE6D44FFB55}"/>
          </ac:spMkLst>
        </pc:spChg>
        <pc:spChg chg="mod">
          <ac:chgData name="Al Friend" userId="e5ed79da-d858-46d4-9eed-a7a24903f2de" providerId="ADAL" clId="{6CF5D3DD-A8C4-4611-8099-4AEB2E976A2E}" dt="2026-09-01T19:56:24.052" v="4854" actId="1076"/>
          <ac:spMkLst>
            <pc:docMk/>
            <pc:sldMk cId="3895107268" sldId="883"/>
            <ac:spMk id="32" creationId="{85CDA261-9BB5-4CC4-B2DE-8D9152BEA2AF}"/>
          </ac:spMkLst>
        </pc:spChg>
        <pc:spChg chg="mod">
          <ac:chgData name="Al Friend" userId="e5ed79da-d858-46d4-9eed-a7a24903f2de" providerId="ADAL" clId="{6CF5D3DD-A8C4-4611-8099-4AEB2E976A2E}" dt="2026-09-01T19:56:38.999" v="4856" actId="1076"/>
          <ac:spMkLst>
            <pc:docMk/>
            <pc:sldMk cId="3895107268" sldId="883"/>
            <ac:spMk id="33" creationId="{5FA2AB05-D591-4DE1-930E-0EDCED894325}"/>
          </ac:spMkLst>
        </pc:spChg>
        <pc:spChg chg="mod">
          <ac:chgData name="Al Friend" userId="e5ed79da-d858-46d4-9eed-a7a24903f2de" providerId="ADAL" clId="{6CF5D3DD-A8C4-4611-8099-4AEB2E976A2E}" dt="2026-09-01T19:56:59.974" v="4861" actId="14100"/>
          <ac:spMkLst>
            <pc:docMk/>
            <pc:sldMk cId="3895107268" sldId="883"/>
            <ac:spMk id="39" creationId="{C90D3FE8-1169-4EDF-A2ED-2F943CD5C876}"/>
          </ac:spMkLst>
        </pc:spChg>
        <pc:spChg chg="mod">
          <ac:chgData name="Al Friend" userId="e5ed79da-d858-46d4-9eed-a7a24903f2de" providerId="ADAL" clId="{6CF5D3DD-A8C4-4611-8099-4AEB2E976A2E}" dt="2026-09-01T19:58:04.133" v="4894" actId="120"/>
          <ac:spMkLst>
            <pc:docMk/>
            <pc:sldMk cId="3895107268" sldId="883"/>
            <ac:spMk id="40" creationId="{F0D9822E-881E-4E96-ACB0-4C7728754CF3}"/>
          </ac:spMkLst>
        </pc:spChg>
        <pc:cxnChg chg="mod">
          <ac:chgData name="Al Friend" userId="e5ed79da-d858-46d4-9eed-a7a24903f2de" providerId="ADAL" clId="{6CF5D3DD-A8C4-4611-8099-4AEB2E976A2E}" dt="2026-09-01T19:56:43.216" v="4857" actId="1076"/>
          <ac:cxnSpMkLst>
            <pc:docMk/>
            <pc:sldMk cId="3895107268" sldId="883"/>
            <ac:cxnSpMk id="24" creationId="{440C0681-510B-4743-9A20-D172D0F4A65E}"/>
          </ac:cxnSpMkLst>
        </pc:cxnChg>
        <pc:cxnChg chg="mod">
          <ac:chgData name="Al Friend" userId="e5ed79da-d858-46d4-9eed-a7a24903f2de" providerId="ADAL" clId="{6CF5D3DD-A8C4-4611-8099-4AEB2E976A2E}" dt="2026-09-01T19:56:43.216" v="4857" actId="1076"/>
          <ac:cxnSpMkLst>
            <pc:docMk/>
            <pc:sldMk cId="3895107268" sldId="883"/>
            <ac:cxnSpMk id="27" creationId="{5FD594C9-5C27-4A4C-B85E-7B863E6D3F4E}"/>
          </ac:cxnSpMkLst>
        </pc:cxnChg>
      </pc:sldChg>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del mod modAnim">
        <pc:chgData name="Al Friend" userId="e5ed79da-d858-46d4-9eed-a7a24903f2de" providerId="ADAL" clId="{6CF5D3DD-A8C4-4611-8099-4AEB2E976A2E}" dt="2026-09-07T21:00:47.162" v="5994" actId="2696"/>
        <pc:sldMkLst>
          <pc:docMk/>
          <pc:sldMk cId="1301291762" sldId="930"/>
        </pc:sldMkLst>
      </pc:sldChg>
      <pc:sldChg chg="addSp delSp modSp del mod modShow">
        <pc:chgData name="Al Friend" userId="e5ed79da-d858-46d4-9eed-a7a24903f2de" providerId="ADAL" clId="{6CF5D3DD-A8C4-4611-8099-4AEB2E976A2E}" dt="2026-09-07T21:00:59.802" v="5995" actId="2696"/>
        <pc:sldMkLst>
          <pc:docMk/>
          <pc:sldMk cId="1085443778" sldId="934"/>
        </pc:sldMkLst>
      </pc:sldChg>
      <pc:sldChg chg="addSp delSp modSp del mod modShow">
        <pc:chgData name="Al Friend" userId="e5ed79da-d858-46d4-9eed-a7a24903f2de" providerId="ADAL" clId="{6CF5D3DD-A8C4-4611-8099-4AEB2E976A2E}" dt="2026-09-07T21:00:59.802" v="5995" actId="2696"/>
        <pc:sldMkLst>
          <pc:docMk/>
          <pc:sldMk cId="1807424853" sldId="935"/>
        </pc:sldMkLst>
      </pc:sldChg>
      <pc:sldChg chg="delSp modSp add del mod modShow">
        <pc:chgData name="Al Friend" userId="e5ed79da-d858-46d4-9eed-a7a24903f2de" providerId="ADAL" clId="{6CF5D3DD-A8C4-4611-8099-4AEB2E976A2E}" dt="2026-09-07T21:00:59.802" v="5995" actId="2696"/>
        <pc:sldMkLst>
          <pc:docMk/>
          <pc:sldMk cId="11191289" sldId="936"/>
        </pc:sldMkLst>
      </pc:sldChg>
      <pc:sldChg chg="addSp delSp modSp add mod delAnim modAnim modShow">
        <pc:chgData name="Al Friend" userId="e5ed79da-d858-46d4-9eed-a7a24903f2de" providerId="ADAL" clId="{6CF5D3DD-A8C4-4611-8099-4AEB2E976A2E}" dt="2026-09-07T21:05:03.195" v="6115"/>
        <pc:sldMkLst>
          <pc:docMk/>
          <pc:sldMk cId="1283248796" sldId="937"/>
        </pc:sldMkLst>
        <pc:spChg chg="del mod">
          <ac:chgData name="Al Friend" userId="e5ed79da-d858-46d4-9eed-a7a24903f2de" providerId="ADAL" clId="{6CF5D3DD-A8C4-4611-8099-4AEB2E976A2E}" dt="2026-09-07T21:03:07.196" v="6015" actId="478"/>
          <ac:spMkLst>
            <pc:docMk/>
            <pc:sldMk cId="1283248796" sldId="937"/>
            <ac:spMk id="4" creationId="{63AD72E5-9961-503D-CC42-753B61B232F7}"/>
          </ac:spMkLst>
        </pc:spChg>
        <pc:spChg chg="add mod">
          <ac:chgData name="Al Friend" userId="e5ed79da-d858-46d4-9eed-a7a24903f2de" providerId="ADAL" clId="{6CF5D3DD-A8C4-4611-8099-4AEB2E976A2E}" dt="2026-09-07T21:04:41.130" v="6114" actId="20577"/>
          <ac:spMkLst>
            <pc:docMk/>
            <pc:sldMk cId="1283248796" sldId="937"/>
            <ac:spMk id="10" creationId="{CAD8D92C-8726-9286-8A41-08DBC19E013E}"/>
          </ac:spMkLst>
        </pc:spChg>
        <pc:spChg chg="add mod">
          <ac:chgData name="Al Friend" userId="e5ed79da-d858-46d4-9eed-a7a24903f2de" providerId="ADAL" clId="{6CF5D3DD-A8C4-4611-8099-4AEB2E976A2E}" dt="2026-09-07T21:04:12.534" v="6057" actId="1037"/>
          <ac:spMkLst>
            <pc:docMk/>
            <pc:sldMk cId="1283248796" sldId="937"/>
            <ac:spMk id="13" creationId="{5BC263F3-3776-C73E-D9E3-7F3E2504AD1D}"/>
          </ac:spMkLst>
        </pc:spChg>
        <pc:spChg chg="add mod">
          <ac:chgData name="Al Friend" userId="e5ed79da-d858-46d4-9eed-a7a24903f2de" providerId="ADAL" clId="{6CF5D3DD-A8C4-4611-8099-4AEB2E976A2E}" dt="2026-09-07T21:04:02.732" v="6055" actId="1038"/>
          <ac:spMkLst>
            <pc:docMk/>
            <pc:sldMk cId="1283248796" sldId="937"/>
            <ac:spMk id="15" creationId="{92E9566B-43BD-367B-308A-CA485931E54E}"/>
          </ac:spMkLst>
        </pc:spChg>
        <pc:graphicFrameChg chg="add del mod">
          <ac:chgData name="Al Friend" userId="e5ed79da-d858-46d4-9eed-a7a24903f2de" providerId="ADAL" clId="{6CF5D3DD-A8C4-4611-8099-4AEB2E976A2E}" dt="2026-09-07T21:02:15.276" v="6008" actId="478"/>
          <ac:graphicFrameMkLst>
            <pc:docMk/>
            <pc:sldMk cId="1283248796" sldId="937"/>
            <ac:graphicFrameMk id="3" creationId="{02B81310-0A8B-AAC2-4C05-F8B673B704F1}"/>
          </ac:graphicFrameMkLst>
        </pc:graphicFrameChg>
        <pc:graphicFrameChg chg="add del mod modGraphic">
          <ac:chgData name="Al Friend" userId="e5ed79da-d858-46d4-9eed-a7a24903f2de" providerId="ADAL" clId="{6CF5D3DD-A8C4-4611-8099-4AEB2E976A2E}" dt="2026-09-07T21:01:58.917" v="6003" actId="478"/>
          <ac:graphicFrameMkLst>
            <pc:docMk/>
            <pc:sldMk cId="1283248796" sldId="937"/>
            <ac:graphicFrameMk id="5" creationId="{F8C7E294-9848-E3A7-7E1F-3A898409F8B5}"/>
          </ac:graphicFrameMkLst>
        </pc:graphicFrameChg>
        <pc:graphicFrameChg chg="add mod">
          <ac:chgData name="Al Friend" userId="e5ed79da-d858-46d4-9eed-a7a24903f2de" providerId="ADAL" clId="{6CF5D3DD-A8C4-4611-8099-4AEB2E976A2E}" dt="2026-09-07T21:03:42.104" v="6047" actId="12788"/>
          <ac:graphicFrameMkLst>
            <pc:docMk/>
            <pc:sldMk cId="1283248796" sldId="937"/>
            <ac:graphicFrameMk id="6" creationId="{0CE737ED-D2A4-AC24-DD9E-76CD29E2821B}"/>
          </ac:graphicFrameMkLst>
        </pc:graphicFrameChg>
        <pc:graphicFrameChg chg="add del mod modGraphic">
          <ac:chgData name="Al Friend" userId="e5ed79da-d858-46d4-9eed-a7a24903f2de" providerId="ADAL" clId="{6CF5D3DD-A8C4-4611-8099-4AEB2E976A2E}" dt="2026-09-07T21:01:57.655" v="6002" actId="478"/>
          <ac:graphicFrameMkLst>
            <pc:docMk/>
            <pc:sldMk cId="1283248796" sldId="937"/>
            <ac:graphicFrameMk id="7" creationId="{8A63844C-09A2-6D11-741A-C2D616071795}"/>
          </ac:graphicFrameMkLst>
        </pc:graphicFrameChg>
        <pc:graphicFrameChg chg="add mod modGraphic">
          <ac:chgData name="Al Friend" userId="e5ed79da-d858-46d4-9eed-a7a24903f2de" providerId="ADAL" clId="{6CF5D3DD-A8C4-4611-8099-4AEB2E976A2E}" dt="2026-09-07T21:03:45.023" v="6048" actId="12788"/>
          <ac:graphicFrameMkLst>
            <pc:docMk/>
            <pc:sldMk cId="1283248796" sldId="937"/>
            <ac:graphicFrameMk id="8" creationId="{60B6850D-DE92-A9C2-451A-7BBFD1D97F24}"/>
          </ac:graphicFrameMkLst>
        </pc:graphicFrameChg>
        <pc:graphicFrameChg chg="add del mod modGraphic">
          <ac:chgData name="Al Friend" userId="e5ed79da-d858-46d4-9eed-a7a24903f2de" providerId="ADAL" clId="{6CF5D3DD-A8C4-4611-8099-4AEB2E976A2E}" dt="2026-09-07T21:02:01.591" v="6006" actId="478"/>
          <ac:graphicFrameMkLst>
            <pc:docMk/>
            <pc:sldMk cId="1283248796" sldId="937"/>
            <ac:graphicFrameMk id="9" creationId="{F7DFB628-12F4-5A81-DEA5-C0B712A5AF36}"/>
          </ac:graphicFrameMkLst>
        </pc:graphicFrameChg>
        <pc:graphicFrameChg chg="add del mod modGraphic">
          <ac:chgData name="Al Friend" userId="e5ed79da-d858-46d4-9eed-a7a24903f2de" providerId="ADAL" clId="{6CF5D3DD-A8C4-4611-8099-4AEB2E976A2E}" dt="2026-09-07T21:02:00.621" v="6005" actId="478"/>
          <ac:graphicFrameMkLst>
            <pc:docMk/>
            <pc:sldMk cId="1283248796" sldId="937"/>
            <ac:graphicFrameMk id="11" creationId="{AAB82F7C-1ED1-7B5B-5034-9BB533DCF99D}"/>
          </ac:graphicFrameMkLst>
        </pc:graphicFrameChg>
      </pc:sldChg>
      <pc:sldChg chg="mod modShow">
        <pc:chgData name="Al Friend" userId="e5ed79da-d858-46d4-9eed-a7a24903f2de" providerId="ADAL" clId="{6CF5D3DD-A8C4-4611-8099-4AEB2E976A2E}" dt="2026-09-01T19:47:18.211" v="4827" actId="729"/>
        <pc:sldMkLst>
          <pc:docMk/>
          <pc:sldMk cId="1059950045" sldId="942"/>
        </pc:sldMkLst>
      </pc:sldChg>
      <pc:sldChg chg="modSp mod modAnim modShow">
        <pc:chgData name="Al Friend" userId="e5ed79da-d858-46d4-9eed-a7a24903f2de" providerId="ADAL" clId="{6CF5D3DD-A8C4-4611-8099-4AEB2E976A2E}" dt="2026-09-06T12:36:54.939" v="5321"/>
        <pc:sldMkLst>
          <pc:docMk/>
          <pc:sldMk cId="1520012242" sldId="944"/>
        </pc:sldMkLst>
        <pc:spChg chg="mod">
          <ac:chgData name="Al Friend" userId="e5ed79da-d858-46d4-9eed-a7a24903f2de" providerId="ADAL" clId="{6CF5D3DD-A8C4-4611-8099-4AEB2E976A2E}" dt="2026-09-06T12:35:24.353" v="5318" actId="1076"/>
          <ac:spMkLst>
            <pc:docMk/>
            <pc:sldMk cId="1520012242" sldId="944"/>
            <ac:spMk id="3" creationId="{6FFDD233-4C25-438E-92B3-B81ABA0277DB}"/>
          </ac:spMkLst>
        </pc:spChg>
      </pc:sldChg>
      <pc:sldChg chg="del">
        <pc:chgData name="Al Friend" userId="e5ed79da-d858-46d4-9eed-a7a24903f2de" providerId="ADAL" clId="{6CF5D3DD-A8C4-4611-8099-4AEB2E976A2E}" dt="2026-09-06T12:38:03.267" v="5323" actId="2696"/>
        <pc:sldMkLst>
          <pc:docMk/>
          <pc:sldMk cId="3223549011" sldId="945"/>
        </pc:sldMkLst>
      </pc:sldChg>
      <pc:sldChg chg="del mod modShow">
        <pc:chgData name="Al Friend" userId="e5ed79da-d858-46d4-9eed-a7a24903f2de" providerId="ADAL" clId="{6CF5D3DD-A8C4-4611-8099-4AEB2E976A2E}" dt="2026-09-06T12:37:56.126" v="5322" actId="2696"/>
        <pc:sldMkLst>
          <pc:docMk/>
          <pc:sldMk cId="980668488" sldId="946"/>
        </pc:sldMkLst>
      </pc:sldChg>
      <pc:sldChg chg="modSp mod ord modAnim modShow">
        <pc:chgData name="Al Friend" userId="e5ed79da-d858-46d4-9eed-a7a24903f2de" providerId="ADAL" clId="{6CF5D3DD-A8C4-4611-8099-4AEB2E976A2E}" dt="2026-09-06T12:34:48.926" v="5316"/>
        <pc:sldMkLst>
          <pc:docMk/>
          <pc:sldMk cId="2335467649" sldId="947"/>
        </pc:sldMkLst>
        <pc:spChg chg="mod">
          <ac:chgData name="Al Friend" userId="e5ed79da-d858-46d4-9eed-a7a24903f2de" providerId="ADAL" clId="{6CF5D3DD-A8C4-4611-8099-4AEB2E976A2E}" dt="2026-09-01T19:48:31.645" v="4834" actId="20577"/>
          <ac:spMkLst>
            <pc:docMk/>
            <pc:sldMk cId="2335467649" sldId="947"/>
            <ac:spMk id="12" creationId="{4EA2FE8F-A668-427E-BB67-6C067EA748C5}"/>
          </ac:spMkLst>
        </pc:spChg>
      </pc:sldChg>
      <pc:sldChg chg="del">
        <pc:chgData name="Al Friend" userId="e5ed79da-d858-46d4-9eed-a7a24903f2de" providerId="ADAL" clId="{6CF5D3DD-A8C4-4611-8099-4AEB2E976A2E}" dt="2026-09-06T12:38:03.267" v="5323" actId="2696"/>
        <pc:sldMkLst>
          <pc:docMk/>
          <pc:sldMk cId="1839277499" sldId="948"/>
        </pc:sldMkLst>
      </pc:sldChg>
      <pc:sldChg chg="addSp modSp new mod modAnim">
        <pc:chgData name="Al Friend" userId="e5ed79da-d858-46d4-9eed-a7a24903f2de" providerId="ADAL" clId="{6CF5D3DD-A8C4-4611-8099-4AEB2E976A2E}" dt="2026-09-02T21:42:29.848" v="5310" actId="1076"/>
        <pc:sldMkLst>
          <pc:docMk/>
          <pc:sldMk cId="1449326233" sldId="950"/>
        </pc:sldMkLst>
        <pc:spChg chg="mod">
          <ac:chgData name="Al Friend" userId="e5ed79da-d858-46d4-9eed-a7a24903f2de" providerId="ADAL" clId="{6CF5D3DD-A8C4-4611-8099-4AEB2E976A2E}" dt="2026-09-02T16:40:15.156" v="4908" actId="20577"/>
          <ac:spMkLst>
            <pc:docMk/>
            <pc:sldMk cId="1449326233" sldId="950"/>
            <ac:spMk id="2" creationId="{66A26E51-753D-CAD5-DC38-23677219D7D6}"/>
          </ac:spMkLst>
        </pc:spChg>
        <pc:spChg chg="mod">
          <ac:chgData name="Al Friend" userId="e5ed79da-d858-46d4-9eed-a7a24903f2de" providerId="ADAL" clId="{6CF5D3DD-A8C4-4611-8099-4AEB2E976A2E}" dt="2026-09-02T21:40:07.608" v="5185" actId="948"/>
          <ac:spMkLst>
            <pc:docMk/>
            <pc:sldMk cId="1449326233" sldId="950"/>
            <ac:spMk id="3" creationId="{971647AA-E834-6D5A-429A-B93A9ADC03B5}"/>
          </ac:spMkLst>
        </pc:spChg>
        <pc:spChg chg="add mod">
          <ac:chgData name="Al Friend" userId="e5ed79da-d858-46d4-9eed-a7a24903f2de" providerId="ADAL" clId="{6CF5D3DD-A8C4-4611-8099-4AEB2E976A2E}" dt="2026-09-02T21:42:29.848" v="5310" actId="1076"/>
          <ac:spMkLst>
            <pc:docMk/>
            <pc:sldMk cId="1449326233" sldId="950"/>
            <ac:spMk id="4" creationId="{76B920FE-8950-EDA2-7571-914C41D21E19}"/>
          </ac:spMkLst>
        </pc:spChg>
        <pc:graphicFrameChg chg="add mod modGraphic">
          <ac:chgData name="Al Friend" userId="e5ed79da-d858-46d4-9eed-a7a24903f2de" providerId="ADAL" clId="{6CF5D3DD-A8C4-4611-8099-4AEB2E976A2E}" dt="2026-09-02T21:42:05.042" v="5269" actId="1038"/>
          <ac:graphicFrameMkLst>
            <pc:docMk/>
            <pc:sldMk cId="1449326233" sldId="950"/>
            <ac:graphicFrameMk id="5" creationId="{14B69F77-D8C5-F348-FF63-4DC5F2EB2FEC}"/>
          </ac:graphicFrameMkLst>
        </pc:graphicFrameChg>
        <pc:cxnChg chg="add mod">
          <ac:chgData name="Al Friend" userId="e5ed79da-d858-46d4-9eed-a7a24903f2de" providerId="ADAL" clId="{6CF5D3DD-A8C4-4611-8099-4AEB2E976A2E}" dt="2026-09-02T21:41:50.999" v="5228" actId="1035"/>
          <ac:cxnSpMkLst>
            <pc:docMk/>
            <pc:sldMk cId="1449326233" sldId="950"/>
            <ac:cxnSpMk id="6" creationId="{EADD1197-9205-38C3-A022-8B2C31FC915E}"/>
          </ac:cxnSpMkLst>
        </pc:cxnChg>
        <pc:cxnChg chg="add mod">
          <ac:chgData name="Al Friend" userId="e5ed79da-d858-46d4-9eed-a7a24903f2de" providerId="ADAL" clId="{6CF5D3DD-A8C4-4611-8099-4AEB2E976A2E}" dt="2026-09-02T21:42:16.172" v="5309" actId="1037"/>
          <ac:cxnSpMkLst>
            <pc:docMk/>
            <pc:sldMk cId="1449326233" sldId="950"/>
            <ac:cxnSpMk id="7" creationId="{547170F2-3D54-B276-65BC-7896487A9B1B}"/>
          </ac:cxnSpMkLst>
        </pc:cxnChg>
      </pc:sldChg>
      <pc:sldChg chg="addSp delSp modSp add mod addAnim delAnim modAnim">
        <pc:chgData name="Al Friend" userId="e5ed79da-d858-46d4-9eed-a7a24903f2de" providerId="ADAL" clId="{6CF5D3DD-A8C4-4611-8099-4AEB2E976A2E}" dt="2026-09-07T21:10:12.939" v="6122"/>
        <pc:sldMkLst>
          <pc:docMk/>
          <pc:sldMk cId="3726086763" sldId="952"/>
        </pc:sldMkLst>
        <pc:spChg chg="mod modVis">
          <ac:chgData name="Al Friend" userId="e5ed79da-d858-46d4-9eed-a7a24903f2de" providerId="ADAL" clId="{6CF5D3DD-A8C4-4611-8099-4AEB2E976A2E}" dt="2026-09-06T13:02:22.938" v="5350" actId="14429"/>
          <ac:spMkLst>
            <pc:docMk/>
            <pc:sldMk cId="3726086763" sldId="952"/>
            <ac:spMk id="2" creationId="{9CCCF8B0-4FED-D018-2103-8DE61C2832C6}"/>
          </ac:spMkLst>
        </pc:spChg>
        <pc:spChg chg="del mod ord modVis">
          <ac:chgData name="Al Friend" userId="e5ed79da-d858-46d4-9eed-a7a24903f2de" providerId="ADAL" clId="{6CF5D3DD-A8C4-4611-8099-4AEB2E976A2E}" dt="2026-09-06T15:07:23.544" v="5431" actId="478"/>
          <ac:spMkLst>
            <pc:docMk/>
            <pc:sldMk cId="3726086763" sldId="952"/>
            <ac:spMk id="3" creationId="{CEC2C99B-458F-5714-56A4-AFCE2370141D}"/>
          </ac:spMkLst>
        </pc:spChg>
        <pc:spChg chg="add mod ord modVis">
          <ac:chgData name="Al Friend" userId="e5ed79da-d858-46d4-9eed-a7a24903f2de" providerId="ADAL" clId="{6CF5D3DD-A8C4-4611-8099-4AEB2E976A2E}" dt="2026-09-07T20:52:42.546" v="5961" actId="108"/>
          <ac:spMkLst>
            <pc:docMk/>
            <pc:sldMk cId="3726086763" sldId="952"/>
            <ac:spMk id="5" creationId="{546FD6EB-0999-DFFC-F220-CB0C981B6495}"/>
          </ac:spMkLst>
        </pc:spChg>
        <pc:spChg chg="del mod modVis">
          <ac:chgData name="Al Friend" userId="e5ed79da-d858-46d4-9eed-a7a24903f2de" providerId="ADAL" clId="{6CF5D3DD-A8C4-4611-8099-4AEB2E976A2E}" dt="2026-09-06T15:07:19.655" v="5427" actId="478"/>
          <ac:spMkLst>
            <pc:docMk/>
            <pc:sldMk cId="3726086763" sldId="952"/>
            <ac:spMk id="17" creationId="{7665CAF6-AE34-D51C-F73E-8C6EBBBA0D40}"/>
          </ac:spMkLst>
        </pc:spChg>
        <pc:spChg chg="del mod modVis">
          <ac:chgData name="Al Friend" userId="e5ed79da-d858-46d4-9eed-a7a24903f2de" providerId="ADAL" clId="{6CF5D3DD-A8C4-4611-8099-4AEB2E976A2E}" dt="2026-09-06T15:07:21.557" v="5429" actId="478"/>
          <ac:spMkLst>
            <pc:docMk/>
            <pc:sldMk cId="3726086763" sldId="952"/>
            <ac:spMk id="19" creationId="{967134F3-A211-F10F-9BBF-0DEEF8F4AFC3}"/>
          </ac:spMkLst>
        </pc:spChg>
        <pc:spChg chg="del mod modVis">
          <ac:chgData name="Al Friend" userId="e5ed79da-d858-46d4-9eed-a7a24903f2de" providerId="ADAL" clId="{6CF5D3DD-A8C4-4611-8099-4AEB2E976A2E}" dt="2026-09-06T15:07:25.096" v="5433" actId="478"/>
          <ac:spMkLst>
            <pc:docMk/>
            <pc:sldMk cId="3726086763" sldId="952"/>
            <ac:spMk id="20" creationId="{8E33985C-0D0D-C165-0DC2-5BE63C174A5C}"/>
          </ac:spMkLst>
        </pc:spChg>
        <pc:spChg chg="del mod">
          <ac:chgData name="Al Friend" userId="e5ed79da-d858-46d4-9eed-a7a24903f2de" providerId="ADAL" clId="{6CF5D3DD-A8C4-4611-8099-4AEB2E976A2E}" dt="2026-09-06T12:56:25.997" v="5326" actId="478"/>
          <ac:spMkLst>
            <pc:docMk/>
            <pc:sldMk cId="3726086763" sldId="952"/>
            <ac:spMk id="21" creationId="{C5443D16-68DF-5554-3779-921F9E51B60C}"/>
          </ac:spMkLst>
        </pc:spChg>
        <pc:spChg chg="del">
          <ac:chgData name="Al Friend" userId="e5ed79da-d858-46d4-9eed-a7a24903f2de" providerId="ADAL" clId="{6CF5D3DD-A8C4-4611-8099-4AEB2E976A2E}" dt="2026-09-06T12:56:37.013" v="5347" actId="478"/>
          <ac:spMkLst>
            <pc:docMk/>
            <pc:sldMk cId="3726086763" sldId="952"/>
            <ac:spMk id="26" creationId="{50826699-0F02-C3B9-E363-4ED3C262CE29}"/>
          </ac:spMkLst>
        </pc:spChg>
        <pc:spChg chg="del mod modVis">
          <ac:chgData name="Al Friend" userId="e5ed79da-d858-46d4-9eed-a7a24903f2de" providerId="ADAL" clId="{6CF5D3DD-A8C4-4611-8099-4AEB2E976A2E}" dt="2026-09-06T15:07:39.264" v="5449" actId="478"/>
          <ac:spMkLst>
            <pc:docMk/>
            <pc:sldMk cId="3726086763" sldId="952"/>
            <ac:spMk id="27" creationId="{8113BDDE-0089-7C54-273A-1E3B17D868AE}"/>
          </ac:spMkLst>
        </pc:spChg>
        <pc:spChg chg="del mod modVis">
          <ac:chgData name="Al Friend" userId="e5ed79da-d858-46d4-9eed-a7a24903f2de" providerId="ADAL" clId="{6CF5D3DD-A8C4-4611-8099-4AEB2E976A2E}" dt="2026-09-06T15:07:40.388" v="5451" actId="478"/>
          <ac:spMkLst>
            <pc:docMk/>
            <pc:sldMk cId="3726086763" sldId="952"/>
            <ac:spMk id="28" creationId="{F5283847-429E-5A19-D69A-7145D9BA58BA}"/>
          </ac:spMkLst>
        </pc:spChg>
        <pc:spChg chg="del mod modVis">
          <ac:chgData name="Al Friend" userId="e5ed79da-d858-46d4-9eed-a7a24903f2de" providerId="ADAL" clId="{6CF5D3DD-A8C4-4611-8099-4AEB2E976A2E}" dt="2026-09-06T15:07:30.894" v="5440" actId="478"/>
          <ac:spMkLst>
            <pc:docMk/>
            <pc:sldMk cId="3726086763" sldId="952"/>
            <ac:spMk id="29" creationId="{14B17BE5-2CDD-A992-9A8F-0331ABE9B920}"/>
          </ac:spMkLst>
        </pc:spChg>
        <pc:spChg chg="del mod modVis">
          <ac:chgData name="Al Friend" userId="e5ed79da-d858-46d4-9eed-a7a24903f2de" providerId="ADAL" clId="{6CF5D3DD-A8C4-4611-8099-4AEB2E976A2E}" dt="2026-09-06T15:07:33.385" v="5443" actId="478"/>
          <ac:spMkLst>
            <pc:docMk/>
            <pc:sldMk cId="3726086763" sldId="952"/>
            <ac:spMk id="30" creationId="{2E41F91F-3BE6-A03A-B113-FA9B005FE06E}"/>
          </ac:spMkLst>
        </pc:spChg>
        <pc:graphicFrameChg chg="add del mod modGraphic">
          <ac:chgData name="Al Friend" userId="e5ed79da-d858-46d4-9eed-a7a24903f2de" providerId="ADAL" clId="{6CF5D3DD-A8C4-4611-8099-4AEB2E976A2E}" dt="2026-09-06T13:06:04.399" v="5405" actId="478"/>
          <ac:graphicFrameMkLst>
            <pc:docMk/>
            <pc:sldMk cId="3726086763" sldId="952"/>
            <ac:graphicFrameMk id="4" creationId="{4C80EBC5-6DB5-3392-A35A-1C85444976E9}"/>
          </ac:graphicFrameMkLst>
        </pc:graphicFrame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6" creationId="{F3CF83D5-A4D9-A61C-60C2-4FCC13C75C70}"/>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7" creationId="{ADC564DE-D28F-4875-CA32-B21571AAD6A1}"/>
          </ac:graphicFrameMkLst>
        </pc:graphicFrameChg>
        <pc:graphicFrameChg chg="mod ord modVis modGraphic">
          <ac:chgData name="Al Friend" userId="e5ed79da-d858-46d4-9eed-a7a24903f2de" providerId="ADAL" clId="{6CF5D3DD-A8C4-4611-8099-4AEB2E976A2E}" dt="2026-09-07T20:51:46.363" v="5960" actId="12789"/>
          <ac:graphicFrameMkLst>
            <pc:docMk/>
            <pc:sldMk cId="3726086763" sldId="952"/>
            <ac:graphicFrameMk id="8" creationId="{1442AFA7-A27F-E85B-BD85-CDEC1C5338B1}"/>
          </ac:graphicFrameMkLst>
        </pc:graphicFrameChg>
        <pc:graphicFrameChg chg="add mod modVis modGraphic">
          <ac:chgData name="Al Friend" userId="e5ed79da-d858-46d4-9eed-a7a24903f2de" providerId="ADAL" clId="{6CF5D3DD-A8C4-4611-8099-4AEB2E976A2E}" dt="2026-09-06T16:06:06.686" v="5700" actId="962"/>
          <ac:graphicFrameMkLst>
            <pc:docMk/>
            <pc:sldMk cId="3726086763" sldId="952"/>
            <ac:graphicFrameMk id="9" creationId="{E4E9E986-6470-14A4-2D5D-0E7312543716}"/>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0" creationId="{668A9850-CE7F-0250-D4D6-BBF711FFCB6B}"/>
          </ac:graphicFrameMkLst>
        </pc:graphicFrameChg>
        <pc:graphicFrameChg chg="del mod modVis">
          <ac:chgData name="Al Friend" userId="e5ed79da-d858-46d4-9eed-a7a24903f2de" providerId="ADAL" clId="{6CF5D3DD-A8C4-4611-8099-4AEB2E976A2E}" dt="2026-09-06T15:08:00.385" v="5462" actId="478"/>
          <ac:graphicFrameMkLst>
            <pc:docMk/>
            <pc:sldMk cId="3726086763" sldId="952"/>
            <ac:graphicFrameMk id="11" creationId="{916FF8EA-54C9-6BC5-E679-265D0398C6E9}"/>
          </ac:graphicFrameMkLst>
        </pc:graphicFrameChg>
        <pc:graphicFrameChg chg="del mod modVis">
          <ac:chgData name="Al Friend" userId="e5ed79da-d858-46d4-9eed-a7a24903f2de" providerId="ADAL" clId="{6CF5D3DD-A8C4-4611-8099-4AEB2E976A2E}" dt="2026-09-06T15:07:59.168" v="5461" actId="478"/>
          <ac:graphicFrameMkLst>
            <pc:docMk/>
            <pc:sldMk cId="3726086763" sldId="952"/>
            <ac:graphicFrameMk id="12" creationId="{691BFBAD-8C45-79AF-2D69-E560DEF7829E}"/>
          </ac:graphicFrameMkLst>
        </pc:graphicFrameChg>
        <pc:graphicFrameChg chg="del mod modVis">
          <ac:chgData name="Al Friend" userId="e5ed79da-d858-46d4-9eed-a7a24903f2de" providerId="ADAL" clId="{6CF5D3DD-A8C4-4611-8099-4AEB2E976A2E}" dt="2026-09-06T15:07:58.361" v="5460" actId="478"/>
          <ac:graphicFrameMkLst>
            <pc:docMk/>
            <pc:sldMk cId="3726086763" sldId="952"/>
            <ac:graphicFrameMk id="13" creationId="{6CA969B2-1FE5-E189-6ED3-5C926528E826}"/>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4" creationId="{31675B1A-890B-1891-9466-0125844A5701}"/>
          </ac:graphicFrameMkLst>
        </pc:graphicFrameChg>
        <pc:graphicFrameChg chg="del mod modVis">
          <ac:chgData name="Al Friend" userId="e5ed79da-d858-46d4-9eed-a7a24903f2de" providerId="ADAL" clId="{6CF5D3DD-A8C4-4611-8099-4AEB2E976A2E}" dt="2026-09-06T15:07:57.825" v="5459" actId="478"/>
          <ac:graphicFrameMkLst>
            <pc:docMk/>
            <pc:sldMk cId="3726086763" sldId="952"/>
            <ac:graphicFrameMk id="15" creationId="{E7BCB54E-CF87-F0C6-1DC7-7086A15DB610}"/>
          </ac:graphicFrameMkLst>
        </pc:graphicFrameChg>
        <pc:graphicFrameChg chg="del mod modVis">
          <ac:chgData name="Al Friend" userId="e5ed79da-d858-46d4-9eed-a7a24903f2de" providerId="ADAL" clId="{6CF5D3DD-A8C4-4611-8099-4AEB2E976A2E}" dt="2026-09-06T15:07:57.428" v="5458" actId="478"/>
          <ac:graphicFrameMkLst>
            <pc:docMk/>
            <pc:sldMk cId="3726086763" sldId="952"/>
            <ac:graphicFrameMk id="16" creationId="{35F12DCD-9A75-D4F2-A453-60804B779D90}"/>
          </ac:graphicFrameMkLst>
        </pc:graphicFrameChg>
        <pc:graphicFrameChg chg="del mod modVis">
          <ac:chgData name="Al Friend" userId="e5ed79da-d858-46d4-9eed-a7a24903f2de" providerId="ADAL" clId="{6CF5D3DD-A8C4-4611-8099-4AEB2E976A2E}" dt="2026-09-06T15:07:57.010" v="5457" actId="478"/>
          <ac:graphicFrameMkLst>
            <pc:docMk/>
            <pc:sldMk cId="3726086763" sldId="952"/>
            <ac:graphicFrameMk id="18" creationId="{A7683BD0-1A64-7B78-40A8-AC696E73A24B}"/>
          </ac:graphicFrameMkLst>
        </pc:graphicFrameChg>
        <pc:graphicFrameChg chg="del mod modVis">
          <ac:chgData name="Al Friend" userId="e5ed79da-d858-46d4-9eed-a7a24903f2de" providerId="ADAL" clId="{6CF5D3DD-A8C4-4611-8099-4AEB2E976A2E}" dt="2026-09-06T15:07:56.572" v="5456" actId="478"/>
          <ac:graphicFrameMkLst>
            <pc:docMk/>
            <pc:sldMk cId="3726086763" sldId="952"/>
            <ac:graphicFrameMk id="22" creationId="{C75BDA52-CB99-9F14-469D-B2E29C823D7B}"/>
          </ac:graphicFrameMkLst>
        </pc:graphicFrameChg>
        <pc:graphicFrameChg chg="del mod modVis">
          <ac:chgData name="Al Friend" userId="e5ed79da-d858-46d4-9eed-a7a24903f2de" providerId="ADAL" clId="{6CF5D3DD-A8C4-4611-8099-4AEB2E976A2E}" dt="2026-09-06T15:07:56.127" v="5455" actId="478"/>
          <ac:graphicFrameMkLst>
            <pc:docMk/>
            <pc:sldMk cId="3726086763" sldId="952"/>
            <ac:graphicFrameMk id="23" creationId="{EF0F9F0D-7BF6-0A71-2338-FE7BDB651F4F}"/>
          </ac:graphicFrameMkLst>
        </pc:graphicFrameChg>
        <pc:graphicFrameChg chg="del mod modVis">
          <ac:chgData name="Al Friend" userId="e5ed79da-d858-46d4-9eed-a7a24903f2de" providerId="ADAL" clId="{6CF5D3DD-A8C4-4611-8099-4AEB2E976A2E}" dt="2026-09-06T15:07:55.677" v="5454" actId="478"/>
          <ac:graphicFrameMkLst>
            <pc:docMk/>
            <pc:sldMk cId="3726086763" sldId="952"/>
            <ac:graphicFrameMk id="24" creationId="{EFB96759-9D67-8D4E-26E6-39BA0781ED02}"/>
          </ac:graphicFrameMkLst>
        </pc:graphicFrameChg>
        <pc:graphicFrameChg chg="del mod modVis">
          <ac:chgData name="Al Friend" userId="e5ed79da-d858-46d4-9eed-a7a24903f2de" providerId="ADAL" clId="{6CF5D3DD-A8C4-4611-8099-4AEB2E976A2E}" dt="2026-09-06T15:07:54.972" v="5453" actId="478"/>
          <ac:graphicFrameMkLst>
            <pc:docMk/>
            <pc:sldMk cId="3726086763" sldId="952"/>
            <ac:graphicFrameMk id="25" creationId="{7AEC0301-A497-060B-EBAB-224E972CE361}"/>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1" creationId="{DDEBB0F7-EBD0-2AE4-20B0-260DD31F66EE}"/>
          </ac:graphicFrameMkLst>
        </pc:graphicFrameChg>
        <pc:graphicFrameChg chg="add mod modVis modGraphic">
          <ac:chgData name="Al Friend" userId="e5ed79da-d858-46d4-9eed-a7a24903f2de" providerId="ADAL" clId="{6CF5D3DD-A8C4-4611-8099-4AEB2E976A2E}" dt="2026-09-06T16:06:13.755" v="5701" actId="962"/>
          <ac:graphicFrameMkLst>
            <pc:docMk/>
            <pc:sldMk cId="3726086763" sldId="952"/>
            <ac:graphicFrameMk id="32" creationId="{AFE8C52C-CA00-5185-0559-27AE766CDBB6}"/>
          </ac:graphicFrameMkLst>
        </pc:graphicFrameChg>
        <pc:graphicFrameChg chg="add mod modVis modGraphic">
          <ac:chgData name="Al Friend" userId="e5ed79da-d858-46d4-9eed-a7a24903f2de" providerId="ADAL" clId="{6CF5D3DD-A8C4-4611-8099-4AEB2E976A2E}" dt="2026-09-06T15:20:05.324" v="5615" actId="20577"/>
          <ac:graphicFrameMkLst>
            <pc:docMk/>
            <pc:sldMk cId="3726086763" sldId="952"/>
            <ac:graphicFrameMk id="33" creationId="{3F74E222-3FA1-846D-1AB3-FDE9283947B3}"/>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4" creationId="{57995B92-B0FA-9779-BF95-5E29240AFD5D}"/>
          </ac:graphicFrameMkLst>
        </pc:graphicFrame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35" creationId="{5181D659-3B0C-B42F-D14C-A25F29985527}"/>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36" creationId="{67AC3BC6-A40E-201E-1732-8DF41C115669}"/>
          </ac:graphicFrameMkLst>
        </pc:graphicFrameChg>
        <pc:graphicFrameChg chg="add mod modGraphic">
          <ac:chgData name="Al Friend" userId="e5ed79da-d858-46d4-9eed-a7a24903f2de" providerId="ADAL" clId="{6CF5D3DD-A8C4-4611-8099-4AEB2E976A2E}" dt="2026-09-06T15:21:14.932" v="5629" actId="12789"/>
          <ac:graphicFrameMkLst>
            <pc:docMk/>
            <pc:sldMk cId="3726086763" sldId="952"/>
            <ac:graphicFrameMk id="37" creationId="{DA4592A1-64F0-35A2-060A-10F9E3CF29FC}"/>
          </ac:graphicFrameMkLst>
        </pc:graphicFrameChg>
        <pc:graphicFrameChg chg="add mod modGraphic">
          <ac:chgData name="Al Friend" userId="e5ed79da-d858-46d4-9eed-a7a24903f2de" providerId="ADAL" clId="{6CF5D3DD-A8C4-4611-8099-4AEB2E976A2E}" dt="2026-09-06T15:34:30.246" v="5655" actId="12789"/>
          <ac:graphicFrameMkLst>
            <pc:docMk/>
            <pc:sldMk cId="3726086763" sldId="952"/>
            <ac:graphicFrameMk id="38" creationId="{B67EDDEC-7C64-7178-4A4D-B60959485E35}"/>
          </ac:graphicFrameMkLst>
        </pc:graphicFrameChg>
        <pc:graphicFrameChg chg="add mod modVis modGraphic">
          <ac:chgData name="Al Friend" userId="e5ed79da-d858-46d4-9eed-a7a24903f2de" providerId="ADAL" clId="{6CF5D3DD-A8C4-4611-8099-4AEB2E976A2E}" dt="2026-09-06T15:34:38.533" v="5661" actId="14429"/>
          <ac:graphicFrameMkLst>
            <pc:docMk/>
            <pc:sldMk cId="3726086763" sldId="952"/>
            <ac:graphicFrameMk id="39" creationId="{8FEF33E2-FDD5-18E9-29C3-79D8C253F025}"/>
          </ac:graphicFrameMkLst>
        </pc:graphicFrameChg>
        <pc:graphicFrameChg chg="add mod modVis modGraphic">
          <ac:chgData name="Al Friend" userId="e5ed79da-d858-46d4-9eed-a7a24903f2de" providerId="ADAL" clId="{6CF5D3DD-A8C4-4611-8099-4AEB2E976A2E}" dt="2026-09-06T16:06:23.781" v="5703" actId="962"/>
          <ac:graphicFrameMkLst>
            <pc:docMk/>
            <pc:sldMk cId="3726086763" sldId="952"/>
            <ac:graphicFrameMk id="40" creationId="{DD93CFA0-F1B8-A6BE-7E5A-5447C5D1C141}"/>
          </ac:graphicFrameMkLst>
        </pc:graphicFrameChg>
        <pc:graphicFrameChg chg="add mod modGraphic">
          <ac:chgData name="Al Friend" userId="e5ed79da-d858-46d4-9eed-a7a24903f2de" providerId="ADAL" clId="{6CF5D3DD-A8C4-4611-8099-4AEB2E976A2E}" dt="2026-09-06T15:43:14.089" v="5679" actId="962"/>
          <ac:graphicFrameMkLst>
            <pc:docMk/>
            <pc:sldMk cId="3726086763" sldId="952"/>
            <ac:graphicFrameMk id="41" creationId="{CFD8A320-1639-8930-0F58-13B9D4808F22}"/>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2" creationId="{3E62DBA6-F8EC-528C-1EFE-EE732F8135A6}"/>
          </ac:graphicFrameMkLst>
        </pc:graphicFrameChg>
        <pc:graphicFrameChg chg="add mod modGraphic">
          <ac:chgData name="Al Friend" userId="e5ed79da-d858-46d4-9eed-a7a24903f2de" providerId="ADAL" clId="{6CF5D3DD-A8C4-4611-8099-4AEB2E976A2E}" dt="2026-09-06T16:05:12.503" v="5694" actId="962"/>
          <ac:graphicFrameMkLst>
            <pc:docMk/>
            <pc:sldMk cId="3726086763" sldId="952"/>
            <ac:graphicFrameMk id="43" creationId="{DFE3958B-8E40-6AF1-12D5-18D44555E703}"/>
          </ac:graphicFrameMkLst>
        </pc:graphicFrameChg>
        <pc:graphicFrameChg chg="add mod modGraphic">
          <ac:chgData name="Al Friend" userId="e5ed79da-d858-46d4-9eed-a7a24903f2de" providerId="ADAL" clId="{6CF5D3DD-A8C4-4611-8099-4AEB2E976A2E}" dt="2026-09-06T16:05:58.277" v="5699" actId="962"/>
          <ac:graphicFrameMkLst>
            <pc:docMk/>
            <pc:sldMk cId="3726086763" sldId="952"/>
            <ac:graphicFrameMk id="44" creationId="{D6DF2BB4-4764-ED23-F94A-B0660FA4C2BB}"/>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5" creationId="{6F73FD2F-EA3E-81EC-4922-2B2C23F93E3E}"/>
          </ac:graphicFrameMkLst>
        </pc:graphicFrameChg>
        <pc:graphicFrameChg chg="add mod modGraphic">
          <ac:chgData name="Al Friend" userId="e5ed79da-d858-46d4-9eed-a7a24903f2de" providerId="ADAL" clId="{6CF5D3DD-A8C4-4611-8099-4AEB2E976A2E}" dt="2026-09-06T16:09:38.544" v="5715" actId="962"/>
          <ac:graphicFrameMkLst>
            <pc:docMk/>
            <pc:sldMk cId="3726086763" sldId="952"/>
            <ac:graphicFrameMk id="46" creationId="{960672DF-E730-BEBE-4431-7E6C30211D7C}"/>
          </ac:graphicFrameMkLst>
        </pc:graphicFrameChg>
        <pc:graphicFrameChg chg="add mod modGraphic">
          <ac:chgData name="Al Friend" userId="e5ed79da-d858-46d4-9eed-a7a24903f2de" providerId="ADAL" clId="{6CF5D3DD-A8C4-4611-8099-4AEB2E976A2E}" dt="2026-09-06T16:10:48.280" v="5725" actId="20577"/>
          <ac:graphicFrameMkLst>
            <pc:docMk/>
            <pc:sldMk cId="3726086763" sldId="952"/>
            <ac:graphicFrameMk id="47" creationId="{BA2C7143-8750-8A35-F03E-A664076FB02C}"/>
          </ac:graphicFrameMkLst>
        </pc:graphicFrameChg>
        <pc:graphicFrameChg chg="add mod modGraphic">
          <ac:chgData name="Al Friend" userId="e5ed79da-d858-46d4-9eed-a7a24903f2de" providerId="ADAL" clId="{6CF5D3DD-A8C4-4611-8099-4AEB2E976A2E}" dt="2026-09-06T16:19:00.049" v="5814" actId="962"/>
          <ac:graphicFrameMkLst>
            <pc:docMk/>
            <pc:sldMk cId="3726086763" sldId="952"/>
            <ac:graphicFrameMk id="48" creationId="{A6461179-82C0-E96B-42E6-6C250F7BF745}"/>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9" creationId="{EB1098E4-FF9A-543E-B7C7-F783B4C854D8}"/>
          </ac:graphicFrameMkLst>
        </pc:graphicFrameChg>
        <pc:graphicFrameChg chg="add mod modGraphic">
          <ac:chgData name="Al Friend" userId="e5ed79da-d858-46d4-9eed-a7a24903f2de" providerId="ADAL" clId="{6CF5D3DD-A8C4-4611-8099-4AEB2E976A2E}" dt="2026-09-06T16:12:40.234" v="5748" actId="962"/>
          <ac:graphicFrameMkLst>
            <pc:docMk/>
            <pc:sldMk cId="3726086763" sldId="952"/>
            <ac:graphicFrameMk id="50" creationId="{1DC1F667-54E7-735D-0041-3568D24447E3}"/>
          </ac:graphicFrameMkLst>
        </pc:graphicFrameChg>
        <pc:graphicFrameChg chg="add mod modGraphic">
          <ac:chgData name="Al Friend" userId="e5ed79da-d858-46d4-9eed-a7a24903f2de" providerId="ADAL" clId="{6CF5D3DD-A8C4-4611-8099-4AEB2E976A2E}" dt="2026-09-06T16:13:08.426" v="5755" actId="962"/>
          <ac:graphicFrameMkLst>
            <pc:docMk/>
            <pc:sldMk cId="3726086763" sldId="952"/>
            <ac:graphicFrameMk id="51" creationId="{5F716119-8B03-5178-1DF6-C45D3263019E}"/>
          </ac:graphicFrameMkLst>
        </pc:graphicFrameChg>
        <pc:graphicFrameChg chg="add mod modGraphic">
          <ac:chgData name="Al Friend" userId="e5ed79da-d858-46d4-9eed-a7a24903f2de" providerId="ADAL" clId="{6CF5D3DD-A8C4-4611-8099-4AEB2E976A2E}" dt="2026-09-06T16:18:53.083" v="5813" actId="962"/>
          <ac:graphicFrameMkLst>
            <pc:docMk/>
            <pc:sldMk cId="3726086763" sldId="952"/>
            <ac:graphicFrameMk id="52" creationId="{58756706-74B6-3319-666F-EB49C87533D3}"/>
          </ac:graphicFrameMkLst>
        </pc:graphicFrameChg>
        <pc:graphicFrameChg chg="add mod modGraphic">
          <ac:chgData name="Al Friend" userId="e5ed79da-d858-46d4-9eed-a7a24903f2de" providerId="ADAL" clId="{6CF5D3DD-A8C4-4611-8099-4AEB2E976A2E}" dt="2026-09-06T16:15:25.445" v="5770" actId="962"/>
          <ac:graphicFrameMkLst>
            <pc:docMk/>
            <pc:sldMk cId="3726086763" sldId="952"/>
            <ac:graphicFrameMk id="53" creationId="{72C5B3C4-1CB7-4D3D-F981-3119C0A0CC2C}"/>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54" creationId="{708C21DD-5E6D-C2F4-BAEF-F9CF07BFC5EE}"/>
          </ac:graphicFrameMkLst>
        </pc:graphicFrameChg>
        <pc:graphicFrameChg chg="add mod modVis modGraphic">
          <ac:chgData name="Al Friend" userId="e5ed79da-d858-46d4-9eed-a7a24903f2de" providerId="ADAL" clId="{6CF5D3DD-A8C4-4611-8099-4AEB2E976A2E}" dt="2026-09-06T16:17:39.967" v="5803" actId="14429"/>
          <ac:graphicFrameMkLst>
            <pc:docMk/>
            <pc:sldMk cId="3726086763" sldId="952"/>
            <ac:graphicFrameMk id="55" creationId="{2C3D6250-FF24-11A8-414E-C4C50CAD957B}"/>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56" creationId="{47D10CB2-E03C-E095-7411-D3AD458E301E}"/>
          </ac:graphicFrameMkLst>
        </pc:graphicFrameChg>
        <pc:graphicFrameChg chg="add mod modVis modGraphic">
          <ac:chgData name="Al Friend" userId="e5ed79da-d858-46d4-9eed-a7a24903f2de" providerId="ADAL" clId="{6CF5D3DD-A8C4-4611-8099-4AEB2E976A2E}" dt="2026-09-06T16:21:38.341" v="5844" actId="962"/>
          <ac:graphicFrameMkLst>
            <pc:docMk/>
            <pc:sldMk cId="3726086763" sldId="952"/>
            <ac:graphicFrameMk id="57" creationId="{0FCBE045-60B3-A010-0561-48B629C076BA}"/>
          </ac:graphicFrameMkLst>
        </pc:graphicFrameChg>
        <pc:graphicFrameChg chg="add mod">
          <ac:chgData name="Al Friend" userId="e5ed79da-d858-46d4-9eed-a7a24903f2de" providerId="ADAL" clId="{6CF5D3DD-A8C4-4611-8099-4AEB2E976A2E}" dt="2026-09-06T16:20:05.952" v="5823" actId="1076"/>
          <ac:graphicFrameMkLst>
            <pc:docMk/>
            <pc:sldMk cId="3726086763" sldId="952"/>
            <ac:graphicFrameMk id="58" creationId="{B351C213-0DCC-20BE-CB1C-A91DDAA3E5A7}"/>
          </ac:graphicFrameMkLst>
        </pc:graphicFrameChg>
        <pc:graphicFrameChg chg="add mod modGraphic">
          <ac:chgData name="Al Friend" userId="e5ed79da-d858-46d4-9eed-a7a24903f2de" providerId="ADAL" clId="{6CF5D3DD-A8C4-4611-8099-4AEB2E976A2E}" dt="2026-09-06T16:20:33.869" v="5830" actId="962"/>
          <ac:graphicFrameMkLst>
            <pc:docMk/>
            <pc:sldMk cId="3726086763" sldId="952"/>
            <ac:graphicFrameMk id="59" creationId="{6E629E7E-65A1-E1CE-ADF2-53B4E7E31598}"/>
          </ac:graphicFrameMkLst>
        </pc:graphicFrameChg>
        <pc:graphicFrameChg chg="add mod modGraphic">
          <ac:chgData name="Al Friend" userId="e5ed79da-d858-46d4-9eed-a7a24903f2de" providerId="ADAL" clId="{6CF5D3DD-A8C4-4611-8099-4AEB2E976A2E}" dt="2026-09-06T16:21:03.087" v="5836" actId="962"/>
          <ac:graphicFrameMkLst>
            <pc:docMk/>
            <pc:sldMk cId="3726086763" sldId="952"/>
            <ac:graphicFrameMk id="60" creationId="{36283355-3BAC-F5E7-C8CF-9E5CE6B873A1}"/>
          </ac:graphicFrameMkLst>
        </pc:graphicFrameChg>
        <pc:graphicFrameChg chg="add mod modGraphic">
          <ac:chgData name="Al Friend" userId="e5ed79da-d858-46d4-9eed-a7a24903f2de" providerId="ADAL" clId="{6CF5D3DD-A8C4-4611-8099-4AEB2E976A2E}" dt="2026-09-06T16:21:49.617" v="5846" actId="962"/>
          <ac:graphicFrameMkLst>
            <pc:docMk/>
            <pc:sldMk cId="3726086763" sldId="952"/>
            <ac:graphicFrameMk id="61" creationId="{0346DFC3-E893-C634-07A6-903C9DC7600D}"/>
          </ac:graphicFrameMkLst>
        </pc:graphicFrameChg>
        <pc:graphicFrameChg chg="add del mod">
          <ac:chgData name="Al Friend" userId="e5ed79da-d858-46d4-9eed-a7a24903f2de" providerId="ADAL" clId="{6CF5D3DD-A8C4-4611-8099-4AEB2E976A2E}" dt="2026-09-06T16:22:08.527" v="5849" actId="478"/>
          <ac:graphicFrameMkLst>
            <pc:docMk/>
            <pc:sldMk cId="3726086763" sldId="952"/>
            <ac:graphicFrameMk id="62" creationId="{8271665C-F137-1F02-C226-BEDFA5DA553E}"/>
          </ac:graphicFrameMkLst>
        </pc:graphicFrameChg>
        <pc:graphicFrameChg chg="add mod ord modGraphic">
          <ac:chgData name="Al Friend" userId="e5ed79da-d858-46d4-9eed-a7a24903f2de" providerId="ADAL" clId="{6CF5D3DD-A8C4-4611-8099-4AEB2E976A2E}" dt="2026-09-06T16:46:27.048" v="5945" actId="1076"/>
          <ac:graphicFrameMkLst>
            <pc:docMk/>
            <pc:sldMk cId="3726086763" sldId="952"/>
            <ac:graphicFrameMk id="63" creationId="{8F6520B8-F584-6D77-C222-07A17DE06A25}"/>
          </ac:graphicFrameMkLst>
        </pc:graphicFrameChg>
        <pc:graphicFrameChg chg="add mod ord modGraphic">
          <ac:chgData name="Al Friend" userId="e5ed79da-d858-46d4-9eed-a7a24903f2de" providerId="ADAL" clId="{6CF5D3DD-A8C4-4611-8099-4AEB2E976A2E}" dt="2026-09-07T20:51:31.430" v="5958" actId="1076"/>
          <ac:graphicFrameMkLst>
            <pc:docMk/>
            <pc:sldMk cId="3726086763" sldId="952"/>
            <ac:graphicFrameMk id="64" creationId="{982D7147-94A8-BC6A-7350-9669F2C86412}"/>
          </ac:graphicFrameMkLst>
        </pc:graphicFrame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9-03T14:59:41.844" v="2797" actId="12789"/>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modSp modAnim">
        <pc:chgData name="Al Friend" userId="e5ed79da-d858-46d4-9eed-a7a24903f2de" providerId="ADAL" clId="{4885A6DF-90C9-4AE3-9F0B-92B3ECABFA28}" dt="2026-09-02T11:11:06.411" v="1613" actId="20577"/>
        <pc:sldMkLst>
          <pc:docMk/>
          <pc:sldMk cId="2047793123" sldId="888"/>
        </pc:sldMkLst>
        <pc:spChg chg="mod">
          <ac:chgData name="Al Friend" userId="e5ed79da-d858-46d4-9eed-a7a24903f2de" providerId="ADAL" clId="{4885A6DF-90C9-4AE3-9F0B-92B3ECABFA28}" dt="2026-09-02T11:11:06.411" v="1613" actId="20577"/>
          <ac:spMkLst>
            <pc:docMk/>
            <pc:sldMk cId="2047793123" sldId="888"/>
            <ac:spMk id="3" creationId="{246B11CC-3339-C315-0BE8-FA4C1D5275B4}"/>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delSp modSp">
        <pc:chgData name="Al Friend" userId="e5ed79da-d858-46d4-9eed-a7a24903f2de" providerId="ADAL" clId="{4885A6DF-90C9-4AE3-9F0B-92B3ECABFA28}" dt="2026-09-03T12:30:51.491" v="2082" actId="20577"/>
        <pc:sldMkLst>
          <pc:docMk/>
          <pc:sldMk cId="3684908731" sldId="938"/>
        </pc:sldMkLst>
        <pc:spChg chg="mod">
          <ac:chgData name="Al Friend" userId="e5ed79da-d858-46d4-9eed-a7a24903f2de" providerId="ADAL" clId="{4885A6DF-90C9-4AE3-9F0B-92B3ECABFA28}" dt="2026-09-03T12:24:12.981" v="2002" actId="1076"/>
          <ac:spMkLst>
            <pc:docMk/>
            <pc:sldMk cId="3684908731" sldId="938"/>
            <ac:spMk id="2" creationId="{32562A35-8444-352D-484E-CB7ACC45B800}"/>
          </ac:spMkLst>
        </pc:spChg>
        <pc:spChg chg="mod">
          <ac:chgData name="Al Friend" userId="e5ed79da-d858-46d4-9eed-a7a24903f2de" providerId="ADAL" clId="{4885A6DF-90C9-4AE3-9F0B-92B3ECABFA28}" dt="2026-09-03T12:24:24.276" v="2004" actId="1076"/>
          <ac:spMkLst>
            <pc:docMk/>
            <pc:sldMk cId="3684908731" sldId="938"/>
            <ac:spMk id="16" creationId="{DF4B92F4-40E8-2470-4549-164EBE6692A6}"/>
          </ac:spMkLst>
        </pc:spChg>
        <pc:grpChg chg="add mod">
          <ac:chgData name="Al Friend" userId="e5ed79da-d858-46d4-9eed-a7a24903f2de" providerId="ADAL" clId="{4885A6DF-90C9-4AE3-9F0B-92B3ECABFA28}" dt="2026-09-03T12:24:43.748" v="2013" actId="1037"/>
          <ac:grpSpMkLst>
            <pc:docMk/>
            <pc:sldMk cId="3684908731" sldId="938"/>
            <ac:grpSpMk id="13" creationId="{3AF2A79B-9D6A-4A13-B925-390B6A22FE40}"/>
          </ac:grpSpMkLst>
        </pc:grpChg>
        <pc:grpChg chg="add mod">
          <ac:chgData name="Al Friend" userId="e5ed79da-d858-46d4-9eed-a7a24903f2de" providerId="ADAL" clId="{4885A6DF-90C9-4AE3-9F0B-92B3ECABFA28}" dt="2026-09-03T12:26:51.236" v="2034" actId="1036"/>
          <ac:grpSpMkLst>
            <pc:docMk/>
            <pc:sldMk cId="3684908731" sldId="938"/>
            <ac:grpSpMk id="21" creationId="{A0C19CCB-F8CA-40B0-8A21-97657AE58BDA}"/>
          </ac:grpSpMkLst>
        </pc:grpChg>
        <pc:grpChg chg="mod">
          <ac:chgData name="Al Friend" userId="e5ed79da-d858-46d4-9eed-a7a24903f2de" providerId="ADAL" clId="{4885A6DF-90C9-4AE3-9F0B-92B3ECABFA28}" dt="2026-09-03T12:26:43.033" v="2026"/>
          <ac:grpSpMkLst>
            <pc:docMk/>
            <pc:sldMk cId="3684908731" sldId="938"/>
            <ac:grpSpMk id="22" creationId="{7E6AFC6F-DEA8-4A3C-ABFE-4342BAE4DAE0}"/>
          </ac:grpSpMkLst>
        </pc:grpChg>
        <pc:graphicFrameChg chg="mod modGraphic">
          <ac:chgData name="Al Friend" userId="e5ed79da-d858-46d4-9eed-a7a24903f2de" providerId="ADAL" clId="{4885A6DF-90C9-4AE3-9F0B-92B3ECABFA28}" dt="2026-09-03T12:30:49.938" v="2080" actId="20577"/>
          <ac:graphicFrameMkLst>
            <pc:docMk/>
            <pc:sldMk cId="3684908731" sldId="938"/>
            <ac:graphicFrameMk id="5" creationId="{B35CB9EF-CB7D-0095-1CD4-9574D3E39B38}"/>
          </ac:graphicFrameMkLst>
        </pc:graphicFrameChg>
        <pc:graphicFrameChg chg="mod">
          <ac:chgData name="Al Friend" userId="e5ed79da-d858-46d4-9eed-a7a24903f2de" providerId="ADAL" clId="{4885A6DF-90C9-4AE3-9F0B-92B3ECABFA28}" dt="2026-09-03T12:24:19.043" v="2003" actId="1076"/>
          <ac:graphicFrameMkLst>
            <pc:docMk/>
            <pc:sldMk cId="3684908731" sldId="938"/>
            <ac:graphicFrameMk id="8" creationId="{15C64F76-2908-C640-93C6-1C1CD349C3CF}"/>
          </ac:graphicFrameMkLst>
        </pc:graphicFrameChg>
        <pc:graphicFrameChg chg="mod modGraphic">
          <ac:chgData name="Al Friend" userId="e5ed79da-d858-46d4-9eed-a7a24903f2de" providerId="ADAL" clId="{4885A6DF-90C9-4AE3-9F0B-92B3ECABFA28}" dt="2026-09-03T12:30:51.491" v="2082" actId="20577"/>
          <ac:graphicFrameMkLst>
            <pc:docMk/>
            <pc:sldMk cId="3684908731" sldId="938"/>
            <ac:graphicFrameMk id="12" creationId="{05247951-AF84-5501-4EEA-2507054A7CCD}"/>
          </ac:graphicFrameMkLst>
        </pc:graphicFrameChg>
        <pc:graphicFrameChg chg="mod modGraphic">
          <ac:chgData name="Al Friend" userId="e5ed79da-d858-46d4-9eed-a7a24903f2de" providerId="ADAL" clId="{4885A6DF-90C9-4AE3-9F0B-92B3ECABFA28}" dt="2026-09-03T12:30:50.741" v="2081" actId="20577"/>
          <ac:graphicFrameMkLst>
            <pc:docMk/>
            <pc:sldMk cId="3684908731" sldId="938"/>
            <ac:graphicFrameMk id="15" creationId="{7CDE9E83-790D-745A-48D6-D3D543E69A3B}"/>
          </ac:graphicFrameMkLst>
        </pc:graphicFrameChg>
      </pc:sldChg>
      <pc:sldChg chg="addSp delSp modSp add">
        <pc:chgData name="Al Friend" userId="e5ed79da-d858-46d4-9eed-a7a24903f2de" providerId="ADAL" clId="{4885A6DF-90C9-4AE3-9F0B-92B3ECABFA28}" dt="2026-09-03T12:30:57.604" v="2086" actId="20577"/>
        <pc:sldMkLst>
          <pc:docMk/>
          <pc:sldMk cId="3499305320" sldId="939"/>
        </pc:sldMkLst>
        <pc:spChg chg="mod">
          <ac:chgData name="Al Friend" userId="e5ed79da-d858-46d4-9eed-a7a24903f2de" providerId="ADAL" clId="{4885A6DF-90C9-4AE3-9F0B-92B3ECABFA28}" dt="2026-09-03T12:30:26.580" v="2078" actId="207"/>
          <ac:spMkLst>
            <pc:docMk/>
            <pc:sldMk cId="3499305320" sldId="939"/>
            <ac:spMk id="11" creationId="{2309FD19-BB21-48D2-B120-63E665B3E0FB}"/>
          </ac:spMkLst>
        </pc:spChg>
        <pc:spChg chg="add mod">
          <ac:chgData name="Al Friend" userId="e5ed79da-d858-46d4-9eed-a7a24903f2de" providerId="ADAL" clId="{4885A6DF-90C9-4AE3-9F0B-92B3ECABFA28}" dt="2026-09-03T12:26:28.717" v="2024" actId="1076"/>
          <ac:spMkLst>
            <pc:docMk/>
            <pc:sldMk cId="3499305320" sldId="939"/>
            <ac:spMk id="16" creationId="{87BB941C-8DDD-4827-BE22-36AC1E39248C}"/>
          </ac:spMkLst>
        </pc:spChg>
        <pc:grpChg chg="add mod">
          <ac:chgData name="Al Friend" userId="e5ed79da-d858-46d4-9eed-a7a24903f2de" providerId="ADAL" clId="{4885A6DF-90C9-4AE3-9F0B-92B3ECABFA28}" dt="2026-09-03T12:29:13.043" v="2049" actId="1037"/>
          <ac:grpSpMkLst>
            <pc:docMk/>
            <pc:sldMk cId="3499305320" sldId="939"/>
            <ac:grpSpMk id="18" creationId="{DABE769F-F13F-4C26-B54D-05FD87770F84}"/>
          </ac:grpSpMkLst>
        </pc:grpChg>
        <pc:graphicFrameChg chg="mod modGraphic">
          <ac:chgData name="Al Friend" userId="e5ed79da-d858-46d4-9eed-a7a24903f2de" providerId="ADAL" clId="{4885A6DF-90C9-4AE3-9F0B-92B3ECABFA28}" dt="2026-09-03T12:30:56.019" v="2085" actId="20577"/>
          <ac:graphicFrameMkLst>
            <pc:docMk/>
            <pc:sldMk cId="3499305320" sldId="939"/>
            <ac:graphicFrameMk id="7" creationId="{3E30EAA9-4C00-570B-5B89-5CAE14E1E86C}"/>
          </ac:graphicFrameMkLst>
        </pc:graphicFrameChg>
        <pc:graphicFrameChg chg="add mod modGraphic">
          <ac:chgData name="Al Friend" userId="e5ed79da-d858-46d4-9eed-a7a24903f2de" providerId="ADAL" clId="{4885A6DF-90C9-4AE3-9F0B-92B3ECABFA28}" dt="2026-09-03T12:30:54.611" v="2083" actId="20577"/>
          <ac:graphicFrameMkLst>
            <pc:docMk/>
            <pc:sldMk cId="3499305320" sldId="939"/>
            <ac:graphicFrameMk id="12" creationId="{BE6D9538-CB46-465E-80FF-7142F11A169B}"/>
          </ac:graphicFrameMkLst>
        </pc:graphicFrameChg>
        <pc:graphicFrameChg chg="add mod modGraphic">
          <ac:chgData name="Al Friend" userId="e5ed79da-d858-46d4-9eed-a7a24903f2de" providerId="ADAL" clId="{4885A6DF-90C9-4AE3-9F0B-92B3ECABFA28}" dt="2026-09-03T12:30:57.604" v="2086" actId="20577"/>
          <ac:graphicFrameMkLst>
            <pc:docMk/>
            <pc:sldMk cId="3499305320" sldId="939"/>
            <ac:graphicFrameMk id="13" creationId="{031C4D91-E3D7-477B-BEA9-9118804B9D2F}"/>
          </ac:graphicFrameMkLst>
        </pc:graphicFrameChg>
        <pc:graphicFrameChg chg="add mod modGraphic">
          <ac:chgData name="Al Friend" userId="e5ed79da-d858-46d4-9eed-a7a24903f2de" providerId="ADAL" clId="{4885A6DF-90C9-4AE3-9F0B-92B3ECABFA28}" dt="2026-09-03T12:30:55.219" v="2084" actId="20577"/>
          <ac:graphicFrameMkLst>
            <pc:docMk/>
            <pc:sldMk cId="3499305320" sldId="939"/>
            <ac:graphicFrameMk id="15" creationId="{CFD8CE2D-084E-4857-B98F-E6734377C991}"/>
          </ac:graphicFrameMkLst>
        </pc:graphicFrameChg>
      </pc:sldChg>
      <pc:sldChg chg="addSp delSp modSp add">
        <pc:chgData name="Al Friend" userId="e5ed79da-d858-46d4-9eed-a7a24903f2de" providerId="ADAL" clId="{4885A6DF-90C9-4AE3-9F0B-92B3ECABFA28}" dt="2026-09-03T12:34:51.329" v="2096" actId="207"/>
        <pc:sldMkLst>
          <pc:docMk/>
          <pc:sldMk cId="4030674572" sldId="940"/>
        </pc:sldMkLst>
        <pc:spChg chg="add mod">
          <ac:chgData name="Al Friend" userId="e5ed79da-d858-46d4-9eed-a7a24903f2de" providerId="ADAL" clId="{4885A6DF-90C9-4AE3-9F0B-92B3ECABFA28}" dt="2026-09-03T12:31:16.476" v="2092" actId="207"/>
          <ac:spMkLst>
            <pc:docMk/>
            <pc:sldMk cId="4030674572" sldId="940"/>
            <ac:spMk id="13" creationId="{7FCD15D7-BD1B-43DE-B71E-2000DC60B003}"/>
          </ac:spMkLst>
        </pc:spChg>
        <pc:spChg chg="add mod">
          <ac:chgData name="Al Friend" userId="e5ed79da-d858-46d4-9eed-a7a24903f2de" providerId="ADAL" clId="{4885A6DF-90C9-4AE3-9F0B-92B3ECABFA28}" dt="2026-09-03T12:28:03.211" v="2045" actId="1076"/>
          <ac:spMkLst>
            <pc:docMk/>
            <pc:sldMk cId="4030674572" sldId="940"/>
            <ac:spMk id="15" creationId="{7371C7CE-6515-4359-91F7-609AEAA4D345}"/>
          </ac:spMkLst>
        </pc:spChg>
        <pc:graphicFrameChg chg="add mod modGraphic">
          <ac:chgData name="Al Friend" userId="e5ed79da-d858-46d4-9eed-a7a24903f2de" providerId="ADAL" clId="{4885A6DF-90C9-4AE3-9F0B-92B3ECABFA28}" dt="2026-09-03T12:31:02.579" v="2088" actId="20577"/>
          <ac:graphicFrameMkLst>
            <pc:docMk/>
            <pc:sldMk cId="4030674572" sldId="940"/>
            <ac:graphicFrameMk id="9" creationId="{CA600D0D-BC05-469D-82A7-11D7A9322BBA}"/>
          </ac:graphicFrameMkLst>
        </pc:graphicFrameChg>
        <pc:graphicFrameChg chg="add mod modGraphic">
          <ac:chgData name="Al Friend" userId="e5ed79da-d858-46d4-9eed-a7a24903f2de" providerId="ADAL" clId="{4885A6DF-90C9-4AE3-9F0B-92B3ECABFA28}" dt="2026-09-03T12:31:03.635" v="2089" actId="20577"/>
          <ac:graphicFrameMkLst>
            <pc:docMk/>
            <pc:sldMk cId="4030674572" sldId="940"/>
            <ac:graphicFrameMk id="11" creationId="{ADA48355-3E78-4A2B-A62A-5B202FC3E92C}"/>
          </ac:graphicFrameMkLst>
        </pc:graphicFrameChg>
        <pc:graphicFrameChg chg="add mod modGraphic">
          <ac:chgData name="Al Friend" userId="e5ed79da-d858-46d4-9eed-a7a24903f2de" providerId="ADAL" clId="{4885A6DF-90C9-4AE3-9F0B-92B3ECABFA28}" dt="2026-09-03T12:34:51.329" v="2096" actId="207"/>
          <ac:graphicFrameMkLst>
            <pc:docMk/>
            <pc:sldMk cId="4030674572" sldId="940"/>
            <ac:graphicFrameMk id="12" creationId="{E6453378-CB6D-4F28-879A-D492B87A1A92}"/>
          </ac:graphicFrameMkLst>
        </pc:graphicFrameChg>
        <pc:graphicFrameChg chg="add mod modGraphic">
          <ac:chgData name="Al Friend" userId="e5ed79da-d858-46d4-9eed-a7a24903f2de" providerId="ADAL" clId="{4885A6DF-90C9-4AE3-9F0B-92B3ECABFA28}" dt="2026-09-03T12:31:01.683" v="2087" actId="20577"/>
          <ac:graphicFrameMkLst>
            <pc:docMk/>
            <pc:sldMk cId="4030674572" sldId="940"/>
            <ac:graphicFrameMk id="14" creationId="{E3E9DD54-4A52-45BA-932D-FD2D925BD23C}"/>
          </ac:graphicFrameMkLst>
        </pc:graphicFrameChg>
      </pc:sldChg>
      <pc:sldChg chg="addSp delSp modSp add delAnim modAnim">
        <pc:chgData name="Al Friend" userId="e5ed79da-d858-46d4-9eed-a7a24903f2de" providerId="ADAL" clId="{4885A6DF-90C9-4AE3-9F0B-92B3ECABFA28}" dt="2026-09-03T12:40:36.430" v="2151" actId="1076"/>
        <pc:sldMkLst>
          <pc:docMk/>
          <pc:sldMk cId="1549909554" sldId="941"/>
        </pc:sldMkLst>
        <pc:spChg chg="mod">
          <ac:chgData name="Al Friend" userId="e5ed79da-d858-46d4-9eed-a7a24903f2de" providerId="ADAL" clId="{4885A6DF-90C9-4AE3-9F0B-92B3ECABFA28}" dt="2026-09-01T13:43:35.687" v="690" actId="20577"/>
          <ac:spMkLst>
            <pc:docMk/>
            <pc:sldMk cId="1549909554" sldId="941"/>
            <ac:spMk id="2" creationId="{4D338E2C-B1F1-4120-B54B-8EC605BC71D3}"/>
          </ac:spMkLst>
        </pc:spChg>
        <pc:spChg chg="mod">
          <ac:chgData name="Al Friend" userId="e5ed79da-d858-46d4-9eed-a7a24903f2de" providerId="ADAL" clId="{4885A6DF-90C9-4AE3-9F0B-92B3ECABFA28}" dt="2026-09-03T12:40:36.430" v="2151" actId="1076"/>
          <ac:spMkLst>
            <pc:docMk/>
            <pc:sldMk cId="1549909554" sldId="941"/>
            <ac:spMk id="4" creationId="{68A1EEE7-E451-4AC1-A11B-E7493A03B5C5}"/>
          </ac:spMkLst>
        </pc:spChg>
        <pc:picChg chg="add mod ord">
          <ac:chgData name="Al Friend" userId="e5ed79da-d858-46d4-9eed-a7a24903f2de" providerId="ADAL" clId="{4885A6DF-90C9-4AE3-9F0B-92B3ECABFA28}" dt="2026-09-01T13:44:28.425" v="697" actId="171"/>
          <ac:picMkLst>
            <pc:docMk/>
            <pc:sldMk cId="1549909554" sldId="941"/>
            <ac:picMk id="5" creationId="{36CFFEDA-EF66-4372-8B0B-BC702A36DAF8}"/>
          </ac:picMkLst>
        </pc:picChg>
      </pc:sldChg>
      <pc:sldChg chg="addSp delSp modSp add modAnim">
        <pc:chgData name="Al Friend" userId="e5ed79da-d858-46d4-9eed-a7a24903f2de" providerId="ADAL" clId="{4885A6DF-90C9-4AE3-9F0B-92B3ECABFA28}" dt="2026-09-03T12:30:46.979" v="2079" actId="20577"/>
        <pc:sldMkLst>
          <pc:docMk/>
          <pc:sldMk cId="1059950045" sldId="942"/>
        </pc:sldMkLst>
        <pc:spChg chg="mod">
          <ac:chgData name="Al Friend" userId="e5ed79da-d858-46d4-9eed-a7a24903f2de" providerId="ADAL" clId="{4885A6DF-90C9-4AE3-9F0B-92B3ECABFA28}" dt="2026-09-01T14:38:20.629" v="1111"/>
          <ac:spMkLst>
            <pc:docMk/>
            <pc:sldMk cId="1059950045" sldId="942"/>
            <ac:spMk id="2" creationId="{0C4156B6-C758-1D26-23DF-527ACE431530}"/>
          </ac:spMkLst>
        </pc:spChg>
        <pc:spChg chg="mod">
          <ac:chgData name="Al Friend" userId="e5ed79da-d858-46d4-9eed-a7a24903f2de" providerId="ADAL" clId="{4885A6DF-90C9-4AE3-9F0B-92B3ECABFA28}" dt="2026-09-03T09:44:23.242" v="1791" actId="1035"/>
          <ac:spMkLst>
            <pc:docMk/>
            <pc:sldMk cId="1059950045" sldId="942"/>
            <ac:spMk id="13" creationId="{5BC263F3-3776-C73E-D9E3-7F3E2504AD1D}"/>
          </ac:spMkLst>
        </pc:spChg>
        <pc:spChg chg="mod">
          <ac:chgData name="Al Friend" userId="e5ed79da-d858-46d4-9eed-a7a24903f2de" providerId="ADAL" clId="{4885A6DF-90C9-4AE3-9F0B-92B3ECABFA28}" dt="2026-09-03T09:44:15.116" v="1776" actId="1035"/>
          <ac:spMkLst>
            <pc:docMk/>
            <pc:sldMk cId="1059950045" sldId="942"/>
            <ac:spMk id="15" creationId="{92E9566B-43BD-367B-308A-CA485931E54E}"/>
          </ac:spMkLst>
        </pc:spChg>
        <pc:spChg chg="add mod">
          <ac:chgData name="Al Friend" userId="e5ed79da-d858-46d4-9eed-a7a24903f2de" providerId="ADAL" clId="{4885A6DF-90C9-4AE3-9F0B-92B3ECABFA28}" dt="2026-09-03T09:43:28.322" v="1746" actId="164"/>
          <ac:spMkLst>
            <pc:docMk/>
            <pc:sldMk cId="1059950045" sldId="942"/>
            <ac:spMk id="16" creationId="{C56035C2-A117-47DD-8650-455454D2707D}"/>
          </ac:spMkLst>
        </pc:spChg>
        <pc:spChg chg="add mod">
          <ac:chgData name="Al Friend" userId="e5ed79da-d858-46d4-9eed-a7a24903f2de" providerId="ADAL" clId="{4885A6DF-90C9-4AE3-9F0B-92B3ECABFA28}" dt="2026-09-03T09:43:28.322" v="1746" actId="164"/>
          <ac:spMkLst>
            <pc:docMk/>
            <pc:sldMk cId="1059950045" sldId="942"/>
            <ac:spMk id="17" creationId="{065E5B11-14F8-4641-A536-2B243AAA3961}"/>
          </ac:spMkLst>
        </pc:spChg>
        <pc:spChg chg="add mod">
          <ac:chgData name="Al Friend" userId="e5ed79da-d858-46d4-9eed-a7a24903f2de" providerId="ADAL" clId="{4885A6DF-90C9-4AE3-9F0B-92B3ECABFA28}" dt="2026-09-03T09:46:00.752" v="1888" actId="6549"/>
          <ac:spMkLst>
            <pc:docMk/>
            <pc:sldMk cId="1059950045" sldId="942"/>
            <ac:spMk id="25" creationId="{2CACACAF-6E10-49E9-8DDC-6AA06F71159F}"/>
          </ac:spMkLst>
        </pc:spChg>
        <pc:grpChg chg="add mod">
          <ac:chgData name="Al Friend" userId="e5ed79da-d858-46d4-9eed-a7a24903f2de" providerId="ADAL" clId="{4885A6DF-90C9-4AE3-9F0B-92B3ECABFA28}" dt="2026-09-03T09:43:28.322" v="1746" actId="164"/>
          <ac:grpSpMkLst>
            <pc:docMk/>
            <pc:sldMk cId="1059950045" sldId="942"/>
            <ac:grpSpMk id="10" creationId="{5A4ABAAF-9207-4582-A0F3-198860364520}"/>
          </ac:grpSpMkLst>
        </pc:grpChg>
        <pc:grpChg chg="add mod">
          <ac:chgData name="Al Friend" userId="e5ed79da-d858-46d4-9eed-a7a24903f2de" providerId="ADAL" clId="{4885A6DF-90C9-4AE3-9F0B-92B3ECABFA28}" dt="2026-09-03T09:44:23.242" v="1791" actId="1035"/>
          <ac:grpSpMkLst>
            <pc:docMk/>
            <pc:sldMk cId="1059950045" sldId="942"/>
            <ac:grpSpMk id="14" creationId="{6157FED8-9763-453D-93BB-5ADDF3F2FB14}"/>
          </ac:grpSpMkLst>
        </pc:grpChg>
        <pc:grpChg chg="add mod">
          <ac:chgData name="Al Friend" userId="e5ed79da-d858-46d4-9eed-a7a24903f2de" providerId="ADAL" clId="{4885A6DF-90C9-4AE3-9F0B-92B3ECABFA28}" dt="2026-09-03T09:44:15.116" v="1776" actId="1035"/>
          <ac:grpSpMkLst>
            <pc:docMk/>
            <pc:sldMk cId="1059950045" sldId="942"/>
            <ac:grpSpMk id="19" creationId="{67896CCC-906E-4B54-871C-6C21D5147C8E}"/>
          </ac:grpSpMkLst>
        </pc:grpChg>
        <pc:grpChg chg="mod">
          <ac:chgData name="Al Friend" userId="e5ed79da-d858-46d4-9eed-a7a24903f2de" providerId="ADAL" clId="{4885A6DF-90C9-4AE3-9F0B-92B3ECABFA28}" dt="2026-09-03T09:43:34.716" v="1749"/>
          <ac:grpSpMkLst>
            <pc:docMk/>
            <pc:sldMk cId="1059950045" sldId="942"/>
            <ac:grpSpMk id="20" creationId="{9AF5BD8E-997E-4B08-A425-188C826AD8ED}"/>
          </ac:grpSpMkLst>
        </pc:grpChg>
        <pc:graphicFrameChg chg="mod modGraphic">
          <ac:chgData name="Al Friend" userId="e5ed79da-d858-46d4-9eed-a7a24903f2de" providerId="ADAL" clId="{4885A6DF-90C9-4AE3-9F0B-92B3ECABFA28}" dt="2026-09-03T12:30:46.979" v="2079" actId="20577"/>
          <ac:graphicFrameMkLst>
            <pc:docMk/>
            <pc:sldMk cId="1059950045" sldId="942"/>
            <ac:graphicFrameMk id="5" creationId="{F8C7E294-9848-E3A7-7E1F-3A898409F8B5}"/>
          </ac:graphicFrameMkLst>
        </pc:graphicFrameChg>
        <pc:graphicFrameChg chg="mod">
          <ac:chgData name="Al Friend" userId="e5ed79da-d858-46d4-9eed-a7a24903f2de" providerId="ADAL" clId="{4885A6DF-90C9-4AE3-9F0B-92B3ECABFA28}" dt="2026-09-03T09:44:23.242" v="1791" actId="1035"/>
          <ac:graphicFrameMkLst>
            <pc:docMk/>
            <pc:sldMk cId="1059950045" sldId="942"/>
            <ac:graphicFrameMk id="7" creationId="{8A63844C-09A2-6D11-741A-C2D616071795}"/>
          </ac:graphicFrameMkLst>
        </pc:graphicFrameChg>
        <pc:graphicFrameChg chg="mod">
          <ac:chgData name="Al Friend" userId="e5ed79da-d858-46d4-9eed-a7a24903f2de" providerId="ADAL" clId="{4885A6DF-90C9-4AE3-9F0B-92B3ECABFA28}" dt="2026-09-03T09:44:15.116" v="1776" actId="1035"/>
          <ac:graphicFrameMkLst>
            <pc:docMk/>
            <pc:sldMk cId="1059950045" sldId="942"/>
            <ac:graphicFrameMk id="9" creationId="{F7DFB628-12F4-5A81-DEA5-C0B712A5AF36}"/>
          </ac:graphicFrameMkLst>
        </pc:graphicFrameChg>
        <pc:graphicFrameChg chg="mod">
          <ac:chgData name="Al Friend" userId="e5ed79da-d858-46d4-9eed-a7a24903f2de" providerId="ADAL" clId="{4885A6DF-90C9-4AE3-9F0B-92B3ECABFA28}" dt="2026-09-03T09:44:15.116" v="1776" actId="1035"/>
          <ac:graphicFrameMkLst>
            <pc:docMk/>
            <pc:sldMk cId="1059950045" sldId="942"/>
            <ac:graphicFrameMk id="11" creationId="{AAB82F7C-1ED1-7B5B-5034-9BB533DCF99D}"/>
          </ac:graphicFrameMkLst>
        </pc:graphicFrameChg>
        <pc:cxnChg chg="add mod">
          <ac:chgData name="Al Friend" userId="e5ed79da-d858-46d4-9eed-a7a24903f2de" providerId="ADAL" clId="{4885A6DF-90C9-4AE3-9F0B-92B3ECABFA28}" dt="2026-09-03T09:41:11.467" v="1707" actId="1037"/>
          <ac:cxnSpMkLst>
            <pc:docMk/>
            <pc:sldMk cId="1059950045" sldId="942"/>
            <ac:cxnSpMk id="6" creationId="{F3ED7AE7-436E-464F-A754-6D17A1008A46}"/>
          </ac:cxnSpMkLst>
        </pc:cxnChg>
        <pc:cxnChg chg="add mod">
          <ac:chgData name="Al Friend" userId="e5ed79da-d858-46d4-9eed-a7a24903f2de" providerId="ADAL" clId="{4885A6DF-90C9-4AE3-9F0B-92B3ECABFA28}" dt="2026-09-03T09:40:38.702" v="1694" actId="164"/>
          <ac:cxnSpMkLst>
            <pc:docMk/>
            <pc:sldMk cId="1059950045" sldId="942"/>
            <ac:cxnSpMk id="12" creationId="{8412942F-7DA7-4E15-95E1-661FC63ACDDB}"/>
          </ac:cxnSpMkLst>
        </pc:cxnChg>
      </pc:sldChg>
      <pc:sldChg chg="addSp delSp modSp add modAnim">
        <pc:chgData name="Al Friend" userId="e5ed79da-d858-46d4-9eed-a7a24903f2de" providerId="ADAL" clId="{4885A6DF-90C9-4AE3-9F0B-92B3ECABFA28}" dt="2026-09-03T14:59:41.844" v="2797" actId="12789"/>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add mod">
          <ac:chgData name="Al Friend" userId="e5ed79da-d858-46d4-9eed-a7a24903f2de" providerId="ADAL" clId="{4885A6DF-90C9-4AE3-9F0B-92B3ECABFA28}" dt="2026-09-03T14:53:27.328" v="2751" actId="962"/>
          <ac:spMkLst>
            <pc:docMk/>
            <pc:sldMk cId="1520012242" sldId="944"/>
            <ac:spMk id="3" creationId="{6FFDD233-4C25-438E-92B3-B81ABA0277DB}"/>
          </ac:spMkLst>
        </pc:spChg>
        <pc:spChg chg="add mod">
          <ac:chgData name="Al Friend" userId="e5ed79da-d858-46d4-9eed-a7a24903f2de" providerId="ADAL" clId="{4885A6DF-90C9-4AE3-9F0B-92B3ECABFA28}" dt="2026-09-03T14:59:41.844" v="2797" actId="12789"/>
          <ac:spMkLst>
            <pc:docMk/>
            <pc:sldMk cId="1520012242" sldId="944"/>
            <ac:spMk id="17" creationId="{72D8836E-A56D-4B4C-B1F2-7068DE144A6C}"/>
          </ac:spMkLst>
        </pc:spChg>
        <pc:spChg chg="add mod">
          <ac:chgData name="Al Friend" userId="e5ed79da-d858-46d4-9eed-a7a24903f2de" providerId="ADAL" clId="{4885A6DF-90C9-4AE3-9F0B-92B3ECABFA28}" dt="2026-09-03T14:59:41.844" v="2797" actId="12789"/>
          <ac:spMkLst>
            <pc:docMk/>
            <pc:sldMk cId="1520012242" sldId="944"/>
            <ac:spMk id="19" creationId="{492BB6DC-FB54-45DC-9594-6690B3E0CFBC}"/>
          </ac:spMkLst>
        </pc:spChg>
        <pc:spChg chg="add mod">
          <ac:chgData name="Al Friend" userId="e5ed79da-d858-46d4-9eed-a7a24903f2de" providerId="ADAL" clId="{4885A6DF-90C9-4AE3-9F0B-92B3ECABFA28}" dt="2026-09-03T14:59:41.844" v="2797" actId="12789"/>
          <ac:spMkLst>
            <pc:docMk/>
            <pc:sldMk cId="1520012242" sldId="944"/>
            <ac:spMk id="20" creationId="{25E42847-F3CF-4FD5-85CF-4A86560F5ED5}"/>
          </ac:spMkLst>
        </pc:spChg>
        <pc:spChg chg="add mod">
          <ac:chgData name="Al Friend" userId="e5ed79da-d858-46d4-9eed-a7a24903f2de" providerId="ADAL" clId="{4885A6DF-90C9-4AE3-9F0B-92B3ECABFA28}" dt="2026-09-03T14:36:00.534" v="2638" actId="1076"/>
          <ac:spMkLst>
            <pc:docMk/>
            <pc:sldMk cId="1520012242" sldId="944"/>
            <ac:spMk id="21" creationId="{2796F581-AE5A-4481-9A12-3254A56C8A10}"/>
          </ac:spMkLst>
        </pc:spChg>
        <pc:spChg chg="add mod">
          <ac:chgData name="Al Friend" userId="e5ed79da-d858-46d4-9eed-a7a24903f2de" providerId="ADAL" clId="{4885A6DF-90C9-4AE3-9F0B-92B3ECABFA28}" dt="2026-09-03T14:53:13.059" v="2750" actId="13244"/>
          <ac:spMkLst>
            <pc:docMk/>
            <pc:sldMk cId="1520012242" sldId="944"/>
            <ac:spMk id="26" creationId="{A3AF31AC-0988-40B2-A3E3-AF55111E8959}"/>
          </ac:spMkLst>
        </pc:spChg>
        <pc:spChg chg="add mod">
          <ac:chgData name="Al Friend" userId="e5ed79da-d858-46d4-9eed-a7a24903f2de" providerId="ADAL" clId="{4885A6DF-90C9-4AE3-9F0B-92B3ECABFA28}" dt="2026-09-03T14:59:41.844" v="2797" actId="12789"/>
          <ac:spMkLst>
            <pc:docMk/>
            <pc:sldMk cId="1520012242" sldId="944"/>
            <ac:spMk id="27" creationId="{203D538F-6F72-4AD5-865B-2F53CF95807D}"/>
          </ac:spMkLst>
        </pc:spChg>
        <pc:spChg chg="add mod">
          <ac:chgData name="Al Friend" userId="e5ed79da-d858-46d4-9eed-a7a24903f2de" providerId="ADAL" clId="{4885A6DF-90C9-4AE3-9F0B-92B3ECABFA28}" dt="2026-09-03T14:59:41.844" v="2797" actId="12789"/>
          <ac:spMkLst>
            <pc:docMk/>
            <pc:sldMk cId="1520012242" sldId="944"/>
            <ac:spMk id="28" creationId="{52E0C4F2-7DAC-4CFD-BA19-DA3DA5DBB4C2}"/>
          </ac:spMkLst>
        </pc:spChg>
        <pc:spChg chg="add mod">
          <ac:chgData name="Al Friend" userId="e5ed79da-d858-46d4-9eed-a7a24903f2de" providerId="ADAL" clId="{4885A6DF-90C9-4AE3-9F0B-92B3ECABFA28}" dt="2026-09-03T14:59:41.844" v="2797" actId="12789"/>
          <ac:spMkLst>
            <pc:docMk/>
            <pc:sldMk cId="1520012242" sldId="944"/>
            <ac:spMk id="29" creationId="{14D0CD86-B710-49E3-95F2-112C5F77D402}"/>
          </ac:spMkLst>
        </pc:spChg>
        <pc:spChg chg="add mod">
          <ac:chgData name="Al Friend" userId="e5ed79da-d858-46d4-9eed-a7a24903f2de" providerId="ADAL" clId="{4885A6DF-90C9-4AE3-9F0B-92B3ECABFA28}" dt="2026-09-03T14:59:41.844" v="2797" actId="12789"/>
          <ac:spMkLst>
            <pc:docMk/>
            <pc:sldMk cId="1520012242" sldId="944"/>
            <ac:spMk id="30" creationId="{2F4CAD13-C3C6-4667-81FD-801EAF386ED2}"/>
          </ac:spMkLst>
        </pc:spChg>
        <pc:graphicFrameChg chg="mod modGraphic">
          <ac:chgData name="Al Friend" userId="e5ed79da-d858-46d4-9eed-a7a24903f2de" providerId="ADAL" clId="{4885A6DF-90C9-4AE3-9F0B-92B3ECABFA28}" dt="2026-09-03T14:36:00.534" v="2638"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1" creationId="{BE877BDE-E38F-4AD8-874A-B996A628EE8C}"/>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2" creationId="{F72B634A-1DA1-4296-84A5-B9ADDD4B3D2B}"/>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3" creationId="{95B51599-7E48-4BED-B2BE-6FB94B5F2F1D}"/>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5" creationId="{F43C32A7-50A6-4847-88F7-047D9B682315}"/>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6" creationId="{5B92BF09-378B-4142-8DD3-5D48FB1C4C61}"/>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8" creationId="{D30B3795-1D7E-41DE-964B-FDB727399068}"/>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2" creationId="{222C94DD-1BF6-49B1-B056-8C5BE6E6EA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3" creationId="{A7E9F4C8-239B-49B8-8471-248D0115F0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4" creationId="{2794626C-11E5-4BA2-83DF-3C6396C85285}"/>
          </ac:graphicFrameMkLst>
        </pc:graphicFrameChg>
        <pc:graphicFrameChg chg="add mod modGraphic">
          <ac:chgData name="Al Friend" userId="e5ed79da-d858-46d4-9eed-a7a24903f2de" providerId="ADAL" clId="{4885A6DF-90C9-4AE3-9F0B-92B3ECABFA28}" dt="2026-09-03T14:53:07.113" v="2748"/>
          <ac:graphicFrameMkLst>
            <pc:docMk/>
            <pc:sldMk cId="1520012242" sldId="944"/>
            <ac:graphicFrameMk id="25" creationId="{D2782DCC-250D-4E63-B23F-DDA3A5C37C0C}"/>
          </ac:graphicFrameMkLst>
        </pc:graphicFrameChg>
      </pc:sldChg>
      <pc:sldChg chg="addSp delSp modSp modAnim">
        <pc:chgData name="Al Friend" userId="e5ed79da-d858-46d4-9eed-a7a24903f2de" providerId="ADAL" clId="{4885A6DF-90C9-4AE3-9F0B-92B3ECABFA28}" dt="2026-09-03T12:50:02.870" v="2164" actId="20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add mod ord modGraphic">
          <ac:chgData name="Al Friend" userId="e5ed79da-d858-46d4-9eed-a7a24903f2de" providerId="ADAL" clId="{4885A6DF-90C9-4AE3-9F0B-92B3ECABFA28}" dt="2026-09-03T12:49:58.309" v="2163" actId="207"/>
          <ac:graphicFrameMkLst>
            <pc:docMk/>
            <pc:sldMk cId="2335467649" sldId="947"/>
            <ac:graphicFrameMk id="16" creationId="{D285B714-2947-4677-9B2E-DE1394DB2436}"/>
          </ac:graphicFrameMkLst>
        </pc:graphicFrameChg>
        <pc:graphicFrameChg chg="add mod ord modGraphic">
          <ac:chgData name="Al Friend" userId="e5ed79da-d858-46d4-9eed-a7a24903f2de" providerId="ADAL" clId="{4885A6DF-90C9-4AE3-9F0B-92B3ECABFA28}" dt="2026-09-03T12:50:02.870" v="2164" actId="207"/>
          <ac:graphicFrameMkLst>
            <pc:docMk/>
            <pc:sldMk cId="2335467649" sldId="947"/>
            <ac:graphicFrameMk id="17" creationId="{E2473FD1-75B6-4A61-B3FC-5EFBB71209C8}"/>
          </ac:graphicFrameMkLst>
        </pc:graphicFrameChg>
      </pc:sldChg>
      <pc:sldChg chg="add">
        <pc:chgData name="Al Friend" userId="e5ed79da-d858-46d4-9eed-a7a24903f2de" providerId="ADAL" clId="{4885A6DF-90C9-4AE3-9F0B-92B3ECABFA28}" dt="2026-09-02T11:07:39.850" v="1487"/>
        <pc:sldMkLst>
          <pc:docMk/>
          <pc:sldMk cId="3037259740" sldId="949"/>
        </pc:sldMkLst>
      </pc:sldChg>
      <pc:sldChg chg="add">
        <pc:chgData name="Al Friend" userId="e5ed79da-d858-46d4-9eed-a7a24903f2de" providerId="ADAL" clId="{4885A6DF-90C9-4AE3-9F0B-92B3ECABFA28}" dt="2026-09-03T12:25:34.594" v="2014"/>
        <pc:sldMkLst>
          <pc:docMk/>
          <pc:sldMk cId="714298027" sldId="951"/>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06/09/2026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1.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ustomXml" Target="../ink/ink27.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5.gif"/><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customXml" Target="../ink/ink28.xml"/><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29.xml"/><Relationship Id="rId4" Type="http://schemas.openxmlformats.org/officeDocument/2006/relationships/image" Target="../media/image99.png"/></Relationships>
</file>

<file path=ppt/slides/_rels/slide48.xml.rels><?xml version="1.0" encoding="UTF-8" standalone="yes"?>
<Relationships xmlns="http://schemas.openxmlformats.org/package/2006/relationships"><Relationship Id="rId3" Type="http://schemas.openxmlformats.org/officeDocument/2006/relationships/customXml" Target="../ink/ink30.xml"/><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31.xml"/><Relationship Id="rId4" Type="http://schemas.openxmlformats.org/officeDocument/2006/relationships/image" Target="../media/image102.png"/></Relationships>
</file>

<file path=ppt/slides/_rels/slide49.xml.rels><?xml version="1.0" encoding="UTF-8" standalone="yes"?>
<Relationships xmlns="http://schemas.openxmlformats.org/package/2006/relationships"><Relationship Id="rId3" Type="http://schemas.openxmlformats.org/officeDocument/2006/relationships/customXml" Target="../ink/ink32.xml"/><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33.xml"/><Relationship Id="rId4" Type="http://schemas.openxmlformats.org/officeDocument/2006/relationships/image" Target="../media/image105.png"/></Relationships>
</file>

<file path=ppt/slides/_rels/slide50.xml.rels><?xml version="1.0" encoding="UTF-8" standalone="yes"?>
<Relationships xmlns="http://schemas.openxmlformats.org/package/2006/relationships"><Relationship Id="rId26" Type="http://schemas.openxmlformats.org/officeDocument/2006/relationships/customXml" Target="../ink/ink45.xml"/><Relationship Id="rId21" Type="http://schemas.openxmlformats.org/officeDocument/2006/relationships/image" Target="../media/image116.png"/><Relationship Id="rId42" Type="http://schemas.openxmlformats.org/officeDocument/2006/relationships/customXml" Target="../ink/ink53.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66.xml"/><Relationship Id="rId16" Type="http://schemas.openxmlformats.org/officeDocument/2006/relationships/customXml" Target="../ink/ink40.xml"/><Relationship Id="rId11" Type="http://schemas.openxmlformats.org/officeDocument/2006/relationships/image" Target="../media/image111.png"/><Relationship Id="rId32" Type="http://schemas.openxmlformats.org/officeDocument/2006/relationships/customXml" Target="../ink/ink48.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61.xml"/><Relationship Id="rId74" Type="http://schemas.openxmlformats.org/officeDocument/2006/relationships/customXml" Target="../ink/ink69.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39.xml"/><Relationship Id="rId22" Type="http://schemas.openxmlformats.org/officeDocument/2006/relationships/customXml" Target="../ink/ink43.xml"/><Relationship Id="rId27" Type="http://schemas.openxmlformats.org/officeDocument/2006/relationships/image" Target="../media/image119.png"/><Relationship Id="rId30" Type="http://schemas.openxmlformats.org/officeDocument/2006/relationships/customXml" Target="../ink/ink47.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56.xml"/><Relationship Id="rId56" Type="http://schemas.openxmlformats.org/officeDocument/2006/relationships/customXml" Target="../ink/ink60.xml"/><Relationship Id="rId64" Type="http://schemas.openxmlformats.org/officeDocument/2006/relationships/customXml" Target="../ink/ink64.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36.xml"/><Relationship Id="rId51" Type="http://schemas.openxmlformats.org/officeDocument/2006/relationships/image" Target="../media/image131.png"/><Relationship Id="rId72" Type="http://schemas.openxmlformats.org/officeDocument/2006/relationships/customXml" Target="../ink/ink68.xml"/><Relationship Id="rId80" Type="http://schemas.openxmlformats.org/officeDocument/2006/relationships/customXml" Target="../ink/ink72.xml"/><Relationship Id="rId3" Type="http://schemas.openxmlformats.org/officeDocument/2006/relationships/image" Target="../media/image40.png"/><Relationship Id="rId12" Type="http://schemas.openxmlformats.org/officeDocument/2006/relationships/customXml" Target="../ink/ink38.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51.xml"/><Relationship Id="rId46" Type="http://schemas.openxmlformats.org/officeDocument/2006/relationships/customXml" Target="../ink/ink55.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42.xml"/><Relationship Id="rId41" Type="http://schemas.openxmlformats.org/officeDocument/2006/relationships/image" Target="../media/image126.png"/><Relationship Id="rId54" Type="http://schemas.openxmlformats.org/officeDocument/2006/relationships/customXml" Target="../ink/ink59.xml"/><Relationship Id="rId62" Type="http://schemas.openxmlformats.org/officeDocument/2006/relationships/customXml" Target="../ink/ink63.xml"/><Relationship Id="rId70" Type="http://schemas.openxmlformats.org/officeDocument/2006/relationships/customXml" Target="../ink/ink67.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35.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46.xml"/><Relationship Id="rId36" Type="http://schemas.openxmlformats.org/officeDocument/2006/relationships/customXml" Target="../ink/ink50.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37.xml"/><Relationship Id="rId31" Type="http://schemas.openxmlformats.org/officeDocument/2006/relationships/image" Target="../media/image121.png"/><Relationship Id="rId44" Type="http://schemas.openxmlformats.org/officeDocument/2006/relationships/customXml" Target="../ink/ink54.xml"/><Relationship Id="rId52" Type="http://schemas.openxmlformats.org/officeDocument/2006/relationships/customXml" Target="../ink/ink58.xml"/><Relationship Id="rId60" Type="http://schemas.openxmlformats.org/officeDocument/2006/relationships/customXml" Target="../ink/ink62.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71.xml"/><Relationship Id="rId81" Type="http://schemas.openxmlformats.org/officeDocument/2006/relationships/image" Target="../media/image146.png"/><Relationship Id="rId4" Type="http://schemas.openxmlformats.org/officeDocument/2006/relationships/customXml" Target="../ink/ink34.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41.xml"/><Relationship Id="rId39" Type="http://schemas.openxmlformats.org/officeDocument/2006/relationships/image" Target="../media/image125.png"/><Relationship Id="rId34" Type="http://schemas.openxmlformats.org/officeDocument/2006/relationships/customXml" Target="../ink/ink49.xml"/><Relationship Id="rId50" Type="http://schemas.openxmlformats.org/officeDocument/2006/relationships/customXml" Target="../ink/ink57.xml"/><Relationship Id="rId55" Type="http://schemas.openxmlformats.org/officeDocument/2006/relationships/image" Target="../media/image133.png"/><Relationship Id="rId76" Type="http://schemas.openxmlformats.org/officeDocument/2006/relationships/customXml" Target="../ink/ink70.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6.xml"/><Relationship Id="rId29" Type="http://schemas.openxmlformats.org/officeDocument/2006/relationships/image" Target="../media/image120.png"/><Relationship Id="rId24" Type="http://schemas.openxmlformats.org/officeDocument/2006/relationships/customXml" Target="../ink/ink44.xml"/><Relationship Id="rId40" Type="http://schemas.openxmlformats.org/officeDocument/2006/relationships/customXml" Target="../ink/ink52.xml"/><Relationship Id="rId45" Type="http://schemas.openxmlformats.org/officeDocument/2006/relationships/image" Target="../media/image128.png"/><Relationship Id="rId66" Type="http://schemas.openxmlformats.org/officeDocument/2006/relationships/customXml" Target="../ink/ink6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82.xml"/><Relationship Id="rId42" Type="http://schemas.openxmlformats.org/officeDocument/2006/relationships/image" Target="../media/image167.png"/><Relationship Id="rId47" Type="http://schemas.openxmlformats.org/officeDocument/2006/relationships/customXml" Target="../ink/ink95.xml"/><Relationship Id="rId63" Type="http://schemas.openxmlformats.org/officeDocument/2006/relationships/customXml" Target="../ink/ink103.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16.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25.xml"/><Relationship Id="rId11" Type="http://schemas.openxmlformats.org/officeDocument/2006/relationships/customXml" Target="../ink/ink77.xml"/><Relationship Id="rId32" Type="http://schemas.openxmlformats.org/officeDocument/2006/relationships/image" Target="../media/image162.png"/><Relationship Id="rId37" Type="http://schemas.openxmlformats.org/officeDocument/2006/relationships/customXml" Target="../ink/ink90.xml"/><Relationship Id="rId53" Type="http://schemas.openxmlformats.org/officeDocument/2006/relationships/customXml" Target="../ink/ink98.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11.xml"/><Relationship Id="rId102" Type="http://schemas.openxmlformats.org/officeDocument/2006/relationships/image" Target="../media/image197.png"/><Relationship Id="rId5" Type="http://schemas.openxmlformats.org/officeDocument/2006/relationships/customXml" Target="../ink/ink74.xml"/><Relationship Id="rId90" Type="http://schemas.openxmlformats.org/officeDocument/2006/relationships/image" Target="../media/image191.png"/><Relationship Id="rId95" Type="http://schemas.openxmlformats.org/officeDocument/2006/relationships/customXml" Target="../ink/ink119.xml"/><Relationship Id="rId22" Type="http://schemas.openxmlformats.org/officeDocument/2006/relationships/image" Target="../media/image157.png"/><Relationship Id="rId27" Type="http://schemas.openxmlformats.org/officeDocument/2006/relationships/customXml" Target="../ink/ink85.xml"/><Relationship Id="rId43" Type="http://schemas.openxmlformats.org/officeDocument/2006/relationships/customXml" Target="../ink/ink93.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06.xml"/><Relationship Id="rId113" Type="http://schemas.openxmlformats.org/officeDocument/2006/relationships/customXml" Target="../ink/ink128.xml"/><Relationship Id="rId80" Type="http://schemas.openxmlformats.org/officeDocument/2006/relationships/image" Target="../media/image186.png"/><Relationship Id="rId85" Type="http://schemas.openxmlformats.org/officeDocument/2006/relationships/customXml" Target="../ink/ink114.xml"/><Relationship Id="rId12" Type="http://schemas.openxmlformats.org/officeDocument/2006/relationships/image" Target="../media/image152.png"/><Relationship Id="rId17" Type="http://schemas.openxmlformats.org/officeDocument/2006/relationships/customXml" Target="../ink/ink80.xml"/><Relationship Id="rId33" Type="http://schemas.openxmlformats.org/officeDocument/2006/relationships/customXml" Target="../ink/ink88.xml"/><Relationship Id="rId38" Type="http://schemas.openxmlformats.org/officeDocument/2006/relationships/image" Target="../media/image165.png"/><Relationship Id="rId59" Type="http://schemas.openxmlformats.org/officeDocument/2006/relationships/customXml" Target="../ink/ink101.xml"/><Relationship Id="rId103" Type="http://schemas.openxmlformats.org/officeDocument/2006/relationships/customXml" Target="../ink/ink123.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09.xml"/><Relationship Id="rId91" Type="http://schemas.openxmlformats.org/officeDocument/2006/relationships/customXml" Target="../ink/ink117.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79.xml"/><Relationship Id="rId23" Type="http://schemas.openxmlformats.org/officeDocument/2006/relationships/customXml" Target="../ink/ink83.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96.xml"/><Relationship Id="rId57" Type="http://schemas.openxmlformats.org/officeDocument/2006/relationships/customXml" Target="../ink/ink100.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87.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04.xml"/><Relationship Id="rId73" Type="http://schemas.openxmlformats.org/officeDocument/2006/relationships/customXml" Target="../ink/ink108.xml"/><Relationship Id="rId78" Type="http://schemas.openxmlformats.org/officeDocument/2006/relationships/image" Target="../media/image185.png"/><Relationship Id="rId81" Type="http://schemas.openxmlformats.org/officeDocument/2006/relationships/customXml" Target="../ink/ink112.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21.xml"/><Relationship Id="rId101" Type="http://schemas.openxmlformats.org/officeDocument/2006/relationships/customXml" Target="../ink/ink122.xml"/><Relationship Id="rId4" Type="http://schemas.openxmlformats.org/officeDocument/2006/relationships/image" Target="../media/image148.png"/><Relationship Id="rId9" Type="http://schemas.openxmlformats.org/officeDocument/2006/relationships/customXml" Target="../ink/ink76.xml"/><Relationship Id="rId13" Type="http://schemas.openxmlformats.org/officeDocument/2006/relationships/customXml" Target="../ink/ink78.xml"/><Relationship Id="rId18" Type="http://schemas.openxmlformats.org/officeDocument/2006/relationships/image" Target="../media/image155.png"/><Relationship Id="rId39" Type="http://schemas.openxmlformats.org/officeDocument/2006/relationships/customXml" Target="../ink/ink91.xml"/><Relationship Id="rId109" Type="http://schemas.openxmlformats.org/officeDocument/2006/relationships/customXml" Target="../ink/ink126.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99.xml"/><Relationship Id="rId76" Type="http://schemas.openxmlformats.org/officeDocument/2006/relationships/image" Target="../media/image184.png"/><Relationship Id="rId97" Type="http://schemas.openxmlformats.org/officeDocument/2006/relationships/customXml" Target="../ink/ink120.xml"/><Relationship Id="rId104" Type="http://schemas.openxmlformats.org/officeDocument/2006/relationships/image" Target="../media/image198.png"/><Relationship Id="rId7" Type="http://schemas.openxmlformats.org/officeDocument/2006/relationships/customXml" Target="../ink/ink75.xml"/><Relationship Id="rId71" Type="http://schemas.openxmlformats.org/officeDocument/2006/relationships/customXml" Target="../ink/ink107.xml"/><Relationship Id="rId92" Type="http://schemas.openxmlformats.org/officeDocument/2006/relationships/image" Target="../media/image192.png"/><Relationship Id="rId2" Type="http://schemas.openxmlformats.org/officeDocument/2006/relationships/image" Target="../media/image41.png"/><Relationship Id="rId29" Type="http://schemas.openxmlformats.org/officeDocument/2006/relationships/customXml" Target="../ink/ink86.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94.xml"/><Relationship Id="rId66" Type="http://schemas.openxmlformats.org/officeDocument/2006/relationships/image" Target="../media/image179.png"/><Relationship Id="rId87" Type="http://schemas.openxmlformats.org/officeDocument/2006/relationships/customXml" Target="../ink/ink115.xml"/><Relationship Id="rId110" Type="http://schemas.openxmlformats.org/officeDocument/2006/relationships/image" Target="../media/image201.png"/><Relationship Id="rId61" Type="http://schemas.openxmlformats.org/officeDocument/2006/relationships/customXml" Target="../ink/ink102.xml"/><Relationship Id="rId82" Type="http://schemas.openxmlformats.org/officeDocument/2006/relationships/image" Target="../media/image187.png"/><Relationship Id="rId19" Type="http://schemas.openxmlformats.org/officeDocument/2006/relationships/customXml" Target="../ink/ink81.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89.xml"/><Relationship Id="rId56" Type="http://schemas.openxmlformats.org/officeDocument/2006/relationships/image" Target="../media/image174.png"/><Relationship Id="rId77" Type="http://schemas.openxmlformats.org/officeDocument/2006/relationships/customXml" Target="../ink/ink110.xml"/><Relationship Id="rId100" Type="http://schemas.openxmlformats.org/officeDocument/2006/relationships/image" Target="../media/image196.png"/><Relationship Id="rId105" Type="http://schemas.openxmlformats.org/officeDocument/2006/relationships/customXml" Target="../ink/ink124.xml"/><Relationship Id="rId8" Type="http://schemas.openxmlformats.org/officeDocument/2006/relationships/image" Target="../media/image150.png"/><Relationship Id="rId51" Type="http://schemas.openxmlformats.org/officeDocument/2006/relationships/customXml" Target="../ink/ink97.xml"/><Relationship Id="rId72" Type="http://schemas.openxmlformats.org/officeDocument/2006/relationships/image" Target="../media/image182.png"/><Relationship Id="rId93" Type="http://schemas.openxmlformats.org/officeDocument/2006/relationships/customXml" Target="../ink/ink118.xml"/><Relationship Id="rId98" Type="http://schemas.openxmlformats.org/officeDocument/2006/relationships/image" Target="../media/image195.png"/><Relationship Id="rId3" Type="http://schemas.openxmlformats.org/officeDocument/2006/relationships/customXml" Target="../ink/ink73.xml"/><Relationship Id="rId25" Type="http://schemas.openxmlformats.org/officeDocument/2006/relationships/customXml" Target="../ink/ink84.xml"/><Relationship Id="rId46" Type="http://schemas.openxmlformats.org/officeDocument/2006/relationships/image" Target="../media/image169.png"/><Relationship Id="rId67" Type="http://schemas.openxmlformats.org/officeDocument/2006/relationships/customXml" Target="../ink/ink105.xml"/><Relationship Id="rId20" Type="http://schemas.openxmlformats.org/officeDocument/2006/relationships/image" Target="../media/image156.png"/><Relationship Id="rId41" Type="http://schemas.openxmlformats.org/officeDocument/2006/relationships/customXml" Target="../ink/ink92.xml"/><Relationship Id="rId62" Type="http://schemas.openxmlformats.org/officeDocument/2006/relationships/image" Target="../media/image177.png"/><Relationship Id="rId83" Type="http://schemas.openxmlformats.org/officeDocument/2006/relationships/customXml" Target="../ink/ink113.xml"/><Relationship Id="rId88" Type="http://schemas.openxmlformats.org/officeDocument/2006/relationships/image" Target="../media/image190.png"/><Relationship Id="rId111" Type="http://schemas.openxmlformats.org/officeDocument/2006/relationships/customXml" Target="../ink/ink127.xml"/></Relationships>
</file>

<file path=ppt/slides/_rels/slide5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3" Type="http://schemas.openxmlformats.org/officeDocument/2006/relationships/customXml" Target="../ink/ink134.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47.xml"/><Relationship Id="rId21" Type="http://schemas.openxmlformats.org/officeDocument/2006/relationships/customXml" Target="../ink/ink138.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51.xml"/><Relationship Id="rId50" Type="http://schemas.openxmlformats.org/officeDocument/2006/relationships/image" Target="../media/image229.png"/><Relationship Id="rId7" Type="http://schemas.openxmlformats.org/officeDocument/2006/relationships/customXml" Target="../ink/ink131.xml"/><Relationship Id="rId2" Type="http://schemas.openxmlformats.org/officeDocument/2006/relationships/image" Target="../media/image43.png"/><Relationship Id="rId16" Type="http://schemas.openxmlformats.org/officeDocument/2006/relationships/image" Target="../media/image212.png"/><Relationship Id="rId29" Type="http://schemas.openxmlformats.org/officeDocument/2006/relationships/customXml" Target="../ink/ink142.xml"/><Relationship Id="rId11" Type="http://schemas.openxmlformats.org/officeDocument/2006/relationships/customXml" Target="../ink/ink133.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46.xml"/><Relationship Id="rId40" Type="http://schemas.openxmlformats.org/officeDocument/2006/relationships/image" Target="../media/image224.png"/><Relationship Id="rId45" Type="http://schemas.openxmlformats.org/officeDocument/2006/relationships/customXml" Target="../ink/ink150.xml"/><Relationship Id="rId5" Type="http://schemas.openxmlformats.org/officeDocument/2006/relationships/customXml" Target="../ink/ink130.xml"/><Relationship Id="rId15" Type="http://schemas.openxmlformats.org/officeDocument/2006/relationships/customXml" Target="../ink/ink135.xml"/><Relationship Id="rId23" Type="http://schemas.openxmlformats.org/officeDocument/2006/relationships/customXml" Target="../ink/ink139.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52.xml"/><Relationship Id="rId10" Type="http://schemas.openxmlformats.org/officeDocument/2006/relationships/image" Target="../media/image209.png"/><Relationship Id="rId19" Type="http://schemas.openxmlformats.org/officeDocument/2006/relationships/customXml" Target="../ink/ink137.xml"/><Relationship Id="rId31" Type="http://schemas.openxmlformats.org/officeDocument/2006/relationships/customXml" Target="../ink/ink143.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32.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41.xml"/><Relationship Id="rId30" Type="http://schemas.openxmlformats.org/officeDocument/2006/relationships/image" Target="../media/image219.png"/><Relationship Id="rId35" Type="http://schemas.openxmlformats.org/officeDocument/2006/relationships/customXml" Target="../ink/ink145.xml"/><Relationship Id="rId43" Type="http://schemas.openxmlformats.org/officeDocument/2006/relationships/customXml" Target="../ink/ink149.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29.xml"/><Relationship Id="rId12" Type="http://schemas.openxmlformats.org/officeDocument/2006/relationships/image" Target="../media/image210.png"/><Relationship Id="rId17" Type="http://schemas.openxmlformats.org/officeDocument/2006/relationships/customXml" Target="../ink/ink136.xml"/><Relationship Id="rId25" Type="http://schemas.openxmlformats.org/officeDocument/2006/relationships/customXml" Target="../ink/ink140.xml"/><Relationship Id="rId33" Type="http://schemas.openxmlformats.org/officeDocument/2006/relationships/customXml" Target="../ink/ink144.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48.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62.xml"/><Relationship Id="rId42" Type="http://schemas.openxmlformats.org/officeDocument/2006/relationships/image" Target="../media/image255.png"/><Relationship Id="rId47" Type="http://schemas.openxmlformats.org/officeDocument/2006/relationships/customXml" Target="../ink/ink175.xml"/><Relationship Id="rId63" Type="http://schemas.openxmlformats.org/officeDocument/2006/relationships/customXml" Target="../ink/ink183.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196.xml"/><Relationship Id="rId16" Type="http://schemas.openxmlformats.org/officeDocument/2006/relationships/image" Target="../media/image242.png"/><Relationship Id="rId11" Type="http://schemas.openxmlformats.org/officeDocument/2006/relationships/customXml" Target="../ink/ink157.xml"/><Relationship Id="rId32" Type="http://schemas.openxmlformats.org/officeDocument/2006/relationships/image" Target="../media/image250.png"/><Relationship Id="rId37"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191.xml"/><Relationship Id="rId102" Type="http://schemas.openxmlformats.org/officeDocument/2006/relationships/image" Target="../media/image285.png"/><Relationship Id="rId5" Type="http://schemas.openxmlformats.org/officeDocument/2006/relationships/customXml" Target="../ink/ink154.xml"/><Relationship Id="rId90" Type="http://schemas.openxmlformats.org/officeDocument/2006/relationships/image" Target="../media/image279.png"/><Relationship Id="rId95" Type="http://schemas.openxmlformats.org/officeDocument/2006/relationships/customXml" Target="../ink/ink199.xml"/><Relationship Id="rId22" Type="http://schemas.openxmlformats.org/officeDocument/2006/relationships/image" Target="../media/image245.png"/><Relationship Id="rId27" Type="http://schemas.openxmlformats.org/officeDocument/2006/relationships/customXml" Target="../ink/ink165.xml"/><Relationship Id="rId43" Type="http://schemas.openxmlformats.org/officeDocument/2006/relationships/customXml" Target="../ink/ink173.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186.xml"/><Relationship Id="rId80" Type="http://schemas.openxmlformats.org/officeDocument/2006/relationships/image" Target="../media/image274.png"/><Relationship Id="rId85" Type="http://schemas.openxmlformats.org/officeDocument/2006/relationships/customXml" Target="../ink/ink194.xml"/><Relationship Id="rId12" Type="http://schemas.openxmlformats.org/officeDocument/2006/relationships/image" Target="../media/image240.png"/><Relationship Id="rId17" Type="http://schemas.openxmlformats.org/officeDocument/2006/relationships/customXml" Target="../ink/ink160.xml"/><Relationship Id="rId25" Type="http://schemas.openxmlformats.org/officeDocument/2006/relationships/customXml" Target="../ink/ink164.xml"/><Relationship Id="rId33" Type="http://schemas.openxmlformats.org/officeDocument/2006/relationships/customXml" Target="../ink/ink168.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181.xml"/><Relationship Id="rId67" Type="http://schemas.openxmlformats.org/officeDocument/2006/relationships/customXml" Target="../ink/ink185.xml"/><Relationship Id="rId103" Type="http://schemas.openxmlformats.org/officeDocument/2006/relationships/customXml" Target="../ink/ink203.xml"/><Relationship Id="rId20" Type="http://schemas.openxmlformats.org/officeDocument/2006/relationships/image" Target="../media/image244.png"/><Relationship Id="rId41" Type="http://schemas.openxmlformats.org/officeDocument/2006/relationships/customXml" Target="../ink/ink172.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189.xml"/><Relationship Id="rId83" Type="http://schemas.openxmlformats.org/officeDocument/2006/relationships/customXml" Target="../ink/ink193.xml"/><Relationship Id="rId88" Type="http://schemas.openxmlformats.org/officeDocument/2006/relationships/image" Target="../media/image278.png"/><Relationship Id="rId91" Type="http://schemas.openxmlformats.org/officeDocument/2006/relationships/customXml" Target="../ink/ink197.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59.xml"/><Relationship Id="rId23" Type="http://schemas.openxmlformats.org/officeDocument/2006/relationships/customXml" Target="../ink/ink163.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176.xml"/><Relationship Id="rId57" Type="http://schemas.openxmlformats.org/officeDocument/2006/relationships/customXml" Target="../ink/ink180.xml"/><Relationship Id="rId10" Type="http://schemas.openxmlformats.org/officeDocument/2006/relationships/image" Target="../media/image239.png"/><Relationship Id="rId31" Type="http://schemas.openxmlformats.org/officeDocument/2006/relationships/customXml" Target="../ink/ink167.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184.xml"/><Relationship Id="rId73" Type="http://schemas.openxmlformats.org/officeDocument/2006/relationships/customXml" Target="../ink/ink188.xml"/><Relationship Id="rId78" Type="http://schemas.openxmlformats.org/officeDocument/2006/relationships/image" Target="../media/image273.png"/><Relationship Id="rId81" Type="http://schemas.openxmlformats.org/officeDocument/2006/relationships/customXml" Target="../ink/ink192.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01.xml"/><Relationship Id="rId101" Type="http://schemas.openxmlformats.org/officeDocument/2006/relationships/customXml" Target="../ink/ink202.xml"/><Relationship Id="rId4" Type="http://schemas.openxmlformats.org/officeDocument/2006/relationships/image" Target="../media/image236.png"/><Relationship Id="rId9" Type="http://schemas.openxmlformats.org/officeDocument/2006/relationships/customXml" Target="../ink/ink156.xml"/><Relationship Id="rId13" Type="http://schemas.openxmlformats.org/officeDocument/2006/relationships/customXml" Target="../ink/ink158.xml"/><Relationship Id="rId18" Type="http://schemas.openxmlformats.org/officeDocument/2006/relationships/image" Target="../media/image243.png"/><Relationship Id="rId39" Type="http://schemas.openxmlformats.org/officeDocument/2006/relationships/customXml" Target="../ink/ink171.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179.xml"/><Relationship Id="rId76" Type="http://schemas.openxmlformats.org/officeDocument/2006/relationships/image" Target="../media/image272.png"/><Relationship Id="rId97" Type="http://schemas.openxmlformats.org/officeDocument/2006/relationships/customXml" Target="../ink/ink200.xml"/><Relationship Id="rId104" Type="http://schemas.openxmlformats.org/officeDocument/2006/relationships/image" Target="../media/image286.png"/><Relationship Id="rId7" Type="http://schemas.openxmlformats.org/officeDocument/2006/relationships/customXml" Target="../ink/ink155.xml"/><Relationship Id="rId71" Type="http://schemas.openxmlformats.org/officeDocument/2006/relationships/customXml" Target="../ink/ink187.xml"/><Relationship Id="rId92" Type="http://schemas.openxmlformats.org/officeDocument/2006/relationships/image" Target="../media/image280.png"/><Relationship Id="rId2" Type="http://schemas.openxmlformats.org/officeDocument/2006/relationships/image" Target="../media/image49.png"/><Relationship Id="rId29" Type="http://schemas.openxmlformats.org/officeDocument/2006/relationships/customXml" Target="../ink/ink166.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74.xml"/><Relationship Id="rId66" Type="http://schemas.openxmlformats.org/officeDocument/2006/relationships/image" Target="../media/image267.png"/><Relationship Id="rId87" Type="http://schemas.openxmlformats.org/officeDocument/2006/relationships/customXml" Target="../ink/ink195.xml"/><Relationship Id="rId61" Type="http://schemas.openxmlformats.org/officeDocument/2006/relationships/customXml" Target="../ink/ink182.xml"/><Relationship Id="rId82" Type="http://schemas.openxmlformats.org/officeDocument/2006/relationships/image" Target="../media/image275.png"/><Relationship Id="rId19" Type="http://schemas.openxmlformats.org/officeDocument/2006/relationships/customXml" Target="../ink/ink161.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69.xml"/><Relationship Id="rId56" Type="http://schemas.openxmlformats.org/officeDocument/2006/relationships/image" Target="../media/image262.png"/><Relationship Id="rId77" Type="http://schemas.openxmlformats.org/officeDocument/2006/relationships/customXml" Target="../ink/ink190.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177.xml"/><Relationship Id="rId72" Type="http://schemas.openxmlformats.org/officeDocument/2006/relationships/image" Target="../media/image270.png"/><Relationship Id="rId93" Type="http://schemas.openxmlformats.org/officeDocument/2006/relationships/customXml" Target="../ink/ink198.xml"/><Relationship Id="rId98" Type="http://schemas.openxmlformats.org/officeDocument/2006/relationships/image" Target="../media/image283.png"/><Relationship Id="rId3" Type="http://schemas.openxmlformats.org/officeDocument/2006/relationships/customXml" Target="../ink/ink1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13.xml"/><Relationship Id="rId42" Type="http://schemas.openxmlformats.org/officeDocument/2006/relationships/image" Target="../media/image307.png"/><Relationship Id="rId47" Type="http://schemas.openxmlformats.org/officeDocument/2006/relationships/customXml" Target="../ink/ink226.xml"/><Relationship Id="rId63" Type="http://schemas.openxmlformats.org/officeDocument/2006/relationships/customXml" Target="../ink/ink234.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47.xml"/><Relationship Id="rId16" Type="http://schemas.openxmlformats.org/officeDocument/2006/relationships/image" Target="../media/image294.png"/><Relationship Id="rId11" Type="http://schemas.openxmlformats.org/officeDocument/2006/relationships/customXml" Target="../ink/ink208.xml"/><Relationship Id="rId32" Type="http://schemas.openxmlformats.org/officeDocument/2006/relationships/image" Target="../media/image302.png"/><Relationship Id="rId37" Type="http://schemas.openxmlformats.org/officeDocument/2006/relationships/customXml" Target="../ink/ink221.xml"/><Relationship Id="rId53" Type="http://schemas.openxmlformats.org/officeDocument/2006/relationships/customXml" Target="../ink/ink229.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42.xml"/><Relationship Id="rId5" Type="http://schemas.openxmlformats.org/officeDocument/2006/relationships/customXml" Target="../ink/ink205.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16.xml"/><Relationship Id="rId30" Type="http://schemas.openxmlformats.org/officeDocument/2006/relationships/image" Target="../media/image301.png"/><Relationship Id="rId35" Type="http://schemas.openxmlformats.org/officeDocument/2006/relationships/customXml" Target="../ink/ink220.xml"/><Relationship Id="rId43" Type="http://schemas.openxmlformats.org/officeDocument/2006/relationships/customXml" Target="../ink/ink224.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37.xml"/><Relationship Id="rId77" Type="http://schemas.openxmlformats.org/officeDocument/2006/relationships/customXml" Target="../ink/ink241.xml"/><Relationship Id="rId8" Type="http://schemas.openxmlformats.org/officeDocument/2006/relationships/image" Target="../media/image290.png"/><Relationship Id="rId51" Type="http://schemas.openxmlformats.org/officeDocument/2006/relationships/customXml" Target="../ink/ink228.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45.xml"/><Relationship Id="rId3" Type="http://schemas.openxmlformats.org/officeDocument/2006/relationships/customXml" Target="../ink/ink204.xml"/><Relationship Id="rId12" Type="http://schemas.openxmlformats.org/officeDocument/2006/relationships/image" Target="../media/image292.png"/><Relationship Id="rId17" Type="http://schemas.openxmlformats.org/officeDocument/2006/relationships/customXml" Target="../ink/ink211.xml"/><Relationship Id="rId25" Type="http://schemas.openxmlformats.org/officeDocument/2006/relationships/customXml" Target="../ink/ink215.xml"/><Relationship Id="rId33" Type="http://schemas.openxmlformats.org/officeDocument/2006/relationships/customXml" Target="../ink/ink219.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32.xml"/><Relationship Id="rId67" Type="http://schemas.openxmlformats.org/officeDocument/2006/relationships/customXml" Target="../ink/ink236.xml"/><Relationship Id="rId20" Type="http://schemas.openxmlformats.org/officeDocument/2006/relationships/image" Target="../media/image296.png"/><Relationship Id="rId41" Type="http://schemas.openxmlformats.org/officeDocument/2006/relationships/customXml" Target="../ink/ink223.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40.xml"/><Relationship Id="rId83" Type="http://schemas.openxmlformats.org/officeDocument/2006/relationships/customXml" Target="../ink/ink244.xml"/><Relationship Id="rId88" Type="http://schemas.openxmlformats.org/officeDocument/2006/relationships/image" Target="../media/image330.png"/><Relationship Id="rId91" Type="http://schemas.openxmlformats.org/officeDocument/2006/relationships/customXml" Target="../ink/ink248.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10.xml"/><Relationship Id="rId23" Type="http://schemas.openxmlformats.org/officeDocument/2006/relationships/customXml" Target="../ink/ink214.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27.xml"/><Relationship Id="rId57" Type="http://schemas.openxmlformats.org/officeDocument/2006/relationships/customXml" Target="../ink/ink231.xml"/><Relationship Id="rId10" Type="http://schemas.openxmlformats.org/officeDocument/2006/relationships/image" Target="../media/image291.png"/><Relationship Id="rId31" Type="http://schemas.openxmlformats.org/officeDocument/2006/relationships/customXml" Target="../ink/ink218.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35.xml"/><Relationship Id="rId73" Type="http://schemas.openxmlformats.org/officeDocument/2006/relationships/customXml" Target="../ink/ink239.xml"/><Relationship Id="rId78" Type="http://schemas.openxmlformats.org/officeDocument/2006/relationships/image" Target="../media/image325.png"/><Relationship Id="rId81" Type="http://schemas.openxmlformats.org/officeDocument/2006/relationships/customXml" Target="../ink/ink243.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07.xml"/><Relationship Id="rId13" Type="http://schemas.openxmlformats.org/officeDocument/2006/relationships/customXml" Target="../ink/ink209.xml"/><Relationship Id="rId18" Type="http://schemas.openxmlformats.org/officeDocument/2006/relationships/image" Target="../media/image295.png"/><Relationship Id="rId39" Type="http://schemas.openxmlformats.org/officeDocument/2006/relationships/customXml" Target="../ink/ink222.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30.xml"/><Relationship Id="rId76" Type="http://schemas.openxmlformats.org/officeDocument/2006/relationships/image" Target="../media/image324.png"/><Relationship Id="rId7" Type="http://schemas.openxmlformats.org/officeDocument/2006/relationships/customXml" Target="../ink/ink206.xml"/><Relationship Id="rId71" Type="http://schemas.openxmlformats.org/officeDocument/2006/relationships/customXml" Target="../ink/ink238.xml"/><Relationship Id="rId92" Type="http://schemas.openxmlformats.org/officeDocument/2006/relationships/image" Target="../media/image332.png"/><Relationship Id="rId2" Type="http://schemas.openxmlformats.org/officeDocument/2006/relationships/image" Target="../media/image50.png"/><Relationship Id="rId29" Type="http://schemas.openxmlformats.org/officeDocument/2006/relationships/customXml" Target="../ink/ink217.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25.xml"/><Relationship Id="rId66" Type="http://schemas.openxmlformats.org/officeDocument/2006/relationships/image" Target="../media/image319.png"/><Relationship Id="rId87" Type="http://schemas.openxmlformats.org/officeDocument/2006/relationships/customXml" Target="../ink/ink246.xml"/><Relationship Id="rId61" Type="http://schemas.openxmlformats.org/officeDocument/2006/relationships/customXml" Target="../ink/ink233.xml"/><Relationship Id="rId82" Type="http://schemas.openxmlformats.org/officeDocument/2006/relationships/image" Target="../media/image327.png"/><Relationship Id="rId19" Type="http://schemas.openxmlformats.org/officeDocument/2006/relationships/customXml" Target="../ink/ink21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3" Type="http://schemas.openxmlformats.org/officeDocument/2006/relationships/customXml" Target="../ink/ink254.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67.xml"/><Relationship Id="rId21" Type="http://schemas.openxmlformats.org/officeDocument/2006/relationships/customXml" Target="../ink/ink258.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71.xml"/><Relationship Id="rId50" Type="http://schemas.openxmlformats.org/officeDocument/2006/relationships/image" Target="../media/image358.png"/><Relationship Id="rId55" Type="http://schemas.openxmlformats.org/officeDocument/2006/relationships/customXml" Target="../ink/ink275.xml"/><Relationship Id="rId63" Type="http://schemas.openxmlformats.org/officeDocument/2006/relationships/customXml" Target="../ink/ink279.xml"/><Relationship Id="rId7" Type="http://schemas.openxmlformats.org/officeDocument/2006/relationships/customXml" Target="../ink/ink251.xml"/><Relationship Id="rId2" Type="http://schemas.openxmlformats.org/officeDocument/2006/relationships/image" Target="../media/image52.png"/><Relationship Id="rId16" Type="http://schemas.openxmlformats.org/officeDocument/2006/relationships/image" Target="../media/image341.png"/><Relationship Id="rId29" Type="http://schemas.openxmlformats.org/officeDocument/2006/relationships/customXml" Target="../ink/ink262.xml"/><Relationship Id="rId11" Type="http://schemas.openxmlformats.org/officeDocument/2006/relationships/customXml" Target="../ink/ink253.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66.xml"/><Relationship Id="rId40" Type="http://schemas.openxmlformats.org/officeDocument/2006/relationships/image" Target="../media/image353.png"/><Relationship Id="rId45" Type="http://schemas.openxmlformats.org/officeDocument/2006/relationships/customXml" Target="../ink/ink270.xml"/><Relationship Id="rId53" Type="http://schemas.openxmlformats.org/officeDocument/2006/relationships/customXml" Target="../ink/ink274.xml"/><Relationship Id="rId58" Type="http://schemas.openxmlformats.org/officeDocument/2006/relationships/image" Target="../media/image362.png"/><Relationship Id="rId5" Type="http://schemas.openxmlformats.org/officeDocument/2006/relationships/customXml" Target="../ink/ink250.xml"/><Relationship Id="rId61" Type="http://schemas.openxmlformats.org/officeDocument/2006/relationships/customXml" Target="../ink/ink278.xml"/><Relationship Id="rId19" Type="http://schemas.openxmlformats.org/officeDocument/2006/relationships/customXml" Target="../ink/ink257.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61.xml"/><Relationship Id="rId30" Type="http://schemas.openxmlformats.org/officeDocument/2006/relationships/image" Target="../media/image348.png"/><Relationship Id="rId35" Type="http://schemas.openxmlformats.org/officeDocument/2006/relationships/customXml" Target="../ink/ink265.xml"/><Relationship Id="rId43" Type="http://schemas.openxmlformats.org/officeDocument/2006/relationships/customXml" Target="../ink/ink269.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73.xml"/><Relationship Id="rId3" Type="http://schemas.openxmlformats.org/officeDocument/2006/relationships/customXml" Target="../ink/ink249.xml"/><Relationship Id="rId12" Type="http://schemas.openxmlformats.org/officeDocument/2006/relationships/image" Target="../media/image339.png"/><Relationship Id="rId17" Type="http://schemas.openxmlformats.org/officeDocument/2006/relationships/customXml" Target="../ink/ink256.xml"/><Relationship Id="rId25" Type="http://schemas.openxmlformats.org/officeDocument/2006/relationships/customXml" Target="../ink/ink260.xml"/><Relationship Id="rId33" Type="http://schemas.openxmlformats.org/officeDocument/2006/relationships/customXml" Target="../ink/ink264.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277.xml"/><Relationship Id="rId20" Type="http://schemas.openxmlformats.org/officeDocument/2006/relationships/image" Target="../media/image343.png"/><Relationship Id="rId41" Type="http://schemas.openxmlformats.org/officeDocument/2006/relationships/customXml" Target="../ink/ink268.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55.xml"/><Relationship Id="rId23" Type="http://schemas.openxmlformats.org/officeDocument/2006/relationships/customXml" Target="../ink/ink259.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72.xml"/><Relationship Id="rId57" Type="http://schemas.openxmlformats.org/officeDocument/2006/relationships/customXml" Target="../ink/ink276.xml"/><Relationship Id="rId10" Type="http://schemas.openxmlformats.org/officeDocument/2006/relationships/image" Target="../media/image338.png"/><Relationship Id="rId31" Type="http://schemas.openxmlformats.org/officeDocument/2006/relationships/customXml" Target="../ink/ink263.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3" Type="http://schemas.openxmlformats.org/officeDocument/2006/relationships/customXml" Target="../ink/ink285.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298.xml"/><Relationship Id="rId21" Type="http://schemas.openxmlformats.org/officeDocument/2006/relationships/customXml" Target="../ink/ink289.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02.xml"/><Relationship Id="rId50" Type="http://schemas.openxmlformats.org/officeDocument/2006/relationships/image" Target="../media/image391.png"/><Relationship Id="rId55" Type="http://schemas.openxmlformats.org/officeDocument/2006/relationships/customXml" Target="../ink/ink306.xml"/><Relationship Id="rId7" Type="http://schemas.openxmlformats.org/officeDocument/2006/relationships/customXml" Target="../ink/ink282.xml"/><Relationship Id="rId2" Type="http://schemas.openxmlformats.org/officeDocument/2006/relationships/image" Target="../media/image54.png"/><Relationship Id="rId16" Type="http://schemas.openxmlformats.org/officeDocument/2006/relationships/image" Target="../media/image374.png"/><Relationship Id="rId29" Type="http://schemas.openxmlformats.org/officeDocument/2006/relationships/customXml" Target="../ink/ink293.xml"/><Relationship Id="rId11" Type="http://schemas.openxmlformats.org/officeDocument/2006/relationships/customXml" Target="../ink/ink284.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297.xml"/><Relationship Id="rId40" Type="http://schemas.openxmlformats.org/officeDocument/2006/relationships/image" Target="../media/image386.png"/><Relationship Id="rId45" Type="http://schemas.openxmlformats.org/officeDocument/2006/relationships/customXml" Target="../ink/ink301.xml"/><Relationship Id="rId53" Type="http://schemas.openxmlformats.org/officeDocument/2006/relationships/customXml" Target="../ink/ink305.xml"/><Relationship Id="rId58" Type="http://schemas.openxmlformats.org/officeDocument/2006/relationships/image" Target="../media/image395.png"/><Relationship Id="rId5" Type="http://schemas.openxmlformats.org/officeDocument/2006/relationships/customXml" Target="../ink/ink281.xml"/><Relationship Id="rId19" Type="http://schemas.openxmlformats.org/officeDocument/2006/relationships/customXml" Target="../ink/ink288.xml"/><Relationship Id="rId4" Type="http://schemas.openxmlformats.org/officeDocument/2006/relationships/image" Target="../media/image368.png"/><Relationship Id="rId9" Type="http://schemas.openxmlformats.org/officeDocument/2006/relationships/customXml" Target="../ink/ink283.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292.xml"/><Relationship Id="rId30" Type="http://schemas.openxmlformats.org/officeDocument/2006/relationships/image" Target="../media/image381.png"/><Relationship Id="rId35" Type="http://schemas.openxmlformats.org/officeDocument/2006/relationships/customXml" Target="../ink/ink296.xml"/><Relationship Id="rId43" Type="http://schemas.openxmlformats.org/officeDocument/2006/relationships/customXml" Target="../ink/ink300.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04.xml"/><Relationship Id="rId3" Type="http://schemas.openxmlformats.org/officeDocument/2006/relationships/customXml" Target="../ink/ink280.xml"/><Relationship Id="rId12" Type="http://schemas.openxmlformats.org/officeDocument/2006/relationships/image" Target="../media/image372.png"/><Relationship Id="rId17" Type="http://schemas.openxmlformats.org/officeDocument/2006/relationships/customXml" Target="../ink/ink287.xml"/><Relationship Id="rId25" Type="http://schemas.openxmlformats.org/officeDocument/2006/relationships/customXml" Target="../ink/ink291.xml"/><Relationship Id="rId33" Type="http://schemas.openxmlformats.org/officeDocument/2006/relationships/customXml" Target="../ink/ink295.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299.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286.xml"/><Relationship Id="rId23" Type="http://schemas.openxmlformats.org/officeDocument/2006/relationships/customXml" Target="../ink/ink290.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03.xml"/><Relationship Id="rId57" Type="http://schemas.openxmlformats.org/officeDocument/2006/relationships/customXml" Target="../ink/ink307.xml"/><Relationship Id="rId10" Type="http://schemas.openxmlformats.org/officeDocument/2006/relationships/image" Target="../media/image371.png"/><Relationship Id="rId31" Type="http://schemas.openxmlformats.org/officeDocument/2006/relationships/customXml" Target="../ink/ink294.xml"/><Relationship Id="rId44" Type="http://schemas.openxmlformats.org/officeDocument/2006/relationships/image" Target="../media/image388.png"/><Relationship Id="rId52" Type="http://schemas.openxmlformats.org/officeDocument/2006/relationships/image" Target="../media/image392.png"/></Relationships>
</file>

<file path=ppt/slides/_rels/slide70.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17.xml"/><Relationship Id="rId42" Type="http://schemas.openxmlformats.org/officeDocument/2006/relationships/image" Target="../media/image416.png"/><Relationship Id="rId47" Type="http://schemas.openxmlformats.org/officeDocument/2006/relationships/customXml" Target="../ink/ink330.xml"/><Relationship Id="rId63" Type="http://schemas.openxmlformats.org/officeDocument/2006/relationships/customXml" Target="../ink/ink338.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51.xml"/><Relationship Id="rId16" Type="http://schemas.openxmlformats.org/officeDocument/2006/relationships/image" Target="../media/image403.png"/><Relationship Id="rId11" Type="http://schemas.openxmlformats.org/officeDocument/2006/relationships/customXml" Target="../ink/ink312.xml"/><Relationship Id="rId32" Type="http://schemas.openxmlformats.org/officeDocument/2006/relationships/image" Target="../media/image411.png"/><Relationship Id="rId37" Type="http://schemas.openxmlformats.org/officeDocument/2006/relationships/customXml" Target="../ink/ink325.xml"/><Relationship Id="rId53" Type="http://schemas.openxmlformats.org/officeDocument/2006/relationships/customXml" Target="../ink/ink333.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46.xml"/><Relationship Id="rId5" Type="http://schemas.openxmlformats.org/officeDocument/2006/relationships/customXml" Target="../ink/ink309.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20.xml"/><Relationship Id="rId43" Type="http://schemas.openxmlformats.org/officeDocument/2006/relationships/customXml" Target="../ink/ink328.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41.xml"/><Relationship Id="rId8" Type="http://schemas.openxmlformats.org/officeDocument/2006/relationships/image" Target="../media/image399.png"/><Relationship Id="rId51" Type="http://schemas.openxmlformats.org/officeDocument/2006/relationships/customXml" Target="../ink/ink332.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49.xml"/><Relationship Id="rId93" Type="http://schemas.openxmlformats.org/officeDocument/2006/relationships/customXml" Target="../ink/ink353.xml"/><Relationship Id="rId3" Type="http://schemas.openxmlformats.org/officeDocument/2006/relationships/customXml" Target="../ink/ink308.xml"/><Relationship Id="rId12" Type="http://schemas.openxmlformats.org/officeDocument/2006/relationships/image" Target="../media/image401.png"/><Relationship Id="rId17" Type="http://schemas.openxmlformats.org/officeDocument/2006/relationships/customXml" Target="../ink/ink315.xml"/><Relationship Id="rId25" Type="http://schemas.openxmlformats.org/officeDocument/2006/relationships/customXml" Target="../ink/ink319.xml"/><Relationship Id="rId33" Type="http://schemas.openxmlformats.org/officeDocument/2006/relationships/customXml" Target="../ink/ink323.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36.xml"/><Relationship Id="rId67" Type="http://schemas.openxmlformats.org/officeDocument/2006/relationships/customXml" Target="../ink/ink340.xml"/><Relationship Id="rId20" Type="http://schemas.openxmlformats.org/officeDocument/2006/relationships/image" Target="../media/image405.png"/><Relationship Id="rId41" Type="http://schemas.openxmlformats.org/officeDocument/2006/relationships/customXml" Target="../ink/ink327.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44.xml"/><Relationship Id="rId83" Type="http://schemas.openxmlformats.org/officeDocument/2006/relationships/customXml" Target="../ink/ink348.xml"/><Relationship Id="rId88" Type="http://schemas.openxmlformats.org/officeDocument/2006/relationships/image" Target="../media/image439.png"/><Relationship Id="rId91" Type="http://schemas.openxmlformats.org/officeDocument/2006/relationships/customXml" Target="../ink/ink352.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14.xml"/><Relationship Id="rId23" Type="http://schemas.openxmlformats.org/officeDocument/2006/relationships/customXml" Target="../ink/ink318.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31.xml"/><Relationship Id="rId57" Type="http://schemas.openxmlformats.org/officeDocument/2006/relationships/customXml" Target="../ink/ink335.xml"/><Relationship Id="rId10" Type="http://schemas.openxmlformats.org/officeDocument/2006/relationships/image" Target="../media/image400.png"/><Relationship Id="rId31" Type="http://schemas.openxmlformats.org/officeDocument/2006/relationships/customXml" Target="../ink/ink322.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39.xml"/><Relationship Id="rId73" Type="http://schemas.openxmlformats.org/officeDocument/2006/relationships/customXml" Target="../ink/ink343.xml"/><Relationship Id="rId78" Type="http://schemas.openxmlformats.org/officeDocument/2006/relationships/image" Target="../media/image434.png"/><Relationship Id="rId81" Type="http://schemas.openxmlformats.org/officeDocument/2006/relationships/customXml" Target="../ink/ink347.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11.xml"/><Relationship Id="rId13" Type="http://schemas.openxmlformats.org/officeDocument/2006/relationships/customXml" Target="../ink/ink313.xml"/><Relationship Id="rId18" Type="http://schemas.openxmlformats.org/officeDocument/2006/relationships/image" Target="../media/image404.png"/><Relationship Id="rId39" Type="http://schemas.openxmlformats.org/officeDocument/2006/relationships/customXml" Target="../ink/ink326.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34.xml"/><Relationship Id="rId76" Type="http://schemas.openxmlformats.org/officeDocument/2006/relationships/image" Target="../media/image433.png"/><Relationship Id="rId7" Type="http://schemas.openxmlformats.org/officeDocument/2006/relationships/customXml" Target="../ink/ink310.xml"/><Relationship Id="rId71" Type="http://schemas.openxmlformats.org/officeDocument/2006/relationships/customXml" Target="../ink/ink342.xml"/><Relationship Id="rId92" Type="http://schemas.openxmlformats.org/officeDocument/2006/relationships/image" Target="../media/image441.png"/><Relationship Id="rId2" Type="http://schemas.openxmlformats.org/officeDocument/2006/relationships/image" Target="../media/image55.png"/><Relationship Id="rId29" Type="http://schemas.openxmlformats.org/officeDocument/2006/relationships/customXml" Target="../ink/ink321.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29.xml"/><Relationship Id="rId66" Type="http://schemas.openxmlformats.org/officeDocument/2006/relationships/image" Target="../media/image428.png"/><Relationship Id="rId87" Type="http://schemas.openxmlformats.org/officeDocument/2006/relationships/customXml" Target="../ink/ink350.xml"/><Relationship Id="rId61" Type="http://schemas.openxmlformats.org/officeDocument/2006/relationships/customXml" Target="../ink/ink337.xml"/><Relationship Id="rId82" Type="http://schemas.openxmlformats.org/officeDocument/2006/relationships/image" Target="../media/image436.png"/><Relationship Id="rId19" Type="http://schemas.openxmlformats.org/officeDocument/2006/relationships/customXml" Target="../ink/ink316.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24.xml"/><Relationship Id="rId56" Type="http://schemas.openxmlformats.org/officeDocument/2006/relationships/image" Target="../media/image423.png"/><Relationship Id="rId77" Type="http://schemas.openxmlformats.org/officeDocument/2006/relationships/customXml" Target="../ink/ink34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17" Type="http://schemas.openxmlformats.org/officeDocument/2006/relationships/customXml" Target="../ink/ink411.xml"/><Relationship Id="rId21" Type="http://schemas.openxmlformats.org/officeDocument/2006/relationships/customXml" Target="../ink/ink363.xml"/><Relationship Id="rId42" Type="http://schemas.openxmlformats.org/officeDocument/2006/relationships/image" Target="../media/image463.png"/><Relationship Id="rId47" Type="http://schemas.openxmlformats.org/officeDocument/2006/relationships/customXml" Target="../ink/ink376.xml"/><Relationship Id="rId63" Type="http://schemas.openxmlformats.org/officeDocument/2006/relationships/customXml" Target="../ink/ink384.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397.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06.xml"/><Relationship Id="rId11" Type="http://schemas.openxmlformats.org/officeDocument/2006/relationships/customXml" Target="../ink/ink358.xml"/><Relationship Id="rId32" Type="http://schemas.openxmlformats.org/officeDocument/2006/relationships/image" Target="../media/image458.png"/><Relationship Id="rId37" Type="http://schemas.openxmlformats.org/officeDocument/2006/relationships/customXml" Target="../ink/ink371.xml"/><Relationship Id="rId53" Type="http://schemas.openxmlformats.org/officeDocument/2006/relationships/customXml" Target="../ink/ink379.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392.xml"/><Relationship Id="rId102" Type="http://schemas.openxmlformats.org/officeDocument/2006/relationships/image" Target="../media/image493.png"/><Relationship Id="rId123" Type="http://schemas.openxmlformats.org/officeDocument/2006/relationships/customXml" Target="../ink/ink414.xml"/><Relationship Id="rId128" Type="http://schemas.openxmlformats.org/officeDocument/2006/relationships/image" Target="../media/image506.png"/><Relationship Id="rId5" Type="http://schemas.openxmlformats.org/officeDocument/2006/relationships/customXml" Target="../ink/ink355.xml"/><Relationship Id="rId90" Type="http://schemas.openxmlformats.org/officeDocument/2006/relationships/image" Target="../media/image487.png"/><Relationship Id="rId95" Type="http://schemas.openxmlformats.org/officeDocument/2006/relationships/customXml" Target="../ink/ink400.xml"/><Relationship Id="rId22" Type="http://schemas.openxmlformats.org/officeDocument/2006/relationships/image" Target="../media/image453.png"/><Relationship Id="rId27" Type="http://schemas.openxmlformats.org/officeDocument/2006/relationships/customXml" Target="../ink/ink366.xml"/><Relationship Id="rId43" Type="http://schemas.openxmlformats.org/officeDocument/2006/relationships/customXml" Target="../ink/ink374.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387.xml"/><Relationship Id="rId113" Type="http://schemas.openxmlformats.org/officeDocument/2006/relationships/customXml" Target="../ink/ink409.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395.xml"/><Relationship Id="rId12" Type="http://schemas.openxmlformats.org/officeDocument/2006/relationships/image" Target="../media/image448.png"/><Relationship Id="rId17" Type="http://schemas.openxmlformats.org/officeDocument/2006/relationships/customXml" Target="../ink/ink361.xml"/><Relationship Id="rId33" Type="http://schemas.openxmlformats.org/officeDocument/2006/relationships/customXml" Target="../ink/ink369.xml"/><Relationship Id="rId38" Type="http://schemas.openxmlformats.org/officeDocument/2006/relationships/image" Target="../media/image461.png"/><Relationship Id="rId59" Type="http://schemas.openxmlformats.org/officeDocument/2006/relationships/customXml" Target="../ink/ink382.xml"/><Relationship Id="rId103" Type="http://schemas.openxmlformats.org/officeDocument/2006/relationships/customXml" Target="../ink/ink404.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17.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390.xml"/><Relationship Id="rId91" Type="http://schemas.openxmlformats.org/officeDocument/2006/relationships/customXml" Target="../ink/ink398.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64.xml"/><Relationship Id="rId28" Type="http://schemas.openxmlformats.org/officeDocument/2006/relationships/image" Target="../media/image456.png"/><Relationship Id="rId49" Type="http://schemas.openxmlformats.org/officeDocument/2006/relationships/customXml" Target="../ink/ink377.xml"/><Relationship Id="rId114" Type="http://schemas.openxmlformats.org/officeDocument/2006/relationships/image" Target="../media/image499.png"/><Relationship Id="rId119" Type="http://schemas.openxmlformats.org/officeDocument/2006/relationships/customXml" Target="../ink/ink412.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385.xml"/><Relationship Id="rId81" Type="http://schemas.openxmlformats.org/officeDocument/2006/relationships/customXml" Target="../ink/ink393.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59.xml"/><Relationship Id="rId18" Type="http://schemas.openxmlformats.org/officeDocument/2006/relationships/image" Target="../media/image451.png"/><Relationship Id="rId39" Type="http://schemas.openxmlformats.org/officeDocument/2006/relationships/customXml" Target="../ink/ink372.xml"/><Relationship Id="rId109" Type="http://schemas.openxmlformats.org/officeDocument/2006/relationships/customXml" Target="../ink/ink407.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380.xml"/><Relationship Id="rId76" Type="http://schemas.openxmlformats.org/officeDocument/2006/relationships/image" Target="../media/image480.png"/><Relationship Id="rId97" Type="http://schemas.openxmlformats.org/officeDocument/2006/relationships/customXml" Target="../ink/ink401.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15.xml"/><Relationship Id="rId7" Type="http://schemas.openxmlformats.org/officeDocument/2006/relationships/customXml" Target="../ink/ink356.xml"/><Relationship Id="rId71" Type="http://schemas.openxmlformats.org/officeDocument/2006/relationships/customXml" Target="../ink/ink388.xml"/><Relationship Id="rId92" Type="http://schemas.openxmlformats.org/officeDocument/2006/relationships/image" Target="../media/image488.png"/><Relationship Id="rId2" Type="http://schemas.openxmlformats.org/officeDocument/2006/relationships/image" Target="../media/image56.png"/><Relationship Id="rId29" Type="http://schemas.openxmlformats.org/officeDocument/2006/relationships/customXml" Target="../ink/ink367.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375.xml"/><Relationship Id="rId66" Type="http://schemas.openxmlformats.org/officeDocument/2006/relationships/image" Target="../media/image475.png"/><Relationship Id="rId87" Type="http://schemas.openxmlformats.org/officeDocument/2006/relationships/customXml" Target="../ink/ink396.xml"/><Relationship Id="rId110" Type="http://schemas.openxmlformats.org/officeDocument/2006/relationships/image" Target="../media/image497.png"/><Relationship Id="rId115" Type="http://schemas.openxmlformats.org/officeDocument/2006/relationships/customXml" Target="../ink/ink410.xml"/><Relationship Id="rId131" Type="http://schemas.openxmlformats.org/officeDocument/2006/relationships/customXml" Target="../ink/ink418.xml"/><Relationship Id="rId61" Type="http://schemas.openxmlformats.org/officeDocument/2006/relationships/customXml" Target="../ink/ink383.xml"/><Relationship Id="rId82" Type="http://schemas.openxmlformats.org/officeDocument/2006/relationships/image" Target="../media/image483.png"/><Relationship Id="rId19" Type="http://schemas.openxmlformats.org/officeDocument/2006/relationships/customXml" Target="../ink/ink362.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70.xml"/><Relationship Id="rId56" Type="http://schemas.openxmlformats.org/officeDocument/2006/relationships/image" Target="../media/image470.png"/><Relationship Id="rId77" Type="http://schemas.openxmlformats.org/officeDocument/2006/relationships/customXml" Target="../ink/ink391.xml"/><Relationship Id="rId100" Type="http://schemas.openxmlformats.org/officeDocument/2006/relationships/image" Target="../media/image492.png"/><Relationship Id="rId105" Type="http://schemas.openxmlformats.org/officeDocument/2006/relationships/customXml" Target="../ink/ink405.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378.xml"/><Relationship Id="rId72" Type="http://schemas.openxmlformats.org/officeDocument/2006/relationships/image" Target="../media/image478.png"/><Relationship Id="rId93" Type="http://schemas.openxmlformats.org/officeDocument/2006/relationships/customXml" Target="../ink/ink399.xml"/><Relationship Id="rId98" Type="http://schemas.openxmlformats.org/officeDocument/2006/relationships/image" Target="../media/image491.png"/><Relationship Id="rId121" Type="http://schemas.openxmlformats.org/officeDocument/2006/relationships/customXml" Target="../ink/ink413.xml"/><Relationship Id="rId3" Type="http://schemas.openxmlformats.org/officeDocument/2006/relationships/customXml" Target="../ink/ink354.xml"/><Relationship Id="rId25" Type="http://schemas.openxmlformats.org/officeDocument/2006/relationships/customXml" Target="../ink/ink365.xml"/><Relationship Id="rId46" Type="http://schemas.openxmlformats.org/officeDocument/2006/relationships/image" Target="../media/image465.png"/><Relationship Id="rId67" Type="http://schemas.openxmlformats.org/officeDocument/2006/relationships/customXml" Target="../ink/ink386.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73.xml"/><Relationship Id="rId62" Type="http://schemas.openxmlformats.org/officeDocument/2006/relationships/image" Target="../media/image473.png"/><Relationship Id="rId83" Type="http://schemas.openxmlformats.org/officeDocument/2006/relationships/customXml" Target="../ink/ink394.xml"/><Relationship Id="rId88" Type="http://schemas.openxmlformats.org/officeDocument/2006/relationships/image" Target="../media/image486.png"/><Relationship Id="rId111" Type="http://schemas.openxmlformats.org/officeDocument/2006/relationships/customXml" Target="../ink/ink408.xml"/><Relationship Id="rId132" Type="http://schemas.openxmlformats.org/officeDocument/2006/relationships/image" Target="../media/image508.png"/><Relationship Id="rId15" Type="http://schemas.openxmlformats.org/officeDocument/2006/relationships/customXml" Target="../ink/ink360.xml"/><Relationship Id="rId36" Type="http://schemas.openxmlformats.org/officeDocument/2006/relationships/image" Target="../media/image460.png"/><Relationship Id="rId57" Type="http://schemas.openxmlformats.org/officeDocument/2006/relationships/customXml" Target="../ink/ink381.xml"/><Relationship Id="rId106" Type="http://schemas.openxmlformats.org/officeDocument/2006/relationships/image" Target="../media/image495.png"/><Relationship Id="rId127" Type="http://schemas.openxmlformats.org/officeDocument/2006/relationships/customXml" Target="../ink/ink416.xml"/><Relationship Id="rId10" Type="http://schemas.openxmlformats.org/officeDocument/2006/relationships/image" Target="../media/image447.png"/><Relationship Id="rId31" Type="http://schemas.openxmlformats.org/officeDocument/2006/relationships/customXml" Target="../ink/ink368.xml"/><Relationship Id="rId52" Type="http://schemas.openxmlformats.org/officeDocument/2006/relationships/image" Target="../media/image468.png"/><Relationship Id="rId73" Type="http://schemas.openxmlformats.org/officeDocument/2006/relationships/customXml" Target="../ink/ink389.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02.xml"/><Relationship Id="rId101" Type="http://schemas.openxmlformats.org/officeDocument/2006/relationships/customXml" Target="../ink/ink403.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57.xml"/><Relationship Id="rId26" Type="http://schemas.openxmlformats.org/officeDocument/2006/relationships/image" Target="../media/image455.png"/></Relationships>
</file>

<file path=ppt/slides/_rels/slide7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specifies behaviours</a:t>
            </a:r>
          </a:p>
          <a:p>
            <a:pPr>
              <a:spcAft>
                <a:spcPts val="1200"/>
              </a:spcAft>
            </a:pPr>
            <a:r>
              <a:rPr lang="en-GB" dirty="0"/>
              <a:t>observable results of value to Actor(s) – End User Requirements</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3037259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27522"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1" name="Oval 20">
            <a:extLst>
              <a:ext uri="{FF2B5EF4-FFF2-40B4-BE49-F238E27FC236}">
                <a16:creationId xmlns:a16="http://schemas.microsoft.com/office/drawing/2014/main" id="{65F9084E-A1EA-4464-9384-FDA12CD1EE06}"/>
              </a:ext>
            </a:extLst>
          </p:cNvPr>
          <p:cNvSpPr/>
          <p:nvPr/>
        </p:nvSpPr>
        <p:spPr>
          <a:xfrm>
            <a:off x="4334342" y="233701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2" name="Oval 21">
            <a:extLst>
              <a:ext uri="{FF2B5EF4-FFF2-40B4-BE49-F238E27FC236}">
                <a16:creationId xmlns:a16="http://schemas.microsoft.com/office/drawing/2014/main" id="{CDAB617F-D868-4AAD-BA99-EFE6D44FFB55}"/>
              </a:ext>
            </a:extLst>
          </p:cNvPr>
          <p:cNvSpPr/>
          <p:nvPr/>
        </p:nvSpPr>
        <p:spPr>
          <a:xfrm>
            <a:off x="7618673"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stCxn id="9" idx="7"/>
            <a:endCxn id="21" idx="3"/>
          </p:cNvCxnSpPr>
          <p:nvPr/>
        </p:nvCxnSpPr>
        <p:spPr>
          <a:xfrm flipV="1">
            <a:off x="2871197" y="3258851"/>
            <a:ext cx="1779470"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1"/>
            <a:endCxn id="21" idx="5"/>
          </p:cNvCxnSpPr>
          <p:nvPr/>
        </p:nvCxnSpPr>
        <p:spPr>
          <a:xfrm flipH="1" flipV="1">
            <a:off x="6178017" y="3258851"/>
            <a:ext cx="1756981"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3081417" y="3536878"/>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6453407" y="3579248"/>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4747622" y="4445346"/>
            <a:ext cx="1866456" cy="340399"/>
          </a:xfrm>
          <a:prstGeom prst="callout1">
            <a:avLst>
              <a:gd name="adj1" fmla="val 51692"/>
              <a:gd name="adj2" fmla="val 149"/>
              <a:gd name="adj3" fmla="val -140601"/>
              <a:gd name="adj4" fmla="val -41068"/>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8242899" y="2766991"/>
            <a:ext cx="1515814" cy="467961"/>
          </a:xfrm>
          <a:prstGeom prst="callout1">
            <a:avLst>
              <a:gd name="adj1" fmla="val 46869"/>
              <a:gd name="adj2" fmla="val -1157"/>
              <a:gd name="adj3" fmla="val 190736"/>
              <a:gd name="adj4" fmla="val -4370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951072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26E51-753D-CAD5-DC38-23677219D7D6}"/>
              </a:ext>
            </a:extLst>
          </p:cNvPr>
          <p:cNvSpPr>
            <a:spLocks noGrp="1"/>
          </p:cNvSpPr>
          <p:nvPr>
            <p:ph type="title"/>
          </p:nvPr>
        </p:nvSpPr>
        <p:spPr/>
        <p:txBody>
          <a:bodyPr/>
          <a:lstStyle/>
          <a:p>
            <a:r>
              <a:rPr lang="en-GB" dirty="0"/>
              <a:t>2D Arrays</a:t>
            </a:r>
          </a:p>
        </p:txBody>
      </p:sp>
      <p:sp>
        <p:nvSpPr>
          <p:cNvPr id="3" name="Content Placeholder 2">
            <a:extLst>
              <a:ext uri="{FF2B5EF4-FFF2-40B4-BE49-F238E27FC236}">
                <a16:creationId xmlns:a16="http://schemas.microsoft.com/office/drawing/2014/main" id="{971647AA-E834-6D5A-429A-B93A9ADC03B5}"/>
              </a:ext>
            </a:extLst>
          </p:cNvPr>
          <p:cNvSpPr>
            <a:spLocks noGrp="1"/>
          </p:cNvSpPr>
          <p:nvPr>
            <p:ph idx="1"/>
          </p:nvPr>
        </p:nvSpPr>
        <p:spPr/>
        <p:txBody>
          <a:bodyPr/>
          <a:lstStyle/>
          <a:p>
            <a:pPr>
              <a:spcBef>
                <a:spcPts val="1200"/>
              </a:spcBef>
            </a:pPr>
            <a:r>
              <a:rPr lang="en-GB" dirty="0"/>
              <a:t>Array of arrays</a:t>
            </a:r>
          </a:p>
          <a:p>
            <a:pPr>
              <a:spcBef>
                <a:spcPts val="1200"/>
              </a:spcBef>
            </a:pPr>
            <a:r>
              <a:rPr lang="en-GB" dirty="0"/>
              <a:t>Grid of data:</a:t>
            </a:r>
          </a:p>
          <a:p>
            <a:pPr lvl="1">
              <a:spcBef>
                <a:spcPts val="1200"/>
              </a:spcBef>
            </a:pPr>
            <a:r>
              <a:rPr lang="en-GB" sz="2800" i="1" dirty="0"/>
              <a:t>Chess board</a:t>
            </a:r>
          </a:p>
          <a:p>
            <a:pPr lvl="1">
              <a:spcBef>
                <a:spcPts val="1200"/>
              </a:spcBef>
            </a:pPr>
            <a:r>
              <a:rPr lang="en-GB" sz="2800" i="1" dirty="0"/>
              <a:t>Cinema seats</a:t>
            </a:r>
          </a:p>
          <a:p>
            <a:pPr lvl="1">
              <a:spcBef>
                <a:spcPts val="1200"/>
              </a:spcBef>
            </a:pPr>
            <a:r>
              <a:rPr lang="en-GB" sz="2800" i="1" dirty="0"/>
              <a:t>Maps</a:t>
            </a:r>
          </a:p>
          <a:p>
            <a:pPr lvl="1">
              <a:spcBef>
                <a:spcPts val="1200"/>
              </a:spcBef>
            </a:pPr>
            <a:r>
              <a:rPr lang="en-GB" sz="2800" i="1" dirty="0"/>
              <a:t>Images</a:t>
            </a:r>
          </a:p>
        </p:txBody>
      </p:sp>
      <p:sp>
        <p:nvSpPr>
          <p:cNvPr id="4" name="Rectangle 3">
            <a:extLst>
              <a:ext uri="{FF2B5EF4-FFF2-40B4-BE49-F238E27FC236}">
                <a16:creationId xmlns:a16="http://schemas.microsoft.com/office/drawing/2014/main" id="{76B920FE-8950-EDA2-7571-914C41D21E19}"/>
              </a:ext>
            </a:extLst>
          </p:cNvPr>
          <p:cNvSpPr/>
          <p:nvPr/>
        </p:nvSpPr>
        <p:spPr>
          <a:xfrm>
            <a:off x="8609173" y="2821053"/>
            <a:ext cx="2464136" cy="2862322"/>
          </a:xfrm>
          <a:prstGeom prst="rect">
            <a:avLst/>
          </a:prstGeom>
        </p:spPr>
        <p:txBody>
          <a:bodyPr wrap="none">
            <a:spAutoFit/>
          </a:bodyPr>
          <a:lstStyle/>
          <a:p>
            <a:r>
              <a:rPr lang="en-GB" sz="3600" b="1" dirty="0">
                <a:solidFill>
                  <a:srgbClr val="7030A0"/>
                </a:solidFill>
                <a:latin typeface="Consolas" panose="020B0609020204030204" pitchFamily="49" charset="0"/>
              </a:rPr>
              <a:t>[[0,1,0]</a:t>
            </a:r>
          </a:p>
          <a:p>
            <a:r>
              <a:rPr lang="en-GB" sz="3600" b="1" dirty="0">
                <a:solidFill>
                  <a:srgbClr val="7030A0"/>
                </a:solidFill>
                <a:latin typeface="Consolas" panose="020B0609020204030204" pitchFamily="49" charset="0"/>
              </a:rPr>
              <a:t> [1,0,1]</a:t>
            </a:r>
          </a:p>
          <a:p>
            <a:r>
              <a:rPr lang="en-GB" sz="3600" b="1" dirty="0">
                <a:solidFill>
                  <a:srgbClr val="7030A0"/>
                </a:solidFill>
                <a:latin typeface="Consolas" panose="020B0609020204030204" pitchFamily="49" charset="0"/>
              </a:rPr>
              <a:t> [0,1,0]</a:t>
            </a:r>
          </a:p>
          <a:p>
            <a:r>
              <a:rPr lang="en-GB" sz="3600" b="1" dirty="0">
                <a:solidFill>
                  <a:srgbClr val="7030A0"/>
                </a:solidFill>
                <a:latin typeface="Consolas" panose="020B0609020204030204" pitchFamily="49" charset="0"/>
              </a:rPr>
              <a:t> [0,1,0]</a:t>
            </a:r>
          </a:p>
          <a:p>
            <a:r>
              <a:rPr lang="en-GB" sz="3600" b="1" dirty="0">
                <a:solidFill>
                  <a:srgbClr val="7030A0"/>
                </a:solidFill>
                <a:latin typeface="Consolas" panose="020B0609020204030204" pitchFamily="49" charset="0"/>
              </a:rPr>
              <a:t> [1,1,1]]</a:t>
            </a:r>
          </a:p>
        </p:txBody>
      </p:sp>
      <p:graphicFrame>
        <p:nvGraphicFramePr>
          <p:cNvPr id="5" name="Table 4">
            <a:extLst>
              <a:ext uri="{FF2B5EF4-FFF2-40B4-BE49-F238E27FC236}">
                <a16:creationId xmlns:a16="http://schemas.microsoft.com/office/drawing/2014/main" id="{14B69F77-D8C5-F348-FF63-4DC5F2EB2FEC}"/>
              </a:ext>
            </a:extLst>
          </p:cNvPr>
          <p:cNvGraphicFramePr>
            <a:graphicFrameLocks noGrp="1"/>
          </p:cNvGraphicFramePr>
          <p:nvPr>
            <p:extLst>
              <p:ext uri="{D42A27DB-BD31-4B8C-83A1-F6EECF244321}">
                <p14:modId xmlns:p14="http://schemas.microsoft.com/office/powerpoint/2010/main" val="4277782956"/>
              </p:ext>
            </p:extLst>
          </p:nvPr>
        </p:nvGraphicFramePr>
        <p:xfrm>
          <a:off x="4656970" y="2452214"/>
          <a:ext cx="2160000" cy="3600000"/>
        </p:xfrm>
        <a:graphic>
          <a:graphicData uri="http://schemas.openxmlformats.org/drawingml/2006/table">
            <a:tbl>
              <a:tblPr>
                <a:tableStyleId>{5C22544A-7EE6-4342-B048-85BDC9FD1C3A}</a:tableStyleId>
              </a:tblPr>
              <a:tblGrid>
                <a:gridCol w="720000">
                  <a:extLst>
                    <a:ext uri="{9D8B030D-6E8A-4147-A177-3AD203B41FA5}">
                      <a16:colId xmlns:a16="http://schemas.microsoft.com/office/drawing/2014/main" val="3384128499"/>
                    </a:ext>
                  </a:extLst>
                </a:gridCol>
                <a:gridCol w="720000">
                  <a:extLst>
                    <a:ext uri="{9D8B030D-6E8A-4147-A177-3AD203B41FA5}">
                      <a16:colId xmlns:a16="http://schemas.microsoft.com/office/drawing/2014/main" val="2596263812"/>
                    </a:ext>
                  </a:extLst>
                </a:gridCol>
                <a:gridCol w="720000">
                  <a:extLst>
                    <a:ext uri="{9D8B030D-6E8A-4147-A177-3AD203B41FA5}">
                      <a16:colId xmlns:a16="http://schemas.microsoft.com/office/drawing/2014/main" val="526137687"/>
                    </a:ext>
                  </a:extLst>
                </a:gridCol>
              </a:tblGrid>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685117419"/>
                  </a:ext>
                </a:extLst>
              </a:tr>
              <a:tr h="720000">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extLst>
                  <a:ext uri="{0D108BD9-81ED-4DB2-BD59-A6C34878D82A}">
                    <a16:rowId xmlns:a16="http://schemas.microsoft.com/office/drawing/2014/main" val="1290511851"/>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746478400"/>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321847242"/>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149174761"/>
                  </a:ext>
                </a:extLst>
              </a:tr>
            </a:tbl>
          </a:graphicData>
        </a:graphic>
      </p:graphicFrame>
      <p:cxnSp>
        <p:nvCxnSpPr>
          <p:cNvPr id="6" name="Straight Arrow Connector 5">
            <a:extLst>
              <a:ext uri="{FF2B5EF4-FFF2-40B4-BE49-F238E27FC236}">
                <a16:creationId xmlns:a16="http://schemas.microsoft.com/office/drawing/2014/main" id="{EADD1197-9205-38C3-A022-8B2C31FC915E}"/>
              </a:ext>
            </a:extLst>
          </p:cNvPr>
          <p:cNvCxnSpPr>
            <a:cxnSpLocks/>
          </p:cNvCxnSpPr>
          <p:nvPr/>
        </p:nvCxnSpPr>
        <p:spPr>
          <a:xfrm flipV="1">
            <a:off x="3045169" y="4745331"/>
            <a:ext cx="126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47170F2-3D54-B276-65BC-7896487A9B1B}"/>
              </a:ext>
            </a:extLst>
          </p:cNvPr>
          <p:cNvCxnSpPr>
            <a:cxnSpLocks/>
          </p:cNvCxnSpPr>
          <p:nvPr/>
        </p:nvCxnSpPr>
        <p:spPr>
          <a:xfrm flipV="1">
            <a:off x="7225411" y="4745331"/>
            <a:ext cx="126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326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Bubble Sort</a:t>
            </a:r>
          </a:p>
        </p:txBody>
      </p:sp>
      <p:sp>
        <p:nvSpPr>
          <p:cNvPr id="5" name="Text">
            <a:extLst>
              <a:ext uri="{FF2B5EF4-FFF2-40B4-BE49-F238E27FC236}">
                <a16:creationId xmlns:a16="http://schemas.microsoft.com/office/drawing/2014/main" id="{546FD6EB-0999-DFFC-F220-CB0C981B6495}"/>
              </a:ext>
            </a:extLst>
          </p:cNvPr>
          <p:cNvSpPr/>
          <p:nvPr/>
        </p:nvSpPr>
        <p:spPr>
          <a:xfrm>
            <a:off x="2706204" y="4055318"/>
            <a:ext cx="6779591"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a:p>
            <a:pPr marL="285750" indent="-285750">
              <a:spcAft>
                <a:spcPts val="1200"/>
              </a:spcAft>
              <a:buFont typeface="Arial" panose="020B0604020202020204" pitchFamily="34" charset="0"/>
              <a:buChar char="•"/>
            </a:pPr>
            <a:r>
              <a:rPr lang="en-GB" sz="3200" dirty="0"/>
              <a:t>Reduces by one element each time</a:t>
            </a:r>
          </a:p>
        </p:txBody>
      </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649128272"/>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 name="Table 2 - 51">
            <a:extLst>
              <a:ext uri="{FF2B5EF4-FFF2-40B4-BE49-F238E27FC236}">
                <a16:creationId xmlns:a16="http://schemas.microsoft.com/office/drawing/2014/main" id="{F3CF83D5-A4D9-A61C-60C2-4FCC13C75C70}"/>
              </a:ext>
            </a:extLst>
          </p:cNvPr>
          <p:cNvGraphicFramePr>
            <a:graphicFrameLocks noGrp="1"/>
          </p:cNvGraphicFramePr>
          <p:nvPr>
            <p:extLst>
              <p:ext uri="{D42A27DB-BD31-4B8C-83A1-F6EECF244321}">
                <p14:modId xmlns:p14="http://schemas.microsoft.com/office/powerpoint/2010/main" val="2872685688"/>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 name="Table 3 - 3">
            <a:extLst>
              <a:ext uri="{FF2B5EF4-FFF2-40B4-BE49-F238E27FC236}">
                <a16:creationId xmlns:a16="http://schemas.microsoft.com/office/drawing/2014/main" id="{ADC564DE-D28F-4875-CA32-B21571AAD6A1}"/>
              </a:ext>
            </a:extLst>
          </p:cNvPr>
          <p:cNvGraphicFramePr>
            <a:graphicFrameLocks noGrp="1"/>
          </p:cNvGraphicFramePr>
          <p:nvPr>
            <p:extLst>
              <p:ext uri="{D42A27DB-BD31-4B8C-83A1-F6EECF244321}">
                <p14:modId xmlns:p14="http://schemas.microsoft.com/office/powerpoint/2010/main" val="188961925"/>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 name="Table 4 - 51 &amp; 3 - Green">
            <a:extLst>
              <a:ext uri="{FF2B5EF4-FFF2-40B4-BE49-F238E27FC236}">
                <a16:creationId xmlns:a16="http://schemas.microsoft.com/office/drawing/2014/main" id="{E4E9E986-6470-14A4-2D5D-0E7312543716}"/>
              </a:ext>
            </a:extLst>
          </p:cNvPr>
          <p:cNvGraphicFramePr>
            <a:graphicFrameLocks noGrp="1"/>
          </p:cNvGraphicFramePr>
          <p:nvPr>
            <p:extLst>
              <p:ext uri="{D42A27DB-BD31-4B8C-83A1-F6EECF244321}">
                <p14:modId xmlns:p14="http://schemas.microsoft.com/office/powerpoint/2010/main" val="1639561003"/>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 name="Table 5 - 3 &amp; 51">
            <a:extLst>
              <a:ext uri="{FF2B5EF4-FFF2-40B4-BE49-F238E27FC236}">
                <a16:creationId xmlns:a16="http://schemas.microsoft.com/office/drawing/2014/main" id="{668A9850-CE7F-0250-D4D6-BBF711FFCB6B}"/>
              </a:ext>
            </a:extLst>
          </p:cNvPr>
          <p:cNvGraphicFramePr>
            <a:graphicFrameLocks noGrp="1"/>
          </p:cNvGraphicFramePr>
          <p:nvPr>
            <p:extLst>
              <p:ext uri="{D42A27DB-BD31-4B8C-83A1-F6EECF244321}">
                <p14:modId xmlns:p14="http://schemas.microsoft.com/office/powerpoint/2010/main" val="3085897181"/>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4" name="Table 6 - 51">
            <a:extLst>
              <a:ext uri="{FF2B5EF4-FFF2-40B4-BE49-F238E27FC236}">
                <a16:creationId xmlns:a16="http://schemas.microsoft.com/office/drawing/2014/main" id="{31675B1A-890B-1891-9466-0125844A5701}"/>
              </a:ext>
            </a:extLst>
          </p:cNvPr>
          <p:cNvGraphicFramePr>
            <a:graphicFrameLocks noGrp="1"/>
          </p:cNvGraphicFramePr>
          <p:nvPr>
            <p:extLst>
              <p:ext uri="{D42A27DB-BD31-4B8C-83A1-F6EECF244321}">
                <p14:modId xmlns:p14="http://schemas.microsoft.com/office/powerpoint/2010/main" val="2552408014"/>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1" name="Table 7 - 29">
            <a:extLst>
              <a:ext uri="{FF2B5EF4-FFF2-40B4-BE49-F238E27FC236}">
                <a16:creationId xmlns:a16="http://schemas.microsoft.com/office/drawing/2014/main" id="{DDEBB0F7-EBD0-2AE4-20B0-260DD31F66EE}"/>
              </a:ext>
            </a:extLst>
          </p:cNvPr>
          <p:cNvGraphicFramePr>
            <a:graphicFrameLocks noGrp="1"/>
          </p:cNvGraphicFramePr>
          <p:nvPr>
            <p:extLst>
              <p:ext uri="{D42A27DB-BD31-4B8C-83A1-F6EECF244321}">
                <p14:modId xmlns:p14="http://schemas.microsoft.com/office/powerpoint/2010/main" val="2573113999"/>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2" name="Table 8 - 51 &amp; 29 - Green">
            <a:extLst>
              <a:ext uri="{FF2B5EF4-FFF2-40B4-BE49-F238E27FC236}">
                <a16:creationId xmlns:a16="http://schemas.microsoft.com/office/drawing/2014/main" id="{AFE8C52C-CA00-5185-0559-27AE766CDBB6}"/>
              </a:ext>
            </a:extLst>
          </p:cNvPr>
          <p:cNvGraphicFramePr>
            <a:graphicFrameLocks noGrp="1"/>
          </p:cNvGraphicFramePr>
          <p:nvPr>
            <p:extLst>
              <p:ext uri="{D42A27DB-BD31-4B8C-83A1-F6EECF244321}">
                <p14:modId xmlns:p14="http://schemas.microsoft.com/office/powerpoint/2010/main" val="4058354356"/>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3" name="Table 9 - 29 &amp; 51">
            <a:extLst>
              <a:ext uri="{FF2B5EF4-FFF2-40B4-BE49-F238E27FC236}">
                <a16:creationId xmlns:a16="http://schemas.microsoft.com/office/drawing/2014/main" id="{3F74E222-3FA1-846D-1AB3-FDE9283947B3}"/>
              </a:ext>
            </a:extLst>
          </p:cNvPr>
          <p:cNvGraphicFramePr>
            <a:graphicFrameLocks noGrp="1"/>
          </p:cNvGraphicFramePr>
          <p:nvPr>
            <p:extLst>
              <p:ext uri="{D42A27DB-BD31-4B8C-83A1-F6EECF244321}">
                <p14:modId xmlns:p14="http://schemas.microsoft.com/office/powerpoint/2010/main" val="4216116473"/>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4" name="Table 10 - 51">
            <a:extLst>
              <a:ext uri="{FF2B5EF4-FFF2-40B4-BE49-F238E27FC236}">
                <a16:creationId xmlns:a16="http://schemas.microsoft.com/office/drawing/2014/main" id="{57995B92-B0FA-9779-BF95-5E29240AFD5D}"/>
              </a:ext>
            </a:extLst>
          </p:cNvPr>
          <p:cNvGraphicFramePr>
            <a:graphicFrameLocks noGrp="1"/>
          </p:cNvGraphicFramePr>
          <p:nvPr>
            <p:extLst>
              <p:ext uri="{D42A27DB-BD31-4B8C-83A1-F6EECF244321}">
                <p14:modId xmlns:p14="http://schemas.microsoft.com/office/powerpoint/2010/main" val="3347830858"/>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5" name="Table 11 - 18">
            <a:extLst>
              <a:ext uri="{FF2B5EF4-FFF2-40B4-BE49-F238E27FC236}">
                <a16:creationId xmlns:a16="http://schemas.microsoft.com/office/drawing/2014/main" id="{5181D659-3B0C-B42F-D14C-A25F29985527}"/>
              </a:ext>
            </a:extLst>
          </p:cNvPr>
          <p:cNvGraphicFramePr>
            <a:graphicFrameLocks noGrp="1"/>
          </p:cNvGraphicFramePr>
          <p:nvPr>
            <p:extLst>
              <p:ext uri="{D42A27DB-BD31-4B8C-83A1-F6EECF244321}">
                <p14:modId xmlns:p14="http://schemas.microsoft.com/office/powerpoint/2010/main" val="1912699508"/>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6" name="Table 12 - 51 &amp; 18 - Green">
            <a:extLst>
              <a:ext uri="{FF2B5EF4-FFF2-40B4-BE49-F238E27FC236}">
                <a16:creationId xmlns:a16="http://schemas.microsoft.com/office/drawing/2014/main" id="{67AC3BC6-A40E-201E-1732-8DF41C115669}"/>
              </a:ext>
            </a:extLst>
          </p:cNvPr>
          <p:cNvGraphicFramePr>
            <a:graphicFrameLocks noGrp="1"/>
          </p:cNvGraphicFramePr>
          <p:nvPr>
            <p:extLst>
              <p:ext uri="{D42A27DB-BD31-4B8C-83A1-F6EECF244321}">
                <p14:modId xmlns:p14="http://schemas.microsoft.com/office/powerpoint/2010/main" val="1975042823"/>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7" name="Table 13 - 18 &amp; 51">
            <a:extLst>
              <a:ext uri="{FF2B5EF4-FFF2-40B4-BE49-F238E27FC236}">
                <a16:creationId xmlns:a16="http://schemas.microsoft.com/office/drawing/2014/main" id="{DA4592A1-64F0-35A2-060A-10F9E3CF29FC}"/>
              </a:ext>
            </a:extLst>
          </p:cNvPr>
          <p:cNvGraphicFramePr>
            <a:graphicFrameLocks noGrp="1"/>
          </p:cNvGraphicFramePr>
          <p:nvPr>
            <p:extLst>
              <p:ext uri="{D42A27DB-BD31-4B8C-83A1-F6EECF244321}">
                <p14:modId xmlns:p14="http://schemas.microsoft.com/office/powerpoint/2010/main" val="1737787437"/>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8" name="Table 14 - 51">
            <a:extLst>
              <a:ext uri="{FF2B5EF4-FFF2-40B4-BE49-F238E27FC236}">
                <a16:creationId xmlns:a16="http://schemas.microsoft.com/office/drawing/2014/main" id="{B67EDDEC-7C64-7178-4A4D-B60959485E35}"/>
              </a:ext>
            </a:extLst>
          </p:cNvPr>
          <p:cNvGraphicFramePr>
            <a:graphicFrameLocks noGrp="1"/>
          </p:cNvGraphicFramePr>
          <p:nvPr>
            <p:extLst>
              <p:ext uri="{D42A27DB-BD31-4B8C-83A1-F6EECF244321}">
                <p14:modId xmlns:p14="http://schemas.microsoft.com/office/powerpoint/2010/main" val="2021326622"/>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9" name="Table 15 - 21">
            <a:extLst>
              <a:ext uri="{FF2B5EF4-FFF2-40B4-BE49-F238E27FC236}">
                <a16:creationId xmlns:a16="http://schemas.microsoft.com/office/drawing/2014/main" id="{8FEF33E2-FDD5-18E9-29C3-79D8C253F025}"/>
              </a:ext>
            </a:extLst>
          </p:cNvPr>
          <p:cNvGraphicFramePr>
            <a:graphicFrameLocks noGrp="1"/>
          </p:cNvGraphicFramePr>
          <p:nvPr>
            <p:extLst>
              <p:ext uri="{D42A27DB-BD31-4B8C-83A1-F6EECF244321}">
                <p14:modId xmlns:p14="http://schemas.microsoft.com/office/powerpoint/2010/main" val="3582436546"/>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0" name="Table 16 - 51 &amp; 21 - Green">
            <a:extLst>
              <a:ext uri="{FF2B5EF4-FFF2-40B4-BE49-F238E27FC236}">
                <a16:creationId xmlns:a16="http://schemas.microsoft.com/office/drawing/2014/main" id="{DD93CFA0-F1B8-A6BE-7E5A-5447C5D1C141}"/>
              </a:ext>
            </a:extLst>
          </p:cNvPr>
          <p:cNvGraphicFramePr>
            <a:graphicFrameLocks noGrp="1"/>
          </p:cNvGraphicFramePr>
          <p:nvPr>
            <p:extLst>
              <p:ext uri="{D42A27DB-BD31-4B8C-83A1-F6EECF244321}">
                <p14:modId xmlns:p14="http://schemas.microsoft.com/office/powerpoint/2010/main" val="1213498538"/>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41" name="Table 17 - 21 &amp; 51">
            <a:extLst>
              <a:ext uri="{FF2B5EF4-FFF2-40B4-BE49-F238E27FC236}">
                <a16:creationId xmlns:a16="http://schemas.microsoft.com/office/drawing/2014/main" id="{CFD8A320-1639-8930-0F58-13B9D4808F22}"/>
              </a:ext>
            </a:extLst>
          </p:cNvPr>
          <p:cNvGraphicFramePr>
            <a:graphicFrameLocks noGrp="1"/>
          </p:cNvGraphicFramePr>
          <p:nvPr>
            <p:extLst>
              <p:ext uri="{D42A27DB-BD31-4B8C-83A1-F6EECF244321}">
                <p14:modId xmlns:p14="http://schemas.microsoft.com/office/powerpoint/2010/main" val="1910156123"/>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3" name="Table 17a - 51 - Pink">
            <a:extLst>
              <a:ext uri="{FF2B5EF4-FFF2-40B4-BE49-F238E27FC236}">
                <a16:creationId xmlns:a16="http://schemas.microsoft.com/office/drawing/2014/main" id="{8F6520B8-F584-6D77-C222-07A17DE06A25}"/>
              </a:ext>
            </a:extLst>
          </p:cNvPr>
          <p:cNvGraphicFramePr>
            <a:graphicFrameLocks noGrp="1"/>
          </p:cNvGraphicFramePr>
          <p:nvPr>
            <p:extLst>
              <p:ext uri="{D42A27DB-BD31-4B8C-83A1-F6EECF244321}">
                <p14:modId xmlns:p14="http://schemas.microsoft.com/office/powerpoint/2010/main" val="4113395895"/>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210304019"/>
                  </a:ext>
                </a:extLst>
              </a:tr>
            </a:tbl>
          </a:graphicData>
        </a:graphic>
      </p:graphicFrame>
      <p:graphicFrame>
        <p:nvGraphicFramePr>
          <p:cNvPr id="42" name="Table 18 - 3">
            <a:extLst>
              <a:ext uri="{FF2B5EF4-FFF2-40B4-BE49-F238E27FC236}">
                <a16:creationId xmlns:a16="http://schemas.microsoft.com/office/drawing/2014/main" id="{3E62DBA6-F8EC-528C-1EFE-EE732F8135A6}"/>
              </a:ext>
            </a:extLst>
          </p:cNvPr>
          <p:cNvGraphicFramePr>
            <a:graphicFrameLocks noGrp="1"/>
          </p:cNvGraphicFramePr>
          <p:nvPr>
            <p:extLst>
              <p:ext uri="{D42A27DB-BD31-4B8C-83A1-F6EECF244321}">
                <p14:modId xmlns:p14="http://schemas.microsoft.com/office/powerpoint/2010/main" val="263597503"/>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3" name="Table 19 - 29">
            <a:extLst>
              <a:ext uri="{FF2B5EF4-FFF2-40B4-BE49-F238E27FC236}">
                <a16:creationId xmlns:a16="http://schemas.microsoft.com/office/drawing/2014/main" id="{DFE3958B-8E40-6AF1-12D5-18D44555E703}"/>
              </a:ext>
            </a:extLst>
          </p:cNvPr>
          <p:cNvGraphicFramePr>
            <a:graphicFrameLocks noGrp="1"/>
          </p:cNvGraphicFramePr>
          <p:nvPr>
            <p:extLst>
              <p:ext uri="{D42A27DB-BD31-4B8C-83A1-F6EECF244321}">
                <p14:modId xmlns:p14="http://schemas.microsoft.com/office/powerpoint/2010/main" val="1024156713"/>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4" name="Table 20 - 3 &amp; 29 - Red">
            <a:extLst>
              <a:ext uri="{FF2B5EF4-FFF2-40B4-BE49-F238E27FC236}">
                <a16:creationId xmlns:a16="http://schemas.microsoft.com/office/drawing/2014/main" id="{D6DF2BB4-4764-ED23-F94A-B0660FA4C2BB}"/>
              </a:ext>
            </a:extLst>
          </p:cNvPr>
          <p:cNvGraphicFramePr>
            <a:graphicFrameLocks noGrp="1"/>
          </p:cNvGraphicFramePr>
          <p:nvPr>
            <p:extLst>
              <p:ext uri="{D42A27DB-BD31-4B8C-83A1-F6EECF244321}">
                <p14:modId xmlns:p14="http://schemas.microsoft.com/office/powerpoint/2010/main" val="1260767894"/>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5" name="Table 21 - 3 &amp; 29">
            <a:extLst>
              <a:ext uri="{FF2B5EF4-FFF2-40B4-BE49-F238E27FC236}">
                <a16:creationId xmlns:a16="http://schemas.microsoft.com/office/drawing/2014/main" id="{6F73FD2F-EA3E-81EC-4922-2B2C23F93E3E}"/>
              </a:ext>
            </a:extLst>
          </p:cNvPr>
          <p:cNvGraphicFramePr>
            <a:graphicFrameLocks noGrp="1"/>
          </p:cNvGraphicFramePr>
          <p:nvPr>
            <p:extLst>
              <p:ext uri="{D42A27DB-BD31-4B8C-83A1-F6EECF244321}">
                <p14:modId xmlns:p14="http://schemas.microsoft.com/office/powerpoint/2010/main" val="3125055245"/>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6" name="Table 22 - 29">
            <a:extLst>
              <a:ext uri="{FF2B5EF4-FFF2-40B4-BE49-F238E27FC236}">
                <a16:creationId xmlns:a16="http://schemas.microsoft.com/office/drawing/2014/main" id="{960672DF-E730-BEBE-4431-7E6C30211D7C}"/>
              </a:ext>
            </a:extLst>
          </p:cNvPr>
          <p:cNvGraphicFramePr>
            <a:graphicFrameLocks noGrp="1"/>
          </p:cNvGraphicFramePr>
          <p:nvPr>
            <p:extLst>
              <p:ext uri="{D42A27DB-BD31-4B8C-83A1-F6EECF244321}">
                <p14:modId xmlns:p14="http://schemas.microsoft.com/office/powerpoint/2010/main" val="3508800627"/>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7" name="Table 23 - 18">
            <a:extLst>
              <a:ext uri="{FF2B5EF4-FFF2-40B4-BE49-F238E27FC236}">
                <a16:creationId xmlns:a16="http://schemas.microsoft.com/office/drawing/2014/main" id="{BA2C7143-8750-8A35-F03E-A664076FB02C}"/>
              </a:ext>
            </a:extLst>
          </p:cNvPr>
          <p:cNvGraphicFramePr>
            <a:graphicFrameLocks noGrp="1"/>
          </p:cNvGraphicFramePr>
          <p:nvPr>
            <p:extLst>
              <p:ext uri="{D42A27DB-BD31-4B8C-83A1-F6EECF244321}">
                <p14:modId xmlns:p14="http://schemas.microsoft.com/office/powerpoint/2010/main" val="2093885107"/>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8" name="Table 24 - 29 &amp; 18 - Green">
            <a:extLst>
              <a:ext uri="{FF2B5EF4-FFF2-40B4-BE49-F238E27FC236}">
                <a16:creationId xmlns:a16="http://schemas.microsoft.com/office/drawing/2014/main" id="{A6461179-82C0-E96B-42E6-6C250F7BF745}"/>
              </a:ext>
            </a:extLst>
          </p:cNvPr>
          <p:cNvGraphicFramePr>
            <a:graphicFrameLocks noGrp="1"/>
          </p:cNvGraphicFramePr>
          <p:nvPr>
            <p:extLst>
              <p:ext uri="{D42A27DB-BD31-4B8C-83A1-F6EECF244321}">
                <p14:modId xmlns:p14="http://schemas.microsoft.com/office/powerpoint/2010/main" val="2216717072"/>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9" name="Table 25 - 18 &amp; 29">
            <a:extLst>
              <a:ext uri="{FF2B5EF4-FFF2-40B4-BE49-F238E27FC236}">
                <a16:creationId xmlns:a16="http://schemas.microsoft.com/office/drawing/2014/main" id="{EB1098E4-FF9A-543E-B7C7-F783B4C854D8}"/>
              </a:ext>
            </a:extLst>
          </p:cNvPr>
          <p:cNvGraphicFramePr>
            <a:graphicFrameLocks noGrp="1"/>
          </p:cNvGraphicFramePr>
          <p:nvPr>
            <p:extLst>
              <p:ext uri="{D42A27DB-BD31-4B8C-83A1-F6EECF244321}">
                <p14:modId xmlns:p14="http://schemas.microsoft.com/office/powerpoint/2010/main" val="3733762400"/>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0" name="Table 26 - 29">
            <a:extLst>
              <a:ext uri="{FF2B5EF4-FFF2-40B4-BE49-F238E27FC236}">
                <a16:creationId xmlns:a16="http://schemas.microsoft.com/office/drawing/2014/main" id="{1DC1F667-54E7-735D-0041-3568D24447E3}"/>
              </a:ext>
            </a:extLst>
          </p:cNvPr>
          <p:cNvGraphicFramePr>
            <a:graphicFrameLocks noGrp="1"/>
          </p:cNvGraphicFramePr>
          <p:nvPr>
            <p:extLst>
              <p:ext uri="{D42A27DB-BD31-4B8C-83A1-F6EECF244321}">
                <p14:modId xmlns:p14="http://schemas.microsoft.com/office/powerpoint/2010/main" val="2886200302"/>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1" name="Table 27 - 21">
            <a:extLst>
              <a:ext uri="{FF2B5EF4-FFF2-40B4-BE49-F238E27FC236}">
                <a16:creationId xmlns:a16="http://schemas.microsoft.com/office/drawing/2014/main" id="{5F716119-8B03-5178-1DF6-C45D3263019E}"/>
              </a:ext>
            </a:extLst>
          </p:cNvPr>
          <p:cNvGraphicFramePr>
            <a:graphicFrameLocks noGrp="1"/>
          </p:cNvGraphicFramePr>
          <p:nvPr>
            <p:extLst>
              <p:ext uri="{D42A27DB-BD31-4B8C-83A1-F6EECF244321}">
                <p14:modId xmlns:p14="http://schemas.microsoft.com/office/powerpoint/2010/main" val="2520286004"/>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2" name="Table 28 - 29 &amp; 21 - Green">
            <a:extLst>
              <a:ext uri="{FF2B5EF4-FFF2-40B4-BE49-F238E27FC236}">
                <a16:creationId xmlns:a16="http://schemas.microsoft.com/office/drawing/2014/main" id="{58756706-74B6-3319-666F-EB49C87533D3}"/>
              </a:ext>
            </a:extLst>
          </p:cNvPr>
          <p:cNvGraphicFramePr>
            <a:graphicFrameLocks noGrp="1"/>
          </p:cNvGraphicFramePr>
          <p:nvPr>
            <p:extLst>
              <p:ext uri="{D42A27DB-BD31-4B8C-83A1-F6EECF244321}">
                <p14:modId xmlns:p14="http://schemas.microsoft.com/office/powerpoint/2010/main" val="1987786992"/>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3" name="Table 29 - 21 &amp; 29">
            <a:extLst>
              <a:ext uri="{FF2B5EF4-FFF2-40B4-BE49-F238E27FC236}">
                <a16:creationId xmlns:a16="http://schemas.microsoft.com/office/drawing/2014/main" id="{72C5B3C4-1CB7-4D3D-F981-3119C0A0CC2C}"/>
              </a:ext>
            </a:extLst>
          </p:cNvPr>
          <p:cNvGraphicFramePr>
            <a:graphicFrameLocks noGrp="1"/>
          </p:cNvGraphicFramePr>
          <p:nvPr>
            <p:extLst>
              <p:ext uri="{D42A27DB-BD31-4B8C-83A1-F6EECF244321}">
                <p14:modId xmlns:p14="http://schemas.microsoft.com/office/powerpoint/2010/main" val="2371908638"/>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4" name="Table 29a - 29 - Pink">
            <a:extLst>
              <a:ext uri="{FF2B5EF4-FFF2-40B4-BE49-F238E27FC236}">
                <a16:creationId xmlns:a16="http://schemas.microsoft.com/office/drawing/2014/main" id="{982D7147-94A8-BC6A-7350-9669F2C86412}"/>
              </a:ext>
            </a:extLst>
          </p:cNvPr>
          <p:cNvGraphicFramePr>
            <a:graphicFrameLocks noGrp="1"/>
          </p:cNvGraphicFramePr>
          <p:nvPr>
            <p:extLst>
              <p:ext uri="{D42A27DB-BD31-4B8C-83A1-F6EECF244321}">
                <p14:modId xmlns:p14="http://schemas.microsoft.com/office/powerpoint/2010/main" val="4223866616"/>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4" name="Table 30 - 3">
            <a:extLst>
              <a:ext uri="{FF2B5EF4-FFF2-40B4-BE49-F238E27FC236}">
                <a16:creationId xmlns:a16="http://schemas.microsoft.com/office/drawing/2014/main" id="{708C21DD-5E6D-C2F4-BAEF-F9CF07BFC5EE}"/>
              </a:ext>
            </a:extLst>
          </p:cNvPr>
          <p:cNvGraphicFramePr>
            <a:graphicFrameLocks noGrp="1"/>
          </p:cNvGraphicFramePr>
          <p:nvPr>
            <p:extLst>
              <p:ext uri="{D42A27DB-BD31-4B8C-83A1-F6EECF244321}">
                <p14:modId xmlns:p14="http://schemas.microsoft.com/office/powerpoint/2010/main" val="2043626856"/>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5" name="Table 31 - 18">
            <a:extLst>
              <a:ext uri="{FF2B5EF4-FFF2-40B4-BE49-F238E27FC236}">
                <a16:creationId xmlns:a16="http://schemas.microsoft.com/office/drawing/2014/main" id="{2C3D6250-FF24-11A8-414E-C4C50CAD957B}"/>
              </a:ext>
            </a:extLst>
          </p:cNvPr>
          <p:cNvGraphicFramePr>
            <a:graphicFrameLocks noGrp="1"/>
          </p:cNvGraphicFramePr>
          <p:nvPr>
            <p:extLst>
              <p:ext uri="{D42A27DB-BD31-4B8C-83A1-F6EECF244321}">
                <p14:modId xmlns:p14="http://schemas.microsoft.com/office/powerpoint/2010/main" val="3894210765"/>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6" name="Table 32 - 3 &amp; 18 - Red">
            <a:extLst>
              <a:ext uri="{FF2B5EF4-FFF2-40B4-BE49-F238E27FC236}">
                <a16:creationId xmlns:a16="http://schemas.microsoft.com/office/drawing/2014/main" id="{47D10CB2-E03C-E095-7411-D3AD458E301E}"/>
              </a:ext>
            </a:extLst>
          </p:cNvPr>
          <p:cNvGraphicFramePr>
            <a:graphicFrameLocks noGrp="1"/>
          </p:cNvGraphicFramePr>
          <p:nvPr>
            <p:extLst>
              <p:ext uri="{D42A27DB-BD31-4B8C-83A1-F6EECF244321}">
                <p14:modId xmlns:p14="http://schemas.microsoft.com/office/powerpoint/2010/main" val="3989046986"/>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7" name="Table 33 - 3 &amp; 18">
            <a:extLst>
              <a:ext uri="{FF2B5EF4-FFF2-40B4-BE49-F238E27FC236}">
                <a16:creationId xmlns:a16="http://schemas.microsoft.com/office/drawing/2014/main" id="{0FCBE045-60B3-A010-0561-48B629C076BA}"/>
              </a:ext>
            </a:extLst>
          </p:cNvPr>
          <p:cNvGraphicFramePr>
            <a:graphicFrameLocks noGrp="1"/>
          </p:cNvGraphicFramePr>
          <p:nvPr>
            <p:extLst>
              <p:ext uri="{D42A27DB-BD31-4B8C-83A1-F6EECF244321}">
                <p14:modId xmlns:p14="http://schemas.microsoft.com/office/powerpoint/2010/main" val="1317384164"/>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8" name="Table 34 - 18">
            <a:extLst>
              <a:ext uri="{FF2B5EF4-FFF2-40B4-BE49-F238E27FC236}">
                <a16:creationId xmlns:a16="http://schemas.microsoft.com/office/drawing/2014/main" id="{B351C213-0DCC-20BE-CB1C-A91DDAA3E5A7}"/>
              </a:ext>
            </a:extLst>
          </p:cNvPr>
          <p:cNvGraphicFramePr>
            <a:graphicFrameLocks noGrp="1"/>
          </p:cNvGraphicFramePr>
          <p:nvPr>
            <p:extLst>
              <p:ext uri="{D42A27DB-BD31-4B8C-83A1-F6EECF244321}">
                <p14:modId xmlns:p14="http://schemas.microsoft.com/office/powerpoint/2010/main" val="586726860"/>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9" name="Table 35 - 21">
            <a:extLst>
              <a:ext uri="{FF2B5EF4-FFF2-40B4-BE49-F238E27FC236}">
                <a16:creationId xmlns:a16="http://schemas.microsoft.com/office/drawing/2014/main" id="{6E629E7E-65A1-E1CE-ADF2-53B4E7E31598}"/>
              </a:ext>
            </a:extLst>
          </p:cNvPr>
          <p:cNvGraphicFramePr>
            <a:graphicFrameLocks noGrp="1"/>
          </p:cNvGraphicFramePr>
          <p:nvPr>
            <p:extLst>
              <p:ext uri="{D42A27DB-BD31-4B8C-83A1-F6EECF244321}">
                <p14:modId xmlns:p14="http://schemas.microsoft.com/office/powerpoint/2010/main" val="3064728274"/>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0" name="Table 36 - 18 &amp; 21 - Red">
            <a:extLst>
              <a:ext uri="{FF2B5EF4-FFF2-40B4-BE49-F238E27FC236}">
                <a16:creationId xmlns:a16="http://schemas.microsoft.com/office/drawing/2014/main" id="{36283355-3BAC-F5E7-C8CF-9E5CE6B873A1}"/>
              </a:ext>
            </a:extLst>
          </p:cNvPr>
          <p:cNvGraphicFramePr>
            <a:graphicFrameLocks noGrp="1"/>
          </p:cNvGraphicFramePr>
          <p:nvPr>
            <p:extLst>
              <p:ext uri="{D42A27DB-BD31-4B8C-83A1-F6EECF244321}">
                <p14:modId xmlns:p14="http://schemas.microsoft.com/office/powerpoint/2010/main" val="4208853655"/>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1" name="Table 37 - 18 &amp; 21">
            <a:extLst>
              <a:ext uri="{FF2B5EF4-FFF2-40B4-BE49-F238E27FC236}">
                <a16:creationId xmlns:a16="http://schemas.microsoft.com/office/drawing/2014/main" id="{0346DFC3-E893-C634-07A6-903C9DC7600D}"/>
              </a:ext>
            </a:extLst>
          </p:cNvPr>
          <p:cNvGraphicFramePr>
            <a:graphicFrameLocks noGrp="1"/>
          </p:cNvGraphicFramePr>
          <p:nvPr>
            <p:extLst>
              <p:ext uri="{D42A27DB-BD31-4B8C-83A1-F6EECF244321}">
                <p14:modId xmlns:p14="http://schemas.microsoft.com/office/powerpoint/2010/main" val="2298133724"/>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Tree>
    <p:extLst>
      <p:ext uri="{BB962C8B-B14F-4D97-AF65-F5344CB8AC3E}">
        <p14:creationId xmlns:p14="http://schemas.microsoft.com/office/powerpoint/2010/main" val="3726086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25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5">
                                            <p:txEl>
                                              <p:pRg st="1" end="1"/>
                                            </p:txEl>
                                          </p:spTgt>
                                        </p:tgtEl>
                                        <p:attrNameLst>
                                          <p:attrName>style.visibility</p:attrName>
                                        </p:attrNameLst>
                                      </p:cBhvr>
                                      <p:to>
                                        <p:strVal val="visible"/>
                                      </p:to>
                                    </p:set>
                                    <p:animEffect transition="in" filter="wipe(left)">
                                      <p:cBhvr>
                                        <p:cTn id="21" dur="2500"/>
                                        <p:tgtEl>
                                          <p:spTgt spid="5">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xEl>
                                              <p:pRg st="2" end="2"/>
                                            </p:txEl>
                                          </p:spTgt>
                                        </p:tgtEl>
                                        <p:attrNameLst>
                                          <p:attrName>style.visibility</p:attrName>
                                        </p:attrNameLst>
                                      </p:cBhvr>
                                      <p:to>
                                        <p:strVal val="visible"/>
                                      </p:to>
                                    </p:set>
                                    <p:animEffect transition="in" filter="wipe(left)">
                                      <p:cBhvr>
                                        <p:cTn id="35" dur="2500"/>
                                        <p:tgtEl>
                                          <p:spTgt spid="5">
                                            <p:txEl>
                                              <p:pRg st="2" end="2"/>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2500"/>
                                        <p:tgtEl>
                                          <p:spTgt spid="10"/>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childTnLst>
                          </p:cTn>
                        </p:par>
                        <p:par>
                          <p:cTn id="45" fill="hold">
                            <p:stCondLst>
                              <p:cond delay="0"/>
                            </p:stCondLst>
                            <p:childTnLst>
                              <p:par>
                                <p:cTn id="46" presetID="1" presetClass="entr" presetSubtype="0" fill="hold" nodeType="afterEffect">
                                  <p:stCondLst>
                                    <p:cond delay="0"/>
                                  </p:stCondLst>
                                  <p:childTnLst>
                                    <p:set>
                                      <p:cBhvr>
                                        <p:cTn id="47" dur="1" fill="hold">
                                          <p:stCondLst>
                                            <p:cond delay="0"/>
                                          </p:stCondLst>
                                        </p:cTn>
                                        <p:tgtEl>
                                          <p:spTgt spid="31"/>
                                        </p:tgtEl>
                                        <p:attrNameLst>
                                          <p:attrName>style.visibility</p:attrName>
                                        </p:attrNameLst>
                                      </p:cBhvr>
                                      <p:to>
                                        <p:strVal val="visible"/>
                                      </p:to>
                                    </p:set>
                                  </p:childTnLst>
                                </p:cTn>
                              </p:par>
                            </p:childTnLst>
                          </p:cTn>
                        </p:par>
                        <p:par>
                          <p:cTn id="48" fill="hold">
                            <p:stCondLst>
                              <p:cond delay="0"/>
                            </p:stCondLst>
                            <p:childTnLst>
                              <p:par>
                                <p:cTn id="49" presetID="22" presetClass="entr" presetSubtype="8" fill="hold"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wipe(left)">
                                      <p:cBhvr>
                                        <p:cTn id="51" dur="25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wipe(left)">
                                      <p:cBhvr>
                                        <p:cTn id="56" dur="2500"/>
                                        <p:tgtEl>
                                          <p:spTgt spid="3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childTnLst>
                          </p:cTn>
                        </p:par>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35"/>
                                        </p:tgtEl>
                                        <p:attrNameLst>
                                          <p:attrName>style.visibility</p:attrName>
                                        </p:attrNameLst>
                                      </p:cBhvr>
                                      <p:to>
                                        <p:strVal val="visible"/>
                                      </p:to>
                                    </p:set>
                                  </p:childTnLst>
                                </p:cTn>
                              </p:par>
                            </p:childTnLst>
                          </p:cTn>
                        </p:par>
                        <p:par>
                          <p:cTn id="64" fill="hold">
                            <p:stCondLst>
                              <p:cond delay="0"/>
                            </p:stCondLst>
                            <p:childTnLst>
                              <p:par>
                                <p:cTn id="65" presetID="22" presetClass="entr" presetSubtype="8" fill="hold" nodeType="after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wipe(left)">
                                      <p:cBhvr>
                                        <p:cTn id="67" dur="2500"/>
                                        <p:tgtEl>
                                          <p:spTgt spid="36"/>
                                        </p:tgtEl>
                                      </p:cBhvr>
                                    </p:animEffect>
                                  </p:childTnLst>
                                </p:cTn>
                              </p:par>
                            </p:childTnLst>
                          </p:cTn>
                        </p:par>
                        <p:par>
                          <p:cTn id="68" fill="hold">
                            <p:stCondLst>
                              <p:cond delay="2500"/>
                            </p:stCondLst>
                            <p:childTnLst>
                              <p:par>
                                <p:cTn id="69" presetID="1" presetClass="entr" presetSubtype="0" fill="hold" nodeType="after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38"/>
                                        </p:tgtEl>
                                        <p:attrNameLst>
                                          <p:attrName>style.visibility</p:attrName>
                                        </p:attrNameLst>
                                      </p:cBhvr>
                                      <p:to>
                                        <p:strVal val="visible"/>
                                      </p:to>
                                    </p:set>
                                  </p:childTnLst>
                                </p:cTn>
                              </p:par>
                            </p:childTnLst>
                          </p:cTn>
                        </p:par>
                        <p:par>
                          <p:cTn id="75" fill="hold">
                            <p:stCondLst>
                              <p:cond delay="0"/>
                            </p:stCondLst>
                            <p:childTnLst>
                              <p:par>
                                <p:cTn id="76" presetID="1" presetClass="entr" presetSubtype="0" fill="hold" nodeType="afterEffect">
                                  <p:stCondLst>
                                    <p:cond delay="0"/>
                                  </p:stCondLst>
                                  <p:childTnLst>
                                    <p:set>
                                      <p:cBhvr>
                                        <p:cTn id="77" dur="1" fill="hold">
                                          <p:stCondLst>
                                            <p:cond delay="0"/>
                                          </p:stCondLst>
                                        </p:cTn>
                                        <p:tgtEl>
                                          <p:spTgt spid="39"/>
                                        </p:tgtEl>
                                        <p:attrNameLst>
                                          <p:attrName>style.visibility</p:attrName>
                                        </p:attrNameLst>
                                      </p:cBhvr>
                                      <p:to>
                                        <p:strVal val="visible"/>
                                      </p:to>
                                    </p:set>
                                  </p:childTnLst>
                                </p:cTn>
                              </p:par>
                            </p:childTnLst>
                          </p:cTn>
                        </p:par>
                        <p:par>
                          <p:cTn id="78" fill="hold">
                            <p:stCondLst>
                              <p:cond delay="0"/>
                            </p:stCondLst>
                            <p:childTnLst>
                              <p:par>
                                <p:cTn id="79" presetID="22" presetClass="entr" presetSubtype="8"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left)">
                                      <p:cBhvr>
                                        <p:cTn id="81" dur="2500"/>
                                        <p:tgtEl>
                                          <p:spTgt spid="40"/>
                                        </p:tgtEl>
                                      </p:cBhvr>
                                    </p:animEffect>
                                  </p:childTnLst>
                                </p:cTn>
                              </p:par>
                            </p:childTnLst>
                          </p:cTn>
                        </p:par>
                        <p:par>
                          <p:cTn id="82" fill="hold">
                            <p:stCondLst>
                              <p:cond delay="2500"/>
                            </p:stCondLst>
                            <p:childTnLst>
                              <p:par>
                                <p:cTn id="83" presetID="1" presetClass="entr" presetSubtype="0" fill="hold" nodeType="afterEffect">
                                  <p:stCondLst>
                                    <p:cond delay="0"/>
                                  </p:stCondLst>
                                  <p:childTnLst>
                                    <p:set>
                                      <p:cBhvr>
                                        <p:cTn id="84" dur="1" fill="hold">
                                          <p:stCondLst>
                                            <p:cond delay="0"/>
                                          </p:stCondLst>
                                        </p:cTn>
                                        <p:tgtEl>
                                          <p:spTgt spid="4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5">
                                            <p:txEl>
                                              <p:pRg st="3" end="3"/>
                                            </p:txEl>
                                          </p:spTgt>
                                        </p:tgtEl>
                                        <p:attrNameLst>
                                          <p:attrName>style.visibility</p:attrName>
                                        </p:attrNameLst>
                                      </p:cBhvr>
                                      <p:to>
                                        <p:strVal val="visible"/>
                                      </p:to>
                                    </p:set>
                                    <p:animEffect transition="in" filter="wipe(left)">
                                      <p:cBhvr>
                                        <p:cTn id="89" dur="2500"/>
                                        <p:tgtEl>
                                          <p:spTgt spid="5">
                                            <p:txEl>
                                              <p:pRg st="3" end="3"/>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clickEffect">
                                  <p:stCondLst>
                                    <p:cond delay="0"/>
                                  </p:stCondLst>
                                  <p:childTnLst>
                                    <p:set>
                                      <p:cBhvr>
                                        <p:cTn id="93" dur="1" fill="hold">
                                          <p:stCondLst>
                                            <p:cond delay="0"/>
                                          </p:stCondLst>
                                        </p:cTn>
                                        <p:tgtEl>
                                          <p:spTgt spid="63"/>
                                        </p:tgtEl>
                                        <p:attrNameLst>
                                          <p:attrName>style.visibility</p:attrName>
                                        </p:attrNameLst>
                                      </p:cBhvr>
                                      <p:to>
                                        <p:strVal val="visible"/>
                                      </p:to>
                                    </p:se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42"/>
                                        </p:tgtEl>
                                        <p:attrNameLst>
                                          <p:attrName>style.visibility</p:attrName>
                                        </p:attrNameLst>
                                      </p:cBhvr>
                                      <p:to>
                                        <p:strVal val="visible"/>
                                      </p:to>
                                    </p:set>
                                  </p:childTnLst>
                                </p:cTn>
                              </p:par>
                            </p:childTnLst>
                          </p:cTn>
                        </p:par>
                        <p:par>
                          <p:cTn id="98" fill="hold">
                            <p:stCondLst>
                              <p:cond delay="0"/>
                            </p:stCondLst>
                            <p:childTnLst>
                              <p:par>
                                <p:cTn id="99" presetID="1" presetClass="entr" presetSubtype="0" fill="hold" nodeType="afterEffect">
                                  <p:stCondLst>
                                    <p:cond delay="0"/>
                                  </p:stCondLst>
                                  <p:childTnLst>
                                    <p:set>
                                      <p:cBhvr>
                                        <p:cTn id="100" dur="1" fill="hold">
                                          <p:stCondLst>
                                            <p:cond delay="0"/>
                                          </p:stCondLst>
                                        </p:cTn>
                                        <p:tgtEl>
                                          <p:spTgt spid="43"/>
                                        </p:tgtEl>
                                        <p:attrNameLst>
                                          <p:attrName>style.visibility</p:attrName>
                                        </p:attrNameLst>
                                      </p:cBhvr>
                                      <p:to>
                                        <p:strVal val="visible"/>
                                      </p:to>
                                    </p:set>
                                  </p:childTnLst>
                                </p:cTn>
                              </p:par>
                            </p:childTnLst>
                          </p:cTn>
                        </p:par>
                        <p:par>
                          <p:cTn id="101" fill="hold">
                            <p:stCondLst>
                              <p:cond delay="0"/>
                            </p:stCondLst>
                            <p:childTnLst>
                              <p:par>
                                <p:cTn id="102" presetID="22" presetClass="entr" presetSubtype="8" fill="hold" nodeType="afterEffect">
                                  <p:stCondLst>
                                    <p:cond delay="0"/>
                                  </p:stCondLst>
                                  <p:childTnLst>
                                    <p:set>
                                      <p:cBhvr>
                                        <p:cTn id="103" dur="1" fill="hold">
                                          <p:stCondLst>
                                            <p:cond delay="0"/>
                                          </p:stCondLst>
                                        </p:cTn>
                                        <p:tgtEl>
                                          <p:spTgt spid="44"/>
                                        </p:tgtEl>
                                        <p:attrNameLst>
                                          <p:attrName>style.visibility</p:attrName>
                                        </p:attrNameLst>
                                      </p:cBhvr>
                                      <p:to>
                                        <p:strVal val="visible"/>
                                      </p:to>
                                    </p:set>
                                    <p:animEffect transition="in" filter="wipe(left)">
                                      <p:cBhvr>
                                        <p:cTn id="104" dur="2500"/>
                                        <p:tgtEl>
                                          <p:spTgt spid="44"/>
                                        </p:tgtEl>
                                      </p:cBhvr>
                                    </p:animEffect>
                                  </p:childTnLst>
                                </p:cTn>
                              </p:par>
                            </p:childTnLst>
                          </p:cTn>
                        </p:par>
                        <p:par>
                          <p:cTn id="105" fill="hold">
                            <p:stCondLst>
                              <p:cond delay="2500"/>
                            </p:stCondLst>
                            <p:childTnLst>
                              <p:par>
                                <p:cTn id="106" presetID="1" presetClass="entr" presetSubtype="0" fill="hold" nodeType="afterEffect">
                                  <p:stCondLst>
                                    <p:cond delay="0"/>
                                  </p:stCondLst>
                                  <p:childTnLst>
                                    <p:set>
                                      <p:cBhvr>
                                        <p:cTn id="107" dur="1" fill="hold">
                                          <p:stCondLst>
                                            <p:cond delay="0"/>
                                          </p:stCondLst>
                                        </p:cTn>
                                        <p:tgtEl>
                                          <p:spTgt spid="45"/>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1" presetClass="entr" presetSubtype="0" fill="hold" nodeType="clickEffect">
                                  <p:stCondLst>
                                    <p:cond delay="0"/>
                                  </p:stCondLst>
                                  <p:childTnLst>
                                    <p:set>
                                      <p:cBhvr>
                                        <p:cTn id="111" dur="1" fill="hold">
                                          <p:stCondLst>
                                            <p:cond delay="0"/>
                                          </p:stCondLst>
                                        </p:cTn>
                                        <p:tgtEl>
                                          <p:spTgt spid="46"/>
                                        </p:tgtEl>
                                        <p:attrNameLst>
                                          <p:attrName>style.visibility</p:attrName>
                                        </p:attrNameLst>
                                      </p:cBhvr>
                                      <p:to>
                                        <p:strVal val="visible"/>
                                      </p:to>
                                    </p:set>
                                  </p:childTnLst>
                                </p:cTn>
                              </p:par>
                            </p:childTnLst>
                          </p:cTn>
                        </p:par>
                        <p:par>
                          <p:cTn id="112" fill="hold">
                            <p:stCondLst>
                              <p:cond delay="0"/>
                            </p:stCondLst>
                            <p:childTnLst>
                              <p:par>
                                <p:cTn id="113" presetID="1" presetClass="entr" presetSubtype="0" fill="hold" nodeType="afterEffect">
                                  <p:stCondLst>
                                    <p:cond delay="0"/>
                                  </p:stCondLst>
                                  <p:childTnLst>
                                    <p:set>
                                      <p:cBhvr>
                                        <p:cTn id="114" dur="1" fill="hold">
                                          <p:stCondLst>
                                            <p:cond delay="0"/>
                                          </p:stCondLst>
                                        </p:cTn>
                                        <p:tgtEl>
                                          <p:spTgt spid="47"/>
                                        </p:tgtEl>
                                        <p:attrNameLst>
                                          <p:attrName>style.visibility</p:attrName>
                                        </p:attrNameLst>
                                      </p:cBhvr>
                                      <p:to>
                                        <p:strVal val="visible"/>
                                      </p:to>
                                    </p:set>
                                  </p:childTnLst>
                                </p:cTn>
                              </p:par>
                            </p:childTnLst>
                          </p:cTn>
                        </p:par>
                        <p:par>
                          <p:cTn id="115" fill="hold">
                            <p:stCondLst>
                              <p:cond delay="0"/>
                            </p:stCondLst>
                            <p:childTnLst>
                              <p:par>
                                <p:cTn id="116" presetID="22" presetClass="entr" presetSubtype="8" fill="hold" nodeType="afterEffect">
                                  <p:stCondLst>
                                    <p:cond delay="0"/>
                                  </p:stCondLst>
                                  <p:childTnLst>
                                    <p:set>
                                      <p:cBhvr>
                                        <p:cTn id="117" dur="1" fill="hold">
                                          <p:stCondLst>
                                            <p:cond delay="0"/>
                                          </p:stCondLst>
                                        </p:cTn>
                                        <p:tgtEl>
                                          <p:spTgt spid="48"/>
                                        </p:tgtEl>
                                        <p:attrNameLst>
                                          <p:attrName>style.visibility</p:attrName>
                                        </p:attrNameLst>
                                      </p:cBhvr>
                                      <p:to>
                                        <p:strVal val="visible"/>
                                      </p:to>
                                    </p:set>
                                    <p:animEffect transition="in" filter="wipe(left)">
                                      <p:cBhvr>
                                        <p:cTn id="118" dur="2500"/>
                                        <p:tgtEl>
                                          <p:spTgt spid="48"/>
                                        </p:tgtEl>
                                      </p:cBhvr>
                                    </p:animEffect>
                                  </p:childTnLst>
                                </p:cTn>
                              </p:par>
                            </p:childTnLst>
                          </p:cTn>
                        </p:par>
                        <p:par>
                          <p:cTn id="119" fill="hold">
                            <p:stCondLst>
                              <p:cond delay="2500"/>
                            </p:stCondLst>
                            <p:childTnLst>
                              <p:par>
                                <p:cTn id="120" presetID="1" presetClass="entr" presetSubtype="0" fill="hold" nodeType="afterEffect">
                                  <p:stCondLst>
                                    <p:cond delay="0"/>
                                  </p:stCondLst>
                                  <p:childTnLst>
                                    <p:set>
                                      <p:cBhvr>
                                        <p:cTn id="121" dur="1" fill="hold">
                                          <p:stCondLst>
                                            <p:cond delay="0"/>
                                          </p:stCondLst>
                                        </p:cTn>
                                        <p:tgtEl>
                                          <p:spTgt spid="4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1" presetClass="entr" presetSubtype="0" fill="hold" nodeType="clickEffect">
                                  <p:stCondLst>
                                    <p:cond delay="0"/>
                                  </p:stCondLst>
                                  <p:childTnLst>
                                    <p:set>
                                      <p:cBhvr>
                                        <p:cTn id="125" dur="1" fill="hold">
                                          <p:stCondLst>
                                            <p:cond delay="0"/>
                                          </p:stCondLst>
                                        </p:cTn>
                                        <p:tgtEl>
                                          <p:spTgt spid="50"/>
                                        </p:tgtEl>
                                        <p:attrNameLst>
                                          <p:attrName>style.visibility</p:attrName>
                                        </p:attrNameLst>
                                      </p:cBhvr>
                                      <p:to>
                                        <p:strVal val="visible"/>
                                      </p:to>
                                    </p:set>
                                  </p:childTnLst>
                                </p:cTn>
                              </p:par>
                            </p:childTnLst>
                          </p:cTn>
                        </p:par>
                        <p:par>
                          <p:cTn id="126" fill="hold">
                            <p:stCondLst>
                              <p:cond delay="0"/>
                            </p:stCondLst>
                            <p:childTnLst>
                              <p:par>
                                <p:cTn id="127" presetID="1" presetClass="entr" presetSubtype="0" fill="hold" nodeType="afterEffect">
                                  <p:stCondLst>
                                    <p:cond delay="0"/>
                                  </p:stCondLst>
                                  <p:childTnLst>
                                    <p:set>
                                      <p:cBhvr>
                                        <p:cTn id="128" dur="1" fill="hold">
                                          <p:stCondLst>
                                            <p:cond delay="0"/>
                                          </p:stCondLst>
                                        </p:cTn>
                                        <p:tgtEl>
                                          <p:spTgt spid="51"/>
                                        </p:tgtEl>
                                        <p:attrNameLst>
                                          <p:attrName>style.visibility</p:attrName>
                                        </p:attrNameLst>
                                      </p:cBhvr>
                                      <p:to>
                                        <p:strVal val="visible"/>
                                      </p:to>
                                    </p:set>
                                  </p:childTnLst>
                                </p:cTn>
                              </p:par>
                            </p:childTnLst>
                          </p:cTn>
                        </p:par>
                        <p:par>
                          <p:cTn id="129" fill="hold">
                            <p:stCondLst>
                              <p:cond delay="0"/>
                            </p:stCondLst>
                            <p:childTnLst>
                              <p:par>
                                <p:cTn id="130" presetID="22" presetClass="entr" presetSubtype="8" fill="hold" nodeType="afterEffect">
                                  <p:stCondLst>
                                    <p:cond delay="0"/>
                                  </p:stCondLst>
                                  <p:childTnLst>
                                    <p:set>
                                      <p:cBhvr>
                                        <p:cTn id="131" dur="1" fill="hold">
                                          <p:stCondLst>
                                            <p:cond delay="0"/>
                                          </p:stCondLst>
                                        </p:cTn>
                                        <p:tgtEl>
                                          <p:spTgt spid="52"/>
                                        </p:tgtEl>
                                        <p:attrNameLst>
                                          <p:attrName>style.visibility</p:attrName>
                                        </p:attrNameLst>
                                      </p:cBhvr>
                                      <p:to>
                                        <p:strVal val="visible"/>
                                      </p:to>
                                    </p:set>
                                    <p:animEffect transition="in" filter="wipe(left)">
                                      <p:cBhvr>
                                        <p:cTn id="132" dur="2500"/>
                                        <p:tgtEl>
                                          <p:spTgt spid="52"/>
                                        </p:tgtEl>
                                      </p:cBhvr>
                                    </p:animEffect>
                                  </p:childTnLst>
                                </p:cTn>
                              </p:par>
                            </p:childTnLst>
                          </p:cTn>
                        </p:par>
                        <p:par>
                          <p:cTn id="133" fill="hold">
                            <p:stCondLst>
                              <p:cond delay="2500"/>
                            </p:stCondLst>
                            <p:childTnLst>
                              <p:par>
                                <p:cTn id="134" presetID="1" presetClass="entr" presetSubtype="0" fill="hold" nodeType="afterEffect">
                                  <p:stCondLst>
                                    <p:cond delay="0"/>
                                  </p:stCondLst>
                                  <p:childTnLst>
                                    <p:set>
                                      <p:cBhvr>
                                        <p:cTn id="135" dur="1" fill="hold">
                                          <p:stCondLst>
                                            <p:cond delay="0"/>
                                          </p:stCondLst>
                                        </p:cTn>
                                        <p:tgtEl>
                                          <p:spTgt spid="53"/>
                                        </p:tgtEl>
                                        <p:attrNameLst>
                                          <p:attrName>style.visibility</p:attrName>
                                        </p:attrNameLst>
                                      </p:cBhvr>
                                      <p:to>
                                        <p:strVal val="visible"/>
                                      </p:to>
                                    </p:set>
                                  </p:childTnLst>
                                </p:cTn>
                              </p:par>
                            </p:childTnLst>
                          </p:cTn>
                        </p:par>
                      </p:childTnLst>
                    </p:cTn>
                  </p:par>
                  <p:par>
                    <p:cTn id="136" fill="hold">
                      <p:stCondLst>
                        <p:cond delay="indefinite"/>
                      </p:stCondLst>
                      <p:childTnLst>
                        <p:par>
                          <p:cTn id="137" fill="hold">
                            <p:stCondLst>
                              <p:cond delay="0"/>
                            </p:stCondLst>
                            <p:childTnLst>
                              <p:par>
                                <p:cTn id="138" presetID="1" presetClass="entr" presetSubtype="0" fill="hold" nodeType="clickEffect">
                                  <p:stCondLst>
                                    <p:cond delay="0"/>
                                  </p:stCondLst>
                                  <p:childTnLst>
                                    <p:set>
                                      <p:cBhvr>
                                        <p:cTn id="139" dur="1" fill="hold">
                                          <p:stCondLst>
                                            <p:cond delay="0"/>
                                          </p:stCondLst>
                                        </p:cTn>
                                        <p:tgtEl>
                                          <p:spTgt spid="64"/>
                                        </p:tgtEl>
                                        <p:attrNameLst>
                                          <p:attrName>style.visibility</p:attrName>
                                        </p:attrNameLst>
                                      </p:cBhvr>
                                      <p:to>
                                        <p:strVal val="visible"/>
                                      </p:to>
                                    </p:set>
                                  </p:childTnLst>
                                </p:cTn>
                              </p:par>
                            </p:childTnLst>
                          </p:cTn>
                        </p:par>
                      </p:childTnLst>
                    </p:cTn>
                  </p:par>
                  <p:par>
                    <p:cTn id="140" fill="hold">
                      <p:stCondLst>
                        <p:cond delay="indefinite"/>
                      </p:stCondLst>
                      <p:childTnLst>
                        <p:par>
                          <p:cTn id="141" fill="hold">
                            <p:stCondLst>
                              <p:cond delay="0"/>
                            </p:stCondLst>
                            <p:childTnLst>
                              <p:par>
                                <p:cTn id="142" presetID="1" presetClass="entr" presetSubtype="0" fill="hold" nodeType="clickEffect">
                                  <p:stCondLst>
                                    <p:cond delay="0"/>
                                  </p:stCondLst>
                                  <p:childTnLst>
                                    <p:set>
                                      <p:cBhvr>
                                        <p:cTn id="143" dur="1" fill="hold">
                                          <p:stCondLst>
                                            <p:cond delay="0"/>
                                          </p:stCondLst>
                                        </p:cTn>
                                        <p:tgtEl>
                                          <p:spTgt spid="54"/>
                                        </p:tgtEl>
                                        <p:attrNameLst>
                                          <p:attrName>style.visibility</p:attrName>
                                        </p:attrNameLst>
                                      </p:cBhvr>
                                      <p:to>
                                        <p:strVal val="visible"/>
                                      </p:to>
                                    </p:set>
                                  </p:childTnLst>
                                </p:cTn>
                              </p:par>
                            </p:childTnLst>
                          </p:cTn>
                        </p:par>
                        <p:par>
                          <p:cTn id="144" fill="hold">
                            <p:stCondLst>
                              <p:cond delay="0"/>
                            </p:stCondLst>
                            <p:childTnLst>
                              <p:par>
                                <p:cTn id="145" presetID="1" presetClass="entr" presetSubtype="0" fill="hold" nodeType="afterEffect">
                                  <p:stCondLst>
                                    <p:cond delay="0"/>
                                  </p:stCondLst>
                                  <p:childTnLst>
                                    <p:set>
                                      <p:cBhvr>
                                        <p:cTn id="146" dur="1" fill="hold">
                                          <p:stCondLst>
                                            <p:cond delay="0"/>
                                          </p:stCondLst>
                                        </p:cTn>
                                        <p:tgtEl>
                                          <p:spTgt spid="55"/>
                                        </p:tgtEl>
                                        <p:attrNameLst>
                                          <p:attrName>style.visibility</p:attrName>
                                        </p:attrNameLst>
                                      </p:cBhvr>
                                      <p:to>
                                        <p:strVal val="visible"/>
                                      </p:to>
                                    </p:set>
                                  </p:childTnLst>
                                </p:cTn>
                              </p:par>
                            </p:childTnLst>
                          </p:cTn>
                        </p:par>
                        <p:par>
                          <p:cTn id="147" fill="hold">
                            <p:stCondLst>
                              <p:cond delay="0"/>
                            </p:stCondLst>
                            <p:childTnLst>
                              <p:par>
                                <p:cTn id="148" presetID="22" presetClass="entr" presetSubtype="8" fill="hold" nodeType="afterEffect">
                                  <p:stCondLst>
                                    <p:cond delay="0"/>
                                  </p:stCondLst>
                                  <p:childTnLst>
                                    <p:set>
                                      <p:cBhvr>
                                        <p:cTn id="149" dur="1" fill="hold">
                                          <p:stCondLst>
                                            <p:cond delay="0"/>
                                          </p:stCondLst>
                                        </p:cTn>
                                        <p:tgtEl>
                                          <p:spTgt spid="56"/>
                                        </p:tgtEl>
                                        <p:attrNameLst>
                                          <p:attrName>style.visibility</p:attrName>
                                        </p:attrNameLst>
                                      </p:cBhvr>
                                      <p:to>
                                        <p:strVal val="visible"/>
                                      </p:to>
                                    </p:set>
                                    <p:animEffect transition="in" filter="wipe(left)">
                                      <p:cBhvr>
                                        <p:cTn id="150" dur="2500"/>
                                        <p:tgtEl>
                                          <p:spTgt spid="56"/>
                                        </p:tgtEl>
                                      </p:cBhvr>
                                    </p:animEffect>
                                  </p:childTnLst>
                                </p:cTn>
                              </p:par>
                            </p:childTnLst>
                          </p:cTn>
                        </p:par>
                        <p:par>
                          <p:cTn id="151" fill="hold">
                            <p:stCondLst>
                              <p:cond delay="2500"/>
                            </p:stCondLst>
                            <p:childTnLst>
                              <p:par>
                                <p:cTn id="152" presetID="1" presetClass="entr" presetSubtype="0" fill="hold" nodeType="afterEffect">
                                  <p:stCondLst>
                                    <p:cond delay="0"/>
                                  </p:stCondLst>
                                  <p:childTnLst>
                                    <p:set>
                                      <p:cBhvr>
                                        <p:cTn id="153" dur="1" fill="hold">
                                          <p:stCondLst>
                                            <p:cond delay="0"/>
                                          </p:stCondLst>
                                        </p:cTn>
                                        <p:tgtEl>
                                          <p:spTgt spid="57"/>
                                        </p:tgtEl>
                                        <p:attrNameLst>
                                          <p:attrName>style.visibility</p:attrName>
                                        </p:attrNameLst>
                                      </p:cBhvr>
                                      <p:to>
                                        <p:strVal val="visible"/>
                                      </p:to>
                                    </p:set>
                                  </p:childTnLst>
                                </p:cTn>
                              </p:par>
                            </p:childTnLst>
                          </p:cTn>
                        </p:par>
                      </p:childTnLst>
                    </p:cTn>
                  </p:par>
                  <p:par>
                    <p:cTn id="154" fill="hold">
                      <p:stCondLst>
                        <p:cond delay="indefinite"/>
                      </p:stCondLst>
                      <p:childTnLst>
                        <p:par>
                          <p:cTn id="155" fill="hold">
                            <p:stCondLst>
                              <p:cond delay="0"/>
                            </p:stCondLst>
                            <p:childTnLst>
                              <p:par>
                                <p:cTn id="156" presetID="1" presetClass="entr" presetSubtype="0" fill="hold" nodeType="clickEffect">
                                  <p:stCondLst>
                                    <p:cond delay="0"/>
                                  </p:stCondLst>
                                  <p:childTnLst>
                                    <p:set>
                                      <p:cBhvr>
                                        <p:cTn id="157" dur="1" fill="hold">
                                          <p:stCondLst>
                                            <p:cond delay="0"/>
                                          </p:stCondLst>
                                        </p:cTn>
                                        <p:tgtEl>
                                          <p:spTgt spid="58"/>
                                        </p:tgtEl>
                                        <p:attrNameLst>
                                          <p:attrName>style.visibility</p:attrName>
                                        </p:attrNameLst>
                                      </p:cBhvr>
                                      <p:to>
                                        <p:strVal val="visible"/>
                                      </p:to>
                                    </p:set>
                                  </p:childTnLst>
                                </p:cTn>
                              </p:par>
                            </p:childTnLst>
                          </p:cTn>
                        </p:par>
                        <p:par>
                          <p:cTn id="158" fill="hold">
                            <p:stCondLst>
                              <p:cond delay="0"/>
                            </p:stCondLst>
                            <p:childTnLst>
                              <p:par>
                                <p:cTn id="159" presetID="1" presetClass="entr" presetSubtype="0" fill="hold" nodeType="afterEffect">
                                  <p:stCondLst>
                                    <p:cond delay="0"/>
                                  </p:stCondLst>
                                  <p:childTnLst>
                                    <p:set>
                                      <p:cBhvr>
                                        <p:cTn id="160" dur="1" fill="hold">
                                          <p:stCondLst>
                                            <p:cond delay="0"/>
                                          </p:stCondLst>
                                        </p:cTn>
                                        <p:tgtEl>
                                          <p:spTgt spid="59"/>
                                        </p:tgtEl>
                                        <p:attrNameLst>
                                          <p:attrName>style.visibility</p:attrName>
                                        </p:attrNameLst>
                                      </p:cBhvr>
                                      <p:to>
                                        <p:strVal val="visible"/>
                                      </p:to>
                                    </p:set>
                                  </p:childTnLst>
                                </p:cTn>
                              </p:par>
                            </p:childTnLst>
                          </p:cTn>
                        </p:par>
                        <p:par>
                          <p:cTn id="161" fill="hold">
                            <p:stCondLst>
                              <p:cond delay="0"/>
                            </p:stCondLst>
                            <p:childTnLst>
                              <p:par>
                                <p:cTn id="162" presetID="22" presetClass="entr" presetSubtype="8" fill="hold" nodeType="afterEffect">
                                  <p:stCondLst>
                                    <p:cond delay="0"/>
                                  </p:stCondLst>
                                  <p:childTnLst>
                                    <p:set>
                                      <p:cBhvr>
                                        <p:cTn id="163" dur="1" fill="hold">
                                          <p:stCondLst>
                                            <p:cond delay="0"/>
                                          </p:stCondLst>
                                        </p:cTn>
                                        <p:tgtEl>
                                          <p:spTgt spid="60"/>
                                        </p:tgtEl>
                                        <p:attrNameLst>
                                          <p:attrName>style.visibility</p:attrName>
                                        </p:attrNameLst>
                                      </p:cBhvr>
                                      <p:to>
                                        <p:strVal val="visible"/>
                                      </p:to>
                                    </p:set>
                                    <p:animEffect transition="in" filter="wipe(left)">
                                      <p:cBhvr>
                                        <p:cTn id="164" dur="2500"/>
                                        <p:tgtEl>
                                          <p:spTgt spid="60"/>
                                        </p:tgtEl>
                                      </p:cBhvr>
                                    </p:animEffect>
                                  </p:childTnLst>
                                </p:cTn>
                              </p:par>
                            </p:childTnLst>
                          </p:cTn>
                        </p:par>
                        <p:par>
                          <p:cTn id="165" fill="hold">
                            <p:stCondLst>
                              <p:cond delay="2500"/>
                            </p:stCondLst>
                            <p:childTnLst>
                              <p:par>
                                <p:cTn id="166" presetID="1" presetClass="entr" presetSubtype="0" fill="hold" nodeType="afterEffect">
                                  <p:stCondLst>
                                    <p:cond delay="0"/>
                                  </p:stCondLst>
                                  <p:childTnLst>
                                    <p:set>
                                      <p:cBhvr>
                                        <p:cTn id="167"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13" name="Rectangle 12">
            <a:extLst>
              <a:ext uri="{FF2B5EF4-FFF2-40B4-BE49-F238E27FC236}">
                <a16:creationId xmlns:a16="http://schemas.microsoft.com/office/drawing/2014/main" id="{5BC263F3-3776-C73E-D9E3-7F3E2504AD1D}"/>
              </a:ext>
            </a:extLst>
          </p:cNvPr>
          <p:cNvSpPr/>
          <p:nvPr/>
        </p:nvSpPr>
        <p:spPr>
          <a:xfrm>
            <a:off x="1166689" y="1540043"/>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159965" y="3045269"/>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graphicFrame>
        <p:nvGraphicFramePr>
          <p:cNvPr id="6" name="Table 1 - Original">
            <a:extLst>
              <a:ext uri="{FF2B5EF4-FFF2-40B4-BE49-F238E27FC236}">
                <a16:creationId xmlns:a16="http://schemas.microsoft.com/office/drawing/2014/main" id="{0CE737ED-D2A4-AC24-DD9E-76CD29E2821B}"/>
              </a:ext>
            </a:extLst>
          </p:cNvPr>
          <p:cNvGraphicFramePr>
            <a:graphicFrameLocks noGrp="1"/>
          </p:cNvGraphicFramePr>
          <p:nvPr>
            <p:extLst>
              <p:ext uri="{D42A27DB-BD31-4B8C-83A1-F6EECF244321}">
                <p14:modId xmlns:p14="http://schemas.microsoft.com/office/powerpoint/2010/main" val="3576656250"/>
              </p:ext>
            </p:extLst>
          </p:nvPr>
        </p:nvGraphicFramePr>
        <p:xfrm>
          <a:off x="2329500" y="1223338"/>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8" name="Table 1 - Original">
            <a:extLst>
              <a:ext uri="{FF2B5EF4-FFF2-40B4-BE49-F238E27FC236}">
                <a16:creationId xmlns:a16="http://schemas.microsoft.com/office/drawing/2014/main" id="{60B6850D-DE92-A9C2-451A-7BBFD1D97F24}"/>
              </a:ext>
            </a:extLst>
          </p:cNvPr>
          <p:cNvGraphicFramePr>
            <a:graphicFrameLocks noGrp="1"/>
          </p:cNvGraphicFramePr>
          <p:nvPr>
            <p:extLst>
              <p:ext uri="{D42A27DB-BD31-4B8C-83A1-F6EECF244321}">
                <p14:modId xmlns:p14="http://schemas.microsoft.com/office/powerpoint/2010/main" val="2994858016"/>
              </p:ext>
            </p:extLst>
          </p:nvPr>
        </p:nvGraphicFramePr>
        <p:xfrm>
          <a:off x="2329500" y="2727759"/>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0" name="Text">
            <a:extLst>
              <a:ext uri="{FF2B5EF4-FFF2-40B4-BE49-F238E27FC236}">
                <a16:creationId xmlns:a16="http://schemas.microsoft.com/office/drawing/2014/main" id="{CAD8D92C-8726-9286-8A41-08DBC19E013E}"/>
              </a:ext>
            </a:extLst>
          </p:cNvPr>
          <p:cNvSpPr/>
          <p:nvPr/>
        </p:nvSpPr>
        <p:spPr>
          <a:xfrm>
            <a:off x="2706204" y="4055318"/>
            <a:ext cx="6779591"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a:t>
            </a:r>
          </a:p>
          <a:p>
            <a:pPr marL="285750" indent="-285750">
              <a:spcAft>
                <a:spcPts val="1200"/>
              </a:spcAft>
              <a:buFont typeface="Arial" panose="020B0604020202020204" pitchFamily="34" charset="0"/>
              <a:buChar char="•"/>
            </a:pPr>
            <a:r>
              <a:rPr lang="en-GB" sz="3200" dirty="0"/>
              <a:t>Current value</a:t>
            </a:r>
          </a:p>
          <a:p>
            <a:pPr marL="285750" indent="-285750">
              <a:spcAft>
                <a:spcPts val="1200"/>
              </a:spcAft>
              <a:buFont typeface="Arial" panose="020B0604020202020204" pitchFamily="34" charset="0"/>
              <a:buChar char="•"/>
            </a:pPr>
            <a:r>
              <a:rPr lang="en-GB" sz="3200" dirty="0"/>
              <a:t>The largest value</a:t>
            </a:r>
          </a:p>
          <a:p>
            <a:pPr marL="285750" indent="-285750">
              <a:spcAft>
                <a:spcPts val="1200"/>
              </a:spcAft>
              <a:buFont typeface="Arial" panose="020B0604020202020204" pitchFamily="34" charset="0"/>
              <a:buChar char="•"/>
            </a:pPr>
            <a:r>
              <a:rPr lang="en-GB" sz="3200" dirty="0"/>
              <a:t>Reduces by</a:t>
            </a:r>
          </a:p>
        </p:txBody>
      </p:sp>
    </p:spTree>
    <p:extLst>
      <p:ext uri="{BB962C8B-B14F-4D97-AF65-F5344CB8AC3E}">
        <p14:creationId xmlns:p14="http://schemas.microsoft.com/office/powerpoint/2010/main" val="12832487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Insertion Sort</a:t>
            </a:r>
          </a:p>
        </p:txBody>
      </p:sp>
      <p:sp>
        <p:nvSpPr>
          <p:cNvPr id="4" name="Rectangle 3">
            <a:extLst>
              <a:ext uri="{FF2B5EF4-FFF2-40B4-BE49-F238E27FC236}">
                <a16:creationId xmlns:a16="http://schemas.microsoft.com/office/drawing/2014/main" id="{68A1EEE7-E451-4AC1-A11B-E7493A03B5C5}"/>
              </a:ext>
            </a:extLst>
          </p:cNvPr>
          <p:cNvSpPr/>
          <p:nvPr/>
        </p:nvSpPr>
        <p:spPr>
          <a:xfrm>
            <a:off x="2038810" y="4400864"/>
            <a:ext cx="8114380"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first unsorted value (2</a:t>
            </a:r>
            <a:r>
              <a:rPr lang="en-GB" sz="3200" baseline="30000" dirty="0"/>
              <a:t>nd</a:t>
            </a:r>
            <a:r>
              <a:rPr lang="en-GB" sz="3200" dirty="0"/>
              <a:t> element)</a:t>
            </a:r>
          </a:p>
          <a:p>
            <a:pPr marL="285750" indent="-285750">
              <a:spcAft>
                <a:spcPts val="1200"/>
              </a:spcAft>
              <a:buFont typeface="Arial" panose="020B0604020202020204" pitchFamily="34" charset="0"/>
              <a:buChar char="•"/>
            </a:pPr>
            <a:r>
              <a:rPr lang="en-GB" sz="3200" dirty="0"/>
              <a:t>Current value compared with previous</a:t>
            </a:r>
          </a:p>
          <a:p>
            <a:pPr marL="285750" indent="-285750">
              <a:spcAft>
                <a:spcPts val="1200"/>
              </a:spcAft>
              <a:buFont typeface="Arial" panose="020B0604020202020204" pitchFamily="34" charset="0"/>
              <a:buChar char="•"/>
            </a:pPr>
            <a:r>
              <a:rPr lang="en-GB" sz="3200" dirty="0"/>
              <a:t>Moves to next unsorted value if no swap done</a:t>
            </a:r>
          </a:p>
        </p:txBody>
      </p:sp>
      <p:pic>
        <p:nvPicPr>
          <p:cNvPr id="5" name="Picture 4">
            <a:extLst>
              <a:ext uri="{FF2B5EF4-FFF2-40B4-BE49-F238E27FC236}">
                <a16:creationId xmlns:a16="http://schemas.microsoft.com/office/drawing/2014/main" id="{36CFFEDA-EF66-4372-8B0B-BC702A36DA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36789"/>
            <a:ext cx="10191750" cy="1838325"/>
          </a:xfrm>
          <a:prstGeom prst="rect">
            <a:avLst/>
          </a:prstGeom>
        </p:spPr>
      </p:pic>
    </p:spTree>
    <p:extLst>
      <p:ext uri="{BB962C8B-B14F-4D97-AF65-F5344CB8AC3E}">
        <p14:creationId xmlns:p14="http://schemas.microsoft.com/office/powerpoint/2010/main" val="1549909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75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2558357908"/>
              </p:ext>
            </p:extLst>
          </p:nvPr>
        </p:nvGraphicFramePr>
        <p:xfrm>
          <a:off x="2844800" y="201834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1522097501"/>
              </p:ext>
            </p:extLst>
          </p:nvPr>
        </p:nvGraphicFramePr>
        <p:xfrm>
          <a:off x="2844800" y="143922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2154732927"/>
              </p:ext>
            </p:extLst>
          </p:nvPr>
        </p:nvGraphicFramePr>
        <p:xfrm>
          <a:off x="2844800" y="403062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2886427433"/>
              </p:ext>
            </p:extLst>
          </p:nvPr>
        </p:nvGraphicFramePr>
        <p:xfrm>
          <a:off x="2844800" y="345150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2197090" y="1763662"/>
            <a:ext cx="647710"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2070533" y="3770267"/>
            <a:ext cx="763324"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grpSp>
        <p:nvGrpSpPr>
          <p:cNvPr id="14" name="Group 13">
            <a:extLst>
              <a:ext uri="{FF2B5EF4-FFF2-40B4-BE49-F238E27FC236}">
                <a16:creationId xmlns:a16="http://schemas.microsoft.com/office/drawing/2014/main" id="{6157FED8-9763-453D-93BB-5ADDF3F2FB14}"/>
              </a:ext>
            </a:extLst>
          </p:cNvPr>
          <p:cNvGrpSpPr/>
          <p:nvPr/>
        </p:nvGrpSpPr>
        <p:grpSpPr>
          <a:xfrm>
            <a:off x="4203273" y="2577207"/>
            <a:ext cx="2849489" cy="540000"/>
            <a:chOff x="4203273" y="2742462"/>
            <a:chExt cx="2849489" cy="540000"/>
          </a:xfrm>
        </p:grpSpPr>
        <p:grpSp>
          <p:nvGrpSpPr>
            <p:cNvPr id="10" name="Group 9">
              <a:extLst>
                <a:ext uri="{FF2B5EF4-FFF2-40B4-BE49-F238E27FC236}">
                  <a16:creationId xmlns:a16="http://schemas.microsoft.com/office/drawing/2014/main" id="{5A4ABAAF-9207-4582-A0F3-198860364520}"/>
                </a:ext>
              </a:extLst>
            </p:cNvPr>
            <p:cNvGrpSpPr/>
            <p:nvPr/>
          </p:nvGrpSpPr>
          <p:grpSpPr>
            <a:xfrm>
              <a:off x="4549967" y="2742462"/>
              <a:ext cx="1800000" cy="540000"/>
              <a:chOff x="0" y="2852214"/>
              <a:chExt cx="1800000" cy="540000"/>
            </a:xfrm>
          </p:grpSpPr>
          <p:cxnSp>
            <p:nvCxnSpPr>
              <p:cNvPr id="6" name="Straight Connector 5">
                <a:extLst>
                  <a:ext uri="{FF2B5EF4-FFF2-40B4-BE49-F238E27FC236}">
                    <a16:creationId xmlns:a16="http://schemas.microsoft.com/office/drawing/2014/main" id="{F3ED7AE7-436E-464F-A754-6D17A1008A46}"/>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412942F-7DA7-4E15-95E1-661FC63ACDDB}"/>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16" name="Rectangle 15">
              <a:extLst>
                <a:ext uri="{FF2B5EF4-FFF2-40B4-BE49-F238E27FC236}">
                  <a16:creationId xmlns:a16="http://schemas.microsoft.com/office/drawing/2014/main" id="{C56035C2-A117-47DD-8650-455454D2707D}"/>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17" name="Rectangle 16">
              <a:extLst>
                <a:ext uri="{FF2B5EF4-FFF2-40B4-BE49-F238E27FC236}">
                  <a16:creationId xmlns:a16="http://schemas.microsoft.com/office/drawing/2014/main" id="{065E5B11-14F8-4641-A536-2B243AAA3961}"/>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19" name="Group 18">
            <a:extLst>
              <a:ext uri="{FF2B5EF4-FFF2-40B4-BE49-F238E27FC236}">
                <a16:creationId xmlns:a16="http://schemas.microsoft.com/office/drawing/2014/main" id="{67896CCC-906E-4B54-871C-6C21D5147C8E}"/>
              </a:ext>
            </a:extLst>
          </p:cNvPr>
          <p:cNvGrpSpPr/>
          <p:nvPr/>
        </p:nvGrpSpPr>
        <p:grpSpPr>
          <a:xfrm>
            <a:off x="5505052" y="4594002"/>
            <a:ext cx="2849489" cy="540000"/>
            <a:chOff x="4203273" y="2742462"/>
            <a:chExt cx="2849489" cy="540000"/>
          </a:xfrm>
        </p:grpSpPr>
        <p:grpSp>
          <p:nvGrpSpPr>
            <p:cNvPr id="20" name="Group 19">
              <a:extLst>
                <a:ext uri="{FF2B5EF4-FFF2-40B4-BE49-F238E27FC236}">
                  <a16:creationId xmlns:a16="http://schemas.microsoft.com/office/drawing/2014/main" id="{9AF5BD8E-997E-4B08-A425-188C826AD8ED}"/>
                </a:ext>
              </a:extLst>
            </p:cNvPr>
            <p:cNvGrpSpPr/>
            <p:nvPr/>
          </p:nvGrpSpPr>
          <p:grpSpPr>
            <a:xfrm>
              <a:off x="4549967" y="2742462"/>
              <a:ext cx="1800000" cy="540000"/>
              <a:chOff x="0" y="2852214"/>
              <a:chExt cx="1800000" cy="540000"/>
            </a:xfrm>
          </p:grpSpPr>
          <p:cxnSp>
            <p:nvCxnSpPr>
              <p:cNvPr id="23" name="Straight Connector 22">
                <a:extLst>
                  <a:ext uri="{FF2B5EF4-FFF2-40B4-BE49-F238E27FC236}">
                    <a16:creationId xmlns:a16="http://schemas.microsoft.com/office/drawing/2014/main" id="{F227BEB1-0692-40AB-AF0D-B1FCA8F05EF2}"/>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2029BEBF-15F0-434E-BC3C-8D4078F6E06D}"/>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Rectangle 20">
              <a:extLst>
                <a:ext uri="{FF2B5EF4-FFF2-40B4-BE49-F238E27FC236}">
                  <a16:creationId xmlns:a16="http://schemas.microsoft.com/office/drawing/2014/main" id="{375C19ED-35CF-4240-8EC0-F0628BCEFCA6}"/>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2" name="Rectangle 21">
              <a:extLst>
                <a:ext uri="{FF2B5EF4-FFF2-40B4-BE49-F238E27FC236}">
                  <a16:creationId xmlns:a16="http://schemas.microsoft.com/office/drawing/2014/main" id="{7BC9ABB9-F850-4300-9BB1-77422577001C}"/>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
        <p:nvSpPr>
          <p:cNvPr id="25" name="Rectangle 24">
            <a:extLst>
              <a:ext uri="{FF2B5EF4-FFF2-40B4-BE49-F238E27FC236}">
                <a16:creationId xmlns:a16="http://schemas.microsoft.com/office/drawing/2014/main" id="{2CACACAF-6E10-49E9-8DDC-6AA06F71159F}"/>
              </a:ext>
            </a:extLst>
          </p:cNvPr>
          <p:cNvSpPr/>
          <p:nvPr/>
        </p:nvSpPr>
        <p:spPr>
          <a:xfrm>
            <a:off x="2200490" y="5323597"/>
            <a:ext cx="779102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first</a:t>
            </a:r>
          </a:p>
          <a:p>
            <a:pPr marL="285750" indent="-285750">
              <a:spcAft>
                <a:spcPts val="1200"/>
              </a:spcAft>
              <a:buFont typeface="Arial" panose="020B0604020202020204" pitchFamily="34" charset="0"/>
              <a:buChar char="•"/>
            </a:pPr>
            <a:r>
              <a:rPr lang="en-GB" sz="3200" dirty="0"/>
              <a:t>Current value</a:t>
            </a:r>
          </a:p>
        </p:txBody>
      </p:sp>
    </p:spTree>
    <p:extLst>
      <p:ext uri="{BB962C8B-B14F-4D97-AF65-F5344CB8AC3E}">
        <p14:creationId xmlns:p14="http://schemas.microsoft.com/office/powerpoint/2010/main" val="1059950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animEffect transition="in" filter="wipe(left)">
                                      <p:cBhvr>
                                        <p:cTn id="7" dur="1000"/>
                                        <p:tgtEl>
                                          <p:spTgt spid="2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5">
                                            <p:txEl>
                                              <p:pRg st="1" end="1"/>
                                            </p:txEl>
                                          </p:spTgt>
                                        </p:tgtEl>
                                        <p:attrNameLst>
                                          <p:attrName>style.visibility</p:attrName>
                                        </p:attrNameLst>
                                      </p:cBhvr>
                                      <p:to>
                                        <p:strVal val="visible"/>
                                      </p:to>
                                    </p:set>
                                    <p:animEffect transition="in" filter="wipe(left)">
                                      <p:cBhvr>
                                        <p:cTn id="12" dur="1750"/>
                                        <p:tgtEl>
                                          <p:spTgt spid="2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547294"/>
            <a:ext cx="10515600" cy="1325563"/>
          </a:xfrm>
        </p:spPr>
        <p:txBody>
          <a:bodyPr/>
          <a:lstStyle/>
          <a:p>
            <a:r>
              <a:rPr lang="en-GB" dirty="0"/>
              <a:t>Insertion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179994816"/>
              </p:ext>
            </p:extLst>
          </p:nvPr>
        </p:nvGraphicFramePr>
        <p:xfrm>
          <a:off x="2833580" y="220385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extLst>
              <p:ext uri="{D42A27DB-BD31-4B8C-83A1-F6EECF244321}">
                <p14:modId xmlns:p14="http://schemas.microsoft.com/office/powerpoint/2010/main" val="417474066"/>
              </p:ext>
            </p:extLst>
          </p:nvPr>
        </p:nvGraphicFramePr>
        <p:xfrm>
          <a:off x="2844800" y="37056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87744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574228792"/>
              </p:ext>
            </p:extLst>
          </p:nvPr>
        </p:nvGraphicFramePr>
        <p:xfrm>
          <a:off x="2833580" y="15229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extLst>
              <p:ext uri="{D42A27DB-BD31-4B8C-83A1-F6EECF244321}">
                <p14:modId xmlns:p14="http://schemas.microsoft.com/office/powerpoint/2010/main" val="1112495869"/>
              </p:ext>
            </p:extLst>
          </p:nvPr>
        </p:nvGraphicFramePr>
        <p:xfrm>
          <a:off x="2844800" y="43864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pSp>
        <p:nvGrpSpPr>
          <p:cNvPr id="13" name="Group 12">
            <a:extLst>
              <a:ext uri="{FF2B5EF4-FFF2-40B4-BE49-F238E27FC236}">
                <a16:creationId xmlns:a16="http://schemas.microsoft.com/office/drawing/2014/main" id="{3AF2A79B-9D6A-4A13-B925-390B6A22FE40}"/>
              </a:ext>
            </a:extLst>
          </p:cNvPr>
          <p:cNvGrpSpPr/>
          <p:nvPr/>
        </p:nvGrpSpPr>
        <p:grpSpPr>
          <a:xfrm>
            <a:off x="4192436" y="2777018"/>
            <a:ext cx="2849489" cy="540000"/>
            <a:chOff x="4203273" y="2742462"/>
            <a:chExt cx="2849489" cy="540000"/>
          </a:xfrm>
        </p:grpSpPr>
        <p:grpSp>
          <p:nvGrpSpPr>
            <p:cNvPr id="14" name="Group 13">
              <a:extLst>
                <a:ext uri="{FF2B5EF4-FFF2-40B4-BE49-F238E27FC236}">
                  <a16:creationId xmlns:a16="http://schemas.microsoft.com/office/drawing/2014/main" id="{1784384B-8301-4F14-A2F3-DA5741EA44B4}"/>
                </a:ext>
              </a:extLst>
            </p:cNvPr>
            <p:cNvGrpSpPr/>
            <p:nvPr/>
          </p:nvGrpSpPr>
          <p:grpSpPr>
            <a:xfrm>
              <a:off x="4549967" y="2742462"/>
              <a:ext cx="1800000" cy="540000"/>
              <a:chOff x="0" y="2852214"/>
              <a:chExt cx="1800000" cy="540000"/>
            </a:xfrm>
          </p:grpSpPr>
          <p:cxnSp>
            <p:nvCxnSpPr>
              <p:cNvPr id="19" name="Straight Connector 18">
                <a:extLst>
                  <a:ext uri="{FF2B5EF4-FFF2-40B4-BE49-F238E27FC236}">
                    <a16:creationId xmlns:a16="http://schemas.microsoft.com/office/drawing/2014/main" id="{A99D0EB9-A51C-4E52-AEE2-D728B79499D9}"/>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97A26E3-A28B-4E59-866E-BA3DB3F94E00}"/>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17" name="Rectangle 16">
              <a:extLst>
                <a:ext uri="{FF2B5EF4-FFF2-40B4-BE49-F238E27FC236}">
                  <a16:creationId xmlns:a16="http://schemas.microsoft.com/office/drawing/2014/main" id="{6716E519-CCE8-4D35-ADE5-86A7C4EB652F}"/>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18" name="Rectangle 17">
              <a:extLst>
                <a:ext uri="{FF2B5EF4-FFF2-40B4-BE49-F238E27FC236}">
                  <a16:creationId xmlns:a16="http://schemas.microsoft.com/office/drawing/2014/main" id="{A8D47C8B-F4BF-4E6C-A2F7-76376B2D0EA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21" name="Group 20">
            <a:extLst>
              <a:ext uri="{FF2B5EF4-FFF2-40B4-BE49-F238E27FC236}">
                <a16:creationId xmlns:a16="http://schemas.microsoft.com/office/drawing/2014/main" id="{A0C19CCB-F8CA-40B0-8A21-97657AE58BDA}"/>
              </a:ext>
            </a:extLst>
          </p:cNvPr>
          <p:cNvGrpSpPr/>
          <p:nvPr/>
        </p:nvGrpSpPr>
        <p:grpSpPr>
          <a:xfrm>
            <a:off x="5505919" y="4959662"/>
            <a:ext cx="2849489" cy="540000"/>
            <a:chOff x="4203273" y="2742462"/>
            <a:chExt cx="2849489" cy="540000"/>
          </a:xfrm>
        </p:grpSpPr>
        <p:grpSp>
          <p:nvGrpSpPr>
            <p:cNvPr id="22" name="Group 21">
              <a:extLst>
                <a:ext uri="{FF2B5EF4-FFF2-40B4-BE49-F238E27FC236}">
                  <a16:creationId xmlns:a16="http://schemas.microsoft.com/office/drawing/2014/main" id="{7E6AFC6F-DEA8-4A3C-ABFE-4342BAE4DAE0}"/>
                </a:ext>
              </a:extLst>
            </p:cNvPr>
            <p:cNvGrpSpPr/>
            <p:nvPr/>
          </p:nvGrpSpPr>
          <p:grpSpPr>
            <a:xfrm>
              <a:off x="4549967" y="2742462"/>
              <a:ext cx="1800000" cy="540000"/>
              <a:chOff x="0" y="2852214"/>
              <a:chExt cx="1800000" cy="540000"/>
            </a:xfrm>
          </p:grpSpPr>
          <p:cxnSp>
            <p:nvCxnSpPr>
              <p:cNvPr id="25" name="Straight Connector 24">
                <a:extLst>
                  <a:ext uri="{FF2B5EF4-FFF2-40B4-BE49-F238E27FC236}">
                    <a16:creationId xmlns:a16="http://schemas.microsoft.com/office/drawing/2014/main" id="{51573EDC-62F2-4FD9-B155-44EBCA061419}"/>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B7D05CA-2235-40E6-A227-2208772FADA7}"/>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3" name="Rectangle 22">
              <a:extLst>
                <a:ext uri="{FF2B5EF4-FFF2-40B4-BE49-F238E27FC236}">
                  <a16:creationId xmlns:a16="http://schemas.microsoft.com/office/drawing/2014/main" id="{FC46362C-5C73-4E6D-8171-C45746DDA252}"/>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4" name="Rectangle 23">
              <a:extLst>
                <a:ext uri="{FF2B5EF4-FFF2-40B4-BE49-F238E27FC236}">
                  <a16:creationId xmlns:a16="http://schemas.microsoft.com/office/drawing/2014/main" id="{AE6B0E9C-6FC0-4BE1-BFBA-F644B02907A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Tree>
    <p:extLst>
      <p:ext uri="{BB962C8B-B14F-4D97-AF65-F5344CB8AC3E}">
        <p14:creationId xmlns:p14="http://schemas.microsoft.com/office/powerpoint/2010/main" val="36849087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extLst>
              <p:ext uri="{D42A27DB-BD31-4B8C-83A1-F6EECF244321}">
                <p14:modId xmlns:p14="http://schemas.microsoft.com/office/powerpoint/2010/main" val="3743146517"/>
              </p:ext>
            </p:extLst>
          </p:nvPr>
        </p:nvGraphicFramePr>
        <p:xfrm>
          <a:off x="2844800" y="389241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1" name="Arrow: Left-Right 10">
            <a:extLst>
              <a:ext uri="{FF2B5EF4-FFF2-40B4-BE49-F238E27FC236}">
                <a16:creationId xmlns:a16="http://schemas.microsoft.com/office/drawing/2014/main" id="{2309FD19-BB21-48D2-B120-63E665B3E0FB}"/>
              </a:ext>
            </a:extLst>
          </p:cNvPr>
          <p:cNvSpPr/>
          <p:nvPr/>
        </p:nvSpPr>
        <p:spPr>
          <a:xfrm>
            <a:off x="5084908" y="4061561"/>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3" name="Table 12">
            <a:extLst>
              <a:ext uri="{FF2B5EF4-FFF2-40B4-BE49-F238E27FC236}">
                <a16:creationId xmlns:a16="http://schemas.microsoft.com/office/drawing/2014/main" id="{031C4D91-E3D7-477B-BEA9-9118804B9D2F}"/>
              </a:ext>
            </a:extLst>
          </p:cNvPr>
          <p:cNvGraphicFramePr>
            <a:graphicFrameLocks noGrp="1"/>
          </p:cNvGraphicFramePr>
          <p:nvPr>
            <p:extLst>
              <p:ext uri="{D42A27DB-BD31-4B8C-83A1-F6EECF244321}">
                <p14:modId xmlns:p14="http://schemas.microsoft.com/office/powerpoint/2010/main" val="644658240"/>
              </p:ext>
            </p:extLst>
          </p:nvPr>
        </p:nvGraphicFramePr>
        <p:xfrm>
          <a:off x="2844800" y="453577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BE6D9538-CB46-465E-80FF-7142F11A169B}"/>
              </a:ext>
            </a:extLst>
          </p:cNvPr>
          <p:cNvGraphicFramePr>
            <a:graphicFrameLocks noGrp="1"/>
          </p:cNvGraphicFramePr>
          <p:nvPr>
            <p:extLst>
              <p:ext uri="{D42A27DB-BD31-4B8C-83A1-F6EECF244321}">
                <p14:modId xmlns:p14="http://schemas.microsoft.com/office/powerpoint/2010/main" val="3636272724"/>
              </p:ext>
            </p:extLst>
          </p:nvPr>
        </p:nvGraphicFramePr>
        <p:xfrm>
          <a:off x="2844800" y="256449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CFD8CE2D-084E-4857-B98F-E6734377C991}"/>
              </a:ext>
            </a:extLst>
          </p:cNvPr>
          <p:cNvGraphicFramePr>
            <a:graphicFrameLocks noGrp="1"/>
          </p:cNvGraphicFramePr>
          <p:nvPr>
            <p:extLst>
              <p:ext uri="{D42A27DB-BD31-4B8C-83A1-F6EECF244321}">
                <p14:modId xmlns:p14="http://schemas.microsoft.com/office/powerpoint/2010/main" val="529587916"/>
              </p:ext>
            </p:extLst>
          </p:nvPr>
        </p:nvGraphicFramePr>
        <p:xfrm>
          <a:off x="2844800" y="324538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87BB941C-8DDD-4827-BE22-36AC1E39248C}"/>
              </a:ext>
            </a:extLst>
          </p:cNvPr>
          <p:cNvSpPr/>
          <p:nvPr/>
        </p:nvSpPr>
        <p:spPr>
          <a:xfrm>
            <a:off x="6388900" y="2733644"/>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DABE769F-F13F-4C26-B54D-05FD87770F84}"/>
              </a:ext>
            </a:extLst>
          </p:cNvPr>
          <p:cNvGrpSpPr/>
          <p:nvPr/>
        </p:nvGrpSpPr>
        <p:grpSpPr>
          <a:xfrm>
            <a:off x="6800642" y="5114891"/>
            <a:ext cx="2849489" cy="540000"/>
            <a:chOff x="4203273" y="2742462"/>
            <a:chExt cx="2849489" cy="540000"/>
          </a:xfrm>
        </p:grpSpPr>
        <p:grpSp>
          <p:nvGrpSpPr>
            <p:cNvPr id="22" name="Group 21">
              <a:extLst>
                <a:ext uri="{FF2B5EF4-FFF2-40B4-BE49-F238E27FC236}">
                  <a16:creationId xmlns:a16="http://schemas.microsoft.com/office/drawing/2014/main" id="{114EB818-EB8E-496C-B372-4EE74A6DF8BC}"/>
                </a:ext>
              </a:extLst>
            </p:cNvPr>
            <p:cNvGrpSpPr/>
            <p:nvPr/>
          </p:nvGrpSpPr>
          <p:grpSpPr>
            <a:xfrm>
              <a:off x="4549967" y="2742462"/>
              <a:ext cx="1800000" cy="540000"/>
              <a:chOff x="0" y="2852214"/>
              <a:chExt cx="1800000" cy="540000"/>
            </a:xfrm>
          </p:grpSpPr>
          <p:cxnSp>
            <p:nvCxnSpPr>
              <p:cNvPr id="25" name="Straight Connector 24">
                <a:extLst>
                  <a:ext uri="{FF2B5EF4-FFF2-40B4-BE49-F238E27FC236}">
                    <a16:creationId xmlns:a16="http://schemas.microsoft.com/office/drawing/2014/main" id="{C80D603F-14FC-48F6-8581-FE3B958406B1}"/>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071C4B1-B5F4-4801-A2DA-6F762310897A}"/>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3" name="Rectangle 22">
              <a:extLst>
                <a:ext uri="{FF2B5EF4-FFF2-40B4-BE49-F238E27FC236}">
                  <a16:creationId xmlns:a16="http://schemas.microsoft.com/office/drawing/2014/main" id="{B5B75018-48B2-4313-AF51-EA6DE499023A}"/>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4" name="Rectangle 23">
              <a:extLst>
                <a:ext uri="{FF2B5EF4-FFF2-40B4-BE49-F238E27FC236}">
                  <a16:creationId xmlns:a16="http://schemas.microsoft.com/office/drawing/2014/main" id="{8BF0AD8D-EB09-4859-B2CE-BF987C6457F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Tree>
    <p:extLst>
      <p:ext uri="{BB962C8B-B14F-4D97-AF65-F5344CB8AC3E}">
        <p14:creationId xmlns:p14="http://schemas.microsoft.com/office/powerpoint/2010/main" val="3499305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E6453378-CB6D-4F28-879A-D492B87A1A92}"/>
              </a:ext>
            </a:extLst>
          </p:cNvPr>
          <p:cNvGraphicFramePr>
            <a:graphicFrameLocks noGrp="1"/>
          </p:cNvGraphicFramePr>
          <p:nvPr>
            <p:extLst>
              <p:ext uri="{D42A27DB-BD31-4B8C-83A1-F6EECF244321}">
                <p14:modId xmlns:p14="http://schemas.microsoft.com/office/powerpoint/2010/main" val="2831084715"/>
              </p:ext>
            </p:extLst>
          </p:nvPr>
        </p:nvGraphicFramePr>
        <p:xfrm>
          <a:off x="2844800" y="510242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CA600D0D-BC05-469D-82A7-11D7A9322BBA}"/>
              </a:ext>
            </a:extLst>
          </p:cNvPr>
          <p:cNvGraphicFramePr>
            <a:graphicFrameLocks noGrp="1"/>
          </p:cNvGraphicFramePr>
          <p:nvPr>
            <p:extLst>
              <p:ext uri="{D42A27DB-BD31-4B8C-83A1-F6EECF244321}">
                <p14:modId xmlns:p14="http://schemas.microsoft.com/office/powerpoint/2010/main" val="765753467"/>
              </p:ext>
            </p:extLst>
          </p:nvPr>
        </p:nvGraphicFramePr>
        <p:xfrm>
          <a:off x="2844800" y="333751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DA48355-3E78-4A2B-A62A-5B202FC3E92C}"/>
              </a:ext>
            </a:extLst>
          </p:cNvPr>
          <p:cNvGraphicFramePr>
            <a:graphicFrameLocks noGrp="1"/>
          </p:cNvGraphicFramePr>
          <p:nvPr>
            <p:extLst>
              <p:ext uri="{D42A27DB-BD31-4B8C-83A1-F6EECF244321}">
                <p14:modId xmlns:p14="http://schemas.microsoft.com/office/powerpoint/2010/main" val="1106845067"/>
              </p:ext>
            </p:extLst>
          </p:nvPr>
        </p:nvGraphicFramePr>
        <p:xfrm>
          <a:off x="2844800" y="408577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7FCD15D7-BD1B-43DE-B71E-2000DC60B003}"/>
              </a:ext>
            </a:extLst>
          </p:cNvPr>
          <p:cNvSpPr/>
          <p:nvPr/>
        </p:nvSpPr>
        <p:spPr>
          <a:xfrm>
            <a:off x="6388190" y="4254926"/>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4" name="Table 13">
            <a:extLst>
              <a:ext uri="{FF2B5EF4-FFF2-40B4-BE49-F238E27FC236}">
                <a16:creationId xmlns:a16="http://schemas.microsoft.com/office/drawing/2014/main" id="{E3E9DD54-4A52-45BA-932D-FD2D925BD23C}"/>
              </a:ext>
            </a:extLst>
          </p:cNvPr>
          <p:cNvGraphicFramePr>
            <a:graphicFrameLocks noGrp="1"/>
          </p:cNvGraphicFramePr>
          <p:nvPr>
            <p:extLst>
              <p:ext uri="{D42A27DB-BD31-4B8C-83A1-F6EECF244321}">
                <p14:modId xmlns:p14="http://schemas.microsoft.com/office/powerpoint/2010/main" val="1098604167"/>
              </p:ext>
            </p:extLst>
          </p:nvPr>
        </p:nvGraphicFramePr>
        <p:xfrm>
          <a:off x="2844800" y="267381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778254128"/>
                  </a:ext>
                </a:extLst>
              </a:tr>
            </a:tbl>
          </a:graphicData>
        </a:graphic>
      </p:graphicFrame>
      <p:sp>
        <p:nvSpPr>
          <p:cNvPr id="15" name="Arrow: Left-Right 14">
            <a:extLst>
              <a:ext uri="{FF2B5EF4-FFF2-40B4-BE49-F238E27FC236}">
                <a16:creationId xmlns:a16="http://schemas.microsoft.com/office/drawing/2014/main" id="{7371C7CE-6515-4359-91F7-609AEAA4D345}"/>
              </a:ext>
            </a:extLst>
          </p:cNvPr>
          <p:cNvSpPr/>
          <p:nvPr/>
        </p:nvSpPr>
        <p:spPr>
          <a:xfrm>
            <a:off x="7696728" y="2842964"/>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306745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E6453378-CB6D-4F28-879A-D492B87A1A92}"/>
              </a:ext>
            </a:extLst>
          </p:cNvPr>
          <p:cNvGraphicFramePr>
            <a:graphicFrameLocks noGrp="1"/>
          </p:cNvGraphicFramePr>
          <p:nvPr/>
        </p:nvGraphicFramePr>
        <p:xfrm>
          <a:off x="2844800" y="284988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6" name="Table 15">
            <a:extLst>
              <a:ext uri="{FF2B5EF4-FFF2-40B4-BE49-F238E27FC236}">
                <a16:creationId xmlns:a16="http://schemas.microsoft.com/office/drawing/2014/main" id="{AF822A81-91E6-4550-B3EA-E2A325930E33}"/>
              </a:ext>
            </a:extLst>
          </p:cNvPr>
          <p:cNvGraphicFramePr>
            <a:graphicFrameLocks noGrp="1"/>
          </p:cNvGraphicFramePr>
          <p:nvPr/>
        </p:nvGraphicFramePr>
        <p:xfrm>
          <a:off x="2844800" y="359814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2B5BFAF8-98BE-49AA-B807-5103B9D519E2}"/>
              </a:ext>
            </a:extLst>
          </p:cNvPr>
          <p:cNvSpPr/>
          <p:nvPr/>
        </p:nvSpPr>
        <p:spPr>
          <a:xfrm>
            <a:off x="5090161" y="3767296"/>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64CA431E-440E-4ABF-AE22-55D2770385CB}"/>
              </a:ext>
            </a:extLst>
          </p:cNvPr>
          <p:cNvGraphicFramePr>
            <a:graphicFrameLocks noGrp="1"/>
          </p:cNvGraphicFramePr>
          <p:nvPr/>
        </p:nvGraphicFramePr>
        <p:xfrm>
          <a:off x="2844800" y="437841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0" name="Table 9">
            <a:extLst>
              <a:ext uri="{FF2B5EF4-FFF2-40B4-BE49-F238E27FC236}">
                <a16:creationId xmlns:a16="http://schemas.microsoft.com/office/drawing/2014/main" id="{A3AB480D-6425-4C86-A2F1-8A7204A65018}"/>
              </a:ext>
            </a:extLst>
          </p:cNvPr>
          <p:cNvGraphicFramePr>
            <a:graphicFrameLocks noGrp="1"/>
          </p:cNvGraphicFramePr>
          <p:nvPr/>
        </p:nvGraphicFramePr>
        <p:xfrm>
          <a:off x="2844800" y="5158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7142980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sp>
        <p:nvSpPr>
          <p:cNvPr id="3" name="Middle =">
            <a:extLst>
              <a:ext uri="{FF2B5EF4-FFF2-40B4-BE49-F238E27FC236}">
                <a16:creationId xmlns:a16="http://schemas.microsoft.com/office/drawing/2014/main" id="{6FFDD233-4C25-438E-92B3-B81ABA0277DB}"/>
              </a:ext>
            </a:extLst>
          </p:cNvPr>
          <p:cNvSpPr/>
          <p:nvPr/>
        </p:nvSpPr>
        <p:spPr>
          <a:xfrm>
            <a:off x="2432942" y="4739633"/>
            <a:ext cx="7322646" cy="1877437"/>
          </a:xfrm>
          <a:prstGeom prst="rect">
            <a:avLst/>
          </a:prstGeom>
        </p:spPr>
        <p:txBody>
          <a:bodyPr wrap="non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sp>
        <p:nvSpPr>
          <p:cNvPr id="26" name="Values already sorted">
            <a:extLst>
              <a:ext uri="{FF2B5EF4-FFF2-40B4-BE49-F238E27FC236}">
                <a16:creationId xmlns:a16="http://schemas.microsoft.com/office/drawing/2014/main" id="{A3AF31AC-0988-40B2-A3E3-AF55111E8959}"/>
              </a:ext>
            </a:extLst>
          </p:cNvPr>
          <p:cNvSpPr/>
          <p:nvPr/>
        </p:nvSpPr>
        <p:spPr>
          <a:xfrm>
            <a:off x="7962487" y="1342867"/>
            <a:ext cx="3391313" cy="523220"/>
          </a:xfrm>
          <a:prstGeom prst="rect">
            <a:avLst/>
          </a:prstGeom>
        </p:spPr>
        <p:txBody>
          <a:bodyPr wrap="none">
            <a:spAutoFit/>
          </a:bodyPr>
          <a:lstStyle/>
          <a:p>
            <a:pPr algn="r"/>
            <a:r>
              <a:rPr lang="en-GB" sz="2800" b="1" dirty="0">
                <a:solidFill>
                  <a:srgbClr val="7030A0"/>
                </a:solidFill>
              </a:rPr>
              <a:t>Values already sorted</a:t>
            </a:r>
          </a:p>
        </p:txBody>
      </p:sp>
      <p:sp>
        <p:nvSpPr>
          <p:cNvPr id="21" name="Target">
            <a:extLst>
              <a:ext uri="{FF2B5EF4-FFF2-40B4-BE49-F238E27FC236}">
                <a16:creationId xmlns:a16="http://schemas.microsoft.com/office/drawing/2014/main" id="{2796F581-AE5A-4481-9A12-3254A56C8A10}"/>
              </a:ext>
            </a:extLst>
          </p:cNvPr>
          <p:cNvSpPr/>
          <p:nvPr/>
        </p:nvSpPr>
        <p:spPr>
          <a:xfrm>
            <a:off x="960418" y="4216413"/>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
        <p:nvSpPr>
          <p:cNvPr id="17" name="Start 1">
            <a:extLst>
              <a:ext uri="{FF2B5EF4-FFF2-40B4-BE49-F238E27FC236}">
                <a16:creationId xmlns:a16="http://schemas.microsoft.com/office/drawing/2014/main" id="{72D8836E-A56D-4B4C-B1F2-7068DE144A6C}"/>
              </a:ext>
            </a:extLst>
          </p:cNvPr>
          <p:cNvSpPr/>
          <p:nvPr/>
        </p:nvSpPr>
        <p:spPr>
          <a:xfrm>
            <a:off x="2481219"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End 6">
            <a:extLst>
              <a:ext uri="{FF2B5EF4-FFF2-40B4-BE49-F238E27FC236}">
                <a16:creationId xmlns:a16="http://schemas.microsoft.com/office/drawing/2014/main" id="{492BB6DC-FB54-45DC-9594-6690B3E0CFBC}"/>
              </a:ext>
            </a:extLst>
          </p:cNvPr>
          <p:cNvSpPr/>
          <p:nvPr/>
        </p:nvSpPr>
        <p:spPr>
          <a:xfrm>
            <a:off x="10013800" y="2523023"/>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Middle 3">
            <a:extLst>
              <a:ext uri="{FF2B5EF4-FFF2-40B4-BE49-F238E27FC236}">
                <a16:creationId xmlns:a16="http://schemas.microsoft.com/office/drawing/2014/main" id="{25E42847-F3CF-4FD5-85CF-4A86560F5ED5}"/>
              </a:ext>
            </a:extLst>
          </p:cNvPr>
          <p:cNvSpPr/>
          <p:nvPr/>
        </p:nvSpPr>
        <p:spPr>
          <a:xfrm>
            <a:off x="6104543"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8" name="Table 1 - Original">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42634330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2 - Start">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119271079"/>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2" name="Table 3 - End">
            <a:extLst>
              <a:ext uri="{FF2B5EF4-FFF2-40B4-BE49-F238E27FC236}">
                <a16:creationId xmlns:a16="http://schemas.microsoft.com/office/drawing/2014/main" id="{F72B634A-1DA1-4296-84A5-B9ADDD4B3D2B}"/>
              </a:ext>
            </a:extLst>
          </p:cNvPr>
          <p:cNvGraphicFramePr>
            <a:graphicFrameLocks noGrp="1"/>
          </p:cNvGraphicFramePr>
          <p:nvPr>
            <p:extLst>
              <p:ext uri="{D42A27DB-BD31-4B8C-83A1-F6EECF244321}">
                <p14:modId xmlns:p14="http://schemas.microsoft.com/office/powerpoint/2010/main" val="23722713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3" name="Table 4 - Middle">
            <a:extLst>
              <a:ext uri="{FF2B5EF4-FFF2-40B4-BE49-F238E27FC236}">
                <a16:creationId xmlns:a16="http://schemas.microsoft.com/office/drawing/2014/main" id="{95B51599-7E48-4BED-B2BE-6FB94B5F2F1D}"/>
              </a:ext>
            </a:extLst>
          </p:cNvPr>
          <p:cNvGraphicFramePr>
            <a:graphicFrameLocks noGrp="1"/>
          </p:cNvGraphicFramePr>
          <p:nvPr>
            <p:extLst>
              <p:ext uri="{D42A27DB-BD31-4B8C-83A1-F6EECF244321}">
                <p14:modId xmlns:p14="http://schemas.microsoft.com/office/powerpoint/2010/main" val="28020621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5" name="Table 5 - False">
            <a:extLst>
              <a:ext uri="{FF2B5EF4-FFF2-40B4-BE49-F238E27FC236}">
                <a16:creationId xmlns:a16="http://schemas.microsoft.com/office/drawing/2014/main" id="{F43C32A7-50A6-4847-88F7-047D9B682315}"/>
              </a:ext>
            </a:extLst>
          </p:cNvPr>
          <p:cNvGraphicFramePr>
            <a:graphicFrameLocks noGrp="1"/>
          </p:cNvGraphicFramePr>
          <p:nvPr>
            <p:extLst>
              <p:ext uri="{D42A27DB-BD31-4B8C-83A1-F6EECF244321}">
                <p14:modId xmlns:p14="http://schemas.microsoft.com/office/powerpoint/2010/main" val="280199554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6" name="Table 6 - Start">
            <a:extLst>
              <a:ext uri="{FF2B5EF4-FFF2-40B4-BE49-F238E27FC236}">
                <a16:creationId xmlns:a16="http://schemas.microsoft.com/office/drawing/2014/main" id="{5B92BF09-378B-4142-8DD3-5D48FB1C4C61}"/>
              </a:ext>
            </a:extLst>
          </p:cNvPr>
          <p:cNvGraphicFramePr>
            <a:graphicFrameLocks noGrp="1"/>
          </p:cNvGraphicFramePr>
          <p:nvPr>
            <p:extLst>
              <p:ext uri="{D42A27DB-BD31-4B8C-83A1-F6EECF244321}">
                <p14:modId xmlns:p14="http://schemas.microsoft.com/office/powerpoint/2010/main" val="93051800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9" name="Start 4">
            <a:extLst>
              <a:ext uri="{FF2B5EF4-FFF2-40B4-BE49-F238E27FC236}">
                <a16:creationId xmlns:a16="http://schemas.microsoft.com/office/drawing/2014/main" id="{14D0CD86-B710-49E3-95F2-112C5F77D402}"/>
              </a:ext>
            </a:extLst>
          </p:cNvPr>
          <p:cNvSpPr/>
          <p:nvPr/>
        </p:nvSpPr>
        <p:spPr>
          <a:xfrm>
            <a:off x="7498513"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graphicFrame>
        <p:nvGraphicFramePr>
          <p:cNvPr id="18" name="Table 7 - Middle">
            <a:extLst>
              <a:ext uri="{FF2B5EF4-FFF2-40B4-BE49-F238E27FC236}">
                <a16:creationId xmlns:a16="http://schemas.microsoft.com/office/drawing/2014/main" id="{D30B3795-1D7E-41DE-964B-FDB727399068}"/>
              </a:ext>
            </a:extLst>
          </p:cNvPr>
          <p:cNvGraphicFramePr>
            <a:graphicFrameLocks noGrp="1"/>
          </p:cNvGraphicFramePr>
          <p:nvPr>
            <p:extLst>
              <p:ext uri="{D42A27DB-BD31-4B8C-83A1-F6EECF244321}">
                <p14:modId xmlns:p14="http://schemas.microsoft.com/office/powerpoint/2010/main" val="3978544265"/>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0" name="Middle 5">
            <a:extLst>
              <a:ext uri="{FF2B5EF4-FFF2-40B4-BE49-F238E27FC236}">
                <a16:creationId xmlns:a16="http://schemas.microsoft.com/office/drawing/2014/main" id="{2F4CAD13-C3C6-4667-81FD-801EAF386ED2}"/>
              </a:ext>
            </a:extLst>
          </p:cNvPr>
          <p:cNvSpPr/>
          <p:nvPr/>
        </p:nvSpPr>
        <p:spPr>
          <a:xfrm>
            <a:off x="859593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2" name="Table 8 - False">
            <a:extLst>
              <a:ext uri="{FF2B5EF4-FFF2-40B4-BE49-F238E27FC236}">
                <a16:creationId xmlns:a16="http://schemas.microsoft.com/office/drawing/2014/main" id="{222C94DD-1BF6-49B1-B056-8C5BE6E6EABF}"/>
              </a:ext>
            </a:extLst>
          </p:cNvPr>
          <p:cNvGraphicFramePr>
            <a:graphicFrameLocks noGrp="1"/>
          </p:cNvGraphicFramePr>
          <p:nvPr>
            <p:extLst>
              <p:ext uri="{D42A27DB-BD31-4B8C-83A1-F6EECF244321}">
                <p14:modId xmlns:p14="http://schemas.microsoft.com/office/powerpoint/2010/main" val="130978019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3" name="Table 9 - Start &amp; End">
            <a:extLst>
              <a:ext uri="{FF2B5EF4-FFF2-40B4-BE49-F238E27FC236}">
                <a16:creationId xmlns:a16="http://schemas.microsoft.com/office/drawing/2014/main" id="{A7E9F4C8-239B-49B8-8471-248D0115F0BF}"/>
              </a:ext>
            </a:extLst>
          </p:cNvPr>
          <p:cNvGraphicFramePr>
            <a:graphicFrameLocks noGrp="1"/>
          </p:cNvGraphicFramePr>
          <p:nvPr>
            <p:extLst>
              <p:ext uri="{D42A27DB-BD31-4B8C-83A1-F6EECF244321}">
                <p14:modId xmlns:p14="http://schemas.microsoft.com/office/powerpoint/2010/main" val="89114247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4" name="Table 10 - Middle">
            <a:extLst>
              <a:ext uri="{FF2B5EF4-FFF2-40B4-BE49-F238E27FC236}">
                <a16:creationId xmlns:a16="http://schemas.microsoft.com/office/drawing/2014/main" id="{2794626C-11E5-4BA2-83DF-3C6396C85285}"/>
              </a:ext>
            </a:extLst>
          </p:cNvPr>
          <p:cNvGraphicFramePr>
            <a:graphicFrameLocks noGrp="1"/>
          </p:cNvGraphicFramePr>
          <p:nvPr>
            <p:extLst>
              <p:ext uri="{D42A27DB-BD31-4B8C-83A1-F6EECF244321}">
                <p14:modId xmlns:p14="http://schemas.microsoft.com/office/powerpoint/2010/main" val="336952028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5" name="Table 11 - True">
            <a:extLst>
              <a:ext uri="{FF2B5EF4-FFF2-40B4-BE49-F238E27FC236}">
                <a16:creationId xmlns:a16="http://schemas.microsoft.com/office/drawing/2014/main" id="{D2782DCC-250D-4E63-B23F-DDA3A5C37C0C}"/>
              </a:ext>
            </a:extLst>
          </p:cNvPr>
          <p:cNvGraphicFramePr>
            <a:graphicFrameLocks noGrp="1"/>
          </p:cNvGraphicFramePr>
          <p:nvPr>
            <p:extLst>
              <p:ext uri="{D42A27DB-BD31-4B8C-83A1-F6EECF244321}">
                <p14:modId xmlns:p14="http://schemas.microsoft.com/office/powerpoint/2010/main" val="2898008178"/>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7" name="Start &amp; End 4">
            <a:extLst>
              <a:ext uri="{FF2B5EF4-FFF2-40B4-BE49-F238E27FC236}">
                <a16:creationId xmlns:a16="http://schemas.microsoft.com/office/drawing/2014/main" id="{203D538F-6F72-4AD5-865B-2F53CF95807D}"/>
              </a:ext>
            </a:extLst>
          </p:cNvPr>
          <p:cNvSpPr/>
          <p:nvPr/>
        </p:nvSpPr>
        <p:spPr>
          <a:xfrm>
            <a:off x="7026872" y="2523023"/>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sp>
        <p:nvSpPr>
          <p:cNvPr id="28" name="Middle 4">
            <a:extLst>
              <a:ext uri="{FF2B5EF4-FFF2-40B4-BE49-F238E27FC236}">
                <a16:creationId xmlns:a16="http://schemas.microsoft.com/office/drawing/2014/main" id="{52E0C4F2-7DAC-4CFD-BA19-DA3DA5DBB4C2}"/>
              </a:ext>
            </a:extLst>
          </p:cNvPr>
          <p:cNvSpPr/>
          <p:nvPr/>
        </p:nvSpPr>
        <p:spPr>
          <a:xfrm>
            <a:off x="734735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1520012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wipe(left)">
                                      <p:cBhvr>
                                        <p:cTn id="12" dur="1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wipe(left)">
                                      <p:cBhvr>
                                        <p:cTn id="17" dur="10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wipe(left)">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wipe(left)">
                                      <p:cBhvr>
                                        <p:cTn id="33" dur="5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3">
                                            <p:txEl>
                                              <p:pRg st="0" end="0"/>
                                            </p:txEl>
                                          </p:spTgt>
                                        </p:tgtEl>
                                        <p:attrNameLst>
                                          <p:attrName>style.visibility</p:attrName>
                                        </p:attrNameLst>
                                      </p:cBhvr>
                                      <p:to>
                                        <p:strVal val="visible"/>
                                      </p:to>
                                    </p:set>
                                    <p:animEffect transition="in" filter="wipe(left)">
                                      <p:cBhvr>
                                        <p:cTn id="38" dur="1500"/>
                                        <p:tgtEl>
                                          <p:spTgt spid="3">
                                            <p:txEl>
                                              <p:pRg st="0" end="0"/>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3">
                                            <p:txEl>
                                              <p:pRg st="1" end="1"/>
                                            </p:txEl>
                                          </p:spTgt>
                                        </p:tgtEl>
                                        <p:attrNameLst>
                                          <p:attrName>style.visibility</p:attrName>
                                        </p:attrNameLst>
                                      </p:cBhvr>
                                      <p:to>
                                        <p:strVal val="visible"/>
                                      </p:to>
                                    </p:set>
                                    <p:animEffect transition="in" filter="wipe(left)">
                                      <p:cBhvr>
                                        <p:cTn id="51" dur="1500"/>
                                        <p:tgtEl>
                                          <p:spTgt spid="3">
                                            <p:txEl>
                                              <p:pRg st="1" end="1"/>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3">
                                            <p:txEl>
                                              <p:pRg st="2" end="2"/>
                                            </p:txEl>
                                          </p:spTgt>
                                        </p:tgtEl>
                                        <p:attrNameLst>
                                          <p:attrName>style.visibility</p:attrName>
                                        </p:attrNameLst>
                                      </p:cBhvr>
                                      <p:to>
                                        <p:strVal val="visible"/>
                                      </p:to>
                                    </p:set>
                                    <p:animEffect transition="in" filter="wipe(left)">
                                      <p:cBhvr>
                                        <p:cTn id="61" dur="1500"/>
                                        <p:tgtEl>
                                          <p:spTgt spid="3">
                                            <p:txEl>
                                              <p:pRg st="2" end="2"/>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00"/>
                                        <p:tgtEl>
                                          <p:spTgt spid="16"/>
                                        </p:tgtEl>
                                      </p:cBhvr>
                                    </p:animEffect>
                                  </p:childTnLst>
                                </p:cTn>
                              </p:par>
                              <p:par>
                                <p:cTn id="67" presetID="22" presetClass="exit" presetSubtype="8" fill="hold" grpId="1" nodeType="withEffect">
                                  <p:stCondLst>
                                    <p:cond delay="0"/>
                                  </p:stCondLst>
                                  <p:childTnLst>
                                    <p:animEffect transition="out" filter="wipe(left)">
                                      <p:cBhvr>
                                        <p:cTn id="68" dur="500"/>
                                        <p:tgtEl>
                                          <p:spTgt spid="17"/>
                                        </p:tgtEl>
                                      </p:cBhvr>
                                    </p:animEffect>
                                    <p:set>
                                      <p:cBhvr>
                                        <p:cTn id="69" dur="1" fill="hold">
                                          <p:stCondLst>
                                            <p:cond delay="499"/>
                                          </p:stCondLst>
                                        </p:cTn>
                                        <p:tgtEl>
                                          <p:spTgt spid="17"/>
                                        </p:tgtEl>
                                        <p:attrNameLst>
                                          <p:attrName>style.visibility</p:attrName>
                                        </p:attrNameLst>
                                      </p:cBhvr>
                                      <p:to>
                                        <p:strVal val="hidden"/>
                                      </p:to>
                                    </p:set>
                                  </p:childTnLst>
                                </p:cTn>
                              </p:par>
                              <p:par>
                                <p:cTn id="70" presetID="22" presetClass="exit" presetSubtype="8" fill="hold" grpId="1" nodeType="withEffect">
                                  <p:stCondLst>
                                    <p:cond delay="0"/>
                                  </p:stCondLst>
                                  <p:childTnLst>
                                    <p:animEffect transition="out" filter="wipe(left)">
                                      <p:cBhvr>
                                        <p:cTn id="71" dur="500"/>
                                        <p:tgtEl>
                                          <p:spTgt spid="20"/>
                                        </p:tgtEl>
                                      </p:cBhvr>
                                    </p:animEffect>
                                    <p:set>
                                      <p:cBhvr>
                                        <p:cTn id="72" dur="1" fill="hold">
                                          <p:stCondLst>
                                            <p:cond delay="499"/>
                                          </p:stCondLst>
                                        </p:cTn>
                                        <p:tgtEl>
                                          <p:spTgt spid="20"/>
                                        </p:tgtEl>
                                        <p:attrNameLst>
                                          <p:attrName>style.visibility</p:attrName>
                                        </p:attrNameLst>
                                      </p:cBhvr>
                                      <p:to>
                                        <p:strVal val="hidden"/>
                                      </p:to>
                                    </p:set>
                                  </p:childTnLst>
                                </p:cTn>
                              </p:par>
                              <p:par>
                                <p:cTn id="73" presetID="22" presetClass="entr" presetSubtype="8"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wipe(left)">
                                      <p:cBhvr>
                                        <p:cTn id="75" dur="500"/>
                                        <p:tgtEl>
                                          <p:spTgt spid="29"/>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wipe(left)">
                                      <p:cBhvr>
                                        <p:cTn id="83" dur="500"/>
                                        <p:tgtEl>
                                          <p:spTgt spid="30"/>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childTnLst>
                                </p:cTn>
                              </p:par>
                              <p:par>
                                <p:cTn id="94" presetID="22" presetClass="exit" presetSubtype="8" fill="hold" grpId="1" nodeType="withEffect">
                                  <p:stCondLst>
                                    <p:cond delay="0"/>
                                  </p:stCondLst>
                                  <p:childTnLst>
                                    <p:animEffect transition="out" filter="wipe(left)">
                                      <p:cBhvr>
                                        <p:cTn id="95" dur="500"/>
                                        <p:tgtEl>
                                          <p:spTgt spid="19"/>
                                        </p:tgtEl>
                                      </p:cBhvr>
                                    </p:animEffect>
                                    <p:set>
                                      <p:cBhvr>
                                        <p:cTn id="96" dur="1" fill="hold">
                                          <p:stCondLst>
                                            <p:cond delay="499"/>
                                          </p:stCondLst>
                                        </p:cTn>
                                        <p:tgtEl>
                                          <p:spTgt spid="19"/>
                                        </p:tgtEl>
                                        <p:attrNameLst>
                                          <p:attrName>style.visibility</p:attrName>
                                        </p:attrNameLst>
                                      </p:cBhvr>
                                      <p:to>
                                        <p:strVal val="hidden"/>
                                      </p:to>
                                    </p:set>
                                  </p:childTnLst>
                                </p:cTn>
                              </p:par>
                              <p:par>
                                <p:cTn id="97" presetID="22" presetClass="exit" presetSubtype="8" fill="hold" grpId="1" nodeType="withEffect">
                                  <p:stCondLst>
                                    <p:cond delay="0"/>
                                  </p:stCondLst>
                                  <p:childTnLst>
                                    <p:animEffect transition="out" filter="wipe(left)">
                                      <p:cBhvr>
                                        <p:cTn id="98" dur="500"/>
                                        <p:tgtEl>
                                          <p:spTgt spid="30"/>
                                        </p:tgtEl>
                                      </p:cBhvr>
                                    </p:animEffect>
                                    <p:set>
                                      <p:cBhvr>
                                        <p:cTn id="99" dur="1" fill="hold">
                                          <p:stCondLst>
                                            <p:cond delay="499"/>
                                          </p:stCondLst>
                                        </p:cTn>
                                        <p:tgtEl>
                                          <p:spTgt spid="30"/>
                                        </p:tgtEl>
                                        <p:attrNameLst>
                                          <p:attrName>style.visibility</p:attrName>
                                        </p:attrNameLst>
                                      </p:cBhvr>
                                      <p:to>
                                        <p:strVal val="hidden"/>
                                      </p:to>
                                    </p:set>
                                  </p:childTnLst>
                                </p:cTn>
                              </p:par>
                              <p:par>
                                <p:cTn id="100" presetID="22" presetClass="exit" presetSubtype="8" fill="hold" grpId="1" nodeType="withEffect">
                                  <p:stCondLst>
                                    <p:cond delay="0"/>
                                  </p:stCondLst>
                                  <p:childTnLst>
                                    <p:animEffect transition="out" filter="wipe(left)">
                                      <p:cBhvr>
                                        <p:cTn id="101" dur="500"/>
                                        <p:tgtEl>
                                          <p:spTgt spid="29"/>
                                        </p:tgtEl>
                                      </p:cBhvr>
                                    </p:animEffect>
                                    <p:set>
                                      <p:cBhvr>
                                        <p:cTn id="102" dur="1" fill="hold">
                                          <p:stCondLst>
                                            <p:cond delay="499"/>
                                          </p:stCondLst>
                                        </p:cTn>
                                        <p:tgtEl>
                                          <p:spTgt spid="29"/>
                                        </p:tgtEl>
                                        <p:attrNameLst>
                                          <p:attrName>style.visibility</p:attrName>
                                        </p:attrNameLst>
                                      </p:cBhvr>
                                      <p:to>
                                        <p:strVal val="hidden"/>
                                      </p:to>
                                    </p:set>
                                  </p:childTnLst>
                                </p:cTn>
                              </p:par>
                              <p:par>
                                <p:cTn id="103" presetID="22" presetClass="entr" presetSubtype="8" fill="hold" grpId="0" nodeType="withEffect">
                                  <p:stCondLst>
                                    <p:cond delay="0"/>
                                  </p:stCondLst>
                                  <p:childTnLst>
                                    <p:set>
                                      <p:cBhvr>
                                        <p:cTn id="104" dur="1" fill="hold">
                                          <p:stCondLst>
                                            <p:cond delay="0"/>
                                          </p:stCondLst>
                                        </p:cTn>
                                        <p:tgtEl>
                                          <p:spTgt spid="27"/>
                                        </p:tgtEl>
                                        <p:attrNameLst>
                                          <p:attrName>style.visibility</p:attrName>
                                        </p:attrNameLst>
                                      </p:cBhvr>
                                      <p:to>
                                        <p:strVal val="visible"/>
                                      </p:to>
                                    </p:set>
                                    <p:animEffect transition="in" filter="wipe(left)">
                                      <p:cBhvr>
                                        <p:cTn id="105" dur="1000"/>
                                        <p:tgtEl>
                                          <p:spTgt spid="27"/>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childTnLst>
                                </p:cTn>
                              </p:par>
                              <p:par>
                                <p:cTn id="111" presetID="22" presetClass="exit" presetSubtype="8" fill="hold" grpId="1" nodeType="withEffect">
                                  <p:stCondLst>
                                    <p:cond delay="0"/>
                                  </p:stCondLst>
                                  <p:childTnLst>
                                    <p:animEffect transition="out" filter="wipe(left)">
                                      <p:cBhvr>
                                        <p:cTn id="112" dur="1000"/>
                                        <p:tgtEl>
                                          <p:spTgt spid="27"/>
                                        </p:tgtEl>
                                      </p:cBhvr>
                                    </p:animEffect>
                                    <p:set>
                                      <p:cBhvr>
                                        <p:cTn id="113" dur="1" fill="hold">
                                          <p:stCondLst>
                                            <p:cond delay="999"/>
                                          </p:stCondLst>
                                        </p:cTn>
                                        <p:tgtEl>
                                          <p:spTgt spid="27"/>
                                        </p:tgtEl>
                                        <p:attrNameLst>
                                          <p:attrName>style.visibility</p:attrName>
                                        </p:attrNameLst>
                                      </p:cBhvr>
                                      <p:to>
                                        <p:strVal val="hidden"/>
                                      </p:to>
                                    </p:set>
                                  </p:childTnLst>
                                </p:cTn>
                              </p:par>
                              <p:par>
                                <p:cTn id="114" presetID="22" presetClass="entr" presetSubtype="8" fill="hold" grpId="0" nodeType="withEffect">
                                  <p:stCondLst>
                                    <p:cond delay="0"/>
                                  </p:stCondLst>
                                  <p:childTnLst>
                                    <p:set>
                                      <p:cBhvr>
                                        <p:cTn id="115" dur="1" fill="hold">
                                          <p:stCondLst>
                                            <p:cond delay="0"/>
                                          </p:stCondLst>
                                        </p:cTn>
                                        <p:tgtEl>
                                          <p:spTgt spid="28"/>
                                        </p:tgtEl>
                                        <p:attrNameLst>
                                          <p:attrName>style.visibility</p:attrName>
                                        </p:attrNameLst>
                                      </p:cBhvr>
                                      <p:to>
                                        <p:strVal val="visible"/>
                                      </p:to>
                                    </p:set>
                                    <p:animEffect transition="in" filter="wipe(left)">
                                      <p:cBhvr>
                                        <p:cTn id="116" dur="500"/>
                                        <p:tgtEl>
                                          <p:spTgt spid="28"/>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6" grpId="0"/>
      <p:bldP spid="21" grpId="0"/>
      <p:bldP spid="17" grpId="0"/>
      <p:bldP spid="17" grpId="1"/>
      <p:bldP spid="19" grpId="0"/>
      <p:bldP spid="19" grpId="1"/>
      <p:bldP spid="20" grpId="0"/>
      <p:bldP spid="20" grpId="1"/>
      <p:bldP spid="29" grpId="0"/>
      <p:bldP spid="29" grpId="1"/>
      <p:bldP spid="30" grpId="0"/>
      <p:bldP spid="30" grpId="1"/>
      <p:bldP spid="27" grpId="0"/>
      <p:bldP spid="27" grpId="1"/>
      <p:bldP spid="28" grpId="0"/>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3106476565"/>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826413223"/>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Start or End</a:t>
            </a:r>
          </a:p>
        </p:txBody>
      </p:sp>
    </p:spTree>
    <p:extLst>
      <p:ext uri="{BB962C8B-B14F-4D97-AF65-F5344CB8AC3E}">
        <p14:creationId xmlns:p14="http://schemas.microsoft.com/office/powerpoint/2010/main" val="2335467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animEffect transition="in" filter="wipe(left)">
                                      <p:cBhvr>
                                        <p:cTn id="7" dur="1000"/>
                                        <p:tgtEl>
                                          <p:spTgt spid="1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2">
                                            <p:txEl>
                                              <p:pRg st="1" end="1"/>
                                            </p:txEl>
                                          </p:spTgt>
                                        </p:tgtEl>
                                        <p:attrNameLst>
                                          <p:attrName>style.visibility</p:attrName>
                                        </p:attrNameLst>
                                      </p:cBhvr>
                                      <p:to>
                                        <p:strVal val="visible"/>
                                      </p:to>
                                    </p:set>
                                    <p:animEffect transition="in" filter="wipe(left)">
                                      <p:cBhvr>
                                        <p:cTn id="12" dur="1000"/>
                                        <p:tgtEl>
                                          <p:spTgt spid="1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2">
                                            <p:txEl>
                                              <p:pRg st="2" end="2"/>
                                            </p:txEl>
                                          </p:spTgt>
                                        </p:tgtEl>
                                        <p:attrNameLst>
                                          <p:attrName>style.visibility</p:attrName>
                                        </p:attrNameLst>
                                      </p:cBhvr>
                                      <p:to>
                                        <p:strVal val="visible"/>
                                      </p:to>
                                    </p:set>
                                    <p:animEffect transition="in" filter="wipe(left)">
                                      <p:cBhvr>
                                        <p:cTn id="17" dur="1000"/>
                                        <p:tgtEl>
                                          <p:spTgt spid="1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1561</Words>
  <Application>Microsoft Office PowerPoint</Application>
  <PresentationFormat>Widescreen</PresentationFormat>
  <Paragraphs>641</Paragraphs>
  <Slides>73</Slides>
  <Notes>26</Notes>
  <HiddenSlides>11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73</vt:i4>
      </vt:variant>
    </vt:vector>
  </HeadingPairs>
  <TitlesOfParts>
    <vt:vector size="78"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2D Arrays</vt:lpstr>
      <vt:lpstr>Learning Intentions</vt:lpstr>
      <vt:lpstr>Bubble Sort</vt:lpstr>
      <vt:lpstr>Bubble Sort</vt:lpstr>
      <vt:lpstr>Learning Intentions</vt:lpstr>
      <vt:lpstr>Insertion Sort</vt:lpstr>
      <vt:lpstr>Insertion Sort</vt:lpstr>
      <vt:lpstr>Insertion Sort</vt:lpstr>
      <vt:lpstr>Insertion Sort</vt:lpstr>
      <vt:lpstr>Insertion Sort</vt:lpstr>
      <vt:lpstr>Insertion Sort</vt:lpstr>
      <vt:lpstr>Learning Intentions</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343</cp:revision>
  <cp:lastPrinted>2022-12-12T09:57:02Z</cp:lastPrinted>
  <dcterms:created xsi:type="dcterms:W3CDTF">2020-11-23T14:36:09Z</dcterms:created>
  <dcterms:modified xsi:type="dcterms:W3CDTF">2026-09-07T21:10:15Z</dcterms:modified>
</cp:coreProperties>
</file>