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notesSlides/notesSlide24.xml" ContentType="application/vnd.openxmlformats-officedocument.presentationml.notesSlide+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434" r:id="rId2"/>
    <p:sldId id="506" r:id="rId3"/>
    <p:sldId id="507" r:id="rId4"/>
    <p:sldId id="262" r:id="rId5"/>
    <p:sldId id="275" r:id="rId6"/>
    <p:sldId id="888" r:id="rId7"/>
    <p:sldId id="634" r:id="rId8"/>
    <p:sldId id="889" r:id="rId9"/>
    <p:sldId id="876" r:id="rId10"/>
    <p:sldId id="890" r:id="rId11"/>
    <p:sldId id="895" r:id="rId12"/>
    <p:sldId id="875" r:id="rId13"/>
    <p:sldId id="883" r:id="rId14"/>
    <p:sldId id="877" r:id="rId15"/>
    <p:sldId id="880" r:id="rId16"/>
    <p:sldId id="878" r:id="rId17"/>
    <p:sldId id="882" r:id="rId18"/>
    <p:sldId id="886" r:id="rId19"/>
    <p:sldId id="887" r:id="rId20"/>
    <p:sldId id="891" r:id="rId21"/>
    <p:sldId id="881" r:id="rId22"/>
    <p:sldId id="892" r:id="rId23"/>
    <p:sldId id="884" r:id="rId24"/>
    <p:sldId id="893" r:id="rId25"/>
    <p:sldId id="894" r:id="rId26"/>
    <p:sldId id="885" r:id="rId27"/>
    <p:sldId id="879" r:id="rId28"/>
    <p:sldId id="926" r:id="rId29"/>
    <p:sldId id="496" r:id="rId30"/>
    <p:sldId id="896" r:id="rId31"/>
    <p:sldId id="901" r:id="rId32"/>
    <p:sldId id="908" r:id="rId33"/>
    <p:sldId id="897" r:id="rId34"/>
    <p:sldId id="898" r:id="rId35"/>
    <p:sldId id="899" r:id="rId36"/>
    <p:sldId id="900" r:id="rId37"/>
    <p:sldId id="902" r:id="rId38"/>
    <p:sldId id="903" r:id="rId39"/>
    <p:sldId id="904" r:id="rId40"/>
    <p:sldId id="905" r:id="rId41"/>
    <p:sldId id="907" r:id="rId42"/>
    <p:sldId id="906" r:id="rId43"/>
    <p:sldId id="909" r:id="rId44"/>
    <p:sldId id="910" r:id="rId45"/>
    <p:sldId id="911" r:id="rId46"/>
    <p:sldId id="912" r:id="rId47"/>
    <p:sldId id="913" r:id="rId48"/>
    <p:sldId id="914" r:id="rId49"/>
    <p:sldId id="915" r:id="rId50"/>
    <p:sldId id="916" r:id="rId51"/>
    <p:sldId id="917" r:id="rId52"/>
    <p:sldId id="918" r:id="rId53"/>
    <p:sldId id="919" r:id="rId54"/>
    <p:sldId id="920" r:id="rId55"/>
    <p:sldId id="921" r:id="rId56"/>
    <p:sldId id="922" r:id="rId57"/>
    <p:sldId id="923" r:id="rId58"/>
    <p:sldId id="924" r:id="rId59"/>
    <p:sldId id="925" r:id="rId60"/>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893"/>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Standrad algorithms" id="{E51287A6-0098-4174-B5E3-AB1589BC3F19}">
          <p14:sldIdLst>
            <p14:sldId id="496"/>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4F"/>
    <a:srgbClr val="BDD7EE"/>
    <a:srgbClr val="0086B3"/>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DD9C1AE-9D74-4A34-AE2C-D44F4DAD3442}" v="407" dt="2026-06-07T15:35:23.8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373" autoAdjust="0"/>
    <p:restoredTop sz="91678" autoAdjust="0"/>
  </p:normalViewPr>
  <p:slideViewPr>
    <p:cSldViewPr snapToGrid="0" showGuides="1">
      <p:cViewPr varScale="1">
        <p:scale>
          <a:sx n="85" d="100"/>
          <a:sy n="85" d="100"/>
        </p:scale>
        <p:origin x="36" y="117"/>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6-07T15:42:06.714" v="3817" actId="20577"/>
      <pc:docMkLst>
        <pc:docMk/>
      </pc:docMkLst>
      <pc:sldChg chg="modNotesTx">
        <pc:chgData name="Al Friend" userId="e5ed79da-d858-46d4-9eed-a7a24903f2de" providerId="ADAL" clId="{6CF5D3DD-A8C4-4611-8099-4AEB2E976A2E}" dt="2026-06-03T21:35:12.578" v="1047" actId="6549"/>
        <pc:sldMkLst>
          <pc:docMk/>
          <pc:sldMk cId="3861154840" sldId="496"/>
        </pc:sldMkLst>
      </pc:sldChg>
      <pc:sldChg chg="modNotesTx">
        <pc:chgData name="Al Friend" userId="e5ed79da-d858-46d4-9eed-a7a24903f2de" providerId="ADAL" clId="{6CF5D3DD-A8C4-4611-8099-4AEB2E976A2E}" dt="2026-05-31T17:19:13.800" v="1036" actId="20577"/>
        <pc:sldMkLst>
          <pc:docMk/>
          <pc:sldMk cId="3792360079" sldId="634"/>
        </pc:sldMkLst>
      </pc:sldChg>
      <pc:sldChg chg="modSp mod">
        <pc:chgData name="Al Friend" userId="e5ed79da-d858-46d4-9eed-a7a24903f2de" providerId="ADAL" clId="{6CF5D3DD-A8C4-4611-8099-4AEB2E976A2E}" dt="2026-05-08T14:28:26.925" v="201" actId="1076"/>
        <pc:sldMkLst>
          <pc:docMk/>
          <pc:sldMk cId="237343473" sldId="875"/>
        </pc:sldMkLst>
        <pc:spChg chg="mod">
          <ac:chgData name="Al Friend" userId="e5ed79da-d858-46d4-9eed-a7a24903f2de" providerId="ADAL" clId="{6CF5D3DD-A8C4-4611-8099-4AEB2E976A2E}" dt="2026-05-08T14:28:15.301" v="200" actId="948"/>
          <ac:spMkLst>
            <pc:docMk/>
            <pc:sldMk cId="237343473" sldId="875"/>
            <ac:spMk id="18" creationId="{D88574CC-45EE-41B3-9E51-9F1267441FCF}"/>
          </ac:spMkLst>
        </pc:spChg>
        <pc:cxnChg chg="mod">
          <ac:chgData name="Al Friend" userId="e5ed79da-d858-46d4-9eed-a7a24903f2de" providerId="ADAL" clId="{6CF5D3DD-A8C4-4611-8099-4AEB2E976A2E}" dt="2026-05-08T14:28:26.925" v="201" actId="1076"/>
          <ac:cxnSpMkLst>
            <pc:docMk/>
            <pc:sldMk cId="237343473" sldId="875"/>
            <ac:cxnSpMk id="29" creationId="{FA43D775-B13A-41BA-A1F8-00B3CC6C3F2F}"/>
          </ac:cxnSpMkLst>
        </pc:cxnChg>
      </pc:sldChg>
      <pc:sldChg chg="addAnim delAnim modAnim">
        <pc:chgData name="Al Friend" userId="e5ed79da-d858-46d4-9eed-a7a24903f2de" providerId="ADAL" clId="{6CF5D3DD-A8C4-4611-8099-4AEB2E976A2E}" dt="2026-06-03T21:44:53.993" v="1122"/>
        <pc:sldMkLst>
          <pc:docMk/>
          <pc:sldMk cId="1900925123" sldId="881"/>
        </pc:sldMkLst>
      </pc:sldChg>
      <pc:sldChg chg="addSp delSp modSp mod">
        <pc:chgData name="Al Friend" userId="e5ed79da-d858-46d4-9eed-a7a24903f2de" providerId="ADAL" clId="{6CF5D3DD-A8C4-4611-8099-4AEB2E976A2E}" dt="2026-06-06T13:08:06.263" v="1356"/>
        <pc:sldMkLst>
          <pc:docMk/>
          <pc:sldMk cId="3895107268" sldId="883"/>
        </pc:sldMkLst>
        <pc:spChg chg="add mod">
          <ac:chgData name="Al Friend" userId="e5ed79da-d858-46d4-9eed-a7a24903f2de" providerId="ADAL" clId="{6CF5D3DD-A8C4-4611-8099-4AEB2E976A2E}" dt="2026-05-31T17:24:44.112" v="1043" actId="1582"/>
          <ac:spMkLst>
            <pc:docMk/>
            <pc:sldMk cId="3895107268" sldId="883"/>
            <ac:spMk id="3" creationId="{6B73F8E2-351C-B873-7A2F-0D4291693A98}"/>
          </ac:spMkLst>
        </pc:spChg>
        <pc:spChg chg="mod">
          <ac:chgData name="Al Friend" userId="e5ed79da-d858-46d4-9eed-a7a24903f2de" providerId="ADAL" clId="{6CF5D3DD-A8C4-4611-8099-4AEB2E976A2E}" dt="2026-05-20T16:01:28.181" v="272" actId="1036"/>
          <ac:spMkLst>
            <pc:docMk/>
            <pc:sldMk cId="3895107268" sldId="883"/>
            <ac:spMk id="9" creationId="{EE2EFB0E-AB56-4E96-9F15-7393AA54BFAA}"/>
          </ac:spMkLst>
        </pc:spChg>
        <pc:spChg chg="mod">
          <ac:chgData name="Al Friend" userId="e5ed79da-d858-46d4-9eed-a7a24903f2de" providerId="ADAL" clId="{6CF5D3DD-A8C4-4611-8099-4AEB2E976A2E}" dt="2026-05-31T17:20:34.367" v="1039" actId="20577"/>
          <ac:spMkLst>
            <pc:docMk/>
            <pc:sldMk cId="3895107268" sldId="883"/>
            <ac:spMk id="21" creationId="{65F9084E-A1EA-4464-9384-FDA12CD1EE06}"/>
          </ac:spMkLst>
        </pc:spChg>
        <pc:spChg chg="mod">
          <ac:chgData name="Al Friend" userId="e5ed79da-d858-46d4-9eed-a7a24903f2de" providerId="ADAL" clId="{6CF5D3DD-A8C4-4611-8099-4AEB2E976A2E}" dt="2026-05-20T16:01:28.181" v="272" actId="1036"/>
          <ac:spMkLst>
            <pc:docMk/>
            <pc:sldMk cId="3895107268" sldId="883"/>
            <ac:spMk id="22" creationId="{CDAB617F-D868-4AAD-BA99-EFE6D44FFB55}"/>
          </ac:spMkLst>
        </pc:spChg>
        <pc:spChg chg="mod">
          <ac:chgData name="Al Friend" userId="e5ed79da-d858-46d4-9eed-a7a24903f2de" providerId="ADAL" clId="{6CF5D3DD-A8C4-4611-8099-4AEB2E976A2E}" dt="2026-05-31T17:10:46.164" v="979"/>
          <ac:spMkLst>
            <pc:docMk/>
            <pc:sldMk cId="3895107268" sldId="883"/>
            <ac:spMk id="32" creationId="{85CDA261-9BB5-4CC4-B2DE-8D9152BEA2AF}"/>
          </ac:spMkLst>
        </pc:spChg>
        <pc:spChg chg="mod">
          <ac:chgData name="Al Friend" userId="e5ed79da-d858-46d4-9eed-a7a24903f2de" providerId="ADAL" clId="{6CF5D3DD-A8C4-4611-8099-4AEB2E976A2E}" dt="2026-06-02T18:35:19.448" v="1045" actId="1076"/>
          <ac:spMkLst>
            <pc:docMk/>
            <pc:sldMk cId="3895107268" sldId="883"/>
            <ac:spMk id="33" creationId="{5FA2AB05-D591-4DE1-930E-0EDCED894325}"/>
          </ac:spMkLst>
        </pc:spChg>
        <pc:spChg chg="mod">
          <ac:chgData name="Al Friend" userId="e5ed79da-d858-46d4-9eed-a7a24903f2de" providerId="ADAL" clId="{6CF5D3DD-A8C4-4611-8099-4AEB2E976A2E}" dt="2026-05-20T16:01:43.404" v="274" actId="14100"/>
          <ac:spMkLst>
            <pc:docMk/>
            <pc:sldMk cId="3895107268" sldId="883"/>
            <ac:spMk id="39" creationId="{C90D3FE8-1169-4EDF-A2ED-2F943CD5C876}"/>
          </ac:spMkLst>
        </pc:spChg>
        <pc:spChg chg="mod">
          <ac:chgData name="Al Friend" userId="e5ed79da-d858-46d4-9eed-a7a24903f2de" providerId="ADAL" clId="{6CF5D3DD-A8C4-4611-8099-4AEB2E976A2E}" dt="2026-05-20T16:01:40.340" v="273" actId="14100"/>
          <ac:spMkLst>
            <pc:docMk/>
            <pc:sldMk cId="3895107268" sldId="883"/>
            <ac:spMk id="40" creationId="{F0D9822E-881E-4E96-ACB0-4C7728754CF3}"/>
          </ac:spMkLst>
        </pc:spChg>
        <pc:spChg chg="mod">
          <ac:chgData name="Al Friend" userId="e5ed79da-d858-46d4-9eed-a7a24903f2de" providerId="ADAL" clId="{6CF5D3DD-A8C4-4611-8099-4AEB2E976A2E}" dt="2026-05-31T17:08:41.500" v="975" actId="120"/>
          <ac:spMkLst>
            <pc:docMk/>
            <pc:sldMk cId="3895107268" sldId="883"/>
            <ac:spMk id="42" creationId="{F5F9953F-5BB6-4F85-90AC-D05F2552F76A}"/>
          </ac:spMkLst>
        </pc:spChg>
        <pc:grpChg chg="del mod">
          <ac:chgData name="Al Friend" userId="e5ed79da-d858-46d4-9eed-a7a24903f2de" providerId="ADAL" clId="{6CF5D3DD-A8C4-4611-8099-4AEB2E976A2E}" dt="2026-06-06T13:07:44.621" v="1310"/>
          <ac:grpSpMkLst>
            <pc:docMk/>
            <pc:sldMk cId="3895107268" sldId="883"/>
            <ac:grpSpMk id="20" creationId="{DD39FC90-D13D-0504-6227-CA1F078B319A}"/>
          </ac:grpSpMkLst>
        </pc:grpChg>
        <pc:grpChg chg="del mod">
          <ac:chgData name="Al Friend" userId="e5ed79da-d858-46d4-9eed-a7a24903f2de" providerId="ADAL" clId="{6CF5D3DD-A8C4-4611-8099-4AEB2E976A2E}" dt="2026-06-06T13:07:51.700" v="1327"/>
          <ac:grpSpMkLst>
            <pc:docMk/>
            <pc:sldMk cId="3895107268" sldId="883"/>
            <ac:grpSpMk id="26" creationId="{3CC6C3F6-BA56-AA84-93F9-A510C4B3CF95}"/>
          </ac:grpSpMkLst>
        </pc:grpChg>
        <pc:grpChg chg="del mod">
          <ac:chgData name="Al Friend" userId="e5ed79da-d858-46d4-9eed-a7a24903f2de" providerId="ADAL" clId="{6CF5D3DD-A8C4-4611-8099-4AEB2E976A2E}" dt="2026-06-06T13:08:03.265" v="1353"/>
          <ac:grpSpMkLst>
            <pc:docMk/>
            <pc:sldMk cId="3895107268" sldId="883"/>
            <ac:grpSpMk id="43" creationId="{9D41A16F-8F81-FDBC-E7B5-C670688F23BA}"/>
          </ac:grpSpMkLst>
        </pc:grpChg>
        <pc:grpChg chg="del mod">
          <ac:chgData name="Al Friend" userId="e5ed79da-d858-46d4-9eed-a7a24903f2de" providerId="ADAL" clId="{6CF5D3DD-A8C4-4611-8099-4AEB2E976A2E}" dt="2026-06-06T13:08:06.263" v="1356"/>
          <ac:grpSpMkLst>
            <pc:docMk/>
            <pc:sldMk cId="3895107268" sldId="883"/>
            <ac:grpSpMk id="58" creationId="{C7AE739D-78CB-AE78-0E8B-B31D714D3E85}"/>
          </ac:grpSpMkLst>
        </pc:grpChg>
        <pc:grpChg chg="mod">
          <ac:chgData name="Al Friend" userId="e5ed79da-d858-46d4-9eed-a7a24903f2de" providerId="ADAL" clId="{6CF5D3DD-A8C4-4611-8099-4AEB2E976A2E}" dt="2026-06-06T13:08:06.263" v="1356"/>
          <ac:grpSpMkLst>
            <pc:docMk/>
            <pc:sldMk cId="3895107268" sldId="883"/>
            <ac:grpSpMk id="61" creationId="{A535B83C-3E75-FB0E-7EA0-22B4F69C128D}"/>
          </ac:grpSpMkLst>
        </pc:grpChg>
        <pc:inkChg chg="add del">
          <ac:chgData name="Al Friend" userId="e5ed79da-d858-46d4-9eed-a7a24903f2de" providerId="ADAL" clId="{6CF5D3DD-A8C4-4611-8099-4AEB2E976A2E}" dt="2026-06-06T13:07:35.570" v="1292"/>
          <ac:inkMkLst>
            <pc:docMk/>
            <pc:sldMk cId="3895107268" sldId="883"/>
            <ac:inkMk id="4" creationId="{0EC41A3F-BBAC-C703-A2A8-08AA39693BC1}"/>
          </ac:inkMkLst>
        </pc:inkChg>
        <pc:inkChg chg="add del mod">
          <ac:chgData name="Al Friend" userId="e5ed79da-d858-46d4-9eed-a7a24903f2de" providerId="ADAL" clId="{6CF5D3DD-A8C4-4611-8099-4AEB2E976A2E}" dt="2026-06-06T13:07:50.957" v="1320"/>
          <ac:inkMkLst>
            <pc:docMk/>
            <pc:sldMk cId="3895107268" sldId="883"/>
            <ac:inkMk id="5" creationId="{9C69E38E-F42A-63AA-339C-1FD6DAF6C987}"/>
          </ac:inkMkLst>
        </pc:inkChg>
        <pc:inkChg chg="add del mod">
          <ac:chgData name="Al Friend" userId="e5ed79da-d858-46d4-9eed-a7a24903f2de" providerId="ADAL" clId="{6CF5D3DD-A8C4-4611-8099-4AEB2E976A2E}" dt="2026-06-06T13:07:49.660" v="1316"/>
          <ac:inkMkLst>
            <pc:docMk/>
            <pc:sldMk cId="3895107268" sldId="883"/>
            <ac:inkMk id="6" creationId="{FAAE7936-F739-B358-A696-48791A7A1F82}"/>
          </ac:inkMkLst>
        </pc:inkChg>
        <pc:inkChg chg="add del mod">
          <ac:chgData name="Al Friend" userId="e5ed79da-d858-46d4-9eed-a7a24903f2de" providerId="ADAL" clId="{6CF5D3DD-A8C4-4611-8099-4AEB2E976A2E}" dt="2026-06-06T13:07:49.660" v="1317"/>
          <ac:inkMkLst>
            <pc:docMk/>
            <pc:sldMk cId="3895107268" sldId="883"/>
            <ac:inkMk id="7" creationId="{D01C1861-B8C8-C7D2-753B-7F02D6E267E7}"/>
          </ac:inkMkLst>
        </pc:inkChg>
        <pc:inkChg chg="add">
          <ac:chgData name="Al Friend" userId="e5ed79da-d858-46d4-9eed-a7a24903f2de" providerId="ADAL" clId="{6CF5D3DD-A8C4-4611-8099-4AEB2E976A2E}" dt="2026-06-06T13:07:39.635" v="1296" actId="9405"/>
          <ac:inkMkLst>
            <pc:docMk/>
            <pc:sldMk cId="3895107268" sldId="883"/>
            <ac:inkMk id="8" creationId="{1E93FC1E-51D8-CA50-418A-DB838095FC4F}"/>
          </ac:inkMkLst>
        </pc:inkChg>
        <pc:inkChg chg="add del mod">
          <ac:chgData name="Al Friend" userId="e5ed79da-d858-46d4-9eed-a7a24903f2de" providerId="ADAL" clId="{6CF5D3DD-A8C4-4611-8099-4AEB2E976A2E}" dt="2026-06-06T13:07:51.700" v="1327"/>
          <ac:inkMkLst>
            <pc:docMk/>
            <pc:sldMk cId="3895107268" sldId="883"/>
            <ac:inkMk id="10" creationId="{9E5758A0-CA0E-50CB-6134-8D574239B8AB}"/>
          </ac:inkMkLst>
        </pc:inkChg>
        <pc:inkChg chg="add del mod">
          <ac:chgData name="Al Friend" userId="e5ed79da-d858-46d4-9eed-a7a24903f2de" providerId="ADAL" clId="{6CF5D3DD-A8C4-4611-8099-4AEB2E976A2E}" dt="2026-06-06T13:07:50.957" v="1322"/>
          <ac:inkMkLst>
            <pc:docMk/>
            <pc:sldMk cId="3895107268" sldId="883"/>
            <ac:inkMk id="11" creationId="{DDF62700-24A3-98E2-67C4-FBB061B41A95}"/>
          </ac:inkMkLst>
        </pc:inkChg>
        <pc:inkChg chg="add del mod">
          <ac:chgData name="Al Friend" userId="e5ed79da-d858-46d4-9eed-a7a24903f2de" providerId="ADAL" clId="{6CF5D3DD-A8C4-4611-8099-4AEB2E976A2E}" dt="2026-06-06T13:07:50.948" v="1318"/>
          <ac:inkMkLst>
            <pc:docMk/>
            <pc:sldMk cId="3895107268" sldId="883"/>
            <ac:inkMk id="12" creationId="{78518ED1-E53B-EF61-307B-6740769B15D7}"/>
          </ac:inkMkLst>
        </pc:inkChg>
        <pc:inkChg chg="add del mod">
          <ac:chgData name="Al Friend" userId="e5ed79da-d858-46d4-9eed-a7a24903f2de" providerId="ADAL" clId="{6CF5D3DD-A8C4-4611-8099-4AEB2E976A2E}" dt="2026-06-06T13:07:50.957" v="1321"/>
          <ac:inkMkLst>
            <pc:docMk/>
            <pc:sldMk cId="3895107268" sldId="883"/>
            <ac:inkMk id="13" creationId="{AFD7C09B-64B9-C933-1D3F-E7774FE93C2F}"/>
          </ac:inkMkLst>
        </pc:inkChg>
        <pc:inkChg chg="add del mod">
          <ac:chgData name="Al Friend" userId="e5ed79da-d858-46d4-9eed-a7a24903f2de" providerId="ADAL" clId="{6CF5D3DD-A8C4-4611-8099-4AEB2E976A2E}" dt="2026-06-06T13:07:50.957" v="1323"/>
          <ac:inkMkLst>
            <pc:docMk/>
            <pc:sldMk cId="3895107268" sldId="883"/>
            <ac:inkMk id="14" creationId="{26E6E41C-8E99-23FC-5DE1-E1FD6CD993B0}"/>
          </ac:inkMkLst>
        </pc:inkChg>
        <pc:inkChg chg="add del mod">
          <ac:chgData name="Al Friend" userId="e5ed79da-d858-46d4-9eed-a7a24903f2de" providerId="ADAL" clId="{6CF5D3DD-A8C4-4611-8099-4AEB2E976A2E}" dt="2026-06-06T13:07:50.957" v="1325"/>
          <ac:inkMkLst>
            <pc:docMk/>
            <pc:sldMk cId="3895107268" sldId="883"/>
            <ac:inkMk id="15" creationId="{26369339-CDC8-6DA8-9521-04F9631A8CE4}"/>
          </ac:inkMkLst>
        </pc:inkChg>
        <pc:inkChg chg="add del mod">
          <ac:chgData name="Al Friend" userId="e5ed79da-d858-46d4-9eed-a7a24903f2de" providerId="ADAL" clId="{6CF5D3DD-A8C4-4611-8099-4AEB2E976A2E}" dt="2026-06-06T13:07:50.957" v="1324"/>
          <ac:inkMkLst>
            <pc:docMk/>
            <pc:sldMk cId="3895107268" sldId="883"/>
            <ac:inkMk id="16" creationId="{4FE30F5C-B0C8-FEF9-868D-B002CF4B8C18}"/>
          </ac:inkMkLst>
        </pc:inkChg>
        <pc:inkChg chg="add del mod">
          <ac:chgData name="Al Friend" userId="e5ed79da-d858-46d4-9eed-a7a24903f2de" providerId="ADAL" clId="{6CF5D3DD-A8C4-4611-8099-4AEB2E976A2E}" dt="2026-06-06T13:07:50.957" v="1319"/>
          <ac:inkMkLst>
            <pc:docMk/>
            <pc:sldMk cId="3895107268" sldId="883"/>
            <ac:inkMk id="17" creationId="{D6B5F26D-A36F-655F-33F7-9370598D0BBB}"/>
          </ac:inkMkLst>
        </pc:inkChg>
        <pc:inkChg chg="add del mod">
          <ac:chgData name="Al Friend" userId="e5ed79da-d858-46d4-9eed-a7a24903f2de" providerId="ADAL" clId="{6CF5D3DD-A8C4-4611-8099-4AEB2E976A2E}" dt="2026-06-06T13:07:50.957" v="1326"/>
          <ac:inkMkLst>
            <pc:docMk/>
            <pc:sldMk cId="3895107268" sldId="883"/>
            <ac:inkMk id="18" creationId="{B23DAEE8-E29D-DB57-EA3A-5C97E93D05EB}"/>
          </ac:inkMkLst>
        </pc:inkChg>
        <pc:inkChg chg="add del mod">
          <ac:chgData name="Al Friend" userId="e5ed79da-d858-46d4-9eed-a7a24903f2de" providerId="ADAL" clId="{6CF5D3DD-A8C4-4611-8099-4AEB2E976A2E}" dt="2026-06-06T13:07:51.701" v="1328"/>
          <ac:inkMkLst>
            <pc:docMk/>
            <pc:sldMk cId="3895107268" sldId="883"/>
            <ac:inkMk id="19" creationId="{7705C636-3451-DA87-CE86-017C0ED3B8C0}"/>
          </ac:inkMkLst>
        </pc:inkChg>
        <pc:inkChg chg="add del mod">
          <ac:chgData name="Al Friend" userId="e5ed79da-d858-46d4-9eed-a7a24903f2de" providerId="ADAL" clId="{6CF5D3DD-A8C4-4611-8099-4AEB2E976A2E}" dt="2026-06-06T13:07:45.378" v="1311"/>
          <ac:inkMkLst>
            <pc:docMk/>
            <pc:sldMk cId="3895107268" sldId="883"/>
            <ac:inkMk id="23" creationId="{4CFBFC25-0733-795C-C122-A16E89D3F2F3}"/>
          </ac:inkMkLst>
        </pc:inkChg>
        <pc:inkChg chg="add">
          <ac:chgData name="Al Friend" userId="e5ed79da-d858-46d4-9eed-a7a24903f2de" providerId="ADAL" clId="{6CF5D3DD-A8C4-4611-8099-4AEB2E976A2E}" dt="2026-06-06T13:07:43.896" v="1309" actId="9405"/>
          <ac:inkMkLst>
            <pc:docMk/>
            <pc:sldMk cId="3895107268" sldId="883"/>
            <ac:inkMk id="25" creationId="{EDD985B1-7E0B-7C19-5A54-95EB2FECBC1F}"/>
          </ac:inkMkLst>
        </pc:inkChg>
        <pc:inkChg chg="add del">
          <ac:chgData name="Al Friend" userId="e5ed79da-d858-46d4-9eed-a7a24903f2de" providerId="ADAL" clId="{6CF5D3DD-A8C4-4611-8099-4AEB2E976A2E}" dt="2026-06-06T13:07:49.660" v="1314"/>
          <ac:inkMkLst>
            <pc:docMk/>
            <pc:sldMk cId="3895107268" sldId="883"/>
            <ac:inkMk id="28" creationId="{4FA7ADFD-B492-0DDF-DCAB-56F938061F78}"/>
          </ac:inkMkLst>
        </pc:inkChg>
        <pc:inkChg chg="add mod">
          <ac:chgData name="Al Friend" userId="e5ed79da-d858-46d4-9eed-a7a24903f2de" providerId="ADAL" clId="{6CF5D3DD-A8C4-4611-8099-4AEB2E976A2E}" dt="2026-06-06T13:07:57.135" v="1338"/>
          <ac:inkMkLst>
            <pc:docMk/>
            <pc:sldMk cId="3895107268" sldId="883"/>
            <ac:inkMk id="29" creationId="{3BEFE175-41FF-B259-F23F-0B21B81FC457}"/>
          </ac:inkMkLst>
        </pc:inkChg>
        <pc:inkChg chg="add mod">
          <ac:chgData name="Al Friend" userId="e5ed79da-d858-46d4-9eed-a7a24903f2de" providerId="ADAL" clId="{6CF5D3DD-A8C4-4611-8099-4AEB2E976A2E}" dt="2026-06-06T13:08:06.263" v="1356"/>
          <ac:inkMkLst>
            <pc:docMk/>
            <pc:sldMk cId="3895107268" sldId="883"/>
            <ac:inkMk id="30" creationId="{2FB1D98E-7BB1-29B2-65CF-7A14ECB3734C}"/>
          </ac:inkMkLst>
        </pc:inkChg>
        <pc:inkChg chg="add mod">
          <ac:chgData name="Al Friend" userId="e5ed79da-d858-46d4-9eed-a7a24903f2de" providerId="ADAL" clId="{6CF5D3DD-A8C4-4611-8099-4AEB2E976A2E}" dt="2026-06-06T13:08:06.263" v="1356"/>
          <ac:inkMkLst>
            <pc:docMk/>
            <pc:sldMk cId="3895107268" sldId="883"/>
            <ac:inkMk id="31" creationId="{6E4C630C-A377-335A-8EE2-972FBDA5512E}"/>
          </ac:inkMkLst>
        </pc:inkChg>
        <pc:inkChg chg="add mod">
          <ac:chgData name="Al Friend" userId="e5ed79da-d858-46d4-9eed-a7a24903f2de" providerId="ADAL" clId="{6CF5D3DD-A8C4-4611-8099-4AEB2E976A2E}" dt="2026-06-06T13:07:57.135" v="1338"/>
          <ac:inkMkLst>
            <pc:docMk/>
            <pc:sldMk cId="3895107268" sldId="883"/>
            <ac:inkMk id="34" creationId="{F7FBED60-FABB-4F97-27A1-E148BC2F64FA}"/>
          </ac:inkMkLst>
        </pc:inkChg>
        <pc:inkChg chg="add mod">
          <ac:chgData name="Al Friend" userId="e5ed79da-d858-46d4-9eed-a7a24903f2de" providerId="ADAL" clId="{6CF5D3DD-A8C4-4611-8099-4AEB2E976A2E}" dt="2026-06-06T13:07:57.135" v="1338"/>
          <ac:inkMkLst>
            <pc:docMk/>
            <pc:sldMk cId="3895107268" sldId="883"/>
            <ac:inkMk id="35" creationId="{E3626425-9FAD-F161-BAE9-01C09617F30F}"/>
          </ac:inkMkLst>
        </pc:inkChg>
        <pc:inkChg chg="add mod">
          <ac:chgData name="Al Friend" userId="e5ed79da-d858-46d4-9eed-a7a24903f2de" providerId="ADAL" clId="{6CF5D3DD-A8C4-4611-8099-4AEB2E976A2E}" dt="2026-06-06T13:08:06.263" v="1356"/>
          <ac:inkMkLst>
            <pc:docMk/>
            <pc:sldMk cId="3895107268" sldId="883"/>
            <ac:inkMk id="36" creationId="{98700BDD-0038-9044-CA93-1AF39DCDFAD8}"/>
          </ac:inkMkLst>
        </pc:inkChg>
        <pc:inkChg chg="add mod">
          <ac:chgData name="Al Friend" userId="e5ed79da-d858-46d4-9eed-a7a24903f2de" providerId="ADAL" clId="{6CF5D3DD-A8C4-4611-8099-4AEB2E976A2E}" dt="2026-06-06T13:07:57.135" v="1338"/>
          <ac:inkMkLst>
            <pc:docMk/>
            <pc:sldMk cId="3895107268" sldId="883"/>
            <ac:inkMk id="37" creationId="{235CC93C-7C88-4999-9CA2-3639E7FC25BA}"/>
          </ac:inkMkLst>
        </pc:inkChg>
        <pc:inkChg chg="add mod">
          <ac:chgData name="Al Friend" userId="e5ed79da-d858-46d4-9eed-a7a24903f2de" providerId="ADAL" clId="{6CF5D3DD-A8C4-4611-8099-4AEB2E976A2E}" dt="2026-06-06T13:07:57.135" v="1338"/>
          <ac:inkMkLst>
            <pc:docMk/>
            <pc:sldMk cId="3895107268" sldId="883"/>
            <ac:inkMk id="38" creationId="{95C54021-CEB2-DA3D-4962-B331B4D5CCFF}"/>
          </ac:inkMkLst>
        </pc:inkChg>
        <pc:inkChg chg="add mod">
          <ac:chgData name="Al Friend" userId="e5ed79da-d858-46d4-9eed-a7a24903f2de" providerId="ADAL" clId="{6CF5D3DD-A8C4-4611-8099-4AEB2E976A2E}" dt="2026-06-06T13:08:06.263" v="1356"/>
          <ac:inkMkLst>
            <pc:docMk/>
            <pc:sldMk cId="3895107268" sldId="883"/>
            <ac:inkMk id="41" creationId="{34423C1D-FE7B-9303-1851-419A0DE38944}"/>
          </ac:inkMkLst>
        </pc:inkChg>
        <pc:inkChg chg="add mod">
          <ac:chgData name="Al Friend" userId="e5ed79da-d858-46d4-9eed-a7a24903f2de" providerId="ADAL" clId="{6CF5D3DD-A8C4-4611-8099-4AEB2E976A2E}" dt="2026-06-06T13:08:06.263" v="1356"/>
          <ac:inkMkLst>
            <pc:docMk/>
            <pc:sldMk cId="3895107268" sldId="883"/>
            <ac:inkMk id="44" creationId="{625A2485-7D96-1A96-ABCC-333631ADCE8A}"/>
          </ac:inkMkLst>
        </pc:inkChg>
        <pc:inkChg chg="add">
          <ac:chgData name="Al Friend" userId="e5ed79da-d858-46d4-9eed-a7a24903f2de" providerId="ADAL" clId="{6CF5D3DD-A8C4-4611-8099-4AEB2E976A2E}" dt="2026-06-06T13:07:59.254" v="1340" actId="9405"/>
          <ac:inkMkLst>
            <pc:docMk/>
            <pc:sldMk cId="3895107268" sldId="883"/>
            <ac:inkMk id="45" creationId="{547E67B3-4E7A-FF90-7D93-2BFCDE8338EC}"/>
          </ac:inkMkLst>
        </pc:inkChg>
        <pc:inkChg chg="add">
          <ac:chgData name="Al Friend" userId="e5ed79da-d858-46d4-9eed-a7a24903f2de" providerId="ADAL" clId="{6CF5D3DD-A8C4-4611-8099-4AEB2E976A2E}" dt="2026-06-06T13:07:59.532" v="1341" actId="9405"/>
          <ac:inkMkLst>
            <pc:docMk/>
            <pc:sldMk cId="3895107268" sldId="883"/>
            <ac:inkMk id="46" creationId="{931EABCF-D801-7E6D-98BB-8D88B87CCDB4}"/>
          </ac:inkMkLst>
        </pc:inkChg>
        <pc:inkChg chg="add">
          <ac:chgData name="Al Friend" userId="e5ed79da-d858-46d4-9eed-a7a24903f2de" providerId="ADAL" clId="{6CF5D3DD-A8C4-4611-8099-4AEB2E976A2E}" dt="2026-06-06T13:07:59.746" v="1342" actId="9405"/>
          <ac:inkMkLst>
            <pc:docMk/>
            <pc:sldMk cId="3895107268" sldId="883"/>
            <ac:inkMk id="47" creationId="{52951A30-C657-9C5A-D627-98ED352D3BB2}"/>
          </ac:inkMkLst>
        </pc:inkChg>
        <pc:inkChg chg="add">
          <ac:chgData name="Al Friend" userId="e5ed79da-d858-46d4-9eed-a7a24903f2de" providerId="ADAL" clId="{6CF5D3DD-A8C4-4611-8099-4AEB2E976A2E}" dt="2026-06-06T13:07:59.894" v="1343" actId="9405"/>
          <ac:inkMkLst>
            <pc:docMk/>
            <pc:sldMk cId="3895107268" sldId="883"/>
            <ac:inkMk id="48" creationId="{4AA23A4D-4133-8970-5DED-AA6C8751742E}"/>
          </ac:inkMkLst>
        </pc:inkChg>
        <pc:inkChg chg="add mod">
          <ac:chgData name="Al Friend" userId="e5ed79da-d858-46d4-9eed-a7a24903f2de" providerId="ADAL" clId="{6CF5D3DD-A8C4-4611-8099-4AEB2E976A2E}" dt="2026-06-06T13:08:06.263" v="1356"/>
          <ac:inkMkLst>
            <pc:docMk/>
            <pc:sldMk cId="3895107268" sldId="883"/>
            <ac:inkMk id="49" creationId="{C3CDB17A-FA28-9677-C95F-E1229C0F3253}"/>
          </ac:inkMkLst>
        </pc:inkChg>
        <pc:inkChg chg="add">
          <ac:chgData name="Al Friend" userId="e5ed79da-d858-46d4-9eed-a7a24903f2de" providerId="ADAL" clId="{6CF5D3DD-A8C4-4611-8099-4AEB2E976A2E}" dt="2026-06-06T13:08:00.419" v="1345" actId="9405"/>
          <ac:inkMkLst>
            <pc:docMk/>
            <pc:sldMk cId="3895107268" sldId="883"/>
            <ac:inkMk id="50" creationId="{E8006EC1-8EC5-52A5-6586-074763B85336}"/>
          </ac:inkMkLst>
        </pc:inkChg>
        <pc:inkChg chg="add">
          <ac:chgData name="Al Friend" userId="e5ed79da-d858-46d4-9eed-a7a24903f2de" providerId="ADAL" clId="{6CF5D3DD-A8C4-4611-8099-4AEB2E976A2E}" dt="2026-06-06T13:08:00.813" v="1346" actId="9405"/>
          <ac:inkMkLst>
            <pc:docMk/>
            <pc:sldMk cId="3895107268" sldId="883"/>
            <ac:inkMk id="51" creationId="{EC745E73-3BA4-D55B-A44E-CF38C5D933E1}"/>
          </ac:inkMkLst>
        </pc:inkChg>
        <pc:inkChg chg="add">
          <ac:chgData name="Al Friend" userId="e5ed79da-d858-46d4-9eed-a7a24903f2de" providerId="ADAL" clId="{6CF5D3DD-A8C4-4611-8099-4AEB2E976A2E}" dt="2026-06-06T13:08:01.082" v="1347" actId="9405"/>
          <ac:inkMkLst>
            <pc:docMk/>
            <pc:sldMk cId="3895107268" sldId="883"/>
            <ac:inkMk id="52" creationId="{4CE4CB10-9D17-9631-900D-4B72FE4FACA5}"/>
          </ac:inkMkLst>
        </pc:inkChg>
        <pc:inkChg chg="add mod">
          <ac:chgData name="Al Friend" userId="e5ed79da-d858-46d4-9eed-a7a24903f2de" providerId="ADAL" clId="{6CF5D3DD-A8C4-4611-8099-4AEB2E976A2E}" dt="2026-06-06T13:08:06.263" v="1356"/>
          <ac:inkMkLst>
            <pc:docMk/>
            <pc:sldMk cId="3895107268" sldId="883"/>
            <ac:inkMk id="53" creationId="{B5BBD556-DD7D-C544-D477-25FF76306B36}"/>
          </ac:inkMkLst>
        </pc:inkChg>
        <pc:inkChg chg="add">
          <ac:chgData name="Al Friend" userId="e5ed79da-d858-46d4-9eed-a7a24903f2de" providerId="ADAL" clId="{6CF5D3DD-A8C4-4611-8099-4AEB2E976A2E}" dt="2026-06-06T13:08:01.479" v="1349" actId="9405"/>
          <ac:inkMkLst>
            <pc:docMk/>
            <pc:sldMk cId="3895107268" sldId="883"/>
            <ac:inkMk id="54" creationId="{61603BA9-CD49-ED24-DD42-073FCD38F8E2}"/>
          </ac:inkMkLst>
        </pc:inkChg>
        <pc:inkChg chg="add mod">
          <ac:chgData name="Al Friend" userId="e5ed79da-d858-46d4-9eed-a7a24903f2de" providerId="ADAL" clId="{6CF5D3DD-A8C4-4611-8099-4AEB2E976A2E}" dt="2026-06-06T13:08:06.263" v="1356"/>
          <ac:inkMkLst>
            <pc:docMk/>
            <pc:sldMk cId="3895107268" sldId="883"/>
            <ac:inkMk id="55" creationId="{CE80F143-1B05-13B2-CCBA-1F20F957B558}"/>
          </ac:inkMkLst>
        </pc:inkChg>
        <pc:inkChg chg="add">
          <ac:chgData name="Al Friend" userId="e5ed79da-d858-46d4-9eed-a7a24903f2de" providerId="ADAL" clId="{6CF5D3DD-A8C4-4611-8099-4AEB2E976A2E}" dt="2026-06-06T13:08:01.953" v="1351" actId="9405"/>
          <ac:inkMkLst>
            <pc:docMk/>
            <pc:sldMk cId="3895107268" sldId="883"/>
            <ac:inkMk id="56" creationId="{3E0D682C-6A22-C0F1-98F6-CD964001EFF8}"/>
          </ac:inkMkLst>
        </pc:inkChg>
        <pc:inkChg chg="add">
          <ac:chgData name="Al Friend" userId="e5ed79da-d858-46d4-9eed-a7a24903f2de" providerId="ADAL" clId="{6CF5D3DD-A8C4-4611-8099-4AEB2E976A2E}" dt="2026-06-06T13:08:02.315" v="1352" actId="9405"/>
          <ac:inkMkLst>
            <pc:docMk/>
            <pc:sldMk cId="3895107268" sldId="883"/>
            <ac:inkMk id="57" creationId="{CD4B6D30-254E-E3E9-D7D0-50C7B100D7DB}"/>
          </ac:inkMkLst>
        </pc:inkChg>
        <pc:inkChg chg="add">
          <ac:chgData name="Al Friend" userId="e5ed79da-d858-46d4-9eed-a7a24903f2de" providerId="ADAL" clId="{6CF5D3DD-A8C4-4611-8099-4AEB2E976A2E}" dt="2026-06-06T13:08:04.673" v="1354" actId="9405"/>
          <ac:inkMkLst>
            <pc:docMk/>
            <pc:sldMk cId="3895107268" sldId="883"/>
            <ac:inkMk id="59" creationId="{869FE541-24C7-F093-541E-2A62D92BC6A5}"/>
          </ac:inkMkLst>
        </pc:inkChg>
        <pc:inkChg chg="add">
          <ac:chgData name="Al Friend" userId="e5ed79da-d858-46d4-9eed-a7a24903f2de" providerId="ADAL" clId="{6CF5D3DD-A8C4-4611-8099-4AEB2E976A2E}" dt="2026-06-06T13:08:05.337" v="1355" actId="9405"/>
          <ac:inkMkLst>
            <pc:docMk/>
            <pc:sldMk cId="3895107268" sldId="883"/>
            <ac:inkMk id="60" creationId="{5B9E4FB9-5F4E-1D24-7B6F-D52EAFE5A030}"/>
          </ac:inkMkLst>
        </pc:inkChg>
        <pc:cxnChg chg="mod">
          <ac:chgData name="Al Friend" userId="e5ed79da-d858-46d4-9eed-a7a24903f2de" providerId="ADAL" clId="{6CF5D3DD-A8C4-4611-8099-4AEB2E976A2E}" dt="2026-05-31T17:08:22.106" v="974" actId="692"/>
          <ac:cxnSpMkLst>
            <pc:docMk/>
            <pc:sldMk cId="3895107268" sldId="883"/>
            <ac:cxnSpMk id="24" creationId="{440C0681-510B-4743-9A20-D172D0F4A65E}"/>
          </ac:cxnSpMkLst>
        </pc:cxnChg>
        <pc:cxnChg chg="mod">
          <ac:chgData name="Al Friend" userId="e5ed79da-d858-46d4-9eed-a7a24903f2de" providerId="ADAL" clId="{6CF5D3DD-A8C4-4611-8099-4AEB2E976A2E}" dt="2026-06-02T18:35:14.410" v="1044" actId="14100"/>
          <ac:cxnSpMkLst>
            <pc:docMk/>
            <pc:sldMk cId="3895107268" sldId="883"/>
            <ac:cxnSpMk id="27" creationId="{5FD594C9-5C27-4A4C-B85E-7B863E6D3F4E}"/>
          </ac:cxnSpMkLst>
        </pc:cxnChg>
      </pc:sldChg>
      <pc:sldChg chg="addSp modSp mod addAnim delAnim modAnim">
        <pc:chgData name="Al Friend" userId="e5ed79da-d858-46d4-9eed-a7a24903f2de" providerId="ADAL" clId="{6CF5D3DD-A8C4-4611-8099-4AEB2E976A2E}" dt="2026-06-06T13:46:50.475" v="1440"/>
        <pc:sldMkLst>
          <pc:docMk/>
          <pc:sldMk cId="1982100101" sldId="884"/>
        </pc:sldMkLst>
        <pc:spChg chg="mod">
          <ac:chgData name="Al Friend" userId="e5ed79da-d858-46d4-9eed-a7a24903f2de" providerId="ADAL" clId="{6CF5D3DD-A8C4-4611-8099-4AEB2E976A2E}" dt="2026-06-03T21:35:57.579" v="1049" actId="20577"/>
          <ac:spMkLst>
            <pc:docMk/>
            <pc:sldMk cId="1982100101" sldId="884"/>
            <ac:spMk id="18" creationId="{D3DE1068-9C54-4D92-A45F-8DEAD06D3824}"/>
          </ac:spMkLst>
        </pc:spChg>
        <pc:spChg chg="mod">
          <ac:chgData name="Al Friend" userId="e5ed79da-d858-46d4-9eed-a7a24903f2de" providerId="ADAL" clId="{6CF5D3DD-A8C4-4611-8099-4AEB2E976A2E}" dt="2026-06-03T21:48:05.654" v="1188" actId="1036"/>
          <ac:spMkLst>
            <pc:docMk/>
            <pc:sldMk cId="1982100101" sldId="884"/>
            <ac:spMk id="22" creationId="{26E50561-9E7A-49B1-BF1B-897BB0D6CA6D}"/>
          </ac:spMkLst>
        </pc:spChg>
        <pc:spChg chg="mod">
          <ac:chgData name="Al Friend" userId="e5ed79da-d858-46d4-9eed-a7a24903f2de" providerId="ADAL" clId="{6CF5D3DD-A8C4-4611-8099-4AEB2E976A2E}" dt="2026-06-02T18:36:38.164" v="1046" actId="20577"/>
          <ac:spMkLst>
            <pc:docMk/>
            <pc:sldMk cId="1982100101" sldId="884"/>
            <ac:spMk id="23" creationId="{703AB56C-EA29-4B82-A3B9-946D93A89946}"/>
          </ac:spMkLst>
        </pc:spChg>
        <pc:grpChg chg="mod">
          <ac:chgData name="Al Friend" userId="e5ed79da-d858-46d4-9eed-a7a24903f2de" providerId="ADAL" clId="{6CF5D3DD-A8C4-4611-8099-4AEB2E976A2E}" dt="2026-06-06T13:46:11.346" v="1436"/>
          <ac:grpSpMkLst>
            <pc:docMk/>
            <pc:sldMk cId="1982100101" sldId="884"/>
            <ac:grpSpMk id="52" creationId="{77659C9B-94F4-3331-DA92-71CACDAD037D}"/>
          </ac:grpSpMkLst>
        </pc:grpChg>
        <pc:grpChg chg="mod">
          <ac:chgData name="Al Friend" userId="e5ed79da-d858-46d4-9eed-a7a24903f2de" providerId="ADAL" clId="{6CF5D3DD-A8C4-4611-8099-4AEB2E976A2E}" dt="2026-06-06T13:46:50.475" v="1440"/>
          <ac:grpSpMkLst>
            <pc:docMk/>
            <pc:sldMk cId="1982100101" sldId="884"/>
            <ac:grpSpMk id="56" creationId="{6D9B6BC0-881C-99D2-43F2-9581811EF4A7}"/>
          </ac:grpSpMkLst>
        </pc:grpChg>
        <pc:inkChg chg="add">
          <ac:chgData name="Al Friend" userId="e5ed79da-d858-46d4-9eed-a7a24903f2de" providerId="ADAL" clId="{6CF5D3DD-A8C4-4611-8099-4AEB2E976A2E}" dt="2026-06-06T13:45:58.832" v="1402" actId="9405"/>
          <ac:inkMkLst>
            <pc:docMk/>
            <pc:sldMk cId="1982100101" sldId="884"/>
            <ac:inkMk id="3" creationId="{F5EC4D25-4331-50CE-0960-48CA404576FB}"/>
          </ac:inkMkLst>
        </pc:inkChg>
        <pc:inkChg chg="add">
          <ac:chgData name="Al Friend" userId="e5ed79da-d858-46d4-9eed-a7a24903f2de" providerId="ADAL" clId="{6CF5D3DD-A8C4-4611-8099-4AEB2E976A2E}" dt="2026-06-06T13:45:59.261" v="1403" actId="9405"/>
          <ac:inkMkLst>
            <pc:docMk/>
            <pc:sldMk cId="1982100101" sldId="884"/>
            <ac:inkMk id="5" creationId="{49B793EE-675E-3FFF-F7AA-45C9985F3C0E}"/>
          </ac:inkMkLst>
        </pc:inkChg>
        <pc:inkChg chg="add">
          <ac:chgData name="Al Friend" userId="e5ed79da-d858-46d4-9eed-a7a24903f2de" providerId="ADAL" clId="{6CF5D3DD-A8C4-4611-8099-4AEB2E976A2E}" dt="2026-06-06T13:46:00.074" v="1404" actId="9405"/>
          <ac:inkMkLst>
            <pc:docMk/>
            <pc:sldMk cId="1982100101" sldId="884"/>
            <ac:inkMk id="6" creationId="{45AFBF53-33FF-9D07-F0E4-DBDF08007B16}"/>
          </ac:inkMkLst>
        </pc:inkChg>
        <pc:inkChg chg="add">
          <ac:chgData name="Al Friend" userId="e5ed79da-d858-46d4-9eed-a7a24903f2de" providerId="ADAL" clId="{6CF5D3DD-A8C4-4611-8099-4AEB2E976A2E}" dt="2026-06-06T13:46:00.521" v="1405" actId="9405"/>
          <ac:inkMkLst>
            <pc:docMk/>
            <pc:sldMk cId="1982100101" sldId="884"/>
            <ac:inkMk id="7" creationId="{210F45CC-878E-5359-1CBC-CED1DF81F38B}"/>
          </ac:inkMkLst>
        </pc:inkChg>
        <pc:inkChg chg="add">
          <ac:chgData name="Al Friend" userId="e5ed79da-d858-46d4-9eed-a7a24903f2de" providerId="ADAL" clId="{6CF5D3DD-A8C4-4611-8099-4AEB2E976A2E}" dt="2026-06-06T13:46:00.811" v="1406" actId="9405"/>
          <ac:inkMkLst>
            <pc:docMk/>
            <pc:sldMk cId="1982100101" sldId="884"/>
            <ac:inkMk id="11" creationId="{7DD9500A-435B-FCB3-0A85-C3339C0F72E3}"/>
          </ac:inkMkLst>
        </pc:inkChg>
        <pc:inkChg chg="add">
          <ac:chgData name="Al Friend" userId="e5ed79da-d858-46d4-9eed-a7a24903f2de" providerId="ADAL" clId="{6CF5D3DD-A8C4-4611-8099-4AEB2E976A2E}" dt="2026-06-06T13:46:01.034" v="1407" actId="9405"/>
          <ac:inkMkLst>
            <pc:docMk/>
            <pc:sldMk cId="1982100101" sldId="884"/>
            <ac:inkMk id="12" creationId="{9980E13E-404E-4848-E430-DD0C71479C59}"/>
          </ac:inkMkLst>
        </pc:inkChg>
        <pc:inkChg chg="add">
          <ac:chgData name="Al Friend" userId="e5ed79da-d858-46d4-9eed-a7a24903f2de" providerId="ADAL" clId="{6CF5D3DD-A8C4-4611-8099-4AEB2E976A2E}" dt="2026-06-06T13:46:01.345" v="1408" actId="9405"/>
          <ac:inkMkLst>
            <pc:docMk/>
            <pc:sldMk cId="1982100101" sldId="884"/>
            <ac:inkMk id="24" creationId="{3E5EA127-AA98-BA20-7A47-5FF3F95EF374}"/>
          </ac:inkMkLst>
        </pc:inkChg>
        <pc:inkChg chg="add">
          <ac:chgData name="Al Friend" userId="e5ed79da-d858-46d4-9eed-a7a24903f2de" providerId="ADAL" clId="{6CF5D3DD-A8C4-4611-8099-4AEB2E976A2E}" dt="2026-06-06T13:46:01.611" v="1409" actId="9405"/>
          <ac:inkMkLst>
            <pc:docMk/>
            <pc:sldMk cId="1982100101" sldId="884"/>
            <ac:inkMk id="25" creationId="{6D869DE1-1B6A-0CB4-3C87-DDB439A42B29}"/>
          </ac:inkMkLst>
        </pc:inkChg>
        <pc:inkChg chg="add mod">
          <ac:chgData name="Al Friend" userId="e5ed79da-d858-46d4-9eed-a7a24903f2de" providerId="ADAL" clId="{6CF5D3DD-A8C4-4611-8099-4AEB2E976A2E}" dt="2026-06-06T13:46:11.346" v="1436"/>
          <ac:inkMkLst>
            <pc:docMk/>
            <pc:sldMk cId="1982100101" sldId="884"/>
            <ac:inkMk id="26" creationId="{7FBC85FF-CC8E-ABC1-2B14-B6E508869532}"/>
          </ac:inkMkLst>
        </pc:inkChg>
        <pc:inkChg chg="add mod">
          <ac:chgData name="Al Friend" userId="e5ed79da-d858-46d4-9eed-a7a24903f2de" providerId="ADAL" clId="{6CF5D3DD-A8C4-4611-8099-4AEB2E976A2E}" dt="2026-06-06T13:46:11.346" v="1436"/>
          <ac:inkMkLst>
            <pc:docMk/>
            <pc:sldMk cId="1982100101" sldId="884"/>
            <ac:inkMk id="27" creationId="{C75A5DAF-C4AA-82C8-7F45-28FC95C93AF4}"/>
          </ac:inkMkLst>
        </pc:inkChg>
        <pc:inkChg chg="add">
          <ac:chgData name="Al Friend" userId="e5ed79da-d858-46d4-9eed-a7a24903f2de" providerId="ADAL" clId="{6CF5D3DD-A8C4-4611-8099-4AEB2E976A2E}" dt="2026-06-06T13:46:02.529" v="1412" actId="9405"/>
          <ac:inkMkLst>
            <pc:docMk/>
            <pc:sldMk cId="1982100101" sldId="884"/>
            <ac:inkMk id="28" creationId="{4F039EEA-4C3F-8A3B-0AA1-FC9F63166D70}"/>
          </ac:inkMkLst>
        </pc:inkChg>
        <pc:inkChg chg="add">
          <ac:chgData name="Al Friend" userId="e5ed79da-d858-46d4-9eed-a7a24903f2de" providerId="ADAL" clId="{6CF5D3DD-A8C4-4611-8099-4AEB2E976A2E}" dt="2026-06-06T13:46:02.867" v="1413" actId="9405"/>
          <ac:inkMkLst>
            <pc:docMk/>
            <pc:sldMk cId="1982100101" sldId="884"/>
            <ac:inkMk id="29" creationId="{D32EB65B-57B5-33C7-EBD8-218DB0266885}"/>
          </ac:inkMkLst>
        </pc:inkChg>
        <pc:inkChg chg="add">
          <ac:chgData name="Al Friend" userId="e5ed79da-d858-46d4-9eed-a7a24903f2de" providerId="ADAL" clId="{6CF5D3DD-A8C4-4611-8099-4AEB2E976A2E}" dt="2026-06-06T13:46:03.512" v="1414" actId="9405"/>
          <ac:inkMkLst>
            <pc:docMk/>
            <pc:sldMk cId="1982100101" sldId="884"/>
            <ac:inkMk id="30" creationId="{D8A92A26-D642-9340-3C69-DAF18B304041}"/>
          </ac:inkMkLst>
        </pc:inkChg>
        <pc:inkChg chg="add mod">
          <ac:chgData name="Al Friend" userId="e5ed79da-d858-46d4-9eed-a7a24903f2de" providerId="ADAL" clId="{6CF5D3DD-A8C4-4611-8099-4AEB2E976A2E}" dt="2026-06-06T13:46:11.346" v="1436"/>
          <ac:inkMkLst>
            <pc:docMk/>
            <pc:sldMk cId="1982100101" sldId="884"/>
            <ac:inkMk id="31" creationId="{62C2690E-3F60-0B0B-A11E-E085F917BB3F}"/>
          </ac:inkMkLst>
        </pc:inkChg>
        <pc:inkChg chg="add">
          <ac:chgData name="Al Friend" userId="e5ed79da-d858-46d4-9eed-a7a24903f2de" providerId="ADAL" clId="{6CF5D3DD-A8C4-4611-8099-4AEB2E976A2E}" dt="2026-06-06T13:46:04.322" v="1416" actId="9405"/>
          <ac:inkMkLst>
            <pc:docMk/>
            <pc:sldMk cId="1982100101" sldId="884"/>
            <ac:inkMk id="32" creationId="{FA6A8430-D26A-B99E-3B7A-8DCBB95DA2C7}"/>
          </ac:inkMkLst>
        </pc:inkChg>
        <pc:inkChg chg="add">
          <ac:chgData name="Al Friend" userId="e5ed79da-d858-46d4-9eed-a7a24903f2de" providerId="ADAL" clId="{6CF5D3DD-A8C4-4611-8099-4AEB2E976A2E}" dt="2026-06-06T13:46:04.625" v="1417" actId="9405"/>
          <ac:inkMkLst>
            <pc:docMk/>
            <pc:sldMk cId="1982100101" sldId="884"/>
            <ac:inkMk id="33" creationId="{5FD56F2F-51DA-C746-73AB-947E4EC50828}"/>
          </ac:inkMkLst>
        </pc:inkChg>
        <pc:inkChg chg="add">
          <ac:chgData name="Al Friend" userId="e5ed79da-d858-46d4-9eed-a7a24903f2de" providerId="ADAL" clId="{6CF5D3DD-A8C4-4611-8099-4AEB2E976A2E}" dt="2026-06-06T13:46:04.809" v="1418" actId="9405"/>
          <ac:inkMkLst>
            <pc:docMk/>
            <pc:sldMk cId="1982100101" sldId="884"/>
            <ac:inkMk id="34" creationId="{29E9023C-59F0-1A99-64DB-3EB8247A9252}"/>
          </ac:inkMkLst>
        </pc:inkChg>
        <pc:inkChg chg="add">
          <ac:chgData name="Al Friend" userId="e5ed79da-d858-46d4-9eed-a7a24903f2de" providerId="ADAL" clId="{6CF5D3DD-A8C4-4611-8099-4AEB2E976A2E}" dt="2026-06-06T13:46:04.962" v="1419" actId="9405"/>
          <ac:inkMkLst>
            <pc:docMk/>
            <pc:sldMk cId="1982100101" sldId="884"/>
            <ac:inkMk id="35" creationId="{CB481B61-F4E1-C36B-7F4D-7C6AE0953484}"/>
          </ac:inkMkLst>
        </pc:inkChg>
        <pc:inkChg chg="add mod">
          <ac:chgData name="Al Friend" userId="e5ed79da-d858-46d4-9eed-a7a24903f2de" providerId="ADAL" clId="{6CF5D3DD-A8C4-4611-8099-4AEB2E976A2E}" dt="2026-06-06T13:46:11.346" v="1436"/>
          <ac:inkMkLst>
            <pc:docMk/>
            <pc:sldMk cId="1982100101" sldId="884"/>
            <ac:inkMk id="36" creationId="{24DCC460-1374-65D2-AA25-E320B10E894B}"/>
          </ac:inkMkLst>
        </pc:inkChg>
        <pc:inkChg chg="add">
          <ac:chgData name="Al Friend" userId="e5ed79da-d858-46d4-9eed-a7a24903f2de" providerId="ADAL" clId="{6CF5D3DD-A8C4-4611-8099-4AEB2E976A2E}" dt="2026-06-06T13:46:05.572" v="1421" actId="9405"/>
          <ac:inkMkLst>
            <pc:docMk/>
            <pc:sldMk cId="1982100101" sldId="884"/>
            <ac:inkMk id="37" creationId="{D22C1C7E-D00A-6881-B3FB-57A3B7110EFF}"/>
          </ac:inkMkLst>
        </pc:inkChg>
        <pc:inkChg chg="add mod">
          <ac:chgData name="Al Friend" userId="e5ed79da-d858-46d4-9eed-a7a24903f2de" providerId="ADAL" clId="{6CF5D3DD-A8C4-4611-8099-4AEB2E976A2E}" dt="2026-06-06T13:46:11.346" v="1436"/>
          <ac:inkMkLst>
            <pc:docMk/>
            <pc:sldMk cId="1982100101" sldId="884"/>
            <ac:inkMk id="38" creationId="{0B129A8A-67DF-DF18-E914-F07D19F7D4A3}"/>
          </ac:inkMkLst>
        </pc:inkChg>
        <pc:inkChg chg="add">
          <ac:chgData name="Al Friend" userId="e5ed79da-d858-46d4-9eed-a7a24903f2de" providerId="ADAL" clId="{6CF5D3DD-A8C4-4611-8099-4AEB2E976A2E}" dt="2026-06-06T13:46:06.019" v="1423" actId="9405"/>
          <ac:inkMkLst>
            <pc:docMk/>
            <pc:sldMk cId="1982100101" sldId="884"/>
            <ac:inkMk id="39" creationId="{2EC18691-710D-F054-0702-75FAC01E1DA8}"/>
          </ac:inkMkLst>
        </pc:inkChg>
        <pc:inkChg chg="add">
          <ac:chgData name="Al Friend" userId="e5ed79da-d858-46d4-9eed-a7a24903f2de" providerId="ADAL" clId="{6CF5D3DD-A8C4-4611-8099-4AEB2E976A2E}" dt="2026-06-06T13:46:06.644" v="1424" actId="9405"/>
          <ac:inkMkLst>
            <pc:docMk/>
            <pc:sldMk cId="1982100101" sldId="884"/>
            <ac:inkMk id="40" creationId="{FC27EBE7-954F-1417-CA24-AA2218CB42EC}"/>
          </ac:inkMkLst>
        </pc:inkChg>
        <pc:inkChg chg="add">
          <ac:chgData name="Al Friend" userId="e5ed79da-d858-46d4-9eed-a7a24903f2de" providerId="ADAL" clId="{6CF5D3DD-A8C4-4611-8099-4AEB2E976A2E}" dt="2026-06-06T13:46:07.036" v="1425" actId="9405"/>
          <ac:inkMkLst>
            <pc:docMk/>
            <pc:sldMk cId="1982100101" sldId="884"/>
            <ac:inkMk id="41" creationId="{9C0D2943-3A7C-A39D-9D58-0ECDE043793C}"/>
          </ac:inkMkLst>
        </pc:inkChg>
        <pc:inkChg chg="add">
          <ac:chgData name="Al Friend" userId="e5ed79da-d858-46d4-9eed-a7a24903f2de" providerId="ADAL" clId="{6CF5D3DD-A8C4-4611-8099-4AEB2E976A2E}" dt="2026-06-06T13:46:07.327" v="1426" actId="9405"/>
          <ac:inkMkLst>
            <pc:docMk/>
            <pc:sldMk cId="1982100101" sldId="884"/>
            <ac:inkMk id="42" creationId="{CECEA152-8BA0-DB32-ACDC-658012159D5B}"/>
          </ac:inkMkLst>
        </pc:inkChg>
        <pc:inkChg chg="add mod">
          <ac:chgData name="Al Friend" userId="e5ed79da-d858-46d4-9eed-a7a24903f2de" providerId="ADAL" clId="{6CF5D3DD-A8C4-4611-8099-4AEB2E976A2E}" dt="2026-06-06T13:46:11.346" v="1436"/>
          <ac:inkMkLst>
            <pc:docMk/>
            <pc:sldMk cId="1982100101" sldId="884"/>
            <ac:inkMk id="43" creationId="{D3B5D7A2-62DB-5520-E091-744711CB8D55}"/>
          </ac:inkMkLst>
        </pc:inkChg>
        <pc:inkChg chg="add mod">
          <ac:chgData name="Al Friend" userId="e5ed79da-d858-46d4-9eed-a7a24903f2de" providerId="ADAL" clId="{6CF5D3DD-A8C4-4611-8099-4AEB2E976A2E}" dt="2026-06-06T13:46:11.346" v="1436"/>
          <ac:inkMkLst>
            <pc:docMk/>
            <pc:sldMk cId="1982100101" sldId="884"/>
            <ac:inkMk id="44" creationId="{DCEF2641-F369-F327-6448-01B7528DFBA0}"/>
          </ac:inkMkLst>
        </pc:inkChg>
        <pc:inkChg chg="add">
          <ac:chgData name="Al Friend" userId="e5ed79da-d858-46d4-9eed-a7a24903f2de" providerId="ADAL" clId="{6CF5D3DD-A8C4-4611-8099-4AEB2E976A2E}" dt="2026-06-06T13:46:08.679" v="1429" actId="9405"/>
          <ac:inkMkLst>
            <pc:docMk/>
            <pc:sldMk cId="1982100101" sldId="884"/>
            <ac:inkMk id="45" creationId="{ECE34DE5-9C6B-BBCB-B022-8DF05C984667}"/>
          </ac:inkMkLst>
        </pc:inkChg>
        <pc:inkChg chg="add">
          <ac:chgData name="Al Friend" userId="e5ed79da-d858-46d4-9eed-a7a24903f2de" providerId="ADAL" clId="{6CF5D3DD-A8C4-4611-8099-4AEB2E976A2E}" dt="2026-06-06T13:46:08.864" v="1430" actId="9405"/>
          <ac:inkMkLst>
            <pc:docMk/>
            <pc:sldMk cId="1982100101" sldId="884"/>
            <ac:inkMk id="46" creationId="{51D95C79-F352-D82C-EF18-41672B7777A0}"/>
          </ac:inkMkLst>
        </pc:inkChg>
        <pc:inkChg chg="add">
          <ac:chgData name="Al Friend" userId="e5ed79da-d858-46d4-9eed-a7a24903f2de" providerId="ADAL" clId="{6CF5D3DD-A8C4-4611-8099-4AEB2E976A2E}" dt="2026-06-06T13:46:09.277" v="1431" actId="9405"/>
          <ac:inkMkLst>
            <pc:docMk/>
            <pc:sldMk cId="1982100101" sldId="884"/>
            <ac:inkMk id="47" creationId="{48DA61E7-2265-F09A-4DCB-665F9334768F}"/>
          </ac:inkMkLst>
        </pc:inkChg>
        <pc:inkChg chg="add mod">
          <ac:chgData name="Al Friend" userId="e5ed79da-d858-46d4-9eed-a7a24903f2de" providerId="ADAL" clId="{6CF5D3DD-A8C4-4611-8099-4AEB2E976A2E}" dt="2026-06-06T13:46:11.346" v="1436"/>
          <ac:inkMkLst>
            <pc:docMk/>
            <pc:sldMk cId="1982100101" sldId="884"/>
            <ac:inkMk id="48" creationId="{CDD43FAF-44B8-3D86-C52E-7D170FD54767}"/>
          </ac:inkMkLst>
        </pc:inkChg>
        <pc:inkChg chg="add">
          <ac:chgData name="Al Friend" userId="e5ed79da-d858-46d4-9eed-a7a24903f2de" providerId="ADAL" clId="{6CF5D3DD-A8C4-4611-8099-4AEB2E976A2E}" dt="2026-06-06T13:46:09.882" v="1433" actId="9405"/>
          <ac:inkMkLst>
            <pc:docMk/>
            <pc:sldMk cId="1982100101" sldId="884"/>
            <ac:inkMk id="49" creationId="{2FA4C039-8E25-A81F-BB2F-FC976795BD65}"/>
          </ac:inkMkLst>
        </pc:inkChg>
        <pc:inkChg chg="add">
          <ac:chgData name="Al Friend" userId="e5ed79da-d858-46d4-9eed-a7a24903f2de" providerId="ADAL" clId="{6CF5D3DD-A8C4-4611-8099-4AEB2E976A2E}" dt="2026-06-06T13:46:10.102" v="1434" actId="9405"/>
          <ac:inkMkLst>
            <pc:docMk/>
            <pc:sldMk cId="1982100101" sldId="884"/>
            <ac:inkMk id="50" creationId="{7F619074-1D0D-0E5C-8CDA-6E073E11A7FB}"/>
          </ac:inkMkLst>
        </pc:inkChg>
        <pc:inkChg chg="add mod">
          <ac:chgData name="Al Friend" userId="e5ed79da-d858-46d4-9eed-a7a24903f2de" providerId="ADAL" clId="{6CF5D3DD-A8C4-4611-8099-4AEB2E976A2E}" dt="2026-06-06T13:46:11.346" v="1436"/>
          <ac:inkMkLst>
            <pc:docMk/>
            <pc:sldMk cId="1982100101" sldId="884"/>
            <ac:inkMk id="51" creationId="{3CB696CE-C115-8D14-437A-C435C50106B6}"/>
          </ac:inkMkLst>
        </pc:inkChg>
        <pc:inkChg chg="add mod">
          <ac:chgData name="Al Friend" userId="e5ed79da-d858-46d4-9eed-a7a24903f2de" providerId="ADAL" clId="{6CF5D3DD-A8C4-4611-8099-4AEB2E976A2E}" dt="2026-06-06T13:46:50.475" v="1440"/>
          <ac:inkMkLst>
            <pc:docMk/>
            <pc:sldMk cId="1982100101" sldId="884"/>
            <ac:inkMk id="53" creationId="{703F6C48-B202-0772-F255-75DE04ADAF6B}"/>
          </ac:inkMkLst>
        </pc:inkChg>
        <pc:inkChg chg="add mod">
          <ac:chgData name="Al Friend" userId="e5ed79da-d858-46d4-9eed-a7a24903f2de" providerId="ADAL" clId="{6CF5D3DD-A8C4-4611-8099-4AEB2E976A2E}" dt="2026-06-06T13:46:50.475" v="1440"/>
          <ac:inkMkLst>
            <pc:docMk/>
            <pc:sldMk cId="1982100101" sldId="884"/>
            <ac:inkMk id="54" creationId="{C6FD4B85-9746-8FB8-4781-3E62D0A63BBF}"/>
          </ac:inkMkLst>
        </pc:inkChg>
        <pc:inkChg chg="add mod">
          <ac:chgData name="Al Friend" userId="e5ed79da-d858-46d4-9eed-a7a24903f2de" providerId="ADAL" clId="{6CF5D3DD-A8C4-4611-8099-4AEB2E976A2E}" dt="2026-06-06T13:46:50.475" v="1440"/>
          <ac:inkMkLst>
            <pc:docMk/>
            <pc:sldMk cId="1982100101" sldId="884"/>
            <ac:inkMk id="55" creationId="{B1BAD607-89D9-7EDC-C2A9-BF1D5A4A8C0B}"/>
          </ac:inkMkLst>
        </pc:inkChg>
      </pc:sldChg>
      <pc:sldChg chg="modSp mod">
        <pc:chgData name="Al Friend" userId="e5ed79da-d858-46d4-9eed-a7a24903f2de" providerId="ADAL" clId="{6CF5D3DD-A8C4-4611-8099-4AEB2E976A2E}" dt="2026-06-03T21:36:10.802" v="1055" actId="20577"/>
        <pc:sldMkLst>
          <pc:docMk/>
          <pc:sldMk cId="294841495" sldId="885"/>
        </pc:sldMkLst>
        <pc:spChg chg="mod">
          <ac:chgData name="Al Friend" userId="e5ed79da-d858-46d4-9eed-a7a24903f2de" providerId="ADAL" clId="{6CF5D3DD-A8C4-4611-8099-4AEB2E976A2E}" dt="2026-06-03T21:36:04.006" v="1051" actId="20577"/>
          <ac:spMkLst>
            <pc:docMk/>
            <pc:sldMk cId="294841495" sldId="885"/>
            <ac:spMk id="18" creationId="{D3DE1068-9C54-4D92-A45F-8DEAD06D3824}"/>
          </ac:spMkLst>
        </pc:spChg>
        <pc:spChg chg="mod">
          <ac:chgData name="Al Friend" userId="e5ed79da-d858-46d4-9eed-a7a24903f2de" providerId="ADAL" clId="{6CF5D3DD-A8C4-4611-8099-4AEB2E976A2E}" dt="2026-06-03T21:36:07.773" v="1053" actId="20577"/>
          <ac:spMkLst>
            <pc:docMk/>
            <pc:sldMk cId="294841495" sldId="885"/>
            <ac:spMk id="27" creationId="{DBEA44BA-2065-4960-99BA-43573E7581B5}"/>
          </ac:spMkLst>
        </pc:spChg>
        <pc:spChg chg="mod">
          <ac:chgData name="Al Friend" userId="e5ed79da-d858-46d4-9eed-a7a24903f2de" providerId="ADAL" clId="{6CF5D3DD-A8C4-4611-8099-4AEB2E976A2E}" dt="2026-06-03T21:36:10.802" v="1055" actId="20577"/>
          <ac:spMkLst>
            <pc:docMk/>
            <pc:sldMk cId="294841495" sldId="885"/>
            <ac:spMk id="34" creationId="{33D21E20-5786-42ED-A48F-1F8E03BC725B}"/>
          </ac:spMkLst>
        </pc:spChg>
        <pc:spChg chg="mod">
          <ac:chgData name="Al Friend" userId="e5ed79da-d858-46d4-9eed-a7a24903f2de" providerId="ADAL" clId="{6CF5D3DD-A8C4-4611-8099-4AEB2E976A2E}" dt="2026-05-31T11:43:21.196" v="892" actId="1076"/>
          <ac:spMkLst>
            <pc:docMk/>
            <pc:sldMk cId="294841495" sldId="885"/>
            <ac:spMk id="45" creationId="{1E67091E-C2CE-47A7-9BCD-380A030776A4}"/>
          </ac:spMkLst>
        </pc:spChg>
        <pc:cxnChg chg="mod">
          <ac:chgData name="Al Friend" userId="e5ed79da-d858-46d4-9eed-a7a24903f2de" providerId="ADAL" clId="{6CF5D3DD-A8C4-4611-8099-4AEB2E976A2E}" dt="2026-05-31T11:43:21.196" v="892" actId="1076"/>
          <ac:cxnSpMkLst>
            <pc:docMk/>
            <pc:sldMk cId="294841495" sldId="885"/>
            <ac:cxnSpMk id="47" creationId="{C30F19AF-9E3E-4F7A-ABB2-5682DFBA7145}"/>
          </ac:cxnSpMkLst>
        </pc:cxnChg>
        <pc:cxnChg chg="mod">
          <ac:chgData name="Al Friend" userId="e5ed79da-d858-46d4-9eed-a7a24903f2de" providerId="ADAL" clId="{6CF5D3DD-A8C4-4611-8099-4AEB2E976A2E}" dt="2026-05-31T11:43:21.196" v="892" actId="1076"/>
          <ac:cxnSpMkLst>
            <pc:docMk/>
            <pc:sldMk cId="294841495" sldId="885"/>
            <ac:cxnSpMk id="50" creationId="{5731073C-2961-45F8-BA70-83375DBBA138}"/>
          </ac:cxnSpMkLst>
        </pc:cxnChg>
      </pc:sldChg>
      <pc:sldChg chg="addSp modSp new mod">
        <pc:chgData name="Al Friend" userId="e5ed79da-d858-46d4-9eed-a7a24903f2de" providerId="ADAL" clId="{6CF5D3DD-A8C4-4611-8099-4AEB2E976A2E}" dt="2026-05-31T11:36:32.098" v="877" actId="20577"/>
        <pc:sldMkLst>
          <pc:docMk/>
          <pc:sldMk cId="272324595" sldId="886"/>
        </pc:sldMkLst>
        <pc:spChg chg="mod">
          <ac:chgData name="Al Friend" userId="e5ed79da-d858-46d4-9eed-a7a24903f2de" providerId="ADAL" clId="{6CF5D3DD-A8C4-4611-8099-4AEB2E976A2E}" dt="2026-05-31T10:58:04.045" v="434" actId="20577"/>
          <ac:spMkLst>
            <pc:docMk/>
            <pc:sldMk cId="272324595" sldId="886"/>
            <ac:spMk id="2" creationId="{C8B033F8-8680-772C-2AD4-139DAFC19DE1}"/>
          </ac:spMkLst>
        </pc:spChg>
        <pc:spChg chg="mod">
          <ac:chgData name="Al Friend" userId="e5ed79da-d858-46d4-9eed-a7a24903f2de" providerId="ADAL" clId="{6CF5D3DD-A8C4-4611-8099-4AEB2E976A2E}" dt="2026-05-31T11:04:59.369" v="597" actId="6549"/>
          <ac:spMkLst>
            <pc:docMk/>
            <pc:sldMk cId="272324595" sldId="886"/>
            <ac:spMk id="3" creationId="{B3E2F1BB-6BA1-D6E7-7BD1-FB75A801A75B}"/>
          </ac:spMkLst>
        </pc:spChg>
        <pc:spChg chg="add mod">
          <ac:chgData name="Al Friend" userId="e5ed79da-d858-46d4-9eed-a7a24903f2de" providerId="ADAL" clId="{6CF5D3DD-A8C4-4611-8099-4AEB2E976A2E}" dt="2026-05-31T11:36:32.098" v="877" actId="20577"/>
          <ac:spMkLst>
            <pc:docMk/>
            <pc:sldMk cId="272324595" sldId="886"/>
            <ac:spMk id="4" creationId="{C68ABF8D-9F1A-3687-71E2-6DAE03CF3F86}"/>
          </ac:spMkLst>
        </pc:spChg>
      </pc:sldChg>
      <pc:sldChg chg="addSp delSp modSp new mod modAnim modNotesTx">
        <pc:chgData name="Al Friend" userId="e5ed79da-d858-46d4-9eed-a7a24903f2de" providerId="ADAL" clId="{6CF5D3DD-A8C4-4611-8099-4AEB2E976A2E}" dt="2026-06-03T21:40:30.786" v="1083"/>
        <pc:sldMkLst>
          <pc:docMk/>
          <pc:sldMk cId="2689299202" sldId="887"/>
        </pc:sldMkLst>
        <pc:spChg chg="mod">
          <ac:chgData name="Al Friend" userId="e5ed79da-d858-46d4-9eed-a7a24903f2de" providerId="ADAL" clId="{6CF5D3DD-A8C4-4611-8099-4AEB2E976A2E}" dt="2026-05-31T11:22:13.357" v="642" actId="20577"/>
          <ac:spMkLst>
            <pc:docMk/>
            <pc:sldMk cId="2689299202" sldId="887"/>
            <ac:spMk id="2" creationId="{F6E5DDAC-B7CC-945D-B74A-87246E8E6368}"/>
          </ac:spMkLst>
        </pc:spChg>
        <pc:spChg chg="add mod">
          <ac:chgData name="Al Friend" userId="e5ed79da-d858-46d4-9eed-a7a24903f2de" providerId="ADAL" clId="{6CF5D3DD-A8C4-4611-8099-4AEB2E976A2E}" dt="2026-05-31T11:26:18.928" v="675" actId="12789"/>
          <ac:spMkLst>
            <pc:docMk/>
            <pc:sldMk cId="2689299202" sldId="887"/>
            <ac:spMk id="20" creationId="{1821B1EE-C09C-B44F-9763-691373B40A43}"/>
          </ac:spMkLst>
        </pc:spChg>
        <pc:spChg chg="add mod">
          <ac:chgData name="Al Friend" userId="e5ed79da-d858-46d4-9eed-a7a24903f2de" providerId="ADAL" clId="{6CF5D3DD-A8C4-4611-8099-4AEB2E976A2E}" dt="2026-05-31T11:26:18.928" v="675" actId="12789"/>
          <ac:spMkLst>
            <pc:docMk/>
            <pc:sldMk cId="2689299202" sldId="887"/>
            <ac:spMk id="21" creationId="{5D10E706-C415-F069-6596-D6EB42794CEC}"/>
          </ac:spMkLst>
        </pc:spChg>
        <pc:spChg chg="add mod">
          <ac:chgData name="Al Friend" userId="e5ed79da-d858-46d4-9eed-a7a24903f2de" providerId="ADAL" clId="{6CF5D3DD-A8C4-4611-8099-4AEB2E976A2E}" dt="2026-05-31T11:27:12.525" v="713" actId="20577"/>
          <ac:spMkLst>
            <pc:docMk/>
            <pc:sldMk cId="2689299202" sldId="887"/>
            <ac:spMk id="22" creationId="{63D1B5CA-3293-8AB0-9AD8-32AAB374D400}"/>
          </ac:spMkLst>
        </pc:spChg>
        <pc:spChg chg="add mod">
          <ac:chgData name="Al Friend" userId="e5ed79da-d858-46d4-9eed-a7a24903f2de" providerId="ADAL" clId="{6CF5D3DD-A8C4-4611-8099-4AEB2E976A2E}" dt="2026-05-31T11:29:52.772" v="782" actId="1035"/>
          <ac:spMkLst>
            <pc:docMk/>
            <pc:sldMk cId="2689299202" sldId="887"/>
            <ac:spMk id="23" creationId="{E932A1AA-E488-B330-F5D4-C8F7E1AFEB79}"/>
          </ac:spMkLst>
        </pc:spChg>
        <pc:spChg chg="add mod">
          <ac:chgData name="Al Friend" userId="e5ed79da-d858-46d4-9eed-a7a24903f2de" providerId="ADAL" clId="{6CF5D3DD-A8C4-4611-8099-4AEB2E976A2E}" dt="2026-05-31T11:29:38.864" v="759" actId="1036"/>
          <ac:spMkLst>
            <pc:docMk/>
            <pc:sldMk cId="2689299202" sldId="887"/>
            <ac:spMk id="24" creationId="{ADBE2120-BC91-CBCB-2287-C05D78CF4327}"/>
          </ac:spMkLst>
        </pc:spChg>
        <pc:spChg chg="add mod">
          <ac:chgData name="Al Friend" userId="e5ed79da-d858-46d4-9eed-a7a24903f2de" providerId="ADAL" clId="{6CF5D3DD-A8C4-4611-8099-4AEB2E976A2E}" dt="2026-05-31T11:30:06.253" v="790" actId="20577"/>
          <ac:spMkLst>
            <pc:docMk/>
            <pc:sldMk cId="2689299202" sldId="887"/>
            <ac:spMk id="25" creationId="{1458AC3E-04C8-223F-64C1-CE57362A71C9}"/>
          </ac:spMkLst>
        </pc:spChg>
        <pc:spChg chg="add mod">
          <ac:chgData name="Al Friend" userId="e5ed79da-d858-46d4-9eed-a7a24903f2de" providerId="ADAL" clId="{6CF5D3DD-A8C4-4611-8099-4AEB2E976A2E}" dt="2026-05-31T11:30:43.988" v="805" actId="1076"/>
          <ac:spMkLst>
            <pc:docMk/>
            <pc:sldMk cId="2689299202" sldId="887"/>
            <ac:spMk id="26" creationId="{1B446702-FF50-E3E0-BBEC-4575EEF5350A}"/>
          </ac:spMkLst>
        </pc:spChg>
        <pc:spChg chg="add mod">
          <ac:chgData name="Al Friend" userId="e5ed79da-d858-46d4-9eed-a7a24903f2de" providerId="ADAL" clId="{6CF5D3DD-A8C4-4611-8099-4AEB2E976A2E}" dt="2026-05-31T11:32:26.350" v="819" actId="1582"/>
          <ac:spMkLst>
            <pc:docMk/>
            <pc:sldMk cId="2689299202" sldId="887"/>
            <ac:spMk id="27" creationId="{DE55E28E-12CA-4300-79D8-A465E7328BD1}"/>
          </ac:spMkLst>
        </pc:spChg>
        <pc:spChg chg="add mod">
          <ac:chgData name="Al Friend" userId="e5ed79da-d858-46d4-9eed-a7a24903f2de" providerId="ADAL" clId="{6CF5D3DD-A8C4-4611-8099-4AEB2E976A2E}" dt="2026-05-31T11:32:44.436" v="830" actId="1076"/>
          <ac:spMkLst>
            <pc:docMk/>
            <pc:sldMk cId="2689299202" sldId="887"/>
            <ac:spMk id="28" creationId="{7B412730-5CDA-D1F4-5FDC-B0A55A466C1D}"/>
          </ac:spMkLst>
        </pc:spChg>
        <pc:spChg chg="add mod">
          <ac:chgData name="Al Friend" userId="e5ed79da-d858-46d4-9eed-a7a24903f2de" providerId="ADAL" clId="{6CF5D3DD-A8C4-4611-8099-4AEB2E976A2E}" dt="2026-05-31T11:34:51.131" v="849" actId="1076"/>
          <ac:spMkLst>
            <pc:docMk/>
            <pc:sldMk cId="2689299202" sldId="887"/>
            <ac:spMk id="29" creationId="{41629774-E830-5865-08C7-3250472DAA8C}"/>
          </ac:spMkLst>
        </pc:spChg>
        <pc:picChg chg="add mod">
          <ac:chgData name="Al Friend" userId="e5ed79da-d858-46d4-9eed-a7a24903f2de" providerId="ADAL" clId="{6CF5D3DD-A8C4-4611-8099-4AEB2E976A2E}" dt="2026-05-31T11:24:57.711" v="653" actId="1076"/>
          <ac:picMkLst>
            <pc:docMk/>
            <pc:sldMk cId="2689299202" sldId="887"/>
            <ac:picMk id="5" creationId="{19D019E1-9343-7DD7-F11F-1ADFAEBF51C6}"/>
          </ac:picMkLst>
        </pc:picChg>
        <pc:picChg chg="add mod">
          <ac:chgData name="Al Friend" userId="e5ed79da-d858-46d4-9eed-a7a24903f2de" providerId="ADAL" clId="{6CF5D3DD-A8C4-4611-8099-4AEB2E976A2E}" dt="2026-05-31T11:25:00.405" v="654" actId="1076"/>
          <ac:picMkLst>
            <pc:docMk/>
            <pc:sldMk cId="2689299202" sldId="887"/>
            <ac:picMk id="9" creationId="{53CE0249-A61C-9215-8E46-9C5D4A4E0FCA}"/>
          </ac:picMkLst>
        </pc:picChg>
        <pc:picChg chg="add mod">
          <ac:chgData name="Al Friend" userId="e5ed79da-d858-46d4-9eed-a7a24903f2de" providerId="ADAL" clId="{6CF5D3DD-A8C4-4611-8099-4AEB2E976A2E}" dt="2026-05-31T11:21:56.870" v="623" actId="1076"/>
          <ac:picMkLst>
            <pc:docMk/>
            <pc:sldMk cId="2689299202" sldId="887"/>
            <ac:picMk id="11" creationId="{26930976-710A-9121-E6A9-E1F1CF7BB12B}"/>
          </ac:picMkLst>
        </pc:picChg>
        <pc:picChg chg="add mod">
          <ac:chgData name="Al Friend" userId="e5ed79da-d858-46d4-9eed-a7a24903f2de" providerId="ADAL" clId="{6CF5D3DD-A8C4-4611-8099-4AEB2E976A2E}" dt="2026-05-31T11:21:58.899" v="624" actId="1076"/>
          <ac:picMkLst>
            <pc:docMk/>
            <pc:sldMk cId="2689299202" sldId="887"/>
            <ac:picMk id="13" creationId="{24FB712A-84E3-D214-D829-76438CF1FF71}"/>
          </ac:picMkLst>
        </pc:picChg>
        <pc:picChg chg="add mod">
          <ac:chgData name="Al Friend" userId="e5ed79da-d858-46d4-9eed-a7a24903f2de" providerId="ADAL" clId="{6CF5D3DD-A8C4-4611-8099-4AEB2E976A2E}" dt="2026-05-31T11:30:11.771" v="791" actId="1076"/>
          <ac:picMkLst>
            <pc:docMk/>
            <pc:sldMk cId="2689299202" sldId="887"/>
            <ac:picMk id="15" creationId="{C2FC3120-4859-0E36-9B84-AD9C76B1AA36}"/>
          </ac:picMkLst>
        </pc:picChg>
        <pc:picChg chg="add mod">
          <ac:chgData name="Al Friend" userId="e5ed79da-d858-46d4-9eed-a7a24903f2de" providerId="ADAL" clId="{6CF5D3DD-A8C4-4611-8099-4AEB2E976A2E}" dt="2026-05-31T11:24:22.084" v="652" actId="1076"/>
          <ac:picMkLst>
            <pc:docMk/>
            <pc:sldMk cId="2689299202" sldId="887"/>
            <ac:picMk id="17" creationId="{58687F61-8D2B-ED11-7BDD-4ACE86BAE362}"/>
          </ac:picMkLst>
        </pc:picChg>
        <pc:picChg chg="add mod">
          <ac:chgData name="Al Friend" userId="e5ed79da-d858-46d4-9eed-a7a24903f2de" providerId="ADAL" clId="{6CF5D3DD-A8C4-4611-8099-4AEB2E976A2E}" dt="2026-05-31T11:30:38.469" v="804" actId="1076"/>
          <ac:picMkLst>
            <pc:docMk/>
            <pc:sldMk cId="2689299202" sldId="887"/>
            <ac:picMk id="18" creationId="{C8ECCEDB-84CB-E10E-29A0-6A7C6A8F8723}"/>
          </ac:picMkLst>
        </pc:picChg>
        <pc:picChg chg="add mod">
          <ac:chgData name="Al Friend" userId="e5ed79da-d858-46d4-9eed-a7a24903f2de" providerId="ADAL" clId="{6CF5D3DD-A8C4-4611-8099-4AEB2E976A2E}" dt="2026-05-31T11:24:22.084" v="652" actId="1076"/>
          <ac:picMkLst>
            <pc:docMk/>
            <pc:sldMk cId="2689299202" sldId="887"/>
            <ac:picMk id="19" creationId="{F77B082A-3A6A-6638-5522-14D3AAE6115F}"/>
          </ac:picMkLst>
        </pc:picChg>
        <pc:cxnChg chg="add mod">
          <ac:chgData name="Al Friend" userId="e5ed79da-d858-46d4-9eed-a7a24903f2de" providerId="ADAL" clId="{6CF5D3DD-A8C4-4611-8099-4AEB2E976A2E}" dt="2026-05-31T11:34:51.131" v="849" actId="1076"/>
          <ac:cxnSpMkLst>
            <pc:docMk/>
            <pc:sldMk cId="2689299202" sldId="887"/>
            <ac:cxnSpMk id="30" creationId="{D24CFD43-E225-9A60-DD0D-39E2BF7507F3}"/>
          </ac:cxnSpMkLst>
        </pc:cxnChg>
        <pc:cxnChg chg="add mod">
          <ac:chgData name="Al Friend" userId="e5ed79da-d858-46d4-9eed-a7a24903f2de" providerId="ADAL" clId="{6CF5D3DD-A8C4-4611-8099-4AEB2E976A2E}" dt="2026-05-31T11:34:51.131" v="849" actId="1076"/>
          <ac:cxnSpMkLst>
            <pc:docMk/>
            <pc:sldMk cId="2689299202" sldId="887"/>
            <ac:cxnSpMk id="31" creationId="{1FEB3678-3EC2-9435-6703-DBA4673C5740}"/>
          </ac:cxnSpMkLst>
        </pc:cxnChg>
      </pc:sldChg>
      <pc:sldChg chg="modSp new mod modAnim">
        <pc:chgData name="Al Friend" userId="e5ed79da-d858-46d4-9eed-a7a24903f2de" providerId="ADAL" clId="{6CF5D3DD-A8C4-4611-8099-4AEB2E976A2E}" dt="2026-06-06T08:50:17.142" v="1290" actId="20577"/>
        <pc:sldMkLst>
          <pc:docMk/>
          <pc:sldMk cId="2047793123" sldId="888"/>
        </pc:sldMkLst>
        <pc:spChg chg="mod">
          <ac:chgData name="Al Friend" userId="e5ed79da-d858-46d4-9eed-a7a24903f2de" providerId="ADAL" clId="{6CF5D3DD-A8C4-4611-8099-4AEB2E976A2E}" dt="2026-05-31T16:59:19.055" v="902" actId="20577"/>
          <ac:spMkLst>
            <pc:docMk/>
            <pc:sldMk cId="2047793123" sldId="888"/>
            <ac:spMk id="2" creationId="{60A374ED-F922-1F42-30DA-6139E3EEFB4E}"/>
          </ac:spMkLst>
        </pc:spChg>
        <pc:spChg chg="mod">
          <ac:chgData name="Al Friend" userId="e5ed79da-d858-46d4-9eed-a7a24903f2de" providerId="ADAL" clId="{6CF5D3DD-A8C4-4611-8099-4AEB2E976A2E}" dt="2026-06-06T08:50:17.142" v="1290" actId="20577"/>
          <ac:spMkLst>
            <pc:docMk/>
            <pc:sldMk cId="2047793123" sldId="888"/>
            <ac:spMk id="3" creationId="{246B11CC-3339-C315-0BE8-FA4C1D5275B4}"/>
          </ac:spMkLst>
        </pc:spChg>
      </pc:sldChg>
      <pc:sldChg chg="addSp delSp modSp mod">
        <pc:chgData name="Al Friend" userId="e5ed79da-d858-46d4-9eed-a7a24903f2de" providerId="ADAL" clId="{6CF5D3DD-A8C4-4611-8099-4AEB2E976A2E}" dt="2026-06-06T13:11:18.608" v="1386"/>
        <pc:sldMkLst>
          <pc:docMk/>
          <pc:sldMk cId="975855965" sldId="890"/>
        </pc:sldMkLst>
        <pc:grpChg chg="del mod">
          <ac:chgData name="Al Friend" userId="e5ed79da-d858-46d4-9eed-a7a24903f2de" providerId="ADAL" clId="{6CF5D3DD-A8C4-4611-8099-4AEB2E976A2E}" dt="2026-06-06T13:11:03.156" v="1384"/>
          <ac:grpSpMkLst>
            <pc:docMk/>
            <pc:sldMk cId="975855965" sldId="890"/>
            <ac:grpSpMk id="15" creationId="{7C998299-1E61-79DC-5E01-F9E8FA2511D6}"/>
          </ac:grpSpMkLst>
        </pc:grpChg>
        <pc:grpChg chg="del mod">
          <ac:chgData name="Al Friend" userId="e5ed79da-d858-46d4-9eed-a7a24903f2de" providerId="ADAL" clId="{6CF5D3DD-A8C4-4611-8099-4AEB2E976A2E}" dt="2026-06-06T13:11:03.156" v="1384"/>
          <ac:grpSpMkLst>
            <pc:docMk/>
            <pc:sldMk cId="975855965" sldId="890"/>
            <ac:grpSpMk id="33" creationId="{8AE3719D-E183-BF3F-7C73-204380ACF8A8}"/>
          </ac:grpSpMkLst>
        </pc:grpChg>
        <pc:grpChg chg="del mod">
          <ac:chgData name="Al Friend" userId="e5ed79da-d858-46d4-9eed-a7a24903f2de" providerId="ADAL" clId="{6CF5D3DD-A8C4-4611-8099-4AEB2E976A2E}" dt="2026-06-06T13:11:18.608" v="1386"/>
          <ac:grpSpMkLst>
            <pc:docMk/>
            <pc:sldMk cId="975855965" sldId="890"/>
            <ac:grpSpMk id="41" creationId="{66B8C408-EB85-3734-88AA-526F92F0C353}"/>
          </ac:grpSpMkLst>
        </pc:grpChg>
        <pc:grpChg chg="mod">
          <ac:chgData name="Al Friend" userId="e5ed79da-d858-46d4-9eed-a7a24903f2de" providerId="ADAL" clId="{6CF5D3DD-A8C4-4611-8099-4AEB2E976A2E}" dt="2026-06-06T13:11:18.608" v="1386"/>
          <ac:grpSpMkLst>
            <pc:docMk/>
            <pc:sldMk cId="975855965" sldId="890"/>
            <ac:grpSpMk id="43" creationId="{72BE313F-CDC0-A687-CB8D-73C8190ECBB4}"/>
          </ac:grpSpMkLst>
        </pc:grpChg>
        <pc:inkChg chg="add mod">
          <ac:chgData name="Al Friend" userId="e5ed79da-d858-46d4-9eed-a7a24903f2de" providerId="ADAL" clId="{6CF5D3DD-A8C4-4611-8099-4AEB2E976A2E}" dt="2026-06-06T13:10:50.159" v="1363"/>
          <ac:inkMkLst>
            <pc:docMk/>
            <pc:sldMk cId="975855965" sldId="890"/>
            <ac:inkMk id="3" creationId="{16EEB5C8-F4E2-428B-E250-D40C48BC7C75}"/>
          </ac:inkMkLst>
        </pc:inkChg>
        <pc:inkChg chg="add mod">
          <ac:chgData name="Al Friend" userId="e5ed79da-d858-46d4-9eed-a7a24903f2de" providerId="ADAL" clId="{6CF5D3DD-A8C4-4611-8099-4AEB2E976A2E}" dt="2026-06-06T13:10:50.159" v="1363"/>
          <ac:inkMkLst>
            <pc:docMk/>
            <pc:sldMk cId="975855965" sldId="890"/>
            <ac:inkMk id="4" creationId="{F8BDF2A5-A404-7EA6-1F5C-5E1EB333D540}"/>
          </ac:inkMkLst>
        </pc:inkChg>
        <pc:inkChg chg="add mod">
          <ac:chgData name="Al Friend" userId="e5ed79da-d858-46d4-9eed-a7a24903f2de" providerId="ADAL" clId="{6CF5D3DD-A8C4-4611-8099-4AEB2E976A2E}" dt="2026-06-06T13:10:50.159" v="1363"/>
          <ac:inkMkLst>
            <pc:docMk/>
            <pc:sldMk cId="975855965" sldId="890"/>
            <ac:inkMk id="6" creationId="{4EB482C2-9CFE-9316-E402-EEAF3E661E5E}"/>
          </ac:inkMkLst>
        </pc:inkChg>
        <pc:inkChg chg="add mod">
          <ac:chgData name="Al Friend" userId="e5ed79da-d858-46d4-9eed-a7a24903f2de" providerId="ADAL" clId="{6CF5D3DD-A8C4-4611-8099-4AEB2E976A2E}" dt="2026-06-06T13:10:50.159" v="1363"/>
          <ac:inkMkLst>
            <pc:docMk/>
            <pc:sldMk cId="975855965" sldId="890"/>
            <ac:inkMk id="8" creationId="{3792886A-DE24-8D0E-EA54-2D7E6153EB3F}"/>
          </ac:inkMkLst>
        </pc:inkChg>
        <pc:inkChg chg="add mod">
          <ac:chgData name="Al Friend" userId="e5ed79da-d858-46d4-9eed-a7a24903f2de" providerId="ADAL" clId="{6CF5D3DD-A8C4-4611-8099-4AEB2E976A2E}" dt="2026-06-06T13:10:50.159" v="1363"/>
          <ac:inkMkLst>
            <pc:docMk/>
            <pc:sldMk cId="975855965" sldId="890"/>
            <ac:inkMk id="10" creationId="{09F51531-6679-1829-4A26-24FF5030BFDF}"/>
          </ac:inkMkLst>
        </pc:inkChg>
        <pc:inkChg chg="add mod">
          <ac:chgData name="Al Friend" userId="e5ed79da-d858-46d4-9eed-a7a24903f2de" providerId="ADAL" clId="{6CF5D3DD-A8C4-4611-8099-4AEB2E976A2E}" dt="2026-06-06T13:11:18.608" v="1386"/>
          <ac:inkMkLst>
            <pc:docMk/>
            <pc:sldMk cId="975855965" sldId="890"/>
            <ac:inkMk id="13" creationId="{09043F0D-15F1-0D2C-EC37-05727E72527B}"/>
          </ac:inkMkLst>
        </pc:inkChg>
        <pc:inkChg chg="add mod">
          <ac:chgData name="Al Friend" userId="e5ed79da-d858-46d4-9eed-a7a24903f2de" providerId="ADAL" clId="{6CF5D3DD-A8C4-4611-8099-4AEB2E976A2E}" dt="2026-06-06T13:10:59.341" v="1376"/>
          <ac:inkMkLst>
            <pc:docMk/>
            <pc:sldMk cId="975855965" sldId="890"/>
            <ac:inkMk id="16" creationId="{2BEE26C0-8F18-1397-04F1-1E5C14842A5A}"/>
          </ac:inkMkLst>
        </pc:inkChg>
        <pc:inkChg chg="add mod">
          <ac:chgData name="Al Friend" userId="e5ed79da-d858-46d4-9eed-a7a24903f2de" providerId="ADAL" clId="{6CF5D3DD-A8C4-4611-8099-4AEB2E976A2E}" dt="2026-06-06T13:10:59.341" v="1376"/>
          <ac:inkMkLst>
            <pc:docMk/>
            <pc:sldMk cId="975855965" sldId="890"/>
            <ac:inkMk id="17" creationId="{0811A3DF-2DED-A4DE-B3C9-1CECE4CE07CD}"/>
          </ac:inkMkLst>
        </pc:inkChg>
        <pc:inkChg chg="add mod">
          <ac:chgData name="Al Friend" userId="e5ed79da-d858-46d4-9eed-a7a24903f2de" providerId="ADAL" clId="{6CF5D3DD-A8C4-4611-8099-4AEB2E976A2E}" dt="2026-06-06T13:11:18.608" v="1386"/>
          <ac:inkMkLst>
            <pc:docMk/>
            <pc:sldMk cId="975855965" sldId="890"/>
            <ac:inkMk id="19" creationId="{1CFFA930-A5A9-9F58-09CE-4683436BD500}"/>
          </ac:inkMkLst>
        </pc:inkChg>
        <pc:inkChg chg="add mod">
          <ac:chgData name="Al Friend" userId="e5ed79da-d858-46d4-9eed-a7a24903f2de" providerId="ADAL" clId="{6CF5D3DD-A8C4-4611-8099-4AEB2E976A2E}" dt="2026-06-06T13:10:59.341" v="1376"/>
          <ac:inkMkLst>
            <pc:docMk/>
            <pc:sldMk cId="975855965" sldId="890"/>
            <ac:inkMk id="20" creationId="{382033B4-EFE2-D229-5776-8E6EBFAA85E8}"/>
          </ac:inkMkLst>
        </pc:inkChg>
        <pc:inkChg chg="add">
          <ac:chgData name="Al Friend" userId="e5ed79da-d858-46d4-9eed-a7a24903f2de" providerId="ADAL" clId="{6CF5D3DD-A8C4-4611-8099-4AEB2E976A2E}" dt="2026-06-06T13:10:56.975" v="1368" actId="9405"/>
          <ac:inkMkLst>
            <pc:docMk/>
            <pc:sldMk cId="975855965" sldId="890"/>
            <ac:inkMk id="21" creationId="{F1559AB8-4B4B-0ACE-5E29-17463487FF22}"/>
          </ac:inkMkLst>
        </pc:inkChg>
        <pc:inkChg chg="add mod">
          <ac:chgData name="Al Friend" userId="e5ed79da-d858-46d4-9eed-a7a24903f2de" providerId="ADAL" clId="{6CF5D3DD-A8C4-4611-8099-4AEB2E976A2E}" dt="2026-06-06T13:11:18.608" v="1386"/>
          <ac:inkMkLst>
            <pc:docMk/>
            <pc:sldMk cId="975855965" sldId="890"/>
            <ac:inkMk id="22" creationId="{9EA83DF0-0C2E-5353-E19A-BC5C2A0C55F2}"/>
          </ac:inkMkLst>
        </pc:inkChg>
        <pc:inkChg chg="add mod">
          <ac:chgData name="Al Friend" userId="e5ed79da-d858-46d4-9eed-a7a24903f2de" providerId="ADAL" clId="{6CF5D3DD-A8C4-4611-8099-4AEB2E976A2E}" dt="2026-06-06T13:11:18.608" v="1386"/>
          <ac:inkMkLst>
            <pc:docMk/>
            <pc:sldMk cId="975855965" sldId="890"/>
            <ac:inkMk id="23" creationId="{23844E1B-2D76-3074-0B7F-044095807075}"/>
          </ac:inkMkLst>
        </pc:inkChg>
        <pc:inkChg chg="add mod">
          <ac:chgData name="Al Friend" userId="e5ed79da-d858-46d4-9eed-a7a24903f2de" providerId="ADAL" clId="{6CF5D3DD-A8C4-4611-8099-4AEB2E976A2E}" dt="2026-06-06T13:10:59.341" v="1376"/>
          <ac:inkMkLst>
            <pc:docMk/>
            <pc:sldMk cId="975855965" sldId="890"/>
            <ac:inkMk id="24" creationId="{46C9A01B-42E9-E7B1-EC54-06BA28EC6889}"/>
          </ac:inkMkLst>
        </pc:inkChg>
        <pc:inkChg chg="add mod">
          <ac:chgData name="Al Friend" userId="e5ed79da-d858-46d4-9eed-a7a24903f2de" providerId="ADAL" clId="{6CF5D3DD-A8C4-4611-8099-4AEB2E976A2E}" dt="2026-06-06T13:10:59.341" v="1376"/>
          <ac:inkMkLst>
            <pc:docMk/>
            <pc:sldMk cId="975855965" sldId="890"/>
            <ac:inkMk id="25" creationId="{24D3E5E2-398C-BAB1-A0BC-60C10A9611F7}"/>
          </ac:inkMkLst>
        </pc:inkChg>
        <pc:inkChg chg="add mod">
          <ac:chgData name="Al Friend" userId="e5ed79da-d858-46d4-9eed-a7a24903f2de" providerId="ADAL" clId="{6CF5D3DD-A8C4-4611-8099-4AEB2E976A2E}" dt="2026-06-06T13:10:59.341" v="1376"/>
          <ac:inkMkLst>
            <pc:docMk/>
            <pc:sldMk cId="975855965" sldId="890"/>
            <ac:inkMk id="28" creationId="{6ED4E2CA-944E-A44F-9894-038016A5FD20}"/>
          </ac:inkMkLst>
        </pc:inkChg>
        <pc:inkChg chg="add mod">
          <ac:chgData name="Al Friend" userId="e5ed79da-d858-46d4-9eed-a7a24903f2de" providerId="ADAL" clId="{6CF5D3DD-A8C4-4611-8099-4AEB2E976A2E}" dt="2026-06-06T13:10:59.341" v="1376"/>
          <ac:inkMkLst>
            <pc:docMk/>
            <pc:sldMk cId="975855965" sldId="890"/>
            <ac:inkMk id="31" creationId="{B079F814-A69C-0BB4-859D-3ABC0C29A89C}"/>
          </ac:inkMkLst>
        </pc:inkChg>
        <pc:inkChg chg="add mod">
          <ac:chgData name="Al Friend" userId="e5ed79da-d858-46d4-9eed-a7a24903f2de" providerId="ADAL" clId="{6CF5D3DD-A8C4-4611-8099-4AEB2E976A2E}" dt="2026-06-06T13:10:59.341" v="1376"/>
          <ac:inkMkLst>
            <pc:docMk/>
            <pc:sldMk cId="975855965" sldId="890"/>
            <ac:inkMk id="32" creationId="{4C6AB883-8A7C-57BD-3339-3EA1AA5A3BED}"/>
          </ac:inkMkLst>
        </pc:inkChg>
        <pc:inkChg chg="add mod">
          <ac:chgData name="Al Friend" userId="e5ed79da-d858-46d4-9eed-a7a24903f2de" providerId="ADAL" clId="{6CF5D3DD-A8C4-4611-8099-4AEB2E976A2E}" dt="2026-06-06T13:11:18.608" v="1386"/>
          <ac:inkMkLst>
            <pc:docMk/>
            <pc:sldMk cId="975855965" sldId="890"/>
            <ac:inkMk id="34" creationId="{628CD49C-7977-96A8-7043-DC1DEF719AA0}"/>
          </ac:inkMkLst>
        </pc:inkChg>
        <pc:inkChg chg="add">
          <ac:chgData name="Al Friend" userId="e5ed79da-d858-46d4-9eed-a7a24903f2de" providerId="ADAL" clId="{6CF5D3DD-A8C4-4611-8099-4AEB2E976A2E}" dt="2026-06-06T13:11:00.395" v="1378" actId="9405"/>
          <ac:inkMkLst>
            <pc:docMk/>
            <pc:sldMk cId="975855965" sldId="890"/>
            <ac:inkMk id="35" creationId="{69838FF0-3988-C0DD-12E8-E23F4C4AB5F5}"/>
          </ac:inkMkLst>
        </pc:inkChg>
        <pc:inkChg chg="add">
          <ac:chgData name="Al Friend" userId="e5ed79da-d858-46d4-9eed-a7a24903f2de" providerId="ADAL" clId="{6CF5D3DD-A8C4-4611-8099-4AEB2E976A2E}" dt="2026-06-06T13:11:00.624" v="1379" actId="9405"/>
          <ac:inkMkLst>
            <pc:docMk/>
            <pc:sldMk cId="975855965" sldId="890"/>
            <ac:inkMk id="36" creationId="{5916BF53-A06A-FDA2-F439-A96FAD7F499A}"/>
          </ac:inkMkLst>
        </pc:inkChg>
        <pc:inkChg chg="add">
          <ac:chgData name="Al Friend" userId="e5ed79da-d858-46d4-9eed-a7a24903f2de" providerId="ADAL" clId="{6CF5D3DD-A8C4-4611-8099-4AEB2E976A2E}" dt="2026-06-06T13:11:01.059" v="1380" actId="9405"/>
          <ac:inkMkLst>
            <pc:docMk/>
            <pc:sldMk cId="975855965" sldId="890"/>
            <ac:inkMk id="37" creationId="{92B8E2BE-FD8A-B7E7-B78C-A480EA412D59}"/>
          </ac:inkMkLst>
        </pc:inkChg>
        <pc:inkChg chg="add mod">
          <ac:chgData name="Al Friend" userId="e5ed79da-d858-46d4-9eed-a7a24903f2de" providerId="ADAL" clId="{6CF5D3DD-A8C4-4611-8099-4AEB2E976A2E}" dt="2026-06-06T13:11:18.608" v="1386"/>
          <ac:inkMkLst>
            <pc:docMk/>
            <pc:sldMk cId="975855965" sldId="890"/>
            <ac:inkMk id="38" creationId="{2F4B75AA-F0B2-CCCD-A866-5E7D750B4E3C}"/>
          </ac:inkMkLst>
        </pc:inkChg>
        <pc:inkChg chg="add">
          <ac:chgData name="Al Friend" userId="e5ed79da-d858-46d4-9eed-a7a24903f2de" providerId="ADAL" clId="{6CF5D3DD-A8C4-4611-8099-4AEB2E976A2E}" dt="2026-06-06T13:11:02.221" v="1382" actId="9405"/>
          <ac:inkMkLst>
            <pc:docMk/>
            <pc:sldMk cId="975855965" sldId="890"/>
            <ac:inkMk id="39" creationId="{71790C6A-239A-5011-BBC7-13DFC2447209}"/>
          </ac:inkMkLst>
        </pc:inkChg>
        <pc:inkChg chg="add mod">
          <ac:chgData name="Al Friend" userId="e5ed79da-d858-46d4-9eed-a7a24903f2de" providerId="ADAL" clId="{6CF5D3DD-A8C4-4611-8099-4AEB2E976A2E}" dt="2026-06-06T13:11:18.608" v="1386"/>
          <ac:inkMkLst>
            <pc:docMk/>
            <pc:sldMk cId="975855965" sldId="890"/>
            <ac:inkMk id="40" creationId="{BF054C9C-F381-8CED-9063-0E1211073D4F}"/>
          </ac:inkMkLst>
        </pc:inkChg>
        <pc:inkChg chg="add mod">
          <ac:chgData name="Al Friend" userId="e5ed79da-d858-46d4-9eed-a7a24903f2de" providerId="ADAL" clId="{6CF5D3DD-A8C4-4611-8099-4AEB2E976A2E}" dt="2026-06-06T13:11:18.608" v="1386"/>
          <ac:inkMkLst>
            <pc:docMk/>
            <pc:sldMk cId="975855965" sldId="890"/>
            <ac:inkMk id="42" creationId="{CD8C53A0-2A7C-A0DA-2E3B-68AE11FDDE5D}"/>
          </ac:inkMkLst>
        </pc:inkChg>
      </pc:sldChg>
      <pc:sldChg chg="addSp modSp new mod modNotesTx">
        <pc:chgData name="Al Friend" userId="e5ed79da-d858-46d4-9eed-a7a24903f2de" providerId="ADAL" clId="{6CF5D3DD-A8C4-4611-8099-4AEB2E976A2E}" dt="2026-06-06T13:26:27.415" v="1401" actId="14100"/>
        <pc:sldMkLst>
          <pc:docMk/>
          <pc:sldMk cId="540329351" sldId="895"/>
        </pc:sldMkLst>
        <pc:picChg chg="add mod">
          <ac:chgData name="Al Friend" userId="e5ed79da-d858-46d4-9eed-a7a24903f2de" providerId="ADAL" clId="{6CF5D3DD-A8C4-4611-8099-4AEB2E976A2E}" dt="2026-06-06T13:26:27.415" v="1401" actId="14100"/>
          <ac:picMkLst>
            <pc:docMk/>
            <pc:sldMk cId="540329351" sldId="895"/>
            <ac:picMk id="3" creationId="{BBA096E6-01DB-6614-5615-C75EE9B6D33F}"/>
          </ac:picMkLst>
        </pc:picChg>
      </pc:sldChg>
      <pc:sldChg chg="addSp delSp modSp new mod ord modClrScheme delAnim modAnim chgLayout modNotesTx">
        <pc:chgData name="Al Friend" userId="e5ed79da-d858-46d4-9eed-a7a24903f2de" providerId="ADAL" clId="{6CF5D3DD-A8C4-4611-8099-4AEB2E976A2E}" dt="2026-06-07T10:48:14.882" v="2891"/>
        <pc:sldMkLst>
          <pc:docMk/>
          <pc:sldMk cId="2930410333" sldId="896"/>
        </pc:sldMkLst>
        <pc:spChg chg="mod ord">
          <ac:chgData name="Al Friend" userId="e5ed79da-d858-46d4-9eed-a7a24903f2de" providerId="ADAL" clId="{6CF5D3DD-A8C4-4611-8099-4AEB2E976A2E}" dt="2026-06-07T07:44:06.993" v="1457" actId="700"/>
          <ac:spMkLst>
            <pc:docMk/>
            <pc:sldMk cId="2930410333" sldId="896"/>
            <ac:spMk id="2" creationId="{61C7A306-3121-8C29-A83E-57EF9D7343F2}"/>
          </ac:spMkLst>
        </pc:spChg>
        <pc:spChg chg="del mod ord">
          <ac:chgData name="Al Friend" userId="e5ed79da-d858-46d4-9eed-a7a24903f2de" providerId="ADAL" clId="{6CF5D3DD-A8C4-4611-8099-4AEB2E976A2E}" dt="2026-06-07T07:44:06.993" v="1457" actId="700"/>
          <ac:spMkLst>
            <pc:docMk/>
            <pc:sldMk cId="2930410333" sldId="896"/>
            <ac:spMk id="3" creationId="{C8573181-1044-0164-730C-34FCF078994A}"/>
          </ac:spMkLst>
        </pc:spChg>
        <pc:spChg chg="add mod ord">
          <ac:chgData name="Al Friend" userId="e5ed79da-d858-46d4-9eed-a7a24903f2de" providerId="ADAL" clId="{6CF5D3DD-A8C4-4611-8099-4AEB2E976A2E}" dt="2026-06-07T08:07:35.268" v="2068" actId="20577"/>
          <ac:spMkLst>
            <pc:docMk/>
            <pc:sldMk cId="2930410333" sldId="896"/>
            <ac:spMk id="4" creationId="{2C04808F-2DF6-2458-EF74-E6D67C4820E6}"/>
          </ac:spMkLst>
        </pc:spChg>
        <pc:spChg chg="add mod ord">
          <ac:chgData name="Al Friend" userId="e5ed79da-d858-46d4-9eed-a7a24903f2de" providerId="ADAL" clId="{6CF5D3DD-A8C4-4611-8099-4AEB2E976A2E}" dt="2026-06-07T08:07:41.613" v="2069" actId="313"/>
          <ac:spMkLst>
            <pc:docMk/>
            <pc:sldMk cId="2930410333" sldId="896"/>
            <ac:spMk id="5" creationId="{F734FF19-FD5C-176C-76AA-6CB799764FED}"/>
          </ac:spMkLst>
        </pc:spChg>
        <pc:spChg chg="add mod">
          <ac:chgData name="Al Friend" userId="e5ed79da-d858-46d4-9eed-a7a24903f2de" providerId="ADAL" clId="{6CF5D3DD-A8C4-4611-8099-4AEB2E976A2E}" dt="2026-06-07T07:54:01.778" v="1829" actId="1076"/>
          <ac:spMkLst>
            <pc:docMk/>
            <pc:sldMk cId="2930410333" sldId="896"/>
            <ac:spMk id="6" creationId="{8E9FF91C-A75A-48EA-DA30-829DDDE5F77C}"/>
          </ac:spMkLst>
        </pc:spChg>
        <pc:spChg chg="add mod">
          <ac:chgData name="Al Friend" userId="e5ed79da-d858-46d4-9eed-a7a24903f2de" providerId="ADAL" clId="{6CF5D3DD-A8C4-4611-8099-4AEB2E976A2E}" dt="2026-06-07T08:03:05.994" v="1979" actId="20577"/>
          <ac:spMkLst>
            <pc:docMk/>
            <pc:sldMk cId="2930410333" sldId="896"/>
            <ac:spMk id="10" creationId="{89E92E13-C79D-97BF-6820-2F12DCDC63CA}"/>
          </ac:spMkLst>
        </pc:spChg>
        <pc:spChg chg="add mod">
          <ac:chgData name="Al Friend" userId="e5ed79da-d858-46d4-9eed-a7a24903f2de" providerId="ADAL" clId="{6CF5D3DD-A8C4-4611-8099-4AEB2E976A2E}" dt="2026-06-07T08:58:06.882" v="2467" actId="1036"/>
          <ac:spMkLst>
            <pc:docMk/>
            <pc:sldMk cId="2930410333" sldId="896"/>
            <ac:spMk id="11" creationId="{884930FC-94B3-9DE7-B5B5-0EFCF76BF2B2}"/>
          </ac:spMkLst>
        </pc:spChg>
        <pc:cxnChg chg="add del mod">
          <ac:chgData name="Al Friend" userId="e5ed79da-d858-46d4-9eed-a7a24903f2de" providerId="ADAL" clId="{6CF5D3DD-A8C4-4611-8099-4AEB2E976A2E}" dt="2026-06-07T07:58:26.504" v="1903" actId="478"/>
          <ac:cxnSpMkLst>
            <pc:docMk/>
            <pc:sldMk cId="2930410333" sldId="896"/>
            <ac:cxnSpMk id="8" creationId="{C3A747D2-FA17-55B8-B849-3ADC97E34536}"/>
          </ac:cxnSpMkLst>
        </pc:cxnChg>
        <pc:cxnChg chg="add mod">
          <ac:chgData name="Al Friend" userId="e5ed79da-d858-46d4-9eed-a7a24903f2de" providerId="ADAL" clId="{6CF5D3DD-A8C4-4611-8099-4AEB2E976A2E}" dt="2026-06-07T08:05:08.564" v="1995" actId="1076"/>
          <ac:cxnSpMkLst>
            <pc:docMk/>
            <pc:sldMk cId="2930410333" sldId="896"/>
            <ac:cxnSpMk id="9" creationId="{D7FD1836-71DF-9BE3-8FB8-CA2EC155E9E6}"/>
          </ac:cxnSpMkLst>
        </pc:cxnChg>
      </pc:sldChg>
      <pc:sldChg chg="addSp delSp modSp new mod">
        <pc:chgData name="Al Friend" userId="e5ed79da-d858-46d4-9eed-a7a24903f2de" providerId="ADAL" clId="{6CF5D3DD-A8C4-4611-8099-4AEB2E976A2E}" dt="2026-06-07T10:15:16.812" v="2505" actId="12788"/>
        <pc:sldMkLst>
          <pc:docMk/>
          <pc:sldMk cId="78578069" sldId="897"/>
        </pc:sldMkLst>
        <pc:spChg chg="mod">
          <ac:chgData name="Al Friend" userId="e5ed79da-d858-46d4-9eed-a7a24903f2de" providerId="ADAL" clId="{6CF5D3DD-A8C4-4611-8099-4AEB2E976A2E}" dt="2026-06-07T10:14:00.158" v="2490" actId="20577"/>
          <ac:spMkLst>
            <pc:docMk/>
            <pc:sldMk cId="78578069" sldId="897"/>
            <ac:spMk id="2" creationId="{8EE804F0-3244-2780-5C40-A4DD8286B687}"/>
          </ac:spMkLst>
        </pc:spChg>
        <pc:spChg chg="del">
          <ac:chgData name="Al Friend" userId="e5ed79da-d858-46d4-9eed-a7a24903f2de" providerId="ADAL" clId="{6CF5D3DD-A8C4-4611-8099-4AEB2E976A2E}" dt="2026-06-07T10:14:02.520" v="2491" actId="22"/>
          <ac:spMkLst>
            <pc:docMk/>
            <pc:sldMk cId="78578069" sldId="897"/>
            <ac:spMk id="3" creationId="{688C6F0E-219F-A331-02D7-E6C7A848412E}"/>
          </ac:spMkLst>
        </pc:spChg>
        <pc:grpChg chg="mod">
          <ac:chgData name="Al Friend" userId="e5ed79da-d858-46d4-9eed-a7a24903f2de" providerId="ADAL" clId="{6CF5D3DD-A8C4-4611-8099-4AEB2E976A2E}" dt="2026-06-07T10:14:30.745" v="2498"/>
          <ac:grpSpMkLst>
            <pc:docMk/>
            <pc:sldMk cId="78578069" sldId="897"/>
            <ac:grpSpMk id="8" creationId="{076CAEE0-9690-1D6A-D072-95DCF1B9A9A6}"/>
          </ac:grpSpMkLst>
        </pc:grpChg>
        <pc:picChg chg="add mod ord">
          <ac:chgData name="Al Friend" userId="e5ed79da-d858-46d4-9eed-a7a24903f2de" providerId="ADAL" clId="{6CF5D3DD-A8C4-4611-8099-4AEB2E976A2E}" dt="2026-06-07T10:15:16.812" v="2505" actId="12788"/>
          <ac:picMkLst>
            <pc:docMk/>
            <pc:sldMk cId="78578069" sldId="897"/>
            <ac:picMk id="5" creationId="{967DC24B-B8D5-8660-5D19-86ADEE9E94E7}"/>
          </ac:picMkLst>
        </pc:picChg>
        <pc:inkChg chg="add mod">
          <ac:chgData name="Al Friend" userId="e5ed79da-d858-46d4-9eed-a7a24903f2de" providerId="ADAL" clId="{6CF5D3DD-A8C4-4611-8099-4AEB2E976A2E}" dt="2026-06-07T10:14:30.745" v="2498"/>
          <ac:inkMkLst>
            <pc:docMk/>
            <pc:sldMk cId="78578069" sldId="897"/>
            <ac:inkMk id="6" creationId="{75EC8ECC-D6FA-A398-28B2-C507F1927498}"/>
          </ac:inkMkLst>
        </pc:inkChg>
        <pc:inkChg chg="add mod">
          <ac:chgData name="Al Friend" userId="e5ed79da-d858-46d4-9eed-a7a24903f2de" providerId="ADAL" clId="{6CF5D3DD-A8C4-4611-8099-4AEB2E976A2E}" dt="2026-06-07T10:14:30.745" v="2498"/>
          <ac:inkMkLst>
            <pc:docMk/>
            <pc:sldMk cId="78578069" sldId="897"/>
            <ac:inkMk id="7" creationId="{D31E076F-1AC1-778B-4EEE-377F2C26577C}"/>
          </ac:inkMkLst>
        </pc:inkChg>
      </pc:sldChg>
      <pc:sldChg chg="addSp delSp modSp new mod">
        <pc:chgData name="Al Friend" userId="e5ed79da-d858-46d4-9eed-a7a24903f2de" providerId="ADAL" clId="{6CF5D3DD-A8C4-4611-8099-4AEB2E976A2E}" dt="2026-06-07T10:15:43.335" v="2512"/>
        <pc:sldMkLst>
          <pc:docMk/>
          <pc:sldMk cId="1442250759" sldId="898"/>
        </pc:sldMkLst>
        <pc:spChg chg="mod">
          <ac:chgData name="Al Friend" userId="e5ed79da-d858-46d4-9eed-a7a24903f2de" providerId="ADAL" clId="{6CF5D3DD-A8C4-4611-8099-4AEB2E976A2E}" dt="2026-06-07T10:15:36.241" v="2509"/>
          <ac:spMkLst>
            <pc:docMk/>
            <pc:sldMk cId="1442250759" sldId="898"/>
            <ac:spMk id="2" creationId="{12FA3462-0F37-9CC6-71F1-E0E02E1BF46E}"/>
          </ac:spMkLst>
        </pc:spChg>
        <pc:spChg chg="del">
          <ac:chgData name="Al Friend" userId="e5ed79da-d858-46d4-9eed-a7a24903f2de" providerId="ADAL" clId="{6CF5D3DD-A8C4-4611-8099-4AEB2E976A2E}" dt="2026-06-07T10:15:04.643" v="2500" actId="22"/>
          <ac:spMkLst>
            <pc:docMk/>
            <pc:sldMk cId="1442250759" sldId="898"/>
            <ac:spMk id="3" creationId="{A9D44979-6F96-41A3-CBCD-4FD5C214303A}"/>
          </ac:spMkLst>
        </pc:spChg>
        <pc:grpChg chg="mod">
          <ac:chgData name="Al Friend" userId="e5ed79da-d858-46d4-9eed-a7a24903f2de" providerId="ADAL" clId="{6CF5D3DD-A8C4-4611-8099-4AEB2E976A2E}" dt="2026-06-07T10:15:43.335" v="2512"/>
          <ac:grpSpMkLst>
            <pc:docMk/>
            <pc:sldMk cId="1442250759" sldId="898"/>
            <ac:grpSpMk id="8" creationId="{B090093E-0E5A-6D3E-61CD-248995FCC10A}"/>
          </ac:grpSpMkLst>
        </pc:grpChg>
        <pc:picChg chg="add mod ord">
          <ac:chgData name="Al Friend" userId="e5ed79da-d858-46d4-9eed-a7a24903f2de" providerId="ADAL" clId="{6CF5D3DD-A8C4-4611-8099-4AEB2E976A2E}" dt="2026-06-07T10:15:28.392" v="2508" actId="12788"/>
          <ac:picMkLst>
            <pc:docMk/>
            <pc:sldMk cId="1442250759" sldId="898"/>
            <ac:picMk id="5" creationId="{88829B72-371B-3E95-2384-5005234260FA}"/>
          </ac:picMkLst>
        </pc:picChg>
        <pc:inkChg chg="add mod">
          <ac:chgData name="Al Friend" userId="e5ed79da-d858-46d4-9eed-a7a24903f2de" providerId="ADAL" clId="{6CF5D3DD-A8C4-4611-8099-4AEB2E976A2E}" dt="2026-06-07T10:15:43.335" v="2512"/>
          <ac:inkMkLst>
            <pc:docMk/>
            <pc:sldMk cId="1442250759" sldId="898"/>
            <ac:inkMk id="6" creationId="{63CEB4C5-7C1D-0D7C-8CB7-A5494F38D966}"/>
          </ac:inkMkLst>
        </pc:inkChg>
        <pc:inkChg chg="add mod">
          <ac:chgData name="Al Friend" userId="e5ed79da-d858-46d4-9eed-a7a24903f2de" providerId="ADAL" clId="{6CF5D3DD-A8C4-4611-8099-4AEB2E976A2E}" dt="2026-06-07T10:15:43.335" v="2512"/>
          <ac:inkMkLst>
            <pc:docMk/>
            <pc:sldMk cId="1442250759" sldId="898"/>
            <ac:inkMk id="7" creationId="{9D72996A-E405-6FEC-3CC8-3DCA86AF4E8B}"/>
          </ac:inkMkLst>
        </pc:inkChg>
      </pc:sldChg>
      <pc:sldChg chg="addSp delSp modSp new mod">
        <pc:chgData name="Al Friend" userId="e5ed79da-d858-46d4-9eed-a7a24903f2de" providerId="ADAL" clId="{6CF5D3DD-A8C4-4611-8099-4AEB2E976A2E}" dt="2026-06-07T10:16:34.140" v="2523"/>
        <pc:sldMkLst>
          <pc:docMk/>
          <pc:sldMk cId="597134228" sldId="899"/>
        </pc:sldMkLst>
        <pc:spChg chg="mod">
          <ac:chgData name="Al Friend" userId="e5ed79da-d858-46d4-9eed-a7a24903f2de" providerId="ADAL" clId="{6CF5D3DD-A8C4-4611-8099-4AEB2E976A2E}" dt="2026-06-07T10:16:27.598" v="2520"/>
          <ac:spMkLst>
            <pc:docMk/>
            <pc:sldMk cId="597134228" sldId="899"/>
            <ac:spMk id="2" creationId="{105F3F5C-A187-D5EA-08FD-CB5F74A8B9B5}"/>
          </ac:spMkLst>
        </pc:spChg>
        <pc:spChg chg="del">
          <ac:chgData name="Al Friend" userId="e5ed79da-d858-46d4-9eed-a7a24903f2de" providerId="ADAL" clId="{6CF5D3DD-A8C4-4611-8099-4AEB2E976A2E}" dt="2026-06-07T10:16:05.711" v="2514" actId="22"/>
          <ac:spMkLst>
            <pc:docMk/>
            <pc:sldMk cId="597134228" sldId="899"/>
            <ac:spMk id="3" creationId="{06BDF685-3F58-BCF6-8A7C-64D853AAAD10}"/>
          </ac:spMkLst>
        </pc:spChg>
        <pc:grpChg chg="mod">
          <ac:chgData name="Al Friend" userId="e5ed79da-d858-46d4-9eed-a7a24903f2de" providerId="ADAL" clId="{6CF5D3DD-A8C4-4611-8099-4AEB2E976A2E}" dt="2026-06-07T10:16:34.140" v="2523"/>
          <ac:grpSpMkLst>
            <pc:docMk/>
            <pc:sldMk cId="597134228" sldId="899"/>
            <ac:grpSpMk id="8" creationId="{BBB0AB74-9BF0-78BE-B36F-A2A41E3D4B0C}"/>
          </ac:grpSpMkLst>
        </pc:grpChg>
        <pc:picChg chg="add mod ord">
          <ac:chgData name="Al Friend" userId="e5ed79da-d858-46d4-9eed-a7a24903f2de" providerId="ADAL" clId="{6CF5D3DD-A8C4-4611-8099-4AEB2E976A2E}" dt="2026-06-07T10:16:20.705" v="2519" actId="12788"/>
          <ac:picMkLst>
            <pc:docMk/>
            <pc:sldMk cId="597134228" sldId="899"/>
            <ac:picMk id="5" creationId="{287151BB-2CC1-82B9-50CE-DBF362EDD904}"/>
          </ac:picMkLst>
        </pc:picChg>
        <pc:inkChg chg="add mod">
          <ac:chgData name="Al Friend" userId="e5ed79da-d858-46d4-9eed-a7a24903f2de" providerId="ADAL" clId="{6CF5D3DD-A8C4-4611-8099-4AEB2E976A2E}" dt="2026-06-07T10:16:34.140" v="2523"/>
          <ac:inkMkLst>
            <pc:docMk/>
            <pc:sldMk cId="597134228" sldId="899"/>
            <ac:inkMk id="6" creationId="{3821B383-2A25-AF70-3E87-7E3CB00319DE}"/>
          </ac:inkMkLst>
        </pc:inkChg>
        <pc:inkChg chg="add mod">
          <ac:chgData name="Al Friend" userId="e5ed79da-d858-46d4-9eed-a7a24903f2de" providerId="ADAL" clId="{6CF5D3DD-A8C4-4611-8099-4AEB2E976A2E}" dt="2026-06-07T10:16:34.140" v="2523"/>
          <ac:inkMkLst>
            <pc:docMk/>
            <pc:sldMk cId="597134228" sldId="899"/>
            <ac:inkMk id="7" creationId="{4EF589D2-5A0C-80AD-4EBF-A0B35409E0F3}"/>
          </ac:inkMkLst>
        </pc:inkChg>
      </pc:sldChg>
      <pc:sldChg chg="addSp delSp modSp new mod">
        <pc:chgData name="Al Friend" userId="e5ed79da-d858-46d4-9eed-a7a24903f2de" providerId="ADAL" clId="{6CF5D3DD-A8C4-4611-8099-4AEB2E976A2E}" dt="2026-06-07T10:18:44.278" v="2588"/>
        <pc:sldMkLst>
          <pc:docMk/>
          <pc:sldMk cId="370363692" sldId="900"/>
        </pc:sldMkLst>
        <pc:spChg chg="mod">
          <ac:chgData name="Al Friend" userId="e5ed79da-d858-46d4-9eed-a7a24903f2de" providerId="ADAL" clId="{6CF5D3DD-A8C4-4611-8099-4AEB2E976A2E}" dt="2026-06-07T10:17:05.303" v="2538" actId="20577"/>
          <ac:spMkLst>
            <pc:docMk/>
            <pc:sldMk cId="370363692" sldId="900"/>
            <ac:spMk id="2" creationId="{D41B7414-B7A8-89B7-65D4-B17176542220}"/>
          </ac:spMkLst>
        </pc:spChg>
        <pc:spChg chg="del">
          <ac:chgData name="Al Friend" userId="e5ed79da-d858-46d4-9eed-a7a24903f2de" providerId="ADAL" clId="{6CF5D3DD-A8C4-4611-8099-4AEB2E976A2E}" dt="2026-06-07T10:17:18.035" v="2539" actId="22"/>
          <ac:spMkLst>
            <pc:docMk/>
            <pc:sldMk cId="370363692" sldId="900"/>
            <ac:spMk id="3" creationId="{B9221A9C-DE99-898A-0D5F-952FEE94DBDE}"/>
          </ac:spMkLst>
        </pc:spChg>
        <pc:grpChg chg="mod">
          <ac:chgData name="Al Friend" userId="e5ed79da-d858-46d4-9eed-a7a24903f2de" providerId="ADAL" clId="{6CF5D3DD-A8C4-4611-8099-4AEB2E976A2E}" dt="2026-06-07T10:17:45.825" v="2554"/>
          <ac:grpSpMkLst>
            <pc:docMk/>
            <pc:sldMk cId="370363692" sldId="900"/>
            <ac:grpSpMk id="14" creationId="{0C815A3F-E2CA-98AF-7EE7-6753ED6F2AD5}"/>
          </ac:grpSpMkLst>
        </pc:grpChg>
        <pc:grpChg chg="mod">
          <ac:chgData name="Al Friend" userId="e5ed79da-d858-46d4-9eed-a7a24903f2de" providerId="ADAL" clId="{6CF5D3DD-A8C4-4611-8099-4AEB2E976A2E}" dt="2026-06-07T10:18:27.370" v="2563"/>
          <ac:grpSpMkLst>
            <pc:docMk/>
            <pc:sldMk cId="370363692" sldId="900"/>
            <ac:grpSpMk id="23" creationId="{7492120C-0EE2-D5A3-10EF-3A171C7C66FF}"/>
          </ac:grpSpMkLst>
        </pc:grpChg>
        <pc:grpChg chg="mod">
          <ac:chgData name="Al Friend" userId="e5ed79da-d858-46d4-9eed-a7a24903f2de" providerId="ADAL" clId="{6CF5D3DD-A8C4-4611-8099-4AEB2E976A2E}" dt="2026-06-07T10:18:27.370" v="2563"/>
          <ac:grpSpMkLst>
            <pc:docMk/>
            <pc:sldMk cId="370363692" sldId="900"/>
            <ac:grpSpMk id="24" creationId="{69A681AA-88A8-37CA-93CF-F67F7380A8D8}"/>
          </ac:grpSpMkLst>
        </pc:grpChg>
        <pc:grpChg chg="mod">
          <ac:chgData name="Al Friend" userId="e5ed79da-d858-46d4-9eed-a7a24903f2de" providerId="ADAL" clId="{6CF5D3DD-A8C4-4611-8099-4AEB2E976A2E}" dt="2026-06-07T10:18:35.182" v="2576"/>
          <ac:grpSpMkLst>
            <pc:docMk/>
            <pc:sldMk cId="370363692" sldId="900"/>
            <ac:grpSpMk id="37" creationId="{53109A4E-9C86-ED2B-CE9A-0AD2153EB1E2}"/>
          </ac:grpSpMkLst>
        </pc:grpChg>
        <pc:grpChg chg="mod">
          <ac:chgData name="Al Friend" userId="e5ed79da-d858-46d4-9eed-a7a24903f2de" providerId="ADAL" clId="{6CF5D3DD-A8C4-4611-8099-4AEB2E976A2E}" dt="2026-06-07T10:18:35.182" v="2576"/>
          <ac:grpSpMkLst>
            <pc:docMk/>
            <pc:sldMk cId="370363692" sldId="900"/>
            <ac:grpSpMk id="38" creationId="{201BAF0C-3924-7E8A-FA41-ADBD215E5AAE}"/>
          </ac:grpSpMkLst>
        </pc:grpChg>
        <pc:grpChg chg="mod">
          <ac:chgData name="Al Friend" userId="e5ed79da-d858-46d4-9eed-a7a24903f2de" providerId="ADAL" clId="{6CF5D3DD-A8C4-4611-8099-4AEB2E976A2E}" dt="2026-06-07T10:18:44.278" v="2588"/>
          <ac:grpSpMkLst>
            <pc:docMk/>
            <pc:sldMk cId="370363692" sldId="900"/>
            <ac:grpSpMk id="50" creationId="{8BA875FD-3202-E0ED-25EE-38B6466B81DB}"/>
          </ac:grpSpMkLst>
        </pc:grpChg>
        <pc:picChg chg="add mod ord">
          <ac:chgData name="Al Friend" userId="e5ed79da-d858-46d4-9eed-a7a24903f2de" providerId="ADAL" clId="{6CF5D3DD-A8C4-4611-8099-4AEB2E976A2E}" dt="2026-06-07T10:17:32.223" v="2545" actId="12788"/>
          <ac:picMkLst>
            <pc:docMk/>
            <pc:sldMk cId="370363692" sldId="900"/>
            <ac:picMk id="5" creationId="{ED459AB6-0A54-C703-9A83-23B1DD73FEB3}"/>
          </ac:picMkLst>
        </pc:picChg>
        <pc:inkChg chg="add">
          <ac:chgData name="Al Friend" userId="e5ed79da-d858-46d4-9eed-a7a24903f2de" providerId="ADAL" clId="{6CF5D3DD-A8C4-4611-8099-4AEB2E976A2E}" dt="2026-06-07T10:17:41.876" v="2546" actId="9405"/>
          <ac:inkMkLst>
            <pc:docMk/>
            <pc:sldMk cId="370363692" sldId="900"/>
            <ac:inkMk id="6" creationId="{156116EB-D645-0ED6-067B-5D9779D304FA}"/>
          </ac:inkMkLst>
        </pc:inkChg>
        <pc:inkChg chg="add mod">
          <ac:chgData name="Al Friend" userId="e5ed79da-d858-46d4-9eed-a7a24903f2de" providerId="ADAL" clId="{6CF5D3DD-A8C4-4611-8099-4AEB2E976A2E}" dt="2026-06-07T10:17:45.825" v="2554"/>
          <ac:inkMkLst>
            <pc:docMk/>
            <pc:sldMk cId="370363692" sldId="900"/>
            <ac:inkMk id="7" creationId="{641B30B4-1FB4-0BF1-8D44-1B161861E78A}"/>
          </ac:inkMkLst>
        </pc:inkChg>
        <pc:inkChg chg="add mod">
          <ac:chgData name="Al Friend" userId="e5ed79da-d858-46d4-9eed-a7a24903f2de" providerId="ADAL" clId="{6CF5D3DD-A8C4-4611-8099-4AEB2E976A2E}" dt="2026-06-07T10:17:45.825" v="2554"/>
          <ac:inkMkLst>
            <pc:docMk/>
            <pc:sldMk cId="370363692" sldId="900"/>
            <ac:inkMk id="8" creationId="{BFB3AC13-28AF-5F1E-5030-56F2146673F9}"/>
          </ac:inkMkLst>
        </pc:inkChg>
        <pc:inkChg chg="add mod">
          <ac:chgData name="Al Friend" userId="e5ed79da-d858-46d4-9eed-a7a24903f2de" providerId="ADAL" clId="{6CF5D3DD-A8C4-4611-8099-4AEB2E976A2E}" dt="2026-06-07T10:17:45.825" v="2554"/>
          <ac:inkMkLst>
            <pc:docMk/>
            <pc:sldMk cId="370363692" sldId="900"/>
            <ac:inkMk id="9" creationId="{58E1EF06-BE6E-B678-15E0-B7DD224099CB}"/>
          </ac:inkMkLst>
        </pc:inkChg>
        <pc:inkChg chg="add mod">
          <ac:chgData name="Al Friend" userId="e5ed79da-d858-46d4-9eed-a7a24903f2de" providerId="ADAL" clId="{6CF5D3DD-A8C4-4611-8099-4AEB2E976A2E}" dt="2026-06-07T10:17:45.825" v="2554"/>
          <ac:inkMkLst>
            <pc:docMk/>
            <pc:sldMk cId="370363692" sldId="900"/>
            <ac:inkMk id="10" creationId="{0C6E6B75-AC66-3662-F884-A2770BCC9114}"/>
          </ac:inkMkLst>
        </pc:inkChg>
        <pc:inkChg chg="add mod">
          <ac:chgData name="Al Friend" userId="e5ed79da-d858-46d4-9eed-a7a24903f2de" providerId="ADAL" clId="{6CF5D3DD-A8C4-4611-8099-4AEB2E976A2E}" dt="2026-06-07T10:17:45.825" v="2554"/>
          <ac:inkMkLst>
            <pc:docMk/>
            <pc:sldMk cId="370363692" sldId="900"/>
            <ac:inkMk id="11" creationId="{D1FD9E63-E6AA-4DEB-9B96-F48BA1B93718}"/>
          </ac:inkMkLst>
        </pc:inkChg>
        <pc:inkChg chg="add mod">
          <ac:chgData name="Al Friend" userId="e5ed79da-d858-46d4-9eed-a7a24903f2de" providerId="ADAL" clId="{6CF5D3DD-A8C4-4611-8099-4AEB2E976A2E}" dt="2026-06-07T10:17:45.825" v="2554"/>
          <ac:inkMkLst>
            <pc:docMk/>
            <pc:sldMk cId="370363692" sldId="900"/>
            <ac:inkMk id="12" creationId="{E08BFAF3-4676-1364-5CC0-6610690D81C3}"/>
          </ac:inkMkLst>
        </pc:inkChg>
        <pc:inkChg chg="add">
          <ac:chgData name="Al Friend" userId="e5ed79da-d858-46d4-9eed-a7a24903f2de" providerId="ADAL" clId="{6CF5D3DD-A8C4-4611-8099-4AEB2E976A2E}" dt="2026-06-07T10:17:45.086" v="2553" actId="9405"/>
          <ac:inkMkLst>
            <pc:docMk/>
            <pc:sldMk cId="370363692" sldId="900"/>
            <ac:inkMk id="13" creationId="{8EFA3270-B14A-27FD-26CD-816E7C181D88}"/>
          </ac:inkMkLst>
        </pc:inkChg>
        <pc:inkChg chg="add mod">
          <ac:chgData name="Al Friend" userId="e5ed79da-d858-46d4-9eed-a7a24903f2de" providerId="ADAL" clId="{6CF5D3DD-A8C4-4611-8099-4AEB2E976A2E}" dt="2026-06-07T10:18:27.370" v="2563"/>
          <ac:inkMkLst>
            <pc:docMk/>
            <pc:sldMk cId="370363692" sldId="900"/>
            <ac:inkMk id="15" creationId="{FF23786E-F59F-04FF-3AB9-002751D5AD6F}"/>
          </ac:inkMkLst>
        </pc:inkChg>
        <pc:inkChg chg="add mod">
          <ac:chgData name="Al Friend" userId="e5ed79da-d858-46d4-9eed-a7a24903f2de" providerId="ADAL" clId="{6CF5D3DD-A8C4-4611-8099-4AEB2E976A2E}" dt="2026-06-07T10:18:27.370" v="2563"/>
          <ac:inkMkLst>
            <pc:docMk/>
            <pc:sldMk cId="370363692" sldId="900"/>
            <ac:inkMk id="16" creationId="{0D0930F2-F4CC-E01D-7BAE-73941C763EA7}"/>
          </ac:inkMkLst>
        </pc:inkChg>
        <pc:inkChg chg="add mod">
          <ac:chgData name="Al Friend" userId="e5ed79da-d858-46d4-9eed-a7a24903f2de" providerId="ADAL" clId="{6CF5D3DD-A8C4-4611-8099-4AEB2E976A2E}" dt="2026-06-07T10:18:27.370" v="2563"/>
          <ac:inkMkLst>
            <pc:docMk/>
            <pc:sldMk cId="370363692" sldId="900"/>
            <ac:inkMk id="17" creationId="{53B0FEA2-DF55-C08E-3F54-E7908646EE66}"/>
          </ac:inkMkLst>
        </pc:inkChg>
        <pc:inkChg chg="add mod">
          <ac:chgData name="Al Friend" userId="e5ed79da-d858-46d4-9eed-a7a24903f2de" providerId="ADAL" clId="{6CF5D3DD-A8C4-4611-8099-4AEB2E976A2E}" dt="2026-06-07T10:18:27.370" v="2563"/>
          <ac:inkMkLst>
            <pc:docMk/>
            <pc:sldMk cId="370363692" sldId="900"/>
            <ac:inkMk id="18" creationId="{B2B851B3-CDAA-25E2-F4DE-A66B592F6C25}"/>
          </ac:inkMkLst>
        </pc:inkChg>
        <pc:inkChg chg="add mod">
          <ac:chgData name="Al Friend" userId="e5ed79da-d858-46d4-9eed-a7a24903f2de" providerId="ADAL" clId="{6CF5D3DD-A8C4-4611-8099-4AEB2E976A2E}" dt="2026-06-07T10:18:27.370" v="2563"/>
          <ac:inkMkLst>
            <pc:docMk/>
            <pc:sldMk cId="370363692" sldId="900"/>
            <ac:inkMk id="19" creationId="{F783824A-434E-78BD-9455-276B93AEB19D}"/>
          </ac:inkMkLst>
        </pc:inkChg>
        <pc:inkChg chg="add mod">
          <ac:chgData name="Al Friend" userId="e5ed79da-d858-46d4-9eed-a7a24903f2de" providerId="ADAL" clId="{6CF5D3DD-A8C4-4611-8099-4AEB2E976A2E}" dt="2026-06-07T10:18:27.370" v="2563"/>
          <ac:inkMkLst>
            <pc:docMk/>
            <pc:sldMk cId="370363692" sldId="900"/>
            <ac:inkMk id="20" creationId="{E0B4B278-4199-633E-FDE3-06C698CE4CCA}"/>
          </ac:inkMkLst>
        </pc:inkChg>
        <pc:inkChg chg="add mod">
          <ac:chgData name="Al Friend" userId="e5ed79da-d858-46d4-9eed-a7a24903f2de" providerId="ADAL" clId="{6CF5D3DD-A8C4-4611-8099-4AEB2E976A2E}" dt="2026-06-07T10:18:27.370" v="2563"/>
          <ac:inkMkLst>
            <pc:docMk/>
            <pc:sldMk cId="370363692" sldId="900"/>
            <ac:inkMk id="21" creationId="{1D534508-9A8E-F866-741B-F51537662F45}"/>
          </ac:inkMkLst>
        </pc:inkChg>
        <pc:inkChg chg="add mod">
          <ac:chgData name="Al Friend" userId="e5ed79da-d858-46d4-9eed-a7a24903f2de" providerId="ADAL" clId="{6CF5D3DD-A8C4-4611-8099-4AEB2E976A2E}" dt="2026-06-07T10:18:27.370" v="2563"/>
          <ac:inkMkLst>
            <pc:docMk/>
            <pc:sldMk cId="370363692" sldId="900"/>
            <ac:inkMk id="22" creationId="{ED0E1D47-2B90-DB9D-5CF2-33FCE44192CD}"/>
          </ac:inkMkLst>
        </pc:inkChg>
        <pc:inkChg chg="add">
          <ac:chgData name="Al Friend" userId="e5ed79da-d858-46d4-9eed-a7a24903f2de" providerId="ADAL" clId="{6CF5D3DD-A8C4-4611-8099-4AEB2E976A2E}" dt="2026-06-07T10:18:30.650" v="2564" actId="9405"/>
          <ac:inkMkLst>
            <pc:docMk/>
            <pc:sldMk cId="370363692" sldId="900"/>
            <ac:inkMk id="25" creationId="{E235A389-D687-0BF8-6AE6-CF0A02CE5649}"/>
          </ac:inkMkLst>
        </pc:inkChg>
        <pc:inkChg chg="add mod">
          <ac:chgData name="Al Friend" userId="e5ed79da-d858-46d4-9eed-a7a24903f2de" providerId="ADAL" clId="{6CF5D3DD-A8C4-4611-8099-4AEB2E976A2E}" dt="2026-06-07T10:18:35.182" v="2576"/>
          <ac:inkMkLst>
            <pc:docMk/>
            <pc:sldMk cId="370363692" sldId="900"/>
            <ac:inkMk id="26" creationId="{EFED6ED6-3166-2E41-55EC-64231AB088B4}"/>
          </ac:inkMkLst>
        </pc:inkChg>
        <pc:inkChg chg="add mod">
          <ac:chgData name="Al Friend" userId="e5ed79da-d858-46d4-9eed-a7a24903f2de" providerId="ADAL" clId="{6CF5D3DD-A8C4-4611-8099-4AEB2E976A2E}" dt="2026-06-07T10:18:35.182" v="2576"/>
          <ac:inkMkLst>
            <pc:docMk/>
            <pc:sldMk cId="370363692" sldId="900"/>
            <ac:inkMk id="27" creationId="{8076E40F-C3EB-48E4-A61E-41F703025BB6}"/>
          </ac:inkMkLst>
        </pc:inkChg>
        <pc:inkChg chg="add mod">
          <ac:chgData name="Al Friend" userId="e5ed79da-d858-46d4-9eed-a7a24903f2de" providerId="ADAL" clId="{6CF5D3DD-A8C4-4611-8099-4AEB2E976A2E}" dt="2026-06-07T10:18:35.182" v="2576"/>
          <ac:inkMkLst>
            <pc:docMk/>
            <pc:sldMk cId="370363692" sldId="900"/>
            <ac:inkMk id="28" creationId="{143300F9-A2F3-5163-13E0-E428B3BF82CE}"/>
          </ac:inkMkLst>
        </pc:inkChg>
        <pc:inkChg chg="add mod">
          <ac:chgData name="Al Friend" userId="e5ed79da-d858-46d4-9eed-a7a24903f2de" providerId="ADAL" clId="{6CF5D3DD-A8C4-4611-8099-4AEB2E976A2E}" dt="2026-06-07T10:18:35.182" v="2576"/>
          <ac:inkMkLst>
            <pc:docMk/>
            <pc:sldMk cId="370363692" sldId="900"/>
            <ac:inkMk id="29" creationId="{6A6A664D-EA3F-7473-24B3-EB4F35C889F8}"/>
          </ac:inkMkLst>
        </pc:inkChg>
        <pc:inkChg chg="add mod">
          <ac:chgData name="Al Friend" userId="e5ed79da-d858-46d4-9eed-a7a24903f2de" providerId="ADAL" clId="{6CF5D3DD-A8C4-4611-8099-4AEB2E976A2E}" dt="2026-06-07T10:18:35.182" v="2576"/>
          <ac:inkMkLst>
            <pc:docMk/>
            <pc:sldMk cId="370363692" sldId="900"/>
            <ac:inkMk id="30" creationId="{C7AB9465-954F-3AB6-7225-3D60764D8044}"/>
          </ac:inkMkLst>
        </pc:inkChg>
        <pc:inkChg chg="add">
          <ac:chgData name="Al Friend" userId="e5ed79da-d858-46d4-9eed-a7a24903f2de" providerId="ADAL" clId="{6CF5D3DD-A8C4-4611-8099-4AEB2E976A2E}" dt="2026-06-07T10:18:32.730" v="2570" actId="9405"/>
          <ac:inkMkLst>
            <pc:docMk/>
            <pc:sldMk cId="370363692" sldId="900"/>
            <ac:inkMk id="31" creationId="{5CEBB382-7B90-0EDC-2582-D504CED536BD}"/>
          </ac:inkMkLst>
        </pc:inkChg>
        <pc:inkChg chg="add">
          <ac:chgData name="Al Friend" userId="e5ed79da-d858-46d4-9eed-a7a24903f2de" providerId="ADAL" clId="{6CF5D3DD-A8C4-4611-8099-4AEB2E976A2E}" dt="2026-06-07T10:18:33.184" v="2571" actId="9405"/>
          <ac:inkMkLst>
            <pc:docMk/>
            <pc:sldMk cId="370363692" sldId="900"/>
            <ac:inkMk id="32" creationId="{CC0D6A12-CF11-B807-C2B0-05B7892EBAEB}"/>
          </ac:inkMkLst>
        </pc:inkChg>
        <pc:inkChg chg="add mod">
          <ac:chgData name="Al Friend" userId="e5ed79da-d858-46d4-9eed-a7a24903f2de" providerId="ADAL" clId="{6CF5D3DD-A8C4-4611-8099-4AEB2E976A2E}" dt="2026-06-07T10:18:35.182" v="2576"/>
          <ac:inkMkLst>
            <pc:docMk/>
            <pc:sldMk cId="370363692" sldId="900"/>
            <ac:inkMk id="33" creationId="{234614B6-9E29-DB92-61DC-1671DFB9B9B8}"/>
          </ac:inkMkLst>
        </pc:inkChg>
        <pc:inkChg chg="add mod">
          <ac:chgData name="Al Friend" userId="e5ed79da-d858-46d4-9eed-a7a24903f2de" providerId="ADAL" clId="{6CF5D3DD-A8C4-4611-8099-4AEB2E976A2E}" dt="2026-06-07T10:18:35.182" v="2576"/>
          <ac:inkMkLst>
            <pc:docMk/>
            <pc:sldMk cId="370363692" sldId="900"/>
            <ac:inkMk id="34" creationId="{35ED8B93-DC1A-0BEA-9774-60F3020CD035}"/>
          </ac:inkMkLst>
        </pc:inkChg>
        <pc:inkChg chg="add">
          <ac:chgData name="Al Friend" userId="e5ed79da-d858-46d4-9eed-a7a24903f2de" providerId="ADAL" clId="{6CF5D3DD-A8C4-4611-8099-4AEB2E976A2E}" dt="2026-06-07T10:18:34.341" v="2574" actId="9405"/>
          <ac:inkMkLst>
            <pc:docMk/>
            <pc:sldMk cId="370363692" sldId="900"/>
            <ac:inkMk id="35" creationId="{D1A6BDD0-96A6-1BB8-366B-255074DC2C2C}"/>
          </ac:inkMkLst>
        </pc:inkChg>
        <pc:inkChg chg="add mod">
          <ac:chgData name="Al Friend" userId="e5ed79da-d858-46d4-9eed-a7a24903f2de" providerId="ADAL" clId="{6CF5D3DD-A8C4-4611-8099-4AEB2E976A2E}" dt="2026-06-07T10:18:35.182" v="2576"/>
          <ac:inkMkLst>
            <pc:docMk/>
            <pc:sldMk cId="370363692" sldId="900"/>
            <ac:inkMk id="36" creationId="{91CE83BC-BCF3-AF5F-C2A1-6EFA93B454D3}"/>
          </ac:inkMkLst>
        </pc:inkChg>
        <pc:inkChg chg="add mod">
          <ac:chgData name="Al Friend" userId="e5ed79da-d858-46d4-9eed-a7a24903f2de" providerId="ADAL" clId="{6CF5D3DD-A8C4-4611-8099-4AEB2E976A2E}" dt="2026-06-07T10:18:44.278" v="2588"/>
          <ac:inkMkLst>
            <pc:docMk/>
            <pc:sldMk cId="370363692" sldId="900"/>
            <ac:inkMk id="39" creationId="{7DA63D7C-222B-C718-9A51-29137016A000}"/>
          </ac:inkMkLst>
        </pc:inkChg>
        <pc:inkChg chg="add mod">
          <ac:chgData name="Al Friend" userId="e5ed79da-d858-46d4-9eed-a7a24903f2de" providerId="ADAL" clId="{6CF5D3DD-A8C4-4611-8099-4AEB2E976A2E}" dt="2026-06-07T10:18:44.278" v="2588"/>
          <ac:inkMkLst>
            <pc:docMk/>
            <pc:sldMk cId="370363692" sldId="900"/>
            <ac:inkMk id="40" creationId="{CAF7868D-C40B-0B3E-990F-8BEC92E25C9C}"/>
          </ac:inkMkLst>
        </pc:inkChg>
        <pc:inkChg chg="add mod">
          <ac:chgData name="Al Friend" userId="e5ed79da-d858-46d4-9eed-a7a24903f2de" providerId="ADAL" clId="{6CF5D3DD-A8C4-4611-8099-4AEB2E976A2E}" dt="2026-06-07T10:18:44.278" v="2588"/>
          <ac:inkMkLst>
            <pc:docMk/>
            <pc:sldMk cId="370363692" sldId="900"/>
            <ac:inkMk id="41" creationId="{FC5F9985-9B1C-E60C-2A05-214F14BFCDE0}"/>
          </ac:inkMkLst>
        </pc:inkChg>
        <pc:inkChg chg="add">
          <ac:chgData name="Al Friend" userId="e5ed79da-d858-46d4-9eed-a7a24903f2de" providerId="ADAL" clId="{6CF5D3DD-A8C4-4611-8099-4AEB2E976A2E}" dt="2026-06-07T10:18:40.481" v="2580" actId="9405"/>
          <ac:inkMkLst>
            <pc:docMk/>
            <pc:sldMk cId="370363692" sldId="900"/>
            <ac:inkMk id="42" creationId="{B786B64F-4476-08C3-1A1C-4BFD0C5B6487}"/>
          </ac:inkMkLst>
        </pc:inkChg>
        <pc:inkChg chg="add mod">
          <ac:chgData name="Al Friend" userId="e5ed79da-d858-46d4-9eed-a7a24903f2de" providerId="ADAL" clId="{6CF5D3DD-A8C4-4611-8099-4AEB2E976A2E}" dt="2026-06-07T10:18:44.278" v="2588"/>
          <ac:inkMkLst>
            <pc:docMk/>
            <pc:sldMk cId="370363692" sldId="900"/>
            <ac:inkMk id="43" creationId="{7C6D8031-2EAE-42FB-8374-7641F08D550A}"/>
          </ac:inkMkLst>
        </pc:inkChg>
        <pc:inkChg chg="add mod">
          <ac:chgData name="Al Friend" userId="e5ed79da-d858-46d4-9eed-a7a24903f2de" providerId="ADAL" clId="{6CF5D3DD-A8C4-4611-8099-4AEB2E976A2E}" dt="2026-06-07T10:18:44.278" v="2588"/>
          <ac:inkMkLst>
            <pc:docMk/>
            <pc:sldMk cId="370363692" sldId="900"/>
            <ac:inkMk id="44" creationId="{9A9CE524-13B3-2D53-4843-834044B7E317}"/>
          </ac:inkMkLst>
        </pc:inkChg>
        <pc:inkChg chg="add mod">
          <ac:chgData name="Al Friend" userId="e5ed79da-d858-46d4-9eed-a7a24903f2de" providerId="ADAL" clId="{6CF5D3DD-A8C4-4611-8099-4AEB2E976A2E}" dt="2026-06-07T10:18:44.278" v="2588"/>
          <ac:inkMkLst>
            <pc:docMk/>
            <pc:sldMk cId="370363692" sldId="900"/>
            <ac:inkMk id="45" creationId="{EA875E31-A7D7-107D-5BE5-02AB136A31F2}"/>
          </ac:inkMkLst>
        </pc:inkChg>
        <pc:inkChg chg="add mod">
          <ac:chgData name="Al Friend" userId="e5ed79da-d858-46d4-9eed-a7a24903f2de" providerId="ADAL" clId="{6CF5D3DD-A8C4-4611-8099-4AEB2E976A2E}" dt="2026-06-07T10:18:44.278" v="2588"/>
          <ac:inkMkLst>
            <pc:docMk/>
            <pc:sldMk cId="370363692" sldId="900"/>
            <ac:inkMk id="46" creationId="{CCF3AEC9-51A9-1485-2DB2-3A561484CC29}"/>
          </ac:inkMkLst>
        </pc:inkChg>
        <pc:inkChg chg="add mod">
          <ac:chgData name="Al Friend" userId="e5ed79da-d858-46d4-9eed-a7a24903f2de" providerId="ADAL" clId="{6CF5D3DD-A8C4-4611-8099-4AEB2E976A2E}" dt="2026-06-07T10:18:44.278" v="2588"/>
          <ac:inkMkLst>
            <pc:docMk/>
            <pc:sldMk cId="370363692" sldId="900"/>
            <ac:inkMk id="47" creationId="{AD04F714-72B0-73F8-8021-6B407B26EF74}"/>
          </ac:inkMkLst>
        </pc:inkChg>
        <pc:inkChg chg="add">
          <ac:chgData name="Al Friend" userId="e5ed79da-d858-46d4-9eed-a7a24903f2de" providerId="ADAL" clId="{6CF5D3DD-A8C4-4611-8099-4AEB2E976A2E}" dt="2026-06-07T10:18:42.621" v="2586" actId="9405"/>
          <ac:inkMkLst>
            <pc:docMk/>
            <pc:sldMk cId="370363692" sldId="900"/>
            <ac:inkMk id="48" creationId="{BA064BC5-1D60-840B-D9C8-02992B1F6F2F}"/>
          </ac:inkMkLst>
        </pc:inkChg>
        <pc:inkChg chg="add mod">
          <ac:chgData name="Al Friend" userId="e5ed79da-d858-46d4-9eed-a7a24903f2de" providerId="ADAL" clId="{6CF5D3DD-A8C4-4611-8099-4AEB2E976A2E}" dt="2026-06-07T10:18:44.278" v="2588"/>
          <ac:inkMkLst>
            <pc:docMk/>
            <pc:sldMk cId="370363692" sldId="900"/>
            <ac:inkMk id="49" creationId="{1B4FD0BF-AB3B-230E-A599-21CDA258C7EC}"/>
          </ac:inkMkLst>
        </pc:inkChg>
      </pc:sldChg>
      <pc:sldChg chg="modSp new mod ord">
        <pc:chgData name="Al Friend" userId="e5ed79da-d858-46d4-9eed-a7a24903f2de" providerId="ADAL" clId="{6CF5D3DD-A8C4-4611-8099-4AEB2E976A2E}" dt="2026-06-07T10:20:07.093" v="2607" actId="20577"/>
        <pc:sldMkLst>
          <pc:docMk/>
          <pc:sldMk cId="1709119788" sldId="901"/>
        </pc:sldMkLst>
        <pc:spChg chg="mod">
          <ac:chgData name="Al Friend" userId="e5ed79da-d858-46d4-9eed-a7a24903f2de" providerId="ADAL" clId="{6CF5D3DD-A8C4-4611-8099-4AEB2E976A2E}" dt="2026-06-07T10:20:07.093" v="2607" actId="20577"/>
          <ac:spMkLst>
            <pc:docMk/>
            <pc:sldMk cId="1709119788" sldId="901"/>
            <ac:spMk id="2" creationId="{F7A4026D-DC5B-ECC7-D480-62EAE7469CA3}"/>
          </ac:spMkLst>
        </pc:spChg>
      </pc:sldChg>
      <pc:sldChg chg="modSp new mod">
        <pc:chgData name="Al Friend" userId="e5ed79da-d858-46d4-9eed-a7a24903f2de" providerId="ADAL" clId="{6CF5D3DD-A8C4-4611-8099-4AEB2E976A2E}" dt="2026-06-07T10:29:10.490" v="2842" actId="20577"/>
        <pc:sldMkLst>
          <pc:docMk/>
          <pc:sldMk cId="3056858440" sldId="902"/>
        </pc:sldMkLst>
        <pc:spChg chg="mod">
          <ac:chgData name="Al Friend" userId="e5ed79da-d858-46d4-9eed-a7a24903f2de" providerId="ADAL" clId="{6CF5D3DD-A8C4-4611-8099-4AEB2E976A2E}" dt="2026-06-07T10:20:31.002" v="2622" actId="20577"/>
          <ac:spMkLst>
            <pc:docMk/>
            <pc:sldMk cId="3056858440" sldId="902"/>
            <ac:spMk id="2" creationId="{F9F68E9B-BFF5-EB2B-91EE-D064A22DD3FD}"/>
          </ac:spMkLst>
        </pc:spChg>
        <pc:spChg chg="mod">
          <ac:chgData name="Al Friend" userId="e5ed79da-d858-46d4-9eed-a7a24903f2de" providerId="ADAL" clId="{6CF5D3DD-A8C4-4611-8099-4AEB2E976A2E}" dt="2026-06-07T10:29:10.490" v="2842" actId="20577"/>
          <ac:spMkLst>
            <pc:docMk/>
            <pc:sldMk cId="3056858440" sldId="902"/>
            <ac:spMk id="3" creationId="{BC782C4B-7EA9-BDBB-62AC-C644F168F7F4}"/>
          </ac:spMkLst>
        </pc:spChg>
      </pc:sldChg>
      <pc:sldChg chg="addSp delSp modSp new mod">
        <pc:chgData name="Al Friend" userId="e5ed79da-d858-46d4-9eed-a7a24903f2de" providerId="ADAL" clId="{6CF5D3DD-A8C4-4611-8099-4AEB2E976A2E}" dt="2026-06-07T10:24:19.097" v="2713"/>
        <pc:sldMkLst>
          <pc:docMk/>
          <pc:sldMk cId="2176712672" sldId="903"/>
        </pc:sldMkLst>
        <pc:spChg chg="mod">
          <ac:chgData name="Al Friend" userId="e5ed79da-d858-46d4-9eed-a7a24903f2de" providerId="ADAL" clId="{6CF5D3DD-A8C4-4611-8099-4AEB2E976A2E}" dt="2026-06-07T10:23:15.220" v="2648" actId="20577"/>
          <ac:spMkLst>
            <pc:docMk/>
            <pc:sldMk cId="2176712672" sldId="903"/>
            <ac:spMk id="2" creationId="{6827DB35-784A-674F-5F7B-C310C6F66B2A}"/>
          </ac:spMkLst>
        </pc:spChg>
        <pc:spChg chg="del">
          <ac:chgData name="Al Friend" userId="e5ed79da-d858-46d4-9eed-a7a24903f2de" providerId="ADAL" clId="{6CF5D3DD-A8C4-4611-8099-4AEB2E976A2E}" dt="2026-06-07T10:23:06.333" v="2624" actId="22"/>
          <ac:spMkLst>
            <pc:docMk/>
            <pc:sldMk cId="2176712672" sldId="903"/>
            <ac:spMk id="3" creationId="{0263B70C-DDE2-6F77-7BA3-B3FFE5FA2B0E}"/>
          </ac:spMkLst>
        </pc:spChg>
        <pc:grpChg chg="mod">
          <ac:chgData name="Al Friend" userId="e5ed79da-d858-46d4-9eed-a7a24903f2de" providerId="ADAL" clId="{6CF5D3DD-A8C4-4611-8099-4AEB2E976A2E}" dt="2026-06-07T10:23:41.822" v="2669"/>
          <ac:grpSpMkLst>
            <pc:docMk/>
            <pc:sldMk cId="2176712672" sldId="903"/>
            <ac:grpSpMk id="23" creationId="{DF73AEFC-5461-B357-18D1-8AC2A346D324}"/>
          </ac:grpSpMkLst>
        </pc:grpChg>
        <pc:grpChg chg="mod">
          <ac:chgData name="Al Friend" userId="e5ed79da-d858-46d4-9eed-a7a24903f2de" providerId="ADAL" clId="{6CF5D3DD-A8C4-4611-8099-4AEB2E976A2E}" dt="2026-06-07T10:23:41.822" v="2669"/>
          <ac:grpSpMkLst>
            <pc:docMk/>
            <pc:sldMk cId="2176712672" sldId="903"/>
            <ac:grpSpMk id="24" creationId="{5A4C1537-F351-E77C-9FAC-4CB1F78B7498}"/>
          </ac:grpSpMkLst>
        </pc:grpChg>
        <pc:grpChg chg="mod">
          <ac:chgData name="Al Friend" userId="e5ed79da-d858-46d4-9eed-a7a24903f2de" providerId="ADAL" clId="{6CF5D3DD-A8C4-4611-8099-4AEB2E976A2E}" dt="2026-06-07T10:23:41.822" v="2669"/>
          <ac:grpSpMkLst>
            <pc:docMk/>
            <pc:sldMk cId="2176712672" sldId="903"/>
            <ac:grpSpMk id="25" creationId="{AC875C29-3320-94E8-EEDA-449436A91396}"/>
          </ac:grpSpMkLst>
        </pc:grpChg>
        <pc:grpChg chg="mod">
          <ac:chgData name="Al Friend" userId="e5ed79da-d858-46d4-9eed-a7a24903f2de" providerId="ADAL" clId="{6CF5D3DD-A8C4-4611-8099-4AEB2E976A2E}" dt="2026-06-07T10:23:49.539" v="2679"/>
          <ac:grpSpMkLst>
            <pc:docMk/>
            <pc:sldMk cId="2176712672" sldId="903"/>
            <ac:grpSpMk id="35" creationId="{11969966-4B02-4CA2-CC19-61DAD9E360F8}"/>
          </ac:grpSpMkLst>
        </pc:grpChg>
        <pc:grpChg chg="mod">
          <ac:chgData name="Al Friend" userId="e5ed79da-d858-46d4-9eed-a7a24903f2de" providerId="ADAL" clId="{6CF5D3DD-A8C4-4611-8099-4AEB2E976A2E}" dt="2026-06-07T10:24:05.273" v="2685"/>
          <ac:grpSpMkLst>
            <pc:docMk/>
            <pc:sldMk cId="2176712672" sldId="903"/>
            <ac:grpSpMk id="41" creationId="{3B490F57-84F7-4BFC-0C09-8635BF57861C}"/>
          </ac:grpSpMkLst>
        </pc:grpChg>
        <pc:grpChg chg="del mod">
          <ac:chgData name="Al Friend" userId="e5ed79da-d858-46d4-9eed-a7a24903f2de" providerId="ADAL" clId="{6CF5D3DD-A8C4-4611-8099-4AEB2E976A2E}" dt="2026-06-07T10:24:14.412" v="2703"/>
          <ac:grpSpMkLst>
            <pc:docMk/>
            <pc:sldMk cId="2176712672" sldId="903"/>
            <ac:grpSpMk id="55" creationId="{BDBAAAC6-7389-6166-CAC8-2FF6C89A6E9C}"/>
          </ac:grpSpMkLst>
        </pc:grpChg>
        <pc:grpChg chg="mod">
          <ac:chgData name="Al Friend" userId="e5ed79da-d858-46d4-9eed-a7a24903f2de" providerId="ADAL" clId="{6CF5D3DD-A8C4-4611-8099-4AEB2E976A2E}" dt="2026-06-07T10:24:12.118" v="2699"/>
          <ac:grpSpMkLst>
            <pc:docMk/>
            <pc:sldMk cId="2176712672" sldId="903"/>
            <ac:grpSpMk id="56" creationId="{96B7D5F6-23D9-34D9-4FFD-41E7037DD514}"/>
          </ac:grpSpMkLst>
        </pc:grpChg>
        <pc:grpChg chg="mod">
          <ac:chgData name="Al Friend" userId="e5ed79da-d858-46d4-9eed-a7a24903f2de" providerId="ADAL" clId="{6CF5D3DD-A8C4-4611-8099-4AEB2E976A2E}" dt="2026-06-07T10:24:14.412" v="2703"/>
          <ac:grpSpMkLst>
            <pc:docMk/>
            <pc:sldMk cId="2176712672" sldId="903"/>
            <ac:grpSpMk id="60" creationId="{CE2E5DED-99DE-C502-90C7-E6422B13D7E8}"/>
          </ac:grpSpMkLst>
        </pc:grpChg>
        <pc:grpChg chg="mod">
          <ac:chgData name="Al Friend" userId="e5ed79da-d858-46d4-9eed-a7a24903f2de" providerId="ADAL" clId="{6CF5D3DD-A8C4-4611-8099-4AEB2E976A2E}" dt="2026-06-07T10:24:19.097" v="2713"/>
          <ac:grpSpMkLst>
            <pc:docMk/>
            <pc:sldMk cId="2176712672" sldId="903"/>
            <ac:grpSpMk id="70" creationId="{6CE6A122-A789-1055-0811-B7E95008772E}"/>
          </ac:grpSpMkLst>
        </pc:grpChg>
        <pc:picChg chg="add mod ord">
          <ac:chgData name="Al Friend" userId="e5ed79da-d858-46d4-9eed-a7a24903f2de" providerId="ADAL" clId="{6CF5D3DD-A8C4-4611-8099-4AEB2E976A2E}" dt="2026-06-07T10:23:25.657" v="2651" actId="12788"/>
          <ac:picMkLst>
            <pc:docMk/>
            <pc:sldMk cId="2176712672" sldId="903"/>
            <ac:picMk id="5" creationId="{656309DA-346A-B99A-0A93-14D2CC0D0C8B}"/>
          </ac:picMkLst>
        </pc:picChg>
        <pc:inkChg chg="add">
          <ac:chgData name="Al Friend" userId="e5ed79da-d858-46d4-9eed-a7a24903f2de" providerId="ADAL" clId="{6CF5D3DD-A8C4-4611-8099-4AEB2E976A2E}" dt="2026-06-07T10:23:34.858" v="2652" actId="9405"/>
          <ac:inkMkLst>
            <pc:docMk/>
            <pc:sldMk cId="2176712672" sldId="903"/>
            <ac:inkMk id="6" creationId="{77CCC450-5D32-DCD7-47DE-836F1E78E944}"/>
          </ac:inkMkLst>
        </pc:inkChg>
        <pc:inkChg chg="add mod">
          <ac:chgData name="Al Friend" userId="e5ed79da-d858-46d4-9eed-a7a24903f2de" providerId="ADAL" clId="{6CF5D3DD-A8C4-4611-8099-4AEB2E976A2E}" dt="2026-06-07T10:23:41.822" v="2669"/>
          <ac:inkMkLst>
            <pc:docMk/>
            <pc:sldMk cId="2176712672" sldId="903"/>
            <ac:inkMk id="7" creationId="{A1CF35A9-F82E-ACD8-D5F0-790448290C5F}"/>
          </ac:inkMkLst>
        </pc:inkChg>
        <pc:inkChg chg="add mod">
          <ac:chgData name="Al Friend" userId="e5ed79da-d858-46d4-9eed-a7a24903f2de" providerId="ADAL" clId="{6CF5D3DD-A8C4-4611-8099-4AEB2E976A2E}" dt="2026-06-07T10:23:41.822" v="2669"/>
          <ac:inkMkLst>
            <pc:docMk/>
            <pc:sldMk cId="2176712672" sldId="903"/>
            <ac:inkMk id="8" creationId="{58D31582-0018-A383-81CE-2397F6BDEFAB}"/>
          </ac:inkMkLst>
        </pc:inkChg>
        <pc:inkChg chg="add mod">
          <ac:chgData name="Al Friend" userId="e5ed79da-d858-46d4-9eed-a7a24903f2de" providerId="ADAL" clId="{6CF5D3DD-A8C4-4611-8099-4AEB2E976A2E}" dt="2026-06-07T10:23:41.822" v="2669"/>
          <ac:inkMkLst>
            <pc:docMk/>
            <pc:sldMk cId="2176712672" sldId="903"/>
            <ac:inkMk id="9" creationId="{8669C3F5-651C-BE81-932A-A6F1941B4D3F}"/>
          </ac:inkMkLst>
        </pc:inkChg>
        <pc:inkChg chg="add">
          <ac:chgData name="Al Friend" userId="e5ed79da-d858-46d4-9eed-a7a24903f2de" providerId="ADAL" clId="{6CF5D3DD-A8C4-4611-8099-4AEB2E976A2E}" dt="2026-06-07T10:23:35.964" v="2656" actId="9405"/>
          <ac:inkMkLst>
            <pc:docMk/>
            <pc:sldMk cId="2176712672" sldId="903"/>
            <ac:inkMk id="10" creationId="{89DBAEE6-635A-62E2-C141-C7EC4DEF62B9}"/>
          </ac:inkMkLst>
        </pc:inkChg>
        <pc:inkChg chg="add">
          <ac:chgData name="Al Friend" userId="e5ed79da-d858-46d4-9eed-a7a24903f2de" providerId="ADAL" clId="{6CF5D3DD-A8C4-4611-8099-4AEB2E976A2E}" dt="2026-06-07T10:23:36.497" v="2657" actId="9405"/>
          <ac:inkMkLst>
            <pc:docMk/>
            <pc:sldMk cId="2176712672" sldId="903"/>
            <ac:inkMk id="11" creationId="{B2990D4F-AAB7-6DB7-D0F6-E4332CDFDD07}"/>
          </ac:inkMkLst>
        </pc:inkChg>
        <pc:inkChg chg="add">
          <ac:chgData name="Al Friend" userId="e5ed79da-d858-46d4-9eed-a7a24903f2de" providerId="ADAL" clId="{6CF5D3DD-A8C4-4611-8099-4AEB2E976A2E}" dt="2026-06-07T10:23:36.900" v="2658" actId="9405"/>
          <ac:inkMkLst>
            <pc:docMk/>
            <pc:sldMk cId="2176712672" sldId="903"/>
            <ac:inkMk id="12" creationId="{1FC72FEB-08FE-A3DC-CBF6-702972498FE2}"/>
          </ac:inkMkLst>
        </pc:inkChg>
        <pc:inkChg chg="add mod">
          <ac:chgData name="Al Friend" userId="e5ed79da-d858-46d4-9eed-a7a24903f2de" providerId="ADAL" clId="{6CF5D3DD-A8C4-4611-8099-4AEB2E976A2E}" dt="2026-06-07T10:23:41.822" v="2669"/>
          <ac:inkMkLst>
            <pc:docMk/>
            <pc:sldMk cId="2176712672" sldId="903"/>
            <ac:inkMk id="13" creationId="{D374B3FE-4831-7427-7C81-970AC475771A}"/>
          </ac:inkMkLst>
        </pc:inkChg>
        <pc:inkChg chg="add">
          <ac:chgData name="Al Friend" userId="e5ed79da-d858-46d4-9eed-a7a24903f2de" providerId="ADAL" clId="{6CF5D3DD-A8C4-4611-8099-4AEB2E976A2E}" dt="2026-06-07T10:23:38.212" v="2660" actId="9405"/>
          <ac:inkMkLst>
            <pc:docMk/>
            <pc:sldMk cId="2176712672" sldId="903"/>
            <ac:inkMk id="14" creationId="{C3D02C09-81C3-16C2-0DB5-A2C7CC2C535A}"/>
          </ac:inkMkLst>
        </pc:inkChg>
        <pc:inkChg chg="add mod">
          <ac:chgData name="Al Friend" userId="e5ed79da-d858-46d4-9eed-a7a24903f2de" providerId="ADAL" clId="{6CF5D3DD-A8C4-4611-8099-4AEB2E976A2E}" dt="2026-06-07T10:23:41.822" v="2669"/>
          <ac:inkMkLst>
            <pc:docMk/>
            <pc:sldMk cId="2176712672" sldId="903"/>
            <ac:inkMk id="15" creationId="{736A2E38-A68C-1E12-7C6D-D97B63652E10}"/>
          </ac:inkMkLst>
        </pc:inkChg>
        <pc:inkChg chg="add mod">
          <ac:chgData name="Al Friend" userId="e5ed79da-d858-46d4-9eed-a7a24903f2de" providerId="ADAL" clId="{6CF5D3DD-A8C4-4611-8099-4AEB2E976A2E}" dt="2026-06-07T10:23:41.822" v="2669"/>
          <ac:inkMkLst>
            <pc:docMk/>
            <pc:sldMk cId="2176712672" sldId="903"/>
            <ac:inkMk id="16" creationId="{C31AC54C-9F36-B1C2-DB51-7C9A87782C68}"/>
          </ac:inkMkLst>
        </pc:inkChg>
        <pc:inkChg chg="add">
          <ac:chgData name="Al Friend" userId="e5ed79da-d858-46d4-9eed-a7a24903f2de" providerId="ADAL" clId="{6CF5D3DD-A8C4-4611-8099-4AEB2E976A2E}" dt="2026-06-07T10:23:39.597" v="2663" actId="9405"/>
          <ac:inkMkLst>
            <pc:docMk/>
            <pc:sldMk cId="2176712672" sldId="903"/>
            <ac:inkMk id="17" creationId="{22064D06-64AD-4DBB-8CC3-5FCAEB444B84}"/>
          </ac:inkMkLst>
        </pc:inkChg>
        <pc:inkChg chg="add">
          <ac:chgData name="Al Friend" userId="e5ed79da-d858-46d4-9eed-a7a24903f2de" providerId="ADAL" clId="{6CF5D3DD-A8C4-4611-8099-4AEB2E976A2E}" dt="2026-06-07T10:23:40.182" v="2664" actId="9405"/>
          <ac:inkMkLst>
            <pc:docMk/>
            <pc:sldMk cId="2176712672" sldId="903"/>
            <ac:inkMk id="18" creationId="{21A35971-BB82-C967-C119-EEBF5A8ED3B2}"/>
          </ac:inkMkLst>
        </pc:inkChg>
        <pc:inkChg chg="add">
          <ac:chgData name="Al Friend" userId="e5ed79da-d858-46d4-9eed-a7a24903f2de" providerId="ADAL" clId="{6CF5D3DD-A8C4-4611-8099-4AEB2E976A2E}" dt="2026-06-07T10:23:40.356" v="2665" actId="9405"/>
          <ac:inkMkLst>
            <pc:docMk/>
            <pc:sldMk cId="2176712672" sldId="903"/>
            <ac:inkMk id="19" creationId="{DA69F476-CCDA-A89A-602A-07EB5CBE12DC}"/>
          </ac:inkMkLst>
        </pc:inkChg>
        <pc:inkChg chg="add mod">
          <ac:chgData name="Al Friend" userId="e5ed79da-d858-46d4-9eed-a7a24903f2de" providerId="ADAL" clId="{6CF5D3DD-A8C4-4611-8099-4AEB2E976A2E}" dt="2026-06-07T10:23:41.822" v="2669"/>
          <ac:inkMkLst>
            <pc:docMk/>
            <pc:sldMk cId="2176712672" sldId="903"/>
            <ac:inkMk id="20" creationId="{8086A62F-811E-C5DF-D4D7-1E38856DB5BD}"/>
          </ac:inkMkLst>
        </pc:inkChg>
        <pc:inkChg chg="add">
          <ac:chgData name="Al Friend" userId="e5ed79da-d858-46d4-9eed-a7a24903f2de" providerId="ADAL" clId="{6CF5D3DD-A8C4-4611-8099-4AEB2E976A2E}" dt="2026-06-07T10:23:40.918" v="2667" actId="9405"/>
          <ac:inkMkLst>
            <pc:docMk/>
            <pc:sldMk cId="2176712672" sldId="903"/>
            <ac:inkMk id="21" creationId="{D0523FEF-828A-5DEA-37B4-1E33767E51F6}"/>
          </ac:inkMkLst>
        </pc:inkChg>
        <pc:inkChg chg="add">
          <ac:chgData name="Al Friend" userId="e5ed79da-d858-46d4-9eed-a7a24903f2de" providerId="ADAL" clId="{6CF5D3DD-A8C4-4611-8099-4AEB2E976A2E}" dt="2026-06-07T10:23:41.209" v="2668" actId="9405"/>
          <ac:inkMkLst>
            <pc:docMk/>
            <pc:sldMk cId="2176712672" sldId="903"/>
            <ac:inkMk id="22" creationId="{AF88598B-64DB-2107-428A-D6E15425C996}"/>
          </ac:inkMkLst>
        </pc:inkChg>
        <pc:inkChg chg="add mod">
          <ac:chgData name="Al Friend" userId="e5ed79da-d858-46d4-9eed-a7a24903f2de" providerId="ADAL" clId="{6CF5D3DD-A8C4-4611-8099-4AEB2E976A2E}" dt="2026-06-07T10:23:49.539" v="2679"/>
          <ac:inkMkLst>
            <pc:docMk/>
            <pc:sldMk cId="2176712672" sldId="903"/>
            <ac:inkMk id="26" creationId="{312CEB57-CEFE-8F65-339C-3115CAA66487}"/>
          </ac:inkMkLst>
        </pc:inkChg>
        <pc:inkChg chg="add mod">
          <ac:chgData name="Al Friend" userId="e5ed79da-d858-46d4-9eed-a7a24903f2de" providerId="ADAL" clId="{6CF5D3DD-A8C4-4611-8099-4AEB2E976A2E}" dt="2026-06-07T10:23:49.539" v="2679"/>
          <ac:inkMkLst>
            <pc:docMk/>
            <pc:sldMk cId="2176712672" sldId="903"/>
            <ac:inkMk id="27" creationId="{5655760D-CEF5-D855-4F0D-A70481E18FEC}"/>
          </ac:inkMkLst>
        </pc:inkChg>
        <pc:inkChg chg="add mod">
          <ac:chgData name="Al Friend" userId="e5ed79da-d858-46d4-9eed-a7a24903f2de" providerId="ADAL" clId="{6CF5D3DD-A8C4-4611-8099-4AEB2E976A2E}" dt="2026-06-07T10:23:49.539" v="2679"/>
          <ac:inkMkLst>
            <pc:docMk/>
            <pc:sldMk cId="2176712672" sldId="903"/>
            <ac:inkMk id="28" creationId="{0932AEBA-5EDA-C24B-C478-34F4D8832A0A}"/>
          </ac:inkMkLst>
        </pc:inkChg>
        <pc:inkChg chg="add mod">
          <ac:chgData name="Al Friend" userId="e5ed79da-d858-46d4-9eed-a7a24903f2de" providerId="ADAL" clId="{6CF5D3DD-A8C4-4611-8099-4AEB2E976A2E}" dt="2026-06-07T10:23:49.539" v="2679"/>
          <ac:inkMkLst>
            <pc:docMk/>
            <pc:sldMk cId="2176712672" sldId="903"/>
            <ac:inkMk id="29" creationId="{A48034B9-063D-1E4A-4F8B-E6E636439728}"/>
          </ac:inkMkLst>
        </pc:inkChg>
        <pc:inkChg chg="add mod">
          <ac:chgData name="Al Friend" userId="e5ed79da-d858-46d4-9eed-a7a24903f2de" providerId="ADAL" clId="{6CF5D3DD-A8C4-4611-8099-4AEB2E976A2E}" dt="2026-06-07T10:23:49.539" v="2679"/>
          <ac:inkMkLst>
            <pc:docMk/>
            <pc:sldMk cId="2176712672" sldId="903"/>
            <ac:inkMk id="30" creationId="{9707143F-BE68-F86D-D6B3-0C1000F9FB26}"/>
          </ac:inkMkLst>
        </pc:inkChg>
        <pc:inkChg chg="add mod">
          <ac:chgData name="Al Friend" userId="e5ed79da-d858-46d4-9eed-a7a24903f2de" providerId="ADAL" clId="{6CF5D3DD-A8C4-4611-8099-4AEB2E976A2E}" dt="2026-06-07T10:23:49.539" v="2679"/>
          <ac:inkMkLst>
            <pc:docMk/>
            <pc:sldMk cId="2176712672" sldId="903"/>
            <ac:inkMk id="31" creationId="{23DD0C47-D65F-BD9D-8C6B-B99C97A1D560}"/>
          </ac:inkMkLst>
        </pc:inkChg>
        <pc:inkChg chg="add mod">
          <ac:chgData name="Al Friend" userId="e5ed79da-d858-46d4-9eed-a7a24903f2de" providerId="ADAL" clId="{6CF5D3DD-A8C4-4611-8099-4AEB2E976A2E}" dt="2026-06-07T10:23:49.539" v="2679"/>
          <ac:inkMkLst>
            <pc:docMk/>
            <pc:sldMk cId="2176712672" sldId="903"/>
            <ac:inkMk id="32" creationId="{75D7C95D-EA68-5FCD-E4DC-BABA91D90F5D}"/>
          </ac:inkMkLst>
        </pc:inkChg>
        <pc:inkChg chg="add mod">
          <ac:chgData name="Al Friend" userId="e5ed79da-d858-46d4-9eed-a7a24903f2de" providerId="ADAL" clId="{6CF5D3DD-A8C4-4611-8099-4AEB2E976A2E}" dt="2026-06-07T10:23:49.539" v="2679"/>
          <ac:inkMkLst>
            <pc:docMk/>
            <pc:sldMk cId="2176712672" sldId="903"/>
            <ac:inkMk id="33" creationId="{943DA589-F0AB-A3D9-1A44-A92D57F056BA}"/>
          </ac:inkMkLst>
        </pc:inkChg>
        <pc:inkChg chg="add mod">
          <ac:chgData name="Al Friend" userId="e5ed79da-d858-46d4-9eed-a7a24903f2de" providerId="ADAL" clId="{6CF5D3DD-A8C4-4611-8099-4AEB2E976A2E}" dt="2026-06-07T10:23:49.539" v="2679"/>
          <ac:inkMkLst>
            <pc:docMk/>
            <pc:sldMk cId="2176712672" sldId="903"/>
            <ac:inkMk id="34" creationId="{67FEB671-A3EB-0E9E-5948-EDB4482C4C83}"/>
          </ac:inkMkLst>
        </pc:inkChg>
        <pc:inkChg chg="add mod">
          <ac:chgData name="Al Friend" userId="e5ed79da-d858-46d4-9eed-a7a24903f2de" providerId="ADAL" clId="{6CF5D3DD-A8C4-4611-8099-4AEB2E976A2E}" dt="2026-06-07T10:24:05.273" v="2685"/>
          <ac:inkMkLst>
            <pc:docMk/>
            <pc:sldMk cId="2176712672" sldId="903"/>
            <ac:inkMk id="36" creationId="{FE617B0D-064B-8448-F3C9-F90FBC3B3F6B}"/>
          </ac:inkMkLst>
        </pc:inkChg>
        <pc:inkChg chg="add mod">
          <ac:chgData name="Al Friend" userId="e5ed79da-d858-46d4-9eed-a7a24903f2de" providerId="ADAL" clId="{6CF5D3DD-A8C4-4611-8099-4AEB2E976A2E}" dt="2026-06-07T10:24:05.273" v="2685"/>
          <ac:inkMkLst>
            <pc:docMk/>
            <pc:sldMk cId="2176712672" sldId="903"/>
            <ac:inkMk id="37" creationId="{1BAC340B-FCB3-E36C-8DB3-01A41C86E1FB}"/>
          </ac:inkMkLst>
        </pc:inkChg>
        <pc:inkChg chg="add mod">
          <ac:chgData name="Al Friend" userId="e5ed79da-d858-46d4-9eed-a7a24903f2de" providerId="ADAL" clId="{6CF5D3DD-A8C4-4611-8099-4AEB2E976A2E}" dt="2026-06-07T10:24:05.273" v="2685"/>
          <ac:inkMkLst>
            <pc:docMk/>
            <pc:sldMk cId="2176712672" sldId="903"/>
            <ac:inkMk id="38" creationId="{E1F14608-E655-355D-C467-9FA6386E9B91}"/>
          </ac:inkMkLst>
        </pc:inkChg>
        <pc:inkChg chg="add mod">
          <ac:chgData name="Al Friend" userId="e5ed79da-d858-46d4-9eed-a7a24903f2de" providerId="ADAL" clId="{6CF5D3DD-A8C4-4611-8099-4AEB2E976A2E}" dt="2026-06-07T10:24:05.273" v="2685"/>
          <ac:inkMkLst>
            <pc:docMk/>
            <pc:sldMk cId="2176712672" sldId="903"/>
            <ac:inkMk id="39" creationId="{84C08A48-EDC0-D279-557A-ED0FC5662723}"/>
          </ac:inkMkLst>
        </pc:inkChg>
        <pc:inkChg chg="add mod">
          <ac:chgData name="Al Friend" userId="e5ed79da-d858-46d4-9eed-a7a24903f2de" providerId="ADAL" clId="{6CF5D3DD-A8C4-4611-8099-4AEB2E976A2E}" dt="2026-06-07T10:24:05.273" v="2685"/>
          <ac:inkMkLst>
            <pc:docMk/>
            <pc:sldMk cId="2176712672" sldId="903"/>
            <ac:inkMk id="40" creationId="{7D2B4A14-47D5-D543-3947-FFECFEFC4EB0}"/>
          </ac:inkMkLst>
        </pc:inkChg>
        <pc:inkChg chg="add">
          <ac:chgData name="Al Friend" userId="e5ed79da-d858-46d4-9eed-a7a24903f2de" providerId="ADAL" clId="{6CF5D3DD-A8C4-4611-8099-4AEB2E976A2E}" dt="2026-06-07T10:24:05.662" v="2686" actId="9405"/>
          <ac:inkMkLst>
            <pc:docMk/>
            <pc:sldMk cId="2176712672" sldId="903"/>
            <ac:inkMk id="42" creationId="{4AC00046-BF09-0B54-219A-FB3707A4D57D}"/>
          </ac:inkMkLst>
        </pc:inkChg>
        <pc:inkChg chg="add">
          <ac:chgData name="Al Friend" userId="e5ed79da-d858-46d4-9eed-a7a24903f2de" providerId="ADAL" clId="{6CF5D3DD-A8C4-4611-8099-4AEB2E976A2E}" dt="2026-06-07T10:24:06.107" v="2687" actId="9405"/>
          <ac:inkMkLst>
            <pc:docMk/>
            <pc:sldMk cId="2176712672" sldId="903"/>
            <ac:inkMk id="43" creationId="{7277BFE1-E8BE-AA0E-06BB-8AA26B9ED3B1}"/>
          </ac:inkMkLst>
        </pc:inkChg>
        <pc:inkChg chg="add">
          <ac:chgData name="Al Friend" userId="e5ed79da-d858-46d4-9eed-a7a24903f2de" providerId="ADAL" clId="{6CF5D3DD-A8C4-4611-8099-4AEB2E976A2E}" dt="2026-06-07T10:24:06.818" v="2688" actId="9405"/>
          <ac:inkMkLst>
            <pc:docMk/>
            <pc:sldMk cId="2176712672" sldId="903"/>
            <ac:inkMk id="44" creationId="{4EAA5369-A8C3-25B3-BDD4-9EFC9CD688FF}"/>
          </ac:inkMkLst>
        </pc:inkChg>
        <pc:inkChg chg="add mod">
          <ac:chgData name="Al Friend" userId="e5ed79da-d858-46d4-9eed-a7a24903f2de" providerId="ADAL" clId="{6CF5D3DD-A8C4-4611-8099-4AEB2E976A2E}" dt="2026-06-07T10:24:12.118" v="2699"/>
          <ac:inkMkLst>
            <pc:docMk/>
            <pc:sldMk cId="2176712672" sldId="903"/>
            <ac:inkMk id="45" creationId="{5254F3B8-C1D8-CFB8-7B73-2843F5AD2043}"/>
          </ac:inkMkLst>
        </pc:inkChg>
        <pc:inkChg chg="add mod">
          <ac:chgData name="Al Friend" userId="e5ed79da-d858-46d4-9eed-a7a24903f2de" providerId="ADAL" clId="{6CF5D3DD-A8C4-4611-8099-4AEB2E976A2E}" dt="2026-06-07T10:24:12.118" v="2699"/>
          <ac:inkMkLst>
            <pc:docMk/>
            <pc:sldMk cId="2176712672" sldId="903"/>
            <ac:inkMk id="46" creationId="{659386BE-45A7-F43B-1A7E-AFA6CAC94879}"/>
          </ac:inkMkLst>
        </pc:inkChg>
        <pc:inkChg chg="add mod">
          <ac:chgData name="Al Friend" userId="e5ed79da-d858-46d4-9eed-a7a24903f2de" providerId="ADAL" clId="{6CF5D3DD-A8C4-4611-8099-4AEB2E976A2E}" dt="2026-06-07T10:24:12.118" v="2699"/>
          <ac:inkMkLst>
            <pc:docMk/>
            <pc:sldMk cId="2176712672" sldId="903"/>
            <ac:inkMk id="47" creationId="{5E48EC32-9BB1-6D03-08B6-9FDAB884A959}"/>
          </ac:inkMkLst>
        </pc:inkChg>
        <pc:inkChg chg="add mod">
          <ac:chgData name="Al Friend" userId="e5ed79da-d858-46d4-9eed-a7a24903f2de" providerId="ADAL" clId="{6CF5D3DD-A8C4-4611-8099-4AEB2E976A2E}" dt="2026-06-07T10:24:12.118" v="2699"/>
          <ac:inkMkLst>
            <pc:docMk/>
            <pc:sldMk cId="2176712672" sldId="903"/>
            <ac:inkMk id="48" creationId="{13FCBECE-5B7F-B9C8-D7A5-9AEDDE914D0E}"/>
          </ac:inkMkLst>
        </pc:inkChg>
        <pc:inkChg chg="add mod">
          <ac:chgData name="Al Friend" userId="e5ed79da-d858-46d4-9eed-a7a24903f2de" providerId="ADAL" clId="{6CF5D3DD-A8C4-4611-8099-4AEB2E976A2E}" dt="2026-06-07T10:24:14.412" v="2703"/>
          <ac:inkMkLst>
            <pc:docMk/>
            <pc:sldMk cId="2176712672" sldId="903"/>
            <ac:inkMk id="49" creationId="{4FBAC096-461E-5C5A-325C-416B8ABD7012}"/>
          </ac:inkMkLst>
        </pc:inkChg>
        <pc:inkChg chg="add mod">
          <ac:chgData name="Al Friend" userId="e5ed79da-d858-46d4-9eed-a7a24903f2de" providerId="ADAL" clId="{6CF5D3DD-A8C4-4611-8099-4AEB2E976A2E}" dt="2026-06-07T10:24:12.118" v="2699"/>
          <ac:inkMkLst>
            <pc:docMk/>
            <pc:sldMk cId="2176712672" sldId="903"/>
            <ac:inkMk id="50" creationId="{16850C23-C653-6E43-E0AE-56E67EDD05B9}"/>
          </ac:inkMkLst>
        </pc:inkChg>
        <pc:inkChg chg="add mod">
          <ac:chgData name="Al Friend" userId="e5ed79da-d858-46d4-9eed-a7a24903f2de" providerId="ADAL" clId="{6CF5D3DD-A8C4-4611-8099-4AEB2E976A2E}" dt="2026-06-07T10:24:14.412" v="2703"/>
          <ac:inkMkLst>
            <pc:docMk/>
            <pc:sldMk cId="2176712672" sldId="903"/>
            <ac:inkMk id="51" creationId="{5E013704-75D4-1CB6-04F4-918C87B37348}"/>
          </ac:inkMkLst>
        </pc:inkChg>
        <pc:inkChg chg="add mod">
          <ac:chgData name="Al Friend" userId="e5ed79da-d858-46d4-9eed-a7a24903f2de" providerId="ADAL" clId="{6CF5D3DD-A8C4-4611-8099-4AEB2E976A2E}" dt="2026-06-07T10:24:14.412" v="2703"/>
          <ac:inkMkLst>
            <pc:docMk/>
            <pc:sldMk cId="2176712672" sldId="903"/>
            <ac:inkMk id="52" creationId="{110C00B5-DCB2-5CE9-9D0C-02B28D1C9199}"/>
          </ac:inkMkLst>
        </pc:inkChg>
        <pc:inkChg chg="add mod">
          <ac:chgData name="Al Friend" userId="e5ed79da-d858-46d4-9eed-a7a24903f2de" providerId="ADAL" clId="{6CF5D3DD-A8C4-4611-8099-4AEB2E976A2E}" dt="2026-06-07T10:24:14.412" v="2703"/>
          <ac:inkMkLst>
            <pc:docMk/>
            <pc:sldMk cId="2176712672" sldId="903"/>
            <ac:inkMk id="53" creationId="{FD38E0F9-9547-7A36-E80D-B6E31913D534}"/>
          </ac:inkMkLst>
        </pc:inkChg>
        <pc:inkChg chg="add mod">
          <ac:chgData name="Al Friend" userId="e5ed79da-d858-46d4-9eed-a7a24903f2de" providerId="ADAL" clId="{6CF5D3DD-A8C4-4611-8099-4AEB2E976A2E}" dt="2026-06-07T10:24:14.412" v="2703"/>
          <ac:inkMkLst>
            <pc:docMk/>
            <pc:sldMk cId="2176712672" sldId="903"/>
            <ac:inkMk id="54" creationId="{8403D757-7ED5-B549-7A09-45FEECC7F7A0}"/>
          </ac:inkMkLst>
        </pc:inkChg>
        <pc:inkChg chg="add mod">
          <ac:chgData name="Al Friend" userId="e5ed79da-d858-46d4-9eed-a7a24903f2de" providerId="ADAL" clId="{6CF5D3DD-A8C4-4611-8099-4AEB2E976A2E}" dt="2026-06-07T10:24:14.412" v="2703"/>
          <ac:inkMkLst>
            <pc:docMk/>
            <pc:sldMk cId="2176712672" sldId="903"/>
            <ac:inkMk id="57" creationId="{77BB5FB6-9CFF-D862-1853-5473C6D13446}"/>
          </ac:inkMkLst>
        </pc:inkChg>
        <pc:inkChg chg="add mod">
          <ac:chgData name="Al Friend" userId="e5ed79da-d858-46d4-9eed-a7a24903f2de" providerId="ADAL" clId="{6CF5D3DD-A8C4-4611-8099-4AEB2E976A2E}" dt="2026-06-07T10:24:14.412" v="2703"/>
          <ac:inkMkLst>
            <pc:docMk/>
            <pc:sldMk cId="2176712672" sldId="903"/>
            <ac:inkMk id="58" creationId="{3789401C-EA71-DA7D-3CFB-A5E1C7855302}"/>
          </ac:inkMkLst>
        </pc:inkChg>
        <pc:inkChg chg="add mod">
          <ac:chgData name="Al Friend" userId="e5ed79da-d858-46d4-9eed-a7a24903f2de" providerId="ADAL" clId="{6CF5D3DD-A8C4-4611-8099-4AEB2E976A2E}" dt="2026-06-07T10:24:14.412" v="2703"/>
          <ac:inkMkLst>
            <pc:docMk/>
            <pc:sldMk cId="2176712672" sldId="903"/>
            <ac:inkMk id="59" creationId="{7565C061-DD30-94EB-89F2-479CCECC9CC7}"/>
          </ac:inkMkLst>
        </pc:inkChg>
        <pc:inkChg chg="add mod">
          <ac:chgData name="Al Friend" userId="e5ed79da-d858-46d4-9eed-a7a24903f2de" providerId="ADAL" clId="{6CF5D3DD-A8C4-4611-8099-4AEB2E976A2E}" dt="2026-06-07T10:24:19.097" v="2713"/>
          <ac:inkMkLst>
            <pc:docMk/>
            <pc:sldMk cId="2176712672" sldId="903"/>
            <ac:inkMk id="61" creationId="{2721B4DD-DB7C-8013-AE6A-DECB3B1A7EF8}"/>
          </ac:inkMkLst>
        </pc:inkChg>
        <pc:inkChg chg="add mod">
          <ac:chgData name="Al Friend" userId="e5ed79da-d858-46d4-9eed-a7a24903f2de" providerId="ADAL" clId="{6CF5D3DD-A8C4-4611-8099-4AEB2E976A2E}" dt="2026-06-07T10:24:19.097" v="2713"/>
          <ac:inkMkLst>
            <pc:docMk/>
            <pc:sldMk cId="2176712672" sldId="903"/>
            <ac:inkMk id="62" creationId="{886A89A9-C555-4A89-604A-B779FBDECFFA}"/>
          </ac:inkMkLst>
        </pc:inkChg>
        <pc:inkChg chg="add mod">
          <ac:chgData name="Al Friend" userId="e5ed79da-d858-46d4-9eed-a7a24903f2de" providerId="ADAL" clId="{6CF5D3DD-A8C4-4611-8099-4AEB2E976A2E}" dt="2026-06-07T10:24:19.097" v="2713"/>
          <ac:inkMkLst>
            <pc:docMk/>
            <pc:sldMk cId="2176712672" sldId="903"/>
            <ac:inkMk id="63" creationId="{A4D06B66-D77D-E16B-DD59-F73B7DD6B138}"/>
          </ac:inkMkLst>
        </pc:inkChg>
        <pc:inkChg chg="add mod">
          <ac:chgData name="Al Friend" userId="e5ed79da-d858-46d4-9eed-a7a24903f2de" providerId="ADAL" clId="{6CF5D3DD-A8C4-4611-8099-4AEB2E976A2E}" dt="2026-06-07T10:24:19.097" v="2713"/>
          <ac:inkMkLst>
            <pc:docMk/>
            <pc:sldMk cId="2176712672" sldId="903"/>
            <ac:inkMk id="64" creationId="{BB79A34F-70FA-93C9-0B22-385C921ADF73}"/>
          </ac:inkMkLst>
        </pc:inkChg>
        <pc:inkChg chg="add mod">
          <ac:chgData name="Al Friend" userId="e5ed79da-d858-46d4-9eed-a7a24903f2de" providerId="ADAL" clId="{6CF5D3DD-A8C4-4611-8099-4AEB2E976A2E}" dt="2026-06-07T10:24:19.097" v="2713"/>
          <ac:inkMkLst>
            <pc:docMk/>
            <pc:sldMk cId="2176712672" sldId="903"/>
            <ac:inkMk id="65" creationId="{1B6A0946-BD78-00A3-3AB4-028170C213A9}"/>
          </ac:inkMkLst>
        </pc:inkChg>
        <pc:inkChg chg="add mod">
          <ac:chgData name="Al Friend" userId="e5ed79da-d858-46d4-9eed-a7a24903f2de" providerId="ADAL" clId="{6CF5D3DD-A8C4-4611-8099-4AEB2E976A2E}" dt="2026-06-07T10:24:19.097" v="2713"/>
          <ac:inkMkLst>
            <pc:docMk/>
            <pc:sldMk cId="2176712672" sldId="903"/>
            <ac:inkMk id="66" creationId="{EFDD32D8-5546-C0F5-A3D6-5B4761FC2F90}"/>
          </ac:inkMkLst>
        </pc:inkChg>
        <pc:inkChg chg="add mod">
          <ac:chgData name="Al Friend" userId="e5ed79da-d858-46d4-9eed-a7a24903f2de" providerId="ADAL" clId="{6CF5D3DD-A8C4-4611-8099-4AEB2E976A2E}" dt="2026-06-07T10:24:19.097" v="2713"/>
          <ac:inkMkLst>
            <pc:docMk/>
            <pc:sldMk cId="2176712672" sldId="903"/>
            <ac:inkMk id="67" creationId="{9154B4FC-BA46-A9C5-82B6-78BB24B1B206}"/>
          </ac:inkMkLst>
        </pc:inkChg>
        <pc:inkChg chg="add mod">
          <ac:chgData name="Al Friend" userId="e5ed79da-d858-46d4-9eed-a7a24903f2de" providerId="ADAL" clId="{6CF5D3DD-A8C4-4611-8099-4AEB2E976A2E}" dt="2026-06-07T10:24:19.097" v="2713"/>
          <ac:inkMkLst>
            <pc:docMk/>
            <pc:sldMk cId="2176712672" sldId="903"/>
            <ac:inkMk id="68" creationId="{870B03A2-6A0B-3A14-F1D4-80272959B4C7}"/>
          </ac:inkMkLst>
        </pc:inkChg>
        <pc:inkChg chg="add mod">
          <ac:chgData name="Al Friend" userId="e5ed79da-d858-46d4-9eed-a7a24903f2de" providerId="ADAL" clId="{6CF5D3DD-A8C4-4611-8099-4AEB2E976A2E}" dt="2026-06-07T10:24:19.097" v="2713"/>
          <ac:inkMkLst>
            <pc:docMk/>
            <pc:sldMk cId="2176712672" sldId="903"/>
            <ac:inkMk id="69" creationId="{3200FAE1-19E4-53D3-AE15-C32B8AA90D74}"/>
          </ac:inkMkLst>
        </pc:inkChg>
      </pc:sldChg>
      <pc:sldChg chg="addSp delSp modSp new mod">
        <pc:chgData name="Al Friend" userId="e5ed79da-d858-46d4-9eed-a7a24903f2de" providerId="ADAL" clId="{6CF5D3DD-A8C4-4611-8099-4AEB2E976A2E}" dt="2026-06-07T10:25:29.555" v="2739" actId="20577"/>
        <pc:sldMkLst>
          <pc:docMk/>
          <pc:sldMk cId="2624209767" sldId="904"/>
        </pc:sldMkLst>
        <pc:spChg chg="mod">
          <ac:chgData name="Al Friend" userId="e5ed79da-d858-46d4-9eed-a7a24903f2de" providerId="ADAL" clId="{6CF5D3DD-A8C4-4611-8099-4AEB2E976A2E}" dt="2026-06-07T10:25:29.555" v="2739" actId="20577"/>
          <ac:spMkLst>
            <pc:docMk/>
            <pc:sldMk cId="2624209767" sldId="904"/>
            <ac:spMk id="2" creationId="{5E4395D2-32BC-C889-6AB3-A338D5DB819A}"/>
          </ac:spMkLst>
        </pc:spChg>
        <pc:spChg chg="del">
          <ac:chgData name="Al Friend" userId="e5ed79da-d858-46d4-9eed-a7a24903f2de" providerId="ADAL" clId="{6CF5D3DD-A8C4-4611-8099-4AEB2E976A2E}" dt="2026-06-07T10:24:55.836" v="2715" actId="22"/>
          <ac:spMkLst>
            <pc:docMk/>
            <pc:sldMk cId="2624209767" sldId="904"/>
            <ac:spMk id="3" creationId="{FF75BD97-C573-B9E9-2154-3B3A3FF21703}"/>
          </ac:spMkLst>
        </pc:spChg>
        <pc:picChg chg="add mod ord">
          <ac:chgData name="Al Friend" userId="e5ed79da-d858-46d4-9eed-a7a24903f2de" providerId="ADAL" clId="{6CF5D3DD-A8C4-4611-8099-4AEB2E976A2E}" dt="2026-06-07T10:25:07.865" v="2720" actId="12788"/>
          <ac:picMkLst>
            <pc:docMk/>
            <pc:sldMk cId="2624209767" sldId="904"/>
            <ac:picMk id="5" creationId="{99630FD3-2462-EEBD-1A9B-5C7E2FF24FD6}"/>
          </ac:picMkLst>
        </pc:picChg>
      </pc:sldChg>
      <pc:sldChg chg="addSp delSp modSp new mod">
        <pc:chgData name="Al Friend" userId="e5ed79da-d858-46d4-9eed-a7a24903f2de" providerId="ADAL" clId="{6CF5D3DD-A8C4-4611-8099-4AEB2E976A2E}" dt="2026-06-07T10:28:44.044" v="2838"/>
        <pc:sldMkLst>
          <pc:docMk/>
          <pc:sldMk cId="2992281204" sldId="905"/>
        </pc:sldMkLst>
        <pc:spChg chg="mod">
          <ac:chgData name="Al Friend" userId="e5ed79da-d858-46d4-9eed-a7a24903f2de" providerId="ADAL" clId="{6CF5D3DD-A8C4-4611-8099-4AEB2E976A2E}" dt="2026-06-07T10:28:27.695" v="2812" actId="20577"/>
          <ac:spMkLst>
            <pc:docMk/>
            <pc:sldMk cId="2992281204" sldId="905"/>
            <ac:spMk id="2" creationId="{04BB2CE9-C140-6652-AFA3-8370834C5F35}"/>
          </ac:spMkLst>
        </pc:spChg>
        <pc:spChg chg="del">
          <ac:chgData name="Al Friend" userId="e5ed79da-d858-46d4-9eed-a7a24903f2de" providerId="ADAL" clId="{6CF5D3DD-A8C4-4611-8099-4AEB2E976A2E}" dt="2026-06-07T10:26:52.359" v="2756" actId="22"/>
          <ac:spMkLst>
            <pc:docMk/>
            <pc:sldMk cId="2992281204" sldId="905"/>
            <ac:spMk id="3" creationId="{D86263A8-3CE7-9D29-20CA-F9259B98CE06}"/>
          </ac:spMkLst>
        </pc:spChg>
        <pc:grpChg chg="del mod">
          <ac:chgData name="Al Friend" userId="e5ed79da-d858-46d4-9eed-a7a24903f2de" providerId="ADAL" clId="{6CF5D3DD-A8C4-4611-8099-4AEB2E976A2E}" dt="2026-06-07T10:28:44.044" v="2838"/>
          <ac:grpSpMkLst>
            <pc:docMk/>
            <pc:sldMk cId="2992281204" sldId="905"/>
            <ac:grpSpMk id="14" creationId="{D2DB64AC-9BCD-CE57-BEA9-17E7832E1656}"/>
          </ac:grpSpMkLst>
        </pc:grpChg>
        <pc:grpChg chg="mod">
          <ac:chgData name="Al Friend" userId="e5ed79da-d858-46d4-9eed-a7a24903f2de" providerId="ADAL" clId="{6CF5D3DD-A8C4-4611-8099-4AEB2E976A2E}" dt="2026-06-07T10:28:44.044" v="2838"/>
          <ac:grpSpMkLst>
            <pc:docMk/>
            <pc:sldMk cId="2992281204" sldId="905"/>
            <ac:grpSpMk id="31" creationId="{E6DE084B-E90F-9F94-953B-F6F30CBA351D}"/>
          </ac:grpSpMkLst>
        </pc:grpChg>
        <pc:picChg chg="add mod ord">
          <ac:chgData name="Al Friend" userId="e5ed79da-d858-46d4-9eed-a7a24903f2de" providerId="ADAL" clId="{6CF5D3DD-A8C4-4611-8099-4AEB2E976A2E}" dt="2026-06-07T10:27:04.758" v="2761" actId="12788"/>
          <ac:picMkLst>
            <pc:docMk/>
            <pc:sldMk cId="2992281204" sldId="905"/>
            <ac:picMk id="5" creationId="{8C5C968E-6186-0A1F-693F-36BB780A755A}"/>
          </ac:picMkLst>
        </pc:picChg>
        <pc:inkChg chg="add mod">
          <ac:chgData name="Al Friend" userId="e5ed79da-d858-46d4-9eed-a7a24903f2de" providerId="ADAL" clId="{6CF5D3DD-A8C4-4611-8099-4AEB2E976A2E}" dt="2026-06-07T10:28:34.961" v="2821"/>
          <ac:inkMkLst>
            <pc:docMk/>
            <pc:sldMk cId="2992281204" sldId="905"/>
            <ac:inkMk id="6" creationId="{EF60375C-AB41-9FEE-6F38-914C9929100D}"/>
          </ac:inkMkLst>
        </pc:inkChg>
        <pc:inkChg chg="add mod">
          <ac:chgData name="Al Friend" userId="e5ed79da-d858-46d4-9eed-a7a24903f2de" providerId="ADAL" clId="{6CF5D3DD-A8C4-4611-8099-4AEB2E976A2E}" dt="2026-06-07T10:28:34.961" v="2821"/>
          <ac:inkMkLst>
            <pc:docMk/>
            <pc:sldMk cId="2992281204" sldId="905"/>
            <ac:inkMk id="7" creationId="{1B5DE86F-E50E-D3E5-DB85-49C8729E08BE}"/>
          </ac:inkMkLst>
        </pc:inkChg>
        <pc:inkChg chg="add mod">
          <ac:chgData name="Al Friend" userId="e5ed79da-d858-46d4-9eed-a7a24903f2de" providerId="ADAL" clId="{6CF5D3DD-A8C4-4611-8099-4AEB2E976A2E}" dt="2026-06-07T10:28:34.961" v="2821"/>
          <ac:inkMkLst>
            <pc:docMk/>
            <pc:sldMk cId="2992281204" sldId="905"/>
            <ac:inkMk id="8" creationId="{D8492814-1CBB-F3BC-0D2A-BBFD93A10E15}"/>
          </ac:inkMkLst>
        </pc:inkChg>
        <pc:inkChg chg="add mod">
          <ac:chgData name="Al Friend" userId="e5ed79da-d858-46d4-9eed-a7a24903f2de" providerId="ADAL" clId="{6CF5D3DD-A8C4-4611-8099-4AEB2E976A2E}" dt="2026-06-07T10:28:34.961" v="2821"/>
          <ac:inkMkLst>
            <pc:docMk/>
            <pc:sldMk cId="2992281204" sldId="905"/>
            <ac:inkMk id="9" creationId="{E8C5C178-0276-83D6-8EB4-75BF6BD185B0}"/>
          </ac:inkMkLst>
        </pc:inkChg>
        <pc:inkChg chg="add mod">
          <ac:chgData name="Al Friend" userId="e5ed79da-d858-46d4-9eed-a7a24903f2de" providerId="ADAL" clId="{6CF5D3DD-A8C4-4611-8099-4AEB2E976A2E}" dt="2026-06-07T10:28:44.044" v="2838"/>
          <ac:inkMkLst>
            <pc:docMk/>
            <pc:sldMk cId="2992281204" sldId="905"/>
            <ac:inkMk id="10" creationId="{972BE05D-36C1-FD48-0E12-6CCD50F0C134}"/>
          </ac:inkMkLst>
        </pc:inkChg>
        <pc:inkChg chg="add mod">
          <ac:chgData name="Al Friend" userId="e5ed79da-d858-46d4-9eed-a7a24903f2de" providerId="ADAL" clId="{6CF5D3DD-A8C4-4611-8099-4AEB2E976A2E}" dt="2026-06-07T10:28:34.961" v="2821"/>
          <ac:inkMkLst>
            <pc:docMk/>
            <pc:sldMk cId="2992281204" sldId="905"/>
            <ac:inkMk id="11" creationId="{4965CC18-81F2-671E-5BD3-E9CA8E00ED14}"/>
          </ac:inkMkLst>
        </pc:inkChg>
        <pc:inkChg chg="add mod">
          <ac:chgData name="Al Friend" userId="e5ed79da-d858-46d4-9eed-a7a24903f2de" providerId="ADAL" clId="{6CF5D3DD-A8C4-4611-8099-4AEB2E976A2E}" dt="2026-06-07T10:28:44.044" v="2838"/>
          <ac:inkMkLst>
            <pc:docMk/>
            <pc:sldMk cId="2992281204" sldId="905"/>
            <ac:inkMk id="12" creationId="{E5227611-508B-563E-0AF6-3D2AF73D613C}"/>
          </ac:inkMkLst>
        </pc:inkChg>
        <pc:inkChg chg="add mod">
          <ac:chgData name="Al Friend" userId="e5ed79da-d858-46d4-9eed-a7a24903f2de" providerId="ADAL" clId="{6CF5D3DD-A8C4-4611-8099-4AEB2E976A2E}" dt="2026-06-07T10:28:34.961" v="2821"/>
          <ac:inkMkLst>
            <pc:docMk/>
            <pc:sldMk cId="2992281204" sldId="905"/>
            <ac:inkMk id="13" creationId="{2A588D59-EE99-9D2F-5173-B1D028A76E3A}"/>
          </ac:inkMkLst>
        </pc:inkChg>
        <pc:inkChg chg="add">
          <ac:chgData name="Al Friend" userId="e5ed79da-d858-46d4-9eed-a7a24903f2de" providerId="ADAL" clId="{6CF5D3DD-A8C4-4611-8099-4AEB2E976A2E}" dt="2026-06-07T10:28:38.074" v="2822" actId="9405"/>
          <ac:inkMkLst>
            <pc:docMk/>
            <pc:sldMk cId="2992281204" sldId="905"/>
            <ac:inkMk id="15" creationId="{BEE82098-2CE6-4255-926F-483D17AAB3C0}"/>
          </ac:inkMkLst>
        </pc:inkChg>
        <pc:inkChg chg="add mod">
          <ac:chgData name="Al Friend" userId="e5ed79da-d858-46d4-9eed-a7a24903f2de" providerId="ADAL" clId="{6CF5D3DD-A8C4-4611-8099-4AEB2E976A2E}" dt="2026-06-07T10:28:44.044" v="2838"/>
          <ac:inkMkLst>
            <pc:docMk/>
            <pc:sldMk cId="2992281204" sldId="905"/>
            <ac:inkMk id="16" creationId="{775FDE14-98B8-CE3F-8975-3184AE3CCA92}"/>
          </ac:inkMkLst>
        </pc:inkChg>
        <pc:inkChg chg="add">
          <ac:chgData name="Al Friend" userId="e5ed79da-d858-46d4-9eed-a7a24903f2de" providerId="ADAL" clId="{6CF5D3DD-A8C4-4611-8099-4AEB2E976A2E}" dt="2026-06-07T10:28:38.542" v="2824" actId="9405"/>
          <ac:inkMkLst>
            <pc:docMk/>
            <pc:sldMk cId="2992281204" sldId="905"/>
            <ac:inkMk id="17" creationId="{2B2FE3E6-737D-13E3-5486-0AE5AB847854}"/>
          </ac:inkMkLst>
        </pc:inkChg>
        <pc:inkChg chg="add mod">
          <ac:chgData name="Al Friend" userId="e5ed79da-d858-46d4-9eed-a7a24903f2de" providerId="ADAL" clId="{6CF5D3DD-A8C4-4611-8099-4AEB2E976A2E}" dt="2026-06-07T10:28:44.044" v="2838"/>
          <ac:inkMkLst>
            <pc:docMk/>
            <pc:sldMk cId="2992281204" sldId="905"/>
            <ac:inkMk id="18" creationId="{35FDADE3-0CFB-85D9-6FEA-DDEBA5485039}"/>
          </ac:inkMkLst>
        </pc:inkChg>
        <pc:inkChg chg="add">
          <ac:chgData name="Al Friend" userId="e5ed79da-d858-46d4-9eed-a7a24903f2de" providerId="ADAL" clId="{6CF5D3DD-A8C4-4611-8099-4AEB2E976A2E}" dt="2026-06-07T10:28:39.066" v="2826" actId="9405"/>
          <ac:inkMkLst>
            <pc:docMk/>
            <pc:sldMk cId="2992281204" sldId="905"/>
            <ac:inkMk id="19" creationId="{46919646-0F46-0242-43F4-369CD84961F5}"/>
          </ac:inkMkLst>
        </pc:inkChg>
        <pc:inkChg chg="add mod">
          <ac:chgData name="Al Friend" userId="e5ed79da-d858-46d4-9eed-a7a24903f2de" providerId="ADAL" clId="{6CF5D3DD-A8C4-4611-8099-4AEB2E976A2E}" dt="2026-06-07T10:28:44.044" v="2838"/>
          <ac:inkMkLst>
            <pc:docMk/>
            <pc:sldMk cId="2992281204" sldId="905"/>
            <ac:inkMk id="20" creationId="{BA46106C-21F3-56A6-2DD9-35BCEFFF004E}"/>
          </ac:inkMkLst>
        </pc:inkChg>
        <pc:inkChg chg="add">
          <ac:chgData name="Al Friend" userId="e5ed79da-d858-46d4-9eed-a7a24903f2de" providerId="ADAL" clId="{6CF5D3DD-A8C4-4611-8099-4AEB2E976A2E}" dt="2026-06-07T10:28:39.393" v="2828" actId="9405"/>
          <ac:inkMkLst>
            <pc:docMk/>
            <pc:sldMk cId="2992281204" sldId="905"/>
            <ac:inkMk id="21" creationId="{EA384E17-BD21-09CB-6995-8FCA8485506A}"/>
          </ac:inkMkLst>
        </pc:inkChg>
        <pc:inkChg chg="add mod">
          <ac:chgData name="Al Friend" userId="e5ed79da-d858-46d4-9eed-a7a24903f2de" providerId="ADAL" clId="{6CF5D3DD-A8C4-4611-8099-4AEB2E976A2E}" dt="2026-06-07T10:28:44.044" v="2838"/>
          <ac:inkMkLst>
            <pc:docMk/>
            <pc:sldMk cId="2992281204" sldId="905"/>
            <ac:inkMk id="22" creationId="{78CA33E1-61D0-7A22-B26F-06512E25241A}"/>
          </ac:inkMkLst>
        </pc:inkChg>
        <pc:inkChg chg="add">
          <ac:chgData name="Al Friend" userId="e5ed79da-d858-46d4-9eed-a7a24903f2de" providerId="ADAL" clId="{6CF5D3DD-A8C4-4611-8099-4AEB2E976A2E}" dt="2026-06-07T10:28:40.072" v="2830" actId="9405"/>
          <ac:inkMkLst>
            <pc:docMk/>
            <pc:sldMk cId="2992281204" sldId="905"/>
            <ac:inkMk id="23" creationId="{CB667BCD-5923-5302-5052-DC4BCE55DF47}"/>
          </ac:inkMkLst>
        </pc:inkChg>
        <pc:inkChg chg="add">
          <ac:chgData name="Al Friend" userId="e5ed79da-d858-46d4-9eed-a7a24903f2de" providerId="ADAL" clId="{6CF5D3DD-A8C4-4611-8099-4AEB2E976A2E}" dt="2026-06-07T10:28:40.300" v="2831" actId="9405"/>
          <ac:inkMkLst>
            <pc:docMk/>
            <pc:sldMk cId="2992281204" sldId="905"/>
            <ac:inkMk id="24" creationId="{1ED8A67F-C320-2804-D078-23BDF0367EFE}"/>
          </ac:inkMkLst>
        </pc:inkChg>
        <pc:inkChg chg="add">
          <ac:chgData name="Al Friend" userId="e5ed79da-d858-46d4-9eed-a7a24903f2de" providerId="ADAL" clId="{6CF5D3DD-A8C4-4611-8099-4AEB2E976A2E}" dt="2026-06-07T10:28:40.499" v="2832" actId="9405"/>
          <ac:inkMkLst>
            <pc:docMk/>
            <pc:sldMk cId="2992281204" sldId="905"/>
            <ac:inkMk id="25" creationId="{A8809273-FB56-D86B-8D9B-5BADD98D27AD}"/>
          </ac:inkMkLst>
        </pc:inkChg>
        <pc:inkChg chg="add">
          <ac:chgData name="Al Friend" userId="e5ed79da-d858-46d4-9eed-a7a24903f2de" providerId="ADAL" clId="{6CF5D3DD-A8C4-4611-8099-4AEB2E976A2E}" dt="2026-06-07T10:28:40.824" v="2833" actId="9405"/>
          <ac:inkMkLst>
            <pc:docMk/>
            <pc:sldMk cId="2992281204" sldId="905"/>
            <ac:inkMk id="26" creationId="{68981864-3E4B-B75A-2A1A-145A98B72DB5}"/>
          </ac:inkMkLst>
        </pc:inkChg>
        <pc:inkChg chg="add">
          <ac:chgData name="Al Friend" userId="e5ed79da-d858-46d4-9eed-a7a24903f2de" providerId="ADAL" clId="{6CF5D3DD-A8C4-4611-8099-4AEB2E976A2E}" dt="2026-06-07T10:28:41.424" v="2834" actId="9405"/>
          <ac:inkMkLst>
            <pc:docMk/>
            <pc:sldMk cId="2992281204" sldId="905"/>
            <ac:inkMk id="27" creationId="{7CBB1485-3253-A01B-CC3A-B6628EE8425B}"/>
          </ac:inkMkLst>
        </pc:inkChg>
        <pc:inkChg chg="add">
          <ac:chgData name="Al Friend" userId="e5ed79da-d858-46d4-9eed-a7a24903f2de" providerId="ADAL" clId="{6CF5D3DD-A8C4-4611-8099-4AEB2E976A2E}" dt="2026-06-07T10:28:42.004" v="2835" actId="9405"/>
          <ac:inkMkLst>
            <pc:docMk/>
            <pc:sldMk cId="2992281204" sldId="905"/>
            <ac:inkMk id="28" creationId="{EE9C4A78-6A3C-5191-9AE5-28A3A93E83AB}"/>
          </ac:inkMkLst>
        </pc:inkChg>
        <pc:inkChg chg="add mod">
          <ac:chgData name="Al Friend" userId="e5ed79da-d858-46d4-9eed-a7a24903f2de" providerId="ADAL" clId="{6CF5D3DD-A8C4-4611-8099-4AEB2E976A2E}" dt="2026-06-07T10:28:44.044" v="2838"/>
          <ac:inkMkLst>
            <pc:docMk/>
            <pc:sldMk cId="2992281204" sldId="905"/>
            <ac:inkMk id="29" creationId="{E2B44A4F-B8DB-1553-B3C1-22DDE4E45A6B}"/>
          </ac:inkMkLst>
        </pc:inkChg>
        <pc:inkChg chg="add mod">
          <ac:chgData name="Al Friend" userId="e5ed79da-d858-46d4-9eed-a7a24903f2de" providerId="ADAL" clId="{6CF5D3DD-A8C4-4611-8099-4AEB2E976A2E}" dt="2026-06-07T10:28:44.044" v="2838"/>
          <ac:inkMkLst>
            <pc:docMk/>
            <pc:sldMk cId="2992281204" sldId="905"/>
            <ac:inkMk id="30" creationId="{9BEBE3C0-E274-34C3-CDC4-B72E78B56A98}"/>
          </ac:inkMkLst>
        </pc:inkChg>
      </pc:sldChg>
      <pc:sldChg chg="addSp delSp modSp new mod">
        <pc:chgData name="Al Friend" userId="e5ed79da-d858-46d4-9eed-a7a24903f2de" providerId="ADAL" clId="{6CF5D3DD-A8C4-4611-8099-4AEB2E976A2E}" dt="2026-06-07T10:47:02.357" v="2863" actId="27614"/>
        <pc:sldMkLst>
          <pc:docMk/>
          <pc:sldMk cId="3150680859" sldId="906"/>
        </pc:sldMkLst>
        <pc:spChg chg="mod">
          <ac:chgData name="Al Friend" userId="e5ed79da-d858-46d4-9eed-a7a24903f2de" providerId="ADAL" clId="{6CF5D3DD-A8C4-4611-8099-4AEB2E976A2E}" dt="2026-06-07T10:46:57.686" v="2862" actId="20577"/>
          <ac:spMkLst>
            <pc:docMk/>
            <pc:sldMk cId="3150680859" sldId="906"/>
            <ac:spMk id="2" creationId="{863800D4-01A3-009D-AAF0-C138B8F1C174}"/>
          </ac:spMkLst>
        </pc:spChg>
        <pc:spChg chg="del">
          <ac:chgData name="Al Friend" userId="e5ed79da-d858-46d4-9eed-a7a24903f2de" providerId="ADAL" clId="{6CF5D3DD-A8C4-4611-8099-4AEB2E976A2E}" dt="2026-06-07T10:46:42.584" v="2846" actId="22"/>
          <ac:spMkLst>
            <pc:docMk/>
            <pc:sldMk cId="3150680859" sldId="906"/>
            <ac:spMk id="3" creationId="{9D44EE76-C253-1FF7-52DA-31AA4894B0C1}"/>
          </ac:spMkLst>
        </pc:spChg>
        <pc:picChg chg="add mod ord">
          <ac:chgData name="Al Friend" userId="e5ed79da-d858-46d4-9eed-a7a24903f2de" providerId="ADAL" clId="{6CF5D3DD-A8C4-4611-8099-4AEB2E976A2E}" dt="2026-06-07T10:47:02.357" v="2863" actId="27614"/>
          <ac:picMkLst>
            <pc:docMk/>
            <pc:sldMk cId="3150680859" sldId="906"/>
            <ac:picMk id="5" creationId="{66BCB542-5CD5-0815-8F3F-38A993C272BA}"/>
          </ac:picMkLst>
        </pc:picChg>
      </pc:sldChg>
      <pc:sldChg chg="modSp add mod">
        <pc:chgData name="Al Friend" userId="e5ed79da-d858-46d4-9eed-a7a24903f2de" providerId="ADAL" clId="{6CF5D3DD-A8C4-4611-8099-4AEB2E976A2E}" dt="2026-06-07T10:29:18.640" v="2845" actId="20577"/>
        <pc:sldMkLst>
          <pc:docMk/>
          <pc:sldMk cId="4276333951" sldId="907"/>
        </pc:sldMkLst>
        <pc:spChg chg="mod">
          <ac:chgData name="Al Friend" userId="e5ed79da-d858-46d4-9eed-a7a24903f2de" providerId="ADAL" clId="{6CF5D3DD-A8C4-4611-8099-4AEB2E976A2E}" dt="2026-06-07T10:29:18.640" v="2845" actId="20577"/>
          <ac:spMkLst>
            <pc:docMk/>
            <pc:sldMk cId="4276333951" sldId="907"/>
            <ac:spMk id="3" creationId="{96B5F662-25FD-C475-D5FB-BF668005E8CD}"/>
          </ac:spMkLst>
        </pc:spChg>
      </pc:sldChg>
      <pc:sldChg chg="add">
        <pc:chgData name="Al Friend" userId="e5ed79da-d858-46d4-9eed-a7a24903f2de" providerId="ADAL" clId="{6CF5D3DD-A8C4-4611-8099-4AEB2E976A2E}" dt="2026-06-07T10:48:11.898" v="2889"/>
        <pc:sldMkLst>
          <pc:docMk/>
          <pc:sldMk cId="3805155913" sldId="908"/>
        </pc:sldMkLst>
      </pc:sldChg>
      <pc:sldChg chg="addSp delSp modSp new del mod modClrScheme chgLayout">
        <pc:chgData name="Al Friend" userId="e5ed79da-d858-46d4-9eed-a7a24903f2de" providerId="ADAL" clId="{6CF5D3DD-A8C4-4611-8099-4AEB2E976A2E}" dt="2026-06-07T10:48:06.161" v="2888" actId="2696"/>
        <pc:sldMkLst>
          <pc:docMk/>
          <pc:sldMk cId="4114039692" sldId="908"/>
        </pc:sldMkLst>
        <pc:spChg chg="del mod ord">
          <ac:chgData name="Al Friend" userId="e5ed79da-d858-46d4-9eed-a7a24903f2de" providerId="ADAL" clId="{6CF5D3DD-A8C4-4611-8099-4AEB2E976A2E}" dt="2026-06-07T10:47:06.183" v="2865" actId="700"/>
          <ac:spMkLst>
            <pc:docMk/>
            <pc:sldMk cId="4114039692" sldId="908"/>
            <ac:spMk id="2" creationId="{6E0B43D1-4367-5790-653E-57197BAECB39}"/>
          </ac:spMkLst>
        </pc:spChg>
        <pc:spChg chg="del mod ord">
          <ac:chgData name="Al Friend" userId="e5ed79da-d858-46d4-9eed-a7a24903f2de" providerId="ADAL" clId="{6CF5D3DD-A8C4-4611-8099-4AEB2E976A2E}" dt="2026-06-07T10:47:06.183" v="2865" actId="700"/>
          <ac:spMkLst>
            <pc:docMk/>
            <pc:sldMk cId="4114039692" sldId="908"/>
            <ac:spMk id="3" creationId="{B0A04078-D249-D720-0296-EE521CC41727}"/>
          </ac:spMkLst>
        </pc:spChg>
        <pc:spChg chg="add mod ord">
          <ac:chgData name="Al Friend" userId="e5ed79da-d858-46d4-9eed-a7a24903f2de" providerId="ADAL" clId="{6CF5D3DD-A8C4-4611-8099-4AEB2E976A2E}" dt="2026-06-07T10:47:12.091" v="2880" actId="20577"/>
          <ac:spMkLst>
            <pc:docMk/>
            <pc:sldMk cId="4114039692" sldId="908"/>
            <ac:spMk id="4" creationId="{1681C18E-7431-6EAB-26A0-ED4DBF35B7C8}"/>
          </ac:spMkLst>
        </pc:spChg>
        <pc:spChg chg="add del mod ord">
          <ac:chgData name="Al Friend" userId="e5ed79da-d858-46d4-9eed-a7a24903f2de" providerId="ADAL" clId="{6CF5D3DD-A8C4-4611-8099-4AEB2E976A2E}" dt="2026-06-07T10:47:53.354" v="2881" actId="22"/>
          <ac:spMkLst>
            <pc:docMk/>
            <pc:sldMk cId="4114039692" sldId="908"/>
            <ac:spMk id="5" creationId="{23460513-C90F-0B4E-2F01-CC0E80431AE5}"/>
          </ac:spMkLst>
        </pc:spChg>
        <pc:picChg chg="add mod ord">
          <ac:chgData name="Al Friend" userId="e5ed79da-d858-46d4-9eed-a7a24903f2de" providerId="ADAL" clId="{6CF5D3DD-A8C4-4611-8099-4AEB2E976A2E}" dt="2026-06-07T10:48:02.909" v="2887" actId="12788"/>
          <ac:picMkLst>
            <pc:docMk/>
            <pc:sldMk cId="4114039692" sldId="908"/>
            <ac:picMk id="7" creationId="{A2A90A84-030D-890C-1661-ABC0867AF55A}"/>
          </ac:picMkLst>
        </pc:picChg>
      </pc:sldChg>
      <pc:sldChg chg="addSp delSp modSp new mod">
        <pc:chgData name="Al Friend" userId="e5ed79da-d858-46d4-9eed-a7a24903f2de" providerId="ADAL" clId="{6CF5D3DD-A8C4-4611-8099-4AEB2E976A2E}" dt="2026-06-07T10:50:56.642" v="2910" actId="20577"/>
        <pc:sldMkLst>
          <pc:docMk/>
          <pc:sldMk cId="3031299702" sldId="909"/>
        </pc:sldMkLst>
        <pc:spChg chg="mod">
          <ac:chgData name="Al Friend" userId="e5ed79da-d858-46d4-9eed-a7a24903f2de" providerId="ADAL" clId="{6CF5D3DD-A8C4-4611-8099-4AEB2E976A2E}" dt="2026-06-07T10:50:56.642" v="2910" actId="20577"/>
          <ac:spMkLst>
            <pc:docMk/>
            <pc:sldMk cId="3031299702" sldId="909"/>
            <ac:spMk id="2" creationId="{8B4B4943-24A7-FD9D-6EC6-A82B625B940A}"/>
          </ac:spMkLst>
        </pc:spChg>
        <pc:spChg chg="del">
          <ac:chgData name="Al Friend" userId="e5ed79da-d858-46d4-9eed-a7a24903f2de" providerId="ADAL" clId="{6CF5D3DD-A8C4-4611-8099-4AEB2E976A2E}" dt="2026-06-07T10:50:40.839" v="2893" actId="22"/>
          <ac:spMkLst>
            <pc:docMk/>
            <pc:sldMk cId="3031299702" sldId="909"/>
            <ac:spMk id="3" creationId="{3E1822B8-80BF-E815-60F4-69C6B120EA38}"/>
          </ac:spMkLst>
        </pc:spChg>
        <pc:picChg chg="add mod ord">
          <ac:chgData name="Al Friend" userId="e5ed79da-d858-46d4-9eed-a7a24903f2de" providerId="ADAL" clId="{6CF5D3DD-A8C4-4611-8099-4AEB2E976A2E}" dt="2026-06-07T10:50:50.645" v="2898" actId="12788"/>
          <ac:picMkLst>
            <pc:docMk/>
            <pc:sldMk cId="3031299702" sldId="909"/>
            <ac:picMk id="5" creationId="{22223040-1992-3A41-F6DA-D881A5E61F33}"/>
          </ac:picMkLst>
        </pc:picChg>
      </pc:sldChg>
      <pc:sldChg chg="addSp delSp modSp new mod">
        <pc:chgData name="Al Friend" userId="e5ed79da-d858-46d4-9eed-a7a24903f2de" providerId="ADAL" clId="{6CF5D3DD-A8C4-4611-8099-4AEB2E976A2E}" dt="2026-06-07T10:53:59.820" v="2937" actId="12788"/>
        <pc:sldMkLst>
          <pc:docMk/>
          <pc:sldMk cId="2274420649" sldId="910"/>
        </pc:sldMkLst>
        <pc:spChg chg="mod">
          <ac:chgData name="Al Friend" userId="e5ed79da-d858-46d4-9eed-a7a24903f2de" providerId="ADAL" clId="{6CF5D3DD-A8C4-4611-8099-4AEB2E976A2E}" dt="2026-06-07T10:52:49.750" v="2921" actId="20577"/>
          <ac:spMkLst>
            <pc:docMk/>
            <pc:sldMk cId="2274420649" sldId="910"/>
            <ac:spMk id="2" creationId="{5C1B96D7-3ACD-B52F-67A2-2FEA119547C7}"/>
          </ac:spMkLst>
        </pc:spChg>
        <pc:spChg chg="del">
          <ac:chgData name="Al Friend" userId="e5ed79da-d858-46d4-9eed-a7a24903f2de" providerId="ADAL" clId="{6CF5D3DD-A8C4-4611-8099-4AEB2E976A2E}" dt="2026-06-07T10:52:45.558" v="2912" actId="22"/>
          <ac:spMkLst>
            <pc:docMk/>
            <pc:sldMk cId="2274420649" sldId="910"/>
            <ac:spMk id="3" creationId="{0B23AE87-8766-00D5-8D0A-2C60BA031C9B}"/>
          </ac:spMkLst>
        </pc:spChg>
        <pc:spChg chg="add del mod">
          <ac:chgData name="Al Friend" userId="e5ed79da-d858-46d4-9eed-a7a24903f2de" providerId="ADAL" clId="{6CF5D3DD-A8C4-4611-8099-4AEB2E976A2E}" dt="2026-06-07T10:53:35.908" v="2928" actId="22"/>
          <ac:spMkLst>
            <pc:docMk/>
            <pc:sldMk cId="2274420649" sldId="910"/>
            <ac:spMk id="7" creationId="{08C83D95-8A06-9B86-DE67-14CEE12A61D2}"/>
          </ac:spMkLst>
        </pc:spChg>
        <pc:spChg chg="add del mod">
          <ac:chgData name="Al Friend" userId="e5ed79da-d858-46d4-9eed-a7a24903f2de" providerId="ADAL" clId="{6CF5D3DD-A8C4-4611-8099-4AEB2E976A2E}" dt="2026-06-07T10:53:49.533" v="2934"/>
          <ac:spMkLst>
            <pc:docMk/>
            <pc:sldMk cId="2274420649" sldId="910"/>
            <ac:spMk id="11" creationId="{5AEAEDB8-C169-7453-FCD9-6E83D1CB2007}"/>
          </ac:spMkLst>
        </pc:spChg>
        <pc:picChg chg="add del mod ord">
          <ac:chgData name="Al Friend" userId="e5ed79da-d858-46d4-9eed-a7a24903f2de" providerId="ADAL" clId="{6CF5D3DD-A8C4-4611-8099-4AEB2E976A2E}" dt="2026-06-07T10:53:34.240" v="2927" actId="478"/>
          <ac:picMkLst>
            <pc:docMk/>
            <pc:sldMk cId="2274420649" sldId="910"/>
            <ac:picMk id="5" creationId="{6B047BB1-AD51-C917-9666-691146ACAC10}"/>
          </ac:picMkLst>
        </pc:picChg>
        <pc:picChg chg="add del mod ord">
          <ac:chgData name="Al Friend" userId="e5ed79da-d858-46d4-9eed-a7a24903f2de" providerId="ADAL" clId="{6CF5D3DD-A8C4-4611-8099-4AEB2E976A2E}" dt="2026-06-07T10:53:45.751" v="2931" actId="478"/>
          <ac:picMkLst>
            <pc:docMk/>
            <pc:sldMk cId="2274420649" sldId="910"/>
            <ac:picMk id="9" creationId="{E1504540-55F4-42FD-E3B1-ED4078413A6A}"/>
          </ac:picMkLst>
        </pc:picChg>
        <pc:picChg chg="add del">
          <ac:chgData name="Al Friend" userId="e5ed79da-d858-46d4-9eed-a7a24903f2de" providerId="ADAL" clId="{6CF5D3DD-A8C4-4611-8099-4AEB2E976A2E}" dt="2026-06-07T10:53:48.357" v="2933" actId="21"/>
          <ac:picMkLst>
            <pc:docMk/>
            <pc:sldMk cId="2274420649" sldId="910"/>
            <ac:picMk id="13" creationId="{854D8CC5-1252-70F9-5655-778E688386E3}"/>
          </ac:picMkLst>
        </pc:picChg>
        <pc:picChg chg="add mod">
          <ac:chgData name="Al Friend" userId="e5ed79da-d858-46d4-9eed-a7a24903f2de" providerId="ADAL" clId="{6CF5D3DD-A8C4-4611-8099-4AEB2E976A2E}" dt="2026-06-07T10:53:59.820" v="2937" actId="12788"/>
          <ac:picMkLst>
            <pc:docMk/>
            <pc:sldMk cId="2274420649" sldId="910"/>
            <ac:picMk id="14" creationId="{854D8CC5-1252-70F9-5655-778E688386E3}"/>
          </ac:picMkLst>
        </pc:picChg>
      </pc:sldChg>
      <pc:sldChg chg="addSp delSp modSp new mod">
        <pc:chgData name="Al Friend" userId="e5ed79da-d858-46d4-9eed-a7a24903f2de" providerId="ADAL" clId="{6CF5D3DD-A8C4-4611-8099-4AEB2E976A2E}" dt="2026-06-07T10:57:02.587" v="2960" actId="962"/>
        <pc:sldMkLst>
          <pc:docMk/>
          <pc:sldMk cId="3353740829" sldId="911"/>
        </pc:sldMkLst>
        <pc:spChg chg="mod">
          <ac:chgData name="Al Friend" userId="e5ed79da-d858-46d4-9eed-a7a24903f2de" providerId="ADAL" clId="{6CF5D3DD-A8C4-4611-8099-4AEB2E976A2E}" dt="2026-06-07T10:55:09.384" v="2954" actId="20577"/>
          <ac:spMkLst>
            <pc:docMk/>
            <pc:sldMk cId="3353740829" sldId="911"/>
            <ac:spMk id="2" creationId="{1F14E0B3-57A4-E0FE-0BBD-2E9D973173E7}"/>
          </ac:spMkLst>
        </pc:spChg>
        <pc:spChg chg="del">
          <ac:chgData name="Al Friend" userId="e5ed79da-d858-46d4-9eed-a7a24903f2de" providerId="ADAL" clId="{6CF5D3DD-A8C4-4611-8099-4AEB2E976A2E}" dt="2026-06-07T10:56:46.546" v="2955" actId="22"/>
          <ac:spMkLst>
            <pc:docMk/>
            <pc:sldMk cId="3353740829" sldId="911"/>
            <ac:spMk id="3" creationId="{11BC86CD-5155-734C-DDFF-5B0A86A8D5C1}"/>
          </ac:spMkLst>
        </pc:spChg>
        <pc:picChg chg="add mod ord">
          <ac:chgData name="Al Friend" userId="e5ed79da-d858-46d4-9eed-a7a24903f2de" providerId="ADAL" clId="{6CF5D3DD-A8C4-4611-8099-4AEB2E976A2E}" dt="2026-06-07T10:57:02.587" v="2960" actId="962"/>
          <ac:picMkLst>
            <pc:docMk/>
            <pc:sldMk cId="3353740829" sldId="911"/>
            <ac:picMk id="5" creationId="{8AD62D79-4919-5649-6A5D-1281C759EBB8}"/>
          </ac:picMkLst>
        </pc:picChg>
      </pc:sldChg>
      <pc:sldChg chg="addSp delSp modSp new mod">
        <pc:chgData name="Al Friend" userId="e5ed79da-d858-46d4-9eed-a7a24903f2de" providerId="ADAL" clId="{6CF5D3DD-A8C4-4611-8099-4AEB2E976A2E}" dt="2026-06-07T10:57:39.253" v="2976" actId="12788"/>
        <pc:sldMkLst>
          <pc:docMk/>
          <pc:sldMk cId="996639596" sldId="912"/>
        </pc:sldMkLst>
        <pc:spChg chg="mod">
          <ac:chgData name="Al Friend" userId="e5ed79da-d858-46d4-9eed-a7a24903f2de" providerId="ADAL" clId="{6CF5D3DD-A8C4-4611-8099-4AEB2E976A2E}" dt="2026-06-07T10:57:28.058" v="2973" actId="962"/>
          <ac:spMkLst>
            <pc:docMk/>
            <pc:sldMk cId="996639596" sldId="912"/>
            <ac:spMk id="2" creationId="{79D93738-9039-95E6-E4AE-1F3B4492F47C}"/>
          </ac:spMkLst>
        </pc:spChg>
        <pc:spChg chg="del">
          <ac:chgData name="Al Friend" userId="e5ed79da-d858-46d4-9eed-a7a24903f2de" providerId="ADAL" clId="{6CF5D3DD-A8C4-4611-8099-4AEB2E976A2E}" dt="2026-06-07T10:57:23.727" v="2962" actId="22"/>
          <ac:spMkLst>
            <pc:docMk/>
            <pc:sldMk cId="996639596" sldId="912"/>
            <ac:spMk id="3" creationId="{30EB9893-DAC0-FF9A-C99F-53743A2DE0FD}"/>
          </ac:spMkLst>
        </pc:spChg>
        <pc:picChg chg="add mod ord">
          <ac:chgData name="Al Friend" userId="e5ed79da-d858-46d4-9eed-a7a24903f2de" providerId="ADAL" clId="{6CF5D3DD-A8C4-4611-8099-4AEB2E976A2E}" dt="2026-06-07T10:57:39.253" v="2976" actId="12788"/>
          <ac:picMkLst>
            <pc:docMk/>
            <pc:sldMk cId="996639596" sldId="912"/>
            <ac:picMk id="5" creationId="{6CDA3D02-734D-5758-B9A1-D3EF8D7A093D}"/>
          </ac:picMkLst>
        </pc:picChg>
      </pc:sldChg>
      <pc:sldChg chg="addSp delSp modSp new mod">
        <pc:chgData name="Al Friend" userId="e5ed79da-d858-46d4-9eed-a7a24903f2de" providerId="ADAL" clId="{6CF5D3DD-A8C4-4611-8099-4AEB2E976A2E}" dt="2026-06-07T11:03:12.653" v="3058"/>
        <pc:sldMkLst>
          <pc:docMk/>
          <pc:sldMk cId="1993136139" sldId="913"/>
        </pc:sldMkLst>
        <pc:spChg chg="mod">
          <ac:chgData name="Al Friend" userId="e5ed79da-d858-46d4-9eed-a7a24903f2de" providerId="ADAL" clId="{6CF5D3DD-A8C4-4611-8099-4AEB2E976A2E}" dt="2026-06-07T11:02:18.291" v="3002" actId="20577"/>
          <ac:spMkLst>
            <pc:docMk/>
            <pc:sldMk cId="1993136139" sldId="913"/>
            <ac:spMk id="2" creationId="{B3D0F546-8926-B247-774E-47DD5EA167E9}"/>
          </ac:spMkLst>
        </pc:spChg>
        <pc:spChg chg="del">
          <ac:chgData name="Al Friend" userId="e5ed79da-d858-46d4-9eed-a7a24903f2de" providerId="ADAL" clId="{6CF5D3DD-A8C4-4611-8099-4AEB2E976A2E}" dt="2026-06-07T11:02:01.506" v="2978" actId="22"/>
          <ac:spMkLst>
            <pc:docMk/>
            <pc:sldMk cId="1993136139" sldId="913"/>
            <ac:spMk id="3" creationId="{A3D7AA90-ADDA-737E-F784-1B649774BFBE}"/>
          </ac:spMkLst>
        </pc:spChg>
        <pc:grpChg chg="del mod">
          <ac:chgData name="Al Friend" userId="e5ed79da-d858-46d4-9eed-a7a24903f2de" providerId="ADAL" clId="{6CF5D3DD-A8C4-4611-8099-4AEB2E976A2E}" dt="2026-06-07T11:02:42.787" v="3024"/>
          <ac:grpSpMkLst>
            <pc:docMk/>
            <pc:sldMk cId="1993136139" sldId="913"/>
            <ac:grpSpMk id="13" creationId="{01BFD79B-58B4-46BF-E181-66EA139B016E}"/>
          </ac:grpSpMkLst>
        </pc:grpChg>
        <pc:grpChg chg="del mod">
          <ac:chgData name="Al Friend" userId="e5ed79da-d858-46d4-9eed-a7a24903f2de" providerId="ADAL" clId="{6CF5D3DD-A8C4-4611-8099-4AEB2E976A2E}" dt="2026-06-07T11:03:02.816" v="3041"/>
          <ac:grpSpMkLst>
            <pc:docMk/>
            <pc:sldMk cId="1993136139" sldId="913"/>
            <ac:grpSpMk id="27" creationId="{AF4657C1-7E9C-3D02-1A6B-541324B6C523}"/>
          </ac:grpSpMkLst>
        </pc:grpChg>
        <pc:grpChg chg="del mod">
          <ac:chgData name="Al Friend" userId="e5ed79da-d858-46d4-9eed-a7a24903f2de" providerId="ADAL" clId="{6CF5D3DD-A8C4-4611-8099-4AEB2E976A2E}" dt="2026-06-07T11:03:02.816" v="3041"/>
          <ac:grpSpMkLst>
            <pc:docMk/>
            <pc:sldMk cId="1993136139" sldId="913"/>
            <ac:grpSpMk id="28" creationId="{40F50DF7-EF2C-AD95-A4F3-C0F4623AFB61}"/>
          </ac:grpSpMkLst>
        </pc:grpChg>
        <pc:grpChg chg="del mod">
          <ac:chgData name="Al Friend" userId="e5ed79da-d858-46d4-9eed-a7a24903f2de" providerId="ADAL" clId="{6CF5D3DD-A8C4-4611-8099-4AEB2E976A2E}" dt="2026-06-07T11:03:02.816" v="3041"/>
          <ac:grpSpMkLst>
            <pc:docMk/>
            <pc:sldMk cId="1993136139" sldId="913"/>
            <ac:grpSpMk id="34" creationId="{DFB569FA-F55C-90F5-2BA5-E6F2421E6B51}"/>
          </ac:grpSpMkLst>
        </pc:grpChg>
        <pc:grpChg chg="del mod">
          <ac:chgData name="Al Friend" userId="e5ed79da-d858-46d4-9eed-a7a24903f2de" providerId="ADAL" clId="{6CF5D3DD-A8C4-4611-8099-4AEB2E976A2E}" dt="2026-06-07T11:03:12.653" v="3058"/>
          <ac:grpSpMkLst>
            <pc:docMk/>
            <pc:sldMk cId="1993136139" sldId="913"/>
            <ac:grpSpMk id="45" creationId="{1E8A70E0-B25B-F3AA-C540-2FA66EDE7704}"/>
          </ac:grpSpMkLst>
        </pc:grpChg>
        <pc:grpChg chg="mod">
          <ac:chgData name="Al Friend" userId="e5ed79da-d858-46d4-9eed-a7a24903f2de" providerId="ADAL" clId="{6CF5D3DD-A8C4-4611-8099-4AEB2E976A2E}" dt="2026-06-07T11:03:12.653" v="3058"/>
          <ac:grpSpMkLst>
            <pc:docMk/>
            <pc:sldMk cId="1993136139" sldId="913"/>
            <ac:grpSpMk id="62" creationId="{C1D5950C-BC26-AB32-8BA3-A461B8806E91}"/>
          </ac:grpSpMkLst>
        </pc:grpChg>
        <pc:picChg chg="add mod ord">
          <ac:chgData name="Al Friend" userId="e5ed79da-d858-46d4-9eed-a7a24903f2de" providerId="ADAL" clId="{6CF5D3DD-A8C4-4611-8099-4AEB2E976A2E}" dt="2026-06-07T11:02:18.091" v="2999" actId="27614"/>
          <ac:picMkLst>
            <pc:docMk/>
            <pc:sldMk cId="1993136139" sldId="913"/>
            <ac:picMk id="5" creationId="{4076C034-0218-2A4D-A08D-3302FB1C2E9C}"/>
          </ac:picMkLst>
        </pc:picChg>
        <pc:inkChg chg="add mod">
          <ac:chgData name="Al Friend" userId="e5ed79da-d858-46d4-9eed-a7a24903f2de" providerId="ADAL" clId="{6CF5D3DD-A8C4-4611-8099-4AEB2E976A2E}" dt="2026-06-07T11:02:42.787" v="3024"/>
          <ac:inkMkLst>
            <pc:docMk/>
            <pc:sldMk cId="1993136139" sldId="913"/>
            <ac:inkMk id="6" creationId="{39F94E2E-A9A0-BE59-9EAC-149C904C58E7}"/>
          </ac:inkMkLst>
        </pc:inkChg>
        <pc:inkChg chg="add mod">
          <ac:chgData name="Al Friend" userId="e5ed79da-d858-46d4-9eed-a7a24903f2de" providerId="ADAL" clId="{6CF5D3DD-A8C4-4611-8099-4AEB2E976A2E}" dt="2026-06-07T11:02:42.787" v="3024"/>
          <ac:inkMkLst>
            <pc:docMk/>
            <pc:sldMk cId="1993136139" sldId="913"/>
            <ac:inkMk id="7" creationId="{AD3C79AF-471C-039B-A176-9E363C76538E}"/>
          </ac:inkMkLst>
        </pc:inkChg>
        <pc:inkChg chg="add mod">
          <ac:chgData name="Al Friend" userId="e5ed79da-d858-46d4-9eed-a7a24903f2de" providerId="ADAL" clId="{6CF5D3DD-A8C4-4611-8099-4AEB2E976A2E}" dt="2026-06-07T11:03:02.816" v="3041"/>
          <ac:inkMkLst>
            <pc:docMk/>
            <pc:sldMk cId="1993136139" sldId="913"/>
            <ac:inkMk id="8" creationId="{A32C8AA7-CA57-EB92-FEF9-337E544C1644}"/>
          </ac:inkMkLst>
        </pc:inkChg>
        <pc:inkChg chg="add mod">
          <ac:chgData name="Al Friend" userId="e5ed79da-d858-46d4-9eed-a7a24903f2de" providerId="ADAL" clId="{6CF5D3DD-A8C4-4611-8099-4AEB2E976A2E}" dt="2026-06-07T11:02:36.918" v="3010"/>
          <ac:inkMkLst>
            <pc:docMk/>
            <pc:sldMk cId="1993136139" sldId="913"/>
            <ac:inkMk id="9" creationId="{11F6EA08-74D8-3EFA-2D83-D66BACF9D541}"/>
          </ac:inkMkLst>
        </pc:inkChg>
        <pc:inkChg chg="add mod">
          <ac:chgData name="Al Friend" userId="e5ed79da-d858-46d4-9eed-a7a24903f2de" providerId="ADAL" clId="{6CF5D3DD-A8C4-4611-8099-4AEB2E976A2E}" dt="2026-06-07T11:03:12.653" v="3058"/>
          <ac:inkMkLst>
            <pc:docMk/>
            <pc:sldMk cId="1993136139" sldId="913"/>
            <ac:inkMk id="10" creationId="{9FFB25AE-7E39-05C3-45FE-BDCFEFDA49B3}"/>
          </ac:inkMkLst>
        </pc:inkChg>
        <pc:inkChg chg="add mod">
          <ac:chgData name="Al Friend" userId="e5ed79da-d858-46d4-9eed-a7a24903f2de" providerId="ADAL" clId="{6CF5D3DD-A8C4-4611-8099-4AEB2E976A2E}" dt="2026-06-07T11:03:02.816" v="3041"/>
          <ac:inkMkLst>
            <pc:docMk/>
            <pc:sldMk cId="1993136139" sldId="913"/>
            <ac:inkMk id="11" creationId="{32BE42EF-7854-DC65-8616-99CA0739D643}"/>
          </ac:inkMkLst>
        </pc:inkChg>
        <pc:inkChg chg="add mod">
          <ac:chgData name="Al Friend" userId="e5ed79da-d858-46d4-9eed-a7a24903f2de" providerId="ADAL" clId="{6CF5D3DD-A8C4-4611-8099-4AEB2E976A2E}" dt="2026-06-07T11:02:36.918" v="3010"/>
          <ac:inkMkLst>
            <pc:docMk/>
            <pc:sldMk cId="1993136139" sldId="913"/>
            <ac:inkMk id="12" creationId="{BB4A529B-4000-C78F-9C7F-362EC2ADD110}"/>
          </ac:inkMkLst>
        </pc:inkChg>
        <pc:inkChg chg="add">
          <ac:chgData name="Al Friend" userId="e5ed79da-d858-46d4-9eed-a7a24903f2de" providerId="ADAL" clId="{6CF5D3DD-A8C4-4611-8099-4AEB2E976A2E}" dt="2026-06-07T11:02:37.841" v="3011" actId="9405"/>
          <ac:inkMkLst>
            <pc:docMk/>
            <pc:sldMk cId="1993136139" sldId="913"/>
            <ac:inkMk id="14" creationId="{30696E80-E467-7F4E-D4A4-A2C85C5AA4AE}"/>
          </ac:inkMkLst>
        </pc:inkChg>
        <pc:inkChg chg="add mod">
          <ac:chgData name="Al Friend" userId="e5ed79da-d858-46d4-9eed-a7a24903f2de" providerId="ADAL" clId="{6CF5D3DD-A8C4-4611-8099-4AEB2E976A2E}" dt="2026-06-07T11:02:42.787" v="3024"/>
          <ac:inkMkLst>
            <pc:docMk/>
            <pc:sldMk cId="1993136139" sldId="913"/>
            <ac:inkMk id="15" creationId="{76A9986E-9D0C-FE12-A645-7A6FCB5FC4A8}"/>
          </ac:inkMkLst>
        </pc:inkChg>
        <pc:inkChg chg="add mod">
          <ac:chgData name="Al Friend" userId="e5ed79da-d858-46d4-9eed-a7a24903f2de" providerId="ADAL" clId="{6CF5D3DD-A8C4-4611-8099-4AEB2E976A2E}" dt="2026-06-07T11:02:42.787" v="3024"/>
          <ac:inkMkLst>
            <pc:docMk/>
            <pc:sldMk cId="1993136139" sldId="913"/>
            <ac:inkMk id="16" creationId="{AEF3D0CA-D8ED-865F-46F0-7DF686C3775C}"/>
          </ac:inkMkLst>
        </pc:inkChg>
        <pc:inkChg chg="add mod">
          <ac:chgData name="Al Friend" userId="e5ed79da-d858-46d4-9eed-a7a24903f2de" providerId="ADAL" clId="{6CF5D3DD-A8C4-4611-8099-4AEB2E976A2E}" dt="2026-06-07T11:03:02.816" v="3041"/>
          <ac:inkMkLst>
            <pc:docMk/>
            <pc:sldMk cId="1993136139" sldId="913"/>
            <ac:inkMk id="17" creationId="{73243DB3-5DCC-6ED3-83C5-96E5E0696E00}"/>
          </ac:inkMkLst>
        </pc:inkChg>
        <pc:inkChg chg="add mod">
          <ac:chgData name="Al Friend" userId="e5ed79da-d858-46d4-9eed-a7a24903f2de" providerId="ADAL" clId="{6CF5D3DD-A8C4-4611-8099-4AEB2E976A2E}" dt="2026-06-07T11:03:12.653" v="3058"/>
          <ac:inkMkLst>
            <pc:docMk/>
            <pc:sldMk cId="1993136139" sldId="913"/>
            <ac:inkMk id="18" creationId="{37A57195-D72B-E50B-6175-C3B6C7FA1742}"/>
          </ac:inkMkLst>
        </pc:inkChg>
        <pc:inkChg chg="add">
          <ac:chgData name="Al Friend" userId="e5ed79da-d858-46d4-9eed-a7a24903f2de" providerId="ADAL" clId="{6CF5D3DD-A8C4-4611-8099-4AEB2E976A2E}" dt="2026-06-07T11:02:40.261" v="3016" actId="9405"/>
          <ac:inkMkLst>
            <pc:docMk/>
            <pc:sldMk cId="1993136139" sldId="913"/>
            <ac:inkMk id="19" creationId="{1BF34E66-9594-5F84-9FCA-3D8764FF2D5D}"/>
          </ac:inkMkLst>
        </pc:inkChg>
        <pc:inkChg chg="add mod">
          <ac:chgData name="Al Friend" userId="e5ed79da-d858-46d4-9eed-a7a24903f2de" providerId="ADAL" clId="{6CF5D3DD-A8C4-4611-8099-4AEB2E976A2E}" dt="2026-06-07T11:03:02.816" v="3041"/>
          <ac:inkMkLst>
            <pc:docMk/>
            <pc:sldMk cId="1993136139" sldId="913"/>
            <ac:inkMk id="20" creationId="{7F63C540-D6A2-3C79-285E-A524AE4CA436}"/>
          </ac:inkMkLst>
        </pc:inkChg>
        <pc:inkChg chg="add">
          <ac:chgData name="Al Friend" userId="e5ed79da-d858-46d4-9eed-a7a24903f2de" providerId="ADAL" clId="{6CF5D3DD-A8C4-4611-8099-4AEB2E976A2E}" dt="2026-06-07T11:02:40.687" v="3018" actId="9405"/>
          <ac:inkMkLst>
            <pc:docMk/>
            <pc:sldMk cId="1993136139" sldId="913"/>
            <ac:inkMk id="21" creationId="{C0B07C7E-FB5C-A256-A33B-99112FA6A0CF}"/>
          </ac:inkMkLst>
        </pc:inkChg>
        <pc:inkChg chg="add mod">
          <ac:chgData name="Al Friend" userId="e5ed79da-d858-46d4-9eed-a7a24903f2de" providerId="ADAL" clId="{6CF5D3DD-A8C4-4611-8099-4AEB2E976A2E}" dt="2026-06-07T11:03:02.816" v="3041"/>
          <ac:inkMkLst>
            <pc:docMk/>
            <pc:sldMk cId="1993136139" sldId="913"/>
            <ac:inkMk id="22" creationId="{2EBE824B-913D-7C12-875B-886CBB55E10A}"/>
          </ac:inkMkLst>
        </pc:inkChg>
        <pc:inkChg chg="add mod">
          <ac:chgData name="Al Friend" userId="e5ed79da-d858-46d4-9eed-a7a24903f2de" providerId="ADAL" clId="{6CF5D3DD-A8C4-4611-8099-4AEB2E976A2E}" dt="2026-06-07T11:03:12.653" v="3058"/>
          <ac:inkMkLst>
            <pc:docMk/>
            <pc:sldMk cId="1993136139" sldId="913"/>
            <ac:inkMk id="23" creationId="{284F5325-7D54-849D-05D7-E6118D629C68}"/>
          </ac:inkMkLst>
        </pc:inkChg>
        <pc:inkChg chg="add">
          <ac:chgData name="Al Friend" userId="e5ed79da-d858-46d4-9eed-a7a24903f2de" providerId="ADAL" clId="{6CF5D3DD-A8C4-4611-8099-4AEB2E976A2E}" dt="2026-06-07T11:02:41.548" v="3021" actId="9405"/>
          <ac:inkMkLst>
            <pc:docMk/>
            <pc:sldMk cId="1993136139" sldId="913"/>
            <ac:inkMk id="24" creationId="{AECC1B4C-0755-FB22-43FC-29E1C21CCD6F}"/>
          </ac:inkMkLst>
        </pc:inkChg>
        <pc:inkChg chg="add mod">
          <ac:chgData name="Al Friend" userId="e5ed79da-d858-46d4-9eed-a7a24903f2de" providerId="ADAL" clId="{6CF5D3DD-A8C4-4611-8099-4AEB2E976A2E}" dt="2026-06-07T11:03:12.653" v="3058"/>
          <ac:inkMkLst>
            <pc:docMk/>
            <pc:sldMk cId="1993136139" sldId="913"/>
            <ac:inkMk id="25" creationId="{CF562594-32FF-33FF-3F89-93848B8F17B1}"/>
          </ac:inkMkLst>
        </pc:inkChg>
        <pc:inkChg chg="add mod">
          <ac:chgData name="Al Friend" userId="e5ed79da-d858-46d4-9eed-a7a24903f2de" providerId="ADAL" clId="{6CF5D3DD-A8C4-4611-8099-4AEB2E976A2E}" dt="2026-06-07T11:02:42.787" v="3024"/>
          <ac:inkMkLst>
            <pc:docMk/>
            <pc:sldMk cId="1993136139" sldId="913"/>
            <ac:inkMk id="26" creationId="{FC177D66-6BCA-946B-B274-EF97F09B3855}"/>
          </ac:inkMkLst>
        </pc:inkChg>
        <pc:inkChg chg="add mod">
          <ac:chgData name="Al Friend" userId="e5ed79da-d858-46d4-9eed-a7a24903f2de" providerId="ADAL" clId="{6CF5D3DD-A8C4-4611-8099-4AEB2E976A2E}" dt="2026-06-07T11:02:45.511" v="3030"/>
          <ac:inkMkLst>
            <pc:docMk/>
            <pc:sldMk cId="1993136139" sldId="913"/>
            <ac:inkMk id="29" creationId="{DE7C1918-5F61-1533-93EC-54415230378A}"/>
          </ac:inkMkLst>
        </pc:inkChg>
        <pc:inkChg chg="add mod">
          <ac:chgData name="Al Friend" userId="e5ed79da-d858-46d4-9eed-a7a24903f2de" providerId="ADAL" clId="{6CF5D3DD-A8C4-4611-8099-4AEB2E976A2E}" dt="2026-06-07T11:02:45.511" v="3030"/>
          <ac:inkMkLst>
            <pc:docMk/>
            <pc:sldMk cId="1993136139" sldId="913"/>
            <ac:inkMk id="30" creationId="{C5C69930-FCB5-8A95-5D7C-B4028F449A3B}"/>
          </ac:inkMkLst>
        </pc:inkChg>
        <pc:inkChg chg="add mod">
          <ac:chgData name="Al Friend" userId="e5ed79da-d858-46d4-9eed-a7a24903f2de" providerId="ADAL" clId="{6CF5D3DD-A8C4-4611-8099-4AEB2E976A2E}" dt="2026-06-07T11:02:45.511" v="3030"/>
          <ac:inkMkLst>
            <pc:docMk/>
            <pc:sldMk cId="1993136139" sldId="913"/>
            <ac:inkMk id="31" creationId="{0E86CDE8-85B6-A8C8-17E1-90E8CAA25CA0}"/>
          </ac:inkMkLst>
        </pc:inkChg>
        <pc:inkChg chg="add mod">
          <ac:chgData name="Al Friend" userId="e5ed79da-d858-46d4-9eed-a7a24903f2de" providerId="ADAL" clId="{6CF5D3DD-A8C4-4611-8099-4AEB2E976A2E}" dt="2026-06-07T11:02:45.511" v="3030"/>
          <ac:inkMkLst>
            <pc:docMk/>
            <pc:sldMk cId="1993136139" sldId="913"/>
            <ac:inkMk id="32" creationId="{124487A5-88BE-0A36-5D14-EF792D0C7FD2}"/>
          </ac:inkMkLst>
        </pc:inkChg>
        <pc:inkChg chg="add mod">
          <ac:chgData name="Al Friend" userId="e5ed79da-d858-46d4-9eed-a7a24903f2de" providerId="ADAL" clId="{6CF5D3DD-A8C4-4611-8099-4AEB2E976A2E}" dt="2026-06-07T11:03:12.653" v="3058"/>
          <ac:inkMkLst>
            <pc:docMk/>
            <pc:sldMk cId="1993136139" sldId="913"/>
            <ac:inkMk id="33" creationId="{A16A9589-B4D8-50A2-1106-3C3C823702F0}"/>
          </ac:inkMkLst>
        </pc:inkChg>
        <pc:inkChg chg="add">
          <ac:chgData name="Al Friend" userId="e5ed79da-d858-46d4-9eed-a7a24903f2de" providerId="ADAL" clId="{6CF5D3DD-A8C4-4611-8099-4AEB2E976A2E}" dt="2026-06-07T11:02:58.325" v="3031" actId="9405"/>
          <ac:inkMkLst>
            <pc:docMk/>
            <pc:sldMk cId="1993136139" sldId="913"/>
            <ac:inkMk id="35" creationId="{00E4A204-D8F3-0FCB-196F-9B4AA94D6BDF}"/>
          </ac:inkMkLst>
        </pc:inkChg>
        <pc:inkChg chg="add">
          <ac:chgData name="Al Friend" userId="e5ed79da-d858-46d4-9eed-a7a24903f2de" providerId="ADAL" clId="{6CF5D3DD-A8C4-4611-8099-4AEB2E976A2E}" dt="2026-06-07T11:02:59.349" v="3032" actId="9405"/>
          <ac:inkMkLst>
            <pc:docMk/>
            <pc:sldMk cId="1993136139" sldId="913"/>
            <ac:inkMk id="36" creationId="{C1A38D27-2C94-37DC-A9DB-A4ACE730A684}"/>
          </ac:inkMkLst>
        </pc:inkChg>
        <pc:inkChg chg="add mod">
          <ac:chgData name="Al Friend" userId="e5ed79da-d858-46d4-9eed-a7a24903f2de" providerId="ADAL" clId="{6CF5D3DD-A8C4-4611-8099-4AEB2E976A2E}" dt="2026-06-07T11:03:12.653" v="3058"/>
          <ac:inkMkLst>
            <pc:docMk/>
            <pc:sldMk cId="1993136139" sldId="913"/>
            <ac:inkMk id="37" creationId="{4BE75388-874F-2D16-4ED2-18700EC15C10}"/>
          </ac:inkMkLst>
        </pc:inkChg>
        <pc:inkChg chg="add">
          <ac:chgData name="Al Friend" userId="e5ed79da-d858-46d4-9eed-a7a24903f2de" providerId="ADAL" clId="{6CF5D3DD-A8C4-4611-8099-4AEB2E976A2E}" dt="2026-06-07T11:02:59.718" v="3034" actId="9405"/>
          <ac:inkMkLst>
            <pc:docMk/>
            <pc:sldMk cId="1993136139" sldId="913"/>
            <ac:inkMk id="38" creationId="{BD75A5B6-A68C-E62E-EEED-DB891F7B6A92}"/>
          </ac:inkMkLst>
        </pc:inkChg>
        <pc:inkChg chg="add">
          <ac:chgData name="Al Friend" userId="e5ed79da-d858-46d4-9eed-a7a24903f2de" providerId="ADAL" clId="{6CF5D3DD-A8C4-4611-8099-4AEB2E976A2E}" dt="2026-06-07T11:03:00.221" v="3035" actId="9405"/>
          <ac:inkMkLst>
            <pc:docMk/>
            <pc:sldMk cId="1993136139" sldId="913"/>
            <ac:inkMk id="39" creationId="{5C7BA7CA-330C-3D67-5518-534E003DA802}"/>
          </ac:inkMkLst>
        </pc:inkChg>
        <pc:inkChg chg="add mod">
          <ac:chgData name="Al Friend" userId="e5ed79da-d858-46d4-9eed-a7a24903f2de" providerId="ADAL" clId="{6CF5D3DD-A8C4-4611-8099-4AEB2E976A2E}" dt="2026-06-07T11:03:02.816" v="3041"/>
          <ac:inkMkLst>
            <pc:docMk/>
            <pc:sldMk cId="1993136139" sldId="913"/>
            <ac:inkMk id="40" creationId="{47B52124-A34F-2228-4CC5-7A9BA1DF8DA4}"/>
          </ac:inkMkLst>
        </pc:inkChg>
        <pc:inkChg chg="add">
          <ac:chgData name="Al Friend" userId="e5ed79da-d858-46d4-9eed-a7a24903f2de" providerId="ADAL" clId="{6CF5D3DD-A8C4-4611-8099-4AEB2E976A2E}" dt="2026-06-07T11:03:01.137" v="3037" actId="9405"/>
          <ac:inkMkLst>
            <pc:docMk/>
            <pc:sldMk cId="1993136139" sldId="913"/>
            <ac:inkMk id="41" creationId="{4F8D5F3E-F664-8459-0471-CC20A5165F95}"/>
          </ac:inkMkLst>
        </pc:inkChg>
        <pc:inkChg chg="add mod">
          <ac:chgData name="Al Friend" userId="e5ed79da-d858-46d4-9eed-a7a24903f2de" providerId="ADAL" clId="{6CF5D3DD-A8C4-4611-8099-4AEB2E976A2E}" dt="2026-06-07T11:03:12.653" v="3058"/>
          <ac:inkMkLst>
            <pc:docMk/>
            <pc:sldMk cId="1993136139" sldId="913"/>
            <ac:inkMk id="42" creationId="{B2A4F223-A735-0A2C-812A-AE281648012C}"/>
          </ac:inkMkLst>
        </pc:inkChg>
        <pc:inkChg chg="add mod">
          <ac:chgData name="Al Friend" userId="e5ed79da-d858-46d4-9eed-a7a24903f2de" providerId="ADAL" clId="{6CF5D3DD-A8C4-4611-8099-4AEB2E976A2E}" dt="2026-06-07T11:03:12.653" v="3058"/>
          <ac:inkMkLst>
            <pc:docMk/>
            <pc:sldMk cId="1993136139" sldId="913"/>
            <ac:inkMk id="43" creationId="{2B3817E9-B9FD-EE97-0191-F6CEECB359E0}"/>
          </ac:inkMkLst>
        </pc:inkChg>
        <pc:inkChg chg="add">
          <ac:chgData name="Al Friend" userId="e5ed79da-d858-46d4-9eed-a7a24903f2de" providerId="ADAL" clId="{6CF5D3DD-A8C4-4611-8099-4AEB2E976A2E}" dt="2026-06-07T11:03:01.809" v="3040" actId="9405"/>
          <ac:inkMkLst>
            <pc:docMk/>
            <pc:sldMk cId="1993136139" sldId="913"/>
            <ac:inkMk id="44" creationId="{93D98E79-DA42-5C53-E0C3-67C13066EF27}"/>
          </ac:inkMkLst>
        </pc:inkChg>
        <pc:inkChg chg="add">
          <ac:chgData name="Al Friend" userId="e5ed79da-d858-46d4-9eed-a7a24903f2de" providerId="ADAL" clId="{6CF5D3DD-A8C4-4611-8099-4AEB2E976A2E}" dt="2026-06-07T11:03:05.667" v="3042" actId="9405"/>
          <ac:inkMkLst>
            <pc:docMk/>
            <pc:sldMk cId="1993136139" sldId="913"/>
            <ac:inkMk id="46" creationId="{201FCFB7-234C-8E9D-F47B-193FD09BFCB8}"/>
          </ac:inkMkLst>
        </pc:inkChg>
        <pc:inkChg chg="add">
          <ac:chgData name="Al Friend" userId="e5ed79da-d858-46d4-9eed-a7a24903f2de" providerId="ADAL" clId="{6CF5D3DD-A8C4-4611-8099-4AEB2E976A2E}" dt="2026-06-07T11:03:06.036" v="3043" actId="9405"/>
          <ac:inkMkLst>
            <pc:docMk/>
            <pc:sldMk cId="1993136139" sldId="913"/>
            <ac:inkMk id="47" creationId="{E38F9C0D-A884-AD42-7D12-122453DBA64F}"/>
          </ac:inkMkLst>
        </pc:inkChg>
        <pc:inkChg chg="add">
          <ac:chgData name="Al Friend" userId="e5ed79da-d858-46d4-9eed-a7a24903f2de" providerId="ADAL" clId="{6CF5D3DD-A8C4-4611-8099-4AEB2E976A2E}" dt="2026-06-07T11:03:06.440" v="3044" actId="9405"/>
          <ac:inkMkLst>
            <pc:docMk/>
            <pc:sldMk cId="1993136139" sldId="913"/>
            <ac:inkMk id="48" creationId="{C5A7DF01-1CC0-4BF5-B045-DFEBAD0007D0}"/>
          </ac:inkMkLst>
        </pc:inkChg>
        <pc:inkChg chg="add">
          <ac:chgData name="Al Friend" userId="e5ed79da-d858-46d4-9eed-a7a24903f2de" providerId="ADAL" clId="{6CF5D3DD-A8C4-4611-8099-4AEB2E976A2E}" dt="2026-06-07T11:03:06.679" v="3045" actId="9405"/>
          <ac:inkMkLst>
            <pc:docMk/>
            <pc:sldMk cId="1993136139" sldId="913"/>
            <ac:inkMk id="49" creationId="{154AD999-85CD-F261-8113-77C2DE7ED46C}"/>
          </ac:inkMkLst>
        </pc:inkChg>
        <pc:inkChg chg="add">
          <ac:chgData name="Al Friend" userId="e5ed79da-d858-46d4-9eed-a7a24903f2de" providerId="ADAL" clId="{6CF5D3DD-A8C4-4611-8099-4AEB2E976A2E}" dt="2026-06-07T11:03:07.314" v="3046" actId="9405"/>
          <ac:inkMkLst>
            <pc:docMk/>
            <pc:sldMk cId="1993136139" sldId="913"/>
            <ac:inkMk id="50" creationId="{15A12B45-2FD9-F2BE-A634-D62A10E07AAB}"/>
          </ac:inkMkLst>
        </pc:inkChg>
        <pc:inkChg chg="add">
          <ac:chgData name="Al Friend" userId="e5ed79da-d858-46d4-9eed-a7a24903f2de" providerId="ADAL" clId="{6CF5D3DD-A8C4-4611-8099-4AEB2E976A2E}" dt="2026-06-07T11:03:07.529" v="3047" actId="9405"/>
          <ac:inkMkLst>
            <pc:docMk/>
            <pc:sldMk cId="1993136139" sldId="913"/>
            <ac:inkMk id="51" creationId="{880CFA69-D147-84C9-FEFB-5A05E6DE3BA3}"/>
          </ac:inkMkLst>
        </pc:inkChg>
        <pc:inkChg chg="add">
          <ac:chgData name="Al Friend" userId="e5ed79da-d858-46d4-9eed-a7a24903f2de" providerId="ADAL" clId="{6CF5D3DD-A8C4-4611-8099-4AEB2E976A2E}" dt="2026-06-07T11:03:07.812" v="3048" actId="9405"/>
          <ac:inkMkLst>
            <pc:docMk/>
            <pc:sldMk cId="1993136139" sldId="913"/>
            <ac:inkMk id="52" creationId="{0ECA7DCD-8F99-FFFA-1A9A-F96B5BD81754}"/>
          </ac:inkMkLst>
        </pc:inkChg>
        <pc:inkChg chg="add">
          <ac:chgData name="Al Friend" userId="e5ed79da-d858-46d4-9eed-a7a24903f2de" providerId="ADAL" clId="{6CF5D3DD-A8C4-4611-8099-4AEB2E976A2E}" dt="2026-06-07T11:03:08.030" v="3049" actId="9405"/>
          <ac:inkMkLst>
            <pc:docMk/>
            <pc:sldMk cId="1993136139" sldId="913"/>
            <ac:inkMk id="53" creationId="{C2B2D6D8-CDE1-415C-A377-2FA1F6C585E8}"/>
          </ac:inkMkLst>
        </pc:inkChg>
        <pc:inkChg chg="add">
          <ac:chgData name="Al Friend" userId="e5ed79da-d858-46d4-9eed-a7a24903f2de" providerId="ADAL" clId="{6CF5D3DD-A8C4-4611-8099-4AEB2E976A2E}" dt="2026-06-07T11:03:08.272" v="3050" actId="9405"/>
          <ac:inkMkLst>
            <pc:docMk/>
            <pc:sldMk cId="1993136139" sldId="913"/>
            <ac:inkMk id="54" creationId="{86F6597D-6603-87D6-6684-08080B00E629}"/>
          </ac:inkMkLst>
        </pc:inkChg>
        <pc:inkChg chg="add">
          <ac:chgData name="Al Friend" userId="e5ed79da-d858-46d4-9eed-a7a24903f2de" providerId="ADAL" clId="{6CF5D3DD-A8C4-4611-8099-4AEB2E976A2E}" dt="2026-06-07T11:03:08.840" v="3051" actId="9405"/>
          <ac:inkMkLst>
            <pc:docMk/>
            <pc:sldMk cId="1993136139" sldId="913"/>
            <ac:inkMk id="55" creationId="{57095803-8AA4-1644-38CC-31F6DB9DDFCC}"/>
          </ac:inkMkLst>
        </pc:inkChg>
        <pc:inkChg chg="add">
          <ac:chgData name="Al Friend" userId="e5ed79da-d858-46d4-9eed-a7a24903f2de" providerId="ADAL" clId="{6CF5D3DD-A8C4-4611-8099-4AEB2E976A2E}" dt="2026-06-07T11:03:09.592" v="3052" actId="9405"/>
          <ac:inkMkLst>
            <pc:docMk/>
            <pc:sldMk cId="1993136139" sldId="913"/>
            <ac:inkMk id="56" creationId="{8839DEB9-5B24-1170-2F38-EA6064FD79C5}"/>
          </ac:inkMkLst>
        </pc:inkChg>
        <pc:inkChg chg="add">
          <ac:chgData name="Al Friend" userId="e5ed79da-d858-46d4-9eed-a7a24903f2de" providerId="ADAL" clId="{6CF5D3DD-A8C4-4611-8099-4AEB2E976A2E}" dt="2026-06-07T11:03:09.933" v="3053" actId="9405"/>
          <ac:inkMkLst>
            <pc:docMk/>
            <pc:sldMk cId="1993136139" sldId="913"/>
            <ac:inkMk id="57" creationId="{EB4B8CFE-D1D4-FC0B-80BE-59C665C99FD3}"/>
          </ac:inkMkLst>
        </pc:inkChg>
        <pc:inkChg chg="add">
          <ac:chgData name="Al Friend" userId="e5ed79da-d858-46d4-9eed-a7a24903f2de" providerId="ADAL" clId="{6CF5D3DD-A8C4-4611-8099-4AEB2E976A2E}" dt="2026-06-07T11:03:10.431" v="3054" actId="9405"/>
          <ac:inkMkLst>
            <pc:docMk/>
            <pc:sldMk cId="1993136139" sldId="913"/>
            <ac:inkMk id="58" creationId="{89C9ACFD-28EA-DF40-B611-1C7F087D424A}"/>
          </ac:inkMkLst>
        </pc:inkChg>
        <pc:inkChg chg="add">
          <ac:chgData name="Al Friend" userId="e5ed79da-d858-46d4-9eed-a7a24903f2de" providerId="ADAL" clId="{6CF5D3DD-A8C4-4611-8099-4AEB2E976A2E}" dt="2026-06-07T11:03:10.799" v="3055" actId="9405"/>
          <ac:inkMkLst>
            <pc:docMk/>
            <pc:sldMk cId="1993136139" sldId="913"/>
            <ac:inkMk id="59" creationId="{87987BD1-60A2-E797-7B80-77A07A78502F}"/>
          </ac:inkMkLst>
        </pc:inkChg>
        <pc:inkChg chg="add">
          <ac:chgData name="Al Friend" userId="e5ed79da-d858-46d4-9eed-a7a24903f2de" providerId="ADAL" clId="{6CF5D3DD-A8C4-4611-8099-4AEB2E976A2E}" dt="2026-06-07T11:03:11.359" v="3056" actId="9405"/>
          <ac:inkMkLst>
            <pc:docMk/>
            <pc:sldMk cId="1993136139" sldId="913"/>
            <ac:inkMk id="60" creationId="{F7DDADC2-B9AA-54BC-C6F2-2898D4095B93}"/>
          </ac:inkMkLst>
        </pc:inkChg>
        <pc:inkChg chg="add">
          <ac:chgData name="Al Friend" userId="e5ed79da-d858-46d4-9eed-a7a24903f2de" providerId="ADAL" clId="{6CF5D3DD-A8C4-4611-8099-4AEB2E976A2E}" dt="2026-06-07T11:03:11.631" v="3057" actId="9405"/>
          <ac:inkMkLst>
            <pc:docMk/>
            <pc:sldMk cId="1993136139" sldId="913"/>
            <ac:inkMk id="61" creationId="{43148399-AE1F-FE07-A2A8-85010A518C8D}"/>
          </ac:inkMkLst>
        </pc:inkChg>
      </pc:sldChg>
      <pc:sldChg chg="modSp add mod">
        <pc:chgData name="Al Friend" userId="e5ed79da-d858-46d4-9eed-a7a24903f2de" providerId="ADAL" clId="{6CF5D3DD-A8C4-4611-8099-4AEB2E976A2E}" dt="2026-06-07T11:15:14.349" v="3166" actId="20577"/>
        <pc:sldMkLst>
          <pc:docMk/>
          <pc:sldMk cId="328691214" sldId="914"/>
        </pc:sldMkLst>
        <pc:spChg chg="mod">
          <ac:chgData name="Al Friend" userId="e5ed79da-d858-46d4-9eed-a7a24903f2de" providerId="ADAL" clId="{6CF5D3DD-A8C4-4611-8099-4AEB2E976A2E}" dt="2026-06-07T11:09:49.644" v="3073" actId="20577"/>
          <ac:spMkLst>
            <pc:docMk/>
            <pc:sldMk cId="328691214" sldId="914"/>
            <ac:spMk id="2" creationId="{07B3EEAD-D8B4-6543-A5B8-65C5AFB935EF}"/>
          </ac:spMkLst>
        </pc:spChg>
        <pc:spChg chg="mod">
          <ac:chgData name="Al Friend" userId="e5ed79da-d858-46d4-9eed-a7a24903f2de" providerId="ADAL" clId="{6CF5D3DD-A8C4-4611-8099-4AEB2E976A2E}" dt="2026-06-07T11:15:14.349" v="3166" actId="20577"/>
          <ac:spMkLst>
            <pc:docMk/>
            <pc:sldMk cId="328691214" sldId="914"/>
            <ac:spMk id="3" creationId="{9AC05C8C-ABB4-EDC5-0B69-CC450BAB34D6}"/>
          </ac:spMkLst>
        </pc:spChg>
      </pc:sldChg>
      <pc:sldChg chg="addSp delSp modSp new mod ord">
        <pc:chgData name="Al Friend" userId="e5ed79da-d858-46d4-9eed-a7a24903f2de" providerId="ADAL" clId="{6CF5D3DD-A8C4-4611-8099-4AEB2E976A2E}" dt="2026-06-07T11:13:50.637" v="3162"/>
        <pc:sldMkLst>
          <pc:docMk/>
          <pc:sldMk cId="1001794926" sldId="915"/>
        </pc:sldMkLst>
        <pc:spChg chg="mod">
          <ac:chgData name="Al Friend" userId="e5ed79da-d858-46d4-9eed-a7a24903f2de" providerId="ADAL" clId="{6CF5D3DD-A8C4-4611-8099-4AEB2E976A2E}" dt="2026-06-07T11:11:27.829" v="3109" actId="20577"/>
          <ac:spMkLst>
            <pc:docMk/>
            <pc:sldMk cId="1001794926" sldId="915"/>
            <ac:spMk id="2" creationId="{4BF1B04C-C5ED-1401-E0A0-74A1C77DDBEF}"/>
          </ac:spMkLst>
        </pc:spChg>
        <pc:spChg chg="del">
          <ac:chgData name="Al Friend" userId="e5ed79da-d858-46d4-9eed-a7a24903f2de" providerId="ADAL" clId="{6CF5D3DD-A8C4-4611-8099-4AEB2E976A2E}" dt="2026-06-07T11:10:25.710" v="3078" actId="22"/>
          <ac:spMkLst>
            <pc:docMk/>
            <pc:sldMk cId="1001794926" sldId="915"/>
            <ac:spMk id="3" creationId="{199A5027-F1B2-F05A-45F3-F70366FA76E4}"/>
          </ac:spMkLst>
        </pc:spChg>
        <pc:spChg chg="add del mod">
          <ac:chgData name="Al Friend" userId="e5ed79da-d858-46d4-9eed-a7a24903f2de" providerId="ADAL" clId="{6CF5D3DD-A8C4-4611-8099-4AEB2E976A2E}" dt="2026-06-07T11:11:03.216" v="3086" actId="22"/>
          <ac:spMkLst>
            <pc:docMk/>
            <pc:sldMk cId="1001794926" sldId="915"/>
            <ac:spMk id="7" creationId="{381ACB98-D3AE-423B-114F-45ADA39039CB}"/>
          </ac:spMkLst>
        </pc:spChg>
        <pc:grpChg chg="del mod">
          <ac:chgData name="Al Friend" userId="e5ed79da-d858-46d4-9eed-a7a24903f2de" providerId="ADAL" clId="{6CF5D3DD-A8C4-4611-8099-4AEB2E976A2E}" dt="2026-06-07T11:13:29.752" v="3122"/>
          <ac:grpSpMkLst>
            <pc:docMk/>
            <pc:sldMk cId="1001794926" sldId="915"/>
            <ac:grpSpMk id="12" creationId="{C91152CE-16F1-74AE-1B18-2AD3815419DB}"/>
          </ac:grpSpMkLst>
        </pc:grpChg>
        <pc:grpChg chg="del mod">
          <ac:chgData name="Al Friend" userId="e5ed79da-d858-46d4-9eed-a7a24903f2de" providerId="ADAL" clId="{6CF5D3DD-A8C4-4611-8099-4AEB2E976A2E}" dt="2026-06-07T11:13:50.637" v="3162"/>
          <ac:grpSpMkLst>
            <pc:docMk/>
            <pc:sldMk cId="1001794926" sldId="915"/>
            <ac:grpSpMk id="22" creationId="{97B6C2E5-0575-D686-D57E-BA6E13744586}"/>
          </ac:grpSpMkLst>
        </pc:grpChg>
        <pc:grpChg chg="mod">
          <ac:chgData name="Al Friend" userId="e5ed79da-d858-46d4-9eed-a7a24903f2de" providerId="ADAL" clId="{6CF5D3DD-A8C4-4611-8099-4AEB2E976A2E}" dt="2026-06-07T11:13:33.453" v="3130"/>
          <ac:grpSpMkLst>
            <pc:docMk/>
            <pc:sldMk cId="1001794926" sldId="915"/>
            <ac:grpSpMk id="30" creationId="{031DF05D-5369-48F9-D8F5-6A0CD1CC71AA}"/>
          </ac:grpSpMkLst>
        </pc:grpChg>
        <pc:grpChg chg="mod">
          <ac:chgData name="Al Friend" userId="e5ed79da-d858-46d4-9eed-a7a24903f2de" providerId="ADAL" clId="{6CF5D3DD-A8C4-4611-8099-4AEB2E976A2E}" dt="2026-06-07T11:13:36.956" v="3137"/>
          <ac:grpSpMkLst>
            <pc:docMk/>
            <pc:sldMk cId="1001794926" sldId="915"/>
            <ac:grpSpMk id="37" creationId="{A090EFBD-9EC2-59DE-9779-FA77FFC3B885}"/>
          </ac:grpSpMkLst>
        </pc:grpChg>
        <pc:grpChg chg="del mod">
          <ac:chgData name="Al Friend" userId="e5ed79da-d858-46d4-9eed-a7a24903f2de" providerId="ADAL" clId="{6CF5D3DD-A8C4-4611-8099-4AEB2E976A2E}" dt="2026-06-07T11:13:43.238" v="3157"/>
          <ac:grpSpMkLst>
            <pc:docMk/>
            <pc:sldMk cId="1001794926" sldId="915"/>
            <ac:grpSpMk id="42" creationId="{37CB32A3-A2D2-B1E9-33E0-F8FA69AD253F}"/>
          </ac:grpSpMkLst>
        </pc:grpChg>
        <pc:grpChg chg="mod">
          <ac:chgData name="Al Friend" userId="e5ed79da-d858-46d4-9eed-a7a24903f2de" providerId="ADAL" clId="{6CF5D3DD-A8C4-4611-8099-4AEB2E976A2E}" dt="2026-06-07T11:13:43.238" v="3157"/>
          <ac:grpSpMkLst>
            <pc:docMk/>
            <pc:sldMk cId="1001794926" sldId="915"/>
            <ac:grpSpMk id="57" creationId="{8314E5EF-5741-9F71-3461-9488E44D2172}"/>
          </ac:grpSpMkLst>
        </pc:grpChg>
        <pc:grpChg chg="mod">
          <ac:chgData name="Al Friend" userId="e5ed79da-d858-46d4-9eed-a7a24903f2de" providerId="ADAL" clId="{6CF5D3DD-A8C4-4611-8099-4AEB2E976A2E}" dt="2026-06-07T11:13:48.917" v="3160"/>
          <ac:grpSpMkLst>
            <pc:docMk/>
            <pc:sldMk cId="1001794926" sldId="915"/>
            <ac:grpSpMk id="60" creationId="{1CF6F2D4-62F7-7BAD-097A-6BCBD101693B}"/>
          </ac:grpSpMkLst>
        </pc:grpChg>
        <pc:grpChg chg="mod">
          <ac:chgData name="Al Friend" userId="e5ed79da-d858-46d4-9eed-a7a24903f2de" providerId="ADAL" clId="{6CF5D3DD-A8C4-4611-8099-4AEB2E976A2E}" dt="2026-06-07T11:13:50.637" v="3162"/>
          <ac:grpSpMkLst>
            <pc:docMk/>
            <pc:sldMk cId="1001794926" sldId="915"/>
            <ac:grpSpMk id="62" creationId="{23DF1BE7-CBB9-51A1-1636-BB371DFCD1DF}"/>
          </ac:grpSpMkLst>
        </pc:grpChg>
        <pc:picChg chg="add del mod ord">
          <ac:chgData name="Al Friend" userId="e5ed79da-d858-46d4-9eed-a7a24903f2de" providerId="ADAL" clId="{6CF5D3DD-A8C4-4611-8099-4AEB2E976A2E}" dt="2026-06-07T11:11:01.099" v="3085" actId="478"/>
          <ac:picMkLst>
            <pc:docMk/>
            <pc:sldMk cId="1001794926" sldId="915"/>
            <ac:picMk id="5" creationId="{C0986900-4316-ECD6-7A55-38D59DE62B88}"/>
          </ac:picMkLst>
        </pc:picChg>
        <pc:picChg chg="add mod ord">
          <ac:chgData name="Al Friend" userId="e5ed79da-d858-46d4-9eed-a7a24903f2de" providerId="ADAL" clId="{6CF5D3DD-A8C4-4611-8099-4AEB2E976A2E}" dt="2026-06-07T11:11:13.869" v="3091" actId="12788"/>
          <ac:picMkLst>
            <pc:docMk/>
            <pc:sldMk cId="1001794926" sldId="915"/>
            <ac:picMk id="9" creationId="{AF4E1C6C-D251-EF25-3106-4CEB7034659F}"/>
          </ac:picMkLst>
        </pc:picChg>
        <pc:inkChg chg="add mod">
          <ac:chgData name="Al Friend" userId="e5ed79da-d858-46d4-9eed-a7a24903f2de" providerId="ADAL" clId="{6CF5D3DD-A8C4-4611-8099-4AEB2E976A2E}" dt="2026-06-07T11:13:50.637" v="3162"/>
          <ac:inkMkLst>
            <pc:docMk/>
            <pc:sldMk cId="1001794926" sldId="915"/>
            <ac:inkMk id="10" creationId="{982D8F5C-C0F2-0C66-821A-BF91DEC5F28F}"/>
          </ac:inkMkLst>
        </pc:inkChg>
        <pc:inkChg chg="add mod">
          <ac:chgData name="Al Friend" userId="e5ed79da-d858-46d4-9eed-a7a24903f2de" providerId="ADAL" clId="{6CF5D3DD-A8C4-4611-8099-4AEB2E976A2E}" dt="2026-06-07T11:13:25.964" v="3112"/>
          <ac:inkMkLst>
            <pc:docMk/>
            <pc:sldMk cId="1001794926" sldId="915"/>
            <ac:inkMk id="11" creationId="{A7568632-AD8A-2317-30D1-0964C98C6A92}"/>
          </ac:inkMkLst>
        </pc:inkChg>
        <pc:inkChg chg="add mod">
          <ac:chgData name="Al Friend" userId="e5ed79da-d858-46d4-9eed-a7a24903f2de" providerId="ADAL" clId="{6CF5D3DD-A8C4-4611-8099-4AEB2E976A2E}" dt="2026-06-07T11:13:50.637" v="3162"/>
          <ac:inkMkLst>
            <pc:docMk/>
            <pc:sldMk cId="1001794926" sldId="915"/>
            <ac:inkMk id="13" creationId="{B8C2199A-3327-F2B2-3519-DB8891AB2ADF}"/>
          </ac:inkMkLst>
        </pc:inkChg>
        <pc:inkChg chg="add mod">
          <ac:chgData name="Al Friend" userId="e5ed79da-d858-46d4-9eed-a7a24903f2de" providerId="ADAL" clId="{6CF5D3DD-A8C4-4611-8099-4AEB2E976A2E}" dt="2026-06-07T11:13:50.637" v="3162"/>
          <ac:inkMkLst>
            <pc:docMk/>
            <pc:sldMk cId="1001794926" sldId="915"/>
            <ac:inkMk id="14" creationId="{33F32CFF-B005-02D7-56CC-76EA3C79B135}"/>
          </ac:inkMkLst>
        </pc:inkChg>
        <pc:inkChg chg="add mod">
          <ac:chgData name="Al Friend" userId="e5ed79da-d858-46d4-9eed-a7a24903f2de" providerId="ADAL" clId="{6CF5D3DD-A8C4-4611-8099-4AEB2E976A2E}" dt="2026-06-07T11:13:29.752" v="3122"/>
          <ac:inkMkLst>
            <pc:docMk/>
            <pc:sldMk cId="1001794926" sldId="915"/>
            <ac:inkMk id="15" creationId="{FEE50A18-056B-C9D4-C0C2-C7D428E79483}"/>
          </ac:inkMkLst>
        </pc:inkChg>
        <pc:inkChg chg="add">
          <ac:chgData name="Al Friend" userId="e5ed79da-d858-46d4-9eed-a7a24903f2de" providerId="ADAL" clId="{6CF5D3DD-A8C4-4611-8099-4AEB2E976A2E}" dt="2026-06-07T11:13:27.409" v="3116" actId="9405"/>
          <ac:inkMkLst>
            <pc:docMk/>
            <pc:sldMk cId="1001794926" sldId="915"/>
            <ac:inkMk id="16" creationId="{DFA0FCFB-F559-3686-A824-094DF984EA07}"/>
          </ac:inkMkLst>
        </pc:inkChg>
        <pc:inkChg chg="add mod">
          <ac:chgData name="Al Friend" userId="e5ed79da-d858-46d4-9eed-a7a24903f2de" providerId="ADAL" clId="{6CF5D3DD-A8C4-4611-8099-4AEB2E976A2E}" dt="2026-06-07T11:13:50.637" v="3162"/>
          <ac:inkMkLst>
            <pc:docMk/>
            <pc:sldMk cId="1001794926" sldId="915"/>
            <ac:inkMk id="17" creationId="{B688A3D2-4EED-BD77-F298-469F7EE8E3F6}"/>
          </ac:inkMkLst>
        </pc:inkChg>
        <pc:inkChg chg="add mod">
          <ac:chgData name="Al Friend" userId="e5ed79da-d858-46d4-9eed-a7a24903f2de" providerId="ADAL" clId="{6CF5D3DD-A8C4-4611-8099-4AEB2E976A2E}" dt="2026-06-07T11:13:50.637" v="3162"/>
          <ac:inkMkLst>
            <pc:docMk/>
            <pc:sldMk cId="1001794926" sldId="915"/>
            <ac:inkMk id="18" creationId="{06D89C18-DA02-AF09-1F73-1A7EE86FC3BB}"/>
          </ac:inkMkLst>
        </pc:inkChg>
        <pc:inkChg chg="add mod">
          <ac:chgData name="Al Friend" userId="e5ed79da-d858-46d4-9eed-a7a24903f2de" providerId="ADAL" clId="{6CF5D3DD-A8C4-4611-8099-4AEB2E976A2E}" dt="2026-06-07T11:13:50.637" v="3162"/>
          <ac:inkMkLst>
            <pc:docMk/>
            <pc:sldMk cId="1001794926" sldId="915"/>
            <ac:inkMk id="19" creationId="{A4D30322-06A3-CA61-E84C-841EFCA0D398}"/>
          </ac:inkMkLst>
        </pc:inkChg>
        <pc:inkChg chg="add">
          <ac:chgData name="Al Friend" userId="e5ed79da-d858-46d4-9eed-a7a24903f2de" providerId="ADAL" clId="{6CF5D3DD-A8C4-4611-8099-4AEB2E976A2E}" dt="2026-06-07T11:13:28.848" v="3120" actId="9405"/>
          <ac:inkMkLst>
            <pc:docMk/>
            <pc:sldMk cId="1001794926" sldId="915"/>
            <ac:inkMk id="20" creationId="{E9E262B7-4485-65AB-E8AD-AFF443F252ED}"/>
          </ac:inkMkLst>
        </pc:inkChg>
        <pc:inkChg chg="add mod">
          <ac:chgData name="Al Friend" userId="e5ed79da-d858-46d4-9eed-a7a24903f2de" providerId="ADAL" clId="{6CF5D3DD-A8C4-4611-8099-4AEB2E976A2E}" dt="2026-06-07T11:13:50.637" v="3162"/>
          <ac:inkMkLst>
            <pc:docMk/>
            <pc:sldMk cId="1001794926" sldId="915"/>
            <ac:inkMk id="21" creationId="{14D8F679-D28F-DDC9-6B24-9006977B2C8E}"/>
          </ac:inkMkLst>
        </pc:inkChg>
        <pc:inkChg chg="add mod">
          <ac:chgData name="Al Friend" userId="e5ed79da-d858-46d4-9eed-a7a24903f2de" providerId="ADAL" clId="{6CF5D3DD-A8C4-4611-8099-4AEB2E976A2E}" dt="2026-06-07T11:13:33.453" v="3130"/>
          <ac:inkMkLst>
            <pc:docMk/>
            <pc:sldMk cId="1001794926" sldId="915"/>
            <ac:inkMk id="23" creationId="{B35724F7-8895-E948-3512-506B7D5173AE}"/>
          </ac:inkMkLst>
        </pc:inkChg>
        <pc:inkChg chg="add mod">
          <ac:chgData name="Al Friend" userId="e5ed79da-d858-46d4-9eed-a7a24903f2de" providerId="ADAL" clId="{6CF5D3DD-A8C4-4611-8099-4AEB2E976A2E}" dt="2026-06-07T11:13:33.453" v="3130"/>
          <ac:inkMkLst>
            <pc:docMk/>
            <pc:sldMk cId="1001794926" sldId="915"/>
            <ac:inkMk id="24" creationId="{25FE708B-77BF-0B44-BA56-D1AF94561348}"/>
          </ac:inkMkLst>
        </pc:inkChg>
        <pc:inkChg chg="add mod">
          <ac:chgData name="Al Friend" userId="e5ed79da-d858-46d4-9eed-a7a24903f2de" providerId="ADAL" clId="{6CF5D3DD-A8C4-4611-8099-4AEB2E976A2E}" dt="2026-06-07T11:13:33.453" v="3130"/>
          <ac:inkMkLst>
            <pc:docMk/>
            <pc:sldMk cId="1001794926" sldId="915"/>
            <ac:inkMk id="25" creationId="{C8E13955-6EC5-B47B-5527-00EEA86E7991}"/>
          </ac:inkMkLst>
        </pc:inkChg>
        <pc:inkChg chg="add mod">
          <ac:chgData name="Al Friend" userId="e5ed79da-d858-46d4-9eed-a7a24903f2de" providerId="ADAL" clId="{6CF5D3DD-A8C4-4611-8099-4AEB2E976A2E}" dt="2026-06-07T11:13:33.453" v="3130"/>
          <ac:inkMkLst>
            <pc:docMk/>
            <pc:sldMk cId="1001794926" sldId="915"/>
            <ac:inkMk id="26" creationId="{7C46AAC6-B940-E29A-D2B4-8BE9A850FB15}"/>
          </ac:inkMkLst>
        </pc:inkChg>
        <pc:inkChg chg="add mod">
          <ac:chgData name="Al Friend" userId="e5ed79da-d858-46d4-9eed-a7a24903f2de" providerId="ADAL" clId="{6CF5D3DD-A8C4-4611-8099-4AEB2E976A2E}" dt="2026-06-07T11:13:33.453" v="3130"/>
          <ac:inkMkLst>
            <pc:docMk/>
            <pc:sldMk cId="1001794926" sldId="915"/>
            <ac:inkMk id="27" creationId="{1E326198-CDF7-798E-417F-B2D77241AD04}"/>
          </ac:inkMkLst>
        </pc:inkChg>
        <pc:inkChg chg="add mod">
          <ac:chgData name="Al Friend" userId="e5ed79da-d858-46d4-9eed-a7a24903f2de" providerId="ADAL" clId="{6CF5D3DD-A8C4-4611-8099-4AEB2E976A2E}" dt="2026-06-07T11:13:33.453" v="3130"/>
          <ac:inkMkLst>
            <pc:docMk/>
            <pc:sldMk cId="1001794926" sldId="915"/>
            <ac:inkMk id="28" creationId="{E726CF42-592A-4E2F-10C6-7B147D87D9D2}"/>
          </ac:inkMkLst>
        </pc:inkChg>
        <pc:inkChg chg="add mod">
          <ac:chgData name="Al Friend" userId="e5ed79da-d858-46d4-9eed-a7a24903f2de" providerId="ADAL" clId="{6CF5D3DD-A8C4-4611-8099-4AEB2E976A2E}" dt="2026-06-07T11:13:33.453" v="3130"/>
          <ac:inkMkLst>
            <pc:docMk/>
            <pc:sldMk cId="1001794926" sldId="915"/>
            <ac:inkMk id="29" creationId="{B964ACAC-658B-81D3-D1D1-8ABADFEEAD1C}"/>
          </ac:inkMkLst>
        </pc:inkChg>
        <pc:inkChg chg="add mod">
          <ac:chgData name="Al Friend" userId="e5ed79da-d858-46d4-9eed-a7a24903f2de" providerId="ADAL" clId="{6CF5D3DD-A8C4-4611-8099-4AEB2E976A2E}" dt="2026-06-07T11:13:36.956" v="3137"/>
          <ac:inkMkLst>
            <pc:docMk/>
            <pc:sldMk cId="1001794926" sldId="915"/>
            <ac:inkMk id="31" creationId="{FCB4EA2A-BDF6-06CA-8297-F3E4A8E4A8C7}"/>
          </ac:inkMkLst>
        </pc:inkChg>
        <pc:inkChg chg="add mod">
          <ac:chgData name="Al Friend" userId="e5ed79da-d858-46d4-9eed-a7a24903f2de" providerId="ADAL" clId="{6CF5D3DD-A8C4-4611-8099-4AEB2E976A2E}" dt="2026-06-07T11:13:36.956" v="3137"/>
          <ac:inkMkLst>
            <pc:docMk/>
            <pc:sldMk cId="1001794926" sldId="915"/>
            <ac:inkMk id="32" creationId="{E7CD758C-B2C0-D914-8487-C855FF951BB7}"/>
          </ac:inkMkLst>
        </pc:inkChg>
        <pc:inkChg chg="add mod">
          <ac:chgData name="Al Friend" userId="e5ed79da-d858-46d4-9eed-a7a24903f2de" providerId="ADAL" clId="{6CF5D3DD-A8C4-4611-8099-4AEB2E976A2E}" dt="2026-06-07T11:13:36.956" v="3137"/>
          <ac:inkMkLst>
            <pc:docMk/>
            <pc:sldMk cId="1001794926" sldId="915"/>
            <ac:inkMk id="33" creationId="{AA1005EB-39FA-EE29-48F3-FEA7897C459F}"/>
          </ac:inkMkLst>
        </pc:inkChg>
        <pc:inkChg chg="add mod">
          <ac:chgData name="Al Friend" userId="e5ed79da-d858-46d4-9eed-a7a24903f2de" providerId="ADAL" clId="{6CF5D3DD-A8C4-4611-8099-4AEB2E976A2E}" dt="2026-06-07T11:13:36.956" v="3137"/>
          <ac:inkMkLst>
            <pc:docMk/>
            <pc:sldMk cId="1001794926" sldId="915"/>
            <ac:inkMk id="34" creationId="{BFFBCA17-4CCD-7914-ADD1-40DC072C8469}"/>
          </ac:inkMkLst>
        </pc:inkChg>
        <pc:inkChg chg="add mod">
          <ac:chgData name="Al Friend" userId="e5ed79da-d858-46d4-9eed-a7a24903f2de" providerId="ADAL" clId="{6CF5D3DD-A8C4-4611-8099-4AEB2E976A2E}" dt="2026-06-07T11:13:36.956" v="3137"/>
          <ac:inkMkLst>
            <pc:docMk/>
            <pc:sldMk cId="1001794926" sldId="915"/>
            <ac:inkMk id="35" creationId="{3B020398-C2F5-FD38-1839-18454DD4FF0A}"/>
          </ac:inkMkLst>
        </pc:inkChg>
        <pc:inkChg chg="add mod">
          <ac:chgData name="Al Friend" userId="e5ed79da-d858-46d4-9eed-a7a24903f2de" providerId="ADAL" clId="{6CF5D3DD-A8C4-4611-8099-4AEB2E976A2E}" dt="2026-06-07T11:13:36.956" v="3137"/>
          <ac:inkMkLst>
            <pc:docMk/>
            <pc:sldMk cId="1001794926" sldId="915"/>
            <ac:inkMk id="36" creationId="{6A7720EB-19E2-4529-4C51-2BE1063A3034}"/>
          </ac:inkMkLst>
        </pc:inkChg>
        <pc:inkChg chg="add mod">
          <ac:chgData name="Al Friend" userId="e5ed79da-d858-46d4-9eed-a7a24903f2de" providerId="ADAL" clId="{6CF5D3DD-A8C4-4611-8099-4AEB2E976A2E}" dt="2026-06-07T11:13:38.758" v="3142"/>
          <ac:inkMkLst>
            <pc:docMk/>
            <pc:sldMk cId="1001794926" sldId="915"/>
            <ac:inkMk id="38" creationId="{4DCDCC0C-678C-BC5F-0CC7-AAF5A5A5B347}"/>
          </ac:inkMkLst>
        </pc:inkChg>
        <pc:inkChg chg="add mod">
          <ac:chgData name="Al Friend" userId="e5ed79da-d858-46d4-9eed-a7a24903f2de" providerId="ADAL" clId="{6CF5D3DD-A8C4-4611-8099-4AEB2E976A2E}" dt="2026-06-07T11:13:43.238" v="3157"/>
          <ac:inkMkLst>
            <pc:docMk/>
            <pc:sldMk cId="1001794926" sldId="915"/>
            <ac:inkMk id="39" creationId="{DC5B7CCB-0441-4478-940E-4CF7BD420C68}"/>
          </ac:inkMkLst>
        </pc:inkChg>
        <pc:inkChg chg="add mod">
          <ac:chgData name="Al Friend" userId="e5ed79da-d858-46d4-9eed-a7a24903f2de" providerId="ADAL" clId="{6CF5D3DD-A8C4-4611-8099-4AEB2E976A2E}" dt="2026-06-07T11:13:38.758" v="3142"/>
          <ac:inkMkLst>
            <pc:docMk/>
            <pc:sldMk cId="1001794926" sldId="915"/>
            <ac:inkMk id="40" creationId="{6043B83D-7FA1-FE7B-E96F-E3540E912C4E}"/>
          </ac:inkMkLst>
        </pc:inkChg>
        <pc:inkChg chg="add mod">
          <ac:chgData name="Al Friend" userId="e5ed79da-d858-46d4-9eed-a7a24903f2de" providerId="ADAL" clId="{6CF5D3DD-A8C4-4611-8099-4AEB2E976A2E}" dt="2026-06-07T11:13:43.238" v="3157"/>
          <ac:inkMkLst>
            <pc:docMk/>
            <pc:sldMk cId="1001794926" sldId="915"/>
            <ac:inkMk id="41" creationId="{1B6B2E03-1939-C3F6-73E1-CF4712D709D3}"/>
          </ac:inkMkLst>
        </pc:inkChg>
        <pc:inkChg chg="add mod">
          <ac:chgData name="Al Friend" userId="e5ed79da-d858-46d4-9eed-a7a24903f2de" providerId="ADAL" clId="{6CF5D3DD-A8C4-4611-8099-4AEB2E976A2E}" dt="2026-06-07T11:13:43.238" v="3157"/>
          <ac:inkMkLst>
            <pc:docMk/>
            <pc:sldMk cId="1001794926" sldId="915"/>
            <ac:inkMk id="43" creationId="{3FA76E44-6B03-38EC-B22B-54423E8F69A1}"/>
          </ac:inkMkLst>
        </pc:inkChg>
        <pc:inkChg chg="add">
          <ac:chgData name="Al Friend" userId="e5ed79da-d858-46d4-9eed-a7a24903f2de" providerId="ADAL" clId="{6CF5D3DD-A8C4-4611-8099-4AEB2E976A2E}" dt="2026-06-07T11:13:39.023" v="3144" actId="9405"/>
          <ac:inkMkLst>
            <pc:docMk/>
            <pc:sldMk cId="1001794926" sldId="915"/>
            <ac:inkMk id="44" creationId="{5A6E627A-AE05-DBE3-87DD-EAB2A9A59884}"/>
          </ac:inkMkLst>
        </pc:inkChg>
        <pc:inkChg chg="add mod">
          <ac:chgData name="Al Friend" userId="e5ed79da-d858-46d4-9eed-a7a24903f2de" providerId="ADAL" clId="{6CF5D3DD-A8C4-4611-8099-4AEB2E976A2E}" dt="2026-06-07T11:13:43.238" v="3157"/>
          <ac:inkMkLst>
            <pc:docMk/>
            <pc:sldMk cId="1001794926" sldId="915"/>
            <ac:inkMk id="45" creationId="{01D06DB6-49A1-BC17-64EF-C5BE97F7A005}"/>
          </ac:inkMkLst>
        </pc:inkChg>
        <pc:inkChg chg="add">
          <ac:chgData name="Al Friend" userId="e5ed79da-d858-46d4-9eed-a7a24903f2de" providerId="ADAL" clId="{6CF5D3DD-A8C4-4611-8099-4AEB2E976A2E}" dt="2026-06-07T11:13:39.843" v="3146" actId="9405"/>
          <ac:inkMkLst>
            <pc:docMk/>
            <pc:sldMk cId="1001794926" sldId="915"/>
            <ac:inkMk id="46" creationId="{063E10B9-7936-BE01-38B1-E1A1269375D3}"/>
          </ac:inkMkLst>
        </pc:inkChg>
        <pc:inkChg chg="add">
          <ac:chgData name="Al Friend" userId="e5ed79da-d858-46d4-9eed-a7a24903f2de" providerId="ADAL" clId="{6CF5D3DD-A8C4-4611-8099-4AEB2E976A2E}" dt="2026-06-07T11:13:40.201" v="3147" actId="9405"/>
          <ac:inkMkLst>
            <pc:docMk/>
            <pc:sldMk cId="1001794926" sldId="915"/>
            <ac:inkMk id="47" creationId="{EB3236CE-0C31-7CBE-A1A5-1A23A4C15419}"/>
          </ac:inkMkLst>
        </pc:inkChg>
        <pc:inkChg chg="add">
          <ac:chgData name="Al Friend" userId="e5ed79da-d858-46d4-9eed-a7a24903f2de" providerId="ADAL" clId="{6CF5D3DD-A8C4-4611-8099-4AEB2E976A2E}" dt="2026-06-07T11:13:40.499" v="3148" actId="9405"/>
          <ac:inkMkLst>
            <pc:docMk/>
            <pc:sldMk cId="1001794926" sldId="915"/>
            <ac:inkMk id="48" creationId="{666DCFD9-2D36-33B6-20B8-97797FE5BF34}"/>
          </ac:inkMkLst>
        </pc:inkChg>
        <pc:inkChg chg="add mod">
          <ac:chgData name="Al Friend" userId="e5ed79da-d858-46d4-9eed-a7a24903f2de" providerId="ADAL" clId="{6CF5D3DD-A8C4-4611-8099-4AEB2E976A2E}" dt="2026-06-07T11:13:43.238" v="3157"/>
          <ac:inkMkLst>
            <pc:docMk/>
            <pc:sldMk cId="1001794926" sldId="915"/>
            <ac:inkMk id="49" creationId="{FFCF01C4-5031-3D62-F884-5E119741752B}"/>
          </ac:inkMkLst>
        </pc:inkChg>
        <pc:inkChg chg="add">
          <ac:chgData name="Al Friend" userId="e5ed79da-d858-46d4-9eed-a7a24903f2de" providerId="ADAL" clId="{6CF5D3DD-A8C4-4611-8099-4AEB2E976A2E}" dt="2026-06-07T11:13:41.199" v="3150" actId="9405"/>
          <ac:inkMkLst>
            <pc:docMk/>
            <pc:sldMk cId="1001794926" sldId="915"/>
            <ac:inkMk id="50" creationId="{544C34D9-B810-2368-61CB-78FE97D6B4D6}"/>
          </ac:inkMkLst>
        </pc:inkChg>
        <pc:inkChg chg="add">
          <ac:chgData name="Al Friend" userId="e5ed79da-d858-46d4-9eed-a7a24903f2de" providerId="ADAL" clId="{6CF5D3DD-A8C4-4611-8099-4AEB2E976A2E}" dt="2026-06-07T11:13:41.438" v="3151" actId="9405"/>
          <ac:inkMkLst>
            <pc:docMk/>
            <pc:sldMk cId="1001794926" sldId="915"/>
            <ac:inkMk id="51" creationId="{FC4935FB-D3B0-35B6-9873-FD9E68D3244A}"/>
          </ac:inkMkLst>
        </pc:inkChg>
        <pc:inkChg chg="add mod">
          <ac:chgData name="Al Friend" userId="e5ed79da-d858-46d4-9eed-a7a24903f2de" providerId="ADAL" clId="{6CF5D3DD-A8C4-4611-8099-4AEB2E976A2E}" dt="2026-06-07T11:13:43.238" v="3157"/>
          <ac:inkMkLst>
            <pc:docMk/>
            <pc:sldMk cId="1001794926" sldId="915"/>
            <ac:inkMk id="52" creationId="{FF1AEFDD-AB5C-7EF6-92C1-8D3D65874F93}"/>
          </ac:inkMkLst>
        </pc:inkChg>
        <pc:inkChg chg="add">
          <ac:chgData name="Al Friend" userId="e5ed79da-d858-46d4-9eed-a7a24903f2de" providerId="ADAL" clId="{6CF5D3DD-A8C4-4611-8099-4AEB2E976A2E}" dt="2026-06-07T11:13:41.765" v="3153" actId="9405"/>
          <ac:inkMkLst>
            <pc:docMk/>
            <pc:sldMk cId="1001794926" sldId="915"/>
            <ac:inkMk id="53" creationId="{03CDA69B-8A40-5DE4-8E23-C34CF7A77186}"/>
          </ac:inkMkLst>
        </pc:inkChg>
        <pc:inkChg chg="add mod">
          <ac:chgData name="Al Friend" userId="e5ed79da-d858-46d4-9eed-a7a24903f2de" providerId="ADAL" clId="{6CF5D3DD-A8C4-4611-8099-4AEB2E976A2E}" dt="2026-06-07T11:13:43.238" v="3157"/>
          <ac:inkMkLst>
            <pc:docMk/>
            <pc:sldMk cId="1001794926" sldId="915"/>
            <ac:inkMk id="54" creationId="{11C6D164-BA22-8883-B7B7-1538617E924B}"/>
          </ac:inkMkLst>
        </pc:inkChg>
        <pc:inkChg chg="add">
          <ac:chgData name="Al Friend" userId="e5ed79da-d858-46d4-9eed-a7a24903f2de" providerId="ADAL" clId="{6CF5D3DD-A8C4-4611-8099-4AEB2E976A2E}" dt="2026-06-07T11:13:42.142" v="3155" actId="9405"/>
          <ac:inkMkLst>
            <pc:docMk/>
            <pc:sldMk cId="1001794926" sldId="915"/>
            <ac:inkMk id="55" creationId="{D1B09275-B139-6D6B-0A85-5D358FBA37C6}"/>
          </ac:inkMkLst>
        </pc:inkChg>
        <pc:inkChg chg="add mod">
          <ac:chgData name="Al Friend" userId="e5ed79da-d858-46d4-9eed-a7a24903f2de" providerId="ADAL" clId="{6CF5D3DD-A8C4-4611-8099-4AEB2E976A2E}" dt="2026-06-07T11:13:43.238" v="3157"/>
          <ac:inkMkLst>
            <pc:docMk/>
            <pc:sldMk cId="1001794926" sldId="915"/>
            <ac:inkMk id="56" creationId="{0730DC66-DF6A-E43C-901F-8CAD06C83E09}"/>
          </ac:inkMkLst>
        </pc:inkChg>
        <pc:inkChg chg="add mod">
          <ac:chgData name="Al Friend" userId="e5ed79da-d858-46d4-9eed-a7a24903f2de" providerId="ADAL" clId="{6CF5D3DD-A8C4-4611-8099-4AEB2E976A2E}" dt="2026-06-07T11:13:48.917" v="3160"/>
          <ac:inkMkLst>
            <pc:docMk/>
            <pc:sldMk cId="1001794926" sldId="915"/>
            <ac:inkMk id="58" creationId="{ED6F0044-64C5-45D0-EEC7-50D1BA9E6475}"/>
          </ac:inkMkLst>
        </pc:inkChg>
        <pc:inkChg chg="add mod">
          <ac:chgData name="Al Friend" userId="e5ed79da-d858-46d4-9eed-a7a24903f2de" providerId="ADAL" clId="{6CF5D3DD-A8C4-4611-8099-4AEB2E976A2E}" dt="2026-06-07T11:13:48.917" v="3160"/>
          <ac:inkMkLst>
            <pc:docMk/>
            <pc:sldMk cId="1001794926" sldId="915"/>
            <ac:inkMk id="59" creationId="{94EE3388-B75D-384A-A011-6F80CDA5ED25}"/>
          </ac:inkMkLst>
        </pc:inkChg>
        <pc:inkChg chg="add mod">
          <ac:chgData name="Al Friend" userId="e5ed79da-d858-46d4-9eed-a7a24903f2de" providerId="ADAL" clId="{6CF5D3DD-A8C4-4611-8099-4AEB2E976A2E}" dt="2026-06-07T11:13:50.637" v="3162"/>
          <ac:inkMkLst>
            <pc:docMk/>
            <pc:sldMk cId="1001794926" sldId="915"/>
            <ac:inkMk id="61" creationId="{018BB444-6D16-7DB3-2FE6-3B81EA3A078D}"/>
          </ac:inkMkLst>
        </pc:inkChg>
      </pc:sldChg>
      <pc:sldChg chg="modSp add mod">
        <pc:chgData name="Al Friend" userId="e5ed79da-d858-46d4-9eed-a7a24903f2de" providerId="ADAL" clId="{6CF5D3DD-A8C4-4611-8099-4AEB2E976A2E}" dt="2026-06-07T11:14:53.652" v="3164" actId="20577"/>
        <pc:sldMkLst>
          <pc:docMk/>
          <pc:sldMk cId="3092603466" sldId="916"/>
        </pc:sldMkLst>
        <pc:spChg chg="mod">
          <ac:chgData name="Al Friend" userId="e5ed79da-d858-46d4-9eed-a7a24903f2de" providerId="ADAL" clId="{6CF5D3DD-A8C4-4611-8099-4AEB2E976A2E}" dt="2026-06-07T11:14:53.652" v="3164" actId="20577"/>
          <ac:spMkLst>
            <pc:docMk/>
            <pc:sldMk cId="3092603466" sldId="916"/>
            <ac:spMk id="3" creationId="{8A5DBC0A-0A17-35AD-A6D1-F39C399F2AB5}"/>
          </ac:spMkLst>
        </pc:spChg>
      </pc:sldChg>
      <pc:sldChg chg="addSp delSp modSp new mod">
        <pc:chgData name="Al Friend" userId="e5ed79da-d858-46d4-9eed-a7a24903f2de" providerId="ADAL" clId="{6CF5D3DD-A8C4-4611-8099-4AEB2E976A2E}" dt="2026-06-07T11:15:41.526" v="3185" actId="12788"/>
        <pc:sldMkLst>
          <pc:docMk/>
          <pc:sldMk cId="276169485" sldId="917"/>
        </pc:sldMkLst>
        <pc:spChg chg="mod">
          <ac:chgData name="Al Friend" userId="e5ed79da-d858-46d4-9eed-a7a24903f2de" providerId="ADAL" clId="{6CF5D3DD-A8C4-4611-8099-4AEB2E976A2E}" dt="2026-06-07T11:15:20.865" v="3179" actId="20577"/>
          <ac:spMkLst>
            <pc:docMk/>
            <pc:sldMk cId="276169485" sldId="917"/>
            <ac:spMk id="2" creationId="{3971BC13-9F84-4452-C0F6-546D1895DC73}"/>
          </ac:spMkLst>
        </pc:spChg>
        <pc:spChg chg="del">
          <ac:chgData name="Al Friend" userId="e5ed79da-d858-46d4-9eed-a7a24903f2de" providerId="ADAL" clId="{6CF5D3DD-A8C4-4611-8099-4AEB2E976A2E}" dt="2026-06-07T11:15:32.564" v="3180" actId="22"/>
          <ac:spMkLst>
            <pc:docMk/>
            <pc:sldMk cId="276169485" sldId="917"/>
            <ac:spMk id="3" creationId="{53F64FC2-A9C4-A1BA-A30B-975D69B7492E}"/>
          </ac:spMkLst>
        </pc:spChg>
        <pc:picChg chg="add mod ord">
          <ac:chgData name="Al Friend" userId="e5ed79da-d858-46d4-9eed-a7a24903f2de" providerId="ADAL" clId="{6CF5D3DD-A8C4-4611-8099-4AEB2E976A2E}" dt="2026-06-07T11:15:41.526" v="3185" actId="12788"/>
          <ac:picMkLst>
            <pc:docMk/>
            <pc:sldMk cId="276169485" sldId="917"/>
            <ac:picMk id="5" creationId="{B5AF374F-84E3-CE19-FCF4-29F30EF0022D}"/>
          </ac:picMkLst>
        </pc:picChg>
      </pc:sldChg>
      <pc:sldChg chg="addSp delSp modSp new mod">
        <pc:chgData name="Al Friend" userId="e5ed79da-d858-46d4-9eed-a7a24903f2de" providerId="ADAL" clId="{6CF5D3DD-A8C4-4611-8099-4AEB2E976A2E}" dt="2026-06-07T11:20:11.989" v="3242" actId="22"/>
        <pc:sldMkLst>
          <pc:docMk/>
          <pc:sldMk cId="369714071" sldId="918"/>
        </pc:sldMkLst>
        <pc:spChg chg="mod">
          <ac:chgData name="Al Friend" userId="e5ed79da-d858-46d4-9eed-a7a24903f2de" providerId="ADAL" clId="{6CF5D3DD-A8C4-4611-8099-4AEB2E976A2E}" dt="2026-06-07T11:19:13.665" v="3198" actId="20577"/>
          <ac:spMkLst>
            <pc:docMk/>
            <pc:sldMk cId="369714071" sldId="918"/>
            <ac:spMk id="2" creationId="{871B708C-72F8-491F-05F7-1AA3A50D408C}"/>
          </ac:spMkLst>
        </pc:spChg>
        <pc:spChg chg="del">
          <ac:chgData name="Al Friend" userId="e5ed79da-d858-46d4-9eed-a7a24903f2de" providerId="ADAL" clId="{6CF5D3DD-A8C4-4611-8099-4AEB2E976A2E}" dt="2026-06-07T11:19:15.778" v="3199" actId="22"/>
          <ac:spMkLst>
            <pc:docMk/>
            <pc:sldMk cId="369714071" sldId="918"/>
            <ac:spMk id="3" creationId="{4C943B76-5ECC-C3A9-000F-179C13DE8FE2}"/>
          </ac:spMkLst>
        </pc:spChg>
        <pc:grpChg chg="mod">
          <ac:chgData name="Al Friend" userId="e5ed79da-d858-46d4-9eed-a7a24903f2de" providerId="ADAL" clId="{6CF5D3DD-A8C4-4611-8099-4AEB2E976A2E}" dt="2026-06-07T11:19:45.619" v="3221"/>
          <ac:grpSpMkLst>
            <pc:docMk/>
            <pc:sldMk cId="369714071" sldId="918"/>
            <ac:grpSpMk id="20" creationId="{814A03BF-C0CC-34A7-3A50-B3A797DC54EC}"/>
          </ac:grpSpMkLst>
        </pc:grpChg>
        <pc:grpChg chg="del mod">
          <ac:chgData name="Al Friend" userId="e5ed79da-d858-46d4-9eed-a7a24903f2de" providerId="ADAL" clId="{6CF5D3DD-A8C4-4611-8099-4AEB2E976A2E}" dt="2026-06-07T11:19:52.989" v="3240"/>
          <ac:grpSpMkLst>
            <pc:docMk/>
            <pc:sldMk cId="369714071" sldId="918"/>
            <ac:grpSpMk id="26" creationId="{4A81AA14-D928-A0DE-175F-C9D463D291E7}"/>
          </ac:grpSpMkLst>
        </pc:grpChg>
        <pc:grpChg chg="mod">
          <ac:chgData name="Al Friend" userId="e5ed79da-d858-46d4-9eed-a7a24903f2de" providerId="ADAL" clId="{6CF5D3DD-A8C4-4611-8099-4AEB2E976A2E}" dt="2026-06-07T11:19:52.989" v="3240"/>
          <ac:grpSpMkLst>
            <pc:docMk/>
            <pc:sldMk cId="369714071" sldId="918"/>
            <ac:grpSpMk id="39" creationId="{FCC1A7F5-9877-ED62-F6B8-97D795B587D0}"/>
          </ac:grpSpMkLst>
        </pc:grpChg>
        <pc:picChg chg="add mod ord">
          <ac:chgData name="Al Friend" userId="e5ed79da-d858-46d4-9eed-a7a24903f2de" providerId="ADAL" clId="{6CF5D3DD-A8C4-4611-8099-4AEB2E976A2E}" dt="2026-06-07T11:19:34.524" v="3206" actId="962"/>
          <ac:picMkLst>
            <pc:docMk/>
            <pc:sldMk cId="369714071" sldId="918"/>
            <ac:picMk id="5" creationId="{04E4BC82-6CE4-669A-F79A-646292353F1E}"/>
          </ac:picMkLst>
        </pc:picChg>
        <pc:picChg chg="add del">
          <ac:chgData name="Al Friend" userId="e5ed79da-d858-46d4-9eed-a7a24903f2de" providerId="ADAL" clId="{6CF5D3DD-A8C4-4611-8099-4AEB2E976A2E}" dt="2026-06-07T11:20:11.989" v="3242" actId="22"/>
          <ac:picMkLst>
            <pc:docMk/>
            <pc:sldMk cId="369714071" sldId="918"/>
            <ac:picMk id="41" creationId="{FFDA3FDF-F139-0EF3-B27C-E1761B5A6403}"/>
          </ac:picMkLst>
        </pc:picChg>
        <pc:inkChg chg="add mod">
          <ac:chgData name="Al Friend" userId="e5ed79da-d858-46d4-9eed-a7a24903f2de" providerId="ADAL" clId="{6CF5D3DD-A8C4-4611-8099-4AEB2E976A2E}" dt="2026-06-07T11:19:45.619" v="3221"/>
          <ac:inkMkLst>
            <pc:docMk/>
            <pc:sldMk cId="369714071" sldId="918"/>
            <ac:inkMk id="6" creationId="{383FCC7B-744C-04C0-7274-E088F6619A0F}"/>
          </ac:inkMkLst>
        </pc:inkChg>
        <pc:inkChg chg="add mod">
          <ac:chgData name="Al Friend" userId="e5ed79da-d858-46d4-9eed-a7a24903f2de" providerId="ADAL" clId="{6CF5D3DD-A8C4-4611-8099-4AEB2E976A2E}" dt="2026-06-07T11:19:45.619" v="3221"/>
          <ac:inkMkLst>
            <pc:docMk/>
            <pc:sldMk cId="369714071" sldId="918"/>
            <ac:inkMk id="7" creationId="{AE06970B-173A-387B-02FB-EEA909A0402F}"/>
          </ac:inkMkLst>
        </pc:inkChg>
        <pc:inkChg chg="add mod">
          <ac:chgData name="Al Friend" userId="e5ed79da-d858-46d4-9eed-a7a24903f2de" providerId="ADAL" clId="{6CF5D3DD-A8C4-4611-8099-4AEB2E976A2E}" dt="2026-06-07T11:19:45.619" v="3221"/>
          <ac:inkMkLst>
            <pc:docMk/>
            <pc:sldMk cId="369714071" sldId="918"/>
            <ac:inkMk id="8" creationId="{C63A3CBF-5895-6527-AED0-910F3E2FCB72}"/>
          </ac:inkMkLst>
        </pc:inkChg>
        <pc:inkChg chg="add mod">
          <ac:chgData name="Al Friend" userId="e5ed79da-d858-46d4-9eed-a7a24903f2de" providerId="ADAL" clId="{6CF5D3DD-A8C4-4611-8099-4AEB2E976A2E}" dt="2026-06-07T11:19:45.619" v="3221"/>
          <ac:inkMkLst>
            <pc:docMk/>
            <pc:sldMk cId="369714071" sldId="918"/>
            <ac:inkMk id="9" creationId="{694DD943-4460-AE78-99D5-F51ECE1114AD}"/>
          </ac:inkMkLst>
        </pc:inkChg>
        <pc:inkChg chg="add mod">
          <ac:chgData name="Al Friend" userId="e5ed79da-d858-46d4-9eed-a7a24903f2de" providerId="ADAL" clId="{6CF5D3DD-A8C4-4611-8099-4AEB2E976A2E}" dt="2026-06-07T11:19:45.619" v="3221"/>
          <ac:inkMkLst>
            <pc:docMk/>
            <pc:sldMk cId="369714071" sldId="918"/>
            <ac:inkMk id="10" creationId="{4605B922-39B0-7716-31DA-10E6D40030ED}"/>
          </ac:inkMkLst>
        </pc:inkChg>
        <pc:inkChg chg="add">
          <ac:chgData name="Al Friend" userId="e5ed79da-d858-46d4-9eed-a7a24903f2de" providerId="ADAL" clId="{6CF5D3DD-A8C4-4611-8099-4AEB2E976A2E}" dt="2026-06-07T11:19:42.623" v="3212" actId="9405"/>
          <ac:inkMkLst>
            <pc:docMk/>
            <pc:sldMk cId="369714071" sldId="918"/>
            <ac:inkMk id="11" creationId="{6291DCA1-D919-2649-8BD2-8AB3DE8BD9FA}"/>
          </ac:inkMkLst>
        </pc:inkChg>
        <pc:inkChg chg="add mod">
          <ac:chgData name="Al Friend" userId="e5ed79da-d858-46d4-9eed-a7a24903f2de" providerId="ADAL" clId="{6CF5D3DD-A8C4-4611-8099-4AEB2E976A2E}" dt="2026-06-07T11:19:45.619" v="3221"/>
          <ac:inkMkLst>
            <pc:docMk/>
            <pc:sldMk cId="369714071" sldId="918"/>
            <ac:inkMk id="12" creationId="{09CF0A37-6220-3FDE-AC01-BD6E3699528E}"/>
          </ac:inkMkLst>
        </pc:inkChg>
        <pc:inkChg chg="add mod">
          <ac:chgData name="Al Friend" userId="e5ed79da-d858-46d4-9eed-a7a24903f2de" providerId="ADAL" clId="{6CF5D3DD-A8C4-4611-8099-4AEB2E976A2E}" dt="2026-06-07T11:19:45.619" v="3221"/>
          <ac:inkMkLst>
            <pc:docMk/>
            <pc:sldMk cId="369714071" sldId="918"/>
            <ac:inkMk id="13" creationId="{FFF95FE3-9966-EFC6-5A3A-44F7EDE3A68C}"/>
          </ac:inkMkLst>
        </pc:inkChg>
        <pc:inkChg chg="add">
          <ac:chgData name="Al Friend" userId="e5ed79da-d858-46d4-9eed-a7a24903f2de" providerId="ADAL" clId="{6CF5D3DD-A8C4-4611-8099-4AEB2E976A2E}" dt="2026-06-07T11:19:43.562" v="3215" actId="9405"/>
          <ac:inkMkLst>
            <pc:docMk/>
            <pc:sldMk cId="369714071" sldId="918"/>
            <ac:inkMk id="14" creationId="{B57C7C54-6989-0F91-9217-F5C387F8DB10}"/>
          </ac:inkMkLst>
        </pc:inkChg>
        <pc:inkChg chg="add mod">
          <ac:chgData name="Al Friend" userId="e5ed79da-d858-46d4-9eed-a7a24903f2de" providerId="ADAL" clId="{6CF5D3DD-A8C4-4611-8099-4AEB2E976A2E}" dt="2026-06-07T11:19:45.619" v="3221"/>
          <ac:inkMkLst>
            <pc:docMk/>
            <pc:sldMk cId="369714071" sldId="918"/>
            <ac:inkMk id="15" creationId="{5AD1C137-6ED7-AF35-B68F-0F258764C756}"/>
          </ac:inkMkLst>
        </pc:inkChg>
        <pc:inkChg chg="add">
          <ac:chgData name="Al Friend" userId="e5ed79da-d858-46d4-9eed-a7a24903f2de" providerId="ADAL" clId="{6CF5D3DD-A8C4-4611-8099-4AEB2E976A2E}" dt="2026-06-07T11:19:44.262" v="3217" actId="9405"/>
          <ac:inkMkLst>
            <pc:docMk/>
            <pc:sldMk cId="369714071" sldId="918"/>
            <ac:inkMk id="16" creationId="{8E266C85-F4EC-4DB2-74DF-67448A6768A9}"/>
          </ac:inkMkLst>
        </pc:inkChg>
        <pc:inkChg chg="add">
          <ac:chgData name="Al Friend" userId="e5ed79da-d858-46d4-9eed-a7a24903f2de" providerId="ADAL" clId="{6CF5D3DD-A8C4-4611-8099-4AEB2E976A2E}" dt="2026-06-07T11:19:44.686" v="3218" actId="9405"/>
          <ac:inkMkLst>
            <pc:docMk/>
            <pc:sldMk cId="369714071" sldId="918"/>
            <ac:inkMk id="17" creationId="{AD180719-6E68-3AF3-4234-480B8537D457}"/>
          </ac:inkMkLst>
        </pc:inkChg>
        <pc:inkChg chg="add">
          <ac:chgData name="Al Friend" userId="e5ed79da-d858-46d4-9eed-a7a24903f2de" providerId="ADAL" clId="{6CF5D3DD-A8C4-4611-8099-4AEB2E976A2E}" dt="2026-06-07T11:19:44.921" v="3219" actId="9405"/>
          <ac:inkMkLst>
            <pc:docMk/>
            <pc:sldMk cId="369714071" sldId="918"/>
            <ac:inkMk id="18" creationId="{64B1DCBA-543E-8C0C-55A3-6920979A1A56}"/>
          </ac:inkMkLst>
        </pc:inkChg>
        <pc:inkChg chg="add mod">
          <ac:chgData name="Al Friend" userId="e5ed79da-d858-46d4-9eed-a7a24903f2de" providerId="ADAL" clId="{6CF5D3DD-A8C4-4611-8099-4AEB2E976A2E}" dt="2026-06-07T11:19:45.619" v="3221"/>
          <ac:inkMkLst>
            <pc:docMk/>
            <pc:sldMk cId="369714071" sldId="918"/>
            <ac:inkMk id="19" creationId="{82A62A09-1C8F-9D9F-8770-D92BB444DD95}"/>
          </ac:inkMkLst>
        </pc:inkChg>
        <pc:inkChg chg="add mod">
          <ac:chgData name="Al Friend" userId="e5ed79da-d858-46d4-9eed-a7a24903f2de" providerId="ADAL" clId="{6CF5D3DD-A8C4-4611-8099-4AEB2E976A2E}" dt="2026-06-07T11:19:47.899" v="3227"/>
          <ac:inkMkLst>
            <pc:docMk/>
            <pc:sldMk cId="369714071" sldId="918"/>
            <ac:inkMk id="21" creationId="{06D222B6-166D-F3AD-0932-D1B35B68E329}"/>
          </ac:inkMkLst>
        </pc:inkChg>
        <pc:inkChg chg="add mod">
          <ac:chgData name="Al Friend" userId="e5ed79da-d858-46d4-9eed-a7a24903f2de" providerId="ADAL" clId="{6CF5D3DD-A8C4-4611-8099-4AEB2E976A2E}" dt="2026-06-07T11:19:47.899" v="3227"/>
          <ac:inkMkLst>
            <pc:docMk/>
            <pc:sldMk cId="369714071" sldId="918"/>
            <ac:inkMk id="22" creationId="{1ADAAF96-D7D0-BD52-D9C1-5C6A49DD97A9}"/>
          </ac:inkMkLst>
        </pc:inkChg>
        <pc:inkChg chg="add mod">
          <ac:chgData name="Al Friend" userId="e5ed79da-d858-46d4-9eed-a7a24903f2de" providerId="ADAL" clId="{6CF5D3DD-A8C4-4611-8099-4AEB2E976A2E}" dt="2026-06-07T11:19:47.899" v="3227"/>
          <ac:inkMkLst>
            <pc:docMk/>
            <pc:sldMk cId="369714071" sldId="918"/>
            <ac:inkMk id="23" creationId="{BFE69BED-3286-621B-E00B-62B4FECBD903}"/>
          </ac:inkMkLst>
        </pc:inkChg>
        <pc:inkChg chg="add mod">
          <ac:chgData name="Al Friend" userId="e5ed79da-d858-46d4-9eed-a7a24903f2de" providerId="ADAL" clId="{6CF5D3DD-A8C4-4611-8099-4AEB2E976A2E}" dt="2026-06-07T11:19:47.899" v="3227"/>
          <ac:inkMkLst>
            <pc:docMk/>
            <pc:sldMk cId="369714071" sldId="918"/>
            <ac:inkMk id="24" creationId="{62BABB53-DBBB-2629-01AC-4894B725AF83}"/>
          </ac:inkMkLst>
        </pc:inkChg>
        <pc:inkChg chg="add mod">
          <ac:chgData name="Al Friend" userId="e5ed79da-d858-46d4-9eed-a7a24903f2de" providerId="ADAL" clId="{6CF5D3DD-A8C4-4611-8099-4AEB2E976A2E}" dt="2026-06-07T11:19:52.989" v="3240"/>
          <ac:inkMkLst>
            <pc:docMk/>
            <pc:sldMk cId="369714071" sldId="918"/>
            <ac:inkMk id="25" creationId="{EA574371-D429-E0B1-C1E9-23C38B97D966}"/>
          </ac:inkMkLst>
        </pc:inkChg>
        <pc:inkChg chg="add mod">
          <ac:chgData name="Al Friend" userId="e5ed79da-d858-46d4-9eed-a7a24903f2de" providerId="ADAL" clId="{6CF5D3DD-A8C4-4611-8099-4AEB2E976A2E}" dt="2026-06-07T11:19:52.989" v="3240"/>
          <ac:inkMkLst>
            <pc:docMk/>
            <pc:sldMk cId="369714071" sldId="918"/>
            <ac:inkMk id="27" creationId="{423D7334-3F17-1D2B-DCA2-05AD719B030F}"/>
          </ac:inkMkLst>
        </pc:inkChg>
        <pc:inkChg chg="add mod">
          <ac:chgData name="Al Friend" userId="e5ed79da-d858-46d4-9eed-a7a24903f2de" providerId="ADAL" clId="{6CF5D3DD-A8C4-4611-8099-4AEB2E976A2E}" dt="2026-06-07T11:19:52.989" v="3240"/>
          <ac:inkMkLst>
            <pc:docMk/>
            <pc:sldMk cId="369714071" sldId="918"/>
            <ac:inkMk id="28" creationId="{BE18D878-47A2-8C8A-0613-39859827542E}"/>
          </ac:inkMkLst>
        </pc:inkChg>
        <pc:inkChg chg="add mod">
          <ac:chgData name="Al Friend" userId="e5ed79da-d858-46d4-9eed-a7a24903f2de" providerId="ADAL" clId="{6CF5D3DD-A8C4-4611-8099-4AEB2E976A2E}" dt="2026-06-07T11:19:52.989" v="3240"/>
          <ac:inkMkLst>
            <pc:docMk/>
            <pc:sldMk cId="369714071" sldId="918"/>
            <ac:inkMk id="29" creationId="{58A34D92-8F90-186D-FA10-763228470FA0}"/>
          </ac:inkMkLst>
        </pc:inkChg>
        <pc:inkChg chg="add mod">
          <ac:chgData name="Al Friend" userId="e5ed79da-d858-46d4-9eed-a7a24903f2de" providerId="ADAL" clId="{6CF5D3DD-A8C4-4611-8099-4AEB2E976A2E}" dt="2026-06-07T11:19:52.989" v="3240"/>
          <ac:inkMkLst>
            <pc:docMk/>
            <pc:sldMk cId="369714071" sldId="918"/>
            <ac:inkMk id="30" creationId="{E08C48F4-435A-BAA8-65A7-1A1D73EDF3DD}"/>
          </ac:inkMkLst>
        </pc:inkChg>
        <pc:inkChg chg="add">
          <ac:chgData name="Al Friend" userId="e5ed79da-d858-46d4-9eed-a7a24903f2de" providerId="ADAL" clId="{6CF5D3DD-A8C4-4611-8099-4AEB2E976A2E}" dt="2026-06-07T11:19:50.413" v="3232" actId="9405"/>
          <ac:inkMkLst>
            <pc:docMk/>
            <pc:sldMk cId="369714071" sldId="918"/>
            <ac:inkMk id="31" creationId="{0883E28B-7A1C-90AA-E291-BDFECCEFA28A}"/>
          </ac:inkMkLst>
        </pc:inkChg>
        <pc:inkChg chg="add">
          <ac:chgData name="Al Friend" userId="e5ed79da-d858-46d4-9eed-a7a24903f2de" providerId="ADAL" clId="{6CF5D3DD-A8C4-4611-8099-4AEB2E976A2E}" dt="2026-06-07T11:19:50.768" v="3233" actId="9405"/>
          <ac:inkMkLst>
            <pc:docMk/>
            <pc:sldMk cId="369714071" sldId="918"/>
            <ac:inkMk id="32" creationId="{66402AB3-FF90-5996-476C-F6F65B59DD0C}"/>
          </ac:inkMkLst>
        </pc:inkChg>
        <pc:inkChg chg="add mod">
          <ac:chgData name="Al Friend" userId="e5ed79da-d858-46d4-9eed-a7a24903f2de" providerId="ADAL" clId="{6CF5D3DD-A8C4-4611-8099-4AEB2E976A2E}" dt="2026-06-07T11:19:52.989" v="3240"/>
          <ac:inkMkLst>
            <pc:docMk/>
            <pc:sldMk cId="369714071" sldId="918"/>
            <ac:inkMk id="33" creationId="{6EDFFD7B-C610-259F-D82F-D554F19F070F}"/>
          </ac:inkMkLst>
        </pc:inkChg>
        <pc:inkChg chg="add">
          <ac:chgData name="Al Friend" userId="e5ed79da-d858-46d4-9eed-a7a24903f2de" providerId="ADAL" clId="{6CF5D3DD-A8C4-4611-8099-4AEB2E976A2E}" dt="2026-06-07T11:19:51.220" v="3235" actId="9405"/>
          <ac:inkMkLst>
            <pc:docMk/>
            <pc:sldMk cId="369714071" sldId="918"/>
            <ac:inkMk id="34" creationId="{C00131FD-9526-C990-D016-80672AEF4427}"/>
          </ac:inkMkLst>
        </pc:inkChg>
        <pc:inkChg chg="add">
          <ac:chgData name="Al Friend" userId="e5ed79da-d858-46d4-9eed-a7a24903f2de" providerId="ADAL" clId="{6CF5D3DD-A8C4-4611-8099-4AEB2E976A2E}" dt="2026-06-07T11:19:51.389" v="3236" actId="9405"/>
          <ac:inkMkLst>
            <pc:docMk/>
            <pc:sldMk cId="369714071" sldId="918"/>
            <ac:inkMk id="35" creationId="{8B23D7BD-2B40-EA5D-AFB6-43E205B67681}"/>
          </ac:inkMkLst>
        </pc:inkChg>
        <pc:inkChg chg="add mod">
          <ac:chgData name="Al Friend" userId="e5ed79da-d858-46d4-9eed-a7a24903f2de" providerId="ADAL" clId="{6CF5D3DD-A8C4-4611-8099-4AEB2E976A2E}" dt="2026-06-07T11:19:52.989" v="3240"/>
          <ac:inkMkLst>
            <pc:docMk/>
            <pc:sldMk cId="369714071" sldId="918"/>
            <ac:inkMk id="36" creationId="{FE6F473B-C283-182D-1A01-18CEAC71DCDB}"/>
          </ac:inkMkLst>
        </pc:inkChg>
        <pc:inkChg chg="add">
          <ac:chgData name="Al Friend" userId="e5ed79da-d858-46d4-9eed-a7a24903f2de" providerId="ADAL" clId="{6CF5D3DD-A8C4-4611-8099-4AEB2E976A2E}" dt="2026-06-07T11:19:51.905" v="3238" actId="9405"/>
          <ac:inkMkLst>
            <pc:docMk/>
            <pc:sldMk cId="369714071" sldId="918"/>
            <ac:inkMk id="37" creationId="{41A8205F-AD9F-7D90-4E19-D42A7EA3146E}"/>
          </ac:inkMkLst>
        </pc:inkChg>
        <pc:inkChg chg="add mod">
          <ac:chgData name="Al Friend" userId="e5ed79da-d858-46d4-9eed-a7a24903f2de" providerId="ADAL" clId="{6CF5D3DD-A8C4-4611-8099-4AEB2E976A2E}" dt="2026-06-07T11:19:52.989" v="3240"/>
          <ac:inkMkLst>
            <pc:docMk/>
            <pc:sldMk cId="369714071" sldId="918"/>
            <ac:inkMk id="38" creationId="{8A43D69B-DB42-43E9-0141-A13237890519}"/>
          </ac:inkMkLst>
        </pc:inkChg>
      </pc:sldChg>
      <pc:sldChg chg="modSp add mod">
        <pc:chgData name="Al Friend" userId="e5ed79da-d858-46d4-9eed-a7a24903f2de" providerId="ADAL" clId="{6CF5D3DD-A8C4-4611-8099-4AEB2E976A2E}" dt="2026-06-07T11:23:43.416" v="3266" actId="20577"/>
        <pc:sldMkLst>
          <pc:docMk/>
          <pc:sldMk cId="915160934" sldId="919"/>
        </pc:sldMkLst>
        <pc:spChg chg="mod">
          <ac:chgData name="Al Friend" userId="e5ed79da-d858-46d4-9eed-a7a24903f2de" providerId="ADAL" clId="{6CF5D3DD-A8C4-4611-8099-4AEB2E976A2E}" dt="2026-06-07T11:20:44.492" v="3250" actId="20577"/>
          <ac:spMkLst>
            <pc:docMk/>
            <pc:sldMk cId="915160934" sldId="919"/>
            <ac:spMk id="2" creationId="{102E92B1-C75D-B902-EDE0-31A6A1D9ADD5}"/>
          </ac:spMkLst>
        </pc:spChg>
        <pc:spChg chg="mod">
          <ac:chgData name="Al Friend" userId="e5ed79da-d858-46d4-9eed-a7a24903f2de" providerId="ADAL" clId="{6CF5D3DD-A8C4-4611-8099-4AEB2E976A2E}" dt="2026-06-07T11:23:43.416" v="3266" actId="20577"/>
          <ac:spMkLst>
            <pc:docMk/>
            <pc:sldMk cId="915160934" sldId="919"/>
            <ac:spMk id="3" creationId="{9701F790-B551-13C2-ED11-CC16B00E5A95}"/>
          </ac:spMkLst>
        </pc:spChg>
      </pc:sldChg>
      <pc:sldChg chg="add del">
        <pc:chgData name="Al Friend" userId="e5ed79da-d858-46d4-9eed-a7a24903f2de" providerId="ADAL" clId="{6CF5D3DD-A8C4-4611-8099-4AEB2E976A2E}" dt="2026-06-07T11:21:07.298" v="3253" actId="47"/>
        <pc:sldMkLst>
          <pc:docMk/>
          <pc:sldMk cId="186845529" sldId="920"/>
        </pc:sldMkLst>
      </pc:sldChg>
      <pc:sldChg chg="addSp delSp modSp add mod ord">
        <pc:chgData name="Al Friend" userId="e5ed79da-d858-46d4-9eed-a7a24903f2de" providerId="ADAL" clId="{6CF5D3DD-A8C4-4611-8099-4AEB2E976A2E}" dt="2026-06-07T11:21:41.252" v="3263" actId="962"/>
        <pc:sldMkLst>
          <pc:docMk/>
          <pc:sldMk cId="523017814" sldId="920"/>
        </pc:sldMkLst>
        <pc:spChg chg="add del mod">
          <ac:chgData name="Al Friend" userId="e5ed79da-d858-46d4-9eed-a7a24903f2de" providerId="ADAL" clId="{6CF5D3DD-A8C4-4611-8099-4AEB2E976A2E}" dt="2026-06-07T11:21:24.940" v="3258" actId="22"/>
          <ac:spMkLst>
            <pc:docMk/>
            <pc:sldMk cId="523017814" sldId="920"/>
            <ac:spMk id="4" creationId="{3377348A-11B8-7C05-E7AB-CB7FA4A435C0}"/>
          </ac:spMkLst>
        </pc:spChg>
        <pc:picChg chg="del">
          <ac:chgData name="Al Friend" userId="e5ed79da-d858-46d4-9eed-a7a24903f2de" providerId="ADAL" clId="{6CF5D3DD-A8C4-4611-8099-4AEB2E976A2E}" dt="2026-06-07T11:21:16.469" v="3257" actId="478"/>
          <ac:picMkLst>
            <pc:docMk/>
            <pc:sldMk cId="523017814" sldId="920"/>
            <ac:picMk id="5" creationId="{D81C1507-B0C8-DE27-CC62-C03C421FA9CB}"/>
          </ac:picMkLst>
        </pc:picChg>
        <pc:picChg chg="add mod ord">
          <ac:chgData name="Al Friend" userId="e5ed79da-d858-46d4-9eed-a7a24903f2de" providerId="ADAL" clId="{6CF5D3DD-A8C4-4611-8099-4AEB2E976A2E}" dt="2026-06-07T11:21:41.252" v="3263" actId="962"/>
          <ac:picMkLst>
            <pc:docMk/>
            <pc:sldMk cId="523017814" sldId="920"/>
            <ac:picMk id="7" creationId="{1E24427F-72D2-3F88-4482-4CE777E6E18B}"/>
          </ac:picMkLst>
        </pc:picChg>
      </pc:sldChg>
      <pc:sldChg chg="addSp delSp modSp new mod">
        <pc:chgData name="Al Friend" userId="e5ed79da-d858-46d4-9eed-a7a24903f2de" providerId="ADAL" clId="{6CF5D3DD-A8C4-4611-8099-4AEB2E976A2E}" dt="2026-06-07T11:53:44.216" v="3312"/>
        <pc:sldMkLst>
          <pc:docMk/>
          <pc:sldMk cId="1993746846" sldId="921"/>
        </pc:sldMkLst>
        <pc:spChg chg="mod">
          <ac:chgData name="Al Friend" userId="e5ed79da-d858-46d4-9eed-a7a24903f2de" providerId="ADAL" clId="{6CF5D3DD-A8C4-4611-8099-4AEB2E976A2E}" dt="2026-06-07T11:24:15.083" v="3281" actId="20577"/>
          <ac:spMkLst>
            <pc:docMk/>
            <pc:sldMk cId="1993746846" sldId="921"/>
            <ac:spMk id="2" creationId="{95FA163C-AEC3-B55B-65AD-4DC812654AD1}"/>
          </ac:spMkLst>
        </pc:spChg>
        <pc:spChg chg="del">
          <ac:chgData name="Al Friend" userId="e5ed79da-d858-46d4-9eed-a7a24903f2de" providerId="ADAL" clId="{6CF5D3DD-A8C4-4611-8099-4AEB2E976A2E}" dt="2026-06-07T11:24:03.349" v="3268" actId="22"/>
          <ac:spMkLst>
            <pc:docMk/>
            <pc:sldMk cId="1993746846" sldId="921"/>
            <ac:spMk id="3" creationId="{E55A3ED2-B1E8-996B-6364-379CFF741D3F}"/>
          </ac:spMkLst>
        </pc:spChg>
        <pc:grpChg chg="del mod">
          <ac:chgData name="Al Friend" userId="e5ed79da-d858-46d4-9eed-a7a24903f2de" providerId="ADAL" clId="{6CF5D3DD-A8C4-4611-8099-4AEB2E976A2E}" dt="2026-06-07T11:53:42.714" v="3310"/>
          <ac:grpSpMkLst>
            <pc:docMk/>
            <pc:sldMk cId="1993746846" sldId="921"/>
            <ac:grpSpMk id="20" creationId="{8F5E731E-5876-B79F-9C00-810797CCD395}"/>
          </ac:grpSpMkLst>
        </pc:grpChg>
        <pc:grpChg chg="del mod">
          <ac:chgData name="Al Friend" userId="e5ed79da-d858-46d4-9eed-a7a24903f2de" providerId="ADAL" clId="{6CF5D3DD-A8C4-4611-8099-4AEB2E976A2E}" dt="2026-06-07T11:53:44.216" v="3312"/>
          <ac:grpSpMkLst>
            <pc:docMk/>
            <pc:sldMk cId="1993746846" sldId="921"/>
            <ac:grpSpMk id="34" creationId="{E03AAE56-79EA-00C4-C2B9-2FB6DFC18964}"/>
          </ac:grpSpMkLst>
        </pc:grpChg>
        <pc:grpChg chg="mod">
          <ac:chgData name="Al Friend" userId="e5ed79da-d858-46d4-9eed-a7a24903f2de" providerId="ADAL" clId="{6CF5D3DD-A8C4-4611-8099-4AEB2E976A2E}" dt="2026-06-07T11:53:44.216" v="3312"/>
          <ac:grpSpMkLst>
            <pc:docMk/>
            <pc:sldMk cId="1993746846" sldId="921"/>
            <ac:grpSpMk id="36" creationId="{BFE7382D-0E17-37B8-16A9-47D1355807D6}"/>
          </ac:grpSpMkLst>
        </pc:grpChg>
        <pc:picChg chg="add mod ord">
          <ac:chgData name="Al Friend" userId="e5ed79da-d858-46d4-9eed-a7a24903f2de" providerId="ADAL" clId="{6CF5D3DD-A8C4-4611-8099-4AEB2E976A2E}" dt="2026-06-07T11:24:11.450" v="3273" actId="12788"/>
          <ac:picMkLst>
            <pc:docMk/>
            <pc:sldMk cId="1993746846" sldId="921"/>
            <ac:picMk id="5" creationId="{6E4FE29A-473D-8E95-893C-2359C7875020}"/>
          </ac:picMkLst>
        </pc:picChg>
        <pc:inkChg chg="add mod">
          <ac:chgData name="Al Friend" userId="e5ed79da-d858-46d4-9eed-a7a24903f2de" providerId="ADAL" clId="{6CF5D3DD-A8C4-4611-8099-4AEB2E976A2E}" dt="2026-06-07T11:53:44.216" v="3312"/>
          <ac:inkMkLst>
            <pc:docMk/>
            <pc:sldMk cId="1993746846" sldId="921"/>
            <ac:inkMk id="6" creationId="{82BEBB61-F2F2-6027-6EC9-F38D02B7EB18}"/>
          </ac:inkMkLst>
        </pc:inkChg>
        <pc:inkChg chg="add">
          <ac:chgData name="Al Friend" userId="e5ed79da-d858-46d4-9eed-a7a24903f2de" providerId="ADAL" clId="{6CF5D3DD-A8C4-4611-8099-4AEB2E976A2E}" dt="2026-06-07T11:53:32.461" v="3283" actId="9405"/>
          <ac:inkMkLst>
            <pc:docMk/>
            <pc:sldMk cId="1993746846" sldId="921"/>
            <ac:inkMk id="7" creationId="{D5939011-2F8B-D21F-9FFB-0B45AA15D4D3}"/>
          </ac:inkMkLst>
        </pc:inkChg>
        <pc:inkChg chg="add mod">
          <ac:chgData name="Al Friend" userId="e5ed79da-d858-46d4-9eed-a7a24903f2de" providerId="ADAL" clId="{6CF5D3DD-A8C4-4611-8099-4AEB2E976A2E}" dt="2026-06-07T11:53:44.216" v="3312"/>
          <ac:inkMkLst>
            <pc:docMk/>
            <pc:sldMk cId="1993746846" sldId="921"/>
            <ac:inkMk id="8" creationId="{C4DBC3E1-B8B0-CF1A-8711-F34F27F3A33F}"/>
          </ac:inkMkLst>
        </pc:inkChg>
        <pc:inkChg chg="add">
          <ac:chgData name="Al Friend" userId="e5ed79da-d858-46d4-9eed-a7a24903f2de" providerId="ADAL" clId="{6CF5D3DD-A8C4-4611-8099-4AEB2E976A2E}" dt="2026-06-07T11:53:33.159" v="3285" actId="9405"/>
          <ac:inkMkLst>
            <pc:docMk/>
            <pc:sldMk cId="1993746846" sldId="921"/>
            <ac:inkMk id="9" creationId="{AD681477-5E61-3467-EFFD-3960CF18D283}"/>
          </ac:inkMkLst>
        </pc:inkChg>
        <pc:inkChg chg="add mod">
          <ac:chgData name="Al Friend" userId="e5ed79da-d858-46d4-9eed-a7a24903f2de" providerId="ADAL" clId="{6CF5D3DD-A8C4-4611-8099-4AEB2E976A2E}" dt="2026-06-07T11:53:37.320" v="3296"/>
          <ac:inkMkLst>
            <pc:docMk/>
            <pc:sldMk cId="1993746846" sldId="921"/>
            <ac:inkMk id="10" creationId="{07AA74E3-5131-4638-0CD7-BA5C0E3F135D}"/>
          </ac:inkMkLst>
        </pc:inkChg>
        <pc:inkChg chg="add mod">
          <ac:chgData name="Al Friend" userId="e5ed79da-d858-46d4-9eed-a7a24903f2de" providerId="ADAL" clId="{6CF5D3DD-A8C4-4611-8099-4AEB2E976A2E}" dt="2026-06-07T11:53:44.216" v="3312"/>
          <ac:inkMkLst>
            <pc:docMk/>
            <pc:sldMk cId="1993746846" sldId="921"/>
            <ac:inkMk id="11" creationId="{D7D3321C-4700-1F96-85EF-6A0AE6B44DC8}"/>
          </ac:inkMkLst>
        </pc:inkChg>
        <pc:inkChg chg="add">
          <ac:chgData name="Al Friend" userId="e5ed79da-d858-46d4-9eed-a7a24903f2de" providerId="ADAL" clId="{6CF5D3DD-A8C4-4611-8099-4AEB2E976A2E}" dt="2026-06-07T11:53:34.367" v="3288" actId="9405"/>
          <ac:inkMkLst>
            <pc:docMk/>
            <pc:sldMk cId="1993746846" sldId="921"/>
            <ac:inkMk id="12" creationId="{8A6A99B4-5948-1038-A8F7-23293654A8CE}"/>
          </ac:inkMkLst>
        </pc:inkChg>
        <pc:inkChg chg="add mod">
          <ac:chgData name="Al Friend" userId="e5ed79da-d858-46d4-9eed-a7a24903f2de" providerId="ADAL" clId="{6CF5D3DD-A8C4-4611-8099-4AEB2E976A2E}" dt="2026-06-07T11:53:37.320" v="3296"/>
          <ac:inkMkLst>
            <pc:docMk/>
            <pc:sldMk cId="1993746846" sldId="921"/>
            <ac:inkMk id="13" creationId="{09FE5C31-FAF4-132A-8E3B-C4F135935317}"/>
          </ac:inkMkLst>
        </pc:inkChg>
        <pc:inkChg chg="add mod">
          <ac:chgData name="Al Friend" userId="e5ed79da-d858-46d4-9eed-a7a24903f2de" providerId="ADAL" clId="{6CF5D3DD-A8C4-4611-8099-4AEB2E976A2E}" dt="2026-06-07T11:53:44.216" v="3312"/>
          <ac:inkMkLst>
            <pc:docMk/>
            <pc:sldMk cId="1993746846" sldId="921"/>
            <ac:inkMk id="14" creationId="{BC6DAEBF-B26B-D09B-A627-1F045D465DA4}"/>
          </ac:inkMkLst>
        </pc:inkChg>
        <pc:inkChg chg="add mod">
          <ac:chgData name="Al Friend" userId="e5ed79da-d858-46d4-9eed-a7a24903f2de" providerId="ADAL" clId="{6CF5D3DD-A8C4-4611-8099-4AEB2E976A2E}" dt="2026-06-07T11:53:42.714" v="3310"/>
          <ac:inkMkLst>
            <pc:docMk/>
            <pc:sldMk cId="1993746846" sldId="921"/>
            <ac:inkMk id="15" creationId="{286BBA7E-A9FE-A008-9AC6-37A1C962E30F}"/>
          </ac:inkMkLst>
        </pc:inkChg>
        <pc:inkChg chg="add mod">
          <ac:chgData name="Al Friend" userId="e5ed79da-d858-46d4-9eed-a7a24903f2de" providerId="ADAL" clId="{6CF5D3DD-A8C4-4611-8099-4AEB2E976A2E}" dt="2026-06-07T11:53:44.216" v="3312"/>
          <ac:inkMkLst>
            <pc:docMk/>
            <pc:sldMk cId="1993746846" sldId="921"/>
            <ac:inkMk id="16" creationId="{D5E66E5E-8795-77F7-84D3-12983D5CB40A}"/>
          </ac:inkMkLst>
        </pc:inkChg>
        <pc:inkChg chg="add">
          <ac:chgData name="Al Friend" userId="e5ed79da-d858-46d4-9eed-a7a24903f2de" providerId="ADAL" clId="{6CF5D3DD-A8C4-4611-8099-4AEB2E976A2E}" dt="2026-06-07T11:53:36.051" v="3293" actId="9405"/>
          <ac:inkMkLst>
            <pc:docMk/>
            <pc:sldMk cId="1993746846" sldId="921"/>
            <ac:inkMk id="17" creationId="{46304D78-2759-0DD2-EEEA-3A30EA1FD2CE}"/>
          </ac:inkMkLst>
        </pc:inkChg>
        <pc:inkChg chg="add mod">
          <ac:chgData name="Al Friend" userId="e5ed79da-d858-46d4-9eed-a7a24903f2de" providerId="ADAL" clId="{6CF5D3DD-A8C4-4611-8099-4AEB2E976A2E}" dt="2026-06-07T11:53:37.320" v="3296"/>
          <ac:inkMkLst>
            <pc:docMk/>
            <pc:sldMk cId="1993746846" sldId="921"/>
            <ac:inkMk id="18" creationId="{53FB6574-45FF-A17F-432E-1FB81EDA7747}"/>
          </ac:inkMkLst>
        </pc:inkChg>
        <pc:inkChg chg="add mod">
          <ac:chgData name="Al Friend" userId="e5ed79da-d858-46d4-9eed-a7a24903f2de" providerId="ADAL" clId="{6CF5D3DD-A8C4-4611-8099-4AEB2E976A2E}" dt="2026-06-07T11:53:37.320" v="3296"/>
          <ac:inkMkLst>
            <pc:docMk/>
            <pc:sldMk cId="1993746846" sldId="921"/>
            <ac:inkMk id="19" creationId="{4C1639C3-6267-848D-53CF-56B6A49200FC}"/>
          </ac:inkMkLst>
        </pc:inkChg>
        <pc:inkChg chg="add">
          <ac:chgData name="Al Friend" userId="e5ed79da-d858-46d4-9eed-a7a24903f2de" providerId="ADAL" clId="{6CF5D3DD-A8C4-4611-8099-4AEB2E976A2E}" dt="2026-06-07T11:53:38.184" v="3297" actId="9405"/>
          <ac:inkMkLst>
            <pc:docMk/>
            <pc:sldMk cId="1993746846" sldId="921"/>
            <ac:inkMk id="21" creationId="{7B0320BD-C835-4D26-C334-26BA2E94D8EF}"/>
          </ac:inkMkLst>
        </pc:inkChg>
        <pc:inkChg chg="add mod">
          <ac:chgData name="Al Friend" userId="e5ed79da-d858-46d4-9eed-a7a24903f2de" providerId="ADAL" clId="{6CF5D3DD-A8C4-4611-8099-4AEB2E976A2E}" dt="2026-06-07T11:53:44.216" v="3312"/>
          <ac:inkMkLst>
            <pc:docMk/>
            <pc:sldMk cId="1993746846" sldId="921"/>
            <ac:inkMk id="22" creationId="{FC0DAEFD-9DE8-3D8E-E18D-01E0B57EEAF1}"/>
          </ac:inkMkLst>
        </pc:inkChg>
        <pc:inkChg chg="add">
          <ac:chgData name="Al Friend" userId="e5ed79da-d858-46d4-9eed-a7a24903f2de" providerId="ADAL" clId="{6CF5D3DD-A8C4-4611-8099-4AEB2E976A2E}" dt="2026-06-07T11:53:38.582" v="3299" actId="9405"/>
          <ac:inkMkLst>
            <pc:docMk/>
            <pc:sldMk cId="1993746846" sldId="921"/>
            <ac:inkMk id="23" creationId="{A0F96C1E-B131-ED76-2534-80BFFF8DBEE7}"/>
          </ac:inkMkLst>
        </pc:inkChg>
        <pc:inkChg chg="add">
          <ac:chgData name="Al Friend" userId="e5ed79da-d858-46d4-9eed-a7a24903f2de" providerId="ADAL" clId="{6CF5D3DD-A8C4-4611-8099-4AEB2E976A2E}" dt="2026-06-07T11:53:38.933" v="3300" actId="9405"/>
          <ac:inkMkLst>
            <pc:docMk/>
            <pc:sldMk cId="1993746846" sldId="921"/>
            <ac:inkMk id="24" creationId="{A7A9F338-6460-BEC1-C5B3-2962F43883F8}"/>
          </ac:inkMkLst>
        </pc:inkChg>
        <pc:inkChg chg="add">
          <ac:chgData name="Al Friend" userId="e5ed79da-d858-46d4-9eed-a7a24903f2de" providerId="ADAL" clId="{6CF5D3DD-A8C4-4611-8099-4AEB2E976A2E}" dt="2026-06-07T11:53:39.603" v="3301" actId="9405"/>
          <ac:inkMkLst>
            <pc:docMk/>
            <pc:sldMk cId="1993746846" sldId="921"/>
            <ac:inkMk id="25" creationId="{74541831-37DF-EF5E-EB2E-59F0C50330B7}"/>
          </ac:inkMkLst>
        </pc:inkChg>
        <pc:inkChg chg="add">
          <ac:chgData name="Al Friend" userId="e5ed79da-d858-46d4-9eed-a7a24903f2de" providerId="ADAL" clId="{6CF5D3DD-A8C4-4611-8099-4AEB2E976A2E}" dt="2026-06-07T11:53:39.865" v="3302" actId="9405"/>
          <ac:inkMkLst>
            <pc:docMk/>
            <pc:sldMk cId="1993746846" sldId="921"/>
            <ac:inkMk id="26" creationId="{DC92C013-AB07-5DAF-49F4-26D19747B241}"/>
          </ac:inkMkLst>
        </pc:inkChg>
        <pc:inkChg chg="add">
          <ac:chgData name="Al Friend" userId="e5ed79da-d858-46d4-9eed-a7a24903f2de" providerId="ADAL" clId="{6CF5D3DD-A8C4-4611-8099-4AEB2E976A2E}" dt="2026-06-07T11:53:40.063" v="3303" actId="9405"/>
          <ac:inkMkLst>
            <pc:docMk/>
            <pc:sldMk cId="1993746846" sldId="921"/>
            <ac:inkMk id="27" creationId="{53828D4C-202E-FFCF-0E9C-903657B11CD1}"/>
          </ac:inkMkLst>
        </pc:inkChg>
        <pc:inkChg chg="add mod">
          <ac:chgData name="Al Friend" userId="e5ed79da-d858-46d4-9eed-a7a24903f2de" providerId="ADAL" clId="{6CF5D3DD-A8C4-4611-8099-4AEB2E976A2E}" dt="2026-06-07T11:53:44.216" v="3312"/>
          <ac:inkMkLst>
            <pc:docMk/>
            <pc:sldMk cId="1993746846" sldId="921"/>
            <ac:inkMk id="28" creationId="{78F69CDA-54DA-217A-2BC5-A376274875A3}"/>
          </ac:inkMkLst>
        </pc:inkChg>
        <pc:inkChg chg="add">
          <ac:chgData name="Al Friend" userId="e5ed79da-d858-46d4-9eed-a7a24903f2de" providerId="ADAL" clId="{6CF5D3DD-A8C4-4611-8099-4AEB2E976A2E}" dt="2026-06-07T11:53:40.371" v="3305" actId="9405"/>
          <ac:inkMkLst>
            <pc:docMk/>
            <pc:sldMk cId="1993746846" sldId="921"/>
            <ac:inkMk id="29" creationId="{8CCF5747-EDB5-5F82-CAA6-A755A9FC4528}"/>
          </ac:inkMkLst>
        </pc:inkChg>
        <pc:inkChg chg="add">
          <ac:chgData name="Al Friend" userId="e5ed79da-d858-46d4-9eed-a7a24903f2de" providerId="ADAL" clId="{6CF5D3DD-A8C4-4611-8099-4AEB2E976A2E}" dt="2026-06-07T11:53:40.681" v="3306" actId="9405"/>
          <ac:inkMkLst>
            <pc:docMk/>
            <pc:sldMk cId="1993746846" sldId="921"/>
            <ac:inkMk id="30" creationId="{75F47340-A391-6336-0384-334CD4B53F50}"/>
          </ac:inkMkLst>
        </pc:inkChg>
        <pc:inkChg chg="add">
          <ac:chgData name="Al Friend" userId="e5ed79da-d858-46d4-9eed-a7a24903f2de" providerId="ADAL" clId="{6CF5D3DD-A8C4-4611-8099-4AEB2E976A2E}" dt="2026-06-07T11:53:41.055" v="3307" actId="9405"/>
          <ac:inkMkLst>
            <pc:docMk/>
            <pc:sldMk cId="1993746846" sldId="921"/>
            <ac:inkMk id="31" creationId="{EE51B459-B6D1-9914-2FA6-6CB888317343}"/>
          </ac:inkMkLst>
        </pc:inkChg>
        <pc:inkChg chg="add">
          <ac:chgData name="Al Friend" userId="e5ed79da-d858-46d4-9eed-a7a24903f2de" providerId="ADAL" clId="{6CF5D3DD-A8C4-4611-8099-4AEB2E976A2E}" dt="2026-06-07T11:53:41.464" v="3308" actId="9405"/>
          <ac:inkMkLst>
            <pc:docMk/>
            <pc:sldMk cId="1993746846" sldId="921"/>
            <ac:inkMk id="32" creationId="{27D9C6BC-3511-8566-3AFA-323AD9B67387}"/>
          </ac:inkMkLst>
        </pc:inkChg>
        <pc:inkChg chg="add">
          <ac:chgData name="Al Friend" userId="e5ed79da-d858-46d4-9eed-a7a24903f2de" providerId="ADAL" clId="{6CF5D3DD-A8C4-4611-8099-4AEB2E976A2E}" dt="2026-06-07T11:53:41.740" v="3309" actId="9405"/>
          <ac:inkMkLst>
            <pc:docMk/>
            <pc:sldMk cId="1993746846" sldId="921"/>
            <ac:inkMk id="33" creationId="{C8B2BC9A-8C0F-6817-9CD6-A565755A2D61}"/>
          </ac:inkMkLst>
        </pc:inkChg>
        <pc:inkChg chg="add mod">
          <ac:chgData name="Al Friend" userId="e5ed79da-d858-46d4-9eed-a7a24903f2de" providerId="ADAL" clId="{6CF5D3DD-A8C4-4611-8099-4AEB2E976A2E}" dt="2026-06-07T11:53:44.216" v="3312"/>
          <ac:inkMkLst>
            <pc:docMk/>
            <pc:sldMk cId="1993746846" sldId="921"/>
            <ac:inkMk id="35" creationId="{042DE18C-1A14-1B1B-9977-D1F44446E804}"/>
          </ac:inkMkLst>
        </pc:inkChg>
      </pc:sldChg>
      <pc:sldChg chg="addSp delSp modSp new mod">
        <pc:chgData name="Al Friend" userId="e5ed79da-d858-46d4-9eed-a7a24903f2de" providerId="ADAL" clId="{6CF5D3DD-A8C4-4611-8099-4AEB2E976A2E}" dt="2026-06-07T11:56:15.588" v="3438" actId="20577"/>
        <pc:sldMkLst>
          <pc:docMk/>
          <pc:sldMk cId="3857721088" sldId="922"/>
        </pc:sldMkLst>
        <pc:spChg chg="mod">
          <ac:chgData name="Al Friend" userId="e5ed79da-d858-46d4-9eed-a7a24903f2de" providerId="ADAL" clId="{6CF5D3DD-A8C4-4611-8099-4AEB2E976A2E}" dt="2026-06-07T11:56:15.588" v="3438" actId="20577"/>
          <ac:spMkLst>
            <pc:docMk/>
            <pc:sldMk cId="3857721088" sldId="922"/>
            <ac:spMk id="2" creationId="{4F0167FC-0263-A413-B627-1469A3CD8C45}"/>
          </ac:spMkLst>
        </pc:spChg>
        <pc:spChg chg="del">
          <ac:chgData name="Al Friend" userId="e5ed79da-d858-46d4-9eed-a7a24903f2de" providerId="ADAL" clId="{6CF5D3DD-A8C4-4611-8099-4AEB2E976A2E}" dt="2026-06-07T11:54:25.214" v="3314" actId="22"/>
          <ac:spMkLst>
            <pc:docMk/>
            <pc:sldMk cId="3857721088" sldId="922"/>
            <ac:spMk id="3" creationId="{CB941513-B323-90BE-605E-CCF5F7B0AAED}"/>
          </ac:spMkLst>
        </pc:spChg>
        <pc:grpChg chg="del mod">
          <ac:chgData name="Al Friend" userId="e5ed79da-d858-46d4-9eed-a7a24903f2de" providerId="ADAL" clId="{6CF5D3DD-A8C4-4611-8099-4AEB2E976A2E}" dt="2026-06-07T11:55:11.719" v="3349"/>
          <ac:grpSpMkLst>
            <pc:docMk/>
            <pc:sldMk cId="3857721088" sldId="922"/>
            <ac:grpSpMk id="14" creationId="{675B2124-13FF-E8F1-F33F-EA5D528F20AA}"/>
          </ac:grpSpMkLst>
        </pc:grpChg>
        <pc:grpChg chg="del mod">
          <ac:chgData name="Al Friend" userId="e5ed79da-d858-46d4-9eed-a7a24903f2de" providerId="ADAL" clId="{6CF5D3DD-A8C4-4611-8099-4AEB2E976A2E}" dt="2026-06-07T11:55:14.022" v="3351"/>
          <ac:grpSpMkLst>
            <pc:docMk/>
            <pc:sldMk cId="3857721088" sldId="922"/>
            <ac:grpSpMk id="15" creationId="{3550863D-A0EE-0061-54F4-E7CEBC82661E}"/>
          </ac:grpSpMkLst>
        </pc:grpChg>
        <pc:grpChg chg="del mod">
          <ac:chgData name="Al Friend" userId="e5ed79da-d858-46d4-9eed-a7a24903f2de" providerId="ADAL" clId="{6CF5D3DD-A8C4-4611-8099-4AEB2E976A2E}" dt="2026-06-07T11:55:14.024" v="3356"/>
          <ac:grpSpMkLst>
            <pc:docMk/>
            <pc:sldMk cId="3857721088" sldId="922"/>
            <ac:grpSpMk id="18" creationId="{A5FEA802-6D50-9BC2-B7B8-FBA4B52530E9}"/>
          </ac:grpSpMkLst>
        </pc:grpChg>
        <pc:grpChg chg="del mod">
          <ac:chgData name="Al Friend" userId="e5ed79da-d858-46d4-9eed-a7a24903f2de" providerId="ADAL" clId="{6CF5D3DD-A8C4-4611-8099-4AEB2E976A2E}" dt="2026-06-07T11:55:15.795" v="3361"/>
          <ac:grpSpMkLst>
            <pc:docMk/>
            <pc:sldMk cId="3857721088" sldId="922"/>
            <ac:grpSpMk id="28" creationId="{20DD2B19-75F1-C25A-1982-731B3CAFAC9C}"/>
          </ac:grpSpMkLst>
        </pc:grpChg>
        <pc:grpChg chg="mod">
          <ac:chgData name="Al Friend" userId="e5ed79da-d858-46d4-9eed-a7a24903f2de" providerId="ADAL" clId="{6CF5D3DD-A8C4-4611-8099-4AEB2E976A2E}" dt="2026-06-07T11:55:28.438" v="3383"/>
          <ac:grpSpMkLst>
            <pc:docMk/>
            <pc:sldMk cId="3857721088" sldId="922"/>
            <ac:grpSpMk id="48" creationId="{C35E3AE6-8065-6DA6-08C6-8F11A193F408}"/>
          </ac:grpSpMkLst>
        </pc:grpChg>
        <pc:grpChg chg="mod">
          <ac:chgData name="Al Friend" userId="e5ed79da-d858-46d4-9eed-a7a24903f2de" providerId="ADAL" clId="{6CF5D3DD-A8C4-4611-8099-4AEB2E976A2E}" dt="2026-06-07T11:55:28.438" v="3383"/>
          <ac:grpSpMkLst>
            <pc:docMk/>
            <pc:sldMk cId="3857721088" sldId="922"/>
            <ac:grpSpMk id="49" creationId="{995B2B32-E462-908A-5547-EE41569C92F4}"/>
          </ac:grpSpMkLst>
        </pc:grpChg>
        <pc:grpChg chg="mod">
          <ac:chgData name="Al Friend" userId="e5ed79da-d858-46d4-9eed-a7a24903f2de" providerId="ADAL" clId="{6CF5D3DD-A8C4-4611-8099-4AEB2E976A2E}" dt="2026-06-07T11:55:37.216" v="3394"/>
          <ac:grpSpMkLst>
            <pc:docMk/>
            <pc:sldMk cId="3857721088" sldId="922"/>
            <ac:grpSpMk id="60" creationId="{88496A97-64C2-36D3-D472-B10156AB6EF2}"/>
          </ac:grpSpMkLst>
        </pc:grpChg>
        <pc:grpChg chg="mod">
          <ac:chgData name="Al Friend" userId="e5ed79da-d858-46d4-9eed-a7a24903f2de" providerId="ADAL" clId="{6CF5D3DD-A8C4-4611-8099-4AEB2E976A2E}" dt="2026-06-07T11:55:37.216" v="3394"/>
          <ac:grpSpMkLst>
            <pc:docMk/>
            <pc:sldMk cId="3857721088" sldId="922"/>
            <ac:grpSpMk id="61" creationId="{A3036358-DE52-D179-787B-705BFF884E8C}"/>
          </ac:grpSpMkLst>
        </pc:grpChg>
        <pc:grpChg chg="mod">
          <ac:chgData name="Al Friend" userId="e5ed79da-d858-46d4-9eed-a7a24903f2de" providerId="ADAL" clId="{6CF5D3DD-A8C4-4611-8099-4AEB2E976A2E}" dt="2026-06-07T11:55:37.216" v="3394"/>
          <ac:grpSpMkLst>
            <pc:docMk/>
            <pc:sldMk cId="3857721088" sldId="922"/>
            <ac:grpSpMk id="62" creationId="{BE913C50-786B-3DFF-FA3D-50816A884C08}"/>
          </ac:grpSpMkLst>
        </pc:grpChg>
        <pc:grpChg chg="mod">
          <ac:chgData name="Al Friend" userId="e5ed79da-d858-46d4-9eed-a7a24903f2de" providerId="ADAL" clId="{6CF5D3DD-A8C4-4611-8099-4AEB2E976A2E}" dt="2026-06-07T11:55:45.794" v="3412"/>
          <ac:grpSpMkLst>
            <pc:docMk/>
            <pc:sldMk cId="3857721088" sldId="922"/>
            <ac:grpSpMk id="77" creationId="{1B927421-D225-2B3C-9F03-9371A2AB18B2}"/>
          </ac:grpSpMkLst>
        </pc:grpChg>
        <pc:grpChg chg="mod">
          <ac:chgData name="Al Friend" userId="e5ed79da-d858-46d4-9eed-a7a24903f2de" providerId="ADAL" clId="{6CF5D3DD-A8C4-4611-8099-4AEB2E976A2E}" dt="2026-06-07T11:55:44.043" v="3409"/>
          <ac:grpSpMkLst>
            <pc:docMk/>
            <pc:sldMk cId="3857721088" sldId="922"/>
            <ac:grpSpMk id="78" creationId="{76AB5050-90C0-5A2B-75A0-F2716119207C}"/>
          </ac:grpSpMkLst>
        </pc:grpChg>
        <pc:grpChg chg="mod">
          <ac:chgData name="Al Friend" userId="e5ed79da-d858-46d4-9eed-a7a24903f2de" providerId="ADAL" clId="{6CF5D3DD-A8C4-4611-8099-4AEB2E976A2E}" dt="2026-06-07T11:55:44.043" v="3409"/>
          <ac:grpSpMkLst>
            <pc:docMk/>
            <pc:sldMk cId="3857721088" sldId="922"/>
            <ac:grpSpMk id="79" creationId="{252F6594-85BC-BFD2-EA44-D27F88C53BEA}"/>
          </ac:grpSpMkLst>
        </pc:grpChg>
        <pc:grpChg chg="mod">
          <ac:chgData name="Al Friend" userId="e5ed79da-d858-46d4-9eed-a7a24903f2de" providerId="ADAL" clId="{6CF5D3DD-A8C4-4611-8099-4AEB2E976A2E}" dt="2026-06-07T11:55:49.806" v="3418"/>
          <ac:grpSpMkLst>
            <pc:docMk/>
            <pc:sldMk cId="3857721088" sldId="922"/>
            <ac:grpSpMk id="85" creationId="{99A59A98-BD0E-BE4B-E833-64180756DFAD}"/>
          </ac:grpSpMkLst>
        </pc:grpChg>
        <pc:picChg chg="add mod ord">
          <ac:chgData name="Al Friend" userId="e5ed79da-d858-46d4-9eed-a7a24903f2de" providerId="ADAL" clId="{6CF5D3DD-A8C4-4611-8099-4AEB2E976A2E}" dt="2026-06-07T11:54:37.032" v="3317" actId="12788"/>
          <ac:picMkLst>
            <pc:docMk/>
            <pc:sldMk cId="3857721088" sldId="922"/>
            <ac:picMk id="5" creationId="{CA8558F8-96D8-7122-EBFD-DFB79A7EFE3A}"/>
          </ac:picMkLst>
        </pc:picChg>
        <pc:inkChg chg="add">
          <ac:chgData name="Al Friend" userId="e5ed79da-d858-46d4-9eed-a7a24903f2de" providerId="ADAL" clId="{6CF5D3DD-A8C4-4611-8099-4AEB2E976A2E}" dt="2026-06-07T11:54:50.560" v="3324" actId="9405"/>
          <ac:inkMkLst>
            <pc:docMk/>
            <pc:sldMk cId="3857721088" sldId="922"/>
            <ac:inkMk id="6" creationId="{651ABF0E-BACF-52A4-1472-AAB0EA5B3DC3}"/>
          </ac:inkMkLst>
        </pc:inkChg>
        <pc:inkChg chg="add del mod">
          <ac:chgData name="Al Friend" userId="e5ed79da-d858-46d4-9eed-a7a24903f2de" providerId="ADAL" clId="{6CF5D3DD-A8C4-4611-8099-4AEB2E976A2E}" dt="2026-06-07T11:55:11.659" v="3347"/>
          <ac:inkMkLst>
            <pc:docMk/>
            <pc:sldMk cId="3857721088" sldId="922"/>
            <ac:inkMk id="7" creationId="{888C2C8D-3698-0FB4-3674-3BDFFEC47830}"/>
          </ac:inkMkLst>
        </pc:inkChg>
        <pc:inkChg chg="add del mod">
          <ac:chgData name="Al Friend" userId="e5ed79da-d858-46d4-9eed-a7a24903f2de" providerId="ADAL" clId="{6CF5D3DD-A8C4-4611-8099-4AEB2E976A2E}" dt="2026-06-07T11:55:11.659" v="3348"/>
          <ac:inkMkLst>
            <pc:docMk/>
            <pc:sldMk cId="3857721088" sldId="922"/>
            <ac:inkMk id="8" creationId="{07CE5DC2-2B1D-7F48-6469-D06F182F4809}"/>
          </ac:inkMkLst>
        </pc:inkChg>
        <pc:inkChg chg="add del mod">
          <ac:chgData name="Al Friend" userId="e5ed79da-d858-46d4-9eed-a7a24903f2de" providerId="ADAL" clId="{6CF5D3DD-A8C4-4611-8099-4AEB2E976A2E}" dt="2026-06-07T11:55:14.022" v="3351"/>
          <ac:inkMkLst>
            <pc:docMk/>
            <pc:sldMk cId="3857721088" sldId="922"/>
            <ac:inkMk id="9" creationId="{7773EEA5-9AFF-50E9-CD51-98657FDB5C63}"/>
          </ac:inkMkLst>
        </pc:inkChg>
        <pc:inkChg chg="add del mod">
          <ac:chgData name="Al Friend" userId="e5ed79da-d858-46d4-9eed-a7a24903f2de" providerId="ADAL" clId="{6CF5D3DD-A8C4-4611-8099-4AEB2E976A2E}" dt="2026-06-07T11:55:14.023" v="3354"/>
          <ac:inkMkLst>
            <pc:docMk/>
            <pc:sldMk cId="3857721088" sldId="922"/>
            <ac:inkMk id="10" creationId="{5DF66DD1-6B87-2360-0EDB-5BDCAA6BCAAE}"/>
          </ac:inkMkLst>
        </pc:inkChg>
        <pc:inkChg chg="add del mod">
          <ac:chgData name="Al Friend" userId="e5ed79da-d858-46d4-9eed-a7a24903f2de" providerId="ADAL" clId="{6CF5D3DD-A8C4-4611-8099-4AEB2E976A2E}" dt="2026-06-07T11:55:17.234" v="3362"/>
          <ac:inkMkLst>
            <pc:docMk/>
            <pc:sldMk cId="3857721088" sldId="922"/>
            <ac:inkMk id="11" creationId="{E5FB426D-A9E2-EFBF-4390-895B282D6EFD}"/>
          </ac:inkMkLst>
        </pc:inkChg>
        <pc:inkChg chg="add del mod">
          <ac:chgData name="Al Friend" userId="e5ed79da-d858-46d4-9eed-a7a24903f2de" providerId="ADAL" clId="{6CF5D3DD-A8C4-4611-8099-4AEB2E976A2E}" dt="2026-06-07T11:55:11.719" v="3349"/>
          <ac:inkMkLst>
            <pc:docMk/>
            <pc:sldMk cId="3857721088" sldId="922"/>
            <ac:inkMk id="12" creationId="{56D219C3-9033-14A1-40C2-23CB371B004B}"/>
          </ac:inkMkLst>
        </pc:inkChg>
        <pc:inkChg chg="add del mod">
          <ac:chgData name="Al Friend" userId="e5ed79da-d858-46d4-9eed-a7a24903f2de" providerId="ADAL" clId="{6CF5D3DD-A8C4-4611-8099-4AEB2E976A2E}" dt="2026-06-07T11:54:59.143" v="3333"/>
          <ac:inkMkLst>
            <pc:docMk/>
            <pc:sldMk cId="3857721088" sldId="922"/>
            <ac:inkMk id="13" creationId="{85EEE9AA-1525-3987-0469-DFC352AF40B8}"/>
          </ac:inkMkLst>
        </pc:inkChg>
        <pc:inkChg chg="add del mod">
          <ac:chgData name="Al Friend" userId="e5ed79da-d858-46d4-9eed-a7a24903f2de" providerId="ADAL" clId="{6CF5D3DD-A8C4-4611-8099-4AEB2E976A2E}" dt="2026-06-07T11:55:14.024" v="3356"/>
          <ac:inkMkLst>
            <pc:docMk/>
            <pc:sldMk cId="3857721088" sldId="922"/>
            <ac:inkMk id="16" creationId="{8D9F287E-BD79-7EFC-7651-052A6510AEBE}"/>
          </ac:inkMkLst>
        </pc:inkChg>
        <pc:inkChg chg="add del mod">
          <ac:chgData name="Al Friend" userId="e5ed79da-d858-46d4-9eed-a7a24903f2de" providerId="ADAL" clId="{6CF5D3DD-A8C4-4611-8099-4AEB2E976A2E}" dt="2026-06-07T11:55:15.791" v="3360"/>
          <ac:inkMkLst>
            <pc:docMk/>
            <pc:sldMk cId="3857721088" sldId="922"/>
            <ac:inkMk id="17" creationId="{8D600572-92C4-0B2D-DB02-920C3343C840}"/>
          </ac:inkMkLst>
        </pc:inkChg>
        <pc:inkChg chg="add del mod">
          <ac:chgData name="Al Friend" userId="e5ed79da-d858-46d4-9eed-a7a24903f2de" providerId="ADAL" clId="{6CF5D3DD-A8C4-4611-8099-4AEB2E976A2E}" dt="2026-06-07T11:55:14.023" v="3352"/>
          <ac:inkMkLst>
            <pc:docMk/>
            <pc:sldMk cId="3857721088" sldId="922"/>
            <ac:inkMk id="19" creationId="{76D0A6E5-32CD-95C7-127A-C09307DDC7C9}"/>
          </ac:inkMkLst>
        </pc:inkChg>
        <pc:inkChg chg="add del mod">
          <ac:chgData name="Al Friend" userId="e5ed79da-d858-46d4-9eed-a7a24903f2de" providerId="ADAL" clId="{6CF5D3DD-A8C4-4611-8099-4AEB2E976A2E}" dt="2026-06-07T11:55:14.469" v="3359"/>
          <ac:inkMkLst>
            <pc:docMk/>
            <pc:sldMk cId="3857721088" sldId="922"/>
            <ac:inkMk id="20" creationId="{D68B47F6-B06A-FB23-404D-01C060E2183F}"/>
          </ac:inkMkLst>
        </pc:inkChg>
        <pc:inkChg chg="add del mod">
          <ac:chgData name="Al Friend" userId="e5ed79da-d858-46d4-9eed-a7a24903f2de" providerId="ADAL" clId="{6CF5D3DD-A8C4-4611-8099-4AEB2E976A2E}" dt="2026-06-07T11:55:14.027" v="3358"/>
          <ac:inkMkLst>
            <pc:docMk/>
            <pc:sldMk cId="3857721088" sldId="922"/>
            <ac:inkMk id="21" creationId="{170C089B-27D9-BFC9-5EE3-BB85D33E2FBE}"/>
          </ac:inkMkLst>
        </pc:inkChg>
        <pc:inkChg chg="add del mod">
          <ac:chgData name="Al Friend" userId="e5ed79da-d858-46d4-9eed-a7a24903f2de" providerId="ADAL" clId="{6CF5D3DD-A8C4-4611-8099-4AEB2E976A2E}" dt="2026-06-07T11:55:14.021" v="3350"/>
          <ac:inkMkLst>
            <pc:docMk/>
            <pc:sldMk cId="3857721088" sldId="922"/>
            <ac:inkMk id="22" creationId="{A73BCA2F-8DD8-B8D6-8FFD-B20493B6B13E}"/>
          </ac:inkMkLst>
        </pc:inkChg>
        <pc:inkChg chg="add del mod">
          <ac:chgData name="Al Friend" userId="e5ed79da-d858-46d4-9eed-a7a24903f2de" providerId="ADAL" clId="{6CF5D3DD-A8C4-4611-8099-4AEB2E976A2E}" dt="2026-06-07T11:55:14.027" v="3357"/>
          <ac:inkMkLst>
            <pc:docMk/>
            <pc:sldMk cId="3857721088" sldId="922"/>
            <ac:inkMk id="23" creationId="{BC86F452-FAF8-EBEC-DEA4-80F42A7BD269}"/>
          </ac:inkMkLst>
        </pc:inkChg>
        <pc:inkChg chg="add del mod">
          <ac:chgData name="Al Friend" userId="e5ed79da-d858-46d4-9eed-a7a24903f2de" providerId="ADAL" clId="{6CF5D3DD-A8C4-4611-8099-4AEB2E976A2E}" dt="2026-06-07T11:55:14.024" v="3355"/>
          <ac:inkMkLst>
            <pc:docMk/>
            <pc:sldMk cId="3857721088" sldId="922"/>
            <ac:inkMk id="24" creationId="{D7B994CF-B6E6-F82B-9FEB-72CAE8663F0D}"/>
          </ac:inkMkLst>
        </pc:inkChg>
        <pc:inkChg chg="add del mod">
          <ac:chgData name="Al Friend" userId="e5ed79da-d858-46d4-9eed-a7a24903f2de" providerId="ADAL" clId="{6CF5D3DD-A8C4-4611-8099-4AEB2E976A2E}" dt="2026-06-07T11:55:14.023" v="3353"/>
          <ac:inkMkLst>
            <pc:docMk/>
            <pc:sldMk cId="3857721088" sldId="922"/>
            <ac:inkMk id="25" creationId="{C6A4495A-E878-09FE-2B20-F56BAD5EC208}"/>
          </ac:inkMkLst>
        </pc:inkChg>
        <pc:inkChg chg="add del mod">
          <ac:chgData name="Al Friend" userId="e5ed79da-d858-46d4-9eed-a7a24903f2de" providerId="ADAL" clId="{6CF5D3DD-A8C4-4611-8099-4AEB2E976A2E}" dt="2026-06-07T11:55:17.238" v="3363"/>
          <ac:inkMkLst>
            <pc:docMk/>
            <pc:sldMk cId="3857721088" sldId="922"/>
            <ac:inkMk id="26" creationId="{632A61CD-4680-7F44-F982-B1E90AC44365}"/>
          </ac:inkMkLst>
        </pc:inkChg>
        <pc:inkChg chg="add del mod">
          <ac:chgData name="Al Friend" userId="e5ed79da-d858-46d4-9eed-a7a24903f2de" providerId="ADAL" clId="{6CF5D3DD-A8C4-4611-8099-4AEB2E976A2E}" dt="2026-06-07T11:55:15.795" v="3361"/>
          <ac:inkMkLst>
            <pc:docMk/>
            <pc:sldMk cId="3857721088" sldId="922"/>
            <ac:inkMk id="27" creationId="{5891E37F-4A0F-BCF2-28D9-95DE7606F03D}"/>
          </ac:inkMkLst>
        </pc:inkChg>
        <pc:inkChg chg="add">
          <ac:chgData name="Al Friend" userId="e5ed79da-d858-46d4-9eed-a7a24903f2de" providerId="ADAL" clId="{6CF5D3DD-A8C4-4611-8099-4AEB2E976A2E}" dt="2026-06-07T11:55:22.473" v="3364" actId="9405"/>
          <ac:inkMkLst>
            <pc:docMk/>
            <pc:sldMk cId="3857721088" sldId="922"/>
            <ac:inkMk id="29" creationId="{19242D7D-0774-5935-7BB4-F21AA5DEE42A}"/>
          </ac:inkMkLst>
        </pc:inkChg>
        <pc:inkChg chg="add">
          <ac:chgData name="Al Friend" userId="e5ed79da-d858-46d4-9eed-a7a24903f2de" providerId="ADAL" clId="{6CF5D3DD-A8C4-4611-8099-4AEB2E976A2E}" dt="2026-06-07T11:55:22.720" v="3365" actId="9405"/>
          <ac:inkMkLst>
            <pc:docMk/>
            <pc:sldMk cId="3857721088" sldId="922"/>
            <ac:inkMk id="30" creationId="{C235569A-551D-997A-AF49-0887EF065B61}"/>
          </ac:inkMkLst>
        </pc:inkChg>
        <pc:inkChg chg="add mod">
          <ac:chgData name="Al Friend" userId="e5ed79da-d858-46d4-9eed-a7a24903f2de" providerId="ADAL" clId="{6CF5D3DD-A8C4-4611-8099-4AEB2E976A2E}" dt="2026-06-07T11:55:28.438" v="3383"/>
          <ac:inkMkLst>
            <pc:docMk/>
            <pc:sldMk cId="3857721088" sldId="922"/>
            <ac:inkMk id="31" creationId="{98895907-FB00-E23E-3793-8ED5B61FD393}"/>
          </ac:inkMkLst>
        </pc:inkChg>
        <pc:inkChg chg="add mod">
          <ac:chgData name="Al Friend" userId="e5ed79da-d858-46d4-9eed-a7a24903f2de" providerId="ADAL" clId="{6CF5D3DD-A8C4-4611-8099-4AEB2E976A2E}" dt="2026-06-07T11:55:28.438" v="3383"/>
          <ac:inkMkLst>
            <pc:docMk/>
            <pc:sldMk cId="3857721088" sldId="922"/>
            <ac:inkMk id="32" creationId="{7442FCE8-92DD-98EE-2E89-A45CFA6B78C1}"/>
          </ac:inkMkLst>
        </pc:inkChg>
        <pc:inkChg chg="add">
          <ac:chgData name="Al Friend" userId="e5ed79da-d858-46d4-9eed-a7a24903f2de" providerId="ADAL" clId="{6CF5D3DD-A8C4-4611-8099-4AEB2E976A2E}" dt="2026-06-07T11:55:23.808" v="3368" actId="9405"/>
          <ac:inkMkLst>
            <pc:docMk/>
            <pc:sldMk cId="3857721088" sldId="922"/>
            <ac:inkMk id="33" creationId="{9FD4127A-7883-0E84-DF04-9CF3042B1531}"/>
          </ac:inkMkLst>
        </pc:inkChg>
        <pc:inkChg chg="add">
          <ac:chgData name="Al Friend" userId="e5ed79da-d858-46d4-9eed-a7a24903f2de" providerId="ADAL" clId="{6CF5D3DD-A8C4-4611-8099-4AEB2E976A2E}" dt="2026-06-07T11:55:24.368" v="3369" actId="9405"/>
          <ac:inkMkLst>
            <pc:docMk/>
            <pc:sldMk cId="3857721088" sldId="922"/>
            <ac:inkMk id="34" creationId="{2FCBF8F4-8578-6F9C-961C-554075B4AF14}"/>
          </ac:inkMkLst>
        </pc:inkChg>
        <pc:inkChg chg="add mod">
          <ac:chgData name="Al Friend" userId="e5ed79da-d858-46d4-9eed-a7a24903f2de" providerId="ADAL" clId="{6CF5D3DD-A8C4-4611-8099-4AEB2E976A2E}" dt="2026-06-07T11:55:28.438" v="3383"/>
          <ac:inkMkLst>
            <pc:docMk/>
            <pc:sldMk cId="3857721088" sldId="922"/>
            <ac:inkMk id="35" creationId="{00A2E6C5-9369-E448-0376-CF599DC0FE27}"/>
          </ac:inkMkLst>
        </pc:inkChg>
        <pc:inkChg chg="add">
          <ac:chgData name="Al Friend" userId="e5ed79da-d858-46d4-9eed-a7a24903f2de" providerId="ADAL" clId="{6CF5D3DD-A8C4-4611-8099-4AEB2E976A2E}" dt="2026-06-07T11:55:24.838" v="3371" actId="9405"/>
          <ac:inkMkLst>
            <pc:docMk/>
            <pc:sldMk cId="3857721088" sldId="922"/>
            <ac:inkMk id="36" creationId="{0C6F35B9-C3DA-16D4-EA1F-F3AE31BEB853}"/>
          </ac:inkMkLst>
        </pc:inkChg>
        <pc:inkChg chg="add">
          <ac:chgData name="Al Friend" userId="e5ed79da-d858-46d4-9eed-a7a24903f2de" providerId="ADAL" clId="{6CF5D3DD-A8C4-4611-8099-4AEB2E976A2E}" dt="2026-06-07T11:55:25.029" v="3372" actId="9405"/>
          <ac:inkMkLst>
            <pc:docMk/>
            <pc:sldMk cId="3857721088" sldId="922"/>
            <ac:inkMk id="37" creationId="{91ADEFE5-C599-AABD-16C4-5E9367A3C128}"/>
          </ac:inkMkLst>
        </pc:inkChg>
        <pc:inkChg chg="add mod">
          <ac:chgData name="Al Friend" userId="e5ed79da-d858-46d4-9eed-a7a24903f2de" providerId="ADAL" clId="{6CF5D3DD-A8C4-4611-8099-4AEB2E976A2E}" dt="2026-06-07T11:55:28.438" v="3383"/>
          <ac:inkMkLst>
            <pc:docMk/>
            <pc:sldMk cId="3857721088" sldId="922"/>
            <ac:inkMk id="38" creationId="{62B16F27-E32A-1933-973D-0049E2EA57E3}"/>
          </ac:inkMkLst>
        </pc:inkChg>
        <pc:inkChg chg="add">
          <ac:chgData name="Al Friend" userId="e5ed79da-d858-46d4-9eed-a7a24903f2de" providerId="ADAL" clId="{6CF5D3DD-A8C4-4611-8099-4AEB2E976A2E}" dt="2026-06-07T11:55:25.688" v="3374" actId="9405"/>
          <ac:inkMkLst>
            <pc:docMk/>
            <pc:sldMk cId="3857721088" sldId="922"/>
            <ac:inkMk id="39" creationId="{6409B45B-FA1F-1778-82BE-06FA0D92F818}"/>
          </ac:inkMkLst>
        </pc:inkChg>
        <pc:inkChg chg="add mod">
          <ac:chgData name="Al Friend" userId="e5ed79da-d858-46d4-9eed-a7a24903f2de" providerId="ADAL" clId="{6CF5D3DD-A8C4-4611-8099-4AEB2E976A2E}" dt="2026-06-07T11:55:28.438" v="3383"/>
          <ac:inkMkLst>
            <pc:docMk/>
            <pc:sldMk cId="3857721088" sldId="922"/>
            <ac:inkMk id="40" creationId="{4CED9463-3632-C876-898A-53229BB6280A}"/>
          </ac:inkMkLst>
        </pc:inkChg>
        <pc:inkChg chg="add">
          <ac:chgData name="Al Friend" userId="e5ed79da-d858-46d4-9eed-a7a24903f2de" providerId="ADAL" clId="{6CF5D3DD-A8C4-4611-8099-4AEB2E976A2E}" dt="2026-06-07T11:55:26.269" v="3376" actId="9405"/>
          <ac:inkMkLst>
            <pc:docMk/>
            <pc:sldMk cId="3857721088" sldId="922"/>
            <ac:inkMk id="41" creationId="{63BA7F99-9B5E-2E80-FC0E-B29ABCD1F250}"/>
          </ac:inkMkLst>
        </pc:inkChg>
        <pc:inkChg chg="add">
          <ac:chgData name="Al Friend" userId="e5ed79da-d858-46d4-9eed-a7a24903f2de" providerId="ADAL" clId="{6CF5D3DD-A8C4-4611-8099-4AEB2E976A2E}" dt="2026-06-07T11:55:26.528" v="3377" actId="9405"/>
          <ac:inkMkLst>
            <pc:docMk/>
            <pc:sldMk cId="3857721088" sldId="922"/>
            <ac:inkMk id="42" creationId="{B73607E2-C23A-E5A9-5E85-88F806460ED8}"/>
          </ac:inkMkLst>
        </pc:inkChg>
        <pc:inkChg chg="add mod">
          <ac:chgData name="Al Friend" userId="e5ed79da-d858-46d4-9eed-a7a24903f2de" providerId="ADAL" clId="{6CF5D3DD-A8C4-4611-8099-4AEB2E976A2E}" dt="2026-06-07T11:55:28.438" v="3383"/>
          <ac:inkMkLst>
            <pc:docMk/>
            <pc:sldMk cId="3857721088" sldId="922"/>
            <ac:inkMk id="43" creationId="{9E6BFBD1-5338-DFF8-8086-C2A3DA521F73}"/>
          </ac:inkMkLst>
        </pc:inkChg>
        <pc:inkChg chg="add">
          <ac:chgData name="Al Friend" userId="e5ed79da-d858-46d4-9eed-a7a24903f2de" providerId="ADAL" clId="{6CF5D3DD-A8C4-4611-8099-4AEB2E976A2E}" dt="2026-06-07T11:55:26.851" v="3379" actId="9405"/>
          <ac:inkMkLst>
            <pc:docMk/>
            <pc:sldMk cId="3857721088" sldId="922"/>
            <ac:inkMk id="44" creationId="{36F2DFF1-C864-827D-08B0-634AF0E5598C}"/>
          </ac:inkMkLst>
        </pc:inkChg>
        <pc:inkChg chg="add">
          <ac:chgData name="Al Friend" userId="e5ed79da-d858-46d4-9eed-a7a24903f2de" providerId="ADAL" clId="{6CF5D3DD-A8C4-4611-8099-4AEB2E976A2E}" dt="2026-06-07T11:55:26.996" v="3380" actId="9405"/>
          <ac:inkMkLst>
            <pc:docMk/>
            <pc:sldMk cId="3857721088" sldId="922"/>
            <ac:inkMk id="45" creationId="{DF5B898A-E02D-2DFA-D563-2011C78A1361}"/>
          </ac:inkMkLst>
        </pc:inkChg>
        <pc:inkChg chg="add mod">
          <ac:chgData name="Al Friend" userId="e5ed79da-d858-46d4-9eed-a7a24903f2de" providerId="ADAL" clId="{6CF5D3DD-A8C4-4611-8099-4AEB2E976A2E}" dt="2026-06-07T11:55:28.438" v="3383"/>
          <ac:inkMkLst>
            <pc:docMk/>
            <pc:sldMk cId="3857721088" sldId="922"/>
            <ac:inkMk id="46" creationId="{37BAE82C-A716-A8DC-CCB8-BC7B3626F928}"/>
          </ac:inkMkLst>
        </pc:inkChg>
        <pc:inkChg chg="add mod">
          <ac:chgData name="Al Friend" userId="e5ed79da-d858-46d4-9eed-a7a24903f2de" providerId="ADAL" clId="{6CF5D3DD-A8C4-4611-8099-4AEB2E976A2E}" dt="2026-06-07T11:55:28.438" v="3383"/>
          <ac:inkMkLst>
            <pc:docMk/>
            <pc:sldMk cId="3857721088" sldId="922"/>
            <ac:inkMk id="47" creationId="{B28631F1-1383-DE57-8E2F-361AE4B335A6}"/>
          </ac:inkMkLst>
        </pc:inkChg>
        <pc:inkChg chg="add mod">
          <ac:chgData name="Al Friend" userId="e5ed79da-d858-46d4-9eed-a7a24903f2de" providerId="ADAL" clId="{6CF5D3DD-A8C4-4611-8099-4AEB2E976A2E}" dt="2026-06-07T11:55:37.216" v="3394"/>
          <ac:inkMkLst>
            <pc:docMk/>
            <pc:sldMk cId="3857721088" sldId="922"/>
            <ac:inkMk id="50" creationId="{2C59EA57-2E05-F1C2-EFA1-27F2AD8FA034}"/>
          </ac:inkMkLst>
        </pc:inkChg>
        <pc:inkChg chg="add">
          <ac:chgData name="Al Friend" userId="e5ed79da-d858-46d4-9eed-a7a24903f2de" providerId="ADAL" clId="{6CF5D3DD-A8C4-4611-8099-4AEB2E976A2E}" dt="2026-06-07T11:55:32.463" v="3385" actId="9405"/>
          <ac:inkMkLst>
            <pc:docMk/>
            <pc:sldMk cId="3857721088" sldId="922"/>
            <ac:inkMk id="51" creationId="{016E6A0A-ECCF-D9D1-BBF4-4AD0ADD76A8C}"/>
          </ac:inkMkLst>
        </pc:inkChg>
        <pc:inkChg chg="add mod">
          <ac:chgData name="Al Friend" userId="e5ed79da-d858-46d4-9eed-a7a24903f2de" providerId="ADAL" clId="{6CF5D3DD-A8C4-4611-8099-4AEB2E976A2E}" dt="2026-06-07T11:55:37.216" v="3394"/>
          <ac:inkMkLst>
            <pc:docMk/>
            <pc:sldMk cId="3857721088" sldId="922"/>
            <ac:inkMk id="52" creationId="{C336CCC2-9A0F-41C7-C6B7-EBCD28404E03}"/>
          </ac:inkMkLst>
        </pc:inkChg>
        <pc:inkChg chg="add">
          <ac:chgData name="Al Friend" userId="e5ed79da-d858-46d4-9eed-a7a24903f2de" providerId="ADAL" clId="{6CF5D3DD-A8C4-4611-8099-4AEB2E976A2E}" dt="2026-06-07T11:55:33.314" v="3387" actId="9405"/>
          <ac:inkMkLst>
            <pc:docMk/>
            <pc:sldMk cId="3857721088" sldId="922"/>
            <ac:inkMk id="53" creationId="{8EEB951E-E6C5-B051-66F7-6E3292E866E1}"/>
          </ac:inkMkLst>
        </pc:inkChg>
        <pc:inkChg chg="add mod">
          <ac:chgData name="Al Friend" userId="e5ed79da-d858-46d4-9eed-a7a24903f2de" providerId="ADAL" clId="{6CF5D3DD-A8C4-4611-8099-4AEB2E976A2E}" dt="2026-06-07T11:55:37.216" v="3394"/>
          <ac:inkMkLst>
            <pc:docMk/>
            <pc:sldMk cId="3857721088" sldId="922"/>
            <ac:inkMk id="54" creationId="{99B4B6D3-C71A-9106-1720-3D5399EF305E}"/>
          </ac:inkMkLst>
        </pc:inkChg>
        <pc:inkChg chg="add mod">
          <ac:chgData name="Al Friend" userId="e5ed79da-d858-46d4-9eed-a7a24903f2de" providerId="ADAL" clId="{6CF5D3DD-A8C4-4611-8099-4AEB2E976A2E}" dt="2026-06-07T11:55:37.216" v="3394"/>
          <ac:inkMkLst>
            <pc:docMk/>
            <pc:sldMk cId="3857721088" sldId="922"/>
            <ac:inkMk id="55" creationId="{123E92E9-144D-4A9E-3A18-737F5F5C0C1C}"/>
          </ac:inkMkLst>
        </pc:inkChg>
        <pc:inkChg chg="add mod">
          <ac:chgData name="Al Friend" userId="e5ed79da-d858-46d4-9eed-a7a24903f2de" providerId="ADAL" clId="{6CF5D3DD-A8C4-4611-8099-4AEB2E976A2E}" dt="2026-06-07T11:55:37.216" v="3394"/>
          <ac:inkMkLst>
            <pc:docMk/>
            <pc:sldMk cId="3857721088" sldId="922"/>
            <ac:inkMk id="56" creationId="{60417AE1-24EC-98D3-19C6-1DC3DA8EE661}"/>
          </ac:inkMkLst>
        </pc:inkChg>
        <pc:inkChg chg="add mod">
          <ac:chgData name="Al Friend" userId="e5ed79da-d858-46d4-9eed-a7a24903f2de" providerId="ADAL" clId="{6CF5D3DD-A8C4-4611-8099-4AEB2E976A2E}" dt="2026-06-07T11:55:37.216" v="3394"/>
          <ac:inkMkLst>
            <pc:docMk/>
            <pc:sldMk cId="3857721088" sldId="922"/>
            <ac:inkMk id="57" creationId="{D09D511A-43BF-29EC-4C18-CF00E0AAD100}"/>
          </ac:inkMkLst>
        </pc:inkChg>
        <pc:inkChg chg="add mod">
          <ac:chgData name="Al Friend" userId="e5ed79da-d858-46d4-9eed-a7a24903f2de" providerId="ADAL" clId="{6CF5D3DD-A8C4-4611-8099-4AEB2E976A2E}" dt="2026-06-07T11:55:37.216" v="3394"/>
          <ac:inkMkLst>
            <pc:docMk/>
            <pc:sldMk cId="3857721088" sldId="922"/>
            <ac:inkMk id="58" creationId="{42B0F676-1515-AF05-7F28-0F1CF240ECD3}"/>
          </ac:inkMkLst>
        </pc:inkChg>
        <pc:inkChg chg="add">
          <ac:chgData name="Al Friend" userId="e5ed79da-d858-46d4-9eed-a7a24903f2de" providerId="ADAL" clId="{6CF5D3DD-A8C4-4611-8099-4AEB2E976A2E}" dt="2026-06-07T11:55:36.528" v="3393" actId="9405"/>
          <ac:inkMkLst>
            <pc:docMk/>
            <pc:sldMk cId="3857721088" sldId="922"/>
            <ac:inkMk id="59" creationId="{407C36B3-B353-8AF9-7A14-9053F1F0728E}"/>
          </ac:inkMkLst>
        </pc:inkChg>
        <pc:inkChg chg="add mod">
          <ac:chgData name="Al Friend" userId="e5ed79da-d858-46d4-9eed-a7a24903f2de" providerId="ADAL" clId="{6CF5D3DD-A8C4-4611-8099-4AEB2E976A2E}" dt="2026-06-07T11:55:44.043" v="3409"/>
          <ac:inkMkLst>
            <pc:docMk/>
            <pc:sldMk cId="3857721088" sldId="922"/>
            <ac:inkMk id="63" creationId="{ED1A45DC-B5B2-96CC-3EEE-3D9D577B7836}"/>
          </ac:inkMkLst>
        </pc:inkChg>
        <pc:inkChg chg="add mod">
          <ac:chgData name="Al Friend" userId="e5ed79da-d858-46d4-9eed-a7a24903f2de" providerId="ADAL" clId="{6CF5D3DD-A8C4-4611-8099-4AEB2E976A2E}" dt="2026-06-07T11:55:44.043" v="3409"/>
          <ac:inkMkLst>
            <pc:docMk/>
            <pc:sldMk cId="3857721088" sldId="922"/>
            <ac:inkMk id="64" creationId="{68101812-DEC1-0255-51EF-2D8DA64B0F88}"/>
          </ac:inkMkLst>
        </pc:inkChg>
        <pc:inkChg chg="add">
          <ac:chgData name="Al Friend" userId="e5ed79da-d858-46d4-9eed-a7a24903f2de" providerId="ADAL" clId="{6CF5D3DD-A8C4-4611-8099-4AEB2E976A2E}" dt="2026-06-07T11:55:39.680" v="3397" actId="9405"/>
          <ac:inkMkLst>
            <pc:docMk/>
            <pc:sldMk cId="3857721088" sldId="922"/>
            <ac:inkMk id="65" creationId="{5F3239FF-427F-7377-6782-1CF84012E5B4}"/>
          </ac:inkMkLst>
        </pc:inkChg>
        <pc:inkChg chg="add">
          <ac:chgData name="Al Friend" userId="e5ed79da-d858-46d4-9eed-a7a24903f2de" providerId="ADAL" clId="{6CF5D3DD-A8C4-4611-8099-4AEB2E976A2E}" dt="2026-06-07T11:55:39.853" v="3398" actId="9405"/>
          <ac:inkMkLst>
            <pc:docMk/>
            <pc:sldMk cId="3857721088" sldId="922"/>
            <ac:inkMk id="66" creationId="{78582AC8-2B36-5789-92F6-1213ABEE3003}"/>
          </ac:inkMkLst>
        </pc:inkChg>
        <pc:inkChg chg="add mod">
          <ac:chgData name="Al Friend" userId="e5ed79da-d858-46d4-9eed-a7a24903f2de" providerId="ADAL" clId="{6CF5D3DD-A8C4-4611-8099-4AEB2E976A2E}" dt="2026-06-07T11:55:44.043" v="3409"/>
          <ac:inkMkLst>
            <pc:docMk/>
            <pc:sldMk cId="3857721088" sldId="922"/>
            <ac:inkMk id="67" creationId="{74A5755E-151B-2394-8059-F35050B5F0C0}"/>
          </ac:inkMkLst>
        </pc:inkChg>
        <pc:inkChg chg="add mod">
          <ac:chgData name="Al Friend" userId="e5ed79da-d858-46d4-9eed-a7a24903f2de" providerId="ADAL" clId="{6CF5D3DD-A8C4-4611-8099-4AEB2E976A2E}" dt="2026-06-07T11:55:44.043" v="3409"/>
          <ac:inkMkLst>
            <pc:docMk/>
            <pc:sldMk cId="3857721088" sldId="922"/>
            <ac:inkMk id="68" creationId="{1BCFCCF4-18AE-CDDA-C9C6-03DE28C96368}"/>
          </ac:inkMkLst>
        </pc:inkChg>
        <pc:inkChg chg="add mod">
          <ac:chgData name="Al Friend" userId="e5ed79da-d858-46d4-9eed-a7a24903f2de" providerId="ADAL" clId="{6CF5D3DD-A8C4-4611-8099-4AEB2E976A2E}" dt="2026-06-07T11:55:44.043" v="3409"/>
          <ac:inkMkLst>
            <pc:docMk/>
            <pc:sldMk cId="3857721088" sldId="922"/>
            <ac:inkMk id="69" creationId="{557BA72C-E605-08C5-E632-B1C5B18888D8}"/>
          </ac:inkMkLst>
        </pc:inkChg>
        <pc:inkChg chg="add">
          <ac:chgData name="Al Friend" userId="e5ed79da-d858-46d4-9eed-a7a24903f2de" providerId="ADAL" clId="{6CF5D3DD-A8C4-4611-8099-4AEB2E976A2E}" dt="2026-06-07T11:55:40.784" v="3402" actId="9405"/>
          <ac:inkMkLst>
            <pc:docMk/>
            <pc:sldMk cId="3857721088" sldId="922"/>
            <ac:inkMk id="70" creationId="{CBAEEFE3-6DE8-C1F3-93FD-4D60F33CD1DC}"/>
          </ac:inkMkLst>
        </pc:inkChg>
        <pc:inkChg chg="add mod">
          <ac:chgData name="Al Friend" userId="e5ed79da-d858-46d4-9eed-a7a24903f2de" providerId="ADAL" clId="{6CF5D3DD-A8C4-4611-8099-4AEB2E976A2E}" dt="2026-06-07T11:55:45.794" v="3412"/>
          <ac:inkMkLst>
            <pc:docMk/>
            <pc:sldMk cId="3857721088" sldId="922"/>
            <ac:inkMk id="71" creationId="{932C7751-20D0-A2C5-939D-A5DE0A5289DC}"/>
          </ac:inkMkLst>
        </pc:inkChg>
        <pc:inkChg chg="add mod">
          <ac:chgData name="Al Friend" userId="e5ed79da-d858-46d4-9eed-a7a24903f2de" providerId="ADAL" clId="{6CF5D3DD-A8C4-4611-8099-4AEB2E976A2E}" dt="2026-06-07T11:55:45.794" v="3412"/>
          <ac:inkMkLst>
            <pc:docMk/>
            <pc:sldMk cId="3857721088" sldId="922"/>
            <ac:inkMk id="72" creationId="{9408CB33-3FBC-0CF4-C20B-BF37D589EA21}"/>
          </ac:inkMkLst>
        </pc:inkChg>
        <pc:inkChg chg="add mod">
          <ac:chgData name="Al Friend" userId="e5ed79da-d858-46d4-9eed-a7a24903f2de" providerId="ADAL" clId="{6CF5D3DD-A8C4-4611-8099-4AEB2E976A2E}" dt="2026-06-07T11:55:45.794" v="3412"/>
          <ac:inkMkLst>
            <pc:docMk/>
            <pc:sldMk cId="3857721088" sldId="922"/>
            <ac:inkMk id="73" creationId="{1AF5223A-D4D4-0C51-2BD2-DCAB6E499C88}"/>
          </ac:inkMkLst>
        </pc:inkChg>
        <pc:inkChg chg="add del mod">
          <ac:chgData name="Al Friend" userId="e5ed79da-d858-46d4-9eed-a7a24903f2de" providerId="ADAL" clId="{6CF5D3DD-A8C4-4611-8099-4AEB2E976A2E}" dt="2026-06-07T11:55:44.470" v="3411"/>
          <ac:inkMkLst>
            <pc:docMk/>
            <pc:sldMk cId="3857721088" sldId="922"/>
            <ac:inkMk id="74" creationId="{5380D5D8-148C-3E07-6709-3DDFE90F61CE}"/>
          </ac:inkMkLst>
        </pc:inkChg>
        <pc:inkChg chg="add del">
          <ac:chgData name="Al Friend" userId="e5ed79da-d858-46d4-9eed-a7a24903f2de" providerId="ADAL" clId="{6CF5D3DD-A8C4-4611-8099-4AEB2E976A2E}" dt="2026-06-07T11:55:44.467" v="3410"/>
          <ac:inkMkLst>
            <pc:docMk/>
            <pc:sldMk cId="3857721088" sldId="922"/>
            <ac:inkMk id="75" creationId="{AA9A7F8B-C2EE-D253-B552-65A3224DFFBC}"/>
          </ac:inkMkLst>
        </pc:inkChg>
        <pc:inkChg chg="add del mod">
          <ac:chgData name="Al Friend" userId="e5ed79da-d858-46d4-9eed-a7a24903f2de" providerId="ADAL" clId="{6CF5D3DD-A8C4-4611-8099-4AEB2E976A2E}" dt="2026-06-07T11:55:45.794" v="3412"/>
          <ac:inkMkLst>
            <pc:docMk/>
            <pc:sldMk cId="3857721088" sldId="922"/>
            <ac:inkMk id="76" creationId="{400296AE-ED82-0724-B966-850943735F6E}"/>
          </ac:inkMkLst>
        </pc:inkChg>
        <pc:inkChg chg="add mod">
          <ac:chgData name="Al Friend" userId="e5ed79da-d858-46d4-9eed-a7a24903f2de" providerId="ADAL" clId="{6CF5D3DD-A8C4-4611-8099-4AEB2E976A2E}" dt="2026-06-07T11:55:49.806" v="3418"/>
          <ac:inkMkLst>
            <pc:docMk/>
            <pc:sldMk cId="3857721088" sldId="922"/>
            <ac:inkMk id="80" creationId="{CFF751D1-7D59-E47C-C247-FD8055CAAD9F}"/>
          </ac:inkMkLst>
        </pc:inkChg>
        <pc:inkChg chg="add mod">
          <ac:chgData name="Al Friend" userId="e5ed79da-d858-46d4-9eed-a7a24903f2de" providerId="ADAL" clId="{6CF5D3DD-A8C4-4611-8099-4AEB2E976A2E}" dt="2026-06-07T11:55:49.806" v="3418"/>
          <ac:inkMkLst>
            <pc:docMk/>
            <pc:sldMk cId="3857721088" sldId="922"/>
            <ac:inkMk id="81" creationId="{EA48843D-3F2C-E3A3-E7F1-2A47CF1FEF80}"/>
          </ac:inkMkLst>
        </pc:inkChg>
        <pc:inkChg chg="add mod">
          <ac:chgData name="Al Friend" userId="e5ed79da-d858-46d4-9eed-a7a24903f2de" providerId="ADAL" clId="{6CF5D3DD-A8C4-4611-8099-4AEB2E976A2E}" dt="2026-06-07T11:55:49.806" v="3418"/>
          <ac:inkMkLst>
            <pc:docMk/>
            <pc:sldMk cId="3857721088" sldId="922"/>
            <ac:inkMk id="82" creationId="{5D44A375-4B12-64DE-0E56-FBA6F92758C8}"/>
          </ac:inkMkLst>
        </pc:inkChg>
        <pc:inkChg chg="add mod">
          <ac:chgData name="Al Friend" userId="e5ed79da-d858-46d4-9eed-a7a24903f2de" providerId="ADAL" clId="{6CF5D3DD-A8C4-4611-8099-4AEB2E976A2E}" dt="2026-06-07T11:55:49.806" v="3418"/>
          <ac:inkMkLst>
            <pc:docMk/>
            <pc:sldMk cId="3857721088" sldId="922"/>
            <ac:inkMk id="83" creationId="{3F23285C-A12E-C608-C661-FB4DCAA8856B}"/>
          </ac:inkMkLst>
        </pc:inkChg>
        <pc:inkChg chg="add mod">
          <ac:chgData name="Al Friend" userId="e5ed79da-d858-46d4-9eed-a7a24903f2de" providerId="ADAL" clId="{6CF5D3DD-A8C4-4611-8099-4AEB2E976A2E}" dt="2026-06-07T11:55:49.806" v="3418"/>
          <ac:inkMkLst>
            <pc:docMk/>
            <pc:sldMk cId="3857721088" sldId="922"/>
            <ac:inkMk id="84" creationId="{4C6D4A83-C60E-8736-D68E-6CD407B21BBD}"/>
          </ac:inkMkLst>
        </pc:inkChg>
      </pc:sldChg>
      <pc:sldChg chg="modSp add mod">
        <pc:chgData name="Al Friend" userId="e5ed79da-d858-46d4-9eed-a7a24903f2de" providerId="ADAL" clId="{6CF5D3DD-A8C4-4611-8099-4AEB2E976A2E}" dt="2026-06-07T11:56:55.335" v="3450" actId="6549"/>
        <pc:sldMkLst>
          <pc:docMk/>
          <pc:sldMk cId="1517310111" sldId="923"/>
        </pc:sldMkLst>
        <pc:spChg chg="mod">
          <ac:chgData name="Al Friend" userId="e5ed79da-d858-46d4-9eed-a7a24903f2de" providerId="ADAL" clId="{6CF5D3DD-A8C4-4611-8099-4AEB2E976A2E}" dt="2026-06-07T11:56:49.091" v="3449" actId="20577"/>
          <ac:spMkLst>
            <pc:docMk/>
            <pc:sldMk cId="1517310111" sldId="923"/>
            <ac:spMk id="2" creationId="{96046364-2009-FBAC-2B53-8F62A436CC14}"/>
          </ac:spMkLst>
        </pc:spChg>
        <pc:spChg chg="mod">
          <ac:chgData name="Al Friend" userId="e5ed79da-d858-46d4-9eed-a7a24903f2de" providerId="ADAL" clId="{6CF5D3DD-A8C4-4611-8099-4AEB2E976A2E}" dt="2026-06-07T11:56:55.335" v="3450" actId="6549"/>
          <ac:spMkLst>
            <pc:docMk/>
            <pc:sldMk cId="1517310111" sldId="923"/>
            <ac:spMk id="3" creationId="{04A6B45B-6B27-2A7D-65A6-8C19190979DA}"/>
          </ac:spMkLst>
        </pc:spChg>
      </pc:sldChg>
      <pc:sldChg chg="addSp delSp modSp new mod">
        <pc:chgData name="Al Friend" userId="e5ed79da-d858-46d4-9eed-a7a24903f2de" providerId="ADAL" clId="{6CF5D3DD-A8C4-4611-8099-4AEB2E976A2E}" dt="2026-06-07T12:00:17.359" v="3540"/>
        <pc:sldMkLst>
          <pc:docMk/>
          <pc:sldMk cId="3100037909" sldId="924"/>
        </pc:sldMkLst>
        <pc:spChg chg="mod">
          <ac:chgData name="Al Friend" userId="e5ed79da-d858-46d4-9eed-a7a24903f2de" providerId="ADAL" clId="{6CF5D3DD-A8C4-4611-8099-4AEB2E976A2E}" dt="2026-06-07T11:57:43.468" v="3469" actId="20577"/>
          <ac:spMkLst>
            <pc:docMk/>
            <pc:sldMk cId="3100037909" sldId="924"/>
            <ac:spMk id="2" creationId="{79C466EB-A113-936B-D2CE-3A4712A92DB3}"/>
          </ac:spMkLst>
        </pc:spChg>
        <pc:spChg chg="del">
          <ac:chgData name="Al Friend" userId="e5ed79da-d858-46d4-9eed-a7a24903f2de" providerId="ADAL" clId="{6CF5D3DD-A8C4-4611-8099-4AEB2E976A2E}" dt="2026-06-07T11:57:11.327" v="3452" actId="22"/>
          <ac:spMkLst>
            <pc:docMk/>
            <pc:sldMk cId="3100037909" sldId="924"/>
            <ac:spMk id="3" creationId="{B4DC0B2C-9FE0-E262-4E2D-2F7B39B5A222}"/>
          </ac:spMkLst>
        </pc:spChg>
        <pc:grpChg chg="del mod">
          <ac:chgData name="Al Friend" userId="e5ed79da-d858-46d4-9eed-a7a24903f2de" providerId="ADAL" clId="{6CF5D3DD-A8C4-4611-8099-4AEB2E976A2E}" dt="2026-06-07T11:59:15.240" v="3498"/>
          <ac:grpSpMkLst>
            <pc:docMk/>
            <pc:sldMk cId="3100037909" sldId="924"/>
            <ac:grpSpMk id="27" creationId="{C93DC66D-D1EF-BB33-FA47-28B83B99BA5D}"/>
          </ac:grpSpMkLst>
        </pc:grpChg>
        <pc:grpChg chg="del mod">
          <ac:chgData name="Al Friend" userId="e5ed79da-d858-46d4-9eed-a7a24903f2de" providerId="ADAL" clId="{6CF5D3DD-A8C4-4611-8099-4AEB2E976A2E}" dt="2026-06-07T11:59:15.240" v="3498"/>
          <ac:grpSpMkLst>
            <pc:docMk/>
            <pc:sldMk cId="3100037909" sldId="924"/>
            <ac:grpSpMk id="28" creationId="{4C8A25AA-D325-D536-5AC9-F67C25977CC9}"/>
          </ac:grpSpMkLst>
        </pc:grpChg>
        <pc:grpChg chg="mod">
          <ac:chgData name="Al Friend" userId="e5ed79da-d858-46d4-9eed-a7a24903f2de" providerId="ADAL" clId="{6CF5D3DD-A8C4-4611-8099-4AEB2E976A2E}" dt="2026-06-07T11:59:15.240" v="3498"/>
          <ac:grpSpMkLst>
            <pc:docMk/>
            <pc:sldMk cId="3100037909" sldId="924"/>
            <ac:grpSpMk id="35" creationId="{97689028-A614-47F3-B127-AF0B87D7899D}"/>
          </ac:grpSpMkLst>
        </pc:grpChg>
        <pc:grpChg chg="mod">
          <ac:chgData name="Al Friend" userId="e5ed79da-d858-46d4-9eed-a7a24903f2de" providerId="ADAL" clId="{6CF5D3DD-A8C4-4611-8099-4AEB2E976A2E}" dt="2026-06-07T12:00:02.223" v="3516"/>
          <ac:grpSpMkLst>
            <pc:docMk/>
            <pc:sldMk cId="3100037909" sldId="924"/>
            <ac:grpSpMk id="53" creationId="{6BA0061E-E429-3012-51F2-4F994EA64E72}"/>
          </ac:grpSpMkLst>
        </pc:grpChg>
        <pc:grpChg chg="mod">
          <ac:chgData name="Al Friend" userId="e5ed79da-d858-46d4-9eed-a7a24903f2de" providerId="ADAL" clId="{6CF5D3DD-A8C4-4611-8099-4AEB2E976A2E}" dt="2026-06-07T12:00:02.223" v="3516"/>
          <ac:grpSpMkLst>
            <pc:docMk/>
            <pc:sldMk cId="3100037909" sldId="924"/>
            <ac:grpSpMk id="54" creationId="{849E6ACC-2034-1AA5-5649-58471BABF15B}"/>
          </ac:grpSpMkLst>
        </pc:grpChg>
        <pc:grpChg chg="mod">
          <ac:chgData name="Al Friend" userId="e5ed79da-d858-46d4-9eed-a7a24903f2de" providerId="ADAL" clId="{6CF5D3DD-A8C4-4611-8099-4AEB2E976A2E}" dt="2026-06-07T12:00:06.503" v="3527"/>
          <ac:grpSpMkLst>
            <pc:docMk/>
            <pc:sldMk cId="3100037909" sldId="924"/>
            <ac:grpSpMk id="65" creationId="{FAB99580-D581-2601-F3E5-3EFCA95D5F11}"/>
          </ac:grpSpMkLst>
        </pc:grpChg>
        <pc:grpChg chg="mod">
          <ac:chgData name="Al Friend" userId="e5ed79da-d858-46d4-9eed-a7a24903f2de" providerId="ADAL" clId="{6CF5D3DD-A8C4-4611-8099-4AEB2E976A2E}" dt="2026-06-07T12:00:13.015" v="3536"/>
          <ac:grpSpMkLst>
            <pc:docMk/>
            <pc:sldMk cId="3100037909" sldId="924"/>
            <ac:grpSpMk id="74" creationId="{C5250D2E-2827-EF63-FEC6-40493DCCF51B}"/>
          </ac:grpSpMkLst>
        </pc:grpChg>
        <pc:grpChg chg="mod">
          <ac:chgData name="Al Friend" userId="e5ed79da-d858-46d4-9eed-a7a24903f2de" providerId="ADAL" clId="{6CF5D3DD-A8C4-4611-8099-4AEB2E976A2E}" dt="2026-06-07T12:00:17.359" v="3540"/>
          <ac:grpSpMkLst>
            <pc:docMk/>
            <pc:sldMk cId="3100037909" sldId="924"/>
            <ac:grpSpMk id="78" creationId="{4584E41D-A78B-D620-A1A1-38CEB74D207D}"/>
          </ac:grpSpMkLst>
        </pc:grpChg>
        <pc:picChg chg="add mod ord">
          <ac:chgData name="Al Friend" userId="e5ed79da-d858-46d4-9eed-a7a24903f2de" providerId="ADAL" clId="{6CF5D3DD-A8C4-4611-8099-4AEB2E976A2E}" dt="2026-06-07T11:57:35.299" v="3461" actId="12788"/>
          <ac:picMkLst>
            <pc:docMk/>
            <pc:sldMk cId="3100037909" sldId="924"/>
            <ac:picMk id="5" creationId="{BCCCC615-4DA4-5082-6B19-EE8E8CDAF8DC}"/>
          </ac:picMkLst>
        </pc:picChg>
        <pc:inkChg chg="add mod">
          <ac:chgData name="Al Friend" userId="e5ed79da-d858-46d4-9eed-a7a24903f2de" providerId="ADAL" clId="{6CF5D3DD-A8C4-4611-8099-4AEB2E976A2E}" dt="2026-06-07T11:59:15.240" v="3498"/>
          <ac:inkMkLst>
            <pc:docMk/>
            <pc:sldMk cId="3100037909" sldId="924"/>
            <ac:inkMk id="6" creationId="{313C6B52-67C2-9507-A69F-C1AA0AB94FFB}"/>
          </ac:inkMkLst>
        </pc:inkChg>
        <pc:inkChg chg="add">
          <ac:chgData name="Al Friend" userId="e5ed79da-d858-46d4-9eed-a7a24903f2de" providerId="ADAL" clId="{6CF5D3DD-A8C4-4611-8099-4AEB2E976A2E}" dt="2026-06-07T11:59:05.263" v="3471" actId="9405"/>
          <ac:inkMkLst>
            <pc:docMk/>
            <pc:sldMk cId="3100037909" sldId="924"/>
            <ac:inkMk id="7" creationId="{659EC749-BDC2-F6F4-A643-5E5557E0F258}"/>
          </ac:inkMkLst>
        </pc:inkChg>
        <pc:inkChg chg="add mod">
          <ac:chgData name="Al Friend" userId="e5ed79da-d858-46d4-9eed-a7a24903f2de" providerId="ADAL" clId="{6CF5D3DD-A8C4-4611-8099-4AEB2E976A2E}" dt="2026-06-07T11:59:15.240" v="3498"/>
          <ac:inkMkLst>
            <pc:docMk/>
            <pc:sldMk cId="3100037909" sldId="924"/>
            <ac:inkMk id="8" creationId="{906CE9A3-5C34-3FFF-2B89-A6D883F06B15}"/>
          </ac:inkMkLst>
        </pc:inkChg>
        <pc:inkChg chg="add">
          <ac:chgData name="Al Friend" userId="e5ed79da-d858-46d4-9eed-a7a24903f2de" providerId="ADAL" clId="{6CF5D3DD-A8C4-4611-8099-4AEB2E976A2E}" dt="2026-06-07T11:59:05.787" v="3473" actId="9405"/>
          <ac:inkMkLst>
            <pc:docMk/>
            <pc:sldMk cId="3100037909" sldId="924"/>
            <ac:inkMk id="9" creationId="{B1A906CA-9D2A-F7AD-D461-9894CA3AF3DF}"/>
          </ac:inkMkLst>
        </pc:inkChg>
        <pc:inkChg chg="add">
          <ac:chgData name="Al Friend" userId="e5ed79da-d858-46d4-9eed-a7a24903f2de" providerId="ADAL" clId="{6CF5D3DD-A8C4-4611-8099-4AEB2E976A2E}" dt="2026-06-07T11:59:06.162" v="3474" actId="9405"/>
          <ac:inkMkLst>
            <pc:docMk/>
            <pc:sldMk cId="3100037909" sldId="924"/>
            <ac:inkMk id="10" creationId="{3B979CC8-7D2C-83A5-1805-2216E3A84DF3}"/>
          </ac:inkMkLst>
        </pc:inkChg>
        <pc:inkChg chg="add">
          <ac:chgData name="Al Friend" userId="e5ed79da-d858-46d4-9eed-a7a24903f2de" providerId="ADAL" clId="{6CF5D3DD-A8C4-4611-8099-4AEB2E976A2E}" dt="2026-06-07T11:59:06.390" v="3475" actId="9405"/>
          <ac:inkMkLst>
            <pc:docMk/>
            <pc:sldMk cId="3100037909" sldId="924"/>
            <ac:inkMk id="11" creationId="{8952E721-72E8-03CD-1C9B-AC61EA0DEB42}"/>
          </ac:inkMkLst>
        </pc:inkChg>
        <pc:inkChg chg="add">
          <ac:chgData name="Al Friend" userId="e5ed79da-d858-46d4-9eed-a7a24903f2de" providerId="ADAL" clId="{6CF5D3DD-A8C4-4611-8099-4AEB2E976A2E}" dt="2026-06-07T11:59:06.580" v="3476" actId="9405"/>
          <ac:inkMkLst>
            <pc:docMk/>
            <pc:sldMk cId="3100037909" sldId="924"/>
            <ac:inkMk id="12" creationId="{4B0ACFEE-6718-AA26-64F3-1F5F763813CE}"/>
          </ac:inkMkLst>
        </pc:inkChg>
        <pc:inkChg chg="add mod">
          <ac:chgData name="Al Friend" userId="e5ed79da-d858-46d4-9eed-a7a24903f2de" providerId="ADAL" clId="{6CF5D3DD-A8C4-4611-8099-4AEB2E976A2E}" dt="2026-06-07T11:59:12.731" v="3491"/>
          <ac:inkMkLst>
            <pc:docMk/>
            <pc:sldMk cId="3100037909" sldId="924"/>
            <ac:inkMk id="13" creationId="{23E2031E-CE59-5E43-054A-BA80AEF29693}"/>
          </ac:inkMkLst>
        </pc:inkChg>
        <pc:inkChg chg="add mod">
          <ac:chgData name="Al Friend" userId="e5ed79da-d858-46d4-9eed-a7a24903f2de" providerId="ADAL" clId="{6CF5D3DD-A8C4-4611-8099-4AEB2E976A2E}" dt="2026-06-07T11:59:12.731" v="3491"/>
          <ac:inkMkLst>
            <pc:docMk/>
            <pc:sldMk cId="3100037909" sldId="924"/>
            <ac:inkMk id="14" creationId="{411E7F8D-C937-6023-1CAF-649AD6EA08FD}"/>
          </ac:inkMkLst>
        </pc:inkChg>
        <pc:inkChg chg="add">
          <ac:chgData name="Al Friend" userId="e5ed79da-d858-46d4-9eed-a7a24903f2de" providerId="ADAL" clId="{6CF5D3DD-A8C4-4611-8099-4AEB2E976A2E}" dt="2026-06-07T11:59:07.630" v="3479" actId="9405"/>
          <ac:inkMkLst>
            <pc:docMk/>
            <pc:sldMk cId="3100037909" sldId="924"/>
            <ac:inkMk id="15" creationId="{E2CDC0E9-925F-DA66-D894-344A4281CDBD}"/>
          </ac:inkMkLst>
        </pc:inkChg>
        <pc:inkChg chg="add">
          <ac:chgData name="Al Friend" userId="e5ed79da-d858-46d4-9eed-a7a24903f2de" providerId="ADAL" clId="{6CF5D3DD-A8C4-4611-8099-4AEB2E976A2E}" dt="2026-06-07T11:59:08.406" v="3480" actId="9405"/>
          <ac:inkMkLst>
            <pc:docMk/>
            <pc:sldMk cId="3100037909" sldId="924"/>
            <ac:inkMk id="16" creationId="{8A8FBE76-CF3B-1614-881C-D19B1F39B45B}"/>
          </ac:inkMkLst>
        </pc:inkChg>
        <pc:inkChg chg="add mod">
          <ac:chgData name="Al Friend" userId="e5ed79da-d858-46d4-9eed-a7a24903f2de" providerId="ADAL" clId="{6CF5D3DD-A8C4-4611-8099-4AEB2E976A2E}" dt="2026-06-07T11:59:15.240" v="3498"/>
          <ac:inkMkLst>
            <pc:docMk/>
            <pc:sldMk cId="3100037909" sldId="924"/>
            <ac:inkMk id="17" creationId="{44068146-D25A-0913-5F58-382E294D2A3B}"/>
          </ac:inkMkLst>
        </pc:inkChg>
        <pc:inkChg chg="add">
          <ac:chgData name="Al Friend" userId="e5ed79da-d858-46d4-9eed-a7a24903f2de" providerId="ADAL" clId="{6CF5D3DD-A8C4-4611-8099-4AEB2E976A2E}" dt="2026-06-07T11:59:09.017" v="3482" actId="9405"/>
          <ac:inkMkLst>
            <pc:docMk/>
            <pc:sldMk cId="3100037909" sldId="924"/>
            <ac:inkMk id="18" creationId="{2909176A-99AF-93C8-80E1-602D5020964B}"/>
          </ac:inkMkLst>
        </pc:inkChg>
        <pc:inkChg chg="add mod">
          <ac:chgData name="Al Friend" userId="e5ed79da-d858-46d4-9eed-a7a24903f2de" providerId="ADAL" clId="{6CF5D3DD-A8C4-4611-8099-4AEB2E976A2E}" dt="2026-06-07T11:59:15.240" v="3498"/>
          <ac:inkMkLst>
            <pc:docMk/>
            <pc:sldMk cId="3100037909" sldId="924"/>
            <ac:inkMk id="19" creationId="{CA861143-92D6-A070-3CCC-A9841B897A17}"/>
          </ac:inkMkLst>
        </pc:inkChg>
        <pc:inkChg chg="add mod">
          <ac:chgData name="Al Friend" userId="e5ed79da-d858-46d4-9eed-a7a24903f2de" providerId="ADAL" clId="{6CF5D3DD-A8C4-4611-8099-4AEB2E976A2E}" dt="2026-06-07T11:59:15.240" v="3498"/>
          <ac:inkMkLst>
            <pc:docMk/>
            <pc:sldMk cId="3100037909" sldId="924"/>
            <ac:inkMk id="20" creationId="{EE8912B0-B58A-C297-00FA-10F62617D98B}"/>
          </ac:inkMkLst>
        </pc:inkChg>
        <pc:inkChg chg="add">
          <ac:chgData name="Al Friend" userId="e5ed79da-d858-46d4-9eed-a7a24903f2de" providerId="ADAL" clId="{6CF5D3DD-A8C4-4611-8099-4AEB2E976A2E}" dt="2026-06-07T11:59:10.400" v="3485" actId="9405"/>
          <ac:inkMkLst>
            <pc:docMk/>
            <pc:sldMk cId="3100037909" sldId="924"/>
            <ac:inkMk id="21" creationId="{C1C6217E-F595-E520-0F6E-BCA797C5964A}"/>
          </ac:inkMkLst>
        </pc:inkChg>
        <pc:inkChg chg="add">
          <ac:chgData name="Al Friend" userId="e5ed79da-d858-46d4-9eed-a7a24903f2de" providerId="ADAL" clId="{6CF5D3DD-A8C4-4611-8099-4AEB2E976A2E}" dt="2026-06-07T11:59:10.572" v="3486" actId="9405"/>
          <ac:inkMkLst>
            <pc:docMk/>
            <pc:sldMk cId="3100037909" sldId="924"/>
            <ac:inkMk id="22" creationId="{735B4CBF-EFD8-0D89-E2A7-67A9D679060F}"/>
          </ac:inkMkLst>
        </pc:inkChg>
        <pc:inkChg chg="add">
          <ac:chgData name="Al Friend" userId="e5ed79da-d858-46d4-9eed-a7a24903f2de" providerId="ADAL" clId="{6CF5D3DD-A8C4-4611-8099-4AEB2E976A2E}" dt="2026-06-07T11:59:10.825" v="3487" actId="9405"/>
          <ac:inkMkLst>
            <pc:docMk/>
            <pc:sldMk cId="3100037909" sldId="924"/>
            <ac:inkMk id="23" creationId="{215C115D-BD5E-1C9C-138B-685D4EAC9CD4}"/>
          </ac:inkMkLst>
        </pc:inkChg>
        <pc:inkChg chg="add mod">
          <ac:chgData name="Al Friend" userId="e5ed79da-d858-46d4-9eed-a7a24903f2de" providerId="ADAL" clId="{6CF5D3DD-A8C4-4611-8099-4AEB2E976A2E}" dt="2026-06-07T11:59:15.240" v="3498"/>
          <ac:inkMkLst>
            <pc:docMk/>
            <pc:sldMk cId="3100037909" sldId="924"/>
            <ac:inkMk id="24" creationId="{11089B26-B161-2A38-CD3A-5B4A57013713}"/>
          </ac:inkMkLst>
        </pc:inkChg>
        <pc:inkChg chg="add">
          <ac:chgData name="Al Friend" userId="e5ed79da-d858-46d4-9eed-a7a24903f2de" providerId="ADAL" clId="{6CF5D3DD-A8C4-4611-8099-4AEB2E976A2E}" dt="2026-06-07T11:59:11.422" v="3489" actId="9405"/>
          <ac:inkMkLst>
            <pc:docMk/>
            <pc:sldMk cId="3100037909" sldId="924"/>
            <ac:inkMk id="25" creationId="{499EB4B5-FC3C-F82F-B1CF-E4DF849DABE9}"/>
          </ac:inkMkLst>
        </pc:inkChg>
        <pc:inkChg chg="add">
          <ac:chgData name="Al Friend" userId="e5ed79da-d858-46d4-9eed-a7a24903f2de" providerId="ADAL" clId="{6CF5D3DD-A8C4-4611-8099-4AEB2E976A2E}" dt="2026-06-07T11:59:12.026" v="3490" actId="9405"/>
          <ac:inkMkLst>
            <pc:docMk/>
            <pc:sldMk cId="3100037909" sldId="924"/>
            <ac:inkMk id="26" creationId="{2E5FD055-9324-A046-0BB3-77DFBEC3F678}"/>
          </ac:inkMkLst>
        </pc:inkChg>
        <pc:inkChg chg="add mod">
          <ac:chgData name="Al Friend" userId="e5ed79da-d858-46d4-9eed-a7a24903f2de" providerId="ADAL" clId="{6CF5D3DD-A8C4-4611-8099-4AEB2E976A2E}" dt="2026-06-07T11:59:15.240" v="3498"/>
          <ac:inkMkLst>
            <pc:docMk/>
            <pc:sldMk cId="3100037909" sldId="924"/>
            <ac:inkMk id="29" creationId="{3BE05E78-DA3D-3D60-C5D9-C9605C884672}"/>
          </ac:inkMkLst>
        </pc:inkChg>
        <pc:inkChg chg="add">
          <ac:chgData name="Al Friend" userId="e5ed79da-d858-46d4-9eed-a7a24903f2de" providerId="ADAL" clId="{6CF5D3DD-A8C4-4611-8099-4AEB2E976A2E}" dt="2026-06-07T11:59:13.213" v="3493" actId="9405"/>
          <ac:inkMkLst>
            <pc:docMk/>
            <pc:sldMk cId="3100037909" sldId="924"/>
            <ac:inkMk id="30" creationId="{BA2CF6A2-55A8-B59A-A321-A3C8FCCF33D4}"/>
          </ac:inkMkLst>
        </pc:inkChg>
        <pc:inkChg chg="add">
          <ac:chgData name="Al Friend" userId="e5ed79da-d858-46d4-9eed-a7a24903f2de" providerId="ADAL" clId="{6CF5D3DD-A8C4-4611-8099-4AEB2E976A2E}" dt="2026-06-07T11:59:13.415" v="3494" actId="9405"/>
          <ac:inkMkLst>
            <pc:docMk/>
            <pc:sldMk cId="3100037909" sldId="924"/>
            <ac:inkMk id="31" creationId="{CE87832D-AD3D-E07E-6F95-33EB85FFEB7F}"/>
          </ac:inkMkLst>
        </pc:inkChg>
        <pc:inkChg chg="add">
          <ac:chgData name="Al Friend" userId="e5ed79da-d858-46d4-9eed-a7a24903f2de" providerId="ADAL" clId="{6CF5D3DD-A8C4-4611-8099-4AEB2E976A2E}" dt="2026-06-07T11:59:13.760" v="3495" actId="9405"/>
          <ac:inkMkLst>
            <pc:docMk/>
            <pc:sldMk cId="3100037909" sldId="924"/>
            <ac:inkMk id="32" creationId="{E8FE648D-0CA4-BE97-01C7-9AFAA0C8C99E}"/>
          </ac:inkMkLst>
        </pc:inkChg>
        <pc:inkChg chg="add">
          <ac:chgData name="Al Friend" userId="e5ed79da-d858-46d4-9eed-a7a24903f2de" providerId="ADAL" clId="{6CF5D3DD-A8C4-4611-8099-4AEB2E976A2E}" dt="2026-06-07T11:59:14.025" v="3496" actId="9405"/>
          <ac:inkMkLst>
            <pc:docMk/>
            <pc:sldMk cId="3100037909" sldId="924"/>
            <ac:inkMk id="33" creationId="{D5C936AA-AF30-74F0-06D0-F1CBA38E28BD}"/>
          </ac:inkMkLst>
        </pc:inkChg>
        <pc:inkChg chg="add">
          <ac:chgData name="Al Friend" userId="e5ed79da-d858-46d4-9eed-a7a24903f2de" providerId="ADAL" clId="{6CF5D3DD-A8C4-4611-8099-4AEB2E976A2E}" dt="2026-06-07T11:59:14.388" v="3497" actId="9405"/>
          <ac:inkMkLst>
            <pc:docMk/>
            <pc:sldMk cId="3100037909" sldId="924"/>
            <ac:inkMk id="34" creationId="{D27130B2-81D8-E4F7-9782-16AD81BEF9D4}"/>
          </ac:inkMkLst>
        </pc:inkChg>
        <pc:inkChg chg="add mod">
          <ac:chgData name="Al Friend" userId="e5ed79da-d858-46d4-9eed-a7a24903f2de" providerId="ADAL" clId="{6CF5D3DD-A8C4-4611-8099-4AEB2E976A2E}" dt="2026-06-07T12:00:02.223" v="3516"/>
          <ac:inkMkLst>
            <pc:docMk/>
            <pc:sldMk cId="3100037909" sldId="924"/>
            <ac:inkMk id="36" creationId="{5AC7264B-2E85-2713-5B2A-9F2103A83A9D}"/>
          </ac:inkMkLst>
        </pc:inkChg>
        <pc:inkChg chg="add mod">
          <ac:chgData name="Al Friend" userId="e5ed79da-d858-46d4-9eed-a7a24903f2de" providerId="ADAL" clId="{6CF5D3DD-A8C4-4611-8099-4AEB2E976A2E}" dt="2026-06-07T12:00:02.223" v="3516"/>
          <ac:inkMkLst>
            <pc:docMk/>
            <pc:sldMk cId="3100037909" sldId="924"/>
            <ac:inkMk id="37" creationId="{90B4558D-198F-DA26-8970-8947A7A17A24}"/>
          </ac:inkMkLst>
        </pc:inkChg>
        <pc:inkChg chg="add mod">
          <ac:chgData name="Al Friend" userId="e5ed79da-d858-46d4-9eed-a7a24903f2de" providerId="ADAL" clId="{6CF5D3DD-A8C4-4611-8099-4AEB2E976A2E}" dt="2026-06-07T12:00:02.223" v="3516"/>
          <ac:inkMkLst>
            <pc:docMk/>
            <pc:sldMk cId="3100037909" sldId="924"/>
            <ac:inkMk id="38" creationId="{501FE2FC-A748-CF6C-F49D-A8697539DACC}"/>
          </ac:inkMkLst>
        </pc:inkChg>
        <pc:inkChg chg="add mod">
          <ac:chgData name="Al Friend" userId="e5ed79da-d858-46d4-9eed-a7a24903f2de" providerId="ADAL" clId="{6CF5D3DD-A8C4-4611-8099-4AEB2E976A2E}" dt="2026-06-07T12:00:02.223" v="3516"/>
          <ac:inkMkLst>
            <pc:docMk/>
            <pc:sldMk cId="3100037909" sldId="924"/>
            <ac:inkMk id="39" creationId="{3FCEFE8E-CE9C-58F8-3298-5AEFB3D2C3FD}"/>
          </ac:inkMkLst>
        </pc:inkChg>
        <pc:inkChg chg="add">
          <ac:chgData name="Al Friend" userId="e5ed79da-d858-46d4-9eed-a7a24903f2de" providerId="ADAL" clId="{6CF5D3DD-A8C4-4611-8099-4AEB2E976A2E}" dt="2026-06-07T11:59:56.746" v="3503" actId="9405"/>
          <ac:inkMkLst>
            <pc:docMk/>
            <pc:sldMk cId="3100037909" sldId="924"/>
            <ac:inkMk id="40" creationId="{6242670B-6CDB-DCB2-0DA8-52B6319CAF76}"/>
          </ac:inkMkLst>
        </pc:inkChg>
        <pc:inkChg chg="add">
          <ac:chgData name="Al Friend" userId="e5ed79da-d858-46d4-9eed-a7a24903f2de" providerId="ADAL" clId="{6CF5D3DD-A8C4-4611-8099-4AEB2E976A2E}" dt="2026-06-07T11:59:57.850" v="3504" actId="9405"/>
          <ac:inkMkLst>
            <pc:docMk/>
            <pc:sldMk cId="3100037909" sldId="924"/>
            <ac:inkMk id="41" creationId="{5F363F8F-B8C7-171C-3BE5-D027843298D0}"/>
          </ac:inkMkLst>
        </pc:inkChg>
        <pc:inkChg chg="add">
          <ac:chgData name="Al Friend" userId="e5ed79da-d858-46d4-9eed-a7a24903f2de" providerId="ADAL" clId="{6CF5D3DD-A8C4-4611-8099-4AEB2E976A2E}" dt="2026-06-07T11:59:58.454" v="3505" actId="9405"/>
          <ac:inkMkLst>
            <pc:docMk/>
            <pc:sldMk cId="3100037909" sldId="924"/>
            <ac:inkMk id="42" creationId="{6C9BBB28-86E4-E809-9954-7F14C8A914BB}"/>
          </ac:inkMkLst>
        </pc:inkChg>
        <pc:inkChg chg="add mod">
          <ac:chgData name="Al Friend" userId="e5ed79da-d858-46d4-9eed-a7a24903f2de" providerId="ADAL" clId="{6CF5D3DD-A8C4-4611-8099-4AEB2E976A2E}" dt="2026-06-07T12:00:02.223" v="3516"/>
          <ac:inkMkLst>
            <pc:docMk/>
            <pc:sldMk cId="3100037909" sldId="924"/>
            <ac:inkMk id="43" creationId="{9607C249-BA00-2844-8BFF-E5A7FF7A8916}"/>
          </ac:inkMkLst>
        </pc:inkChg>
        <pc:inkChg chg="add">
          <ac:chgData name="Al Friend" userId="e5ed79da-d858-46d4-9eed-a7a24903f2de" providerId="ADAL" clId="{6CF5D3DD-A8C4-4611-8099-4AEB2E976A2E}" dt="2026-06-07T11:59:59.199" v="3507" actId="9405"/>
          <ac:inkMkLst>
            <pc:docMk/>
            <pc:sldMk cId="3100037909" sldId="924"/>
            <ac:inkMk id="44" creationId="{713D49AE-A033-5464-E513-FA7139C8889B}"/>
          </ac:inkMkLst>
        </pc:inkChg>
        <pc:inkChg chg="add">
          <ac:chgData name="Al Friend" userId="e5ed79da-d858-46d4-9eed-a7a24903f2de" providerId="ADAL" clId="{6CF5D3DD-A8C4-4611-8099-4AEB2E976A2E}" dt="2026-06-07T11:59:59.361" v="3508" actId="9405"/>
          <ac:inkMkLst>
            <pc:docMk/>
            <pc:sldMk cId="3100037909" sldId="924"/>
            <ac:inkMk id="45" creationId="{8983F1C6-7664-A07A-3414-E8842C59FF2D}"/>
          </ac:inkMkLst>
        </pc:inkChg>
        <pc:inkChg chg="add">
          <ac:chgData name="Al Friend" userId="e5ed79da-d858-46d4-9eed-a7a24903f2de" providerId="ADAL" clId="{6CF5D3DD-A8C4-4611-8099-4AEB2E976A2E}" dt="2026-06-07T11:59:59.763" v="3509" actId="9405"/>
          <ac:inkMkLst>
            <pc:docMk/>
            <pc:sldMk cId="3100037909" sldId="924"/>
            <ac:inkMk id="46" creationId="{228F22F6-E465-6BEA-463C-DBC0E0030E50}"/>
          </ac:inkMkLst>
        </pc:inkChg>
        <pc:inkChg chg="add mod">
          <ac:chgData name="Al Friend" userId="e5ed79da-d858-46d4-9eed-a7a24903f2de" providerId="ADAL" clId="{6CF5D3DD-A8C4-4611-8099-4AEB2E976A2E}" dt="2026-06-07T12:00:02.223" v="3516"/>
          <ac:inkMkLst>
            <pc:docMk/>
            <pc:sldMk cId="3100037909" sldId="924"/>
            <ac:inkMk id="47" creationId="{852FFE97-9E4B-5B79-B23F-B59E203D0C18}"/>
          </ac:inkMkLst>
        </pc:inkChg>
        <pc:inkChg chg="add">
          <ac:chgData name="Al Friend" userId="e5ed79da-d858-46d4-9eed-a7a24903f2de" providerId="ADAL" clId="{6CF5D3DD-A8C4-4611-8099-4AEB2E976A2E}" dt="2026-06-07T12:00:00.338" v="3511" actId="9405"/>
          <ac:inkMkLst>
            <pc:docMk/>
            <pc:sldMk cId="3100037909" sldId="924"/>
            <ac:inkMk id="48" creationId="{3D509CE9-BB92-E793-FF5F-683589683F45}"/>
          </ac:inkMkLst>
        </pc:inkChg>
        <pc:inkChg chg="add">
          <ac:chgData name="Al Friend" userId="e5ed79da-d858-46d4-9eed-a7a24903f2de" providerId="ADAL" clId="{6CF5D3DD-A8C4-4611-8099-4AEB2E976A2E}" dt="2026-06-07T12:00:00.551" v="3512" actId="9405"/>
          <ac:inkMkLst>
            <pc:docMk/>
            <pc:sldMk cId="3100037909" sldId="924"/>
            <ac:inkMk id="49" creationId="{7DFEA19D-AF37-6F80-967B-C8B20B3B32D7}"/>
          </ac:inkMkLst>
        </pc:inkChg>
        <pc:inkChg chg="add mod">
          <ac:chgData name="Al Friend" userId="e5ed79da-d858-46d4-9eed-a7a24903f2de" providerId="ADAL" clId="{6CF5D3DD-A8C4-4611-8099-4AEB2E976A2E}" dt="2026-06-07T12:00:02.223" v="3516"/>
          <ac:inkMkLst>
            <pc:docMk/>
            <pc:sldMk cId="3100037909" sldId="924"/>
            <ac:inkMk id="50" creationId="{FFE70EA2-6C7C-55EC-6BB8-2F4D55F37527}"/>
          </ac:inkMkLst>
        </pc:inkChg>
        <pc:inkChg chg="add mod">
          <ac:chgData name="Al Friend" userId="e5ed79da-d858-46d4-9eed-a7a24903f2de" providerId="ADAL" clId="{6CF5D3DD-A8C4-4611-8099-4AEB2E976A2E}" dt="2026-06-07T12:00:02.223" v="3516"/>
          <ac:inkMkLst>
            <pc:docMk/>
            <pc:sldMk cId="3100037909" sldId="924"/>
            <ac:inkMk id="51" creationId="{390C096F-37B4-5A90-A8F7-AE224AA3A5E4}"/>
          </ac:inkMkLst>
        </pc:inkChg>
        <pc:inkChg chg="add">
          <ac:chgData name="Al Friend" userId="e5ed79da-d858-46d4-9eed-a7a24903f2de" providerId="ADAL" clId="{6CF5D3DD-A8C4-4611-8099-4AEB2E976A2E}" dt="2026-06-07T12:00:01.460" v="3515" actId="9405"/>
          <ac:inkMkLst>
            <pc:docMk/>
            <pc:sldMk cId="3100037909" sldId="924"/>
            <ac:inkMk id="52" creationId="{F6A137B4-B69F-C70F-FB17-2B479B0CB9C5}"/>
          </ac:inkMkLst>
        </pc:inkChg>
        <pc:inkChg chg="add mod">
          <ac:chgData name="Al Friend" userId="e5ed79da-d858-46d4-9eed-a7a24903f2de" providerId="ADAL" clId="{6CF5D3DD-A8C4-4611-8099-4AEB2E976A2E}" dt="2026-06-07T12:00:06.503" v="3527"/>
          <ac:inkMkLst>
            <pc:docMk/>
            <pc:sldMk cId="3100037909" sldId="924"/>
            <ac:inkMk id="55" creationId="{79C8970E-8152-F4DA-2FD4-0F9ECF3EEFC9}"/>
          </ac:inkMkLst>
        </pc:inkChg>
        <pc:inkChg chg="add mod">
          <ac:chgData name="Al Friend" userId="e5ed79da-d858-46d4-9eed-a7a24903f2de" providerId="ADAL" clId="{6CF5D3DD-A8C4-4611-8099-4AEB2E976A2E}" dt="2026-06-07T12:00:06.503" v="3527"/>
          <ac:inkMkLst>
            <pc:docMk/>
            <pc:sldMk cId="3100037909" sldId="924"/>
            <ac:inkMk id="56" creationId="{105BA4CF-1856-F780-B6FF-CE76140EA684}"/>
          </ac:inkMkLst>
        </pc:inkChg>
        <pc:inkChg chg="add mod">
          <ac:chgData name="Al Friend" userId="e5ed79da-d858-46d4-9eed-a7a24903f2de" providerId="ADAL" clId="{6CF5D3DD-A8C4-4611-8099-4AEB2E976A2E}" dt="2026-06-07T12:00:06.503" v="3527"/>
          <ac:inkMkLst>
            <pc:docMk/>
            <pc:sldMk cId="3100037909" sldId="924"/>
            <ac:inkMk id="57" creationId="{27982ACA-EA8A-A16E-1397-DDF37268B8A8}"/>
          </ac:inkMkLst>
        </pc:inkChg>
        <pc:inkChg chg="add mod">
          <ac:chgData name="Al Friend" userId="e5ed79da-d858-46d4-9eed-a7a24903f2de" providerId="ADAL" clId="{6CF5D3DD-A8C4-4611-8099-4AEB2E976A2E}" dt="2026-06-07T12:00:06.503" v="3527"/>
          <ac:inkMkLst>
            <pc:docMk/>
            <pc:sldMk cId="3100037909" sldId="924"/>
            <ac:inkMk id="58" creationId="{7A515DE1-FF74-D922-030F-B5E600680FE7}"/>
          </ac:inkMkLst>
        </pc:inkChg>
        <pc:inkChg chg="add mod">
          <ac:chgData name="Al Friend" userId="e5ed79da-d858-46d4-9eed-a7a24903f2de" providerId="ADAL" clId="{6CF5D3DD-A8C4-4611-8099-4AEB2E976A2E}" dt="2026-06-07T12:00:06.503" v="3527"/>
          <ac:inkMkLst>
            <pc:docMk/>
            <pc:sldMk cId="3100037909" sldId="924"/>
            <ac:inkMk id="59" creationId="{412235A4-F5F0-7CD6-50EC-FF2B2891BEF6}"/>
          </ac:inkMkLst>
        </pc:inkChg>
        <pc:inkChg chg="add mod">
          <ac:chgData name="Al Friend" userId="e5ed79da-d858-46d4-9eed-a7a24903f2de" providerId="ADAL" clId="{6CF5D3DD-A8C4-4611-8099-4AEB2E976A2E}" dt="2026-06-07T12:00:06.503" v="3527"/>
          <ac:inkMkLst>
            <pc:docMk/>
            <pc:sldMk cId="3100037909" sldId="924"/>
            <ac:inkMk id="60" creationId="{1B179554-919A-483D-E160-F8799733C81F}"/>
          </ac:inkMkLst>
        </pc:inkChg>
        <pc:inkChg chg="add mod">
          <ac:chgData name="Al Friend" userId="e5ed79da-d858-46d4-9eed-a7a24903f2de" providerId="ADAL" clId="{6CF5D3DD-A8C4-4611-8099-4AEB2E976A2E}" dt="2026-06-07T12:00:06.503" v="3527"/>
          <ac:inkMkLst>
            <pc:docMk/>
            <pc:sldMk cId="3100037909" sldId="924"/>
            <ac:inkMk id="61" creationId="{ABFB5B71-06F2-F593-F112-C12C0C3C5BE3}"/>
          </ac:inkMkLst>
        </pc:inkChg>
        <pc:inkChg chg="add mod">
          <ac:chgData name="Al Friend" userId="e5ed79da-d858-46d4-9eed-a7a24903f2de" providerId="ADAL" clId="{6CF5D3DD-A8C4-4611-8099-4AEB2E976A2E}" dt="2026-06-07T12:00:06.503" v="3527"/>
          <ac:inkMkLst>
            <pc:docMk/>
            <pc:sldMk cId="3100037909" sldId="924"/>
            <ac:inkMk id="62" creationId="{6F94EDFA-9E0C-1130-1EDE-759298EAD999}"/>
          </ac:inkMkLst>
        </pc:inkChg>
        <pc:inkChg chg="add">
          <ac:chgData name="Al Friend" userId="e5ed79da-d858-46d4-9eed-a7a24903f2de" providerId="ADAL" clId="{6CF5D3DD-A8C4-4611-8099-4AEB2E976A2E}" dt="2026-06-07T12:00:05.207" v="3525" actId="9405"/>
          <ac:inkMkLst>
            <pc:docMk/>
            <pc:sldMk cId="3100037909" sldId="924"/>
            <ac:inkMk id="63" creationId="{3341807F-F020-8C3F-2470-7E7CAEE154FF}"/>
          </ac:inkMkLst>
        </pc:inkChg>
        <pc:inkChg chg="add mod">
          <ac:chgData name="Al Friend" userId="e5ed79da-d858-46d4-9eed-a7a24903f2de" providerId="ADAL" clId="{6CF5D3DD-A8C4-4611-8099-4AEB2E976A2E}" dt="2026-06-07T12:00:06.503" v="3527"/>
          <ac:inkMkLst>
            <pc:docMk/>
            <pc:sldMk cId="3100037909" sldId="924"/>
            <ac:inkMk id="64" creationId="{982595B0-D350-93BB-2FD9-B28E9FEBBC50}"/>
          </ac:inkMkLst>
        </pc:inkChg>
        <pc:inkChg chg="add mod">
          <ac:chgData name="Al Friend" userId="e5ed79da-d858-46d4-9eed-a7a24903f2de" providerId="ADAL" clId="{6CF5D3DD-A8C4-4611-8099-4AEB2E976A2E}" dt="2026-06-07T12:00:13.015" v="3536"/>
          <ac:inkMkLst>
            <pc:docMk/>
            <pc:sldMk cId="3100037909" sldId="924"/>
            <ac:inkMk id="66" creationId="{2A81F3C5-527A-1853-9F1A-69E1D5F1BF0A}"/>
          </ac:inkMkLst>
        </pc:inkChg>
        <pc:inkChg chg="add mod">
          <ac:chgData name="Al Friend" userId="e5ed79da-d858-46d4-9eed-a7a24903f2de" providerId="ADAL" clId="{6CF5D3DD-A8C4-4611-8099-4AEB2E976A2E}" dt="2026-06-07T12:00:13.015" v="3536"/>
          <ac:inkMkLst>
            <pc:docMk/>
            <pc:sldMk cId="3100037909" sldId="924"/>
            <ac:inkMk id="67" creationId="{9AA35CF7-2737-35EB-4C3A-08B93CD8B861}"/>
          </ac:inkMkLst>
        </pc:inkChg>
        <pc:inkChg chg="add mod">
          <ac:chgData name="Al Friend" userId="e5ed79da-d858-46d4-9eed-a7a24903f2de" providerId="ADAL" clId="{6CF5D3DD-A8C4-4611-8099-4AEB2E976A2E}" dt="2026-06-07T12:00:13.015" v="3536"/>
          <ac:inkMkLst>
            <pc:docMk/>
            <pc:sldMk cId="3100037909" sldId="924"/>
            <ac:inkMk id="68" creationId="{D8C19E07-4C72-7095-ADF9-C60E7C864934}"/>
          </ac:inkMkLst>
        </pc:inkChg>
        <pc:inkChg chg="add mod">
          <ac:chgData name="Al Friend" userId="e5ed79da-d858-46d4-9eed-a7a24903f2de" providerId="ADAL" clId="{6CF5D3DD-A8C4-4611-8099-4AEB2E976A2E}" dt="2026-06-07T12:00:13.015" v="3536"/>
          <ac:inkMkLst>
            <pc:docMk/>
            <pc:sldMk cId="3100037909" sldId="924"/>
            <ac:inkMk id="69" creationId="{9767E5B5-64A1-E9A6-1C72-6E58261D4F1E}"/>
          </ac:inkMkLst>
        </pc:inkChg>
        <pc:inkChg chg="add mod">
          <ac:chgData name="Al Friend" userId="e5ed79da-d858-46d4-9eed-a7a24903f2de" providerId="ADAL" clId="{6CF5D3DD-A8C4-4611-8099-4AEB2E976A2E}" dt="2026-06-07T12:00:13.015" v="3536"/>
          <ac:inkMkLst>
            <pc:docMk/>
            <pc:sldMk cId="3100037909" sldId="924"/>
            <ac:inkMk id="70" creationId="{F7136C8D-677C-A8E2-C812-CD3F8D1A0E6E}"/>
          </ac:inkMkLst>
        </pc:inkChg>
        <pc:inkChg chg="add mod">
          <ac:chgData name="Al Friend" userId="e5ed79da-d858-46d4-9eed-a7a24903f2de" providerId="ADAL" clId="{6CF5D3DD-A8C4-4611-8099-4AEB2E976A2E}" dt="2026-06-07T12:00:13.015" v="3536"/>
          <ac:inkMkLst>
            <pc:docMk/>
            <pc:sldMk cId="3100037909" sldId="924"/>
            <ac:inkMk id="71" creationId="{1A7FA268-AA26-4B79-80A0-8E6B2192D1CF}"/>
          </ac:inkMkLst>
        </pc:inkChg>
        <pc:inkChg chg="add mod">
          <ac:chgData name="Al Friend" userId="e5ed79da-d858-46d4-9eed-a7a24903f2de" providerId="ADAL" clId="{6CF5D3DD-A8C4-4611-8099-4AEB2E976A2E}" dt="2026-06-07T12:00:13.015" v="3536"/>
          <ac:inkMkLst>
            <pc:docMk/>
            <pc:sldMk cId="3100037909" sldId="924"/>
            <ac:inkMk id="72" creationId="{AA5CD708-443D-F763-3386-61449D318934}"/>
          </ac:inkMkLst>
        </pc:inkChg>
        <pc:inkChg chg="add mod">
          <ac:chgData name="Al Friend" userId="e5ed79da-d858-46d4-9eed-a7a24903f2de" providerId="ADAL" clId="{6CF5D3DD-A8C4-4611-8099-4AEB2E976A2E}" dt="2026-06-07T12:00:13.015" v="3536"/>
          <ac:inkMkLst>
            <pc:docMk/>
            <pc:sldMk cId="3100037909" sldId="924"/>
            <ac:inkMk id="73" creationId="{DCA425D6-5656-07CE-F595-7557B2B26DFA}"/>
          </ac:inkMkLst>
        </pc:inkChg>
        <pc:inkChg chg="add mod">
          <ac:chgData name="Al Friend" userId="e5ed79da-d858-46d4-9eed-a7a24903f2de" providerId="ADAL" clId="{6CF5D3DD-A8C4-4611-8099-4AEB2E976A2E}" dt="2026-06-07T12:00:17.359" v="3540"/>
          <ac:inkMkLst>
            <pc:docMk/>
            <pc:sldMk cId="3100037909" sldId="924"/>
            <ac:inkMk id="75" creationId="{C3EAF0AB-4035-4A52-F353-69BBBB845659}"/>
          </ac:inkMkLst>
        </pc:inkChg>
        <pc:inkChg chg="add mod">
          <ac:chgData name="Al Friend" userId="e5ed79da-d858-46d4-9eed-a7a24903f2de" providerId="ADAL" clId="{6CF5D3DD-A8C4-4611-8099-4AEB2E976A2E}" dt="2026-06-07T12:00:17.359" v="3540"/>
          <ac:inkMkLst>
            <pc:docMk/>
            <pc:sldMk cId="3100037909" sldId="924"/>
            <ac:inkMk id="76" creationId="{46D256A4-A4D0-B2CF-C88F-F0D5CF5A54C3}"/>
          </ac:inkMkLst>
        </pc:inkChg>
        <pc:inkChg chg="add mod">
          <ac:chgData name="Al Friend" userId="e5ed79da-d858-46d4-9eed-a7a24903f2de" providerId="ADAL" clId="{6CF5D3DD-A8C4-4611-8099-4AEB2E976A2E}" dt="2026-06-07T12:00:17.359" v="3540"/>
          <ac:inkMkLst>
            <pc:docMk/>
            <pc:sldMk cId="3100037909" sldId="924"/>
            <ac:inkMk id="77" creationId="{FEA66F30-8A4C-B492-BA4B-7F313217256C}"/>
          </ac:inkMkLst>
        </pc:inkChg>
      </pc:sldChg>
      <pc:sldChg chg="addSp delSp modSp new mod">
        <pc:chgData name="Al Friend" userId="e5ed79da-d858-46d4-9eed-a7a24903f2de" providerId="ADAL" clId="{6CF5D3DD-A8C4-4611-8099-4AEB2E976A2E}" dt="2026-06-07T12:00:58.394" v="3554" actId="12788"/>
        <pc:sldMkLst>
          <pc:docMk/>
          <pc:sldMk cId="48017405" sldId="925"/>
        </pc:sldMkLst>
        <pc:spChg chg="mod">
          <ac:chgData name="Al Friend" userId="e5ed79da-d858-46d4-9eed-a7a24903f2de" providerId="ADAL" clId="{6CF5D3DD-A8C4-4611-8099-4AEB2E976A2E}" dt="2026-06-07T12:00:43.716" v="3549" actId="20577"/>
          <ac:spMkLst>
            <pc:docMk/>
            <pc:sldMk cId="48017405" sldId="925"/>
            <ac:spMk id="2" creationId="{D535D33E-9AFF-4A8A-3F1C-61EEC6F22813}"/>
          </ac:spMkLst>
        </pc:spChg>
        <pc:spChg chg="del">
          <ac:chgData name="Al Friend" userId="e5ed79da-d858-46d4-9eed-a7a24903f2de" providerId="ADAL" clId="{6CF5D3DD-A8C4-4611-8099-4AEB2E976A2E}" dt="2026-06-07T12:00:45.711" v="3550" actId="22"/>
          <ac:spMkLst>
            <pc:docMk/>
            <pc:sldMk cId="48017405" sldId="925"/>
            <ac:spMk id="3" creationId="{3021C708-1A5E-3F7E-105C-72F16730D719}"/>
          </ac:spMkLst>
        </pc:spChg>
        <pc:picChg chg="add mod ord">
          <ac:chgData name="Al Friend" userId="e5ed79da-d858-46d4-9eed-a7a24903f2de" providerId="ADAL" clId="{6CF5D3DD-A8C4-4611-8099-4AEB2E976A2E}" dt="2026-06-07T12:00:58.394" v="3554" actId="12788"/>
          <ac:picMkLst>
            <pc:docMk/>
            <pc:sldMk cId="48017405" sldId="925"/>
            <ac:picMk id="5" creationId="{927D6664-6A4C-72B5-2D9A-9FA2D2DF20DA}"/>
          </ac:picMkLst>
        </pc:picChg>
      </pc:sldChg>
      <pc:sldChg chg="modSp new mod">
        <pc:chgData name="Al Friend" userId="e5ed79da-d858-46d4-9eed-a7a24903f2de" providerId="ADAL" clId="{6CF5D3DD-A8C4-4611-8099-4AEB2E976A2E}" dt="2026-06-07T15:42:06.714" v="3817" actId="20577"/>
        <pc:sldMkLst>
          <pc:docMk/>
          <pc:sldMk cId="1498524499" sldId="926"/>
        </pc:sldMkLst>
        <pc:spChg chg="mod">
          <ac:chgData name="Al Friend" userId="e5ed79da-d858-46d4-9eed-a7a24903f2de" providerId="ADAL" clId="{6CF5D3DD-A8C4-4611-8099-4AEB2E976A2E}" dt="2026-06-07T15:35:38.735" v="3690" actId="20577"/>
          <ac:spMkLst>
            <pc:docMk/>
            <pc:sldMk cId="1498524499" sldId="926"/>
            <ac:spMk id="2" creationId="{B6CA6536-E36B-FDC3-0D0D-6BE9F325ED95}"/>
          </ac:spMkLst>
        </pc:spChg>
        <pc:spChg chg="mod">
          <ac:chgData name="Al Friend" userId="e5ed79da-d858-46d4-9eed-a7a24903f2de" providerId="ADAL" clId="{6CF5D3DD-A8C4-4611-8099-4AEB2E976A2E}" dt="2026-06-07T15:42:06.714" v="3817" actId="20577"/>
          <ac:spMkLst>
            <pc:docMk/>
            <pc:sldMk cId="1498524499" sldId="926"/>
            <ac:spMk id="3" creationId="{B6CF721D-6706-CEA2-850F-67CB688971C4}"/>
          </ac:spMkLst>
        </pc:spChg>
      </pc:sldChg>
    </pc:docChg>
  </pc:docChgLst>
  <pc:docChgLst>
    <pc:chgData name="Al Friend" userId="e5ed79da-d858-46d4-9eed-a7a24903f2de" providerId="ADAL" clId="{C674B5A1-E3B2-40E8-863B-82D707DB4736}"/>
    <pc:docChg chg="undo redo custSel addSld delSld modSld sldOrd modSection">
      <pc:chgData name="Al Friend" userId="e5ed79da-d858-46d4-9eed-a7a24903f2de" providerId="ADAL" clId="{C674B5A1-E3B2-40E8-863B-82D707DB4736}" dt="2026-06-04T13:14:09.974" v="3792"/>
      <pc:docMkLst>
        <pc:docMk/>
      </pc:docMkLst>
      <pc:sldChg chg="modSp">
        <pc:chgData name="Al Friend" userId="e5ed79da-d858-46d4-9eed-a7a24903f2de" providerId="ADAL" clId="{C674B5A1-E3B2-40E8-863B-82D707DB4736}" dt="2026-05-12T14:20:12.714" v="1089" actId="20577"/>
        <pc:sldMkLst>
          <pc:docMk/>
          <pc:sldMk cId="1397375078" sldId="262"/>
        </pc:sldMkLst>
        <pc:spChg chg="mod">
          <ac:chgData name="Al Friend" userId="e5ed79da-d858-46d4-9eed-a7a24903f2de" providerId="ADAL" clId="{C674B5A1-E3B2-40E8-863B-82D707DB4736}" dt="2026-05-12T14:20:12.714" v="1089" actId="20577"/>
          <ac:spMkLst>
            <pc:docMk/>
            <pc:sldMk cId="1397375078" sldId="262"/>
            <ac:spMk id="2" creationId="{00000000-0000-0000-0000-000000000000}"/>
          </ac:spMkLst>
        </pc:spChg>
        <pc:spChg chg="mod">
          <ac:chgData name="Al Friend" userId="e5ed79da-d858-46d4-9eed-a7a24903f2de" providerId="ADAL" clId="{C674B5A1-E3B2-40E8-863B-82D707DB4736}" dt="2026-05-12T14:13:41.150" v="987" actId="20577"/>
          <ac:spMkLst>
            <pc:docMk/>
            <pc:sldMk cId="1397375078" sldId="262"/>
            <ac:spMk id="3" creationId="{00000000-0000-0000-0000-000000000000}"/>
          </ac:spMkLst>
        </pc:spChg>
      </pc:sldChg>
      <pc:sldChg chg="addSp delSp modSp delAnim modAnim">
        <pc:chgData name="Al Friend" userId="e5ed79da-d858-46d4-9eed-a7a24903f2de" providerId="ADAL" clId="{C674B5A1-E3B2-40E8-863B-82D707DB4736}" dt="2026-05-12T14:19:13.529" v="1075"/>
        <pc:sldMkLst>
          <pc:docMk/>
          <pc:sldMk cId="3688620620" sldId="506"/>
        </pc:sldMkLst>
        <pc:spChg chg="add mod">
          <ac:chgData name="Al Friend" userId="e5ed79da-d858-46d4-9eed-a7a24903f2de" providerId="ADAL" clId="{C674B5A1-E3B2-40E8-863B-82D707DB4736}" dt="2026-05-12T14:17:52.113" v="1056" actId="1076"/>
          <ac:spMkLst>
            <pc:docMk/>
            <pc:sldMk cId="3688620620" sldId="506"/>
            <ac:spMk id="3" creationId="{6A97AC26-082B-45FF-807A-F23AA3F80267}"/>
          </ac:spMkLst>
        </pc:spChg>
        <pc:graphicFrameChg chg="mod">
          <ac:chgData name="Al Friend" userId="e5ed79da-d858-46d4-9eed-a7a24903f2de" providerId="ADAL" clId="{C674B5A1-E3B2-40E8-863B-82D707DB4736}" dt="2026-05-12T14:15:51.806" v="1027" actId="20577"/>
          <ac:graphicFrameMkLst>
            <pc:docMk/>
            <pc:sldMk cId="3688620620" sldId="506"/>
            <ac:graphicFrameMk id="5" creationId="{00000000-0000-0000-0000-000000000000}"/>
          </ac:graphicFrameMkLst>
        </pc:graphicFrameChg>
      </pc:sldChg>
      <pc:sldChg chg="modSp modAnim">
        <pc:chgData name="Al Friend" userId="e5ed79da-d858-46d4-9eed-a7a24903f2de" providerId="ADAL" clId="{C674B5A1-E3B2-40E8-863B-82D707DB4736}" dt="2026-05-12T14:12:30.992" v="977" actId="20577"/>
        <pc:sldMkLst>
          <pc:docMk/>
          <pc:sldMk cId="3252904998" sldId="507"/>
        </pc:sldMkLst>
        <pc:spChg chg="mod">
          <ac:chgData name="Al Friend" userId="e5ed79da-d858-46d4-9eed-a7a24903f2de" providerId="ADAL" clId="{C674B5A1-E3B2-40E8-863B-82D707DB4736}" dt="2026-05-12T14:12:13.028" v="967" actId="20577"/>
          <ac:spMkLst>
            <pc:docMk/>
            <pc:sldMk cId="3252904998" sldId="507"/>
            <ac:spMk id="3" creationId="{800ECB73-0608-4B44-882B-9BBB8EADD3EA}"/>
          </ac:spMkLst>
        </pc:spChg>
        <pc:spChg chg="mod">
          <ac:chgData name="Al Friend" userId="e5ed79da-d858-46d4-9eed-a7a24903f2de" providerId="ADAL" clId="{C674B5A1-E3B2-40E8-863B-82D707DB4736}" dt="2026-05-12T14:12:30.992" v="977" actId="20577"/>
          <ac:spMkLst>
            <pc:docMk/>
            <pc:sldMk cId="3252904998" sldId="507"/>
            <ac:spMk id="4" creationId="{6C837FB6-A567-497F-93B1-2DEE87ED18D6}"/>
          </ac:spMkLst>
        </pc:spChg>
        <pc:spChg chg="mod">
          <ac:chgData name="Al Friend" userId="e5ed79da-d858-46d4-9eed-a7a24903f2de" providerId="ADAL" clId="{C674B5A1-E3B2-40E8-863B-82D707DB4736}" dt="2026-05-12T14:12:08.480" v="965" actId="20577"/>
          <ac:spMkLst>
            <pc:docMk/>
            <pc:sldMk cId="3252904998" sldId="507"/>
            <ac:spMk id="5" creationId="{23B492CD-F51E-4517-A552-72BB03A9DDC1}"/>
          </ac:spMkLst>
        </pc:spChg>
        <pc:spChg chg="mod">
          <ac:chgData name="Al Friend" userId="e5ed79da-d858-46d4-9eed-a7a24903f2de" providerId="ADAL" clId="{C674B5A1-E3B2-40E8-863B-82D707DB4736}" dt="2026-05-12T14:11:45.272" v="961" actId="20577"/>
          <ac:spMkLst>
            <pc:docMk/>
            <pc:sldMk cId="3252904998" sldId="507"/>
            <ac:spMk id="6" creationId="{85EA51F6-ECFD-4D1F-BF54-C5C44552D6D8}"/>
          </ac:spMkLst>
        </pc:spChg>
        <pc:spChg chg="mod">
          <ac:chgData name="Al Friend" userId="e5ed79da-d858-46d4-9eed-a7a24903f2de" providerId="ADAL" clId="{C674B5A1-E3B2-40E8-863B-82D707DB4736}" dt="2026-05-12T14:09:56.711" v="951" actId="20577"/>
          <ac:spMkLst>
            <pc:docMk/>
            <pc:sldMk cId="3252904998" sldId="507"/>
            <ac:spMk id="7" creationId="{00000000-0000-0000-0000-000000000000}"/>
          </ac:spMkLst>
        </pc:spChg>
      </pc:sldChg>
      <pc:sldChg chg="addSp delSp modSp delAnim modAnim modNotesTx">
        <pc:chgData name="Al Friend" userId="e5ed79da-d858-46d4-9eed-a7a24903f2de" providerId="ADAL" clId="{C674B5A1-E3B2-40E8-863B-82D707DB4736}" dt="2026-06-02T12:10:00.835" v="3569"/>
        <pc:sldMkLst>
          <pc:docMk/>
          <pc:sldMk cId="3792360079" sldId="634"/>
        </pc:sldMkLst>
        <pc:cxnChg chg="add mod">
          <ac:chgData name="Al Friend" userId="e5ed79da-d858-46d4-9eed-a7a24903f2de" providerId="ADAL" clId="{C674B5A1-E3B2-40E8-863B-82D707DB4736}" dt="2026-05-20T13:52:54.563" v="1857" actId="14100"/>
          <ac:cxnSpMkLst>
            <pc:docMk/>
            <pc:sldMk cId="3792360079" sldId="634"/>
            <ac:cxnSpMk id="12" creationId="{5DA4DAB6-55AE-451F-A496-DB8E57B81C0E}"/>
          </ac:cxnSpMkLst>
        </pc:cxnChg>
      </pc:sldChg>
      <pc:sldChg chg="addSp delSp modSp add ord modAnim modNotesTx">
        <pc:chgData name="Al Friend" userId="e5ed79da-d858-46d4-9eed-a7a24903f2de" providerId="ADAL" clId="{C674B5A1-E3B2-40E8-863B-82D707DB4736}" dt="2026-05-20T14:39:43.444" v="1921"/>
        <pc:sldMkLst>
          <pc:docMk/>
          <pc:sldMk cId="237343473" sldId="875"/>
        </pc:sldMkLst>
      </pc:sldChg>
      <pc:sldChg chg="addSp delSp modSp add addAnim delAnim modAnim modNotesTx">
        <pc:chgData name="Al Friend" userId="e5ed79da-d858-46d4-9eed-a7a24903f2de" providerId="ADAL" clId="{C674B5A1-E3B2-40E8-863B-82D707DB4736}" dt="2026-06-02T12:12:29.680" v="3599"/>
        <pc:sldMkLst>
          <pc:docMk/>
          <pc:sldMk cId="515075891" sldId="876"/>
        </pc:sldMkLst>
        <pc:spChg chg="mod">
          <ac:chgData name="Al Friend" userId="e5ed79da-d858-46d4-9eed-a7a24903f2de" providerId="ADAL" clId="{C674B5A1-E3B2-40E8-863B-82D707DB4736}" dt="2026-05-20T14:38:32.817" v="1915" actId="20577"/>
          <ac:spMkLst>
            <pc:docMk/>
            <pc:sldMk cId="515075891" sldId="876"/>
            <ac:spMk id="9" creationId="{EE2EFB0E-AB56-4E96-9F15-7393AA54BFAA}"/>
          </ac:spMkLst>
        </pc:spChg>
        <pc:spChg chg="mod">
          <ac:chgData name="Al Friend" userId="e5ed79da-d858-46d4-9eed-a7a24903f2de" providerId="ADAL" clId="{C674B5A1-E3B2-40E8-863B-82D707DB4736}" dt="2026-05-20T13:52:27.878" v="1852" actId="207"/>
          <ac:spMkLst>
            <pc:docMk/>
            <pc:sldMk cId="515075891" sldId="876"/>
            <ac:spMk id="10" creationId="{3B047DC7-344F-4A56-83D8-286EB77BF4E1}"/>
          </ac:spMkLst>
        </pc:spChg>
        <pc:spChg chg="mod">
          <ac:chgData name="Al Friend" userId="e5ed79da-d858-46d4-9eed-a7a24903f2de" providerId="ADAL" clId="{C674B5A1-E3B2-40E8-863B-82D707DB4736}" dt="2026-05-20T13:52:32.159" v="1853" actId="207"/>
          <ac:spMkLst>
            <pc:docMk/>
            <pc:sldMk cId="515075891" sldId="876"/>
            <ac:spMk id="13" creationId="{0CAC0334-43B5-419F-AB51-243DA6DA4779}"/>
          </ac:spMkLst>
        </pc:spChg>
        <pc:spChg chg="add mod">
          <ac:chgData name="Al Friend" userId="e5ed79da-d858-46d4-9eed-a7a24903f2de" providerId="ADAL" clId="{C674B5A1-E3B2-40E8-863B-82D707DB4736}" dt="2026-05-20T13:52:41.831" v="1855" actId="207"/>
          <ac:spMkLst>
            <pc:docMk/>
            <pc:sldMk cId="515075891" sldId="876"/>
            <ac:spMk id="18" creationId="{1B38B5A5-FF85-4F91-98A2-2BD48295D2CE}"/>
          </ac:spMkLst>
        </pc:spChg>
        <pc:spChg chg="add mod">
          <ac:chgData name="Al Friend" userId="e5ed79da-d858-46d4-9eed-a7a24903f2de" providerId="ADAL" clId="{C674B5A1-E3B2-40E8-863B-82D707DB4736}" dt="2026-05-20T14:38:29.227" v="1913" actId="20577"/>
          <ac:spMkLst>
            <pc:docMk/>
            <pc:sldMk cId="515075891" sldId="876"/>
            <ac:spMk id="26" creationId="{B3D409DD-93B4-40DB-8A45-A1FF26971C42}"/>
          </ac:spMkLst>
        </pc:spChg>
        <pc:spChg chg="add mod">
          <ac:chgData name="Al Friend" userId="e5ed79da-d858-46d4-9eed-a7a24903f2de" providerId="ADAL" clId="{C674B5A1-E3B2-40E8-863B-82D707DB4736}" dt="2026-05-20T14:38:35.352" v="1917" actId="20577"/>
          <ac:spMkLst>
            <pc:docMk/>
            <pc:sldMk cId="515075891" sldId="876"/>
            <ac:spMk id="27" creationId="{2584A295-72FF-468A-A6FA-4E277C254EDC}"/>
          </ac:spMkLst>
        </pc:spChg>
        <pc:cxnChg chg="mod topLvl">
          <ac:chgData name="Al Friend" userId="e5ed79da-d858-46d4-9eed-a7a24903f2de" providerId="ADAL" clId="{C674B5A1-E3B2-40E8-863B-82D707DB4736}" dt="2026-05-20T13:52:08.024" v="1848" actId="478"/>
          <ac:cxnSpMkLst>
            <pc:docMk/>
            <pc:sldMk cId="515075891" sldId="876"/>
            <ac:cxnSpMk id="12" creationId="{5DA4DAB6-55AE-451F-A496-DB8E57B81C0E}"/>
          </ac:cxnSpMkLst>
        </pc:cxnChg>
        <pc:cxnChg chg="mod topLvl">
          <ac:chgData name="Al Friend" userId="e5ed79da-d858-46d4-9eed-a7a24903f2de" providerId="ADAL" clId="{C674B5A1-E3B2-40E8-863B-82D707DB4736}" dt="2026-05-20T14:37:57.642" v="1904" actId="14100"/>
          <ac:cxnSpMkLst>
            <pc:docMk/>
            <pc:sldMk cId="515075891" sldId="876"/>
            <ac:cxnSpMk id="14" creationId="{4BC27613-8AD7-42F9-96C9-701E22C58D62}"/>
          </ac:cxnSpMkLst>
        </pc:cxnChg>
        <pc:cxnChg chg="add mod">
          <ac:chgData name="Al Friend" userId="e5ed79da-d858-46d4-9eed-a7a24903f2de" providerId="ADAL" clId="{C674B5A1-E3B2-40E8-863B-82D707DB4736}" dt="2026-05-20T14:38:16.396" v="1910" actId="14100"/>
          <ac:cxnSpMkLst>
            <pc:docMk/>
            <pc:sldMk cId="515075891" sldId="876"/>
            <ac:cxnSpMk id="29" creationId="{78E5B12E-DE80-4E14-AEB9-E9D7561A3273}"/>
          </ac:cxnSpMkLst>
        </pc:cxnChg>
        <pc:cxnChg chg="add mod">
          <ac:chgData name="Al Friend" userId="e5ed79da-d858-46d4-9eed-a7a24903f2de" providerId="ADAL" clId="{C674B5A1-E3B2-40E8-863B-82D707DB4736}" dt="2026-05-20T14:38:21.282" v="1911" actId="14100"/>
          <ac:cxnSpMkLst>
            <pc:docMk/>
            <pc:sldMk cId="515075891" sldId="876"/>
            <ac:cxnSpMk id="30" creationId="{A5305137-03E8-429E-AC65-B6B9C9CCD0EA}"/>
          </ac:cxnSpMkLst>
        </pc:cxnChg>
      </pc:sldChg>
      <pc:sldChg chg="addSp delSp modSp add delAnim">
        <pc:chgData name="Al Friend" userId="e5ed79da-d858-46d4-9eed-a7a24903f2de" providerId="ADAL" clId="{C674B5A1-E3B2-40E8-863B-82D707DB4736}" dt="2026-06-02T08:32:42.552" v="3463" actId="478"/>
        <pc:sldMkLst>
          <pc:docMk/>
          <pc:sldMk cId="1159162935" sldId="877"/>
        </pc:sldMkLst>
        <pc:spChg chg="add del mod">
          <ac:chgData name="Al Friend" userId="e5ed79da-d858-46d4-9eed-a7a24903f2de" providerId="ADAL" clId="{C674B5A1-E3B2-40E8-863B-82D707DB4736}" dt="2026-05-12T14:38:16.888" v="1208" actId="6549"/>
          <ac:spMkLst>
            <pc:docMk/>
            <pc:sldMk cId="1159162935" sldId="877"/>
            <ac:spMk id="18" creationId="{D88574CC-45EE-41B3-9E51-9F1267441FCF}"/>
          </ac:spMkLst>
        </pc:spChg>
      </pc:sldChg>
      <pc:sldChg chg="modSp">
        <pc:chgData name="Al Friend" userId="e5ed79da-d858-46d4-9eed-a7a24903f2de" providerId="ADAL" clId="{C674B5A1-E3B2-40E8-863B-82D707DB4736}" dt="2026-05-12T14:20:04.493" v="1081" actId="20577"/>
        <pc:sldMkLst>
          <pc:docMk/>
          <pc:sldMk cId="3121337818" sldId="878"/>
        </pc:sldMkLst>
        <pc:spChg chg="mod">
          <ac:chgData name="Al Friend" userId="e5ed79da-d858-46d4-9eed-a7a24903f2de" providerId="ADAL" clId="{C674B5A1-E3B2-40E8-863B-82D707DB4736}" dt="2026-05-12T14:20:04.493" v="1081" actId="20577"/>
          <ac:spMkLst>
            <pc:docMk/>
            <pc:sldMk cId="3121337818" sldId="878"/>
            <ac:spMk id="2" creationId="{00000000-0000-0000-0000-000000000000}"/>
          </ac:spMkLst>
        </pc:spChg>
      </pc:sldChg>
      <pc:sldChg chg="delSp modSp add ord">
        <pc:chgData name="Al Friend" userId="e5ed79da-d858-46d4-9eed-a7a24903f2de" providerId="ADAL" clId="{C674B5A1-E3B2-40E8-863B-82D707DB4736}" dt="2026-06-02T08:32:55.109" v="3464" actId="478"/>
        <pc:sldMkLst>
          <pc:docMk/>
          <pc:sldMk cId="519218123" sldId="880"/>
        </pc:sldMkLst>
        <pc:spChg chg="mod">
          <ac:chgData name="Al Friend" userId="e5ed79da-d858-46d4-9eed-a7a24903f2de" providerId="ADAL" clId="{C674B5A1-E3B2-40E8-863B-82D707DB4736}" dt="2026-05-12T14:39:58.903" v="1228" actId="20577"/>
          <ac:spMkLst>
            <pc:docMk/>
            <pc:sldMk cId="519218123" sldId="880"/>
            <ac:spMk id="2" creationId="{00000000-0000-0000-0000-000000000000}"/>
          </ac:spMkLst>
        </pc:spChg>
        <pc:spChg chg="mod">
          <ac:chgData name="Al Friend" userId="e5ed79da-d858-46d4-9eed-a7a24903f2de" providerId="ADAL" clId="{C674B5A1-E3B2-40E8-863B-82D707DB4736}" dt="2026-05-12T14:40:27.711" v="1272" actId="1076"/>
          <ac:spMkLst>
            <pc:docMk/>
            <pc:sldMk cId="519218123" sldId="880"/>
            <ac:spMk id="18" creationId="{D88574CC-45EE-41B3-9E51-9F1267441FCF}"/>
          </ac:spMkLst>
        </pc:spChg>
      </pc:sldChg>
      <pc:sldChg chg="addSp delSp modSp add delAnim modAnim">
        <pc:chgData name="Al Friend" userId="e5ed79da-d858-46d4-9eed-a7a24903f2de" providerId="ADAL" clId="{C674B5A1-E3B2-40E8-863B-82D707DB4736}" dt="2026-06-04T12:31:06.993" v="3727" actId="20577"/>
        <pc:sldMkLst>
          <pc:docMk/>
          <pc:sldMk cId="1900925123" sldId="881"/>
        </pc:sldMkLst>
        <pc:spChg chg="mod">
          <ac:chgData name="Al Friend" userId="e5ed79da-d858-46d4-9eed-a7a24903f2de" providerId="ADAL" clId="{C674B5A1-E3B2-40E8-863B-82D707DB4736}" dt="2026-06-04T12:31:06.993" v="3727" actId="20577"/>
          <ac:spMkLst>
            <pc:docMk/>
            <pc:sldMk cId="1900925123" sldId="881"/>
            <ac:spMk id="2" creationId="{DF81EF6B-9990-4895-9A8F-2103C304A52F}"/>
          </ac:spMkLst>
        </pc:spChg>
        <pc:spChg chg="add mod">
          <ac:chgData name="Al Friend" userId="e5ed79da-d858-46d4-9eed-a7a24903f2de" providerId="ADAL" clId="{C674B5A1-E3B2-40E8-863B-82D707DB4736}" dt="2026-05-20T10:59:12.732" v="1325" actId="164"/>
          <ac:spMkLst>
            <pc:docMk/>
            <pc:sldMk cId="1900925123" sldId="881"/>
            <ac:spMk id="4" creationId="{D68F3B12-91FF-4536-9BDF-3DFA0AD860B7}"/>
          </ac:spMkLst>
        </pc:spChg>
        <pc:spChg chg="add mod">
          <ac:chgData name="Al Friend" userId="e5ed79da-d858-46d4-9eed-a7a24903f2de" providerId="ADAL" clId="{C674B5A1-E3B2-40E8-863B-82D707DB4736}" dt="2026-05-20T10:59:12.732" v="1325" actId="164"/>
          <ac:spMkLst>
            <pc:docMk/>
            <pc:sldMk cId="1900925123" sldId="881"/>
            <ac:spMk id="9" creationId="{E06970F1-E4C6-493D-921A-F57A4EAA659D}"/>
          </ac:spMkLst>
        </pc:spChg>
        <pc:spChg chg="add mod">
          <ac:chgData name="Al Friend" userId="e5ed79da-d858-46d4-9eed-a7a24903f2de" providerId="ADAL" clId="{C674B5A1-E3B2-40E8-863B-82D707DB4736}" dt="2026-05-27T12:08:38.466" v="3441" actId="1037"/>
          <ac:spMkLst>
            <pc:docMk/>
            <pc:sldMk cId="1900925123" sldId="881"/>
            <ac:spMk id="13" creationId="{31DE4C51-5C31-4CFA-BE3D-731751DE74B0}"/>
          </ac:spMkLst>
        </pc:spChg>
        <pc:spChg chg="add mod">
          <ac:chgData name="Al Friend" userId="e5ed79da-d858-46d4-9eed-a7a24903f2de" providerId="ADAL" clId="{C674B5A1-E3B2-40E8-863B-82D707DB4736}" dt="2026-05-27T12:08:38.466" v="3441" actId="1037"/>
          <ac:spMkLst>
            <pc:docMk/>
            <pc:sldMk cId="1900925123" sldId="881"/>
            <ac:spMk id="14" creationId="{E5304D38-62A3-4A8C-98E0-6337163FA56E}"/>
          </ac:spMkLst>
        </pc:spChg>
        <pc:spChg chg="add mod">
          <ac:chgData name="Al Friend" userId="e5ed79da-d858-46d4-9eed-a7a24903f2de" providerId="ADAL" clId="{C674B5A1-E3B2-40E8-863B-82D707DB4736}" dt="2026-05-27T12:08:38.466" v="3441" actId="1037"/>
          <ac:spMkLst>
            <pc:docMk/>
            <pc:sldMk cId="1900925123" sldId="881"/>
            <ac:spMk id="15" creationId="{EFB1A153-6E9D-4603-B7E7-DB48DD6E2DED}"/>
          </ac:spMkLst>
        </pc:spChg>
        <pc:spChg chg="add mod">
          <ac:chgData name="Al Friend" userId="e5ed79da-d858-46d4-9eed-a7a24903f2de" providerId="ADAL" clId="{C674B5A1-E3B2-40E8-863B-82D707DB4736}" dt="2026-05-27T12:08:38.466" v="3441" actId="1037"/>
          <ac:spMkLst>
            <pc:docMk/>
            <pc:sldMk cId="1900925123" sldId="881"/>
            <ac:spMk id="16" creationId="{F9DA67FF-CA17-47F2-BE12-2F4EF7BC1D21}"/>
          </ac:spMkLst>
        </pc:spChg>
        <pc:spChg chg="add mod">
          <ac:chgData name="Al Friend" userId="e5ed79da-d858-46d4-9eed-a7a24903f2de" providerId="ADAL" clId="{C674B5A1-E3B2-40E8-863B-82D707DB4736}" dt="2026-05-27T12:08:38.466" v="3441" actId="1037"/>
          <ac:spMkLst>
            <pc:docMk/>
            <pc:sldMk cId="1900925123" sldId="881"/>
            <ac:spMk id="17" creationId="{AE596573-766B-4AFA-B34B-C56D5BA1BE63}"/>
          </ac:spMkLst>
        </pc:spChg>
        <pc:spChg chg="add mod">
          <ac:chgData name="Al Friend" userId="e5ed79da-d858-46d4-9eed-a7a24903f2de" providerId="ADAL" clId="{C674B5A1-E3B2-40E8-863B-82D707DB4736}" dt="2026-05-27T12:08:38.466" v="3441" actId="1037"/>
          <ac:spMkLst>
            <pc:docMk/>
            <pc:sldMk cId="1900925123" sldId="881"/>
            <ac:spMk id="18" creationId="{D3DE1068-9C54-4D92-A45F-8DEAD06D3824}"/>
          </ac:spMkLst>
        </pc:spChg>
        <pc:spChg chg="add mod">
          <ac:chgData name="Al Friend" userId="e5ed79da-d858-46d4-9eed-a7a24903f2de" providerId="ADAL" clId="{C674B5A1-E3B2-40E8-863B-82D707DB4736}" dt="2026-05-27T12:08:38.466" v="3441" actId="1037"/>
          <ac:spMkLst>
            <pc:docMk/>
            <pc:sldMk cId="1900925123" sldId="881"/>
            <ac:spMk id="19" creationId="{AE75B9AD-FFA7-46C7-8C97-FBD2DEC6546A}"/>
          </ac:spMkLst>
        </pc:spChg>
        <pc:spChg chg="add mod">
          <ac:chgData name="Al Friend" userId="e5ed79da-d858-46d4-9eed-a7a24903f2de" providerId="ADAL" clId="{C674B5A1-E3B2-40E8-863B-82D707DB4736}" dt="2026-05-27T12:08:38.466" v="3441" actId="1037"/>
          <ac:spMkLst>
            <pc:docMk/>
            <pc:sldMk cId="1900925123" sldId="881"/>
            <ac:spMk id="20" creationId="{11F1C24C-E417-4481-B9E5-EE522678B769}"/>
          </ac:spMkLst>
        </pc:spChg>
        <pc:grpChg chg="add mod">
          <ac:chgData name="Al Friend" userId="e5ed79da-d858-46d4-9eed-a7a24903f2de" providerId="ADAL" clId="{C674B5A1-E3B2-40E8-863B-82D707DB4736}" dt="2026-05-27T12:08:38.466" v="3441" actId="1037"/>
          <ac:grpSpMkLst>
            <pc:docMk/>
            <pc:sldMk cId="1900925123" sldId="881"/>
            <ac:grpSpMk id="10" creationId="{399CD5E7-76CA-46D4-8759-2AB56AB29762}"/>
          </ac:grpSpMkLst>
        </pc:grpChg>
        <pc:cxnChg chg="add mod">
          <ac:chgData name="Al Friend" userId="e5ed79da-d858-46d4-9eed-a7a24903f2de" providerId="ADAL" clId="{C674B5A1-E3B2-40E8-863B-82D707DB4736}" dt="2026-05-20T10:59:12.732" v="1325" actId="164"/>
          <ac:cxnSpMkLst>
            <pc:docMk/>
            <pc:sldMk cId="1900925123" sldId="881"/>
            <ac:cxnSpMk id="8" creationId="{0F620062-B2DF-4004-8305-6226A65C3AFF}"/>
          </ac:cxnSpMkLst>
        </pc:cxnChg>
      </pc:sldChg>
      <pc:sldChg chg="modSp">
        <pc:chgData name="Al Friend" userId="e5ed79da-d858-46d4-9eed-a7a24903f2de" providerId="ADAL" clId="{C674B5A1-E3B2-40E8-863B-82D707DB4736}" dt="2026-06-04T12:09:31.328" v="3660" actId="6549"/>
        <pc:sldMkLst>
          <pc:docMk/>
          <pc:sldMk cId="4181631166" sldId="882"/>
        </pc:sldMkLst>
        <pc:spChg chg="mod">
          <ac:chgData name="Al Friend" userId="e5ed79da-d858-46d4-9eed-a7a24903f2de" providerId="ADAL" clId="{C674B5A1-E3B2-40E8-863B-82D707DB4736}" dt="2026-06-04T12:09:31.328" v="3660" actId="6549"/>
          <ac:spMkLst>
            <pc:docMk/>
            <pc:sldMk cId="4181631166" sldId="882"/>
            <ac:spMk id="3" creationId="{00000000-0000-0000-0000-000000000000}"/>
          </ac:spMkLst>
        </pc:spChg>
      </pc:sldChg>
      <pc:sldChg chg="addSp delSp modSp add delAnim modNotesTx">
        <pc:chgData name="Al Friend" userId="e5ed79da-d858-46d4-9eed-a7a24903f2de" providerId="ADAL" clId="{C674B5A1-E3B2-40E8-863B-82D707DB4736}" dt="2026-06-02T08:37:58.918" v="3534" actId="20577"/>
        <pc:sldMkLst>
          <pc:docMk/>
          <pc:sldMk cId="3895107268" sldId="883"/>
        </pc:sldMkLst>
        <pc:spChg chg="mod">
          <ac:chgData name="Al Friend" userId="e5ed79da-d858-46d4-9eed-a7a24903f2de" providerId="ADAL" clId="{C674B5A1-E3B2-40E8-863B-82D707DB4736}" dt="2026-05-20T13:49:06.696" v="1839" actId="20577"/>
          <ac:spMkLst>
            <pc:docMk/>
            <pc:sldMk cId="3895107268" sldId="883"/>
            <ac:spMk id="2" creationId="{00000000-0000-0000-0000-000000000000}"/>
          </ac:spMkLst>
        </pc:spChg>
        <pc:spChg chg="mod">
          <ac:chgData name="Al Friend" userId="e5ed79da-d858-46d4-9eed-a7a24903f2de" providerId="ADAL" clId="{C674B5A1-E3B2-40E8-863B-82D707DB4736}" dt="2026-06-02T08:37:02.219" v="3500" actId="20577"/>
          <ac:spMkLst>
            <pc:docMk/>
            <pc:sldMk cId="3895107268" sldId="883"/>
            <ac:spMk id="9" creationId="{EE2EFB0E-AB56-4E96-9F15-7393AA54BFAA}"/>
          </ac:spMkLst>
        </pc:spChg>
        <pc:spChg chg="add mod">
          <ac:chgData name="Al Friend" userId="e5ed79da-d858-46d4-9eed-a7a24903f2de" providerId="ADAL" clId="{C674B5A1-E3B2-40E8-863B-82D707DB4736}" dt="2026-06-02T08:36:57.164" v="3490" actId="20577"/>
          <ac:spMkLst>
            <pc:docMk/>
            <pc:sldMk cId="3895107268" sldId="883"/>
            <ac:spMk id="21" creationId="{65F9084E-A1EA-4464-9384-FDA12CD1EE06}"/>
          </ac:spMkLst>
        </pc:spChg>
        <pc:spChg chg="add mod">
          <ac:chgData name="Al Friend" userId="e5ed79da-d858-46d4-9eed-a7a24903f2de" providerId="ADAL" clId="{C674B5A1-E3B2-40E8-863B-82D707DB4736}" dt="2026-05-20T13:48:13.226" v="1821" actId="207"/>
          <ac:spMkLst>
            <pc:docMk/>
            <pc:sldMk cId="3895107268" sldId="883"/>
            <ac:spMk id="22" creationId="{CDAB617F-D868-4AAD-BA99-EFE6D44FFB55}"/>
          </ac:spMkLst>
        </pc:spChg>
        <pc:spChg chg="add mod">
          <ac:chgData name="Al Friend" userId="e5ed79da-d858-46d4-9eed-a7a24903f2de" providerId="ADAL" clId="{C674B5A1-E3B2-40E8-863B-82D707DB4736}" dt="2026-06-02T08:35:38.237" v="3477" actId="1076"/>
          <ac:spMkLst>
            <pc:docMk/>
            <pc:sldMk cId="3895107268" sldId="883"/>
            <ac:spMk id="32" creationId="{85CDA261-9BB5-4CC4-B2DE-8D9152BEA2AF}"/>
          </ac:spMkLst>
        </pc:spChg>
        <pc:spChg chg="add mod">
          <ac:chgData name="Al Friend" userId="e5ed79da-d858-46d4-9eed-a7a24903f2de" providerId="ADAL" clId="{C674B5A1-E3B2-40E8-863B-82D707DB4736}" dt="2026-05-20T14:55:12.675" v="2045" actId="12788"/>
          <ac:spMkLst>
            <pc:docMk/>
            <pc:sldMk cId="3895107268" sldId="883"/>
            <ac:spMk id="33" creationId="{5FA2AB05-D591-4DE1-930E-0EDCED894325}"/>
          </ac:spMkLst>
        </pc:spChg>
        <pc:spChg chg="add mod">
          <ac:chgData name="Al Friend" userId="e5ed79da-d858-46d4-9eed-a7a24903f2de" providerId="ADAL" clId="{C674B5A1-E3B2-40E8-863B-82D707DB4736}" dt="2026-05-20T14:54:54.582" v="2043" actId="14100"/>
          <ac:spMkLst>
            <pc:docMk/>
            <pc:sldMk cId="3895107268" sldId="883"/>
            <ac:spMk id="39" creationId="{C90D3FE8-1169-4EDF-A2ED-2F943CD5C876}"/>
          </ac:spMkLst>
        </pc:spChg>
        <pc:spChg chg="add mod">
          <ac:chgData name="Al Friend" userId="e5ed79da-d858-46d4-9eed-a7a24903f2de" providerId="ADAL" clId="{C674B5A1-E3B2-40E8-863B-82D707DB4736}" dt="2026-05-20T14:48:50.005" v="1960" actId="14100"/>
          <ac:spMkLst>
            <pc:docMk/>
            <pc:sldMk cId="3895107268" sldId="883"/>
            <ac:spMk id="40" creationId="{F0D9822E-881E-4E96-ACB0-4C7728754CF3}"/>
          </ac:spMkLst>
        </pc:spChg>
        <pc:spChg chg="add mod">
          <ac:chgData name="Al Friend" userId="e5ed79da-d858-46d4-9eed-a7a24903f2de" providerId="ADAL" clId="{C674B5A1-E3B2-40E8-863B-82D707DB4736}" dt="2026-05-20T14:54:11.875" v="2034" actId="207"/>
          <ac:spMkLst>
            <pc:docMk/>
            <pc:sldMk cId="3895107268" sldId="883"/>
            <ac:spMk id="42" creationId="{F5F9953F-5BB6-4F85-90AC-D05F2552F76A}"/>
          </ac:spMkLst>
        </pc:spChg>
        <pc:cxnChg chg="add mod">
          <ac:chgData name="Al Friend" userId="e5ed79da-d858-46d4-9eed-a7a24903f2de" providerId="ADAL" clId="{C674B5A1-E3B2-40E8-863B-82D707DB4736}" dt="2026-06-02T08:36:13.157" v="3478" actId="692"/>
          <ac:cxnSpMkLst>
            <pc:docMk/>
            <pc:sldMk cId="3895107268" sldId="883"/>
            <ac:cxnSpMk id="24" creationId="{440C0681-510B-4743-9A20-D172D0F4A65E}"/>
          </ac:cxnSpMkLst>
        </pc:cxnChg>
        <pc:cxnChg chg="add mod">
          <ac:chgData name="Al Friend" userId="e5ed79da-d858-46d4-9eed-a7a24903f2de" providerId="ADAL" clId="{C674B5A1-E3B2-40E8-863B-82D707DB4736}" dt="2026-06-02T08:35:31.850" v="3476" actId="14100"/>
          <ac:cxnSpMkLst>
            <pc:docMk/>
            <pc:sldMk cId="3895107268" sldId="883"/>
            <ac:cxnSpMk id="27" creationId="{5FD594C9-5C27-4A4C-B85E-7B863E6D3F4E}"/>
          </ac:cxnSpMkLst>
        </pc:cxnChg>
      </pc:sldChg>
      <pc:sldChg chg="addSp delSp modSp add addAnim delAnim modAnim modNotesTx">
        <pc:chgData name="Al Friend" userId="e5ed79da-d858-46d4-9eed-a7a24903f2de" providerId="ADAL" clId="{C674B5A1-E3B2-40E8-863B-82D707DB4736}" dt="2026-06-04T13:14:09.974" v="3792"/>
        <pc:sldMkLst>
          <pc:docMk/>
          <pc:sldMk cId="1982100101" sldId="884"/>
        </pc:sldMkLst>
        <pc:spChg chg="mod">
          <ac:chgData name="Al Friend" userId="e5ed79da-d858-46d4-9eed-a7a24903f2de" providerId="ADAL" clId="{C674B5A1-E3B2-40E8-863B-82D707DB4736}" dt="2026-06-04T12:30:59.841" v="3721" actId="20577"/>
          <ac:spMkLst>
            <pc:docMk/>
            <pc:sldMk cId="1982100101" sldId="884"/>
            <ac:spMk id="2" creationId="{DF81EF6B-9990-4895-9A8F-2103C304A52F}"/>
          </ac:spMkLst>
        </pc:spChg>
        <pc:spChg chg="mod">
          <ac:chgData name="Al Friend" userId="e5ed79da-d858-46d4-9eed-a7a24903f2de" providerId="ADAL" clId="{C674B5A1-E3B2-40E8-863B-82D707DB4736}" dt="2026-05-27T10:44:51.356" v="2234" actId="14100"/>
          <ac:spMkLst>
            <pc:docMk/>
            <pc:sldMk cId="1982100101" sldId="884"/>
            <ac:spMk id="9" creationId="{E06970F1-E4C6-493D-921A-F57A4EAA659D}"/>
          </ac:spMkLst>
        </pc:spChg>
        <pc:spChg chg="add del mod">
          <ac:chgData name="Al Friend" userId="e5ed79da-d858-46d4-9eed-a7a24903f2de" providerId="ADAL" clId="{C674B5A1-E3B2-40E8-863B-82D707DB4736}" dt="2026-06-04T12:07:39.376" v="3633" actId="478"/>
          <ac:spMkLst>
            <pc:docMk/>
            <pc:sldMk cId="1982100101" sldId="884"/>
            <ac:spMk id="13" creationId="{31DE4C51-5C31-4CFA-BE3D-731751DE74B0}"/>
          </ac:spMkLst>
        </pc:spChg>
        <pc:spChg chg="add del mod">
          <ac:chgData name="Al Friend" userId="e5ed79da-d858-46d4-9eed-a7a24903f2de" providerId="ADAL" clId="{C674B5A1-E3B2-40E8-863B-82D707DB4736}" dt="2026-06-04T12:07:38.953" v="3632" actId="478"/>
          <ac:spMkLst>
            <pc:docMk/>
            <pc:sldMk cId="1982100101" sldId="884"/>
            <ac:spMk id="14" creationId="{E5304D38-62A3-4A8C-98E0-6337163FA56E}"/>
          </ac:spMkLst>
        </pc:spChg>
        <pc:spChg chg="add del mod">
          <ac:chgData name="Al Friend" userId="e5ed79da-d858-46d4-9eed-a7a24903f2de" providerId="ADAL" clId="{C674B5A1-E3B2-40E8-863B-82D707DB4736}" dt="2026-06-04T12:07:40.053" v="3634" actId="478"/>
          <ac:spMkLst>
            <pc:docMk/>
            <pc:sldMk cId="1982100101" sldId="884"/>
            <ac:spMk id="15" creationId="{EFB1A153-6E9D-4603-B7E7-DB48DD6E2DED}"/>
          </ac:spMkLst>
        </pc:spChg>
        <pc:spChg chg="mod">
          <ac:chgData name="Al Friend" userId="e5ed79da-d858-46d4-9eed-a7a24903f2de" providerId="ADAL" clId="{C674B5A1-E3B2-40E8-863B-82D707DB4736}" dt="2026-05-27T12:08:07.283" v="3406" actId="1037"/>
          <ac:spMkLst>
            <pc:docMk/>
            <pc:sldMk cId="1982100101" sldId="884"/>
            <ac:spMk id="16" creationId="{F9DA67FF-CA17-47F2-BE12-2F4EF7BC1D21}"/>
          </ac:spMkLst>
        </pc:spChg>
        <pc:spChg chg="mod">
          <ac:chgData name="Al Friend" userId="e5ed79da-d858-46d4-9eed-a7a24903f2de" providerId="ADAL" clId="{C674B5A1-E3B2-40E8-863B-82D707DB4736}" dt="2026-05-27T12:08:07.283" v="3406" actId="1037"/>
          <ac:spMkLst>
            <pc:docMk/>
            <pc:sldMk cId="1982100101" sldId="884"/>
            <ac:spMk id="17" creationId="{AE596573-766B-4AFA-B34B-C56D5BA1BE63}"/>
          </ac:spMkLst>
        </pc:spChg>
        <pc:spChg chg="mod">
          <ac:chgData name="Al Friend" userId="e5ed79da-d858-46d4-9eed-a7a24903f2de" providerId="ADAL" clId="{C674B5A1-E3B2-40E8-863B-82D707DB4736}" dt="2026-05-27T12:08:07.283" v="3406" actId="1037"/>
          <ac:spMkLst>
            <pc:docMk/>
            <pc:sldMk cId="1982100101" sldId="884"/>
            <ac:spMk id="18" creationId="{D3DE1068-9C54-4D92-A45F-8DEAD06D3824}"/>
          </ac:spMkLst>
        </pc:spChg>
        <pc:spChg chg="add mod">
          <ac:chgData name="Al Friend" userId="e5ed79da-d858-46d4-9eed-a7a24903f2de" providerId="ADAL" clId="{C674B5A1-E3B2-40E8-863B-82D707DB4736}" dt="2026-06-04T13:13:16.118" v="3762" actId="1076"/>
          <ac:spMkLst>
            <pc:docMk/>
            <pc:sldMk cId="1982100101" sldId="884"/>
            <ac:spMk id="19" creationId="{6FDCD0ED-37D2-4509-B937-22AF1C6A2C79}"/>
          </ac:spMkLst>
        </pc:spChg>
        <pc:spChg chg="add mod">
          <ac:chgData name="Al Friend" userId="e5ed79da-d858-46d4-9eed-a7a24903f2de" providerId="ADAL" clId="{C674B5A1-E3B2-40E8-863B-82D707DB4736}" dt="2026-06-04T13:13:26.229" v="3773" actId="20577"/>
          <ac:spMkLst>
            <pc:docMk/>
            <pc:sldMk cId="1982100101" sldId="884"/>
            <ac:spMk id="20" creationId="{EE354554-5AFB-49A6-A53C-9776BB163FA1}"/>
          </ac:spMkLst>
        </pc:spChg>
        <pc:spChg chg="add del mod">
          <ac:chgData name="Al Friend" userId="e5ed79da-d858-46d4-9eed-a7a24903f2de" providerId="ADAL" clId="{C674B5A1-E3B2-40E8-863B-82D707DB4736}" dt="2026-06-04T12:07:38.233" v="3630" actId="478"/>
          <ac:spMkLst>
            <pc:docMk/>
            <pc:sldMk cId="1982100101" sldId="884"/>
            <ac:spMk id="21" creationId="{61BE2CD1-5F61-4B09-9AEC-39EA9BFBB6A9}"/>
          </ac:spMkLst>
        </pc:spChg>
        <pc:spChg chg="add del mod">
          <ac:chgData name="Al Friend" userId="e5ed79da-d858-46d4-9eed-a7a24903f2de" providerId="ADAL" clId="{C674B5A1-E3B2-40E8-863B-82D707DB4736}" dt="2026-06-04T12:07:38.527" v="3631" actId="478"/>
          <ac:spMkLst>
            <pc:docMk/>
            <pc:sldMk cId="1982100101" sldId="884"/>
            <ac:spMk id="22" creationId="{26E50561-9E7A-49B1-BF1B-897BB0D6CA6D}"/>
          </ac:spMkLst>
        </pc:spChg>
        <pc:spChg chg="add del mod">
          <ac:chgData name="Al Friend" userId="e5ed79da-d858-46d4-9eed-a7a24903f2de" providerId="ADAL" clId="{C674B5A1-E3B2-40E8-863B-82D707DB4736}" dt="2026-06-04T12:07:37.995" v="3629" actId="478"/>
          <ac:spMkLst>
            <pc:docMk/>
            <pc:sldMk cId="1982100101" sldId="884"/>
            <ac:spMk id="23" creationId="{703AB56C-EA29-4B82-A3B9-946D93A89946}"/>
          </ac:spMkLst>
        </pc:spChg>
        <pc:grpChg chg="mod">
          <ac:chgData name="Al Friend" userId="e5ed79da-d858-46d4-9eed-a7a24903f2de" providerId="ADAL" clId="{C674B5A1-E3B2-40E8-863B-82D707DB4736}" dt="2026-05-27T12:08:07.283" v="3406" actId="1037"/>
          <ac:grpSpMkLst>
            <pc:docMk/>
            <pc:sldMk cId="1982100101" sldId="884"/>
            <ac:grpSpMk id="10" creationId="{399CD5E7-76CA-46D4-8759-2AB56AB29762}"/>
          </ac:grpSpMkLst>
        </pc:grpChg>
        <pc:cxnChg chg="mod">
          <ac:chgData name="Al Friend" userId="e5ed79da-d858-46d4-9eed-a7a24903f2de" providerId="ADAL" clId="{C674B5A1-E3B2-40E8-863B-82D707DB4736}" dt="2026-05-27T10:43:52.189" v="2195" actId="1035"/>
          <ac:cxnSpMkLst>
            <pc:docMk/>
            <pc:sldMk cId="1982100101" sldId="884"/>
            <ac:cxnSpMk id="8" creationId="{0F620062-B2DF-4004-8305-6226A65C3AFF}"/>
          </ac:cxnSpMkLst>
        </pc:cxnChg>
      </pc:sldChg>
      <pc:sldChg chg="addSp delSp modSp add">
        <pc:chgData name="Al Friend" userId="e5ed79da-d858-46d4-9eed-a7a24903f2de" providerId="ADAL" clId="{C674B5A1-E3B2-40E8-863B-82D707DB4736}" dt="2026-05-27T12:09:51.602" v="3444" actId="14100"/>
        <pc:sldMkLst>
          <pc:docMk/>
          <pc:sldMk cId="294841495" sldId="885"/>
        </pc:sldMkLst>
        <pc:spChg chg="mod">
          <ac:chgData name="Al Friend" userId="e5ed79da-d858-46d4-9eed-a7a24903f2de" providerId="ADAL" clId="{C674B5A1-E3B2-40E8-863B-82D707DB4736}" dt="2026-05-27T10:57:34.683" v="2490" actId="20577"/>
          <ac:spMkLst>
            <pc:docMk/>
            <pc:sldMk cId="294841495" sldId="885"/>
            <ac:spMk id="2" creationId="{DF81EF6B-9990-4895-9A8F-2103C304A52F}"/>
          </ac:spMkLst>
        </pc:spChg>
        <pc:spChg chg="mod topLvl">
          <ac:chgData name="Al Friend" userId="e5ed79da-d858-46d4-9eed-a7a24903f2de" providerId="ADAL" clId="{C674B5A1-E3B2-40E8-863B-82D707DB4736}" dt="2026-05-27T11:09:09.636" v="2830" actId="164"/>
          <ac:spMkLst>
            <pc:docMk/>
            <pc:sldMk cId="294841495" sldId="885"/>
            <ac:spMk id="4" creationId="{D68F3B12-91FF-4536-9BDF-3DFA0AD860B7}"/>
          </ac:spMkLst>
        </pc:spChg>
        <pc:spChg chg="mod topLvl">
          <ac:chgData name="Al Friend" userId="e5ed79da-d858-46d4-9eed-a7a24903f2de" providerId="ADAL" clId="{C674B5A1-E3B2-40E8-863B-82D707DB4736}" dt="2026-05-27T11:09:09.636" v="2830" actId="164"/>
          <ac:spMkLst>
            <pc:docMk/>
            <pc:sldMk cId="294841495" sldId="885"/>
            <ac:spMk id="9" creationId="{E06970F1-E4C6-493D-921A-F57A4EAA659D}"/>
          </ac:spMkLst>
        </pc:spChg>
        <pc:spChg chg="mod">
          <ac:chgData name="Al Friend" userId="e5ed79da-d858-46d4-9eed-a7a24903f2de" providerId="ADAL" clId="{C674B5A1-E3B2-40E8-863B-82D707DB4736}" dt="2026-05-27T11:24:34.542" v="3334" actId="14100"/>
          <ac:spMkLst>
            <pc:docMk/>
            <pc:sldMk cId="294841495" sldId="885"/>
            <ac:spMk id="14" creationId="{E5304D38-62A3-4A8C-98E0-6337163FA56E}"/>
          </ac:spMkLst>
        </pc:spChg>
        <pc:spChg chg="mod topLvl">
          <ac:chgData name="Al Friend" userId="e5ed79da-d858-46d4-9eed-a7a24903f2de" providerId="ADAL" clId="{C674B5A1-E3B2-40E8-863B-82D707DB4736}" dt="2026-05-27T11:12:15.859" v="2990" actId="20577"/>
          <ac:spMkLst>
            <pc:docMk/>
            <pc:sldMk cId="294841495" sldId="885"/>
            <ac:spMk id="17" creationId="{AE596573-766B-4AFA-B34B-C56D5BA1BE63}"/>
          </ac:spMkLst>
        </pc:spChg>
        <pc:spChg chg="mod topLvl">
          <ac:chgData name="Al Friend" userId="e5ed79da-d858-46d4-9eed-a7a24903f2de" providerId="ADAL" clId="{C674B5A1-E3B2-40E8-863B-82D707DB4736}" dt="2026-05-27T11:09:09.636" v="2830" actId="164"/>
          <ac:spMkLst>
            <pc:docMk/>
            <pc:sldMk cId="294841495" sldId="885"/>
            <ac:spMk id="18" creationId="{D3DE1068-9C54-4D92-A45F-8DEAD06D3824}"/>
          </ac:spMkLst>
        </pc:spChg>
        <pc:spChg chg="mod topLvl">
          <ac:chgData name="Al Friend" userId="e5ed79da-d858-46d4-9eed-a7a24903f2de" providerId="ADAL" clId="{C674B5A1-E3B2-40E8-863B-82D707DB4736}" dt="2026-05-27T11:07:18.181" v="2774" actId="164"/>
          <ac:spMkLst>
            <pc:docMk/>
            <pc:sldMk cId="294841495" sldId="885"/>
            <ac:spMk id="20" creationId="{F9AD989B-F1AD-48F4-AEE9-9B57F69F844A}"/>
          </ac:spMkLst>
        </pc:spChg>
        <pc:spChg chg="mod topLvl">
          <ac:chgData name="Al Friend" userId="e5ed79da-d858-46d4-9eed-a7a24903f2de" providerId="ADAL" clId="{C674B5A1-E3B2-40E8-863B-82D707DB4736}" dt="2026-05-27T11:07:18.181" v="2774" actId="164"/>
          <ac:spMkLst>
            <pc:docMk/>
            <pc:sldMk cId="294841495" sldId="885"/>
            <ac:spMk id="25" creationId="{38ED6BD4-D2B0-4DF3-BED1-47D309818666}"/>
          </ac:spMkLst>
        </pc:spChg>
        <pc:spChg chg="add mod">
          <ac:chgData name="Al Friend" userId="e5ed79da-d858-46d4-9eed-a7a24903f2de" providerId="ADAL" clId="{C674B5A1-E3B2-40E8-863B-82D707DB4736}" dt="2026-05-27T11:16:54.676" v="3138" actId="1037"/>
          <ac:spMkLst>
            <pc:docMk/>
            <pc:sldMk cId="294841495" sldId="885"/>
            <ac:spMk id="26" creationId="{EC3E50A6-C1AB-4FE5-864D-16BBF061445C}"/>
          </ac:spMkLst>
        </pc:spChg>
        <pc:spChg chg="add mod">
          <ac:chgData name="Al Friend" userId="e5ed79da-d858-46d4-9eed-a7a24903f2de" providerId="ADAL" clId="{C674B5A1-E3B2-40E8-863B-82D707DB4736}" dt="2026-05-27T11:16:54.676" v="3138" actId="1037"/>
          <ac:spMkLst>
            <pc:docMk/>
            <pc:sldMk cId="294841495" sldId="885"/>
            <ac:spMk id="27" creationId="{DBEA44BA-2065-4960-99BA-43573E7581B5}"/>
          </ac:spMkLst>
        </pc:spChg>
        <pc:spChg chg="mod">
          <ac:chgData name="Al Friend" userId="e5ed79da-d858-46d4-9eed-a7a24903f2de" providerId="ADAL" clId="{C674B5A1-E3B2-40E8-863B-82D707DB4736}" dt="2026-05-27T11:07:45.928" v="2784" actId="20577"/>
          <ac:spMkLst>
            <pc:docMk/>
            <pc:sldMk cId="294841495" sldId="885"/>
            <ac:spMk id="32" creationId="{6F9E9482-EB24-4541-877E-068D4A0C3A11}"/>
          </ac:spMkLst>
        </pc:spChg>
        <pc:spChg chg="mod">
          <ac:chgData name="Al Friend" userId="e5ed79da-d858-46d4-9eed-a7a24903f2de" providerId="ADAL" clId="{C674B5A1-E3B2-40E8-863B-82D707DB4736}" dt="2026-05-27T11:12:57.037" v="3011" actId="14100"/>
          <ac:spMkLst>
            <pc:docMk/>
            <pc:sldMk cId="294841495" sldId="885"/>
            <ac:spMk id="33" creationId="{B31FDF04-E2F6-4383-9A71-B1E096B511B4}"/>
          </ac:spMkLst>
        </pc:spChg>
        <pc:spChg chg="mod">
          <ac:chgData name="Al Friend" userId="e5ed79da-d858-46d4-9eed-a7a24903f2de" providerId="ADAL" clId="{C674B5A1-E3B2-40E8-863B-82D707DB4736}" dt="2026-05-27T11:12:36.135" v="3008" actId="20577"/>
          <ac:spMkLst>
            <pc:docMk/>
            <pc:sldMk cId="294841495" sldId="885"/>
            <ac:spMk id="34" creationId="{33D21E20-5786-42ED-A48F-1F8E03BC725B}"/>
          </ac:spMkLst>
        </pc:spChg>
        <pc:spChg chg="add mod">
          <ac:chgData name="Al Friend" userId="e5ed79da-d858-46d4-9eed-a7a24903f2de" providerId="ADAL" clId="{C674B5A1-E3B2-40E8-863B-82D707DB4736}" dt="2026-05-27T12:09:51.602" v="3444" actId="14100"/>
          <ac:spMkLst>
            <pc:docMk/>
            <pc:sldMk cId="294841495" sldId="885"/>
            <ac:spMk id="35" creationId="{67882CB4-64C2-47C3-B796-954847CC112D}"/>
          </ac:spMkLst>
        </pc:spChg>
        <pc:spChg chg="add mod">
          <ac:chgData name="Al Friend" userId="e5ed79da-d858-46d4-9eed-a7a24903f2de" providerId="ADAL" clId="{C674B5A1-E3B2-40E8-863B-82D707DB4736}" dt="2026-05-27T11:24:43.134" v="3339" actId="1038"/>
          <ac:spMkLst>
            <pc:docMk/>
            <pc:sldMk cId="294841495" sldId="885"/>
            <ac:spMk id="40" creationId="{9AF9AC62-05E7-420C-B80B-20719B2841D3}"/>
          </ac:spMkLst>
        </pc:spChg>
        <pc:spChg chg="add mod">
          <ac:chgData name="Al Friend" userId="e5ed79da-d858-46d4-9eed-a7a24903f2de" providerId="ADAL" clId="{C674B5A1-E3B2-40E8-863B-82D707DB4736}" dt="2026-05-27T11:26:23.754" v="3366" actId="1076"/>
          <ac:spMkLst>
            <pc:docMk/>
            <pc:sldMk cId="294841495" sldId="885"/>
            <ac:spMk id="45" creationId="{1E67091E-C2CE-47A7-9BCD-380A030776A4}"/>
          </ac:spMkLst>
        </pc:spChg>
        <pc:grpChg chg="add mod">
          <ac:chgData name="Al Friend" userId="e5ed79da-d858-46d4-9eed-a7a24903f2de" providerId="ADAL" clId="{C674B5A1-E3B2-40E8-863B-82D707DB4736}" dt="2026-05-27T11:24:15.233" v="3315" actId="1038"/>
          <ac:grpSpMkLst>
            <pc:docMk/>
            <pc:sldMk cId="294841495" sldId="885"/>
            <ac:grpSpMk id="5" creationId="{9B282EDB-923B-43AA-A7A0-4FB78350E754}"/>
          </ac:grpSpMkLst>
        </pc:grpChg>
        <pc:grpChg chg="add mod">
          <ac:chgData name="Al Friend" userId="e5ed79da-d858-46d4-9eed-a7a24903f2de" providerId="ADAL" clId="{C674B5A1-E3B2-40E8-863B-82D707DB4736}" dt="2026-05-27T11:09:09.636" v="2830" actId="164"/>
          <ac:grpSpMkLst>
            <pc:docMk/>
            <pc:sldMk cId="294841495" sldId="885"/>
            <ac:grpSpMk id="6" creationId="{1AA28F7D-6FE7-4115-AE1B-CD86E306F984}"/>
          </ac:grpSpMkLst>
        </pc:grpChg>
        <pc:grpChg chg="add mod">
          <ac:chgData name="Al Friend" userId="e5ed79da-d858-46d4-9eed-a7a24903f2de" providerId="ADAL" clId="{C674B5A1-E3B2-40E8-863B-82D707DB4736}" dt="2026-05-27T11:24:22.547" v="3331" actId="1038"/>
          <ac:grpSpMkLst>
            <pc:docMk/>
            <pc:sldMk cId="294841495" sldId="885"/>
            <ac:grpSpMk id="29" creationId="{EB1001EF-2209-4669-BF53-AFCF59C6179D}"/>
          </ac:grpSpMkLst>
        </pc:grpChg>
        <pc:cxnChg chg="mod topLvl">
          <ac:chgData name="Al Friend" userId="e5ed79da-d858-46d4-9eed-a7a24903f2de" providerId="ADAL" clId="{C674B5A1-E3B2-40E8-863B-82D707DB4736}" dt="2026-05-27T11:09:09.636" v="2830" actId="164"/>
          <ac:cxnSpMkLst>
            <pc:docMk/>
            <pc:sldMk cId="294841495" sldId="885"/>
            <ac:cxnSpMk id="8" creationId="{0F620062-B2DF-4004-8305-6226A65C3AFF}"/>
          </ac:cxnSpMkLst>
        </pc:cxnChg>
        <pc:cxnChg chg="add mod">
          <ac:chgData name="Al Friend" userId="e5ed79da-d858-46d4-9eed-a7a24903f2de" providerId="ADAL" clId="{C674B5A1-E3B2-40E8-863B-82D707DB4736}" dt="2026-05-27T11:24:26.822" v="3332" actId="14100"/>
          <ac:cxnSpMkLst>
            <pc:docMk/>
            <pc:sldMk cId="294841495" sldId="885"/>
            <ac:cxnSpMk id="11" creationId="{DBDAE3C2-47DB-4DFA-ADA5-DF066664C0CD}"/>
          </ac:cxnSpMkLst>
        </pc:cxnChg>
        <pc:cxnChg chg="mod topLvl">
          <ac:chgData name="Al Friend" userId="e5ed79da-d858-46d4-9eed-a7a24903f2de" providerId="ADAL" clId="{C674B5A1-E3B2-40E8-863B-82D707DB4736}" dt="2026-05-27T11:07:18.181" v="2774" actId="164"/>
          <ac:cxnSpMkLst>
            <pc:docMk/>
            <pc:sldMk cId="294841495" sldId="885"/>
            <ac:cxnSpMk id="24" creationId="{FD737D40-1EBB-44CD-81E0-4959A8119A08}"/>
          </ac:cxnSpMkLst>
        </pc:cxnChg>
        <pc:cxnChg chg="add mod">
          <ac:chgData name="Al Friend" userId="e5ed79da-d858-46d4-9eed-a7a24903f2de" providerId="ADAL" clId="{C674B5A1-E3B2-40E8-863B-82D707DB4736}" dt="2026-05-27T11:24:30.015" v="3333" actId="14100"/>
          <ac:cxnSpMkLst>
            <pc:docMk/>
            <pc:sldMk cId="294841495" sldId="885"/>
            <ac:cxnSpMk id="37" creationId="{E6C4DA32-EB6F-48BC-BF59-481A03FDF3FA}"/>
          </ac:cxnSpMkLst>
        </pc:cxnChg>
        <pc:cxnChg chg="add mod">
          <ac:chgData name="Al Friend" userId="e5ed79da-d858-46d4-9eed-a7a24903f2de" providerId="ADAL" clId="{C674B5A1-E3B2-40E8-863B-82D707DB4736}" dt="2026-05-27T12:07:04.699" v="3384" actId="14100"/>
          <ac:cxnSpMkLst>
            <pc:docMk/>
            <pc:sldMk cId="294841495" sldId="885"/>
            <ac:cxnSpMk id="47" creationId="{C30F19AF-9E3E-4F7A-ABB2-5682DFBA7145}"/>
          </ac:cxnSpMkLst>
        </pc:cxnChg>
        <pc:cxnChg chg="add mod">
          <ac:chgData name="Al Friend" userId="e5ed79da-d858-46d4-9eed-a7a24903f2de" providerId="ADAL" clId="{C674B5A1-E3B2-40E8-863B-82D707DB4736}" dt="2026-05-27T12:07:00.138" v="3383" actId="14100"/>
          <ac:cxnSpMkLst>
            <pc:docMk/>
            <pc:sldMk cId="294841495" sldId="885"/>
            <ac:cxnSpMk id="50" creationId="{5731073C-2961-45F8-BA70-83375DBBA138}"/>
          </ac:cxnSpMkLst>
        </pc:cxnChg>
      </pc:sldChg>
      <pc:sldChg chg="modSp">
        <pc:chgData name="Al Friend" userId="e5ed79da-d858-46d4-9eed-a7a24903f2de" providerId="ADAL" clId="{C674B5A1-E3B2-40E8-863B-82D707DB4736}" dt="2026-06-04T12:28:17.473" v="3675" actId="20577"/>
        <pc:sldMkLst>
          <pc:docMk/>
          <pc:sldMk cId="272324595" sldId="886"/>
        </pc:sldMkLst>
        <pc:spChg chg="mod">
          <ac:chgData name="Al Friend" userId="e5ed79da-d858-46d4-9eed-a7a24903f2de" providerId="ADAL" clId="{C674B5A1-E3B2-40E8-863B-82D707DB4736}" dt="2026-06-04T12:28:17.473" v="3675" actId="20577"/>
          <ac:spMkLst>
            <pc:docMk/>
            <pc:sldMk cId="272324595" sldId="886"/>
            <ac:spMk id="2" creationId="{C8B033F8-8680-772C-2AD4-139DAFC19DE1}"/>
          </ac:spMkLst>
        </pc:spChg>
      </pc:sldChg>
      <pc:sldChg chg="modSp">
        <pc:chgData name="Al Friend" userId="e5ed79da-d858-46d4-9eed-a7a24903f2de" providerId="ADAL" clId="{C674B5A1-E3B2-40E8-863B-82D707DB4736}" dt="2026-06-04T12:26:47.634" v="3661" actId="6549"/>
        <pc:sldMkLst>
          <pc:docMk/>
          <pc:sldMk cId="2689299202" sldId="887"/>
        </pc:sldMkLst>
        <pc:spChg chg="mod">
          <ac:chgData name="Al Friend" userId="e5ed79da-d858-46d4-9eed-a7a24903f2de" providerId="ADAL" clId="{C674B5A1-E3B2-40E8-863B-82D707DB4736}" dt="2026-06-04T12:26:47.634" v="3661" actId="6549"/>
          <ac:spMkLst>
            <pc:docMk/>
            <pc:sldMk cId="2689299202" sldId="887"/>
            <ac:spMk id="28" creationId="{7B412730-5CDA-D1F4-5FDC-B0A55A466C1D}"/>
          </ac:spMkLst>
        </pc:spChg>
      </pc:sldChg>
      <pc:sldChg chg="modSp modAnim">
        <pc:chgData name="Al Friend" userId="e5ed79da-d858-46d4-9eed-a7a24903f2de" providerId="ADAL" clId="{C674B5A1-E3B2-40E8-863B-82D707DB4736}" dt="2026-06-02T08:33:57.345" v="3475"/>
        <pc:sldMkLst>
          <pc:docMk/>
          <pc:sldMk cId="2047793123" sldId="888"/>
        </pc:sldMkLst>
        <pc:spChg chg="mod">
          <ac:chgData name="Al Friend" userId="e5ed79da-d858-46d4-9eed-a7a24903f2de" providerId="ADAL" clId="{C674B5A1-E3B2-40E8-863B-82D707DB4736}" dt="2026-06-02T08:31:37.863" v="3455" actId="20577"/>
          <ac:spMkLst>
            <pc:docMk/>
            <pc:sldMk cId="2047793123" sldId="888"/>
            <ac:spMk id="2" creationId="{60A374ED-F922-1F42-30DA-6139E3EEFB4E}"/>
          </ac:spMkLst>
        </pc:spChg>
        <pc:spChg chg="mod">
          <ac:chgData name="Al Friend" userId="e5ed79da-d858-46d4-9eed-a7a24903f2de" providerId="ADAL" clId="{C674B5A1-E3B2-40E8-863B-82D707DB4736}" dt="2026-06-02T08:33:27.760" v="3465" actId="948"/>
          <ac:spMkLst>
            <pc:docMk/>
            <pc:sldMk cId="2047793123" sldId="888"/>
            <ac:spMk id="3" creationId="{246B11CC-3339-C315-0BE8-FA4C1D5275B4}"/>
          </ac:spMkLst>
        </pc:spChg>
      </pc:sldChg>
      <pc:sldChg chg="delSp add modTransition delAnim">
        <pc:chgData name="Al Friend" userId="e5ed79da-d858-46d4-9eed-a7a24903f2de" providerId="ADAL" clId="{C674B5A1-E3B2-40E8-863B-82D707DB4736}" dt="2026-06-02T12:07:28.274" v="3540" actId="478"/>
        <pc:sldMkLst>
          <pc:docMk/>
          <pc:sldMk cId="2643578820" sldId="889"/>
        </pc:sldMkLst>
      </pc:sldChg>
      <pc:sldChg chg="delSp add delAnim">
        <pc:chgData name="Al Friend" userId="e5ed79da-d858-46d4-9eed-a7a24903f2de" providerId="ADAL" clId="{C674B5A1-E3B2-40E8-863B-82D707DB4736}" dt="2026-06-02T12:10:53.993" v="3574" actId="478"/>
        <pc:sldMkLst>
          <pc:docMk/>
          <pc:sldMk cId="975855965" sldId="890"/>
        </pc:sldMkLst>
        <pc:picChg chg="topLvl">
          <ac:chgData name="Al Friend" userId="e5ed79da-d858-46d4-9eed-a7a24903f2de" providerId="ADAL" clId="{C674B5A1-E3B2-40E8-863B-82D707DB4736}" dt="2026-06-02T12:10:46.638" v="3571" actId="478"/>
          <ac:picMkLst>
            <pc:docMk/>
            <pc:sldMk cId="975855965" sldId="890"/>
            <ac:picMk id="7" creationId="{B026E70D-B3FD-4141-85F9-75190461CDA3}"/>
          </ac:picMkLst>
        </pc:picChg>
        <pc:picChg chg="topLvl">
          <ac:chgData name="Al Friend" userId="e5ed79da-d858-46d4-9eed-a7a24903f2de" providerId="ADAL" clId="{C674B5A1-E3B2-40E8-863B-82D707DB4736}" dt="2026-06-02T12:10:53.993" v="3574" actId="478"/>
          <ac:picMkLst>
            <pc:docMk/>
            <pc:sldMk cId="975855965" sldId="890"/>
            <ac:picMk id="11" creationId="{32A0F86B-CA07-4894-B384-CE8C6EE159C1}"/>
          </ac:picMkLst>
        </pc:picChg>
      </pc:sldChg>
      <pc:sldChg chg="delSp modSp add modTransition delAnim modNotesTx">
        <pc:chgData name="Al Friend" userId="e5ed79da-d858-46d4-9eed-a7a24903f2de" providerId="ADAL" clId="{C674B5A1-E3B2-40E8-863B-82D707DB4736}" dt="2026-06-04T12:08:12.884" v="3646" actId="6549"/>
        <pc:sldMkLst>
          <pc:docMk/>
          <pc:sldMk cId="2672932940" sldId="891"/>
        </pc:sldMkLst>
        <pc:spChg chg="mod">
          <ac:chgData name="Al Friend" userId="e5ed79da-d858-46d4-9eed-a7a24903f2de" providerId="ADAL" clId="{C674B5A1-E3B2-40E8-863B-82D707DB4736}" dt="2026-06-04T12:06:35.456" v="3603" actId="6549"/>
          <ac:spMkLst>
            <pc:docMk/>
            <pc:sldMk cId="2672932940" sldId="891"/>
            <ac:spMk id="27" creationId="{DE55E28E-12CA-4300-79D8-A465E7328BD1}"/>
          </ac:spMkLst>
        </pc:spChg>
        <pc:spChg chg="mod">
          <ac:chgData name="Al Friend" userId="e5ed79da-d858-46d4-9eed-a7a24903f2de" providerId="ADAL" clId="{C674B5A1-E3B2-40E8-863B-82D707DB4736}" dt="2026-06-04T12:06:40.034" v="3607" actId="6549"/>
          <ac:spMkLst>
            <pc:docMk/>
            <pc:sldMk cId="2672932940" sldId="891"/>
            <ac:spMk id="28" creationId="{7B412730-5CDA-D1F4-5FDC-B0A55A466C1D}"/>
          </ac:spMkLst>
        </pc:spChg>
      </pc:sldChg>
      <pc:sldChg chg="addSp delSp modSp add modTransition addAnim delAnim modNotesTx">
        <pc:chgData name="Al Friend" userId="e5ed79da-d858-46d4-9eed-a7a24903f2de" providerId="ADAL" clId="{C674B5A1-E3B2-40E8-863B-82D707DB4736}" dt="2026-06-04T12:31:03.553" v="3724" actId="20577"/>
        <pc:sldMkLst>
          <pc:docMk/>
          <pc:sldMk cId="4001018099" sldId="892"/>
        </pc:sldMkLst>
        <pc:spChg chg="mod">
          <ac:chgData name="Al Friend" userId="e5ed79da-d858-46d4-9eed-a7a24903f2de" providerId="ADAL" clId="{C674B5A1-E3B2-40E8-863B-82D707DB4736}" dt="2026-06-04T12:31:03.553" v="3724" actId="20577"/>
          <ac:spMkLst>
            <pc:docMk/>
            <pc:sldMk cId="4001018099" sldId="892"/>
            <ac:spMk id="2" creationId="{DF81EF6B-9990-4895-9A8F-2103C304A52F}"/>
          </ac:spMkLst>
        </pc:spChg>
      </pc:sldChg>
      <pc:sldChg chg="delSp modSp add modTransition delAnim">
        <pc:chgData name="Al Friend" userId="e5ed79da-d858-46d4-9eed-a7a24903f2de" providerId="ADAL" clId="{C674B5A1-E3B2-40E8-863B-82D707DB4736}" dt="2026-06-04T12:30:55.760" v="3718" actId="20577"/>
        <pc:sldMkLst>
          <pc:docMk/>
          <pc:sldMk cId="3066646524" sldId="893"/>
        </pc:sldMkLst>
        <pc:spChg chg="mod">
          <ac:chgData name="Al Friend" userId="e5ed79da-d858-46d4-9eed-a7a24903f2de" providerId="ADAL" clId="{C674B5A1-E3B2-40E8-863B-82D707DB4736}" dt="2026-06-04T12:30:55.760" v="3718" actId="20577"/>
          <ac:spMkLst>
            <pc:docMk/>
            <pc:sldMk cId="3066646524" sldId="893"/>
            <ac:spMk id="2" creationId="{DF81EF6B-9990-4895-9A8F-2103C304A52F}"/>
          </ac:spMkLst>
        </pc:spChg>
      </pc:sldChg>
      <pc:sldChg chg="modSp add ord">
        <pc:chgData name="Al Friend" userId="e5ed79da-d858-46d4-9eed-a7a24903f2de" providerId="ADAL" clId="{C674B5A1-E3B2-40E8-863B-82D707DB4736}" dt="2026-06-04T12:09:24.565" v="3659" actId="6549"/>
        <pc:sldMkLst>
          <pc:docMk/>
          <pc:sldMk cId="2004894556" sldId="894"/>
        </pc:sldMkLst>
        <pc:spChg chg="mod">
          <ac:chgData name="Al Friend" userId="e5ed79da-d858-46d4-9eed-a7a24903f2de" providerId="ADAL" clId="{C674B5A1-E3B2-40E8-863B-82D707DB4736}" dt="2026-06-04T12:09:24.565" v="3659" actId="6549"/>
          <ac:spMkLst>
            <pc:docMk/>
            <pc:sldMk cId="2004894556" sldId="894"/>
            <ac:spMk id="3"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186"/>
    </inkml:context>
    <inkml:brush xml:id="br0">
      <inkml:brushProperty name="width" value="0.035" units="cm"/>
      <inkml:brushProperty name="height" value="0.035" units="cm"/>
      <inkml:brushProperty name="color" value="#E71224"/>
    </inkml:brush>
  </inkml:definitions>
  <inkml:trace contextRef="#ctx0" brushRef="#br0">98 330 456 0 0,'-7'-3'1031'0'0,"0"0"0"0"0,0 0-1 0 0,1-1 1 0 0,-1 0 0 0 0,1 0-1 0 0,0-1 1 0 0,0 1 0 0 0,1-1-1 0 0,-1 0 1 0 0,1-1 0 0 0,0 0 0 0 0,1 0-1 0 0,-1 0 1 0 0,-4-9 0 0 0,4 8-351 0 0,3 6-24 0 0,3 13 367 0 0,1 6-754 0 0,5 286 1196 0 0,-5-267-1340 0 0,3 38 170 0 0,17 83 0 0 0,-15-124-146 0 0,1 0-1 0 0,2 0 1 0 0,2-2 0 0 0,26 55 0 0 0,-32-75-101 0 0,1 0 0 0 0,0-1 0 0 0,1 0 0 0 0,1 0 0 0 0,-1-1 0 0 0,2 0 0 0 0,-1 0 0 0 0,20 14 0 0 0,-23-20-28 0 0,0 0-1 0 0,1-1 1 0 0,-1 0-1 0 0,1 1 1 0 0,-1-2 0 0 0,1 1-1 0 0,0-1 1 0 0,0 0-1 0 0,0-1 1 0 0,1 0-1 0 0,-1 0 1 0 0,0 0-1 0 0,0-1 1 0 0,1 0-1 0 0,-1 0 1 0 0,0-1-1 0 0,13-3 1 0 0,-8 1 9 0 0,0-1 0 0 0,0-1 1 0 0,-1 0-1 0 0,1 0 0 0 0,-1-1 1 0 0,0-1-1 0 0,-1 0 1 0 0,0 0-1 0 0,0-1 0 0 0,0-1 1 0 0,8-9-1 0 0,9-12 62 0 0,-2-1-1 0 0,25-40 1 0 0,-12 13 25 0 0,-4-1 1 0 0,-1-2-1 0 0,35-94 1 0 0,-54 115-90 0 0,-1-1 0 0 0,-2-1 1 0 0,-2 0-1 0 0,-2 0 1 0 0,-2-1-1 0 0,1-75 0 0 0,-8 94-1 0 0,0 1 0 0 0,-1-1 0 0 0,-11-39 0 0 0,11 51-13 0 0,-2-1 0 0 0,1 1 1 0 0,-2 0-1 0 0,1 1 0 0 0,-2-1 0 0 0,1 1 1 0 0,-2 0-1 0 0,-10-13 0 0 0,15 21-38 0 0,0 0 0 0 0,-1 0 0 0 0,1 0 0 0 0,-1 0-1 0 0,1 0 1 0 0,-1 1 0 0 0,0 0 0 0 0,0-1 0 0 0,0 1 0 0 0,0 1 0 0 0,0-1 0 0 0,0 1 0 0 0,0-1-1 0 0,-1 1 1 0 0,1 1 0 0 0,-1-1 0 0 0,-8 0 0 0 0,-4 4-363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3.707"/>
    </inkml:context>
    <inkml:brush xml:id="br0">
      <inkml:brushProperty name="width" value="0.035" units="cm"/>
      <inkml:brushProperty name="height" value="0.035" units="cm"/>
      <inkml:brushProperty name="color" value="#E71224"/>
    </inkml:brush>
  </inkml:definitions>
  <inkml:trace contextRef="#ctx0" brushRef="#br0">242 1 15667 0 0,'-9'2'203'0'0,"-1"2"-1"0"0,0-1 1 0 0,1 2-1 0 0,0-1 0 0 0,0 1 1 0 0,0 0-1 0 0,1 1 1 0 0,-11 8-1 0 0,-36 34 110 0 0,-28 26-580 0 0,82-73 233 0 0,0-1 0 0 0,0 1 0 0 0,0 0 0 0 0,1 0 0 0 0,-1 0 0 0 0,0 0 0 0 0,0 0 0 0 0,0 0 0 0 0,1 0-1 0 0,-1 0 1 0 0,1 0 0 0 0,-1 1 0 0 0,1-1 0 0 0,-1 0 0 0 0,1 0 0 0 0,0 0 0 0 0,-1 1 0 0 0,1-1 0 0 0,0 0 0 0 0,0 0 0 0 0,0 1 0 0 0,0-1 0 0 0,0 0 0 0 0,0 0 0 0 0,0 1-1 0 0,1-1 1 0 0,-1 0 0 0 0,0 0 0 0 0,1 1 0 0 0,-1-1 0 0 0,1 0 0 0 0,-1 0 0 0 0,1 0 0 0 0,0 0 0 0 0,-1 0 0 0 0,1 0 0 0 0,0 0 0 0 0,0 0 0 0 0,0 0 0 0 0,1 1 0 0 0,4 3-114 0 0,1 0 1 0 0,0 0-1 0 0,0-1 1 0 0,0 1-1 0 0,9 2 1 0 0,-5-1 234 0 0,12 5 52 0 0,0 0 0 0 0,1-1 0 0 0,0-2 1 0 0,0 0-1 0 0,48 7 0 0 0,-52-12 4 0 0,-1-2 1 0 0,0 0 0 0 0,1-1 0 0 0,-1-2 0 0 0,0 1 0 0 0,1-2-1 0 0,-1-1 1 0 0,25-7 0 0 0,-30 6 93 0 0,-7 2 221 0 0,0 1 1 0 0,1-1-1 0 0,0 1 1 0 0,13-1-1 0 0,-40 14 615 0 0,-197 107-995 0 0,202-110-440 0 0,-30 10 1 0 0,27-13-330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144"/>
    </inkml:context>
    <inkml:brush xml:id="br0">
      <inkml:brushProperty name="width" value="0.035" units="cm"/>
      <inkml:brushProperty name="height" value="0.035" units="cm"/>
      <inkml:brushProperty name="color" value="#E71224"/>
    </inkml:brush>
  </inkml:definitions>
  <inkml:trace contextRef="#ctx0" brushRef="#br0">116 349 10138 0 0,'-2'1'8417'0'0,"27"-14"-8454"0"0,0-1 0 0 0,0-2 0 0 0,-2 0 0 0 0,0-2 0 0 0,0 0 1 0 0,-2-1-1 0 0,22-27 0 0 0,-32 34-13 0 0,-1-1 1 0 0,0 0-1 0 0,8-16 1 0 0,-16 25 71 0 0,0 0 1 0 0,0 0-1 0 0,0 0 1 0 0,0 0-1 0 0,-1 0 1 0 0,1-1-1 0 0,-1 1 1 0 0,0 0-1 0 0,-1-1 1 0 0,1 1-1 0 0,-1-1 1 0 0,0 1-1 0 0,0-1 0 0 0,0 1 1 0 0,-1 0-1 0 0,0-7 1 0 0,0 9 42 0 0,0-1 0 0 0,0 1 0 0 0,0 0 0 0 0,-1 0 0 0 0,1-1 0 0 0,0 1-1 0 0,-1 0 1 0 0,1 0 0 0 0,-1 0 0 0 0,0 1 0 0 0,0-1 0 0 0,1 0 0 0 0,-1 1 0 0 0,0-1 0 0 0,-5-2 0 0 0,4 3 46 0 0,-1-1 1 0 0,0 0 0 0 0,-1 1-1 0 0,1 0 1 0 0,0 0-1 0 0,0 0 1 0 0,0 1 0 0 0,-8-1-1 0 0,1 1 8 0 0,1 1-1 0 0,-1 0 1 0 0,1 1-1 0 0,-1 0 1 0 0,1 1-1 0 0,-18 6 1 0 0,13-2-140 0 0,0 1 1 0 0,0 0-1 0 0,1 1 1 0 0,0 0-1 0 0,1 2 1 0 0,0-1-1 0 0,0 1 1 0 0,1 1-1 0 0,1 0 1 0 0,0 1-1 0 0,1 1 1 0 0,0-1-1 0 0,1 1 1 0 0,0 1-1 0 0,-10 23 0 0 0,16-30 35 0 0,0 0-1 0 0,0 1 0 0 0,1-1 0 0 0,0 1 1 0 0,0 0-1 0 0,1-1 0 0 0,0 1 0 0 0,1 0 1 0 0,0 0-1 0 0,0 0 0 0 0,1 0 0 0 0,0-1 0 0 0,0 1 1 0 0,1 0-1 0 0,1-1 0 0 0,4 13 0 0 0,-5-14 33 0 0,1-1 0 0 0,1 0 0 0 0,-1 0 0 0 0,1 0 0 0 0,0-1 0 0 0,0 1 0 0 0,1-1 0 0 0,0 0 0 0 0,0 0-1 0 0,0 0 1 0 0,0-1 0 0 0,1 0 0 0 0,0 0 0 0 0,0 0 0 0 0,0-1 0 0 0,0 1 0 0 0,0-2 0 0 0,1 1 0 0 0,-1-1 0 0 0,1 0-1 0 0,10 2 1 0 0,0-2-85 0 0,1-1-1 0 0,-1-1 1 0 0,1 0-1 0 0,-1-2 0 0 0,1 0 1 0 0,-1-1-1 0 0,0 0 1 0 0,0-1-1 0 0,31-13 0 0 0,2-4-606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409"/>
    </inkml:context>
    <inkml:brush xml:id="br0">
      <inkml:brushProperty name="width" value="0.035" units="cm"/>
      <inkml:brushProperty name="height" value="0.035" units="cm"/>
      <inkml:brushProperty name="color" value="#E71224"/>
    </inkml:brush>
  </inkml:definitions>
  <inkml:trace contextRef="#ctx0" brushRef="#br0">424 14 11979 0 0,'-13'-4'717'0'0,"7"2"-626"0"0,-1 0 1 0 0,1 1-1 0 0,-1-1 0 0 0,1 1 1 0 0,-1 0-1 0 0,0 1 1 0 0,-11 0-1 0 0,1 2-234 0 0,1 1-1 0 0,0 0 1 0 0,0 1 0 0 0,0 1-1 0 0,0 1 1 0 0,1 0 0 0 0,-1 1 0 0 0,2 0-1 0 0,-1 1 1 0 0,1 1 0 0 0,0 1 0 0 0,1 0-1 0 0,0 0 1 0 0,1 1 0 0 0,0 1-1 0 0,1 0 1 0 0,0 1 0 0 0,0 0 0 0 0,2 0-1 0 0,0 1 1 0 0,0 1 0 0 0,-6 15-1 0 0,7-11 698 0 0,2-1 0 0 0,0 1 0 0 0,2 0-1 0 0,0 0 1 0 0,0 0 0 0 0,0 27-1 0 0,4-35-159 0 0,0 1 0 0 0,0-1 1 0 0,1 1-1 0 0,1-1 0 0 0,0 0 0 0 0,0 0 0 0 0,1 0 0 0 0,1 0 0 0 0,0 0 0 0 0,0 0 1 0 0,1-1-1 0 0,7 11 0 0 0,-10-17-324 0 0,1 0 0 0 0,0-1 0 0 0,-1 0 0 0 0,1 1 0 0 0,1-1 1 0 0,-1 0-1 0 0,0 0 0 0 0,1-1 0 0 0,-1 1 0 0 0,1-1 0 0 0,0 0 1 0 0,0 0-1 0 0,0 0 0 0 0,0 0 0 0 0,0 0 0 0 0,1-1 0 0 0,4 1 0 0 0,-3-1-96 0 0,0-1 0 0 0,0 0 0 0 0,0 0 0 0 0,0 0 0 0 0,0-1 0 0 0,0 0-1 0 0,0 0 1 0 0,0 0 0 0 0,-1-1 0 0 0,1 0 0 0 0,0 0 0 0 0,5-3 0 0 0,7-4-509 0 0,-1-1 1 0 0,19-14 0 0 0,8-11-4095 0 0,-2-2-1327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4.663"/>
    </inkml:context>
    <inkml:brush xml:id="br0">
      <inkml:brushProperty name="width" value="0.035" units="cm"/>
      <inkml:brushProperty name="height" value="0.035" units="cm"/>
      <inkml:brushProperty name="color" value="#E71224"/>
    </inkml:brush>
  </inkml:definitions>
  <inkml:trace contextRef="#ctx0" brushRef="#br0">11 1 12443 0 0,'0'0'68'0'0,"-1"0"1"0"0,1 0-1 0 0,-1 0 1 0 0,1 0-1 0 0,-1 0 1 0 0,1 1 0 0 0,-1-1-1 0 0,1 0 1 0 0,-1 0-1 0 0,1 1 1 0 0,0-1-1 0 0,-1 0 1 0 0,1 0-1 0 0,-1 1 1 0 0,1-1 0 0 0,0 1-1 0 0,-1-1 1 0 0,1 0-1 0 0,0 1 1 0 0,-1-1-1 0 0,1 1 1 0 0,0-1-1 0 0,0 0 1 0 0,0 1 0 0 0,-1-1-1 0 0,1 1 1 0 0,0-1-1 0 0,0 1 1 0 0,0-1-1 0 0,0 1 1 0 0,0-1-1 0 0,0 1 1 0 0,0-1 0 0 0,0 1-1 0 0,0-1 1 0 0,0 1-1 0 0,0-1 1 0 0,0 1-1 0 0,0-1 1 0 0,0 1 0 0 0,1 0-1 0 0,0 10 1911 0 0,0 18-1263 0 0,1 0 0 0 0,2 0-1 0 0,14 54 1 0 0,35 82-662 0 0,-52-162-34 0 0,20 52 198 0 0,2 0 1 0 0,2-2 0 0 0,41 63 0 0 0,-41-78-29 0 0,2-1 0 0 0,2-1 0 0 0,1-1 0 0 0,60 53 0 0 0,-78-78-719 0 0,0 0-1 0 0,2 0 1 0 0,-1-2 0 0 0,1 1-1 0 0,20 8 1 0 0,-2-6-6371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154"/>
    </inkml:context>
    <inkml:brush xml:id="br0">
      <inkml:brushProperty name="width" value="0.035" units="cm"/>
      <inkml:brushProperty name="height" value="0.035" units="cm"/>
      <inkml:brushProperty name="color" value="#E71224"/>
    </inkml:brush>
  </inkml:definitions>
  <inkml:trace contextRef="#ctx0" brushRef="#br0">874 1900 19356 0 0,'-3'-2'143'0'0,"-1"-1"-1"0"0,1 1 1 0 0,0 0 0 0 0,0-1-1 0 0,1 0 1 0 0,-1 1 0 0 0,0-1-1 0 0,1 0 1 0 0,0 0 0 0 0,0-1-1 0 0,0 1 1 0 0,0 0-1 0 0,0-1 1 0 0,-1-4 0 0 0,-6-8 118 0 0,-163-319 485 0 0,17-11-652 0 0,3 5-102 0 0,127 286 9 0 0,-157-300 282 0 0,169 332-43 0 0,-31-36 1 0 0,35 49-59 0 0,-1-1 1 0 0,0 2 0 0 0,-1 0-1 0 0,0 0 1 0 0,-12-7-1 0 0,22 16-180 0 0,1-1-1 0 0,-1 1 0 0 0,1 0 1 0 0,0 0-1 0 0,-1 0 0 0 0,1-1 1 0 0,-1 1-1 0 0,1 0 1 0 0,0-1-1 0 0,-1 1 0 0 0,1 0 1 0 0,-1-1-1 0 0,1 1 0 0 0,0 0 1 0 0,0-1-1 0 0,-1 1 0 0 0,1-1 1 0 0,0 1-1 0 0,0 0 0 0 0,-1-1 1 0 0,1 1-1 0 0,0-1 1 0 0,0 1-1 0 0,0-1 0 0 0,0 1 1 0 0,0-1-1 0 0,0 1 0 0 0,0-1 1 0 0,0 0-1 0 0,0 0 2 0 0,1 1 0 0 0,-1-1 0 0 0,1 1 0 0 0,-1-1 0 0 0,1 1 0 0 0,-1-1 0 0 0,1 1 0 0 0,0-1 0 0 0,-1 1 0 0 0,1-1 0 0 0,0 1 0 0 0,0 0 0 0 0,-1-1 0 0 0,1 1 0 0 0,1-1 0 0 0,8-1 21 0 0,1 0-1 0 0,11-1 1 0 0,-16 2-20 0 0,122-19 17 0 0,-2-5-1 0 0,145-49 1 0 0,-213 54-223 0 0,116-37 142 0 0,-137 47-867 0 0,0 2 1 0 0,67-7-1 0 0,-66 15-6879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593"/>
    </inkml:context>
    <inkml:brush xml:id="br0">
      <inkml:brushProperty name="width" value="0.035" units="cm"/>
      <inkml:brushProperty name="height" value="0.035" units="cm"/>
      <inkml:brushProperty name="color" value="#E71224"/>
    </inkml:brush>
  </inkml:definitions>
  <inkml:trace contextRef="#ctx0" brushRef="#br0">22 226 11058 0 0,'-3'2'840'0'0,"-13"11"-1047"0"0,14-7 1545 0 0,2-6-1101 0 0,0 1 0 0 0,1-1 0 0 0,-1 0 1 0 0,0 1-1 0 0,1-1 0 0 0,-1 0 0 0 0,0 1 0 0 0,1-1 0 0 0,-1 0 0 0 0,0 0 1 0 0,1 1-1 0 0,-1-1 0 0 0,0 0 0 0 0,1 0 0 0 0,-1 0 0 0 0,1 0 0 0 0,-1 1 1 0 0,0-1-1 0 0,2 0 0 0 0,22 11 3332 0 0,-21-9-3509 0 0,0-1-1 0 0,0 1 0 0 0,1 0 1 0 0,-1-1-1 0 0,0 0 1 0 0,1 0-1 0 0,4 1 1 0 0,3-1-101 0 0,0-1 1 0 0,-1 0-1 0 0,1-1 1 0 0,0 0-1 0 0,0-1 1 0 0,-1 0 0 0 0,1-1-1 0 0,12-5 1 0 0,81-38-862 0 0,-94 41 819 0 0,204-121-838 0 0,-125 71 1452 0 0,-78 48-449 0 0,-5 3-9 0 0,-1 1 0 0 0,1 0 0 0 0,-1 0 0 0 0,9-3-1 0 0,-14 6-71 0 0,0 0 1 0 0,0 0-1 0 0,0 0 0 0 0,0 0 0 0 0,0 0 0 0 0,0 0 0 0 0,0 0 0 0 0,0 0 0 0 0,0 0 0 0 0,0 0 0 0 0,0 0 0 0 0,1 0 0 0 0,-1 0 0 0 0,0 0 0 0 0,0 0 0 0 0,0 0 0 0 0,0 0 1 0 0,0 0-1 0 0,0 0 0 0 0,0 0 0 0 0,0 0 0 0 0,0 0 0 0 0,0 0 0 0 0,0 0 0 0 0,0 0 0 0 0,0 0 0 0 0,1 0 0 0 0,-1 0 0 0 0,0 0 0 0 0,0 0 0 0 0,0 0 0 0 0,0 0 0 0 0,0 0 1 0 0,0 0-1 0 0,0 0 0 0 0,0 1 0 0 0,0-1 0 0 0,0 0 0 0 0,0 0 0 0 0,0 0 0 0 0,0 0 0 0 0,0 0 0 0 0,0 0 0 0 0,0 0 0 0 0,0 0 0 0 0,0 0 0 0 0,0 0 0 0 0,0 0 0 0 0,0 0 0 0 0,0 0 1 0 0,0 1-1 0 0,0-1 0 0 0,0 0 0 0 0,0 0 0 0 0,0 0 0 0 0,0 0 0 0 0,0 0 0 0 0,-3 7-79 0 0,-5 6-139 0 0,-78 85-85 0 0,3-5 727 0 0,58-61-255 0 0,3 2 0 0 0,0 0 0 0 0,-19 44-1 0 0,31-57-72 0 0,2-1 0 0 0,1 1-1 0 0,0 1 1 0 0,2-1-1 0 0,0 1 1 0 0,2 0-1 0 0,-2 31 1 0 0,5-45-57 0 0,0 1 0 0 0,1-1 0 0 0,-1 1 0 0 0,2 0-1 0 0,-1-1 1 0 0,2 0 0 0 0,-1 1 0 0 0,1-1 0 0 0,0 0 0 0 0,0 0 0 0 0,9 13 0 0 0,-9-17-9 0 0,0 1 0 0 0,0-1 0 0 0,1 0-1 0 0,0-1 1 0 0,0 1 0 0 0,0 0 0 0 0,0-1 0 0 0,0 0 0 0 0,1 0 0 0 0,-1 0 0 0 0,1-1 0 0 0,0 0 0 0 0,0 0 0 0 0,0 0 0 0 0,0 0 0 0 0,0-1 0 0 0,0 1-1 0 0,0-1 1 0 0,1-1 0 0 0,5 1 0 0 0,3-1 18 0 0,0-1 0 0 0,0 0 0 0 0,0-1 0 0 0,0 0 0 0 0,0-1-1 0 0,-1-1 1 0 0,0 0 0 0 0,1-1 0 0 0,-2-1 0 0 0,1 0 0 0 0,0 0 0 0 0,-1-1-1 0 0,-1-1 1 0 0,20-15 0 0 0,-9 4-2 0 0,-1-1-1 0 0,-2 0 0 0 0,0-2 1 0 0,-1 0-1 0 0,-1-1 0 0 0,19-32 1 0 0,-21 27-18 0 0,0-1 0 0 0,14-40 0 0 0,-24 55-20 0 0,-1 0-1 0 0,0 1 0 0 0,-1-1 0 0 0,-1 0 1 0 0,0 0-1 0 0,-1-1 0 0 0,-1-24 0 0 0,-1 33-9 0 0,0 0 0 0 0,0 0 0 0 0,0 0 0 0 0,-1 0 0 0 0,0 0-1 0 0,0 0 1 0 0,-1 1 0 0 0,1-1 0 0 0,-1 1 0 0 0,-1-1 0 0 0,1 1 0 0 0,-6-7 0 0 0,2 6-5 0 0,1-1 1 0 0,-1 1 0 0 0,0 1-1 0 0,0-1 1 0 0,-1 1 0 0 0,0 0-1 0 0,-13-6 1 0 0,1 3-18 0 0,0 1 0 0 0,0 1-1 0 0,-1 1 1 0 0,1 0 0 0 0,-1 2-1 0 0,-33-2 1 0 0,36 5-950 0 0,-35 2-1 0 0,22 4-6941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5.930"/>
    </inkml:context>
    <inkml:brush xml:id="br0">
      <inkml:brushProperty name="width" value="0.035" units="cm"/>
      <inkml:brushProperty name="height" value="0.035" units="cm"/>
      <inkml:brushProperty name="color" value="#E71224"/>
    </inkml:brush>
  </inkml:definitions>
  <inkml:trace contextRef="#ctx0" brushRef="#br0">10 614 6449 0 0,'11'0'-697'0'0,"2"-1"3621"0"0,24-1 10770 0 0,-26 4-12132 0 0,-1 1-3860 0 0,-15-3-427 0 0,4 0 2477 0 0,1 0-1 0 0,-1 1 1 0 0,0-1-1 0 0,0 0 1 0 0,1 0 0 0 0,-1 0-1 0 0,0 0 1 0 0,0 0-1 0 0,1-1 1 0 0,-1 1 0 0 0,0 0-1 0 0,1 0 1 0 0,-1 0-1 0 0,0-1 1 0 0,0 1 0 0 0,1 0-1 0 0,-2-1 1 0 0,-14-15-4340 0 0,1-2 3592 0 0,2 0 5547 0 0,-13-23 0 0 0,25 39-4369 0 0,1 1 0 0 0,-1 0 0 0 0,1-1 0 0 0,0 1-1 0 0,-1-1 1 0 0,1 1 0 0 0,0-1 0 0 0,0 1 0 0 0,0-1 0 0 0,0 1 0 0 0,0-1 0 0 0,1 1 0 0 0,-1 0 0 0 0,0-1 0 0 0,1 1 0 0 0,-1-1 0 0 0,1 1 0 0 0,-1 0 0 0 0,1-1-1 0 0,0 1 1 0 0,-1 0 0 0 0,1-1 0 0 0,0 1 0 0 0,0 0 0 0 0,0 0 0 0 0,2-2 0 0 0,4-4 59 0 0,1-1 0 0 0,14-10 0 0 0,-15 13-171 0 0,189-129 299 0 0,-80 59-533 0 0,-46 27-139 0 0,160-107-2553 0 0,-180 124-4632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6.501"/>
    </inkml:context>
    <inkml:brush xml:id="br0">
      <inkml:brushProperty name="width" value="0.035" units="cm"/>
      <inkml:brushProperty name="height" value="0.035" units="cm"/>
      <inkml:brushProperty name="color" value="#E71224"/>
    </inkml:brush>
  </inkml:definitions>
  <inkml:trace contextRef="#ctx0" brushRef="#br0">1 440 21661 0 0,'3'-6'2282'0'0,"9"-5"-4123"0"0,-6 6 1701 0 0,22-16-457 0 0,2 0 1 0 0,0 2-1 0 0,54-26 0 0 0,-63 34 442 0 0,215-105-484 0 0,-118 59 818 0 0,101-44 755 0 0,-153 74-1016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8.764"/>
    </inkml:context>
    <inkml:brush xml:id="br0">
      <inkml:brushProperty name="width" value="0.035" units="cm"/>
      <inkml:brushProperty name="height" value="0.035" units="cm"/>
      <inkml:brushProperty name="color" value="#E71224"/>
    </inkml:brush>
  </inkml:definitions>
  <inkml:trace contextRef="#ctx0" brushRef="#br0">0 114 14283 0 0,'0'0'58'0'0,"0"0"0"0"0,0-1 0 0 0,0 1 0 0 0,0 0 0 0 0,0-1-1 0 0,0 1 1 0 0,0 0 0 0 0,1-1 0 0 0,-1 1 0 0 0,0 0 0 0 0,0-1 0 0 0,0 1 0 0 0,0 0 0 0 0,1-1 0 0 0,-1 1-1 0 0,0 0 1 0 0,0 0 0 0 0,0-1 0 0 0,1 1 0 0 0,-1 0 0 0 0,0 0 0 0 0,0-1 0 0 0,1 1 0 0 0,-1 0 0 0 0,0 0-1 0 0,1 0 1 0 0,-1-1 0 0 0,0 1 0 0 0,1 0 0 0 0,13 0 1357 0 0,12 7-493 0 0,-21-5-900 0 0,0 1 0 0 0,0 0-1 0 0,0 0 1 0 0,-1 0 0 0 0,0 1 0 0 0,1-1-1 0 0,-1 1 1 0 0,-1 0 0 0 0,7 8-1 0 0,2 4 161 0 0,13 25-1 0 0,-11-17-26 0 0,83 126 330 0 0,-73-118-410 0 0,0-2 1 0 0,46 44-1 0 0,-62-67-12 0 0,0 0-1 0 0,1-1 1 0 0,0 0 0 0 0,0 0-1 0 0,0-1 1 0 0,0 0 0 0 0,1-1-1 0 0,0 0 1 0 0,13 4 0 0 0,-20-7-1 0 0,0-1 1 0 0,0 1-1 0 0,0 0 1 0 0,0-1-1 0 0,1 0 1 0 0,-1 0-1 0 0,0 0 1 0 0,0 0-1 0 0,0-1 1 0 0,0 1-1 0 0,1-1 1 0 0,-1 0-1 0 0,0 0 1 0 0,0 0-1 0 0,0 0 1 0 0,0 0-1 0 0,0 0 1 0 0,-1-1-1 0 0,1 0 1 0 0,0 0-1 0 0,-1 1 1 0 0,1-1-1 0 0,-1-1 1 0 0,0 1-1 0 0,1 0 1 0 0,-1-1-1 0 0,0 1 1 0 0,0-1-1 0 0,-1 1 1 0 0,1-1-1 0 0,-1 0 1 0 0,1 0-1 0 0,-1 0 1 0 0,0 0-1 0 0,1-3 1 0 0,2-5 48 0 0,-1-1-1 0 0,-1 0 1 0 0,0 0 0 0 0,-1 0 0 0 0,0 0 0 0 0,0 0 0 0 0,-3-23 0 0 0,-3 1-4 0 0,-12-51 0 0 0,3 37-304 0 0,-2 1 0 0 0,-2 0 0 0 0,-32-58 0 0 0,38 82-522 0 0,-2 4-174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251"/>
    </inkml:context>
    <inkml:brush xml:id="br0">
      <inkml:brushProperty name="width" value="0.035" units="cm"/>
      <inkml:brushProperty name="height" value="0.035" units="cm"/>
      <inkml:brushProperty name="color" value="#E71224"/>
    </inkml:brush>
  </inkml:definitions>
  <inkml:trace contextRef="#ctx0" brushRef="#br0">293 263 5529 0 0,'0'-9'1881'0'0,"-1"-1"0"0"0,1 1 0 0 0,-4-16-1 0 0,3 22-1767 0 0,0 0 0 0 0,0 0 0 0 0,0-1 0 0 0,0 1 0 0 0,-1 0 0 0 0,0 0 0 0 0,1 1 0 0 0,-1-1 0 0 0,0 0 0 0 0,0 1 0 0 0,0-1 0 0 0,-1 1 0 0 0,1-1 0 0 0,-4-1 0 0 0,3 1-184 0 0,0 1 0 0 0,-1 0 0 0 0,0 0-1 0 0,1 0 1 0 0,-1 0 0 0 0,0 1 0 0 0,0-1-1 0 0,0 1 1 0 0,0 0 0 0 0,0 0 0 0 0,0 1 0 0 0,0-1-1 0 0,0 1 1 0 0,-6 0 0 0 0,4 0-86 0 0,1 1 0 0 0,-1 0-1 0 0,1 1 1 0 0,-1-1 0 0 0,1 1 0 0 0,-1 0-1 0 0,1 0 1 0 0,0 1 0 0 0,-7 4 0 0 0,2 0-29 0 0,1 0 0 0 0,0 0 0 0 0,0 1 0 0 0,1 0 1 0 0,0 1-1 0 0,1 0 0 0 0,0 0 0 0 0,0 0 1 0 0,-9 19-1 0 0,8-10 687 0 0,0 0-1 0 0,2 1 1 0 0,0 0 0 0 0,1 0-1 0 0,1 0 1 0 0,1 1 0 0 0,0 0-1 0 0,1 32 1 0 0,3-36-78 0 0,0 1 1 0 0,0 0-1 0 0,2-1 0 0 0,0 1 1 0 0,0-1-1 0 0,2 0 1 0 0,0 0-1 0 0,1-1 0 0 0,1 1 1 0 0,13 23-1 0 0,-17-34-310 0 0,1 0 0 0 0,-1-1-1 0 0,1 1 1 0 0,0-1 0 0 0,0 0 0 0 0,0 0-1 0 0,0 0 1 0 0,1 0 0 0 0,0-1 0 0 0,0 0-1 0 0,5 3 1 0 0,-6-5-70 0 0,-1 1 0 0 0,1-1 1 0 0,0 0-1 0 0,0 0 0 0 0,0 0 0 0 0,-1-1 1 0 0,1 1-1 0 0,0-1 0 0 0,0 0 0 0 0,0 0 1 0 0,0-1-1 0 0,0 1 0 0 0,0-1 0 0 0,0 0 1 0 0,0 0-1 0 0,-1 0 0 0 0,6-3 0 0 0,0 0-7 0 0,0-1-1 0 0,0 0 0 0 0,0-1 1 0 0,-1 0-1 0 0,0 0 0 0 0,-1-1 1 0 0,1 0-1 0 0,-1 0 0 0 0,0-1 1 0 0,7-11-1 0 0,2-4 42 0 0,-1-2 1 0 0,17-37 0 0 0,-13 20-332 0 0,-2-2 1 0 0,-2 1 0 0 0,-2-2 0 0 0,-2 0-1 0 0,-2 0 1 0 0,-2-1 0 0 0,-2 0 0 0 0,-2-1-1 0 0,-4-69 1 0 0,1 115 262 0 0,0 0-1 0 0,0 0 1 0 0,0 0 0 0 0,0 0-1 0 0,0 0 1 0 0,-1 0-1 0 0,1 0 1 0 0,0 0-1 0 0,-1 0 1 0 0,1 0 0 0 0,-2-1-1 0 0,-1 2 51 0 0,0 8-33 0 0,-2 16-64 0 0,1 1 1 0 0,1 0-1 0 0,1 0 0 0 0,2 32 0 0 0,15 100-169 0 0,-10-118 209 0 0,2 0-1 0 0,1 0 0 0 0,23 63 1 0 0,-25-88-7 0 0,1 1 0 0 0,0-2 0 0 0,1 1 0 0 0,0-1 0 0 0,12 15 0 0 0,-13-21-17 0 0,0 1 0 0 0,1-1 0 0 0,-1 0 0 0 0,1-1 0 0 0,1 1 0 0 0,-1-2 0 0 0,1 1 0 0 0,17 7-1 0 0,-20-10-65 0 0,1-1-1 0 0,0 0 1 0 0,-1 0-1 0 0,1-1 1 0 0,0 0-1 0 0,12 1 1 0 0,-11-2-1213 0 0,-1 0 1 0 0,0-1 0 0 0,12-2-1 0 0,8-4-4461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530"/>
    </inkml:context>
    <inkml:brush xml:id="br0">
      <inkml:brushProperty name="width" value="0.035" units="cm"/>
      <inkml:brushProperty name="height" value="0.035" units="cm"/>
      <inkml:brushProperty name="color" value="#E71224"/>
    </inkml:brush>
  </inkml:definitions>
  <inkml:trace contextRef="#ctx0" brushRef="#br0">16 0 17052 0 0,'-1'1'63'0'0,"0"0"0"0"0,-1 0 1 0 0,1 0-1 0 0,0 0 0 0 0,0 1 0 0 0,0-1 1 0 0,0 0-1 0 0,0 0 0 0 0,0 1 1 0 0,0-1-1 0 0,0 0 0 0 0,0 1 0 0 0,1-1 1 0 0,-1 2-1 0 0,0 0 41 0 0,1-1 0 0 0,0 1 0 0 0,1-1 0 0 0,-1 0 0 0 0,0 1 0 0 0,1-1 0 0 0,0 5 0 0 0,2 3-37 0 0,17 69-401 0 0,54 136 0 0 0,52 69-612 0 0,-74-172 845 0 0,-17-34 428 0 0,73 118 1 0 0,-89-171-1628 0 0,-2-4-4638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746"/>
    </inkml:context>
    <inkml:brush xml:id="br0">
      <inkml:brushProperty name="width" value="0.035" units="cm"/>
      <inkml:brushProperty name="height" value="0.035" units="cm"/>
      <inkml:brushProperty name="color" value="#E71224"/>
    </inkml:brush>
  </inkml:definitions>
  <inkml:trace contextRef="#ctx0" brushRef="#br0">61 59 20276 0 0,'-10'-12'897'0'0,"3"3"191"0"0,3 1-872 0 0,3 3-216 0 0,1 3 0 0 0,1 0 0 0 0,-1 0 152 0 0,0-1-16 0 0,2-2 0 0 0,-2 1 0 0 0,-2-1-360 0 0,-1 3-64 0 0,-1 4-24 0 0,3 2 0 0 0,-1 3 312 0 0,-3 1 0 0 0,-6 2 0 0 0,-2 3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7:59.893"/>
    </inkml:context>
    <inkml:brush xml:id="br0">
      <inkml:brushProperty name="width" value="0.035" units="cm"/>
      <inkml:brushProperty name="height" value="0.035" units="cm"/>
      <inkml:brushProperty name="color" value="#E71224"/>
    </inkml:brush>
  </inkml:definitions>
  <inkml:trace contextRef="#ctx0" brushRef="#br0">0 1 20740 0 0,'11'12'921'0'0,"-1"-4"183"0"0,2 3-880 0 0,-2-3-224 0 0,-3-1 0 0 0,-2-3 0 0 0,2 2 0 0 0,5 7 0 0 0,7 6 64 0 0,7 5-64 0 0,2 5-480 0 0,-1 0-120 0 0,-3-1-16 0 0,-1-6-9 0 0,-1-3 473 0 0,-6-7 152 0 0,-6-7-80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167"/>
    </inkml:context>
    <inkml:brush xml:id="br0">
      <inkml:brushProperty name="width" value="0.035" units="cm"/>
      <inkml:brushProperty name="height" value="0.035" units="cm"/>
      <inkml:brushProperty name="color" value="#E71224"/>
    </inkml:brush>
  </inkml:definitions>
  <inkml:trace contextRef="#ctx0" brushRef="#br0">524 1 18436 0 0,'-29'0'1032'0'0,"1"2"-1"0"0,-33 6 1 0 0,18 0-1914 0 0,0 2-1 0 0,-69 26 0 0 0,97-30 357 0 0,0 1 1 0 0,0 0-1 0 0,1 1 0 0 0,0 0 1 0 0,1 1-1 0 0,0 1 0 0 0,1 0 0 0 0,-1 1 1 0 0,2 0-1 0 0,-18 22 0 0 0,23-24 640 0 0,0 1 0 0 0,1-1 1 0 0,1 1-1 0 0,-1-1 0 0 0,2 1 0 0 0,-1 0 0 0 0,1 1 0 0 0,1-1 1 0 0,0 0-1 0 0,0 1 0 0 0,1 0 0 0 0,1 15 0 0 0,0-12 304 0 0,1-1 0 0 0,1 1-1 0 0,0-1 1 0 0,1 0 0 0 0,0 0-1 0 0,1 0 1 0 0,0-1 0 0 0,1 1 0 0 0,10 18-1 0 0,-12-26-260 0 0,0 0 0 0 0,1 0 0 0 0,-1-1 0 0 0,1 1 0 0 0,0-1 0 0 0,0 1-1 0 0,1-1 1 0 0,-1-1 0 0 0,1 1 0 0 0,0 0 0 0 0,0-1 0 0 0,0 0 0 0 0,9 3 0 0 0,-7-3-40 0 0,0-1 1 0 0,0 0-1 0 0,0-1 1 0 0,0 1 0 0 0,1-2-1 0 0,-1 1 1 0 0,1-1-1 0 0,-1 0 1 0 0,14-2 0 0 0,-6-1-83 0 0,0 0 0 0 0,0-2 1 0 0,0 0-1 0 0,0 0 1 0 0,-1-1-1 0 0,0-1 0 0 0,0-1 1 0 0,-1 0-1 0 0,23-17 0 0 0,-13 5-327 0 0,-1-1-1 0 0,27-32 0 0 0,-24 20-504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418"/>
    </inkml:context>
    <inkml:brush xml:id="br0">
      <inkml:brushProperty name="width" value="0.035" units="cm"/>
      <inkml:brushProperty name="height" value="0.035" units="cm"/>
      <inkml:brushProperty name="color" value="#E71224"/>
    </inkml:brush>
  </inkml:definitions>
  <inkml:trace contextRef="#ctx0" brushRef="#br0">21 23 1840 0 0,'-2'-1'170'0'0,"0"0"-60"0"0,0-1 0 0 0,1 1-1 0 0,-1 0 1 0 0,0-1 0 0 0,1 1-1 0 0,0-1 1 0 0,-1 1-1 0 0,1-1 1 0 0,0 1 0 0 0,0-1-1 0 0,-2-3 1484 0 0,11 11 5058 0 0,3 10-5912 0 0,-11-15-541 0 0,87 143 1952 0 0,47 69 1580 0 0,6-35-552 0 0,-117-154-3213 0 0,37 30 0 0 0,-42-40-1754 0 0,0-1 0 0 0,40 21 0 0 0,-24-18-5083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0.813"/>
    </inkml:context>
    <inkml:brush xml:id="br0">
      <inkml:brushProperty name="width" value="0.035" units="cm"/>
      <inkml:brushProperty name="height" value="0.035" units="cm"/>
      <inkml:brushProperty name="color" value="#E71224"/>
    </inkml:brush>
  </inkml:definitions>
  <inkml:trace contextRef="#ctx0" brushRef="#br0">415 49 6449 0 0,'-2'-3'253'0'0,"0"0"0"0"0,0 0 0 0 0,-1 0 0 0 0,1 1 0 0 0,-1-1-1 0 0,0 0 1 0 0,1 1 0 0 0,-1 0 0 0 0,0 0 0 0 0,-1 0 0 0 0,1 0 0 0 0,0 0-1 0 0,0 1 1 0 0,-1-1 0 0 0,-4-1 0 0 0,-1 1 266 0 0,0-1-1 0 0,-1 1 1 0 0,1 0-1 0 0,-18 0 1 0 0,17 3-372 0 0,0-1 0 0 0,0 2 0 0 0,0 0 0 0 0,0 0-1 0 0,0 0 1 0 0,1 1 0 0 0,-1 1 0 0 0,1 0 0 0 0,0 0 0 0 0,0 1 0 0 0,0 0-1 0 0,1 0 1 0 0,0 1 0 0 0,-11 10 0 0 0,3-3-161 0 0,2 2-1 0 0,-1 0 1 0 0,2 0 0 0 0,0 1 0 0 0,1 1-1 0 0,-11 20 1 0 0,16-24 152 0 0,0 1 1 0 0,1 1-1 0 0,1-1 0 0 0,0 1 0 0 0,1 0 0 0 0,-3 22 1 0 0,5-26 151 0 0,1 0 1 0 0,1 1 0 0 0,0-1 0 0 0,0 0 0 0 0,1 1 0 0 0,1-1 0 0 0,0 0 0 0 0,0 0 0 0 0,6 16 0 0 0,-7-23-212 0 0,1-1 0 0 0,-1 1 0 0 0,1-1 0 0 0,0 1-1 0 0,0-1 1 0 0,1 0 0 0 0,-1 0 0 0 0,1 0 0 0 0,-1 0 0 0 0,1 0 0 0 0,0 0 0 0 0,0-1-1 0 0,0 1 1 0 0,1-1 0 0 0,-1 0 0 0 0,0 0 0 0 0,1 0 0 0 0,0 0 0 0 0,-1-1 0 0 0,1 1-1 0 0,7 0 1 0 0,-7-1-42 0 0,1 0 0 0 0,0-1 0 0 0,0 0 0 0 0,-1 0 0 0 0,1 0 0 0 0,0-1-1 0 0,0 0 1 0 0,-1 0 0 0 0,1 0 0 0 0,-1 0 0 0 0,1-1 0 0 0,-1 0 0 0 0,1 1 0 0 0,-1-2 0 0 0,0 1-1 0 0,0 0 1 0 0,7-6 0 0 0,1-3-3 0 0,-1 1-1 0 0,0-2 0 0 0,0 1 1 0 0,-1-1-1 0 0,-1-1 1 0 0,0 0-1 0 0,-1 0 0 0 0,10-23 1 0 0,2-11 69 0 0,17-64 1 0 0,-17 51 163 0 0,-20 58-250 0 0,1-1 0 0 0,0 1 0 0 0,0 0-1 0 0,0 0 1 0 0,0 0 0 0 0,0 0 0 0 0,0 0 0 0 0,3-4 0 0 0,-4 6-13 0 0,1 0 0 0 0,-1 0 0 0 0,0 0 1 0 0,0 0-1 0 0,0 0 0 0 0,0 0 0 0 0,1-1 1 0 0,-1 1-1 0 0,0 0 0 0 0,0 0 0 0 0,1 0 1 0 0,-1 0-1 0 0,0 0 0 0 0,0 0 0 0 0,0 0 1 0 0,1 0-1 0 0,-1 0 0 0 0,0 0 0 0 0,0 0 1 0 0,1 0-1 0 0,-1 0 0 0 0,0 0 0 0 0,0 0 1 0 0,0 0-1 0 0,1 0 0 0 0,-1 1 0 0 0,0-1 1 0 0,0 0-1 0 0,1 0 0 0 0,-1 0 0 0 0,0 0 1 0 0,8 13 91 0 0,-3 6-128 0 0,0-1 0 0 0,-1 1-1 0 0,3 31 1 0 0,-2-10-2 0 0,0-6 12 0 0,2 0 1 0 0,20 58-1 0 0,-20-75-23 0 0,0 0 0 0 0,1 0 0 0 0,1-1 1 0 0,1 0-1 0 0,0 0 0 0 0,22 25 1 0 0,-29-37-29 0 0,1-1 0 0 0,-1 0 0 0 0,1 0 0 0 0,0 0 0 0 0,-1 0 1 0 0,1 0-1 0 0,1-1 0 0 0,-1 0 0 0 0,0 1 0 0 0,1-2 0 0 0,-1 1 0 0 0,1 0 1 0 0,-1-1-1 0 0,1 0 0 0 0,0 0 0 0 0,-1 0 0 0 0,6-1 0 0 0,-5 0-753 0 0,0 0 1 0 0,-1-1-1 0 0,1 1 0 0 0,0-1 0 0 0,0 0 0 0 0,5-2 1 0 0,17-9-5630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080"/>
    </inkml:context>
    <inkml:brush xml:id="br0">
      <inkml:brushProperty name="width" value="0.035" units="cm"/>
      <inkml:brushProperty name="height" value="0.035" units="cm"/>
      <inkml:brushProperty name="color" value="#E71224"/>
    </inkml:brush>
  </inkml:definitions>
  <inkml:trace contextRef="#ctx0" brushRef="#br0">10 1 18892 0 0,'-1'0'77'0'0,"0"1"0"0"0,1-1 1 0 0,-1 1-1 0 0,1-1 0 0 0,-1 1 0 0 0,0-1 1 0 0,1 1-1 0 0,-1 0 0 0 0,1-1 0 0 0,-1 1 0 0 0,1 0 1 0 0,0 0-1 0 0,-1-1 0 0 0,1 1 0 0 0,0 0 0 0 0,0 0 1 0 0,-1 0-1 0 0,1-1 0 0 0,0 1 0 0 0,0 0 1 0 0,0 0-1 0 0,0 0 0 0 0,0-1 0 0 0,0 1 0 0 0,0 0 1 0 0,0 0-1 0 0,0 0 0 0 0,1 1 0 0 0,6 32-409 0 0,-4-22 527 0 0,32 150-595 0 0,7-1 0 0 0,6-3 0 0 0,88 192-1 0 0,-119-315 78 0 0,1-1 0 0 0,2-1 1 0 0,26 36-1 0 0,-28-48-108 0 0,0 0 0 0 0,1 0 1 0 0,1-2-1 0 0,1-1 1 0 0,25 18-1 0 0,-20-17-5157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303"/>
    </inkml:context>
    <inkml:brush xml:id="br0">
      <inkml:brushProperty name="width" value="0.035" units="cm"/>
      <inkml:brushProperty name="height" value="0.035" units="cm"/>
      <inkml:brushProperty name="color" value="#E71224"/>
    </inkml:brush>
  </inkml:definitions>
  <inkml:trace contextRef="#ctx0" brushRef="#br0">33 242 17972 0 0,'-3'0'534'0'0,"2"0"-432"0"0,-1 0 1 0 0,1 0 0 0 0,0 0 0 0 0,-1 0 0 0 0,1 0 0 0 0,0 0 0 0 0,-1-1-1 0 0,1 1 1 0 0,0 0 0 0 0,-1-1 0 0 0,1 1 0 0 0,0 0 0 0 0,-2-2 0 0 0,-1-10 2571 0 0,3 11-2652 0 0,0-1 0 0 0,1 1 0 0 0,-1 0 1 0 0,1 0-1 0 0,-1-1 0 0 0,1 1 1 0 0,-1 0-1 0 0,1 0 0 0 0,0-1 1 0 0,0 1-1 0 0,0-1 0 0 0,-1 1 1 0 0,2 0-1 0 0,-1-1 0 0 0,0 1 1 0 0,0 0-1 0 0,0-1 0 0 0,0 1 1 0 0,1 0-1 0 0,-1-1 0 0 0,1 1 1 0 0,-1 0-1 0 0,1 0 0 0 0,-1 0 1 0 0,1-1-1 0 0,0 1 0 0 0,0 0 1 0 0,-1 0-1 0 0,1 0 0 0 0,0 0 0 0 0,0 0 1 0 0,2-1-1 0 0,5-5-38 0 0,0 1 0 0 0,0 0 0 0 0,13-8 0 0 0,-9 6 44 0 0,81-49-56 0 0,12-8-1863 0 0,-76 44-5771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479"/>
    </inkml:context>
    <inkml:brush xml:id="br0">
      <inkml:brushProperty name="width" value="0.035" units="cm"/>
      <inkml:brushProperty name="height" value="0.035" units="cm"/>
      <inkml:brushProperty name="color" value="#E71224"/>
    </inkml:brush>
  </inkml:definitions>
  <inkml:trace contextRef="#ctx0" brushRef="#br0">28 1 13363 0 0,'-9'3'1184'0'0,"4"-1"-944"0"0,2-1-240 0 0,1-1 1665 0 0,2 2-761 0 0,0 0 8 0 0,0 0-1200 0 0,0 1-248 0 0,0 0-40 0 0,0 3-17 0 0,0-1-1519 0 0,0 0-312 0 0,0 0-57 0 0,0 0-16 0 0,-3-1 1977 0 0,-2 1 392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642"/>
    </inkml:context>
    <inkml:brush xml:id="br0">
      <inkml:brushProperty name="width" value="0.035" units="cm"/>
      <inkml:brushProperty name="height" value="0.035" units="cm"/>
      <inkml:brushProperty name="color" value="#E71224"/>
    </inkml:brush>
  </inkml:definitions>
  <inkml:trace contextRef="#ctx0" brushRef="#br0">1 1 18892 0 0,'8'17'832'0'0,"-1"-3"184"0"0,0 0-816 0 0,0-6-200 0 0,-2-1 0 0 0,-1-3 0 0 0,-1 2 161 0 0,4 5-1 0 0,5 6-8 0 0,4 5 0 0 0,1 1-376 0 0,-2-1-65 0 0,3-5-23 0 0,4-1-3424 0 0,0-7-681 0 0,-1-4-144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1.952"/>
    </inkml:context>
    <inkml:brush xml:id="br0">
      <inkml:brushProperty name="width" value="0.035" units="cm"/>
      <inkml:brushProperty name="height" value="0.035" units="cm"/>
      <inkml:brushProperty name="color" value="#E71224"/>
    </inkml:brush>
  </inkml:definitions>
  <inkml:trace contextRef="#ctx0" brushRef="#br0">183 73 16588 0 0,'-5'3'247'0'0,"0"-1"0"0"0,1 2 0 0 0,0-1 0 0 0,0 0 1 0 0,0 1-1 0 0,0 0 0 0 0,1 0 0 0 0,-1 0 0 0 0,1 0 1 0 0,0 0-1 0 0,-4 8 0 0 0,-5 6 47 0 0,-7 9-248 0 0,1 2-1 0 0,-25 55 0 0 0,35-66-93 0 0,1 1-1 0 0,1-1 1 0 0,0 1-1 0 0,2 0 0 0 0,0 1 1 0 0,-1 24-1 0 0,5-35 30 0 0,0 1-1 0 0,0-1 1 0 0,1 0 0 0 0,1 0-1 0 0,-1 0 1 0 0,1 0-1 0 0,1 0 1 0 0,0 0 0 0 0,0-1-1 0 0,1 1 1 0 0,5 8 0 0 0,-7-12 26 0 0,1-1 1 0 0,0 0 0 0 0,0 0-1 0 0,0 0 1 0 0,1-1 0 0 0,-1 1 0 0 0,1-1-1 0 0,0 0 1 0 0,0 0 0 0 0,0 0 0 0 0,0 0-1 0 0,1-1 1 0 0,-1 1 0 0 0,1-1-1 0 0,-1 0 1 0 0,1-1 0 0 0,0 1 0 0 0,0-1-1 0 0,-1 0 1 0 0,1 0 0 0 0,10 0 0 0 0,-4-1 41 0 0,0-1 0 0 0,0 0 0 0 0,0-1 0 0 0,0-1 0 0 0,0 1 0 0 0,0-2 0 0 0,-1 1 0 0 0,1-2 0 0 0,-1 1 0 0 0,0-1 0 0 0,17-12 0 0 0,-10 5 68 0 0,-1-1 0 0 0,0 0 0 0 0,0-1 0 0 0,-2-1 0 0 0,20-25 0 0 0,-13 12 238 0 0,-1-1-1 0 0,28-56 1 0 0,-40 69-221 0 0,-1 0 1 0 0,-1-1-1 0 0,-1 0 1 0 0,0 0-1 0 0,-1-1 1 0 0,-1 1-1 0 0,2-25 1 0 0,-5 35-83 0 0,0 0 0 0 0,-1 0 0 0 0,0 0 1 0 0,0 1-1 0 0,0-1 0 0 0,0 0 0 0 0,-1 1 1 0 0,-1-1-1 0 0,1 1 0 0 0,-1-1 0 0 0,0 1 1 0 0,0 0-1 0 0,-1 0 0 0 0,1 1 0 0 0,-1-1 1 0 0,-1 1-1 0 0,-4-5 0 0 0,5 6-34 0 0,-1 0-1 0 0,0 0 1 0 0,0 1-1 0 0,0-1 1 0 0,0 1 0 0 0,0 0-1 0 0,-1 1 1 0 0,1-1-1 0 0,-1 1 1 0 0,0 1 0 0 0,0-1-1 0 0,1 1 1 0 0,-1 0-1 0 0,0 0 1 0 0,0 0-1 0 0,0 1 1 0 0,0 0 0 0 0,0 0-1 0 0,-9 2 1 0 0,4 0-166 0 0,1 0 1 0 0,0 1-1 0 0,0 0 0 0 0,0 1 1 0 0,0 0-1 0 0,0 0 0 0 0,1 1 1 0 0,0 0-1 0 0,-11 8 1 0 0,4 0-884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2.313"/>
    </inkml:context>
    <inkml:brush xml:id="br0">
      <inkml:brushProperty name="width" value="0.035" units="cm"/>
      <inkml:brushProperty name="height" value="0.035" units="cm"/>
      <inkml:brushProperty name="color" value="#E71224"/>
    </inkml:brush>
  </inkml:definitions>
  <inkml:trace contextRef="#ctx0" brushRef="#br0">1 264 6913 0 0,'24'-4'935'0'0,"-21"4"-129"0"0,0 0-1 0 0,0 0 0 0 0,0 0 1 0 0,0 0-1 0 0,0 1 1 0 0,0-1-1 0 0,6 3 0 0 0,-7-2-293 0 0,0 0-1 0 0,1 0 0 0 0,-1 0 0 0 0,0 1 0 0 0,0-1 1 0 0,0 1-1 0 0,-1-1 0 0 0,1 1 0 0 0,0 0 0 0 0,2 2 0 0 0,9 18-1034 0 0,-10-11 551 0 0,1-1-1 0 0,-1 1 1 0 0,-1 0 0 0 0,2 15 0 0 0,2 47-430 0 0,-6-64 325 0 0,1 19-205 0 0,2 152-2158 0 0,-5-164 2340 0 0,-1-12 200 0 0,-1-10 319 0 0,-2-14 235 0 0,1 1 0 0 0,-3-22 0 0 0,2 5-176 0 0,-2-4-311 0 0,2-1 0 0 0,2 0 1 0 0,2 0-1 0 0,1 0 0 0 0,2 0 0 0 0,2-1 0 0 0,2 1 0 0 0,13-55 0 0 0,-14 81-441 0 0,1 0 0 0 0,0 0 0 0 0,13-24 0 0 0,-16 36 242 0 0,-1-1-1 0 0,1 1 1 0 0,1-1 0 0 0,-1 1 0 0 0,0 0 0 0 0,1 0 0 0 0,0 0 0 0 0,-1 0 0 0 0,1 0 0 0 0,0 1 0 0 0,1-1 0 0 0,-1 1 0 0 0,0 0 0 0 0,1 0 0 0 0,-1 0 0 0 0,1 0 0 0 0,-1 1 0 0 0,1-1 0 0 0,7 0 0 0 0,-8 1 72 0 0,0 1 0 0 0,0 1 1 0 0,0-1-1 0 0,0 0 0 0 0,0 1 1 0 0,0 0-1 0 0,0 0 0 0 0,0-1 1 0 0,-1 2-1 0 0,1-1 0 0 0,0 0 1 0 0,0 1-1 0 0,-1-1 0 0 0,1 1 1 0 0,-1 0-1 0 0,1-1 0 0 0,2 4 1 0 0,5 5 209 0 0,-1 0 1 0 0,13 18 0 0 0,-11-14-56 0 0,36 39 123 0 0,1-2-1 0 0,76 62 1 0 0,-88-84-343 0 0,48 29 1 0 0,-28-27-5749 0 0,-20-13-992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4.671"/>
    </inkml:context>
    <inkml:brush xml:id="br0">
      <inkml:brushProperty name="width" value="0.035" units="cm"/>
      <inkml:brushProperty name="height" value="0.035" units="cm"/>
      <inkml:brushProperty name="color" value="#E71224"/>
    </inkml:brush>
  </inkml:definitions>
  <inkml:trace contextRef="#ctx0" brushRef="#br0">3 57 13363 0 0,'0'-2'175'0'0,"-1"1"0"0"0,1 0 0 0 0,0 0 0 0 0,-1 0 0 0 0,1 0-1 0 0,0 0 1 0 0,-1 0 0 0 0,1-1 0 0 0,0 1 0 0 0,0 0 0 0 0,0 0 0 0 0,0 0 0 0 0,0-1 0 0 0,1 1 0 0 0,-1 0 0 0 0,0 0 0 0 0,0 0 0 0 0,1 0 0 0 0,-1-1 0 0 0,1 1 0 0 0,-1 0 0 0 0,1 0-1 0 0,-1 0 1 0 0,1 0 0 0 0,1-2 0 0 0,2-3 38 0 0,-4 4-180 0 0,1 1-1 0 0,-1 0 1 0 0,1 0 0 0 0,0 0-1 0 0,-1 0 1 0 0,1 0 0 0 0,0 0-1 0 0,0 0 1 0 0,0 0 0 0 0,0 0-1 0 0,0 0 1 0 0,0 0 0 0 0,0 0-1 0 0,0 1 1 0 0,0-1 0 0 0,0 0 0 0 0,0 1-1 0 0,1-1 1 0 0,0 0 0 0 0,-1 1-26 0 0,0 0 1 0 0,0 0 0 0 0,0 0 0 0 0,0 1 0 0 0,0-1-1 0 0,0 0 1 0 0,0 0 0 0 0,0 1 0 0 0,0-1 0 0 0,-1 1-1 0 0,1-1 1 0 0,0 0 0 0 0,0 1 0 0 0,0-1 0 0 0,-1 1-1 0 0,1 0 1 0 0,0-1 0 0 0,-1 1 0 0 0,1 0 0 0 0,0-1-1 0 0,-1 1 1 0 0,1 0 0 0 0,-1 0 0 0 0,1 0 0 0 0,-1-1-1 0 0,1 1 1 0 0,-1 2 0 0 0,5 8-4 0 0,-1 1 0 0 0,0 0 0 0 0,4 22 0 0 0,-2-6 20 0 0,41 213 252 0 0,-29-136-54 0 0,44 146 0 0 0,-56-234-320 0 0,0 0-1 0 0,0 0 1 0 0,2-1-1 0 0,0 0 1 0 0,16 23-1 0 0,-3-17-550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08:05.337"/>
    </inkml:context>
    <inkml:brush xml:id="br0">
      <inkml:brushProperty name="width" value="0.035" units="cm"/>
      <inkml:brushProperty name="height" value="0.035" units="cm"/>
      <inkml:brushProperty name="color" value="#E71224"/>
    </inkml:brush>
  </inkml:definitions>
  <inkml:trace contextRef="#ctx0" brushRef="#br0">54 692 456 0 0,'-6'-3'119'0'0,"0"-1"-1"0"0,1 0 0 0 0,-1 0 1 0 0,-4-5-1 0 0,8 7-68 0 0,0-1-1 0 0,0 1 0 0 0,0 0 1 0 0,1-1-1 0 0,-1 0 0 0 0,1 1 1 0 0,0-1-1 0 0,-1 0 0 0 0,1 0 1 0 0,1 0-1 0 0,-2-4 0 0 0,1-6-48 0 0,0 1 0 0 0,1-1-1 0 0,0 0 1 0 0,1 1 0 0 0,5-24-1 0 0,-2 5 50 0 0,12-51 2078 0 0,-8 44-1553 0 0,-2 3-1386 0 0,2-7 4805 0 0,-6 28-2283 0 0,-2 13-1416 0 0,0-1-1 0 0,0 1 1 0 0,0-1 0 0 0,0 0-1 0 0,0 1 1 0 0,1-1 0 0 0,-1 1-1 0 0,1-1 1 0 0,-1 1-1 0 0,1-1 1 0 0,1-2 0 0 0,-2 4-231 0 0,1 0-1 0 0,-1 0 1 0 0,0-1 0 0 0,0 1 0 0 0,1 0 0 0 0,-1 0 0 0 0,0 0 0 0 0,1 0 0 0 0,-1 0-1 0 0,0 0 1 0 0,1 0 0 0 0,-1 0 0 0 0,0 0 0 0 0,0 0 0 0 0,1 0 0 0 0,-1 0 0 0 0,0 0-1 0 0,1 0 1 0 0,-1 0 0 0 0,0 0 0 0 0,1 0 0 0 0,-1 1 0 0 0,0-1 0 0 0,0 0-1 0 0,1 0 1 0 0,-1 0 0 0 0,0 0 0 0 0,0 0 0 0 0,1 1 0 0 0,-1-1 0 0 0,0 0 0 0 0,0 0-1 0 0,0 1 1 0 0,1-1 0 0 0,-1 0 0 0 0,0 0 0 0 0,0 1 0 0 0,0-1 0 0 0,0 0 0 0 0,0 0-1 0 0,1 1 1 0 0,8 13 1260 0 0,-8-13-1168 0 0,29 50 2166 0 0,-19-30-1771 0 0,1 0 0 0 0,18 22 0 0 0,0-7-194 0 0,56 53-1 0 0,-74-78-308 0 0,1 0-1 0 0,0-1 0 0 0,0-1 0 0 0,1 0 0 0 0,1-1 1 0 0,-1 0-1 0 0,1-1 0 0 0,22 7 0 0 0,-31-12 4 0 0,1-1 1 0 0,0 1-1 0 0,0-1 1 0 0,0 0-1 0 0,-1-1 1 0 0,1 0-1 0 0,0 0 0 0 0,0 0 1 0 0,0-1-1 0 0,0 0 1 0 0,0 0-1 0 0,0-1 1 0 0,-1 0-1 0 0,1 0 0 0 0,-1 0 1 0 0,1-1-1 0 0,-1 0 1 0 0,0 0-1 0 0,0-1 1 0 0,0 0-1 0 0,-1 0 0 0 0,1 0 1 0 0,-1-1-1 0 0,5-5 1 0 0,29-31 48 0 0,-2-2 0 0 0,50-76-1 0 0,44-107 131 0 0,-75 117-390 0 0,-29 55-80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5:58.826"/>
    </inkml:context>
    <inkml:brush xml:id="br0">
      <inkml:brushProperty name="width" value="0.035" units="cm"/>
      <inkml:brushProperty name="height" value="0.035" units="cm"/>
      <inkml:brushProperty name="color" value="#E71224"/>
    </inkml:brush>
  </inkml:definitions>
  <inkml:trace contextRef="#ctx0" brushRef="#br0">21 627 7370 0 0,'-17'-34'4498'0'0,"19"41"-3985"0"0,0 0 0 0 0,0 0 0 0 0,-1 0 0 0 0,1 10 0 0 0,3 13-288 0 0,-1-7-109 0 0,97 452 1895 0 0,21-5-2114 0 0,-118-454-29 0 0,15 43-502 0 0,-17-54 497 0 0,0 0 0 0 0,1-1 0 0 0,-1 1 1 0 0,1 0-1 0 0,0-1 0 0 0,0 0 0 0 0,0 0 0 0 0,7 7 0 0 0,-9-10 145 0 0,-1-1 0 0 0,1 0 0 0 0,-1 1 0 0 0,0-1 0 0 0,1 1 0 0 0,-1-1 0 0 0,1 0 0 0 0,-1 1 0 0 0,1-1 0 0 0,0 0 0 0 0,-1 0 0 0 0,1 0 0 0 0,-1 1 0 0 0,1-1 0 0 0,-1 0 0 0 0,1 0 0 0 0,0 0 0 0 0,-1 0 0 0 0,1 0 0 0 0,-1 0 0 0 0,1 0 0 0 0,0 0 0 0 0,-1 0 0 0 0,1 0 0 0 0,-1 0 0 0 0,2-1 0 0 0,-2 1 14 0 0,1-1 0 0 0,0 0 0 0 0,0 1 1 0 0,-1-1-1 0 0,1 0 0 0 0,-1 1 0 0 0,1-1 0 0 0,0 0 0 0 0,-1 0 0 0 0,1 0 1 0 0,-1 0-1 0 0,0 1 0 0 0,1-1 0 0 0,-1-2 0 0 0,2-2 190 0 0,-1-1 0 0 0,0 0 1 0 0,0 0-1 0 0,0-7 0 0 0,-1-17 657 0 0,-2 0 0 0 0,-1 0 0 0 0,-9-42 0 0 0,-28-87 742 0 0,40 159-1610 0 0,-56-186 922 0 0,-60-258-7 0 0,103 366-862 0 0,3 0 0 0 0,4 0 1 0 0,6-150-1 0 0,2 209-72 0 0,0 0-1 0 0,2 0 1 0 0,0 0-1 0 0,1 1 1 0 0,1 0 0 0 0,0 0-1 0 0,1 1 1 0 0,2-1-1 0 0,10-16 1 0 0,-14 26 8 0 0,0 1 0 0 0,0-1 0 0 0,1 1 0 0 0,1 1 0 0 0,-1-1 1 0 0,1 1-1 0 0,0 0 0 0 0,0 1 0 0 0,0-1 0 0 0,1 1 0 0 0,0 1 0 0 0,0 0 0 0 0,1 0 0 0 0,-1 0 0 0 0,1 1 0 0 0,-1 0 1 0 0,1 1-1 0 0,0 0 0 0 0,0 1 0 0 0,16-2 0 0 0,-16 3-27 0 0,0 0 1 0 0,0 1-1 0 0,-1 0 0 0 0,1 0 1 0 0,0 1-1 0 0,-1 0 1 0 0,1 0-1 0 0,-1 1 0 0 0,1 0 1 0 0,-1 0-1 0 0,0 1 1 0 0,-1 1-1 0 0,11 6 0 0 0,-12-7-13 0 0,0 1-1 0 0,-1 0 1 0 0,0 1-1 0 0,0-1 1 0 0,0 1-1 0 0,0 0 1 0 0,-1 0-1 0 0,0 0 1 0 0,0 1-1 0 0,-1-1 1 0 0,0 1-1 0 0,0 0 1 0 0,-1 0-1 0 0,0 0 1 0 0,0 0-1 0 0,2 11 1 0 0,-2 6-127 0 0,-1 0 1 0 0,0-1-1 0 0,-2 1 1 0 0,-4 31 0 0 0,-4-7-5 0 0,-15 52 1 0 0,12-58 174 0 0,-2-1 1 0 0,-2 0-1 0 0,-2-1 0 0 0,-32 53 0 0 0,37-71 2 0 0,-2-1 0 0 0,0-1 1 0 0,-2 0-1 0 0,0-1 0 0 0,-1-1 0 0 0,0-1 0 0 0,-2 0 0 0 0,-41 27 0 0 0,51-38-224 0 0,-1-1 0 0 0,0 0 0 0 0,1 0 1 0 0,-18 5-1 0 0,24-9-59 0 0,0 0 0 0 0,0 0-1 0 0,0-1 1 0 0,0 1 0 0 0,0-1 0 0 0,-1 0 0 0 0,1 0 0 0 0,0 0 0 0 0,0-1 0 0 0,0 0 0 0 0,0 1 0 0 0,0-1-1 0 0,0-1 1 0 0,0 1 0 0 0,0-1 0 0 0,-4-2 0 0 0,-13-10-233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5:59.258"/>
    </inkml:context>
    <inkml:brush xml:id="br0">
      <inkml:brushProperty name="width" value="0.035" units="cm"/>
      <inkml:brushProperty name="height" value="0.035" units="cm"/>
      <inkml:brushProperty name="color" value="#E71224"/>
    </inkml:brush>
  </inkml:definitions>
  <inkml:trace contextRef="#ctx0" brushRef="#br0">436 87 18436 0 0,'-60'-32'1965'0'0,"46"23"-2152"0"0,0 1 0 0 0,0 0 0 0 0,-1 2 1 0 0,0 0-1 0 0,-26-7 0 0 0,32 11 42 0 0,0 1 0 0 0,0 0 1 0 0,0 0-1 0 0,0 1 0 0 0,0 1 0 0 0,-1-1 0 0 0,1 1 0 0 0,0 1 1 0 0,0 0-1 0 0,0 0 0 0 0,1 1 0 0 0,-1 0 0 0 0,1 0 0 0 0,-1 1 1 0 0,1 0-1 0 0,0 1 0 0 0,-11 8 0 0 0,11-7 24 0 0,0 1 1 0 0,1 0-1 0 0,0 0 1 0 0,0 0-1 0 0,0 1 0 0 0,1 0 1 0 0,1 1-1 0 0,-1 0 1 0 0,1-1-1 0 0,1 1 0 0 0,0 1 1 0 0,0-1-1 0 0,1 1 0 0 0,0-1 1 0 0,-3 19-1 0 0,4-17 122 0 0,1 0-1 0 0,1 0 0 0 0,0 0 1 0 0,0-1-1 0 0,1 1 1 0 0,0 0-1 0 0,1 0 0 0 0,0 0 1 0 0,1-1-1 0 0,0 1 1 0 0,1-1-1 0 0,7 15 1 0 0,-8-18 49 0 0,1-1 0 0 0,0 0 1 0 0,1 0-1 0 0,-1 0 0 0 0,1 0 1 0 0,0-1-1 0 0,1 1 0 0 0,-1-1 1 0 0,1-1-1 0 0,0 1 0 0 0,0-1 1 0 0,1 0-1 0 0,-1 0 0 0 0,1-1 1 0 0,0 0-1 0 0,0 0 0 0 0,0-1 1 0 0,0 1-1 0 0,8 0 0 0 0,-2-1 70 0 0,0-1-1 0 0,0 0 1 0 0,1 0-1 0 0,-1-2 1 0 0,24-3-1 0 0,64-19 873 0 0,-8 1-476 0 0,-89 21-486 0 0,-1 1-1 0 0,1-1 1 0 0,0 1 0 0 0,0 0-1 0 0,0 0 1 0 0,0 0 0 0 0,0 1 0 0 0,0-1-1 0 0,4 2 1 0 0,-7-1-9 0 0,0-1 0 0 0,0 1 1 0 0,0-1-1 0 0,0 1 0 0 0,0 0 0 0 0,0-1 1 0 0,0 1-1 0 0,0 0 0 0 0,0 0 0 0 0,0-1 0 0 0,0 1 1 0 0,-1 0-1 0 0,1 0 0 0 0,0 0 0 0 0,0 0 1 0 0,-1 0-1 0 0,1 0 0 0 0,-1 0 0 0 0,1 1 0 0 0,-1-1 1 0 0,0 0-1 0 0,1 0 0 0 0,-1 0 0 0 0,0 0 1 0 0,0 0-1 0 0,0 1 0 0 0,0-1 0 0 0,0 0 1 0 0,0 0-1 0 0,0 0 0 0 0,0 1 0 0 0,0 0 0 0 0,-2 8 100 0 0,0-1 1 0 0,-1 0-1 0 0,0 0 0 0 0,0 0 0 0 0,-1-1 0 0 0,0 1 0 0 0,0-1 0 0 0,-7 11 0 0 0,-6 5 332 0 0,-26 29-1 0 0,26-35-1726 0 0,0 0-1 0 0,0-1 0 0 0,-2-1 1 0 0,-39 27-1 0 0,41-33-5002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0.072"/>
    </inkml:context>
    <inkml:brush xml:id="br0">
      <inkml:brushProperty name="width" value="0.035" units="cm"/>
      <inkml:brushProperty name="height" value="0.035" units="cm"/>
      <inkml:brushProperty name="color" value="#E71224"/>
    </inkml:brush>
  </inkml:definitions>
  <inkml:trace contextRef="#ctx0" brushRef="#br0">0 441 4665 0 0,'0'0'206'0'0,"0"0"-207"0"0,0 1 0 0 0,0-1 0 0 0,0 0 0 0 0,0 0 0 0 0,0 1 0 0 0,0-1 0 0 0,0 0 0 0 0,0 0 0 0 0,0 1 0 0 0,0-1 0 0 0,1 0 0 0 0,-1 0 0 0 0,0 1 0 0 0,0-1 0 0 0,0 0 0 0 0,0 0 0 0 0,0 0 0 0 0,0 1 0 0 0,1-1 0 0 0,-1 0 0 0 0,0 0 0 0 0,0 0 0 0 0,0 0 0 0 0,1 1 0 0 0,-1-1 0 0 0,0 0 0 0 0,0 0 0 0 0,1 0 0 0 0,-1 0-1 0 0,0 0 1 0 0,0 0 0 0 0,0 0 0 0 0,1 1 0 0 0,-1-1 0 0 0,0 0 0 0 0,0 0 0 0 0,1 0 0 0 0,-1 0 0 0 0,0 0 0 0 0,1 0 0 0 0,-1 0 0 0 0,0 0 0 0 0,0-1 0 0 0,1 1 0 0 0,-1 0 0 0 0,0 0 0 0 0,0 0 0 0 0,0 0 0 0 0,1 0 0 0 0,-1 0 0 0 0,0 0 0 0 0,0 0 0 0 0,1-1 0 0 0,-1 1 0 0 0,0 0 0 0 0,0 0 0 0 0,1-1 0 0 0,1-1 187 0 0,0 0-1 0 0,1 0 1 0 0,-1 0 0 0 0,0 0 0 0 0,0 0 0 0 0,2-4 0 0 0,-3 4 406 0 0,1-1 1 0 0,-1 1 0 0 0,0-1 0 0 0,0 1 0 0 0,0-1-1 0 0,0-4 1 0 0,2 1 1517 0 0,-3 4-1833 0 0,1 1 0 0 0,-1 0 1 0 0,1 0-1 0 0,-1 0 1 0 0,1-1-1 0 0,-1 1 0 0 0,0 0 1 0 0,0 0-1 0 0,0-1 1 0 0,1 1-1 0 0,-1 0 1 0 0,0-1-1 0 0,-1 1 0 0 0,1 0 1 0 0,0-1-1 0 0,0 1 1 0 0,-1-2-1 0 0,1 3-273 0 0,0 0-1 0 0,0 0 1 0 0,-1 0 0 0 0,1 0-1 0 0,0 0 1 0 0,0 0 0 0 0,0 0-1 0 0,0 0 1 0 0,-1 0 0 0 0,1-1-1 0 0,0 1 1 0 0,0 0 0 0 0,0 0 0 0 0,-1 0-1 0 0,1 0 1 0 0,0 0 0 0 0,0 0-1 0 0,0 0 1 0 0,-1 0 0 0 0,1 1-1 0 0,0-1 1 0 0,0 0 0 0 0,0 0-1 0 0,-1 0 1 0 0,1 0 0 0 0,0 0-1 0 0,0 0 1 0 0,0 0 0 0 0,0 0-1 0 0,-1 0 1 0 0,1 1 0 0 0,0-1-1 0 0,0 0 1 0 0,0 0 0 0 0,0 0-1 0 0,0 0 1 0 0,0 0 0 0 0,-1 1-1 0 0,1-1 1 0 0,0 0 0 0 0,0 0 0 0 0,-1 7 3637 0 0,3 24-3321 0 0,2 0 0 0 0,1 0 1 0 0,10 35-1 0 0,-11-51-292 0 0,1-1-1 0 0,1 1 0 0 0,0-1 0 0 0,1 0 1 0 0,0 0-1 0 0,1-1 0 0 0,0 0 0 0 0,18 20 1 0 0,-23-30-19 0 0,0 1 0 0 0,1-1 0 0 0,-1-1 1 0 0,1 1-1 0 0,-1 0 0 0 0,1-1 0 0 0,0 0 1 0 0,0 0-1 0 0,0 0 0 0 0,0 0 0 0 0,1-1 1 0 0,-1 1-1 0 0,0-1 0 0 0,1 0 0 0 0,-1-1 1 0 0,1 1-1 0 0,6-1 0 0 0,-6 0 5 0 0,0-1 0 0 0,0 1 1 0 0,0-1-1 0 0,0-1 0 0 0,0 1 0 0 0,0-1 0 0 0,0 0 0 0 0,-1 0 0 0 0,1 0 0 0 0,-1-1 0 0 0,0 1 0 0 0,1-1 0 0 0,-1 0 0 0 0,0 0 1 0 0,5-6-1 0 0,3-5 36 0 0,0 0 1 0 0,0-1 0 0 0,-2-1-1 0 0,0 0 1 0 0,0 0 0 0 0,-2-1-1 0 0,11-28 1 0 0,-5 3 36 0 0,-2 0 0 0 0,8-49 0 0 0,-16 66-34 0 0,-1 1-1 0 0,-1-1 1 0 0,-1 0-1 0 0,-6-49 0 0 0,3 55-25 0 0,-1 1 0 0 0,-1-1 0 0 0,-1 1-1 0 0,-1 1 1 0 0,0-1 0 0 0,-2 1 0 0 0,-11-21 0 0 0,11 26-148 0 0,-1 4-200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0.519"/>
    </inkml:context>
    <inkml:brush xml:id="br0">
      <inkml:brushProperty name="width" value="0.035" units="cm"/>
      <inkml:brushProperty name="height" value="0.035" units="cm"/>
      <inkml:brushProperty name="color" value="#E71224"/>
    </inkml:brush>
  </inkml:definitions>
  <inkml:trace contextRef="#ctx0" brushRef="#br0">124 490 11058 0 0,'-1'-1'67'0'0,"1"0"-1"0"0,0 0 1 0 0,-1 0-1 0 0,1-1 1 0 0,0 1-1 0 0,0 0 1 0 0,0 0-1 0 0,0 0 1 0 0,0 0-1 0 0,0 0 1 0 0,0 0-1 0 0,0 0 1 0 0,1 0-1 0 0,-1 0 1 0 0,0 0-1 0 0,1 0 1 0 0,-1 0-1 0 0,1 0 1 0 0,0-1-1 0 0,14-22-72 0 0,-6 11 171 0 0,37-59 685 0 0,-14 23 717 0 0,49-102 1 0 0,-74 135-1180 0 0,-1 0 0 0 0,3-18 0 0 0,-7 29-308 0 0,-1 0 0 0 0,0 0 1 0 0,-1 1-1 0 0,1-1 0 0 0,-1 0 1 0 0,0 0-1 0 0,-1 0 1 0 0,1 0-1 0 0,-1 0 0 0 0,0 0 1 0 0,-2-9-1 0 0,2 12-90 0 0,0 1 1 0 0,0-1-1 0 0,0 1 1 0 0,0-1-1 0 0,0 1 0 0 0,0 0 1 0 0,0-1-1 0 0,-1 1 0 0 0,1 0 1 0 0,0 0-1 0 0,-1 0 1 0 0,1 0-1 0 0,-1 0 0 0 0,1 0 1 0 0,-1 0-1 0 0,1 0 1 0 0,-1 1-1 0 0,0-1 0 0 0,1 0 1 0 0,-1 1-1 0 0,0 0 0 0 0,0-1 1 0 0,0 1-1 0 0,1 0 1 0 0,-1 0-1 0 0,0 0 0 0 0,0 0 1 0 0,1 0-1 0 0,-1 0 1 0 0,-3 1-1 0 0,-2 1-24 0 0,0 0 0 0 0,0 0 0 0 0,0 0 0 0 0,0 1 0 0 0,0 0 0 0 0,-7 5 0 0 0,-1 1 42 0 0,1 1 0 0 0,0 1 1 0 0,0 0-1 0 0,1 1 0 0 0,0 1 0 0 0,-18 23 1 0 0,17-16 42 0 0,0 0 0 0 0,2 0 0 0 0,0 1 0 0 0,-13 33 0 0 0,18-34 229 0 0,0 0-1 0 0,2 0 0 0 0,0 0 1 0 0,1 1-1 0 0,-1 24 1 0 0,4-35-138 0 0,1 0 0 0 0,0 1 1 0 0,1-1-1 0 0,0 0 1 0 0,0 0-1 0 0,1 0 0 0 0,0 0 1 0 0,1 0-1 0 0,0-1 1 0 0,1 1-1 0 0,0-1 0 0 0,9 16 1 0 0,-9-19-100 0 0,1 0 0 0 0,0 0 0 0 0,1-1 0 0 0,-1 0 0 0 0,1 0 1 0 0,0 0-1 0 0,0 0 0 0 0,1-1 0 0 0,-1 0 0 0 0,1-1 0 0 0,0 1 0 0 0,0-1 1 0 0,0-1-1 0 0,1 1 0 0 0,-1-1 0 0 0,1-1 0 0 0,-1 1 0 0 0,1-1 0 0 0,9 0 1 0 0,3 0-20 0 0,0-2 0 0 0,0 0 1 0 0,0-1-1 0 0,0-1 1 0 0,-1-1-1 0 0,25-8 0 0 0,-6 0-884 0 0,43-22 0 0 0,-20 4-6759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0.809"/>
    </inkml:context>
    <inkml:brush xml:id="br0">
      <inkml:brushProperty name="width" value="0.035" units="cm"/>
      <inkml:brushProperty name="height" value="0.035" units="cm"/>
      <inkml:brushProperty name="color" value="#E71224"/>
    </inkml:brush>
  </inkml:definitions>
  <inkml:trace contextRef="#ctx0" brushRef="#br0">441 2 11058 0 0,'-28'-1'970'0'0,"-6"1"306"0"0,10 1 3254 0 0,-2 2-4667 0 0,-1 1-1 0 0,1 1 0 0 0,0 2 0 0 0,1 0 0 0 0,0 2 0 0 0,-25 12 0 0 0,39-17-45 0 0,2 2 0 0 0,-1 0 0 0 0,0 0 0 0 0,1 0 0 0 0,0 1 0 0 0,1 1-1 0 0,0 0 1 0 0,0 0 0 0 0,0 0 0 0 0,1 1 0 0 0,0 0 0 0 0,1 0 0 0 0,0 1 0 0 0,0 0-1 0 0,1 0 1 0 0,-7 20 0 0 0,9-16 370 0 0,0-1-1 0 0,1 1 0 0 0,0-1 0 0 0,1 1 1 0 0,1-1-1 0 0,0 1 0 0 0,1 0 0 0 0,1-1 0 0 0,0 1 1 0 0,0-1-1 0 0,2 0 0 0 0,-1 1 0 0 0,11 22 1 0 0,-8-22 105 0 0,1 0 0 0 0,0-1 0 0 0,1 0 0 0 0,0 0 0 0 0,1-1 1 0 0,1 0-1 0 0,0 0 0 0 0,0-1 0 0 0,1-1 0 0 0,1 0 0 0 0,0 0 0 0 0,15 9 1 0 0,-19-14-249 0 0,1-1-1 0 0,0 0 1 0 0,-1-1 0 0 0,1 0 0 0 0,0 0 0 0 0,0-1 0 0 0,1 0 0 0 0,-1-1 0 0 0,0 0 0 0 0,1 0 0 0 0,-1-1 0 0 0,0 0 0 0 0,1-1 0 0 0,-1 0-1 0 0,1 0 1 0 0,-1-1 0 0 0,0 0 0 0 0,0-1 0 0 0,0 0 0 0 0,17-8 0 0 0,-11 3-317 0 0,0 0 1 0 0,-1-1-1 0 0,0-1 0 0 0,0-1 0 0 0,-1 0 1 0 0,-1 0-1 0 0,1-1 0 0 0,-2-1 0 0 0,0 0 1 0 0,17-26-1 0 0,-3-5-6289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1.032"/>
    </inkml:context>
    <inkml:brush xml:id="br0">
      <inkml:brushProperty name="width" value="0.035" units="cm"/>
      <inkml:brushProperty name="height" value="0.035" units="cm"/>
      <inkml:brushProperty name="color" value="#E71224"/>
    </inkml:brush>
  </inkml:definitions>
  <inkml:trace contextRef="#ctx0" brushRef="#br0">69 0 13363 0 0,'-5'2'441'0'0,"4"-2"-385"0"0,0 0-1 0 0,0 1 0 0 0,0-1 0 0 0,-1 0 1 0 0,1 1-1 0 0,0-1 0 0 0,0 1 0 0 0,0-1 1 0 0,0 1-1 0 0,0 0 0 0 0,0-1 0 0 0,0 1 0 0 0,0 0 1 0 0,0 0-1 0 0,1 0 0 0 0,-1 0 0 0 0,0-1 1 0 0,0 1-1 0 0,1 0 0 0 0,-1 0 0 0 0,1 1 1 0 0,-1-1-1 0 0,1 0 0 0 0,-1 0 0 0 0,0 2 1 0 0,0 2 175 0 0,-1 0 1 0 0,1-1 0 0 0,-1 1-1 0 0,-1-1 1 0 0,-2 5 0 0 0,-6 15-38 0 0,7-11-179 0 0,1-1 0 0 0,0 1-1 0 0,1 0 1 0 0,0 1 0 0 0,1-1 0 0 0,1 0 0 0 0,0 0-1 0 0,0 1 1 0 0,2-1 0 0 0,0 0 0 0 0,4 18 0 0 0,7 14 125 0 0,35 80 1 0 0,-43-114-96 0 0,41 90 524 0 0,84 135 1 0 0,-99-188-573 0 0,1-2 1 0 0,62 69-1 0 0,-13-38-5390 0 0,-45-47-224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1.343"/>
    </inkml:context>
    <inkml:brush xml:id="br0">
      <inkml:brushProperty name="width" value="0.035" units="cm"/>
      <inkml:brushProperty name="height" value="0.035" units="cm"/>
      <inkml:brushProperty name="color" value="#E71224"/>
    </inkml:brush>
  </inkml:definitions>
  <inkml:trace contextRef="#ctx0" brushRef="#br0">136 264 5985 0 0,'-14'-19'1455'0'0,"11"15"-972"0"0,-1 0 0 0 0,1-1 0 0 0,0 1 0 0 0,-1 1 0 0 0,0-1 0 0 0,-5-4 0 0 0,8 8-410 0 0,-1-1 0 0 0,1 0-1 0 0,0 1 1 0 0,0-1-1 0 0,-1 1 1 0 0,1-1 0 0 0,0 1-1 0 0,0 0 1 0 0,-1 0-1 0 0,1 0 1 0 0,0-1 0 0 0,-1 1-1 0 0,1 0 1 0 0,0 1-1 0 0,-1-1 1 0 0,1 0 0 0 0,0 0-1 0 0,-1 1 1 0 0,1-1-1 0 0,0 0 1 0 0,0 1 0 0 0,-1-1-1 0 0,1 1 1 0 0,0 0 0 0 0,0-1-1 0 0,0 1 1 0 0,0 0-1 0 0,0 0 1 0 0,0 0 0 0 0,-2 1-1 0 0,-1 2 3 0 0,1 0-1 0 0,-1 1 1 0 0,1-1 0 0 0,0 1-1 0 0,0 0 1 0 0,0 0-1 0 0,1 0 1 0 0,0 0 0 0 0,0 0-1 0 0,0 0 1 0 0,-1 8 0 0 0,-2 10 113 0 0,-3 30 0 0 0,7-48-154 0 0,-1 21 113 0 0,0 1 0 0 0,2 0 0 0 0,6 50 0 0 0,-4-61-94 0 0,1 0 0 0 0,1-1 1 0 0,0 1-1 0 0,1-1 0 0 0,1 0 0 0 0,0-1 0 0 0,15 26 0 0 0,-19-37-36 0 0,0 0-1 0 0,0 0 1 0 0,0-1-1 0 0,0 1 1 0 0,0-1 0 0 0,1 1-1 0 0,-1-1 1 0 0,1 0-1 0 0,-1 0 1 0 0,1 0-1 0 0,0 0 1 0 0,-1-1-1 0 0,1 1 1 0 0,0-1-1 0 0,0 1 1 0 0,1-1 0 0 0,-1 0-1 0 0,0 0 1 0 0,0-1-1 0 0,0 1 1 0 0,1-1-1 0 0,-1 1 1 0 0,0-1-1 0 0,1 0 1 0 0,-1 0-1 0 0,0-1 1 0 0,0 1 0 0 0,1-1-1 0 0,-1 1 1 0 0,0-1-1 0 0,0 0 1 0 0,0 0-1 0 0,0-1 1 0 0,0 1-1 0 0,0-1 1 0 0,4-2-1 0 0,2-2 149 0 0,0 0-1 0 0,-1-1 0 0 0,0-1 0 0 0,0 1 0 0 0,-1-1 0 0 0,0 0 0 0 0,0-1 1 0 0,-1 0-1 0 0,0 0 0 0 0,9-18 0 0 0,1-9 1036 0 0,19-59-1 0 0,-35 92-1144 0 0,11-29 242 0 0,-3-1 0 0 0,-1 1-1 0 0,-1-1 1 0 0,-1-1 0 0 0,-3 1 0 0 0,-1-64 0 0 0,-2 87-262 0 0,0 1 1 0 0,-1-1 0 0 0,0 1 0 0 0,-1 0-1 0 0,1 0 1 0 0,-2 0 0 0 0,1 1-1 0 0,-1-1 1 0 0,0 1 0 0 0,-1-1-1 0 0,-9-11 1 0 0,11 16-78 0 0,0 1 1 0 0,0-1-1 0 0,-1 1 0 0 0,1 0 1 0 0,-1 0-1 0 0,0 0 0 0 0,0 0 0 0 0,0 1 1 0 0,0 0-1 0 0,0-1 0 0 0,0 2 0 0 0,-1-1 1 0 0,1 0-1 0 0,-1 1 0 0 0,1 0 1 0 0,-1 0-1 0 0,0 0 0 0 0,1 0 0 0 0,-1 1 1 0 0,0 0-1 0 0,1 0 0 0 0,-1 0 0 0 0,0 1 1 0 0,-8 1-1 0 0,6 0-229 0 0,1 0-1 0 0,0 0 1 0 0,0 1-1 0 0,0 0 1 0 0,0 0 0 0 0,0 0-1 0 0,0 1 1 0 0,-7 5-1 0 0,3 0 111 0 0,0 0 0 0 0,1 1 0 0 0,-10 13 0 0 0,0 3 94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1.609"/>
    </inkml:context>
    <inkml:brush xml:id="br0">
      <inkml:brushProperty name="width" value="0.035" units="cm"/>
      <inkml:brushProperty name="height" value="0.035" units="cm"/>
      <inkml:brushProperty name="color" value="#E71224"/>
    </inkml:brush>
  </inkml:definitions>
  <inkml:trace contextRef="#ctx0" brushRef="#br0">344 1 14283 0 0,'-9'2'33'0'0,"0"1"0"0"0,1 0 1 0 0,-1 0-1 0 0,1 1 0 0 0,0 0 0 0 0,0 0 1 0 0,0 1-1 0 0,1 0 0 0 0,-11 9 0 0 0,-17 19-1412 0 0,2 1 0 0 0,-49 66-1 0 0,67-79 883 0 0,2 0-1 0 0,0 1 0 0 0,1 1 1 0 0,2 0-1 0 0,0 0 0 0 0,-12 47 0 0 0,20-60 717 0 0,0-1 0 0 0,0 1 0 0 0,2 1 0 0 0,-1-1 0 0 0,1 0 0 0 0,0 0 0 0 0,1 0 0 0 0,2 10 0 0 0,-2-16-113 0 0,0 0 0 0 0,0 0 1 0 0,0 0-1 0 0,1 0 1 0 0,0 0-1 0 0,-1-1 1 0 0,1 1-1 0 0,0 0 1 0 0,1-1-1 0 0,-1 0 0 0 0,1 1 1 0 0,-1-1-1 0 0,1 0 1 0 0,0 0-1 0 0,0-1 1 0 0,0 1-1 0 0,1-1 1 0 0,-1 1-1 0 0,1-1 0 0 0,-1 0 1 0 0,1 0-1 0 0,5 1 1 0 0,-2-1 35 0 0,0 0 0 0 0,0-1 1 0 0,0 0-1 0 0,0 0 0 0 0,0 0 1 0 0,1-1-1 0 0,-1-1 0 0 0,0 1 1 0 0,0-1-1 0 0,14-3 0 0 0,17-7-660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1.988"/>
    </inkml:context>
    <inkml:brush xml:id="br0">
      <inkml:brushProperty name="width" value="0.035" units="cm"/>
      <inkml:brushProperty name="height" value="0.035" units="cm"/>
      <inkml:brushProperty name="color" value="#E71224"/>
    </inkml:brush>
  </inkml:definitions>
  <inkml:trace contextRef="#ctx0" brushRef="#br0">252 29 14747 0 0,'-6'4'341'0'0,"-1"1"1"0"0,1-1-1 0 0,0 1 0 0 0,0 0 1 0 0,1 1-1 0 0,0-1 1 0 0,-6 9-1 0 0,-7 6 11 0 0,-6 7-753 0 0,0 1-1 0 0,2 1 0 0 0,1 1 0 0 0,-21 42 0 0 0,34-57 375 0 0,0 1 0 0 0,2 0 1 0 0,0 0-1 0 0,1 0 0 0 0,0 1 0 0 0,2 0 0 0 0,0 0 1 0 0,0 0-1 0 0,2 0 0 0 0,0 0 0 0 0,2 23 0 0 0,0-34 103 0 0,0 1-1 0 0,0-1 0 0 0,1 1 0 0 0,-1-1 0 0 0,1 0 1 0 0,1 0-1 0 0,-1 0 0 0 0,1 0 0 0 0,0 0 1 0 0,1 0-1 0 0,-1-1 0 0 0,7 7 0 0 0,-7-8-1 0 0,1-1 0 0 0,-1 1 0 0 0,1-1-1 0 0,0 0 1 0 0,0-1 0 0 0,1 1 0 0 0,-1-1 0 0 0,0 1-1 0 0,1-1 1 0 0,0-1 0 0 0,-1 1 0 0 0,1-1 0 0 0,0 1-1 0 0,0-2 1 0 0,0 1 0 0 0,9 0 0 0 0,-3-1 17 0 0,-1-1 1 0 0,0 0-1 0 0,0-1 0 0 0,0 0 1 0 0,0-1-1 0 0,0 0 0 0 0,0 0 1 0 0,0-1-1 0 0,-1-1 1 0 0,13-7-1 0 0,6-5 81 0 0,49-42-1 0 0,-43 31-12 0 0,-1-3 0 0 0,50-61 0 0 0,-64 67-81 0 0,-1 0 1 0 0,-1-1-1 0 0,-2 0 0 0 0,24-55 0 0 0,-36 73-58 0 0,-1 0-1 0 0,1 0 1 0 0,-1 0-1 0 0,0-1 0 0 0,-1 1 1 0 0,0-1-1 0 0,0 1 1 0 0,-1-1-1 0 0,0 1 1 0 0,-2-14-1 0 0,1 18-13 0 0,0 1-1 0 0,0-1 1 0 0,0 1 0 0 0,-1-1-1 0 0,1 1 1 0 0,-1-1 0 0 0,0 1-1 0 0,0 0 1 0 0,0 0 0 0 0,0 0-1 0 0,0 0 1 0 0,-1 0 0 0 0,1 0 0 0 0,-1 1-1 0 0,0-1 1 0 0,0 1 0 0 0,0 0-1 0 0,0 0 1 0 0,0 0 0 0 0,0 0-1 0 0,-1 0 1 0 0,1 1 0 0 0,-1-1-1 0 0,1 1 1 0 0,-8-1 0 0 0,2 0-33 0 0,-1 0 0 0 0,0 1-1 0 0,0 0 1 0 0,1 1 0 0 0,-1 1 0 0 0,0-1 0 0 0,0 1 0 0 0,1 1 0 0 0,-1 0 0 0 0,0 0 0 0 0,-11 5 0 0 0,1 1-489 0 0,0 1 1 0 0,1 1-1 0 0,0 0 0 0 0,-19 15 0 0 0,19-11-5800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2.310"/>
    </inkml:context>
    <inkml:brush xml:id="br0">
      <inkml:brushProperty name="width" value="0.035" units="cm"/>
      <inkml:brushProperty name="height" value="0.035" units="cm"/>
      <inkml:brushProperty name="color" value="#E71224"/>
    </inkml:brush>
  </inkml:definitions>
  <inkml:trace contextRef="#ctx0" brushRef="#br0">341 35 19356 0 0,'-1'-3'91'0'0,"0"1"0"0"0,0 0 0 0 0,-1 0 1 0 0,1 0-1 0 0,-1 0 0 0 0,1 0 0 0 0,-1 0 0 0 0,0 0 0 0 0,0 1 0 0 0,0-1 0 0 0,0 0 0 0 0,0 1 0 0 0,0 0 0 0 0,0-1 1 0 0,0 1-1 0 0,-1 0 0 0 0,1 0 0 0 0,0 0 0 0 0,-1 1 0 0 0,1-1 0 0 0,-1 0 0 0 0,1 1 0 0 0,-1 0 0 0 0,1 0 1 0 0,-4-1-1 0 0,-5 1-189 0 0,-1 0 1 0 0,0 1 0 0 0,0 0 0 0 0,1 1 0 0 0,-1 0-1 0 0,1 1 1 0 0,-1 1 0 0 0,1-1 0 0 0,0 2-1 0 0,0-1 1 0 0,1 1 0 0 0,-1 1 0 0 0,1 0-1 0 0,1 1 1 0 0,-1 0 0 0 0,1 0 0 0 0,0 1 0 0 0,0 0-1 0 0,1 0 1 0 0,0 1 0 0 0,1 0 0 0 0,0 1-1 0 0,1 0 1 0 0,-1 0 0 0 0,2 0 0 0 0,-1 1 0 0 0,2-1-1 0 0,-1 1 1 0 0,2 1 0 0 0,-5 15 0 0 0,5-9 270 0 0,1 1 1 0 0,0-1 0 0 0,1 1 0 0 0,1 0-1 0 0,1-1 1 0 0,3 23 0 0 0,-3-32-78 0 0,1 0 1 0 0,0 0-1 0 0,1 0 0 0 0,0 0 1 0 0,0-1-1 0 0,1 1 0 0 0,0-1 1 0 0,0 0-1 0 0,1 0 1 0 0,0 0-1 0 0,0-1 0 0 0,1 0 1 0 0,0 0-1 0 0,10 9 1 0 0,-12-12-79 0 0,1-1 0 0 0,-1 0 1 0 0,1 0-1 0 0,0 0 1 0 0,0-1-1 0 0,0 0 1 0 0,0 0-1 0 0,1 0 0 0 0,-1 0 1 0 0,1-1-1 0 0,-1 0 1 0 0,11 1-1 0 0,-8-2-23 0 0,1 0-1 0 0,-1-1 1 0 0,1 0-1 0 0,-1 0 1 0 0,1-1 0 0 0,-1 0-1 0 0,14-6 1 0 0,-2-1-73 0 0,0-1 1 0 0,0-1 0 0 0,-1-1-1 0 0,0-1 1 0 0,25-23 0 0 0,-20 15-250 0 0,-1-1 0 0 0,-1-1 0 0 0,0-1 0 0 0,-2-1 0 0 0,-1-1 0 0 0,-2-1 0 0 0,0 0 1 0 0,-2-1-1 0 0,15-38 0 0 0,-15 22-6179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2.527"/>
    </inkml:context>
    <inkml:brush xml:id="br0">
      <inkml:brushProperty name="width" value="0.035" units="cm"/>
      <inkml:brushProperty name="height" value="0.035" units="cm"/>
      <inkml:brushProperty name="color" value="#E71224"/>
    </inkml:brush>
  </inkml:definitions>
  <inkml:trace contextRef="#ctx0" brushRef="#br0">238 97 5529 0 0,'-35'-22'-1188'0'0,"-48"-26"7723"0"0,74 43-5604 0 0,0 1 0 0 0,0 1 0 0 0,0-1 0 0 0,-1 2 0 0 0,1-1 0 0 0,-1 1 0 0 0,-12-1 0 0 0,21 3-903 0 0,0 0 1 0 0,0 0-1 0 0,-1 0 1 0 0,1 0-1 0 0,0 0 1 0 0,0 0-1 0 0,-1 0 1 0 0,1 0-1 0 0,0 1 1 0 0,0-1-1 0 0,0 1 1 0 0,0-1-1 0 0,-1 0 1 0 0,1 1-1 0 0,0 0 1 0 0,0-1-1 0 0,0 1 1 0 0,0 0-1 0 0,0-1 1 0 0,0 1-1 0 0,0 0 1 0 0,0 0-1 0 0,1 0 1 0 0,-2 1-1 0 0,1 0-3 0 0,0 0-1 0 0,1 0 1 0 0,-1 0-1 0 0,1 0 1 0 0,-1 0-1 0 0,1 0 1 0 0,0 0-1 0 0,0 0 1 0 0,0 0-1 0 0,0 0 1 0 0,0 0 0 0 0,0 1-1 0 0,0-1 1 0 0,2 3-1 0 0,4 16 3 0 0,2-1-1 0 0,0 0 1 0 0,1 0 0 0 0,22 35-1 0 0,-16-30 11 0 0,-12-20-37 0 0,135 226 1258 0 0,-108-187-841 0 0,3-1-1 0 0,72 77 1 0 0,-83-100-603 0 0,0-1 0 0 0,1 0-1 0 0,1-2 1 0 0,1-1 0 0 0,0-1-1 0 0,1-1 1 0 0,0-2 0 0 0,30 11 0 0 0,-8-10-7153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2.864"/>
    </inkml:context>
    <inkml:brush xml:id="br0">
      <inkml:brushProperty name="width" value="0.035" units="cm"/>
      <inkml:brushProperty name="height" value="0.035" units="cm"/>
      <inkml:brushProperty name="color" value="#E71224"/>
    </inkml:brush>
  </inkml:definitions>
  <inkml:trace contextRef="#ctx0" brushRef="#br0">129 525 7834 0 0,'-10'13'-75'0'0,"9"-12"523"0"0,0 0-1 0 0,0 1 1 0 0,0-1-1 0 0,0 0 0 0 0,1 1 1 0 0,-1-1-1 0 0,1 1 0 0 0,-1-1 1 0 0,1 1-1 0 0,0 0 1 0 0,-1-1-1 0 0,1 1 0 0 0,0-1 1 0 0,0 1-1 0 0,0-1 0 0 0,0 1 1 0 0,0 0-1 0 0,0-1 1 0 0,1 1-1 0 0,0 1 0 0 0,-1-2-438 0 0,0-1 0 0 0,1 1 0 0 0,-1 0-1 0 0,1-1 1 0 0,-1 1 0 0 0,0-1-1 0 0,1 1 1 0 0,0-1 0 0 0,-1 1 0 0 0,1-1-1 0 0,-1 1 1 0 0,1-1 0 0 0,0 1 0 0 0,-1-1-1 0 0,1 0 1 0 0,0 1 0 0 0,-1-1 0 0 0,1 0-1 0 0,0 0 1 0 0,-1 1 0 0 0,1-1-1 0 0,0 0 1 0 0,0 0 0 0 0,-1 0 0 0 0,1 0-1 0 0,0 0 1 0 0,0 0 0 0 0,-1 0 0 0 0,1 0-1 0 0,0 0 1 0 0,0-1 0 0 0,-1 1 0 0 0,1 0-1 0 0,1-1 1 0 0,24-8 119 0 0,-12 1-65 0 0,-1-1 0 0 0,1 0 0 0 0,-2 0 1 0 0,1-2-1 0 0,-1 1 0 0 0,-1-1 0 0 0,0-1 0 0 0,-1 0 1 0 0,0-1-1 0 0,-1 0 0 0 0,0 0 0 0 0,-1-1 1 0 0,0 0-1 0 0,7-20 0 0 0,-8 17 16 0 0,-1-1 0 0 0,-1 0 0 0 0,0 0 0 0 0,-2 0 0 0 0,0-1 0 0 0,-1 1 0 0 0,0-1 0 0 0,-2 1 0 0 0,0-1 0 0 0,-1 0 0 0 0,-7-36 0 0 0,5 45-41 0 0,1 1 0 0 0,-2-1 0 0 0,1 1 0 0 0,-1-1 0 0 0,-1 1 0 0 0,1 0 0 0 0,-9-10 0 0 0,11 16-21 0 0,0 0-1 0 0,0 1 1 0 0,-1-1 0 0 0,1 0 0 0 0,-1 1-1 0 0,0 0 1 0 0,1-1 0 0 0,-1 1 0 0 0,0 0-1 0 0,-1 1 1 0 0,1-1 0 0 0,0 0 0 0 0,0 1-1 0 0,-1 0 1 0 0,1 0 0 0 0,-1 0-1 0 0,1 0 1 0 0,-1 0 0 0 0,1 1 0 0 0,-1-1-1 0 0,0 1 1 0 0,1 0 0 0 0,-7 1 0 0 0,3 0 63 0 0,0 1 1 0 0,0 0 0 0 0,1 1-1 0 0,-1 0 1 0 0,0 0 0 0 0,1 0 0 0 0,0 0-1 0 0,-1 1 1 0 0,1 0 0 0 0,1 1-1 0 0,-11 9 1 0 0,1 0 305 0 0,1 2 1 0 0,-22 32-1 0 0,24-30-275 0 0,1 0-1 0 0,1 1 1 0 0,1 0 0 0 0,1 1 0 0 0,0 0 0 0 0,2 0 0 0 0,0 1 0 0 0,-3 22-1 0 0,7-29-95 0 0,0-1-1 0 0,1 1 1 0 0,1 0-1 0 0,0 0 1 0 0,0 0-1 0 0,2-1 1 0 0,0 1-1 0 0,0 0 1 0 0,1-1-1 0 0,1 0 1 0 0,0 1-1 0 0,1-1 1 0 0,9 18-1 0 0,-9-24-4 0 0,0-1 0 0 0,0 1 0 0 0,0-1 0 0 0,1 0 0 0 0,0 0 0 0 0,0 0 0 0 0,0-1 0 0 0,1 0 0 0 0,0-1 0 0 0,0 1 0 0 0,0-1 0 0 0,0 0 0 0 0,1-1 0 0 0,0 0 0 0 0,-1 0 0 0 0,1-1 0 0 0,0 0 0 0 0,14 2 0 0 0,1-1 39 0 0,0-1-1 0 0,0-2 0 0 0,1 0 0 0 0,-1-1 1 0 0,35-7-1 0 0,-19 0-39 0 0,0-2 0 0 0,0-1 0 0 0,-2-2 0 0 0,71-34 0 0 0,-4-12-6691 0 0,-46 20-780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3.508"/>
    </inkml:context>
    <inkml:brush xml:id="br0">
      <inkml:brushProperty name="width" value="0.035" units="cm"/>
      <inkml:brushProperty name="height" value="0.035" units="cm"/>
      <inkml:brushProperty name="color" value="#E71224"/>
    </inkml:brush>
  </inkml:definitions>
  <inkml:trace contextRef="#ctx0" brushRef="#br0">33 376 17508 0 0,'-3'0'633'0'0,"-18"4"488"0"0,21-4-1100 0 0,0 0-1 0 0,-1 0 0 0 0,1 0 1 0 0,-1 0-1 0 0,1 0 1 0 0,0 0-1 0 0,-1 0 1 0 0,1 0-1 0 0,0 0 1 0 0,-1 1-1 0 0,1-1 1 0 0,0 0-1 0 0,-1 0 0 0 0,1 0 1 0 0,0 1-1 0 0,-1-1 1 0 0,1 0-1 0 0,0 1 1 0 0,-1-1-1 0 0,1 0 1 0 0,0 0-1 0 0,0 1 1 0 0,0-1-1 0 0,-1 0 0 0 0,1 1 1 0 0,0-1-1 0 0,0 1 1 0 0,0-1-1 0 0,0 0 1 0 0,0 1-1 0 0,-1-1 1 0 0,1 1-1 0 0,0-1 1 0 0,0 0-1 0 0,0 1 0 0 0,0-1 1 0 0,0 0-1 0 0,0 1 1 0 0,1 0-1 0 0,0 5 134 0 0,0-1 0 0 0,0 1 0 0 0,0 0-1 0 0,-1 0 1 0 0,1 0 0 0 0,-2 11 0 0 0,0 0-692 0 0,1 21-1525 0 0,9 61-1 0 0,-7-84 803 0 0,1 0 0 0 0,1 0 0 0 0,0 0 0 0 0,1-1 0 0 0,1 0-1 0 0,14 28 1 0 0,-18-39 971 0 0,1 1-1 0 0,-1-1 1 0 0,0 0-1 0 0,1 0 0 0 0,0 0 1 0 0,0 0-1 0 0,0 0 1 0 0,5 3-1 0 0,-7-5 305 0 0,0-1-1 0 0,0 1 1 0 0,0-1-1 0 0,0 1 0 0 0,0-1 1 0 0,0 0-1 0 0,0 1 1 0 0,0-1-1 0 0,0 0 1 0 0,0 0-1 0 0,0 0 0 0 0,0 0 1 0 0,0 0-1 0 0,0 0 1 0 0,0 0-1 0 0,1 0 1 0 0,-1 0-1 0 0,0 0 1 0 0,0-1-1 0 0,0 1 0 0 0,0 0 1 0 0,0-1-1 0 0,0 1 1 0 0,-1-1-1 0 0,1 1 1 0 0,0-1-1 0 0,0 1 1 0 0,0-1-1 0 0,0 0 0 0 0,0 1 1 0 0,-1-1-1 0 0,1 0 1 0 0,0 0-1 0 0,-1 0 1 0 0,1 1-1 0 0,0-3 1 0 0,5-5 1131 0 0,-2-1 1 0 0,1 0-1 0 0,-1 0 1 0 0,0 0-1 0 0,-1 0 1 0 0,0-1 0 0 0,-1 0-1 0 0,1 1 1 0 0,0-19-1 0 0,-1-6 828 0 0,-3-51-1 0 0,0 59-1611 0 0,-2 0 0 0 0,-1 0 0 0 0,-13-48 0 0 0,12 58-266 0 0,-1-1 1 0 0,-1 1 0 0 0,-1 0 0 0 0,0 1-1 0 0,-1-1 1 0 0,-19-23 0 0 0,24 34-59 0 0,-5-5 77 0 0,1-1 1 0 0,0 1-1 0 0,1-1 0 0 0,-10-21 0 0 0,17 31-126 0 0,-1 0 1 0 0,1 0-1 0 0,0-1 1 0 0,0 1-1 0 0,0 0 0 0 0,0 0 1 0 0,0 0-1 0 0,0 0 1 0 0,0 0-1 0 0,0 0 0 0 0,1-1 1 0 0,-1 1-1 0 0,0 0 1 0 0,1 0-1 0 0,-1 0 0 0 0,1 0 1 0 0,-1 0-1 0 0,1 0 0 0 0,-1 0 1 0 0,1 0-1 0 0,0 0 1 0 0,-1 1-1 0 0,1-1 0 0 0,0 0 1 0 0,0 0-1 0 0,0 0 1 0 0,1 0-1 0 0,4-4-72 0 0,1 1 0 0 0,-1-1 0 0 0,8-2 0 0 0,-5 2-7 0 0,141-76-1572 0 0,-114 63 981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3.808"/>
    </inkml:context>
    <inkml:brush xml:id="br0">
      <inkml:brushProperty name="width" value="0.035" units="cm"/>
      <inkml:brushProperty name="height" value="0.035" units="cm"/>
      <inkml:brushProperty name="color" value="#E71224"/>
    </inkml:brush>
  </inkml:definitions>
  <inkml:trace contextRef="#ctx0" brushRef="#br0">141 446 18892 0 0,'46'-35'1680'0'0,"-19"10"-2214"0"0,-1-1-1 0 0,44-59 0 0 0,-55 64-609 0 0,-2-1-1 0 0,19-42 1 0 0,-28 56 717 0 0,-1 0 1 0 0,0-1 0 0 0,-1 1-1 0 0,0-1 1 0 0,0 1 0 0 0,0-1-1 0 0,-2 0 1 0 0,1 0-1 0 0,-1 0 1 0 0,0 0 0 0 0,-2-15-1 0 0,1 22 403 0 0,1-1 1 0 0,-1 1-1 0 0,0 0 0 0 0,1-1 0 0 0,-1 1 0 0 0,0 0 1 0 0,0 0-1 0 0,-1-1 0 0 0,1 1 0 0 0,0 0 1 0 0,-1 0-1 0 0,1 0 0 0 0,-1 1 0 0 0,1-1 0 0 0,-1 0 1 0 0,0 1-1 0 0,0-1 0 0 0,0 1 0 0 0,0-1 0 0 0,0 1 1 0 0,0 0-1 0 0,0 0 0 0 0,-1 0 0 0 0,1 0 0 0 0,0 0 1 0 0,-1 0-1 0 0,1 1 0 0 0,0-1 0 0 0,-1 1 0 0 0,1 0 1 0 0,-1 0-1 0 0,1 0 0 0 0,0 0 0 0 0,-1 0 0 0 0,1 0 1 0 0,-4 1-1 0 0,-4 1 450 0 0,0 1 0 0 0,0-1 1 0 0,0 2-1 0 0,0-1 0 0 0,0 2 1 0 0,1-1-1 0 0,-11 8 0 0 0,3-1 48 0 0,0 0 0 0 0,1 1 0 0 0,1 1 0 0 0,0 1 0 0 0,1 0-1 0 0,0 1 1 0 0,1 1 0 0 0,1 0 0 0 0,-13 22 0 0 0,15-20-354 0 0,0 1-1 0 0,1 1 1 0 0,1 0 0 0 0,1 0-1 0 0,1 0 1 0 0,1 1 0 0 0,0 0-1 0 0,-2 36 1 0 0,5-28-266 0 0,1 1-1 0 0,6 57 1 0 0,-4-79 39 0 0,0 1 0 0 0,1-1 0 0 0,0 0 0 0 0,0 0 0 0 0,1 0 0 0 0,0 0-1 0 0,0 0 1 0 0,1 0 0 0 0,0-1 0 0 0,1 0 0 0 0,-1 0 0 0 0,1 0 0 0 0,1 0 0 0 0,-1-1 0 0 0,9 8 0 0 0,12 4-318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319"/>
    </inkml:context>
    <inkml:brush xml:id="br0">
      <inkml:brushProperty name="width" value="0.035" units="cm"/>
      <inkml:brushProperty name="height" value="0.035" units="cm"/>
      <inkml:brushProperty name="color" value="#E71224"/>
    </inkml:brush>
  </inkml:definitions>
  <inkml:trace contextRef="#ctx0" brushRef="#br0">407 179 9674 0 0,'-15'-29'280'0'0,"13"25"627"0"0,-1 0 1 0 0,0 1-1 0 0,0-1 1 0 0,0 1-1 0 0,0 0 1 0 0,0 0-1 0 0,-1 0 1 0 0,-6-5-1 0 0,-12-2 192 0 0,16 8-1160 0 0,0 0 0 0 0,1 0 0 0 0,-1 1 0 0 0,-1 0 1 0 0,1 0-1 0 0,0 1 0 0 0,0-1 0 0 0,0 1 0 0 0,0 1 0 0 0,0-1 0 0 0,-11 3 0 0 0,9-1-325 0 0,0 1 0 0 0,0 0 0 0 0,0 1 0 0 0,0 0 0 0 0,0 0 0 0 0,1 0 0 0 0,-13 11 0 0 0,5-3-505 0 0,1 1 0 0 0,0 1 0 0 0,1 0 0 0 0,0 1 0 0 0,2 0 0 0 0,-14 22 0 0 0,14-18 1330 0 0,1 0 0 0 0,1 1 0 0 0,0 0 0 0 0,2 0 0 0 0,0 1 0 0 0,2 0 0 0 0,0 0 0 0 0,1 0 0 0 0,-1 26 0 0 0,5-37-188 0 0,0 1 1 0 0,1-1-1 0 0,-1 0 1 0 0,2 0-1 0 0,0 0 1 0 0,0 0-1 0 0,6 16 1 0 0,-6-23-173 0 0,-1 0 0 0 0,0 0 0 0 0,1 0 0 0 0,0-1 0 0 0,-1 1 0 0 0,1-1 0 0 0,0 1 0 0 0,0-1 0 0 0,1 0 0 0 0,-1 1 0 0 0,0-1 0 0 0,5 2 0 0 0,-5-3-27 0 0,0 0 0 0 0,0 0 0 0 0,1 0 0 0 0,-1 0 0 0 0,0-1 0 0 0,1 1 0 0 0,-1-1 0 0 0,0 0 0 0 0,1 0 0 0 0,-1 1 0 0 0,1-1 0 0 0,-1-1 0 0 0,1 1 0 0 0,-1 0 0 0 0,0-1 0 0 0,1 1 0 0 0,-1-1 0 0 0,3-1 0 0 0,3-1-23 0 0,1-1 0 0 0,-1 0-1 0 0,-1 0 1 0 0,1-1 0 0 0,0 0-1 0 0,-1-1 1 0 0,0 0 0 0 0,9-9-1 0 0,1-4 35 0 0,26-35-1 0 0,-14 11-106 0 0,46-92 1 0 0,7-53-105 0 0,-40 87 103 0 0,-40 97 44 0 0,-1 2 61 0 0,-1 1 0 0 0,1-1 0 0 0,-1 1 0 0 0,1-1 0 0 0,0 1 0 0 0,-1-1-1 0 0,1 1 1 0 0,0 0 0 0 0,0-1 0 0 0,0 1 0 0 0,0 0 0 0 0,0 0 0 0 0,0 0 0 0 0,0-1 0 0 0,1 1 0 0 0,-1 1-1 0 0,2-2 1 0 0,-3 2-17 0 0,0 0-1 0 0,1 0 0 0 0,-1 0 0 0 0,1 0 1 0 0,-1 1-1 0 0,0-1 0 0 0,1 0 0 0 0,-1 0 1 0 0,0 0-1 0 0,1 1 0 0 0,-1-1 0 0 0,0 0 1 0 0,0 1-1 0 0,1-1 0 0 0,-1 0 0 0 0,0 1 1 0 0,0-1-1 0 0,1 0 0 0 0,-1 1 0 0 0,0-1 1 0 0,0 0-1 0 0,0 1 0 0 0,0-1 0 0 0,0 0 1 0 0,0 1-1 0 0,1-1 0 0 0,-1 1 0 0 0,0-1 1 0 0,0 0-1 0 0,0 1 0 0 0,1 14 529 0 0,-1-15-570 0 0,0 129 2035 0 0,1 12-2001 0 0,14 16-3812 0 0,50 224-1 0 0,-62-368 4022 0 0,2 8 370 0 0,7 21-1 0 0,-11-36-256 0 0,1-1 1 0 0,1 0-1 0 0,-1 0 1 0 0,1 0-1 0 0,0 0 1 0 0,0 0-1 0 0,0-1 0 0 0,1 1 1 0 0,4 4-1 0 0,-6-8-308 0 0,-1 0 1 0 0,1 0-1 0 0,-1 1 0 0 0,1-1 0 0 0,0 0 0 0 0,0 0 0 0 0,0-1 1 0 0,-1 1-1 0 0,1 0 0 0 0,0-1 0 0 0,0 1 0 0 0,0-1 0 0 0,0 1 1 0 0,0-1-1 0 0,0 0 0 0 0,3 0 0 0 0,-1 0 73 0 0,-1-1-1 0 0,1 1 1 0 0,-1-1 0 0 0,1 0-1 0 0,-1 0 1 0 0,0 0-1 0 0,1-1 1 0 0,4-2 0 0 0,-1 0 29 0 0,-1 0 0 0 0,0 0-1 0 0,-1-1 1 0 0,1 0 0 0 0,-1 0 0 0 0,0 0 0 0 0,0 0 0 0 0,6-11 0 0 0,3-9-519 0 0,-1 0-1 0 0,-1-1 1 0 0,-1-1 0 0 0,-1 0 0 0 0,-2-1-1 0 0,9-47 1 0 0,-14 57-7152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623"/>
    </inkml:context>
    <inkml:brush xml:id="br0">
      <inkml:brushProperty name="width" value="0.035" units="cm"/>
      <inkml:brushProperty name="height" value="0.035" units="cm"/>
      <inkml:brushProperty name="color" value="#E71224"/>
    </inkml:brush>
  </inkml:definitions>
  <inkml:trace contextRef="#ctx0" brushRef="#br0">22 335 17972 0 0,'-3'5'91'0'0,"0"1"-1"0"0,1-1 1 0 0,-1 1 0 0 0,1-1-1 0 0,0 1 1 0 0,0 0 0 0 0,1 0-1 0 0,0 0 1 0 0,0 0 0 0 0,0 0-1 0 0,1 0 1 0 0,0 0 0 0 0,0 0-1 0 0,0 0 1 0 0,1 0 0 0 0,2 11 0 0 0,-1-5-226 0 0,1 0 0 0 0,0-1 1 0 0,0 1-1 0 0,1-1 0 0 0,10 21 1 0 0,-12-30 100 0 0,-1 0 0 0 0,0 0 0 0 0,0 0 0 0 0,1 0 0 0 0,-1 0 0 0 0,1 0 0 0 0,0-1 1 0 0,-1 1-1 0 0,1-1 0 0 0,0 1 0 0 0,0-1 0 0 0,0 1 0 0 0,0-1 0 0 0,0 0 0 0 0,0 0 1 0 0,1 0-1 0 0,-1 0 0 0 0,0-1 0 0 0,1 1 0 0 0,-1 0 0 0 0,0-1 0 0 0,1 0 0 0 0,-1 0 1 0 0,0 1-1 0 0,1-1 0 0 0,-1 0 0 0 0,1-1 0 0 0,-1 1 0 0 0,0 0 0 0 0,1-1 1 0 0,-1 0-1 0 0,0 1 0 0 0,1-1 0 0 0,-1 0 0 0 0,0 0 0 0 0,0 0 0 0 0,2-2 0 0 0,8-3-41 0 0,-1-2 0 0 0,1 1 0 0 0,-2-2 0 0 0,1 1 0 0 0,-1-2 0 0 0,-1 1 0 0 0,1-1 0 0 0,-2-1 0 0 0,13-17 0 0 0,4-12 192 0 0,26-59 1 0 0,-49 96-143 0 0,62-149-1034 0 0,-35 48-2985 0 0,-28 100 3767 0 0,0 1 69 0 0,0 1 1 0 0,-1-1-1 0 0,1 1 1 0 0,-1-1-1 0 0,0 0 1 0 0,1 1-1 0 0,-1-1 1 0 0,0 0-1 0 0,-1 1 1 0 0,1-1-1 0 0,0 0 1 0 0,-1 1-1 0 0,-1-4 1 0 0,-4-1 80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959"/>
    </inkml:context>
    <inkml:brush xml:id="br0">
      <inkml:brushProperty name="width" value="0.035" units="cm"/>
      <inkml:brushProperty name="height" value="0.035" units="cm"/>
      <inkml:brushProperty name="color" value="#E71224"/>
    </inkml:brush>
  </inkml:definitions>
  <inkml:trace contextRef="#ctx0" brushRef="#br0">0 0 16588 0 0,'9'25'736'0'0,"-2"-6"152"0"0,1 1-712 0 0,-1-6-176 0 0,2-4 0 0 0,-6-3 0 0 0,1 0-1184 0 0,1 7-265 0 0,4 10-55 0 0,-1 2-16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5.237"/>
    </inkml:context>
    <inkml:brush xml:id="br0">
      <inkml:brushProperty name="width" value="0.035" units="cm"/>
      <inkml:brushProperty name="height" value="0.035" units="cm"/>
      <inkml:brushProperty name="color" value="#E71224"/>
    </inkml:brush>
  </inkml:definitions>
  <inkml:trace contextRef="#ctx0" brushRef="#br0">118 343 19812 0 0,'-7'8'519'0'0,"0"-1"0"0"0,1 1-1 0 0,-6 10 1 0 0,-25 53-2062 0 0,20-36 729 0 0,8-16 162 0 0,5-10-241 0 0,-1 0-1 0 0,-8 13 1 0 0,21-35-1511 0 0,4-14 3044 0 0,1-2 593 0 0,30-57 2660 0 0,22-41-1309 0 0,-48 98-2284 0 0,1 0 0 0 0,28-31 0 0 0,69-69-1451 0 0,-99 110-6651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5.572"/>
    </inkml:context>
    <inkml:brush xml:id="br0">
      <inkml:brushProperty name="width" value="0.035" units="cm"/>
      <inkml:brushProperty name="height" value="0.035" units="cm"/>
      <inkml:brushProperty name="color" value="#E71224"/>
    </inkml:brush>
  </inkml:definitions>
  <inkml:trace contextRef="#ctx0" brushRef="#br0">82 494 20276 0 0,'7'0'227'0'0,"-1"-1"-1"0"0,0 0 1 0 0,1 0 0 0 0,-1-1-1 0 0,0 0 1 0 0,0 0-1 0 0,0 0 1 0 0,0-1 0 0 0,0 0-1 0 0,8-6 1 0 0,7-5-545 0 0,24-23 1 0 0,-44 36 318 0 0,59-56-485 0 0,-41 35-1398 0 0,0 0 0 0 0,21-35 0 0 0,-29 39 783 0 0,-1 0 0 0 0,-1 0 0 0 0,-1-1 0 0 0,7-24 0 0 0,-11 29 1045 0 0,0 0 0 0 0,-2-1 0 0 0,2-23 0 0 0,-4 35 50 0 0,0 0-1 0 0,0 0 0 0 0,0 0 1 0 0,0 0-1 0 0,-1 0 0 0 0,1 0 1 0 0,-1 0-1 0 0,0 0 0 0 0,0 0 1 0 0,0 1-1 0 0,0-1 0 0 0,-1 0 1 0 0,1 1-1 0 0,-3-4 0 0 0,3 4-2 0 0,0 1 0 0 0,-1 0 0 0 0,1 0-1 0 0,0 0 1 0 0,-1 0 0 0 0,1 0 0 0 0,-1 0-1 0 0,0 0 1 0 0,1 0 0 0 0,-1 0 0 0 0,1 1-1 0 0,-1-1 1 0 0,0 1 0 0 0,0-1 0 0 0,1 1 0 0 0,-1 0-1 0 0,0 0 1 0 0,0-1 0 0 0,1 1 0 0 0,-1 0-1 0 0,0 1 1 0 0,0-1 0 0 0,0 0 0 0 0,-3 1-1 0 0,-2 2 187 0 0,-1-1-1 0 0,0 2 1 0 0,1-1-1 0 0,0 1 1 0 0,0 0-1 0 0,0 0 0 0 0,-10 8 1 0 0,-43 43 3676 0 0,41-37-2892 0 0,-13 14 723 0 0,1 0 0 0 0,-32 45 0 0 0,47-55-1434 0 0,2-1-1 0 0,1 2 1 0 0,1 0 0 0 0,1 0-1 0 0,-11 31 1 0 0,20-45-282 0 0,-1-1 0 0 0,1 1 0 0 0,0 0 0 0 0,1 0 0 0 0,0 0 0 0 0,1 0 0 0 0,0 0 0 0 0,0-1 0 0 0,3 18 0 0 0,-2-22 36 0 0,0 0 0 0 0,0 1 0 0 0,1-1 0 0 0,-1 0 0 0 0,1 0 0 0 0,0 0 1 0 0,0-1-1 0 0,1 1 0 0 0,-1 0 0 0 0,1-1 0 0 0,0 1 0 0 0,-1-1 0 0 0,2 0 0 0 0,-1 0 0 0 0,0 0 0 0 0,1 0 0 0 0,-1-1 0 0 0,1 0 0 0 0,0 1 0 0 0,-1-1 0 0 0,9 3 0 0 0,-5-3 53 0 0,1 0 0 0 0,-1 0-1 0 0,1-1 1 0 0,-1 0 0 0 0,1 0-1 0 0,-1-1 1 0 0,1 0 0 0 0,0 0 0 0 0,-1-1-1 0 0,16-2 1 0 0,-8-1-483 0 0,1-1 1 0 0,-1 0-1 0 0,0-1 0 0 0,17-9 1 0 0,8-6-7208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5.843"/>
    </inkml:context>
    <inkml:brush xml:id="br0">
      <inkml:brushProperty name="width" value="0.035" units="cm"/>
      <inkml:brushProperty name="height" value="0.035" units="cm"/>
      <inkml:brushProperty name="color" value="#E71224"/>
    </inkml:brush>
  </inkml:definitions>
  <inkml:trace contextRef="#ctx0" brushRef="#br0">346 107 10594 0 0,'-13'-8'263'0'0,"0"1"0"0"0,0 0-1 0 0,-1 1 1 0 0,0 0 0 0 0,-20-4 0 0 0,21 6 43 0 0,-1 1 1 0 0,0 1 0 0 0,0 1 0 0 0,0 0-1 0 0,0 1 1 0 0,-18 1 0 0 0,27 0-181 0 0,-1 0 1 0 0,1 0-1 0 0,-1 0 0 0 0,1 1 1 0 0,0 0-1 0 0,-1 0 1 0 0,1 0-1 0 0,0 0 0 0 0,0 1 1 0 0,1 0-1 0 0,-1 0 1 0 0,0 1-1 0 0,1-1 1 0 0,0 1-1 0 0,0 0 0 0 0,0 0 1 0 0,1 0-1 0 0,-7 9 1 0 0,5-4 56 0 0,0 1 0 0 0,1 0-1 0 0,0 0 1 0 0,0 1 0 0 0,1-1 0 0 0,0 1 0 0 0,1 0 0 0 0,1 0 0 0 0,-1 16 0 0 0,1-10 74 0 0,1 1 1 0 0,1 0-1 0 0,1-1 0 0 0,1 1 0 0 0,5 19 0 0 0,-6-28-141 0 0,1 0 0 0 0,1 1 0 0 0,-1-1 0 0 0,1-1 1 0 0,1 1-1 0 0,0 0 0 0 0,0-1 0 0 0,13 15 0 0 0,-14-19-119 0 0,-1 0-1 0 0,1-1 1 0 0,0 0 0 0 0,1 1 0 0 0,-1-1-1 0 0,1-1 1 0 0,-1 1 0 0 0,1-1 0 0 0,0 0-1 0 0,0 0 1 0 0,0 0 0 0 0,0 0 0 0 0,0-1-1 0 0,0 0 1 0 0,0 0 0 0 0,1-1 0 0 0,-1 1-1 0 0,6-1 1 0 0,-1-1-95 0 0,-1 0 0 0 0,1-1 0 0 0,-1 0 0 0 0,0-1 0 0 0,0 0 0 0 0,0 0 0 0 0,0 0 0 0 0,0-2 0 0 0,-1 1 0 0 0,0-1 0 0 0,0 0 0 0 0,0 0 0 0 0,-1-1 0 0 0,1 0 0 0 0,-1-1 0 0 0,-1 0 0 0 0,10-11 0 0 0,-5 4-148 0 0,-1 0 1 0 0,-1 0-1 0 0,0-1 1 0 0,-1 0 0 0 0,-1 0-1 0 0,0-1 1 0 0,-1 1 0 0 0,-1-2-1 0 0,3-16 1 0 0,-4 15-266 0 0,-2 0-1 0 0,0 0 1 0 0,-2 0 0 0 0,1 0 0 0 0,-2 0 0 0 0,-1 0-1 0 0,0 0 1 0 0,-9-34 0 0 0,0 12-527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6.017"/>
    </inkml:context>
    <inkml:brush xml:id="br0">
      <inkml:brushProperty name="width" value="0.035" units="cm"/>
      <inkml:brushProperty name="height" value="0.035" units="cm"/>
      <inkml:brushProperty name="color" value="#E71224"/>
    </inkml:brush>
  </inkml:definitions>
  <inkml:trace contextRef="#ctx0" brushRef="#br0">299 408 7338 0 0,'-78'-128'561'0'0,"53"89"-339"0"0,20 29-247 0 0,2 4 25 0 0,-15-31 1465 0 0,-1 1-1 0 0,-2 0 0 0 0,-35-43 1 0 0,52 74-831 0 0,0 1 1 0 0,0 0 0 0 0,0-1-1 0 0,0 1 1 0 0,-1 1 0 0 0,-6-5-1 0 0,10 7-459 0 0,0 1 1 0 0,0 0-1 0 0,0-1 0 0 0,0 1 0 0 0,0-1 0 0 0,0 1 0 0 0,0 0 1 0 0,0 0-1 0 0,0 0 0 0 0,0-1 0 0 0,0 1 0 0 0,0 0 0 0 0,0 0 1 0 0,0 0-1 0 0,0 1 0 0 0,0-1 0 0 0,-1 0 0 0 0,1 1-65 0 0,0-1 0 0 0,0 1 0 0 0,0 0 1 0 0,0 0-1 0 0,0-1 0 0 0,0 1 0 0 0,0 0 0 0 0,1 0 0 0 0,-1 0 0 0 0,0 0 0 0 0,0 0 0 0 0,1 0 0 0 0,-1 0 0 0 0,1 0 0 0 0,-1 0 0 0 0,1 0 0 0 0,0 0 0 0 0,-1 0 0 0 0,1 2 0 0 0,-2 3 141 0 0,1 1 0 0 0,0 0 0 0 0,0 0 0 0 0,1 0 0 0 0,0 0-1 0 0,2 12 1 0 0,8 42-346 0 0,-8-54 113 0 0,9 41-115 0 0,2-1 0 0 0,2 0 0 0 0,2-1-1 0 0,2-1 1 0 0,31 53 0 0 0,-29-63 39 0 0,2-1 0 0 0,1 0 0 0 0,1-2 0 0 0,2-2 0 0 0,1 0 0 0 0,53 43 0 0 0,-31-35-171 0 0,-2-5-57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6.642"/>
    </inkml:context>
    <inkml:brush xml:id="br0">
      <inkml:brushProperty name="width" value="0.035" units="cm"/>
      <inkml:brushProperty name="height" value="0.035" units="cm"/>
      <inkml:brushProperty name="color" value="#E71224"/>
    </inkml:brush>
  </inkml:definitions>
  <inkml:trace contextRef="#ctx0" brushRef="#br0">600 1307 18892 0 0,'0'2'96'0'0,"-1"0"-1"0"0,1 0 1 0 0,-1 0 0 0 0,0 0-1 0 0,0 0 1 0 0,0-1 0 0 0,0 1-1 0 0,0 0 1 0 0,0-1-1 0 0,-1 1 1 0 0,1 0 0 0 0,-1-1-1 0 0,1 0 1 0 0,-1 1 0 0 0,1-1-1 0 0,-3 2 1 0 0,2-3-79 0 0,1 1 1 0 0,-1-1-1 0 0,0 1 0 0 0,1-1 0 0 0,-1 0 1 0 0,1 1-1 0 0,-1-1 0 0 0,0 0 0 0 0,1 0 1 0 0,-1 0-1 0 0,1 0 0 0 0,-1-1 0 0 0,0 1 1 0 0,1 0-1 0 0,-1-1 0 0 0,-1 0 0 0 0,-4-2-6 0 0,1 0 0 0 0,1 0 0 0 0,-1-1 0 0 0,0 0-1 0 0,1 0 1 0 0,0 0 0 0 0,0 0 0 0 0,-5-6-1 0 0,-28-34 340 0 0,1-1-1 0 0,2-2 0 0 0,-48-87 0 0 0,-65-167 569 0 0,102 201-704 0 0,30 66-113 0 0,-36-82 213 0 0,41 90-92 0 0,2 0 0 0 0,-8-41-1 0 0,16 64-177 0 0,1 0-1 0 0,-1-1 1 0 0,1 1-1 0 0,0-1 1 0 0,0 1-1 0 0,0-1 1 0 0,0 1 0 0 0,1-1-1 0 0,-1 1 1 0 0,1-1-1 0 0,0 1 1 0 0,0 0-1 0 0,0 0 1 0 0,0-1-1 0 0,1 1 1 0 0,2-4-1 0 0,0 1-18 0 0,1 0 0 0 0,1 0-1 0 0,-1 0 1 0 0,1 1 0 0 0,13-10-1 0 0,50-38-230 0 0,58-44-621 0 0,-94 74-141 0 0,70-35 1 0 0,-73 46-1007 0 0,-1 3-5462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7.034"/>
    </inkml:context>
    <inkml:brush xml:id="br0">
      <inkml:brushProperty name="width" value="0.035" units="cm"/>
      <inkml:brushProperty name="height" value="0.035" units="cm"/>
      <inkml:brushProperty name="color" value="#E71224"/>
    </inkml:brush>
  </inkml:definitions>
  <inkml:trace contextRef="#ctx0" brushRef="#br0">95 245 6449 0 0,'-23'36'1785'0'0,"1"1"-1"0"0,-23 53 1 0 0,44-89-1723 0 0,1-1 1 0 0,-1 1-1 0 0,1 0 1 0 0,-1 0 0 0 0,1 0-1 0 0,-1 0 1 0 0,1 0-1 0 0,0 0 1 0 0,0 0 0 0 0,0 0-1 0 0,-1 0 1 0 0,1 0 0 0 0,0 0-1 0 0,0 0 1 0 0,0 0-1 0 0,0 0 1 0 0,1 0 0 0 0,-1 0-1 0 0,0 0 1 0 0,0 0-1 0 0,0 0 1 0 0,1 0 0 0 0,-1 0-1 0 0,1 0 1 0 0,-1 0 0 0 0,2 1-1 0 0,-1-1-3 0 0,0-1 0 0 0,0 1-1 0 0,0-1 1 0 0,1 1 0 0 0,-1-1 0 0 0,0 1 0 0 0,1-1-1 0 0,-1 0 1 0 0,0 0 0 0 0,1 0 0 0 0,-1 0-1 0 0,0 0 1 0 0,1 0 0 0 0,-1 0 0 0 0,0 0-1 0 0,1 0 1 0 0,-1-1 0 0 0,3 0 0 0 0,3-1 73 0 0,0 0 0 0 0,1-1 0 0 0,-1 0 0 0 0,-1 0 0 0 0,1-1 0 0 0,9-6 0 0 0,36-31 726 0 0,-29 22-348 0 0,263-249 2668 0 0,-254 236-2912 0 0,-28 28-215 0 0,1-2 59 0 0,0 1 0 0 0,1-1 0 0 0,0 1 0 0 0,0 1 0 0 0,0-1 0 0 0,1 1 0 0 0,12-6 0 0 0,-19 9-98 0 0,0 1 0 0 0,0 0 1 0 0,0 0-1 0 0,0 0 1 0 0,0 0-1 0 0,1 0 1 0 0,-1 0-1 0 0,0 0 1 0 0,0 0-1 0 0,0 0 1 0 0,0 0-1 0 0,1 0 1 0 0,-1 0-1 0 0,0 0 1 0 0,0 0-1 0 0,0 0 1 0 0,0 0-1 0 0,0 0 1 0 0,1 0-1 0 0,-1 0 0 0 0,0 0 1 0 0,0 0-1 0 0,0 0 1 0 0,0 1-1 0 0,0-1 1 0 0,0 0-1 0 0,1 0 1 0 0,-1 0-1 0 0,0 0 1 0 0,0 0-1 0 0,0 0 1 0 0,0 0-1 0 0,0 0 1 0 0,0 1-1 0 0,0-1 1 0 0,0 0-1 0 0,1 0 0 0 0,-1 0 1 0 0,0 0-1 0 0,0 0 1 0 0,0 0-1 0 0,0 1 1 0 0,-1 8 304 0 0,-6 14 21 0 0,6-20-249 0 0,-6 17-10 0 0,2-1 0 0 0,0 1 0 0 0,0 0 0 0 0,2 1 0 0 0,1-1 0 0 0,0 1 0 0 0,2-1 0 0 0,0 1 0 0 0,1-1 0 0 0,7 36 0 0 0,-4-36-254 0 0,10 28 0 0 0,-12-43 120 0 0,0 1 1 0 0,1 0 0 0 0,0-1 0 0 0,0 0-1 0 0,0 0 1 0 0,0 1 0 0 0,1-2-1 0 0,0 1 1 0 0,6 6 0 0 0,-9-10 52 0 0,1 0 0 0 0,-1 0 0 0 0,1 0 0 0 0,-1 0 0 0 0,1 0 0 0 0,0-1 0 0 0,-1 1 0 0 0,1 0 0 0 0,0-1 0 0 0,0 1 0 0 0,0-1 0 0 0,-1 0 0 0 0,1 0 0 0 0,0 1 0 0 0,0-1 0 0 0,0 0 0 0 0,0-1 0 0 0,-1 1 0 0 0,1 0 0 0 0,0 0 0 0 0,0-1 0 0 0,0 1 0 0 0,-1-1 0 0 0,1 0 0 0 0,0 1 0 0 0,-1-1 0 0 0,1 0 0 0 0,0 0 0 0 0,-1 0 0 0 0,1 0 0 0 0,-1 0 0 0 0,3-2 1 0 0,3-4 70 0 0,0 1 1 0 0,-1-1-1 0 0,0-1 1 0 0,0 1-1 0 0,5-9 1 0 0,0-2 20 0 0,-1 0 0 0 0,0-1 0 0 0,-2 0 0 0 0,0-1 0 0 0,8-33 0 0 0,-6 5-1167 0 0,7-62 0 0 0,-14 71-6559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7.324"/>
    </inkml:context>
    <inkml:brush xml:id="br0">
      <inkml:brushProperty name="width" value="0.035" units="cm"/>
      <inkml:brushProperty name="height" value="0.035" units="cm"/>
      <inkml:brushProperty name="color" value="#E71224"/>
    </inkml:brush>
  </inkml:definitions>
  <inkml:trace contextRef="#ctx0" brushRef="#br0">0 182 6049 0 0,'0'0'24'0'0,"1"0"1"0"0,-1 0-1 0 0,0-1 0 0 0,1 1 0 0 0,-1 0 0 0 0,0 0 0 0 0,1 0 0 0 0,-1 0 1 0 0,0 0-1 0 0,1 0 0 0 0,-1 0 0 0 0,0 0 0 0 0,1 0 0 0 0,-1 0 0 0 0,0 1 1 0 0,1-1-1 0 0,-1 0 0 0 0,0 0 0 0 0,0 0 0 0 0,1 0 0 0 0,-1 0 0 0 0,0 0 1 0 0,1 1-1 0 0,-1-1 0 0 0,0 0 0 0 0,0 0 0 0 0,1 1 0 0 0,-1-1 0 0 0,0 0 1 0 0,0 0-1 0 0,1 1 0 0 0,13 12 1058 0 0,-7-7 71 0 0,36 23 2725 0 0,-31-21-3562 0 0,0 0 0 0 0,0 0 1 0 0,-1 1-1 0 0,0 1 0 0 0,16 16 1 0 0,-18-14 64 0 0,-1-1 1 0 0,1 1 0 0 0,-2 1 0 0 0,0 0 0 0 0,11 26 0 0 0,-22-50 1208 0 0,-1 0 0 0 0,-11-19 0 0 0,9 17-1382 0 0,-2 1-1 0 0,1 1 1 0 0,-2-1 0 0 0,0 1-1 0 0,0 1 1 0 0,-1 0 0 0 0,-21-15 0 0 0,30 23-191 0 0,0 1 1 0 0,0 0 0 0 0,0-1 0 0 0,0 1 0 0 0,1-1-1 0 0,-1 1 1 0 0,0-1 0 0 0,1 0 0 0 0,-1 0 0 0 0,1 0-1 0 0,-1 0 1 0 0,1 0 0 0 0,0 0 0 0 0,0 0 0 0 0,0 0-1 0 0,0 0 1 0 0,0-1 0 0 0,1 1 0 0 0,-1 0-1 0 0,1-1 1 0 0,-1 1 0 0 0,1 0 0 0 0,0-1 0 0 0,0-3-1 0 0,1 1-36 0 0,0 1 0 0 0,0-1-1 0 0,1 1 1 0 0,0 0-1 0 0,0 0 1 0 0,0 0-1 0 0,0 0 1 0 0,0 0-1 0 0,1 0 1 0 0,0 1 0 0 0,0-1-1 0 0,4-3 1 0 0,23-22-1128 0 0,62-46 0 0 0,-82 67 465 0 0,23-16-6815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8.093"/>
    </inkml:context>
    <inkml:brush xml:id="br0">
      <inkml:brushProperty name="width" value="0.035" units="cm"/>
      <inkml:brushProperty name="height" value="0.035" units="cm"/>
      <inkml:brushProperty name="color" value="#E71224"/>
    </inkml:brush>
  </inkml:definitions>
  <inkml:trace contextRef="#ctx0" brushRef="#br0">58 517 15203 0 0,'-46'-24'2342'0'0,"37"22"-531"0"0,6 6-1276 0 0,9 16-1064 0 0,-2-9 640 0 0,35 99-2194 0 0,-31-93 1576 0 0,0-1 0 0 0,0 0 1 0 0,2 0-1 0 0,15 20 1 0 0,-23-33 558 0 0,1-1 0 0 0,-1 0 0 0 0,0 1 0 0 0,1-1 0 0 0,-1 0 0 0 0,6 3 0 0 0,-7-4 0 0 0,-1-1 1 0 0,0 0 0 0 0,1 0-1 0 0,-1 0 1 0 0,1 1-1 0 0,-1-1 1 0 0,1 0 0 0 0,-1 0-1 0 0,1 0 1 0 0,-1 0 0 0 0,1 0-1 0 0,-1 0 1 0 0,1 0 0 0 0,-1 0-1 0 0,1 0 1 0 0,-1 0-1 0 0,1 0 1 0 0,-1-1 0 0 0,1 1-1 0 0,0 0 1 0 0,-1-1 40 0 0,1 1 1 0 0,0-1 0 0 0,-1 1-1 0 0,1-1 1 0 0,-1 1-1 0 0,1-1 1 0 0,-1 0-1 0 0,1 1 1 0 0,-1-1-1 0 0,0 0 1 0 0,1 1-1 0 0,-1-1 1 0 0,0 0-1 0 0,0 0 1 0 0,1 1-1 0 0,-1-3 1 0 0,2-12 532 0 0,0 1 0 0 0,-1-1 0 0 0,-2-23 1 0 0,1-2-264 0 0,15-135-1069 0 0,-10 146 134 0 0,1 1 0 0 0,1 0 1 0 0,1 1-1 0 0,14-30 1 0 0,-20 52 485 0 0,1 0 0 0 0,-1 1 0 0 0,1-1 1 0 0,0 1-1 0 0,0-1 0 0 0,7-6 0 0 0,-9 10 115 0 0,-1 0 1 0 0,1 0-1 0 0,0 1 0 0 0,0-1 0 0 0,0 1 0 0 0,0-1 1 0 0,0 0-1 0 0,0 1 0 0 0,0 0 0 0 0,0-1 0 0 0,0 1 0 0 0,0 0 1 0 0,0-1-1 0 0,1 1 0 0 0,-1 0 0 0 0,0 0 0 0 0,0 0 0 0 0,0 0 1 0 0,0 0-1 0 0,0 0 0 0 0,0 0 0 0 0,1 0 0 0 0,-1 1 1 0 0,0-1-1 0 0,0 0 0 0 0,0 1 0 0 0,0-1 0 0 0,0 1 0 0 0,0-1 1 0 0,0 1-1 0 0,0-1 0 0 0,0 1 0 0 0,0 0 0 0 0,0-1 0 0 0,-1 1 1 0 0,1 0-1 0 0,0 0 0 0 0,0 1 0 0 0,5 4 233 0 0,-1 2-1 0 0,0-1 1 0 0,-1 1-1 0 0,0-1 1 0 0,0 1-1 0 0,4 13 1 0 0,3 6 9 0 0,-6-18-391 0 0,-1 0-1 0 0,1-1 1 0 0,1 1 0 0 0,-1-1-1 0 0,1 0 1 0 0,1-1 0 0 0,14 14-1 0 0,-19-19 89 0 0,0 0 1 0 0,0 0-1 0 0,1-1 0 0 0,-1 1 0 0 0,1-1 0 0 0,-1 0 0 0 0,1 0 0 0 0,0 1 0 0 0,0-2 0 0 0,-1 1 1 0 0,1 0-1 0 0,0 0 0 0 0,0-1 0 0 0,0 0 0 0 0,0 0 0 0 0,0 1 0 0 0,0-2 0 0 0,0 1 0 0 0,-1 0 1 0 0,1-1-1 0 0,0 1 0 0 0,0-1 0 0 0,0 0 0 0 0,0 0 0 0 0,-1 0 0 0 0,1 0 0 0 0,0 0 0 0 0,-1-1 1 0 0,1 1-1 0 0,3-4 0 0 0,1 0 111 0 0,-1-1 0 0 0,0 0 0 0 0,0 0 0 0 0,-1 0 0 0 0,0-1-1 0 0,0 0 1 0 0,0 0 0 0 0,-1 0 0 0 0,0-1 0 0 0,4-10 0 0 0,3-11 597 0 0,10-46 1 0 0,-10 31-412 0 0,-6 25-205 0 0,21-61 336 0 0,-23 72-364 0 0,1 0-1 0 0,0-1 0 0 0,1 2 0 0 0,0-1 1 0 0,0 0-1 0 0,0 1 0 0 0,7-7 0 0 0,-10 12-50 0 0,-1 1 0 0 0,0 0 0 0 0,1 0 0 0 0,-1-1-1 0 0,0 1 1 0 0,1 0 0 0 0,0 0 0 0 0,-1 0-1 0 0,1 1 1 0 0,-1-1 0 0 0,1 0 0 0 0,0 1-1 0 0,0-1 1 0 0,-1 1 0 0 0,1-1 0 0 0,0 1-1 0 0,0 0 1 0 0,0 0 0 0 0,0 0 0 0 0,3 0-1 0 0,-3 0-4 0 0,0 1-1 0 0,0 0 1 0 0,0 0-1 0 0,0 0 0 0 0,0 0 1 0 0,-1 0-1 0 0,1 0 0 0 0,0 0 1 0 0,-1 1-1 0 0,1-1 0 0 0,0 1 1 0 0,-1-1-1 0 0,0 1 1 0 0,1 0-1 0 0,-1-1 0 0 0,0 1 1 0 0,0 0-1 0 0,1 2 0 0 0,40 84-97 0 0,10 18 578 0 0,-43-89-1027 0 0,1-1 0 0 0,1-1 1 0 0,1 0-1 0 0,15 17 0 0 0,-11-16-5871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8.440"/>
    </inkml:context>
    <inkml:brush xml:id="br0">
      <inkml:brushProperty name="width" value="0.035" units="cm"/>
      <inkml:brushProperty name="height" value="0.035" units="cm"/>
      <inkml:brushProperty name="color" value="#E71224"/>
    </inkml:brush>
  </inkml:definitions>
  <inkml:trace contextRef="#ctx0" brushRef="#br0">105 495 12899 0 0,'0'0'70'0'0,"0"0"0"0"0,0 0 0 0 0,-1 0 0 0 0,1 0 0 0 0,0 0 0 0 0,-1 1 0 0 0,1-1 0 0 0,0 0 0 0 0,0 0 0 0 0,-1 0 0 0 0,1 0 0 0 0,0 0 0 0 0,0 0 0 0 0,-1 0 0 0 0,1-1 0 0 0,0 1 0 0 0,0 0 0 0 0,-1 0 0 0 0,1 0 0 0 0,0 0 0 0 0,0 0 0 0 0,-1 0 0 0 0,1 0 0 0 0,0-1 0 0 0,0 1 0 0 0,0 0 0 0 0,-1 0 0 0 0,1 0 0 0 0,0 0 0 0 0,0-1 1 0 0,0 1-1 0 0,0 0 0 0 0,-1 0 0 0 0,1-1 0 0 0,6-6 4338 0 0,2-1-3462 0 0,15-23-993 0 0,-8 12-459 0 0,0-2 1 0 0,-1 0 0 0 0,21-45 0 0 0,-24 40-1303 0 0,-2-1 0 0 0,12-54 0 0 0,-19 69 1394 0 0,0 0 1 0 0,-1 0 0 0 0,-1-1 0 0 0,0 1-1 0 0,0 0 1 0 0,-1-1 0 0 0,-1 1 0 0 0,0 0-1 0 0,-4-15 1 0 0,5 24 445 0 0,0 0-1 0 0,0 0 0 0 0,0 1 1 0 0,0-1-1 0 0,-1 0 0 0 0,1 1 0 0 0,-1-1 1 0 0,1 1-1 0 0,-1 0 0 0 0,0-1 1 0 0,0 1-1 0 0,0 0 0 0 0,0 0 1 0 0,-1 0-1 0 0,1 1 0 0 0,0-1 1 0 0,-1 0-1 0 0,-3-1 0 0 0,4 2 30 0 0,-1 1 0 0 0,1-1 0 0 0,-1 1-1 0 0,1 0 1 0 0,-1 0 0 0 0,0 0 0 0 0,1 0 0 0 0,-1 0-1 0 0,1 0 1 0 0,-1 1 0 0 0,1-1 0 0 0,-1 1 0 0 0,1 0-1 0 0,-1-1 1 0 0,1 1 0 0 0,0 0 0 0 0,-1 1 0 0 0,1-1-1 0 0,0 0 1 0 0,0 1 0 0 0,-3 1 0 0 0,-4 5 399 0 0,-1 0 1 0 0,1 1-1 0 0,1 0 1 0 0,0 0-1 0 0,-14 20 1 0 0,-27 57 2570 0 0,42-72-2660 0 0,1 1-1 0 0,0 0 1 0 0,1 0-1 0 0,1 1 1 0 0,0-1-1 0 0,1 1 1 0 0,1 0-1 0 0,1 0 1 0 0,0 0-1 0 0,0 0 1 0 0,4 21-1 0 0,-2-29-328 0 0,0 1-1 0 0,1 0 1 0 0,1-1-1 0 0,-1 0 1 0 0,1 1-1 0 0,1-1 1 0 0,0 0 0 0 0,0 0-1 0 0,8 11 1 0 0,-8-14-36 0 0,1 1 1 0 0,0-1-1 0 0,0 0 0 0 0,1 0 1 0 0,-1 0-1 0 0,1-1 1 0 0,0 0-1 0 0,0 0 1 0 0,0-1-1 0 0,1 1 0 0 0,-1-1 1 0 0,14 3-1 0 0,-9-3 25 0 0,0-1-1 0 0,0 0 1 0 0,0-1-1 0 0,0-1 1 0 0,1 0-1 0 0,-1 0 1 0 0,0-1-1 0 0,0 0 1 0 0,0-1 0 0 0,0 0-1 0 0,0-1 1 0 0,15-6-1 0 0,0-1-88 0 0,0-2 0 0 0,0-1 1 0 0,40-27-1 0 0,25-27-594 0 0,-46 31 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8.677"/>
    </inkml:context>
    <inkml:brush xml:id="br0">
      <inkml:brushProperty name="width" value="0.035" units="cm"/>
      <inkml:brushProperty name="height" value="0.035" units="cm"/>
      <inkml:brushProperty name="color" value="#E71224"/>
    </inkml:brush>
  </inkml:definitions>
  <inkml:trace contextRef="#ctx0" brushRef="#br0">30 18 17972 0 0,'-7'-3'586'0'0,"5"2"-434"0"0,-1 0 0 0 0,1 0 0 0 0,0 0-1 0 0,-1-1 1 0 0,1 1 0 0 0,0 0 0 0 0,0-1-1 0 0,-3-2 1 0 0,7 7-125 0 0,0 0-1 0 0,-1 0 1 0 0,1 0-1 0 0,-1 0 1 0 0,0 0-1 0 0,0 0 1 0 0,0 1-1 0 0,1 5 1 0 0,2 8 46 0 0,52 163 88 0 0,63 187 414 0 0,-74-248-944 0 0,6-1-1 0 0,69 119 0 0 0,-103-210-1033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8.863"/>
    </inkml:context>
    <inkml:brush xml:id="br0">
      <inkml:brushProperty name="width" value="0.035" units="cm"/>
      <inkml:brushProperty name="height" value="0.035" units="cm"/>
      <inkml:brushProperty name="color" value="#E71224"/>
    </inkml:brush>
  </inkml:definitions>
  <inkml:trace contextRef="#ctx0" brushRef="#br0">4 435 15203 0 0,'-1'-2'127'0'0,"0"1"-1"0"0,1-1 1 0 0,-1 0-1 0 0,1 0 1 0 0,0 0-1 0 0,0 0 1 0 0,-1 0-1 0 0,1 0 1 0 0,0 0-1 0 0,0 0 1 0 0,1 0-1 0 0,-1 0 1 0 0,0 0-1 0 0,1 1 1 0 0,1-5-1 0 0,0 3 355 0 0,0-1-1 0 0,0 1 1 0 0,0 0-1 0 0,1 0 1 0 0,6-6-1 0 0,3-4 1107 0 0,242-225-2050 0 0,-233 219-276 0 0,-1 0-1 0 0,29-36 1 0 0,-27 24-6114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9.273"/>
    </inkml:context>
    <inkml:brush xml:id="br0">
      <inkml:brushProperty name="width" value="0.035" units="cm"/>
      <inkml:brushProperty name="height" value="0.035" units="cm"/>
      <inkml:brushProperty name="color" value="#E71224"/>
    </inkml:brush>
  </inkml:definitions>
  <inkml:trace contextRef="#ctx0" brushRef="#br0">33 8 16131 0 0,'-6'-2'517'0'0,"4"1"-381"0"0,-1 0 0 0 0,1 0 1 0 0,0 0-1 0 0,0 1 1 0 0,0-1-1 0 0,0 1 1 0 0,-1-1-1 0 0,-2 1 1 0 0,5 1 5 0 0,-1 1-1 0 0,1-1 1 0 0,-1 1 0 0 0,1-1 0 0 0,-1 1 0 0 0,1-1-1 0 0,0 1 1 0 0,0-1 0 0 0,0 1 0 0 0,0-1 0 0 0,0 1 0 0 0,0-1-1 0 0,0 1 1 0 0,1 1 0 0 0,3 7-33 0 0,1 0 0 0 0,-1-1 0 0 0,2 1 0 0 0,10 14 0 0 0,4 7-70 0 0,126 250 1440 0 0,-49-89-635 0 0,-51-103-680 0 0,44 81 31 0 0,-67-133-315 0 0,1-1 0 0 0,39 46 0 0 0,-60-79 74 0 0,-1 0 1 0 0,1-1-1 0 0,0 1 0 0 0,6 4 1 0 0,-9-7 37 0 0,1 0 1 0 0,-1 1 0 0 0,0-1-1 0 0,1 0 1 0 0,-1 0-1 0 0,0 0 1 0 0,1 0-1 0 0,-1 0 1 0 0,1 1 0 0 0,-1-1-1 0 0,0 0 1 0 0,1 0-1 0 0,-1 0 1 0 0,0 0 0 0 0,1 0-1 0 0,-1 0 1 0 0,0 0-1 0 0,1 0 1 0 0,-1 0-1 0 0,1-1 1 0 0,-1 1 0 0 0,0 0-1 0 0,1 0 1 0 0,-1 0-1 0 0,1-1 4 0 0,-1 1 0 0 0,1-1 0 0 0,-1 0-1 0 0,0 1 1 0 0,1-1 0 0 0,-1 1-1 0 0,0-1 1 0 0,0 0 0 0 0,1 1 0 0 0,-1-1-1 0 0,0 0 1 0 0,0 0 0 0 0,0 1 0 0 0,0-1-1 0 0,0 0 1 0 0,0 1 0 0 0,0-1-1 0 0,0-1 1 0 0,-1-18 11 0 0,-2-1 0 0 0,0 0 0 0 0,-9-29 0 0 0,2 10-179 0 0,1-2-498 0 0,-6-75 0 0 0,14 101 799 0 0,1-1-1 0 0,1 1 1 0 0,0-1-1 0 0,1 1 1 0 0,0-1-1 0 0,2 1 1 0 0,8-25-1 0 0,-12 39-86 0 0,1 0 0 0 0,0-1 0 0 0,0 1-1 0 0,0 0 1 0 0,0 0 0 0 0,1 0 0 0 0,-1 1 0 0 0,0-1 0 0 0,1 0 0 0 0,-1 0-1 0 0,1 1 1 0 0,0-1 0 0 0,-1 1 0 0 0,1-1 0 0 0,0 1 0 0 0,3-2-1 0 0,-3 3-21 0 0,0-1 0 0 0,-1 1 0 0 0,1 0 0 0 0,-1 0 0 0 0,1 0 0 0 0,-1 0 0 0 0,1 0 0 0 0,0 0 0 0 0,-1 0 0 0 0,1 0 0 0 0,-1 0 0 0 0,1 1 0 0 0,-1-1 0 0 0,1 1 0 0 0,-1-1 0 0 0,1 1 0 0 0,-1 0 0 0 0,1 0 0 0 0,-1-1 0 0 0,0 1 0 0 0,0 0 0 0 0,1 0 0 0 0,-1 0 0 0 0,2 2 0 0 0,7 9 21 0 0,1 1 0 0 0,-2 0 1 0 0,0 0-1 0 0,0 1 0 0 0,-1 0 0 0 0,6 17 1 0 0,-1-7-3 0 0,1 4-526 0 0,37 65 1360 0 0,-43-81-1761 0 0,17 18 0 0 0,-19-24-599 0 0,1 1 0 0 0,0-1 0 0 0,12 8 0 0 0,-1-3-5462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9.590"/>
    </inkml:context>
    <inkml:brush xml:id="br0">
      <inkml:brushProperty name="width" value="0.035" units="cm"/>
      <inkml:brushProperty name="height" value="0.035" units="cm"/>
      <inkml:brushProperty name="color" value="#E71224"/>
    </inkml:brush>
  </inkml:definitions>
  <inkml:trace contextRef="#ctx0" brushRef="#br0">160 367 10594 0 0,'2'-5'303'0'0,"-1"0"-1"0"0,0 0 0 0 0,0 0 0 0 0,0 0 1 0 0,-1-1-1 0 0,1 1 0 0 0,-2 0 1 0 0,1-1-1 0 0,-1-7 0 0 0,-2 1 587 0 0,-1-1 0 0 0,-8-21-1 0 0,8 23-381 0 0,-1 1 0 0 0,-9-16 0 0 0,11 22-424 0 0,0 0 0 0 0,0 0 0 0 0,0 0 0 0 0,0 0 0 0 0,-1 0 0 0 0,0 1 0 0 0,1 0 0 0 0,-8-5 0 0 0,10 8-60 0 0,0-1-1 0 0,0 1 1 0 0,0-1 0 0 0,0 1 0 0 0,0-1 0 0 0,0 1 0 0 0,0 0 0 0 0,-1-1 0 0 0,1 1 0 0 0,0 0 0 0 0,0 0 0 0 0,0 0 0 0 0,-1 0-1 0 0,1 0 1 0 0,0 0 0 0 0,0 0 0 0 0,0 0 0 0 0,0 1 0 0 0,-1-1 0 0 0,1 0 0 0 0,-1 1 0 0 0,0 1 15 0 0,-1-1 0 0 0,1 0 0 0 0,0 1 0 0 0,1-1 0 0 0,-1 1 0 0 0,0 0 0 0 0,0-1 0 0 0,1 1 0 0 0,-4 4 0 0 0,1 1 71 0 0,0 1 0 0 0,0 0 0 0 0,1-1 0 0 0,-6 17 0 0 0,5-9 120 0 0,1 0 0 0 0,0 0-1 0 0,1 1 1 0 0,1-1-1 0 0,0 0 1 0 0,1 1 0 0 0,2 15-1 0 0,-1-22-153 0 0,1 0-1 0 0,0-1 1 0 0,0 1-1 0 0,0 0 1 0 0,1-1-1 0 0,1 1 0 0 0,0-1 1 0 0,0 0-1 0 0,0 0 1 0 0,1-1-1 0 0,0 1 1 0 0,0-1-1 0 0,9 9 1 0 0,-10-13-92 0 0,-1 1 0 0 0,1-1 0 0 0,0 0 0 0 0,0-1 1 0 0,0 1-1 0 0,0-1 0 0 0,1 0 0 0 0,-1 0 0 0 0,1 0 1 0 0,-1 0-1 0 0,1-1 0 0 0,-1 1 0 0 0,1-1 0 0 0,0-1 1 0 0,0 1-1 0 0,0-1 0 0 0,0 0 0 0 0,-1 0 0 0 0,1 0 1 0 0,0 0-1 0 0,0-1 0 0 0,0 0 0 0 0,-1 0 0 0 0,1 0 1 0 0,0-1-1 0 0,5-2 0 0 0,-1 0-127 0 0,0 0 1 0 0,-1-1-1 0 0,0 0 1 0 0,0-1-1 0 0,0 0 1 0 0,0 0-1 0 0,-1 0 1 0 0,0-1-1 0 0,-1 0 1 0 0,1 0-1 0 0,-1-1 1 0 0,6-11-1 0 0,-3 4 32 0 0,-1-1 0 0 0,-1 0-1 0 0,0 0 1 0 0,-1 0 0 0 0,-1-1-1 0 0,-1 0 1 0 0,0 0-1 0 0,-2 0 1 0 0,2-30 0 0 0,-3 32 240 0 0,-2-1 1 0 0,0 1-1 0 0,-1 0 1 0 0,0 0-1 0 0,-2 0 1 0 0,1 1-1 0 0,-2-1 1 0 0,0 1 0 0 0,-1 0-1 0 0,0 0 1 0 0,-12-19-1 0 0,16 30-340 0 0,-1-1-1 0 0,1 1 1 0 0,-1 0-1 0 0,0 0 1 0 0,0 0-1 0 0,0 0 1 0 0,0 0-1 0 0,0 1 1 0 0,-1-1-1 0 0,-3-1 1 0 0,5 3-168 0 0,1 0 0 0 0,-1 1 0 0 0,0-1 1 0 0,1 1-1 0 0,-1-1 0 0 0,0 1 0 0 0,1-1 0 0 0,-1 1 0 0 0,0 0 0 0 0,1 0 1 0 0,-1 0-1 0 0,0 0 0 0 0,0 0 0 0 0,1 0 0 0 0,-1 0 0 0 0,0 1 0 0 0,1-1 1 0 0,-1 1-1 0 0,0-1 0 0 0,1 1 0 0 0,-1 0 0 0 0,1-1 0 0 0,-1 1 0 0 0,1 0 1 0 0,-1 0-1 0 0,-1 2 0 0 0,-3 2 168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9.880"/>
    </inkml:context>
    <inkml:brush xml:id="br0">
      <inkml:brushProperty name="width" value="0.035" units="cm"/>
      <inkml:brushProperty name="height" value="0.035" units="cm"/>
      <inkml:brushProperty name="color" value="#E71224"/>
    </inkml:brush>
  </inkml:definitions>
  <inkml:trace contextRef="#ctx0" brushRef="#br0">395 159 17508 0 0,'1'-4'101'0'0,"0"0"0"0"0,0 0 0 0 0,0 0 0 0 0,-1 1 0 0 0,1-1 0 0 0,-1-1 0 0 0,0 1 0 0 0,0 0 0 0 0,0 0-1 0 0,-1 0 1 0 0,0 0 0 0 0,1 1 0 0 0,-1-1 0 0 0,-1 0 0 0 0,1 0 0 0 0,-1 0 0 0 0,1 1 0 0 0,-1-1 0 0 0,0 1 0 0 0,-5-7 0 0 0,3 4-160 0 0,0 0 1 0 0,-1 0-1 0 0,0 1 0 0 0,-1-1 0 0 0,1 1 1 0 0,-1 1-1 0 0,0-1 0 0 0,0 1 1 0 0,0 0-1 0 0,-11-5 0 0 0,12 7-81 0 0,-1 0 1 0 0,0 0-1 0 0,1 1 1 0 0,-1-1-1 0 0,0 1 0 0 0,0 1 1 0 0,0-1-1 0 0,1 1 0 0 0,-1 0 1 0 0,0 0-1 0 0,0 1 1 0 0,0 0-1 0 0,0 0 0 0 0,-6 2 1 0 0,1 1 11 0 0,1 0 0 0 0,-1 1-1 0 0,1 0 1 0 0,0 1 0 0 0,0 0 0 0 0,1 0 0 0 0,-1 1 0 0 0,2 0 0 0 0,-1 1 0 0 0,1 0 0 0 0,0 1 0 0 0,0-1 0 0 0,-5 11 0 0 0,2-3 531 0 0,1 0-1 0 0,0 0 1 0 0,1 1 0 0 0,1 1 0 0 0,1 0 0 0 0,1 0-1 0 0,-5 20 1 0 0,8-24-215 0 0,0 0 0 0 0,2 0 0 0 0,-1 0 1 0 0,2 0-1 0 0,0-1 0 0 0,0 1 0 0 0,2 0 0 0 0,-1 0 0 0 0,2 0 0 0 0,4 16 0 0 0,-5-24-126 0 0,0-1-1 0 0,1 1 1 0 0,-1 0-1 0 0,1-1 1 0 0,0 1-1 0 0,1-1 1 0 0,-1 0-1 0 0,1 0 1 0 0,0 0-1 0 0,0 0 1 0 0,0-1 0 0 0,1 0-1 0 0,0 0 1 0 0,0 0-1 0 0,0 0 1 0 0,0-1-1 0 0,0 0 1 0 0,1 0-1 0 0,-1 0 1 0 0,1-1 0 0 0,0 0-1 0 0,0 0 1 0 0,0 0-1 0 0,12 1 1 0 0,-8-2-130 0 0,0-1 1 0 0,0 0-1 0 0,0-1 0 0 0,0 0 1 0 0,0 0-1 0 0,0-1 1 0 0,0-1-1 0 0,-1 1 1 0 0,1-2-1 0 0,-1 1 1 0 0,0-1-1 0 0,0-1 1 0 0,0 0-1 0 0,11-7 0 0 0,2-4-239 0 0,-1-1 0 0 0,0-1 0 0 0,-1 0 0 0 0,19-24 0 0 0,-7 3-777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10.098"/>
    </inkml:context>
    <inkml:brush xml:id="br0">
      <inkml:brushProperty name="width" value="0.035" units="cm"/>
      <inkml:brushProperty name="height" value="0.035" units="cm"/>
      <inkml:brushProperty name="color" value="#E71224"/>
    </inkml:brush>
  </inkml:definitions>
  <inkml:trace contextRef="#ctx0" brushRef="#br0">25 0 13363 0 0,'-18'10'872'0'0,"18"-9"-850"0"0,-1-1 0 0 0,1 1 1 0 0,-1-1-1 0 0,1 1 0 0 0,-1-1 0 0 0,1 1 0 0 0,0-1 0 0 0,-1 1 0 0 0,1 0 1 0 0,0-1-1 0 0,-1 1 0 0 0,1 0 0 0 0,0-1 0 0 0,0 1 0 0 0,-1 0 1 0 0,1-1-1 0 0,0 1 0 0 0,0 0 0 0 0,0 0 0 0 0,0-1 0 0 0,0 1 1 0 0,0 0-1 0 0,0-1 0 0 0,0 1 0 0 0,1 1 0 0 0,27 96 1108 0 0,4-1 1 0 0,4-2-1 0 0,64 118 0 0 0,-73-162-831 0 0,36 50-1 0 0,-50-83-424 0 0,0 0-1 0 0,2-1 1 0 0,0-1 0 0 0,1 0-1 0 0,33 25 1 0 0,-12-18-769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10.435"/>
    </inkml:context>
    <inkml:brush xml:id="br0">
      <inkml:brushProperty name="width" value="0.035" units="cm"/>
      <inkml:brushProperty name="height" value="0.035" units="cm"/>
      <inkml:brushProperty name="color" value="#E71224"/>
    </inkml:brush>
  </inkml:definitions>
  <inkml:trace contextRef="#ctx0" brushRef="#br0">207 576 2304 0 0,'9'-40'3759'0'0,"-2"-2"0"0"0,3-67 0 0 0,-14-83 1529 0 0,4 181-5030 0 0,-9-74 969 0 0,7 77-1177 0 0,0 0 0 0 0,0 0 1 0 0,0 0-1 0 0,-1 0 0 0 0,0 1 1 0 0,-1-1-1 0 0,-8-13 0 0 0,11 19-52 0 0,0 1 0 0 0,0-1 0 0 0,0 1-1 0 0,-1-1 1 0 0,1 1 0 0 0,0 0-1 0 0,-1 0 1 0 0,1-1 0 0 0,-1 1 0 0 0,0 0-1 0 0,1 0 1 0 0,-1 1 0 0 0,0-1-1 0 0,0 0 1 0 0,1 0 0 0 0,-1 1 0 0 0,0-1-1 0 0,-4 1 1 0 0,4 0 0 0 0,-1 0 0 0 0,0 0 0 0 0,0 0 0 0 0,1 1 0 0 0,-1-1 0 0 0,1 1 0 0 0,-1 0-1 0 0,0 0 1 0 0,1 0 0 0 0,-1 0 0 0 0,-4 3 0 0 0,0 1 13 0 0,0 1 1 0 0,1-1-1 0 0,-1 1 0 0 0,1 0 0 0 0,0 1 0 0 0,0 0 1 0 0,-6 9-1 0 0,3-1 118 0 0,1 1 0 0 0,0 0 0 0 0,0 0 0 0 0,2 1 1 0 0,0 0-1 0 0,-5 27 0 0 0,8-32-90 0 0,1 1-1 0 0,1 0 1 0 0,0-1 0 0 0,1 1-1 0 0,0 0 1 0 0,1 0 0 0 0,0 0-1 0 0,1-1 1 0 0,6 24 0 0 0,-5-29-69 0 0,-1-1 1 0 0,1 1 0 0 0,0-1-1 0 0,1 0 1 0 0,0 0 0 0 0,-1-1-1 0 0,2 1 1 0 0,-1-1 0 0 0,1 1-1 0 0,0-2 1 0 0,0 1 0 0 0,0 0 0 0 0,1-1-1 0 0,-1 0 1 0 0,1 0 0 0 0,0-1-1 0 0,8 4 1 0 0,-3-3 4 0 0,0 0 0 0 0,0 0 0 0 0,1-1-1 0 0,0-1 1 0 0,0 0 0 0 0,-1-1 0 0 0,1 0 0 0 0,0-1 0 0 0,15-1 0 0 0,22-4 246 0 0,50-14-1 0 0,11-1 219 0 0,-89 18-392 0 0,0 0 0 0 0,1 1-1 0 0,23 3 1 0 0,-39-2-49 0 0,0 1 1 0 0,-1 0-1 0 0,1 0 1 0 0,-1 0-1 0 0,1 1 1 0 0,-1 0-1 0 0,1 0 1 0 0,-1 0-1 0 0,0 1 1 0 0,0 0-1 0 0,7 5 1 0 0,-10-6-14 0 0,0-1 0 0 0,0 1 0 0 0,0 0 0 0 0,-1 0 0 0 0,1 0 0 0 0,-1 0 1 0 0,1 1-1 0 0,-1-1 0 0 0,0 0 0 0 0,0 0 0 0 0,0 1 0 0 0,0-1 0 0 0,-1 1 0 0 0,1-1 1 0 0,-1 1-1 0 0,1-1 0 0 0,-1 1 0 0 0,0-1 0 0 0,0 1 0 0 0,0-1 0 0 0,0 1 0 0 0,0-1 1 0 0,-1 1-1 0 0,1-1 0 0 0,-1 1 0 0 0,1-1 0 0 0,-1 1 0 0 0,-1 2 0 0 0,-2 4-58 0 0,-1 0-1 0 0,0 0 1 0 0,0 0-1 0 0,-1 0 1 0 0,0-1-1 0 0,-1 0 1 0 0,0 0-1 0 0,0-1 1 0 0,0 0-1 0 0,-1 0 1 0 0,0-1-1 0 0,-11 7 1 0 0,-2 0-26 0 0,0-1-1 0 0,-1 0 1 0 0,-47 15 0 0 0,44-19-146 0 0,0-1 0 0 0,-35 4 0 0 0,22-7-403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48.502"/>
    </inkml:context>
    <inkml:brush xml:id="br0">
      <inkml:brushProperty name="width" value="0.035" units="cm"/>
      <inkml:brushProperty name="height" value="0.035" units="cm"/>
      <inkml:brushProperty name="color" value="#E71224"/>
    </inkml:brush>
  </inkml:definitions>
  <inkml:trace contextRef="#ctx0" brushRef="#br0">462 0 7370 0 0,'-46'0'1628'0'0,"32"1"133"0"0,1 1 1 0 0,-1 1-1 0 0,1 0 0 0 0,0 1 0 0 0,-20 8 0 0 0,15-4-2149 0 0,-22 13-1 0 0,7-1-19 0 0,1 1-1 0 0,-37 31 1 0 0,58-42 272 0 0,0 1 0 0 0,0 0 0 0 0,1 1 0 0 0,0 0 0 0 0,1 1 0 0 0,0 0 0 0 0,1 0 0 0 0,-9 21 0 0 0,11-20 220 0 0,1 0-1 0 0,1 0 0 0 0,0 1 0 0 0,1-1 0 0 0,1 1 1 0 0,0-1-1 0 0,1 1 0 0 0,1 0 0 0 0,2 28 0 0 0,-1-33-27 0 0,1-1 0 0 0,0 0 0 0 0,0 0 0 0 0,1 0 0 0 0,0 0 0 0 0,0-1 0 0 0,1 1 1 0 0,1-1-1 0 0,-1 0 0 0 0,1 0 0 0 0,1 0 0 0 0,-1-1 0 0 0,1 0 0 0 0,0 0 0 0 0,1 0 0 0 0,13 9 0 0 0,-6-6 118 0 0,1 0 0 0 0,1-2 1 0 0,-1 0-1 0 0,30 10 0 0 0,68 15 616 0 0,-70-22-410 0 0,49 19 1 0 0,-83-26-309 0 0,1 0 0 0 0,-1 1 0 0 0,0 0 0 0 0,0 0 0 0 0,-1 1 0 0 0,0 1 0 0 0,0-1 1 0 0,10 11-1 0 0,-13-11-46 0 0,0 0 0 0 0,-1 0-1 0 0,0 1 1 0 0,0-1 0 0 0,0 1 0 0 0,-1 0 0 0 0,0 0 0 0 0,0 0 0 0 0,-1 0 0 0 0,0 1 0 0 0,2 13 0 0 0,0 20 36 0 0,-3 0 0 0 0,-5 63 1 0 0,4-99-69 0 0,-1-1 0 0 0,1 0 1 0 0,-1 0-1 0 0,0 0 0 0 0,-1 1 1 0 0,1-1-1 0 0,-1 0 0 0 0,0 0 0 0 0,0-1 1 0 0,0 1-1 0 0,0 0 0 0 0,-4 4 1 0 0,1-2-8 0 0,0-1 0 0 0,-1 0 0 0 0,1 0 0 0 0,-1-1 0 0 0,0 0 0 0 0,-11 7 0 0 0,0-3 64 0 0,1-1 1 0 0,-1-1-1 0 0,0 0 1 0 0,0-2-1 0 0,-21 4 1 0 0,25-6 106 0 0,-23 2 0 0 0,32-4-279 0 0,0 0-1 0 0,0-1 1 0 0,0 1-1 0 0,1-1 1 0 0,-1 1-1 0 0,0-1 1 0 0,1 0-1 0 0,-1 0 1 0 0,1-1-1 0 0,-1 1 1 0 0,-3-3-1 0 0,-4-5-7250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49.242"/>
    </inkml:context>
    <inkml:brush xml:id="br0">
      <inkml:brushProperty name="width" value="0.035" units="cm"/>
      <inkml:brushProperty name="height" value="0.035" units="cm"/>
      <inkml:brushProperty name="color" value="#E71224"/>
    </inkml:brush>
  </inkml:definitions>
  <inkml:trace contextRef="#ctx0" brushRef="#br0">97 86 13827 0 0,'3'6'418'0'0,"0"0"0"0"0,0 0 1 0 0,4 6-1 0 0,7 13-363 0 0,101 269-282 0 0,-24 9-2196 0 0,-85-283 2114 0 0,-3-4 5 0 0,1-1 0 0 0,1 0 0 0 0,1 0 1 0 0,0 0-1 0 0,1 0 0 0 0,10 16 0 0 0,-16-30 261 0 0,0 1 1 0 0,0-1-1 0 0,0 0 1 0 0,1 1-1 0 0,-1-1 0 0 0,0 0 1 0 0,0 0-1 0 0,1 0 1 0 0,-1 0-1 0 0,1 0 0 0 0,-1-1 1 0 0,3 2-1 0 0,-3-2 43 0 0,0 1 0 0 0,-1-1 0 0 0,1 0 0 0 0,0 0 0 0 0,0 0 1 0 0,0 0-1 0 0,-1 0 0 0 0,1 0 0 0 0,0 0 0 0 0,0 0 0 0 0,0 0 0 0 0,-1-1 0 0 0,1 1 0 0 0,0 0 0 0 0,0 0 0 0 0,-1-1 0 0 0,1 1 0 0 0,0-1 0 0 0,0 0 0 0 0,1 0 38 0 0,-1-1 0 0 0,1 1 0 0 0,-1-1 0 0 0,1 0 0 0 0,-1 1 0 0 0,0-1 0 0 0,0 0 0 0 0,0 0 0 0 0,0 0 0 0 0,0 0 0 0 0,0 0 0 0 0,0 0 0 0 0,-1-1 0 0 0,1 1 0 0 0,-1 0 0 0 0,0 0 0 0 0,1-3 0 0 0,-1-13 452 0 0,0 0 0 0 0,-1 0 0 0 0,-1 0 0 0 0,-6-29 0 0 0,-26-68 1007 0 0,20 80-1033 0 0,-2 1 0 0 0,-1 0 0 0 0,-1 1 1 0 0,-35-47-1 0 0,6 20 843 0 0,-66-66 1 0 0,101 114-1083 0 0,-9-9 459 0 0,-24-33-1 0 0,40 48-551 0 0,0-1 0 0 0,1 0 0 0 0,0 0 0 0 0,1 0 0 0 0,-1-1 0 0 0,1 1 0 0 0,1-1 0 0 0,-1 0 0 0 0,-2-14 0 0 0,5 20-127 0 0,0 0 0 0 0,0 1 0 0 0,0-1 0 0 0,0 0 0 0 0,0 0 0 0 0,0 1 0 0 0,0-1 0 0 0,0 0 0 0 0,0 1 0 0 0,1-1 0 0 0,-1 0 0 0 0,1 1 0 0 0,0-1 0 0 0,-1 0 0 0 0,1 1 0 0 0,0-1 0 0 0,0 1 0 0 0,0-1 0 0 0,0 1 0 0 0,0 0 0 0 0,2-3 0 0 0,-2 3-31 0 0,1 0-1 0 0,0 1 0 0 0,-1-1 1 0 0,1 0-1 0 0,0 1 0 0 0,0-1 1 0 0,-1 1-1 0 0,1-1 1 0 0,0 1-1 0 0,0 0 0 0 0,0-1 1 0 0,-1 1-1 0 0,1 0 0 0 0,0 0 1 0 0,0 1-1 0 0,0-1 1 0 0,0 0-1 0 0,0 1 0 0 0,2 0 1 0 0,32 10-281 0 0,-17-5 232 0 0,2 0 0 0 0,28 3 0 0 0,15-2 68 0 0,188 27 1 0 0,-209-25 6 0 0,0 1 0 0 0,-1 2 0 0 0,70 30 1 0 0,-100-36-1 0 0,0 0 0 0 0,0 1 0 0 0,0 0 0 0 0,-1 1 0 0 0,0 0 0 0 0,-1 1 0 0 0,16 16 0 0 0,-20-18-47 0 0,-1 0 1 0 0,0 0 0 0 0,-1 0-1 0 0,1 0 1 0 0,-1 1 0 0 0,-1 0 0 0 0,0 0-1 0 0,0 0 1 0 0,0 0 0 0 0,-1 0-1 0 0,0 0 1 0 0,-1 1 0 0 0,1 10-1 0 0,-2-6-38 0 0,0 0 0 0 0,-1 0 0 0 0,-1-1 0 0 0,0 1 0 0 0,0 0-1 0 0,-1-1 1 0 0,-1 0 0 0 0,0 0 0 0 0,-1 0 0 0 0,0 0-1 0 0,-7 11 1 0 0,0-3-20 0 0,-1-1 0 0 0,0-1 0 0 0,-1-1-1 0 0,-1 0 1 0 0,-24 22 0 0 0,27-29-51 0 0,0-1 1 0 0,0 0-1 0 0,0-1 1 0 0,-1 0-1 0 0,0-1 0 0 0,-1-1 1 0 0,0 0-1 0 0,0-1 1 0 0,0 0-1 0 0,-26 4 1 0 0,12-5-6083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49.631"/>
    </inkml:context>
    <inkml:brush xml:id="br0">
      <inkml:brushProperty name="width" value="0.035" units="cm"/>
      <inkml:brushProperty name="height" value="0.035" units="cm"/>
      <inkml:brushProperty name="color" value="#E71224"/>
    </inkml:brush>
  </inkml:definitions>
  <inkml:trace contextRef="#ctx0" brushRef="#br0">13 55 15203 0 0,'-2'-4'172'0'0,"1"1"26"0"0,-1 0 0 0 0,0 0 0 0 0,1 0 0 0 0,0 0 0 0 0,-2-5 0 0 0,3 7-190 0 0,0 0 0 0 0,0 1 0 0 0,0-1 0 0 0,0 0 0 0 0,0 1 0 0 0,0-1 0 0 0,0 0 0 0 0,0 1 0 0 0,0-1 0 0 0,0 0 0 0 0,0 1 0 0 0,0-1 0 0 0,1 0 0 0 0,-1 1 0 0 0,0-1 0 0 0,0 0 0 0 0,1 1 0 0 0,-1-1 0 0 0,0 1 0 0 0,1-1 0 0 0,-1 0 0 0 0,1 1 0 0 0,-1-1 0 0 0,1 1 0 0 0,-1 0 0 0 0,1-1-1 0 0,-1 1 1 0 0,1-1 0 0 0,0 1 0 0 0,-1 0 0 0 0,1-1 0 0 0,-1 1 0 0 0,2-1 0 0 0,2 0-43 0 0,0 0 0 0 0,0-1 1 0 0,0 1-1 0 0,0 0 0 0 0,0 1 0 0 0,0-1 0 0 0,0 1 0 0 0,0 0 0 0 0,0 0 0 0 0,1 0 0 0 0,-1 0 0 0 0,0 1 1 0 0,0-1-1 0 0,0 1 0 0 0,6 2 0 0 0,-5 0 17 0 0,1-1 0 0 0,-1 1 1 0 0,0 0-1 0 0,0 1 0 0 0,0-1 0 0 0,0 1 1 0 0,-1 0-1 0 0,1 0 0 0 0,5 8 1 0 0,3 6 55 0 0,0 0 0 0 0,-2 1 1 0 0,0 1-1 0 0,13 34 0 0 0,10 31 450 0 0,27 112-1 0 0,5 99 544 0 0,26 302-322 0 0,-29 9-2069 0 0,-45-426 69 0 0,-1-4-2836 0 0,1-9-1155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07/06/2026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8851170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18643016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07/06/2026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07/06/2026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3" Type="http://schemas.openxmlformats.org/officeDocument/2006/relationships/customXml" Target="../ink/ink32.xml"/><Relationship Id="rId18" Type="http://schemas.openxmlformats.org/officeDocument/2006/relationships/image" Target="../media/image36.png"/><Relationship Id="rId26" Type="http://schemas.openxmlformats.org/officeDocument/2006/relationships/image" Target="../media/image40.png"/><Relationship Id="rId39" Type="http://schemas.openxmlformats.org/officeDocument/2006/relationships/customXml" Target="../ink/ink45.xml"/><Relationship Id="rId21" Type="http://schemas.openxmlformats.org/officeDocument/2006/relationships/customXml" Target="../ink/ink36.xml"/><Relationship Id="rId34" Type="http://schemas.openxmlformats.org/officeDocument/2006/relationships/image" Target="../media/image44.png"/><Relationship Id="rId42" Type="http://schemas.openxmlformats.org/officeDocument/2006/relationships/image" Target="../media/image48.png"/><Relationship Id="rId47" Type="http://schemas.openxmlformats.org/officeDocument/2006/relationships/customXml" Target="../ink/ink49.xml"/><Relationship Id="rId50" Type="http://schemas.openxmlformats.org/officeDocument/2006/relationships/image" Target="../media/image52.png"/><Relationship Id="rId7" Type="http://schemas.openxmlformats.org/officeDocument/2006/relationships/customXml" Target="../ink/ink29.xml"/><Relationship Id="rId2" Type="http://schemas.openxmlformats.org/officeDocument/2006/relationships/notesSlide" Target="../notesSlides/notesSlide9.xml"/><Relationship Id="rId16" Type="http://schemas.openxmlformats.org/officeDocument/2006/relationships/image" Target="../media/image35.png"/><Relationship Id="rId29" Type="http://schemas.openxmlformats.org/officeDocument/2006/relationships/customXml" Target="../ink/ink40.xml"/><Relationship Id="rId11" Type="http://schemas.openxmlformats.org/officeDocument/2006/relationships/customXml" Target="../ink/ink31.xml"/><Relationship Id="rId24" Type="http://schemas.openxmlformats.org/officeDocument/2006/relationships/image" Target="../media/image39.png"/><Relationship Id="rId32" Type="http://schemas.openxmlformats.org/officeDocument/2006/relationships/image" Target="../media/image43.png"/><Relationship Id="rId37" Type="http://schemas.openxmlformats.org/officeDocument/2006/relationships/customXml" Target="../ink/ink44.xml"/><Relationship Id="rId40" Type="http://schemas.openxmlformats.org/officeDocument/2006/relationships/image" Target="../media/image47.png"/><Relationship Id="rId45" Type="http://schemas.openxmlformats.org/officeDocument/2006/relationships/customXml" Target="../ink/ink48.xml"/><Relationship Id="rId5" Type="http://schemas.openxmlformats.org/officeDocument/2006/relationships/customXml" Target="../ink/ink28.xml"/><Relationship Id="rId15" Type="http://schemas.openxmlformats.org/officeDocument/2006/relationships/customXml" Target="../ink/ink33.xml"/><Relationship Id="rId23" Type="http://schemas.openxmlformats.org/officeDocument/2006/relationships/customXml" Target="../ink/ink37.xml"/><Relationship Id="rId28" Type="http://schemas.openxmlformats.org/officeDocument/2006/relationships/image" Target="../media/image41.png"/><Relationship Id="rId36" Type="http://schemas.openxmlformats.org/officeDocument/2006/relationships/image" Target="../media/image45.png"/><Relationship Id="rId49" Type="http://schemas.openxmlformats.org/officeDocument/2006/relationships/customXml" Target="../ink/ink50.xml"/><Relationship Id="rId10" Type="http://schemas.openxmlformats.org/officeDocument/2006/relationships/image" Target="../media/image32.png"/><Relationship Id="rId19" Type="http://schemas.openxmlformats.org/officeDocument/2006/relationships/customXml" Target="../ink/ink35.xml"/><Relationship Id="rId31" Type="http://schemas.openxmlformats.org/officeDocument/2006/relationships/customXml" Target="../ink/ink41.xml"/><Relationship Id="rId44" Type="http://schemas.openxmlformats.org/officeDocument/2006/relationships/image" Target="../media/image49.png"/><Relationship Id="rId52" Type="http://schemas.openxmlformats.org/officeDocument/2006/relationships/image" Target="../media/image53.png"/><Relationship Id="rId4" Type="http://schemas.openxmlformats.org/officeDocument/2006/relationships/image" Target="../media/image29.png"/><Relationship Id="rId9" Type="http://schemas.openxmlformats.org/officeDocument/2006/relationships/customXml" Target="../ink/ink30.xml"/><Relationship Id="rId14" Type="http://schemas.openxmlformats.org/officeDocument/2006/relationships/image" Target="../media/image34.png"/><Relationship Id="rId22" Type="http://schemas.openxmlformats.org/officeDocument/2006/relationships/image" Target="../media/image38.png"/><Relationship Id="rId27" Type="http://schemas.openxmlformats.org/officeDocument/2006/relationships/customXml" Target="../ink/ink39.xml"/><Relationship Id="rId30" Type="http://schemas.openxmlformats.org/officeDocument/2006/relationships/image" Target="../media/image42.png"/><Relationship Id="rId35" Type="http://schemas.openxmlformats.org/officeDocument/2006/relationships/customXml" Target="../ink/ink43.xml"/><Relationship Id="rId43" Type="http://schemas.openxmlformats.org/officeDocument/2006/relationships/customXml" Target="../ink/ink47.xml"/><Relationship Id="rId48" Type="http://schemas.openxmlformats.org/officeDocument/2006/relationships/image" Target="../media/image51.png"/><Relationship Id="rId8" Type="http://schemas.openxmlformats.org/officeDocument/2006/relationships/image" Target="../media/image31.png"/><Relationship Id="rId51" Type="http://schemas.openxmlformats.org/officeDocument/2006/relationships/customXml" Target="../ink/ink51.xml"/><Relationship Id="rId3" Type="http://schemas.openxmlformats.org/officeDocument/2006/relationships/customXml" Target="../ink/ink27.xml"/><Relationship Id="rId12" Type="http://schemas.openxmlformats.org/officeDocument/2006/relationships/image" Target="../media/image33.png"/><Relationship Id="rId17" Type="http://schemas.openxmlformats.org/officeDocument/2006/relationships/customXml" Target="../ink/ink34.xml"/><Relationship Id="rId25" Type="http://schemas.openxmlformats.org/officeDocument/2006/relationships/customXml" Target="../ink/ink38.xml"/><Relationship Id="rId33" Type="http://schemas.openxmlformats.org/officeDocument/2006/relationships/customXml" Target="../ink/ink42.xml"/><Relationship Id="rId38" Type="http://schemas.openxmlformats.org/officeDocument/2006/relationships/image" Target="../media/image46.png"/><Relationship Id="rId46" Type="http://schemas.openxmlformats.org/officeDocument/2006/relationships/image" Target="../media/image50.png"/><Relationship Id="rId20" Type="http://schemas.openxmlformats.org/officeDocument/2006/relationships/image" Target="../media/image37.png"/><Relationship Id="rId41" Type="http://schemas.openxmlformats.org/officeDocument/2006/relationships/customXml" Target="../ink/ink46.xml"/><Relationship Id="rId1" Type="http://schemas.openxmlformats.org/officeDocument/2006/relationships/slideLayout" Target="../slideLayouts/slideLayout6.xml"/><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6" Type="http://schemas.openxmlformats.org/officeDocument/2006/relationships/image" Target="../media/image71.png"/><Relationship Id="rId21" Type="http://schemas.openxmlformats.org/officeDocument/2006/relationships/customXml" Target="../ink/ink61.xml"/><Relationship Id="rId42" Type="http://schemas.openxmlformats.org/officeDocument/2006/relationships/image" Target="../media/image79.png"/><Relationship Id="rId47" Type="http://schemas.openxmlformats.org/officeDocument/2006/relationships/customXml" Target="../ink/ink74.xml"/><Relationship Id="rId63" Type="http://schemas.openxmlformats.org/officeDocument/2006/relationships/customXml" Target="../ink/ink82.xml"/><Relationship Id="rId68" Type="http://schemas.openxmlformats.org/officeDocument/2006/relationships/image" Target="../media/image92.png"/><Relationship Id="rId2" Type="http://schemas.openxmlformats.org/officeDocument/2006/relationships/notesSlide" Target="../notesSlides/notesSlide17.xml"/><Relationship Id="rId16" Type="http://schemas.openxmlformats.org/officeDocument/2006/relationships/image" Target="../media/image66.png"/><Relationship Id="rId29" Type="http://schemas.openxmlformats.org/officeDocument/2006/relationships/customXml" Target="../ink/ink65.xml"/><Relationship Id="rId11" Type="http://schemas.openxmlformats.org/officeDocument/2006/relationships/customXml" Target="../ink/ink56.xml"/><Relationship Id="rId24" Type="http://schemas.openxmlformats.org/officeDocument/2006/relationships/image" Target="../media/image70.png"/><Relationship Id="rId32" Type="http://schemas.openxmlformats.org/officeDocument/2006/relationships/image" Target="../media/image74.png"/><Relationship Id="rId37" Type="http://schemas.openxmlformats.org/officeDocument/2006/relationships/customXml" Target="../ink/ink69.xml"/><Relationship Id="rId40" Type="http://schemas.openxmlformats.org/officeDocument/2006/relationships/image" Target="../media/image78.png"/><Relationship Id="rId45" Type="http://schemas.openxmlformats.org/officeDocument/2006/relationships/customXml" Target="../ink/ink73.xml"/><Relationship Id="rId53" Type="http://schemas.openxmlformats.org/officeDocument/2006/relationships/customXml" Target="../ink/ink77.xml"/><Relationship Id="rId58" Type="http://schemas.openxmlformats.org/officeDocument/2006/relationships/image" Target="../media/image87.png"/><Relationship Id="rId66" Type="http://schemas.openxmlformats.org/officeDocument/2006/relationships/image" Target="../media/image91.png"/><Relationship Id="rId74" Type="http://schemas.openxmlformats.org/officeDocument/2006/relationships/image" Target="../media/image95.png"/><Relationship Id="rId5" Type="http://schemas.openxmlformats.org/officeDocument/2006/relationships/customXml" Target="../ink/ink53.xml"/><Relationship Id="rId61" Type="http://schemas.openxmlformats.org/officeDocument/2006/relationships/customXml" Target="../ink/ink81.xml"/><Relationship Id="rId19" Type="http://schemas.openxmlformats.org/officeDocument/2006/relationships/customXml" Target="../ink/ink60.xml"/><Relationship Id="rId14" Type="http://schemas.openxmlformats.org/officeDocument/2006/relationships/image" Target="../media/image65.png"/><Relationship Id="rId22" Type="http://schemas.openxmlformats.org/officeDocument/2006/relationships/image" Target="../media/image69.png"/><Relationship Id="rId27" Type="http://schemas.openxmlformats.org/officeDocument/2006/relationships/customXml" Target="../ink/ink64.xml"/><Relationship Id="rId30" Type="http://schemas.openxmlformats.org/officeDocument/2006/relationships/image" Target="../media/image73.png"/><Relationship Id="rId35" Type="http://schemas.openxmlformats.org/officeDocument/2006/relationships/customXml" Target="../ink/ink68.xml"/><Relationship Id="rId43" Type="http://schemas.openxmlformats.org/officeDocument/2006/relationships/customXml" Target="../ink/ink72.xml"/><Relationship Id="rId48" Type="http://schemas.openxmlformats.org/officeDocument/2006/relationships/image" Target="../media/image82.png"/><Relationship Id="rId56" Type="http://schemas.openxmlformats.org/officeDocument/2006/relationships/image" Target="../media/image86.png"/><Relationship Id="rId64" Type="http://schemas.openxmlformats.org/officeDocument/2006/relationships/image" Target="../media/image90.png"/><Relationship Id="rId69" Type="http://schemas.openxmlformats.org/officeDocument/2006/relationships/customXml" Target="../ink/ink85.xml"/><Relationship Id="rId8" Type="http://schemas.openxmlformats.org/officeDocument/2006/relationships/image" Target="../media/image62.png"/><Relationship Id="rId51" Type="http://schemas.openxmlformats.org/officeDocument/2006/relationships/customXml" Target="../ink/ink76.xml"/><Relationship Id="rId72" Type="http://schemas.openxmlformats.org/officeDocument/2006/relationships/image" Target="../media/image94.png"/><Relationship Id="rId3" Type="http://schemas.openxmlformats.org/officeDocument/2006/relationships/customXml" Target="../ink/ink52.xml"/><Relationship Id="rId12" Type="http://schemas.openxmlformats.org/officeDocument/2006/relationships/image" Target="../media/image64.png"/><Relationship Id="rId17" Type="http://schemas.openxmlformats.org/officeDocument/2006/relationships/customXml" Target="../ink/ink59.xml"/><Relationship Id="rId25" Type="http://schemas.openxmlformats.org/officeDocument/2006/relationships/customXml" Target="../ink/ink63.xml"/><Relationship Id="rId33" Type="http://schemas.openxmlformats.org/officeDocument/2006/relationships/customXml" Target="../ink/ink67.xml"/><Relationship Id="rId38" Type="http://schemas.openxmlformats.org/officeDocument/2006/relationships/image" Target="../media/image77.png"/><Relationship Id="rId46" Type="http://schemas.openxmlformats.org/officeDocument/2006/relationships/image" Target="../media/image81.png"/><Relationship Id="rId59" Type="http://schemas.openxmlformats.org/officeDocument/2006/relationships/customXml" Target="../ink/ink80.xml"/><Relationship Id="rId67" Type="http://schemas.openxmlformats.org/officeDocument/2006/relationships/customXml" Target="../ink/ink84.xml"/><Relationship Id="rId20" Type="http://schemas.openxmlformats.org/officeDocument/2006/relationships/image" Target="../media/image68.png"/><Relationship Id="rId41" Type="http://schemas.openxmlformats.org/officeDocument/2006/relationships/customXml" Target="../ink/ink71.xml"/><Relationship Id="rId54" Type="http://schemas.openxmlformats.org/officeDocument/2006/relationships/image" Target="../media/image85.png"/><Relationship Id="rId62" Type="http://schemas.openxmlformats.org/officeDocument/2006/relationships/image" Target="../media/image89.png"/><Relationship Id="rId70" Type="http://schemas.openxmlformats.org/officeDocument/2006/relationships/image" Target="../media/image93.png"/><Relationship Id="rId75" Type="http://schemas.openxmlformats.org/officeDocument/2006/relationships/customXml" Target="../ink/ink88.xml"/><Relationship Id="rId1" Type="http://schemas.openxmlformats.org/officeDocument/2006/relationships/slideLayout" Target="../slideLayouts/slideLayout6.xml"/><Relationship Id="rId6" Type="http://schemas.openxmlformats.org/officeDocument/2006/relationships/image" Target="../media/image61.png"/><Relationship Id="rId15" Type="http://schemas.openxmlformats.org/officeDocument/2006/relationships/customXml" Target="../ink/ink58.xml"/><Relationship Id="rId23" Type="http://schemas.openxmlformats.org/officeDocument/2006/relationships/customXml" Target="../ink/ink62.xml"/><Relationship Id="rId28" Type="http://schemas.openxmlformats.org/officeDocument/2006/relationships/image" Target="../media/image72.png"/><Relationship Id="rId36" Type="http://schemas.openxmlformats.org/officeDocument/2006/relationships/image" Target="../media/image76.png"/><Relationship Id="rId49" Type="http://schemas.openxmlformats.org/officeDocument/2006/relationships/customXml" Target="../ink/ink75.xml"/><Relationship Id="rId57" Type="http://schemas.openxmlformats.org/officeDocument/2006/relationships/customXml" Target="../ink/ink79.xml"/><Relationship Id="rId10" Type="http://schemas.openxmlformats.org/officeDocument/2006/relationships/image" Target="../media/image63.png"/><Relationship Id="rId31" Type="http://schemas.openxmlformats.org/officeDocument/2006/relationships/customXml" Target="../ink/ink66.xml"/><Relationship Id="rId44" Type="http://schemas.openxmlformats.org/officeDocument/2006/relationships/image" Target="../media/image80.png"/><Relationship Id="rId52" Type="http://schemas.openxmlformats.org/officeDocument/2006/relationships/image" Target="../media/image84.png"/><Relationship Id="rId60" Type="http://schemas.openxmlformats.org/officeDocument/2006/relationships/image" Target="../media/image88.png"/><Relationship Id="rId65" Type="http://schemas.openxmlformats.org/officeDocument/2006/relationships/customXml" Target="../ink/ink83.xml"/><Relationship Id="rId73" Type="http://schemas.openxmlformats.org/officeDocument/2006/relationships/customXml" Target="../ink/ink87.xml"/><Relationship Id="rId4" Type="http://schemas.openxmlformats.org/officeDocument/2006/relationships/image" Target="../media/image60.png"/><Relationship Id="rId9" Type="http://schemas.openxmlformats.org/officeDocument/2006/relationships/customXml" Target="../ink/ink55.xml"/><Relationship Id="rId13" Type="http://schemas.openxmlformats.org/officeDocument/2006/relationships/customXml" Target="../ink/ink57.xml"/><Relationship Id="rId18" Type="http://schemas.openxmlformats.org/officeDocument/2006/relationships/image" Target="../media/image67.png"/><Relationship Id="rId39" Type="http://schemas.openxmlformats.org/officeDocument/2006/relationships/customXml" Target="../ink/ink70.xml"/><Relationship Id="rId34" Type="http://schemas.openxmlformats.org/officeDocument/2006/relationships/image" Target="../media/image75.png"/><Relationship Id="rId50" Type="http://schemas.openxmlformats.org/officeDocument/2006/relationships/image" Target="../media/image83.png"/><Relationship Id="rId55" Type="http://schemas.openxmlformats.org/officeDocument/2006/relationships/customXml" Target="../ink/ink78.xml"/><Relationship Id="rId76" Type="http://schemas.openxmlformats.org/officeDocument/2006/relationships/image" Target="../media/image96.png"/><Relationship Id="rId7" Type="http://schemas.openxmlformats.org/officeDocument/2006/relationships/customXml" Target="../ink/ink54.xml"/><Relationship Id="rId71" Type="http://schemas.openxmlformats.org/officeDocument/2006/relationships/customXml" Target="../ink/ink8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ustomXml" Target="../ink/ink89.xml"/><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90.xml"/><Relationship Id="rId4" Type="http://schemas.openxmlformats.org/officeDocument/2006/relationships/image" Target="../media/image99.png"/></Relationships>
</file>

<file path=ppt/slides/_rels/slide34.xml.rels><?xml version="1.0" encoding="UTF-8" standalone="yes"?>
<Relationships xmlns="http://schemas.openxmlformats.org/package/2006/relationships"><Relationship Id="rId3" Type="http://schemas.openxmlformats.org/officeDocument/2006/relationships/customXml" Target="../ink/ink91.xml"/><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92.xml"/><Relationship Id="rId4" Type="http://schemas.openxmlformats.org/officeDocument/2006/relationships/image" Target="../media/image102.png"/></Relationships>
</file>

<file path=ppt/slides/_rels/slide35.xml.rels><?xml version="1.0" encoding="UTF-8" standalone="yes"?>
<Relationships xmlns="http://schemas.openxmlformats.org/package/2006/relationships"><Relationship Id="rId3" Type="http://schemas.openxmlformats.org/officeDocument/2006/relationships/customXml" Target="../ink/ink93.xml"/><Relationship Id="rId2" Type="http://schemas.openxmlformats.org/officeDocument/2006/relationships/image" Target="../media/image57.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94.xml"/><Relationship Id="rId4" Type="http://schemas.openxmlformats.org/officeDocument/2006/relationships/image" Target="../media/image105.png"/></Relationships>
</file>

<file path=ppt/slides/_rels/slide36.xml.rels><?xml version="1.0" encoding="UTF-8" standalone="yes"?>
<Relationships xmlns="http://schemas.openxmlformats.org/package/2006/relationships"><Relationship Id="rId26" Type="http://schemas.openxmlformats.org/officeDocument/2006/relationships/customXml" Target="../ink/ink106.xml"/><Relationship Id="rId21" Type="http://schemas.openxmlformats.org/officeDocument/2006/relationships/image" Target="../media/image116.png"/><Relationship Id="rId42" Type="http://schemas.openxmlformats.org/officeDocument/2006/relationships/customXml" Target="../ink/ink114.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127.xml"/><Relationship Id="rId16" Type="http://schemas.openxmlformats.org/officeDocument/2006/relationships/customXml" Target="../ink/ink101.xml"/><Relationship Id="rId11" Type="http://schemas.openxmlformats.org/officeDocument/2006/relationships/image" Target="../media/image111.png"/><Relationship Id="rId32" Type="http://schemas.openxmlformats.org/officeDocument/2006/relationships/customXml" Target="../ink/ink109.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122.xml"/><Relationship Id="rId74" Type="http://schemas.openxmlformats.org/officeDocument/2006/relationships/customXml" Target="../ink/ink130.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100.xml"/><Relationship Id="rId22" Type="http://schemas.openxmlformats.org/officeDocument/2006/relationships/customXml" Target="../ink/ink104.xml"/><Relationship Id="rId27" Type="http://schemas.openxmlformats.org/officeDocument/2006/relationships/image" Target="../media/image119.png"/><Relationship Id="rId30" Type="http://schemas.openxmlformats.org/officeDocument/2006/relationships/customXml" Target="../ink/ink108.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117.xml"/><Relationship Id="rId56" Type="http://schemas.openxmlformats.org/officeDocument/2006/relationships/customXml" Target="../ink/ink121.xml"/><Relationship Id="rId64" Type="http://schemas.openxmlformats.org/officeDocument/2006/relationships/customXml" Target="../ink/ink125.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97.xml"/><Relationship Id="rId51" Type="http://schemas.openxmlformats.org/officeDocument/2006/relationships/image" Target="../media/image131.png"/><Relationship Id="rId72" Type="http://schemas.openxmlformats.org/officeDocument/2006/relationships/customXml" Target="../ink/ink129.xml"/><Relationship Id="rId80" Type="http://schemas.openxmlformats.org/officeDocument/2006/relationships/customXml" Target="../ink/ink133.xml"/><Relationship Id="rId3" Type="http://schemas.openxmlformats.org/officeDocument/2006/relationships/image" Target="../media/image58.png"/><Relationship Id="rId12" Type="http://schemas.openxmlformats.org/officeDocument/2006/relationships/customXml" Target="../ink/ink99.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112.xml"/><Relationship Id="rId46" Type="http://schemas.openxmlformats.org/officeDocument/2006/relationships/customXml" Target="../ink/ink116.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103.xml"/><Relationship Id="rId41" Type="http://schemas.openxmlformats.org/officeDocument/2006/relationships/image" Target="../media/image126.png"/><Relationship Id="rId54" Type="http://schemas.openxmlformats.org/officeDocument/2006/relationships/customXml" Target="../ink/ink120.xml"/><Relationship Id="rId62" Type="http://schemas.openxmlformats.org/officeDocument/2006/relationships/customXml" Target="../ink/ink124.xml"/><Relationship Id="rId70" Type="http://schemas.openxmlformats.org/officeDocument/2006/relationships/customXml" Target="../ink/ink128.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96.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107.xml"/><Relationship Id="rId36" Type="http://schemas.openxmlformats.org/officeDocument/2006/relationships/customXml" Target="../ink/ink111.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98.xml"/><Relationship Id="rId31" Type="http://schemas.openxmlformats.org/officeDocument/2006/relationships/image" Target="../media/image121.png"/><Relationship Id="rId44" Type="http://schemas.openxmlformats.org/officeDocument/2006/relationships/customXml" Target="../ink/ink115.xml"/><Relationship Id="rId52" Type="http://schemas.openxmlformats.org/officeDocument/2006/relationships/customXml" Target="../ink/ink119.xml"/><Relationship Id="rId60" Type="http://schemas.openxmlformats.org/officeDocument/2006/relationships/customXml" Target="../ink/ink123.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132.xml"/><Relationship Id="rId81" Type="http://schemas.openxmlformats.org/officeDocument/2006/relationships/image" Target="../media/image146.png"/><Relationship Id="rId4" Type="http://schemas.openxmlformats.org/officeDocument/2006/relationships/customXml" Target="../ink/ink95.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102.xml"/><Relationship Id="rId39" Type="http://schemas.openxmlformats.org/officeDocument/2006/relationships/image" Target="../media/image125.png"/><Relationship Id="rId34" Type="http://schemas.openxmlformats.org/officeDocument/2006/relationships/customXml" Target="../ink/ink110.xml"/><Relationship Id="rId50" Type="http://schemas.openxmlformats.org/officeDocument/2006/relationships/customXml" Target="../ink/ink118.xml"/><Relationship Id="rId55" Type="http://schemas.openxmlformats.org/officeDocument/2006/relationships/image" Target="../media/image133.png"/><Relationship Id="rId76" Type="http://schemas.openxmlformats.org/officeDocument/2006/relationships/customXml" Target="../ink/ink131.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4.xml"/><Relationship Id="rId29" Type="http://schemas.openxmlformats.org/officeDocument/2006/relationships/image" Target="../media/image120.png"/><Relationship Id="rId24" Type="http://schemas.openxmlformats.org/officeDocument/2006/relationships/customXml" Target="../ink/ink105.xml"/><Relationship Id="rId40" Type="http://schemas.openxmlformats.org/officeDocument/2006/relationships/customXml" Target="../ink/ink113.xml"/><Relationship Id="rId45" Type="http://schemas.openxmlformats.org/officeDocument/2006/relationships/image" Target="../media/image128.png"/><Relationship Id="rId66" Type="http://schemas.openxmlformats.org/officeDocument/2006/relationships/customXml" Target="../ink/ink1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143.xml"/><Relationship Id="rId42" Type="http://schemas.openxmlformats.org/officeDocument/2006/relationships/image" Target="../media/image167.png"/><Relationship Id="rId47" Type="http://schemas.openxmlformats.org/officeDocument/2006/relationships/customXml" Target="../ink/ink156.xml"/><Relationship Id="rId63" Type="http://schemas.openxmlformats.org/officeDocument/2006/relationships/customXml" Target="../ink/ink164.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77.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86.xml"/><Relationship Id="rId11" Type="http://schemas.openxmlformats.org/officeDocument/2006/relationships/customXml" Target="../ink/ink138.xml"/><Relationship Id="rId32" Type="http://schemas.openxmlformats.org/officeDocument/2006/relationships/image" Target="../media/image162.png"/><Relationship Id="rId37" Type="http://schemas.openxmlformats.org/officeDocument/2006/relationships/customXml" Target="../ink/ink151.xml"/><Relationship Id="rId53" Type="http://schemas.openxmlformats.org/officeDocument/2006/relationships/customXml" Target="../ink/ink159.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72.xml"/><Relationship Id="rId102" Type="http://schemas.openxmlformats.org/officeDocument/2006/relationships/image" Target="../media/image197.png"/><Relationship Id="rId5" Type="http://schemas.openxmlformats.org/officeDocument/2006/relationships/customXml" Target="../ink/ink135.xml"/><Relationship Id="rId90" Type="http://schemas.openxmlformats.org/officeDocument/2006/relationships/image" Target="../media/image191.png"/><Relationship Id="rId95" Type="http://schemas.openxmlformats.org/officeDocument/2006/relationships/customXml" Target="../ink/ink180.xml"/><Relationship Id="rId22" Type="http://schemas.openxmlformats.org/officeDocument/2006/relationships/image" Target="../media/image157.png"/><Relationship Id="rId27" Type="http://schemas.openxmlformats.org/officeDocument/2006/relationships/customXml" Target="../ink/ink146.xml"/><Relationship Id="rId43" Type="http://schemas.openxmlformats.org/officeDocument/2006/relationships/customXml" Target="../ink/ink154.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67.xml"/><Relationship Id="rId113" Type="http://schemas.openxmlformats.org/officeDocument/2006/relationships/customXml" Target="../ink/ink189.xml"/><Relationship Id="rId80" Type="http://schemas.openxmlformats.org/officeDocument/2006/relationships/image" Target="../media/image186.png"/><Relationship Id="rId85" Type="http://schemas.openxmlformats.org/officeDocument/2006/relationships/customXml" Target="../ink/ink175.xml"/><Relationship Id="rId12" Type="http://schemas.openxmlformats.org/officeDocument/2006/relationships/image" Target="../media/image152.png"/><Relationship Id="rId17" Type="http://schemas.openxmlformats.org/officeDocument/2006/relationships/customXml" Target="../ink/ink141.xml"/><Relationship Id="rId33" Type="http://schemas.openxmlformats.org/officeDocument/2006/relationships/customXml" Target="../ink/ink149.xml"/><Relationship Id="rId38" Type="http://schemas.openxmlformats.org/officeDocument/2006/relationships/image" Target="../media/image165.png"/><Relationship Id="rId59" Type="http://schemas.openxmlformats.org/officeDocument/2006/relationships/customXml" Target="../ink/ink162.xml"/><Relationship Id="rId103" Type="http://schemas.openxmlformats.org/officeDocument/2006/relationships/customXml" Target="../ink/ink184.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70.xml"/><Relationship Id="rId91" Type="http://schemas.openxmlformats.org/officeDocument/2006/relationships/customXml" Target="../ink/ink178.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140.xml"/><Relationship Id="rId23" Type="http://schemas.openxmlformats.org/officeDocument/2006/relationships/customXml" Target="../ink/ink144.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157.xml"/><Relationship Id="rId57" Type="http://schemas.openxmlformats.org/officeDocument/2006/relationships/customXml" Target="../ink/ink161.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148.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65.xml"/><Relationship Id="rId73" Type="http://schemas.openxmlformats.org/officeDocument/2006/relationships/customXml" Target="../ink/ink169.xml"/><Relationship Id="rId78" Type="http://schemas.openxmlformats.org/officeDocument/2006/relationships/image" Target="../media/image185.png"/><Relationship Id="rId81" Type="http://schemas.openxmlformats.org/officeDocument/2006/relationships/customXml" Target="../ink/ink173.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82.xml"/><Relationship Id="rId101" Type="http://schemas.openxmlformats.org/officeDocument/2006/relationships/customXml" Target="../ink/ink183.xml"/><Relationship Id="rId4" Type="http://schemas.openxmlformats.org/officeDocument/2006/relationships/image" Target="../media/image148.png"/><Relationship Id="rId9" Type="http://schemas.openxmlformats.org/officeDocument/2006/relationships/customXml" Target="../ink/ink137.xml"/><Relationship Id="rId13" Type="http://schemas.openxmlformats.org/officeDocument/2006/relationships/customXml" Target="../ink/ink139.xml"/><Relationship Id="rId18" Type="http://schemas.openxmlformats.org/officeDocument/2006/relationships/image" Target="../media/image155.png"/><Relationship Id="rId39" Type="http://schemas.openxmlformats.org/officeDocument/2006/relationships/customXml" Target="../ink/ink152.xml"/><Relationship Id="rId109" Type="http://schemas.openxmlformats.org/officeDocument/2006/relationships/customXml" Target="../ink/ink187.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160.xml"/><Relationship Id="rId76" Type="http://schemas.openxmlformats.org/officeDocument/2006/relationships/image" Target="../media/image184.png"/><Relationship Id="rId97" Type="http://schemas.openxmlformats.org/officeDocument/2006/relationships/customXml" Target="../ink/ink181.xml"/><Relationship Id="rId104" Type="http://schemas.openxmlformats.org/officeDocument/2006/relationships/image" Target="../media/image198.png"/><Relationship Id="rId7" Type="http://schemas.openxmlformats.org/officeDocument/2006/relationships/customXml" Target="../ink/ink136.xml"/><Relationship Id="rId71" Type="http://schemas.openxmlformats.org/officeDocument/2006/relationships/customXml" Target="../ink/ink168.xml"/><Relationship Id="rId92" Type="http://schemas.openxmlformats.org/officeDocument/2006/relationships/image" Target="../media/image192.png"/><Relationship Id="rId2" Type="http://schemas.openxmlformats.org/officeDocument/2006/relationships/image" Target="../media/image59.png"/><Relationship Id="rId29" Type="http://schemas.openxmlformats.org/officeDocument/2006/relationships/customXml" Target="../ink/ink147.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155.xml"/><Relationship Id="rId66" Type="http://schemas.openxmlformats.org/officeDocument/2006/relationships/image" Target="../media/image179.png"/><Relationship Id="rId87" Type="http://schemas.openxmlformats.org/officeDocument/2006/relationships/customXml" Target="../ink/ink176.xml"/><Relationship Id="rId110" Type="http://schemas.openxmlformats.org/officeDocument/2006/relationships/image" Target="../media/image201.png"/><Relationship Id="rId61" Type="http://schemas.openxmlformats.org/officeDocument/2006/relationships/customXml" Target="../ink/ink163.xml"/><Relationship Id="rId82" Type="http://schemas.openxmlformats.org/officeDocument/2006/relationships/image" Target="../media/image187.png"/><Relationship Id="rId19" Type="http://schemas.openxmlformats.org/officeDocument/2006/relationships/customXml" Target="../ink/ink142.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150.xml"/><Relationship Id="rId56" Type="http://schemas.openxmlformats.org/officeDocument/2006/relationships/image" Target="../media/image174.png"/><Relationship Id="rId77" Type="http://schemas.openxmlformats.org/officeDocument/2006/relationships/customXml" Target="../ink/ink171.xml"/><Relationship Id="rId100" Type="http://schemas.openxmlformats.org/officeDocument/2006/relationships/image" Target="../media/image196.png"/><Relationship Id="rId105" Type="http://schemas.openxmlformats.org/officeDocument/2006/relationships/customXml" Target="../ink/ink185.xml"/><Relationship Id="rId8" Type="http://schemas.openxmlformats.org/officeDocument/2006/relationships/image" Target="../media/image150.png"/><Relationship Id="rId51" Type="http://schemas.openxmlformats.org/officeDocument/2006/relationships/customXml" Target="../ink/ink158.xml"/><Relationship Id="rId72" Type="http://schemas.openxmlformats.org/officeDocument/2006/relationships/image" Target="../media/image182.png"/><Relationship Id="rId93" Type="http://schemas.openxmlformats.org/officeDocument/2006/relationships/customXml" Target="../ink/ink179.xml"/><Relationship Id="rId98" Type="http://schemas.openxmlformats.org/officeDocument/2006/relationships/image" Target="../media/image195.png"/><Relationship Id="rId3" Type="http://schemas.openxmlformats.org/officeDocument/2006/relationships/customXml" Target="../ink/ink134.xml"/><Relationship Id="rId25" Type="http://schemas.openxmlformats.org/officeDocument/2006/relationships/customXml" Target="../ink/ink145.xml"/><Relationship Id="rId46" Type="http://schemas.openxmlformats.org/officeDocument/2006/relationships/image" Target="../media/image169.png"/><Relationship Id="rId67" Type="http://schemas.openxmlformats.org/officeDocument/2006/relationships/customXml" Target="../ink/ink166.xml"/><Relationship Id="rId20" Type="http://schemas.openxmlformats.org/officeDocument/2006/relationships/image" Target="../media/image156.png"/><Relationship Id="rId41" Type="http://schemas.openxmlformats.org/officeDocument/2006/relationships/customXml" Target="../ink/ink153.xml"/><Relationship Id="rId62" Type="http://schemas.openxmlformats.org/officeDocument/2006/relationships/image" Target="../media/image177.png"/><Relationship Id="rId83" Type="http://schemas.openxmlformats.org/officeDocument/2006/relationships/customXml" Target="../ink/ink174.xml"/><Relationship Id="rId88" Type="http://schemas.openxmlformats.org/officeDocument/2006/relationships/image" Target="../media/image190.png"/><Relationship Id="rId111" Type="http://schemas.openxmlformats.org/officeDocument/2006/relationships/customXml" Target="../ink/ink188.xml"/></Relationships>
</file>

<file path=ppt/slides/_rels/slide3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3" Type="http://schemas.openxmlformats.org/officeDocument/2006/relationships/customXml" Target="../ink/ink195.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208.xml"/><Relationship Id="rId21" Type="http://schemas.openxmlformats.org/officeDocument/2006/relationships/customXml" Target="../ink/ink199.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212.xml"/><Relationship Id="rId50" Type="http://schemas.openxmlformats.org/officeDocument/2006/relationships/image" Target="../media/image229.png"/><Relationship Id="rId7" Type="http://schemas.openxmlformats.org/officeDocument/2006/relationships/customXml" Target="../ink/ink192.xml"/><Relationship Id="rId2" Type="http://schemas.openxmlformats.org/officeDocument/2006/relationships/image" Target="../media/image98.png"/><Relationship Id="rId16" Type="http://schemas.openxmlformats.org/officeDocument/2006/relationships/image" Target="../media/image212.png"/><Relationship Id="rId29" Type="http://schemas.openxmlformats.org/officeDocument/2006/relationships/customXml" Target="../ink/ink203.xml"/><Relationship Id="rId11" Type="http://schemas.openxmlformats.org/officeDocument/2006/relationships/customXml" Target="../ink/ink194.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207.xml"/><Relationship Id="rId40" Type="http://schemas.openxmlformats.org/officeDocument/2006/relationships/image" Target="../media/image224.png"/><Relationship Id="rId45" Type="http://schemas.openxmlformats.org/officeDocument/2006/relationships/customXml" Target="../ink/ink211.xml"/><Relationship Id="rId5" Type="http://schemas.openxmlformats.org/officeDocument/2006/relationships/customXml" Target="../ink/ink191.xml"/><Relationship Id="rId15" Type="http://schemas.openxmlformats.org/officeDocument/2006/relationships/customXml" Target="../ink/ink196.xml"/><Relationship Id="rId23" Type="http://schemas.openxmlformats.org/officeDocument/2006/relationships/customXml" Target="../ink/ink200.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213.xml"/><Relationship Id="rId10" Type="http://schemas.openxmlformats.org/officeDocument/2006/relationships/image" Target="../media/image209.png"/><Relationship Id="rId19" Type="http://schemas.openxmlformats.org/officeDocument/2006/relationships/customXml" Target="../ink/ink198.xml"/><Relationship Id="rId31" Type="http://schemas.openxmlformats.org/officeDocument/2006/relationships/customXml" Target="../ink/ink204.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93.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202.xml"/><Relationship Id="rId30" Type="http://schemas.openxmlformats.org/officeDocument/2006/relationships/image" Target="../media/image219.png"/><Relationship Id="rId35" Type="http://schemas.openxmlformats.org/officeDocument/2006/relationships/customXml" Target="../ink/ink206.xml"/><Relationship Id="rId43" Type="http://schemas.openxmlformats.org/officeDocument/2006/relationships/customXml" Target="../ink/ink210.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90.xml"/><Relationship Id="rId12" Type="http://schemas.openxmlformats.org/officeDocument/2006/relationships/image" Target="../media/image210.png"/><Relationship Id="rId17" Type="http://schemas.openxmlformats.org/officeDocument/2006/relationships/customXml" Target="../ink/ink197.xml"/><Relationship Id="rId25" Type="http://schemas.openxmlformats.org/officeDocument/2006/relationships/customXml" Target="../ink/ink201.xml"/><Relationship Id="rId33" Type="http://schemas.openxmlformats.org/officeDocument/2006/relationships/customXml" Target="../ink/ink205.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209.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0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223.xml"/><Relationship Id="rId42" Type="http://schemas.openxmlformats.org/officeDocument/2006/relationships/image" Target="../media/image255.png"/><Relationship Id="rId47" Type="http://schemas.openxmlformats.org/officeDocument/2006/relationships/customXml" Target="../ink/ink236.xml"/><Relationship Id="rId63" Type="http://schemas.openxmlformats.org/officeDocument/2006/relationships/customXml" Target="../ink/ink244.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257.xml"/><Relationship Id="rId16" Type="http://schemas.openxmlformats.org/officeDocument/2006/relationships/image" Target="../media/image242.png"/><Relationship Id="rId11" Type="http://schemas.openxmlformats.org/officeDocument/2006/relationships/customXml" Target="../ink/ink218.xml"/><Relationship Id="rId32" Type="http://schemas.openxmlformats.org/officeDocument/2006/relationships/image" Target="../media/image250.png"/><Relationship Id="rId37" Type="http://schemas.openxmlformats.org/officeDocument/2006/relationships/customXml" Target="../ink/ink231.xml"/><Relationship Id="rId53" Type="http://schemas.openxmlformats.org/officeDocument/2006/relationships/customXml" Target="../ink/ink239.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252.xml"/><Relationship Id="rId102" Type="http://schemas.openxmlformats.org/officeDocument/2006/relationships/image" Target="../media/image285.png"/><Relationship Id="rId5" Type="http://schemas.openxmlformats.org/officeDocument/2006/relationships/customXml" Target="../ink/ink215.xml"/><Relationship Id="rId90" Type="http://schemas.openxmlformats.org/officeDocument/2006/relationships/image" Target="../media/image279.png"/><Relationship Id="rId95" Type="http://schemas.openxmlformats.org/officeDocument/2006/relationships/customXml" Target="../ink/ink260.xml"/><Relationship Id="rId22" Type="http://schemas.openxmlformats.org/officeDocument/2006/relationships/image" Target="../media/image245.png"/><Relationship Id="rId27" Type="http://schemas.openxmlformats.org/officeDocument/2006/relationships/customXml" Target="../ink/ink226.xml"/><Relationship Id="rId43" Type="http://schemas.openxmlformats.org/officeDocument/2006/relationships/customXml" Target="../ink/ink234.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247.xml"/><Relationship Id="rId80" Type="http://schemas.openxmlformats.org/officeDocument/2006/relationships/image" Target="../media/image274.png"/><Relationship Id="rId85" Type="http://schemas.openxmlformats.org/officeDocument/2006/relationships/customXml" Target="../ink/ink255.xml"/><Relationship Id="rId12" Type="http://schemas.openxmlformats.org/officeDocument/2006/relationships/image" Target="../media/image240.png"/><Relationship Id="rId17" Type="http://schemas.openxmlformats.org/officeDocument/2006/relationships/customXml" Target="../ink/ink221.xml"/><Relationship Id="rId25" Type="http://schemas.openxmlformats.org/officeDocument/2006/relationships/customXml" Target="../ink/ink225.xml"/><Relationship Id="rId33" Type="http://schemas.openxmlformats.org/officeDocument/2006/relationships/customXml" Target="../ink/ink229.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242.xml"/><Relationship Id="rId67" Type="http://schemas.openxmlformats.org/officeDocument/2006/relationships/customXml" Target="../ink/ink246.xml"/><Relationship Id="rId103" Type="http://schemas.openxmlformats.org/officeDocument/2006/relationships/customXml" Target="../ink/ink264.xml"/><Relationship Id="rId20" Type="http://schemas.openxmlformats.org/officeDocument/2006/relationships/image" Target="../media/image244.png"/><Relationship Id="rId41" Type="http://schemas.openxmlformats.org/officeDocument/2006/relationships/customXml" Target="../ink/ink233.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250.xml"/><Relationship Id="rId83" Type="http://schemas.openxmlformats.org/officeDocument/2006/relationships/customXml" Target="../ink/ink254.xml"/><Relationship Id="rId88" Type="http://schemas.openxmlformats.org/officeDocument/2006/relationships/image" Target="../media/image278.png"/><Relationship Id="rId91" Type="http://schemas.openxmlformats.org/officeDocument/2006/relationships/customXml" Target="../ink/ink258.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220.xml"/><Relationship Id="rId23" Type="http://schemas.openxmlformats.org/officeDocument/2006/relationships/customXml" Target="../ink/ink224.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237.xml"/><Relationship Id="rId57" Type="http://schemas.openxmlformats.org/officeDocument/2006/relationships/customXml" Target="../ink/ink241.xml"/><Relationship Id="rId10" Type="http://schemas.openxmlformats.org/officeDocument/2006/relationships/image" Target="../media/image239.png"/><Relationship Id="rId31" Type="http://schemas.openxmlformats.org/officeDocument/2006/relationships/customXml" Target="../ink/ink228.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245.xml"/><Relationship Id="rId73" Type="http://schemas.openxmlformats.org/officeDocument/2006/relationships/customXml" Target="../ink/ink249.xml"/><Relationship Id="rId78" Type="http://schemas.openxmlformats.org/officeDocument/2006/relationships/image" Target="../media/image273.png"/><Relationship Id="rId81" Type="http://schemas.openxmlformats.org/officeDocument/2006/relationships/customXml" Target="../ink/ink253.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62.xml"/><Relationship Id="rId101" Type="http://schemas.openxmlformats.org/officeDocument/2006/relationships/customXml" Target="../ink/ink263.xml"/><Relationship Id="rId4" Type="http://schemas.openxmlformats.org/officeDocument/2006/relationships/image" Target="../media/image236.png"/><Relationship Id="rId9" Type="http://schemas.openxmlformats.org/officeDocument/2006/relationships/customXml" Target="../ink/ink217.xml"/><Relationship Id="rId13" Type="http://schemas.openxmlformats.org/officeDocument/2006/relationships/customXml" Target="../ink/ink219.xml"/><Relationship Id="rId18" Type="http://schemas.openxmlformats.org/officeDocument/2006/relationships/image" Target="../media/image243.png"/><Relationship Id="rId39" Type="http://schemas.openxmlformats.org/officeDocument/2006/relationships/customXml" Target="../ink/ink232.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240.xml"/><Relationship Id="rId76" Type="http://schemas.openxmlformats.org/officeDocument/2006/relationships/image" Target="../media/image272.png"/><Relationship Id="rId97" Type="http://schemas.openxmlformats.org/officeDocument/2006/relationships/customXml" Target="../ink/ink261.xml"/><Relationship Id="rId104" Type="http://schemas.openxmlformats.org/officeDocument/2006/relationships/image" Target="../media/image286.png"/><Relationship Id="rId7" Type="http://schemas.openxmlformats.org/officeDocument/2006/relationships/customXml" Target="../ink/ink216.xml"/><Relationship Id="rId71" Type="http://schemas.openxmlformats.org/officeDocument/2006/relationships/customXml" Target="../ink/ink248.xml"/><Relationship Id="rId92" Type="http://schemas.openxmlformats.org/officeDocument/2006/relationships/image" Target="../media/image280.png"/><Relationship Id="rId2" Type="http://schemas.openxmlformats.org/officeDocument/2006/relationships/image" Target="../media/image205.png"/><Relationship Id="rId29" Type="http://schemas.openxmlformats.org/officeDocument/2006/relationships/customXml" Target="../ink/ink227.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235.xml"/><Relationship Id="rId66" Type="http://schemas.openxmlformats.org/officeDocument/2006/relationships/image" Target="../media/image267.png"/><Relationship Id="rId87" Type="http://schemas.openxmlformats.org/officeDocument/2006/relationships/customXml" Target="../ink/ink256.xml"/><Relationship Id="rId61" Type="http://schemas.openxmlformats.org/officeDocument/2006/relationships/customXml" Target="../ink/ink243.xml"/><Relationship Id="rId82" Type="http://schemas.openxmlformats.org/officeDocument/2006/relationships/image" Target="../media/image275.png"/><Relationship Id="rId19" Type="http://schemas.openxmlformats.org/officeDocument/2006/relationships/customXml" Target="../ink/ink222.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230.xml"/><Relationship Id="rId56" Type="http://schemas.openxmlformats.org/officeDocument/2006/relationships/image" Target="../media/image262.png"/><Relationship Id="rId77" Type="http://schemas.openxmlformats.org/officeDocument/2006/relationships/customXml" Target="../ink/ink251.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238.xml"/><Relationship Id="rId72" Type="http://schemas.openxmlformats.org/officeDocument/2006/relationships/image" Target="../media/image270.png"/><Relationship Id="rId93" Type="http://schemas.openxmlformats.org/officeDocument/2006/relationships/customXml" Target="../ink/ink259.xml"/><Relationship Id="rId98" Type="http://schemas.openxmlformats.org/officeDocument/2006/relationships/image" Target="../media/image283.png"/><Relationship Id="rId3" Type="http://schemas.openxmlformats.org/officeDocument/2006/relationships/customXml" Target="../ink/ink2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74.xml"/><Relationship Id="rId42" Type="http://schemas.openxmlformats.org/officeDocument/2006/relationships/image" Target="../media/image307.png"/><Relationship Id="rId47" Type="http://schemas.openxmlformats.org/officeDocument/2006/relationships/customXml" Target="../ink/ink287.xml"/><Relationship Id="rId63" Type="http://schemas.openxmlformats.org/officeDocument/2006/relationships/customXml" Target="../ink/ink295.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308.xml"/><Relationship Id="rId16" Type="http://schemas.openxmlformats.org/officeDocument/2006/relationships/image" Target="../media/image294.png"/><Relationship Id="rId11" Type="http://schemas.openxmlformats.org/officeDocument/2006/relationships/customXml" Target="../ink/ink269.xml"/><Relationship Id="rId32" Type="http://schemas.openxmlformats.org/officeDocument/2006/relationships/image" Target="../media/image302.png"/><Relationship Id="rId37" Type="http://schemas.openxmlformats.org/officeDocument/2006/relationships/customXml" Target="../ink/ink282.xml"/><Relationship Id="rId53" Type="http://schemas.openxmlformats.org/officeDocument/2006/relationships/customXml" Target="../ink/ink290.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303.xml"/><Relationship Id="rId5" Type="http://schemas.openxmlformats.org/officeDocument/2006/relationships/customXml" Target="../ink/ink266.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77.xml"/><Relationship Id="rId30" Type="http://schemas.openxmlformats.org/officeDocument/2006/relationships/image" Target="../media/image301.png"/><Relationship Id="rId35" Type="http://schemas.openxmlformats.org/officeDocument/2006/relationships/customXml" Target="../ink/ink281.xml"/><Relationship Id="rId43" Type="http://schemas.openxmlformats.org/officeDocument/2006/relationships/customXml" Target="../ink/ink285.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98.xml"/><Relationship Id="rId77" Type="http://schemas.openxmlformats.org/officeDocument/2006/relationships/customXml" Target="../ink/ink302.xml"/><Relationship Id="rId8" Type="http://schemas.openxmlformats.org/officeDocument/2006/relationships/image" Target="../media/image290.png"/><Relationship Id="rId51" Type="http://schemas.openxmlformats.org/officeDocument/2006/relationships/customXml" Target="../ink/ink289.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306.xml"/><Relationship Id="rId3" Type="http://schemas.openxmlformats.org/officeDocument/2006/relationships/customXml" Target="../ink/ink265.xml"/><Relationship Id="rId12" Type="http://schemas.openxmlformats.org/officeDocument/2006/relationships/image" Target="../media/image292.png"/><Relationship Id="rId17" Type="http://schemas.openxmlformats.org/officeDocument/2006/relationships/customXml" Target="../ink/ink272.xml"/><Relationship Id="rId25" Type="http://schemas.openxmlformats.org/officeDocument/2006/relationships/customXml" Target="../ink/ink276.xml"/><Relationship Id="rId33" Type="http://schemas.openxmlformats.org/officeDocument/2006/relationships/customXml" Target="../ink/ink280.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93.xml"/><Relationship Id="rId67" Type="http://schemas.openxmlformats.org/officeDocument/2006/relationships/customXml" Target="../ink/ink297.xml"/><Relationship Id="rId20" Type="http://schemas.openxmlformats.org/officeDocument/2006/relationships/image" Target="../media/image296.png"/><Relationship Id="rId41" Type="http://schemas.openxmlformats.org/officeDocument/2006/relationships/customXml" Target="../ink/ink284.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301.xml"/><Relationship Id="rId83" Type="http://schemas.openxmlformats.org/officeDocument/2006/relationships/customXml" Target="../ink/ink305.xml"/><Relationship Id="rId88" Type="http://schemas.openxmlformats.org/officeDocument/2006/relationships/image" Target="../media/image330.png"/><Relationship Id="rId91" Type="http://schemas.openxmlformats.org/officeDocument/2006/relationships/customXml" Target="../ink/ink309.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71.xml"/><Relationship Id="rId23" Type="http://schemas.openxmlformats.org/officeDocument/2006/relationships/customXml" Target="../ink/ink275.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88.xml"/><Relationship Id="rId57" Type="http://schemas.openxmlformats.org/officeDocument/2006/relationships/customXml" Target="../ink/ink292.xml"/><Relationship Id="rId10" Type="http://schemas.openxmlformats.org/officeDocument/2006/relationships/image" Target="../media/image291.png"/><Relationship Id="rId31" Type="http://schemas.openxmlformats.org/officeDocument/2006/relationships/customXml" Target="../ink/ink279.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96.xml"/><Relationship Id="rId73" Type="http://schemas.openxmlformats.org/officeDocument/2006/relationships/customXml" Target="../ink/ink300.xml"/><Relationship Id="rId78" Type="http://schemas.openxmlformats.org/officeDocument/2006/relationships/image" Target="../media/image325.png"/><Relationship Id="rId81" Type="http://schemas.openxmlformats.org/officeDocument/2006/relationships/customXml" Target="../ink/ink304.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68.xml"/><Relationship Id="rId13" Type="http://schemas.openxmlformats.org/officeDocument/2006/relationships/customXml" Target="../ink/ink270.xml"/><Relationship Id="rId18" Type="http://schemas.openxmlformats.org/officeDocument/2006/relationships/image" Target="../media/image295.png"/><Relationship Id="rId39" Type="http://schemas.openxmlformats.org/officeDocument/2006/relationships/customXml" Target="../ink/ink283.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91.xml"/><Relationship Id="rId76" Type="http://schemas.openxmlformats.org/officeDocument/2006/relationships/image" Target="../media/image324.png"/><Relationship Id="rId7" Type="http://schemas.openxmlformats.org/officeDocument/2006/relationships/customXml" Target="../ink/ink267.xml"/><Relationship Id="rId71" Type="http://schemas.openxmlformats.org/officeDocument/2006/relationships/customXml" Target="../ink/ink299.xml"/><Relationship Id="rId92" Type="http://schemas.openxmlformats.org/officeDocument/2006/relationships/image" Target="../media/image332.png"/><Relationship Id="rId2" Type="http://schemas.openxmlformats.org/officeDocument/2006/relationships/image" Target="../media/image230.png"/><Relationship Id="rId29" Type="http://schemas.openxmlformats.org/officeDocument/2006/relationships/customXml" Target="../ink/ink278.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86.xml"/><Relationship Id="rId66" Type="http://schemas.openxmlformats.org/officeDocument/2006/relationships/image" Target="../media/image319.png"/><Relationship Id="rId87" Type="http://schemas.openxmlformats.org/officeDocument/2006/relationships/customXml" Target="../ink/ink307.xml"/><Relationship Id="rId61" Type="http://schemas.openxmlformats.org/officeDocument/2006/relationships/customXml" Target="../ink/ink294.xml"/><Relationship Id="rId82" Type="http://schemas.openxmlformats.org/officeDocument/2006/relationships/image" Target="../media/image327.png"/><Relationship Id="rId19" Type="http://schemas.openxmlformats.org/officeDocument/2006/relationships/customXml" Target="../ink/ink27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3" Type="http://schemas.openxmlformats.org/officeDocument/2006/relationships/customXml" Target="../ink/ink315.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328.xml"/><Relationship Id="rId21" Type="http://schemas.openxmlformats.org/officeDocument/2006/relationships/customXml" Target="../ink/ink319.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332.xml"/><Relationship Id="rId50" Type="http://schemas.openxmlformats.org/officeDocument/2006/relationships/image" Target="../media/image358.png"/><Relationship Id="rId55" Type="http://schemas.openxmlformats.org/officeDocument/2006/relationships/customXml" Target="../ink/ink336.xml"/><Relationship Id="rId63" Type="http://schemas.openxmlformats.org/officeDocument/2006/relationships/customXml" Target="../ink/ink340.xml"/><Relationship Id="rId7" Type="http://schemas.openxmlformats.org/officeDocument/2006/relationships/customXml" Target="../ink/ink312.xml"/><Relationship Id="rId2" Type="http://schemas.openxmlformats.org/officeDocument/2006/relationships/image" Target="../media/image232.png"/><Relationship Id="rId16" Type="http://schemas.openxmlformats.org/officeDocument/2006/relationships/image" Target="../media/image341.png"/><Relationship Id="rId29" Type="http://schemas.openxmlformats.org/officeDocument/2006/relationships/customXml" Target="../ink/ink323.xml"/><Relationship Id="rId11" Type="http://schemas.openxmlformats.org/officeDocument/2006/relationships/customXml" Target="../ink/ink314.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327.xml"/><Relationship Id="rId40" Type="http://schemas.openxmlformats.org/officeDocument/2006/relationships/image" Target="../media/image353.png"/><Relationship Id="rId45" Type="http://schemas.openxmlformats.org/officeDocument/2006/relationships/customXml" Target="../ink/ink331.xml"/><Relationship Id="rId53" Type="http://schemas.openxmlformats.org/officeDocument/2006/relationships/customXml" Target="../ink/ink335.xml"/><Relationship Id="rId58" Type="http://schemas.openxmlformats.org/officeDocument/2006/relationships/image" Target="../media/image362.png"/><Relationship Id="rId5" Type="http://schemas.openxmlformats.org/officeDocument/2006/relationships/customXml" Target="../ink/ink311.xml"/><Relationship Id="rId61" Type="http://schemas.openxmlformats.org/officeDocument/2006/relationships/customXml" Target="../ink/ink339.xml"/><Relationship Id="rId19" Type="http://schemas.openxmlformats.org/officeDocument/2006/relationships/customXml" Target="../ink/ink318.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322.xml"/><Relationship Id="rId30" Type="http://schemas.openxmlformats.org/officeDocument/2006/relationships/image" Target="../media/image348.png"/><Relationship Id="rId35" Type="http://schemas.openxmlformats.org/officeDocument/2006/relationships/customXml" Target="../ink/ink326.xml"/><Relationship Id="rId43" Type="http://schemas.openxmlformats.org/officeDocument/2006/relationships/customXml" Target="../ink/ink330.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334.xml"/><Relationship Id="rId3" Type="http://schemas.openxmlformats.org/officeDocument/2006/relationships/customXml" Target="../ink/ink310.xml"/><Relationship Id="rId12" Type="http://schemas.openxmlformats.org/officeDocument/2006/relationships/image" Target="../media/image339.png"/><Relationship Id="rId17" Type="http://schemas.openxmlformats.org/officeDocument/2006/relationships/customXml" Target="../ink/ink317.xml"/><Relationship Id="rId25" Type="http://schemas.openxmlformats.org/officeDocument/2006/relationships/customXml" Target="../ink/ink321.xml"/><Relationship Id="rId33" Type="http://schemas.openxmlformats.org/officeDocument/2006/relationships/customXml" Target="../ink/ink325.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338.xml"/><Relationship Id="rId20" Type="http://schemas.openxmlformats.org/officeDocument/2006/relationships/image" Target="../media/image343.png"/><Relationship Id="rId41" Type="http://schemas.openxmlformats.org/officeDocument/2006/relationships/customXml" Target="../ink/ink329.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316.xml"/><Relationship Id="rId23" Type="http://schemas.openxmlformats.org/officeDocument/2006/relationships/customXml" Target="../ink/ink320.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333.xml"/><Relationship Id="rId57" Type="http://schemas.openxmlformats.org/officeDocument/2006/relationships/customXml" Target="../ink/ink337.xml"/><Relationship Id="rId10" Type="http://schemas.openxmlformats.org/officeDocument/2006/relationships/image" Target="../media/image338.png"/><Relationship Id="rId31" Type="http://schemas.openxmlformats.org/officeDocument/2006/relationships/customXml" Target="../ink/ink324.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3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2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3" Type="http://schemas.openxmlformats.org/officeDocument/2006/relationships/customXml" Target="../ink/ink346.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359.xml"/><Relationship Id="rId21" Type="http://schemas.openxmlformats.org/officeDocument/2006/relationships/customXml" Target="../ink/ink350.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63.xml"/><Relationship Id="rId50" Type="http://schemas.openxmlformats.org/officeDocument/2006/relationships/image" Target="../media/image391.png"/><Relationship Id="rId55" Type="http://schemas.openxmlformats.org/officeDocument/2006/relationships/customXml" Target="../ink/ink367.xml"/><Relationship Id="rId7" Type="http://schemas.openxmlformats.org/officeDocument/2006/relationships/customXml" Target="../ink/ink343.xml"/><Relationship Id="rId2" Type="http://schemas.openxmlformats.org/officeDocument/2006/relationships/image" Target="../media/image234.png"/><Relationship Id="rId16" Type="http://schemas.openxmlformats.org/officeDocument/2006/relationships/image" Target="../media/image374.png"/><Relationship Id="rId29" Type="http://schemas.openxmlformats.org/officeDocument/2006/relationships/customXml" Target="../ink/ink354.xml"/><Relationship Id="rId11" Type="http://schemas.openxmlformats.org/officeDocument/2006/relationships/customXml" Target="../ink/ink345.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358.xml"/><Relationship Id="rId40" Type="http://schemas.openxmlformats.org/officeDocument/2006/relationships/image" Target="../media/image386.png"/><Relationship Id="rId45" Type="http://schemas.openxmlformats.org/officeDocument/2006/relationships/customXml" Target="../ink/ink362.xml"/><Relationship Id="rId53" Type="http://schemas.openxmlformats.org/officeDocument/2006/relationships/customXml" Target="../ink/ink366.xml"/><Relationship Id="rId58" Type="http://schemas.openxmlformats.org/officeDocument/2006/relationships/image" Target="../media/image395.png"/><Relationship Id="rId5" Type="http://schemas.openxmlformats.org/officeDocument/2006/relationships/customXml" Target="../ink/ink342.xml"/><Relationship Id="rId19" Type="http://schemas.openxmlformats.org/officeDocument/2006/relationships/customXml" Target="../ink/ink349.xml"/><Relationship Id="rId4" Type="http://schemas.openxmlformats.org/officeDocument/2006/relationships/image" Target="../media/image368.png"/><Relationship Id="rId9" Type="http://schemas.openxmlformats.org/officeDocument/2006/relationships/customXml" Target="../ink/ink344.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353.xml"/><Relationship Id="rId30" Type="http://schemas.openxmlformats.org/officeDocument/2006/relationships/image" Target="../media/image381.png"/><Relationship Id="rId35" Type="http://schemas.openxmlformats.org/officeDocument/2006/relationships/customXml" Target="../ink/ink357.xml"/><Relationship Id="rId43" Type="http://schemas.openxmlformats.org/officeDocument/2006/relationships/customXml" Target="../ink/ink361.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65.xml"/><Relationship Id="rId3" Type="http://schemas.openxmlformats.org/officeDocument/2006/relationships/customXml" Target="../ink/ink341.xml"/><Relationship Id="rId12" Type="http://schemas.openxmlformats.org/officeDocument/2006/relationships/image" Target="../media/image372.png"/><Relationship Id="rId17" Type="http://schemas.openxmlformats.org/officeDocument/2006/relationships/customXml" Target="../ink/ink348.xml"/><Relationship Id="rId25" Type="http://schemas.openxmlformats.org/officeDocument/2006/relationships/customXml" Target="../ink/ink352.xml"/><Relationship Id="rId33" Type="http://schemas.openxmlformats.org/officeDocument/2006/relationships/customXml" Target="../ink/ink356.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360.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347.xml"/><Relationship Id="rId23" Type="http://schemas.openxmlformats.org/officeDocument/2006/relationships/customXml" Target="../ink/ink351.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64.xml"/><Relationship Id="rId57" Type="http://schemas.openxmlformats.org/officeDocument/2006/relationships/customXml" Target="../ink/ink368.xml"/><Relationship Id="rId10" Type="http://schemas.openxmlformats.org/officeDocument/2006/relationships/image" Target="../media/image371.png"/><Relationship Id="rId31" Type="http://schemas.openxmlformats.org/officeDocument/2006/relationships/customXml" Target="../ink/ink355.xml"/><Relationship Id="rId44" Type="http://schemas.openxmlformats.org/officeDocument/2006/relationships/image" Target="../media/image388.png"/><Relationship Id="rId52" Type="http://schemas.openxmlformats.org/officeDocument/2006/relationships/image" Target="../media/image392.png"/></Relationships>
</file>

<file path=ppt/slides/_rels/slide56.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78.xml"/><Relationship Id="rId42" Type="http://schemas.openxmlformats.org/officeDocument/2006/relationships/image" Target="../media/image416.png"/><Relationship Id="rId47" Type="http://schemas.openxmlformats.org/officeDocument/2006/relationships/customXml" Target="../ink/ink391.xml"/><Relationship Id="rId63" Type="http://schemas.openxmlformats.org/officeDocument/2006/relationships/customXml" Target="../ink/ink399.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412.xml"/><Relationship Id="rId16" Type="http://schemas.openxmlformats.org/officeDocument/2006/relationships/image" Target="../media/image403.png"/><Relationship Id="rId11" Type="http://schemas.openxmlformats.org/officeDocument/2006/relationships/customXml" Target="../ink/ink373.xml"/><Relationship Id="rId32" Type="http://schemas.openxmlformats.org/officeDocument/2006/relationships/image" Target="../media/image411.png"/><Relationship Id="rId37" Type="http://schemas.openxmlformats.org/officeDocument/2006/relationships/customXml" Target="../ink/ink386.xml"/><Relationship Id="rId53" Type="http://schemas.openxmlformats.org/officeDocument/2006/relationships/customXml" Target="../ink/ink394.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407.xml"/><Relationship Id="rId5" Type="http://schemas.openxmlformats.org/officeDocument/2006/relationships/customXml" Target="../ink/ink370.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81.xml"/><Relationship Id="rId43" Type="http://schemas.openxmlformats.org/officeDocument/2006/relationships/customXml" Target="../ink/ink389.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402.xml"/><Relationship Id="rId8" Type="http://schemas.openxmlformats.org/officeDocument/2006/relationships/image" Target="../media/image399.png"/><Relationship Id="rId51" Type="http://schemas.openxmlformats.org/officeDocument/2006/relationships/customXml" Target="../ink/ink393.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410.xml"/><Relationship Id="rId93" Type="http://schemas.openxmlformats.org/officeDocument/2006/relationships/customXml" Target="../ink/ink414.xml"/><Relationship Id="rId3" Type="http://schemas.openxmlformats.org/officeDocument/2006/relationships/customXml" Target="../ink/ink369.xml"/><Relationship Id="rId12" Type="http://schemas.openxmlformats.org/officeDocument/2006/relationships/image" Target="../media/image401.png"/><Relationship Id="rId17" Type="http://schemas.openxmlformats.org/officeDocument/2006/relationships/customXml" Target="../ink/ink376.xml"/><Relationship Id="rId25" Type="http://schemas.openxmlformats.org/officeDocument/2006/relationships/customXml" Target="../ink/ink380.xml"/><Relationship Id="rId33" Type="http://schemas.openxmlformats.org/officeDocument/2006/relationships/customXml" Target="../ink/ink384.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97.xml"/><Relationship Id="rId67" Type="http://schemas.openxmlformats.org/officeDocument/2006/relationships/customXml" Target="../ink/ink401.xml"/><Relationship Id="rId20" Type="http://schemas.openxmlformats.org/officeDocument/2006/relationships/image" Target="../media/image405.png"/><Relationship Id="rId41" Type="http://schemas.openxmlformats.org/officeDocument/2006/relationships/customXml" Target="../ink/ink388.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405.xml"/><Relationship Id="rId83" Type="http://schemas.openxmlformats.org/officeDocument/2006/relationships/customXml" Target="../ink/ink409.xml"/><Relationship Id="rId88" Type="http://schemas.openxmlformats.org/officeDocument/2006/relationships/image" Target="../media/image439.png"/><Relationship Id="rId91" Type="http://schemas.openxmlformats.org/officeDocument/2006/relationships/customXml" Target="../ink/ink413.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75.xml"/><Relationship Id="rId23" Type="http://schemas.openxmlformats.org/officeDocument/2006/relationships/customXml" Target="../ink/ink379.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92.xml"/><Relationship Id="rId57" Type="http://schemas.openxmlformats.org/officeDocument/2006/relationships/customXml" Target="../ink/ink396.xml"/><Relationship Id="rId10" Type="http://schemas.openxmlformats.org/officeDocument/2006/relationships/image" Target="../media/image400.png"/><Relationship Id="rId31" Type="http://schemas.openxmlformats.org/officeDocument/2006/relationships/customXml" Target="../ink/ink383.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400.xml"/><Relationship Id="rId73" Type="http://schemas.openxmlformats.org/officeDocument/2006/relationships/customXml" Target="../ink/ink404.xml"/><Relationship Id="rId78" Type="http://schemas.openxmlformats.org/officeDocument/2006/relationships/image" Target="../media/image434.png"/><Relationship Id="rId81" Type="http://schemas.openxmlformats.org/officeDocument/2006/relationships/customXml" Target="../ink/ink408.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72.xml"/><Relationship Id="rId13" Type="http://schemas.openxmlformats.org/officeDocument/2006/relationships/customXml" Target="../ink/ink374.xml"/><Relationship Id="rId18" Type="http://schemas.openxmlformats.org/officeDocument/2006/relationships/image" Target="../media/image404.png"/><Relationship Id="rId39" Type="http://schemas.openxmlformats.org/officeDocument/2006/relationships/customXml" Target="../ink/ink387.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95.xml"/><Relationship Id="rId76" Type="http://schemas.openxmlformats.org/officeDocument/2006/relationships/image" Target="../media/image433.png"/><Relationship Id="rId7" Type="http://schemas.openxmlformats.org/officeDocument/2006/relationships/customXml" Target="../ink/ink371.xml"/><Relationship Id="rId71" Type="http://schemas.openxmlformats.org/officeDocument/2006/relationships/customXml" Target="../ink/ink403.xml"/><Relationship Id="rId92" Type="http://schemas.openxmlformats.org/officeDocument/2006/relationships/image" Target="../media/image441.png"/><Relationship Id="rId2" Type="http://schemas.openxmlformats.org/officeDocument/2006/relationships/image" Target="../media/image235.png"/><Relationship Id="rId29" Type="http://schemas.openxmlformats.org/officeDocument/2006/relationships/customXml" Target="../ink/ink382.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90.xml"/><Relationship Id="rId66" Type="http://schemas.openxmlformats.org/officeDocument/2006/relationships/image" Target="../media/image428.png"/><Relationship Id="rId87" Type="http://schemas.openxmlformats.org/officeDocument/2006/relationships/customXml" Target="../ink/ink411.xml"/><Relationship Id="rId61" Type="http://schemas.openxmlformats.org/officeDocument/2006/relationships/customXml" Target="../ink/ink398.xml"/><Relationship Id="rId82" Type="http://schemas.openxmlformats.org/officeDocument/2006/relationships/image" Target="../media/image436.png"/><Relationship Id="rId19" Type="http://schemas.openxmlformats.org/officeDocument/2006/relationships/customXml" Target="../ink/ink377.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85.xml"/><Relationship Id="rId56" Type="http://schemas.openxmlformats.org/officeDocument/2006/relationships/image" Target="../media/image423.png"/><Relationship Id="rId77" Type="http://schemas.openxmlformats.org/officeDocument/2006/relationships/customXml" Target="../ink/ink40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17" Type="http://schemas.openxmlformats.org/officeDocument/2006/relationships/customXml" Target="../ink/ink472.xml"/><Relationship Id="rId21" Type="http://schemas.openxmlformats.org/officeDocument/2006/relationships/customXml" Target="../ink/ink424.xml"/><Relationship Id="rId42" Type="http://schemas.openxmlformats.org/officeDocument/2006/relationships/image" Target="../media/image463.png"/><Relationship Id="rId47" Type="http://schemas.openxmlformats.org/officeDocument/2006/relationships/customXml" Target="../ink/ink437.xml"/><Relationship Id="rId63" Type="http://schemas.openxmlformats.org/officeDocument/2006/relationships/customXml" Target="../ink/ink445.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458.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67.xml"/><Relationship Id="rId11" Type="http://schemas.openxmlformats.org/officeDocument/2006/relationships/customXml" Target="../ink/ink419.xml"/><Relationship Id="rId32" Type="http://schemas.openxmlformats.org/officeDocument/2006/relationships/image" Target="../media/image458.png"/><Relationship Id="rId37" Type="http://schemas.openxmlformats.org/officeDocument/2006/relationships/customXml" Target="../ink/ink432.xml"/><Relationship Id="rId53" Type="http://schemas.openxmlformats.org/officeDocument/2006/relationships/customXml" Target="../ink/ink440.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453.xml"/><Relationship Id="rId102" Type="http://schemas.openxmlformats.org/officeDocument/2006/relationships/image" Target="../media/image493.png"/><Relationship Id="rId123" Type="http://schemas.openxmlformats.org/officeDocument/2006/relationships/customXml" Target="../ink/ink475.xml"/><Relationship Id="rId128" Type="http://schemas.openxmlformats.org/officeDocument/2006/relationships/image" Target="../media/image506.png"/><Relationship Id="rId5" Type="http://schemas.openxmlformats.org/officeDocument/2006/relationships/customXml" Target="../ink/ink416.xml"/><Relationship Id="rId90" Type="http://schemas.openxmlformats.org/officeDocument/2006/relationships/image" Target="../media/image487.png"/><Relationship Id="rId95" Type="http://schemas.openxmlformats.org/officeDocument/2006/relationships/customXml" Target="../ink/ink461.xml"/><Relationship Id="rId22" Type="http://schemas.openxmlformats.org/officeDocument/2006/relationships/image" Target="../media/image453.png"/><Relationship Id="rId27" Type="http://schemas.openxmlformats.org/officeDocument/2006/relationships/customXml" Target="../ink/ink427.xml"/><Relationship Id="rId43" Type="http://schemas.openxmlformats.org/officeDocument/2006/relationships/customXml" Target="../ink/ink435.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448.xml"/><Relationship Id="rId113" Type="http://schemas.openxmlformats.org/officeDocument/2006/relationships/customXml" Target="../ink/ink470.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456.xml"/><Relationship Id="rId12" Type="http://schemas.openxmlformats.org/officeDocument/2006/relationships/image" Target="../media/image448.png"/><Relationship Id="rId17" Type="http://schemas.openxmlformats.org/officeDocument/2006/relationships/customXml" Target="../ink/ink422.xml"/><Relationship Id="rId33" Type="http://schemas.openxmlformats.org/officeDocument/2006/relationships/customXml" Target="../ink/ink430.xml"/><Relationship Id="rId38" Type="http://schemas.openxmlformats.org/officeDocument/2006/relationships/image" Target="../media/image461.png"/><Relationship Id="rId59" Type="http://schemas.openxmlformats.org/officeDocument/2006/relationships/customXml" Target="../ink/ink443.xml"/><Relationship Id="rId103" Type="http://schemas.openxmlformats.org/officeDocument/2006/relationships/customXml" Target="../ink/ink465.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78.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451.xml"/><Relationship Id="rId91" Type="http://schemas.openxmlformats.org/officeDocument/2006/relationships/customXml" Target="../ink/ink459.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425.xml"/><Relationship Id="rId28" Type="http://schemas.openxmlformats.org/officeDocument/2006/relationships/image" Target="../media/image456.png"/><Relationship Id="rId49" Type="http://schemas.openxmlformats.org/officeDocument/2006/relationships/customXml" Target="../ink/ink438.xml"/><Relationship Id="rId114" Type="http://schemas.openxmlformats.org/officeDocument/2006/relationships/image" Target="../media/image499.png"/><Relationship Id="rId119" Type="http://schemas.openxmlformats.org/officeDocument/2006/relationships/customXml" Target="../ink/ink473.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446.xml"/><Relationship Id="rId81" Type="http://schemas.openxmlformats.org/officeDocument/2006/relationships/customXml" Target="../ink/ink454.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420.xml"/><Relationship Id="rId18" Type="http://schemas.openxmlformats.org/officeDocument/2006/relationships/image" Target="../media/image451.png"/><Relationship Id="rId39" Type="http://schemas.openxmlformats.org/officeDocument/2006/relationships/customXml" Target="../ink/ink433.xml"/><Relationship Id="rId109" Type="http://schemas.openxmlformats.org/officeDocument/2006/relationships/customXml" Target="../ink/ink468.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441.xml"/><Relationship Id="rId76" Type="http://schemas.openxmlformats.org/officeDocument/2006/relationships/image" Target="../media/image480.png"/><Relationship Id="rId97" Type="http://schemas.openxmlformats.org/officeDocument/2006/relationships/customXml" Target="../ink/ink462.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76.xml"/><Relationship Id="rId7" Type="http://schemas.openxmlformats.org/officeDocument/2006/relationships/customXml" Target="../ink/ink417.xml"/><Relationship Id="rId71" Type="http://schemas.openxmlformats.org/officeDocument/2006/relationships/customXml" Target="../ink/ink449.xml"/><Relationship Id="rId92" Type="http://schemas.openxmlformats.org/officeDocument/2006/relationships/image" Target="../media/image488.png"/><Relationship Id="rId2" Type="http://schemas.openxmlformats.org/officeDocument/2006/relationships/image" Target="../media/image287.png"/><Relationship Id="rId29" Type="http://schemas.openxmlformats.org/officeDocument/2006/relationships/customXml" Target="../ink/ink428.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436.xml"/><Relationship Id="rId66" Type="http://schemas.openxmlformats.org/officeDocument/2006/relationships/image" Target="../media/image475.png"/><Relationship Id="rId87" Type="http://schemas.openxmlformats.org/officeDocument/2006/relationships/customXml" Target="../ink/ink457.xml"/><Relationship Id="rId110" Type="http://schemas.openxmlformats.org/officeDocument/2006/relationships/image" Target="../media/image497.png"/><Relationship Id="rId115" Type="http://schemas.openxmlformats.org/officeDocument/2006/relationships/customXml" Target="../ink/ink471.xml"/><Relationship Id="rId131" Type="http://schemas.openxmlformats.org/officeDocument/2006/relationships/customXml" Target="../ink/ink479.xml"/><Relationship Id="rId61" Type="http://schemas.openxmlformats.org/officeDocument/2006/relationships/customXml" Target="../ink/ink444.xml"/><Relationship Id="rId82" Type="http://schemas.openxmlformats.org/officeDocument/2006/relationships/image" Target="../media/image483.png"/><Relationship Id="rId19" Type="http://schemas.openxmlformats.org/officeDocument/2006/relationships/customXml" Target="../ink/ink423.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431.xml"/><Relationship Id="rId56" Type="http://schemas.openxmlformats.org/officeDocument/2006/relationships/image" Target="../media/image470.png"/><Relationship Id="rId77" Type="http://schemas.openxmlformats.org/officeDocument/2006/relationships/customXml" Target="../ink/ink452.xml"/><Relationship Id="rId100" Type="http://schemas.openxmlformats.org/officeDocument/2006/relationships/image" Target="../media/image492.png"/><Relationship Id="rId105" Type="http://schemas.openxmlformats.org/officeDocument/2006/relationships/customXml" Target="../ink/ink466.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439.xml"/><Relationship Id="rId72" Type="http://schemas.openxmlformats.org/officeDocument/2006/relationships/image" Target="../media/image478.png"/><Relationship Id="rId93" Type="http://schemas.openxmlformats.org/officeDocument/2006/relationships/customXml" Target="../ink/ink460.xml"/><Relationship Id="rId98" Type="http://schemas.openxmlformats.org/officeDocument/2006/relationships/image" Target="../media/image491.png"/><Relationship Id="rId121" Type="http://schemas.openxmlformats.org/officeDocument/2006/relationships/customXml" Target="../ink/ink474.xml"/><Relationship Id="rId3" Type="http://schemas.openxmlformats.org/officeDocument/2006/relationships/customXml" Target="../ink/ink415.xml"/><Relationship Id="rId25" Type="http://schemas.openxmlformats.org/officeDocument/2006/relationships/customXml" Target="../ink/ink426.xml"/><Relationship Id="rId46" Type="http://schemas.openxmlformats.org/officeDocument/2006/relationships/image" Target="../media/image465.png"/><Relationship Id="rId67" Type="http://schemas.openxmlformats.org/officeDocument/2006/relationships/customXml" Target="../ink/ink447.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434.xml"/><Relationship Id="rId62" Type="http://schemas.openxmlformats.org/officeDocument/2006/relationships/image" Target="../media/image473.png"/><Relationship Id="rId83" Type="http://schemas.openxmlformats.org/officeDocument/2006/relationships/customXml" Target="../ink/ink455.xml"/><Relationship Id="rId88" Type="http://schemas.openxmlformats.org/officeDocument/2006/relationships/image" Target="../media/image486.png"/><Relationship Id="rId111" Type="http://schemas.openxmlformats.org/officeDocument/2006/relationships/customXml" Target="../ink/ink469.xml"/><Relationship Id="rId132" Type="http://schemas.openxmlformats.org/officeDocument/2006/relationships/image" Target="../media/image508.png"/><Relationship Id="rId15" Type="http://schemas.openxmlformats.org/officeDocument/2006/relationships/customXml" Target="../ink/ink421.xml"/><Relationship Id="rId36" Type="http://schemas.openxmlformats.org/officeDocument/2006/relationships/image" Target="../media/image460.png"/><Relationship Id="rId57" Type="http://schemas.openxmlformats.org/officeDocument/2006/relationships/customXml" Target="../ink/ink442.xml"/><Relationship Id="rId106" Type="http://schemas.openxmlformats.org/officeDocument/2006/relationships/image" Target="../media/image495.png"/><Relationship Id="rId127" Type="http://schemas.openxmlformats.org/officeDocument/2006/relationships/customXml" Target="../ink/ink477.xml"/><Relationship Id="rId10" Type="http://schemas.openxmlformats.org/officeDocument/2006/relationships/image" Target="../media/image447.png"/><Relationship Id="rId31" Type="http://schemas.openxmlformats.org/officeDocument/2006/relationships/customXml" Target="../ink/ink429.xml"/><Relationship Id="rId52" Type="http://schemas.openxmlformats.org/officeDocument/2006/relationships/image" Target="../media/image468.png"/><Relationship Id="rId73" Type="http://schemas.openxmlformats.org/officeDocument/2006/relationships/customXml" Target="../ink/ink450.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63.xml"/><Relationship Id="rId101" Type="http://schemas.openxmlformats.org/officeDocument/2006/relationships/customXml" Target="../ink/ink464.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418.xml"/><Relationship Id="rId26" Type="http://schemas.openxmlformats.org/officeDocument/2006/relationships/image" Target="../media/image455.png"/></Relationships>
</file>

<file path=ppt/slides/_rels/slide59.xml.rels><?xml version="1.0" encoding="UTF-8" standalone="yes"?>
<Relationships xmlns="http://schemas.openxmlformats.org/package/2006/relationships"><Relationship Id="rId2" Type="http://schemas.openxmlformats.org/officeDocument/2006/relationships/image" Target="../media/image3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55492" y="352044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1" name="Oval 20">
            <a:extLst>
              <a:ext uri="{FF2B5EF4-FFF2-40B4-BE49-F238E27FC236}">
                <a16:creationId xmlns:a16="http://schemas.microsoft.com/office/drawing/2014/main" id="{65F9084E-A1EA-4464-9384-FDA12CD1EE06}"/>
              </a:ext>
            </a:extLst>
          </p:cNvPr>
          <p:cNvSpPr/>
          <p:nvPr/>
        </p:nvSpPr>
        <p:spPr>
          <a:xfrm>
            <a:off x="7477051" y="211602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2" name="Oval 21">
            <a:extLst>
              <a:ext uri="{FF2B5EF4-FFF2-40B4-BE49-F238E27FC236}">
                <a16:creationId xmlns:a16="http://schemas.microsoft.com/office/drawing/2014/main" id="{CDAB617F-D868-4AAD-BA99-EFE6D44FFB55}"/>
              </a:ext>
            </a:extLst>
          </p:cNvPr>
          <p:cNvSpPr/>
          <p:nvPr/>
        </p:nvSpPr>
        <p:spPr>
          <a:xfrm>
            <a:off x="7477051" y="43220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endCxn id="21" idx="2"/>
          </p:cNvCxnSpPr>
          <p:nvPr/>
        </p:nvCxnSpPr>
        <p:spPr>
          <a:xfrm flipV="1">
            <a:off x="3303270" y="2656023"/>
            <a:ext cx="4173781" cy="121016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2"/>
          </p:cNvCxnSpPr>
          <p:nvPr/>
        </p:nvCxnSpPr>
        <p:spPr>
          <a:xfrm flipH="1" flipV="1">
            <a:off x="3215492" y="4265234"/>
            <a:ext cx="4261559" cy="596818"/>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4602927" y="2961325"/>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4612671" y="4302033"/>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10128972" y="3399294"/>
            <a:ext cx="1866456" cy="340399"/>
          </a:xfrm>
          <a:prstGeom prst="callout1">
            <a:avLst>
              <a:gd name="adj1" fmla="val 51692"/>
              <a:gd name="adj2" fmla="val 149"/>
              <a:gd name="adj3" fmla="val -125769"/>
              <a:gd name="adj4" fmla="val -3385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5869759" y="5802799"/>
            <a:ext cx="1515814" cy="467961"/>
          </a:xfrm>
          <a:prstGeom prst="callout1">
            <a:avLst>
              <a:gd name="adj1" fmla="val 50466"/>
              <a:gd name="adj2" fmla="val 100987"/>
              <a:gd name="adj3" fmla="val -111356"/>
              <a:gd name="adj4" fmla="val 13394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1" name="Group 60">
            <a:extLst>
              <a:ext uri="{FF2B5EF4-FFF2-40B4-BE49-F238E27FC236}">
                <a16:creationId xmlns:a16="http://schemas.microsoft.com/office/drawing/2014/main" id="{A535B83C-3E75-FB0E-7EA0-22B4F69C128D}"/>
              </a:ext>
            </a:extLst>
          </p:cNvPr>
          <p:cNvGrpSpPr/>
          <p:nvPr/>
        </p:nvGrpSpPr>
        <p:grpSpPr>
          <a:xfrm>
            <a:off x="4013582" y="1886412"/>
            <a:ext cx="2288880" cy="1310400"/>
            <a:chOff x="4013582" y="1886412"/>
            <a:chExt cx="2288880" cy="1310400"/>
          </a:xfrm>
        </p:grpSpPr>
        <mc:AlternateContent xmlns:mc="http://schemas.openxmlformats.org/markup-compatibility/2006" xmlns:p14="http://schemas.microsoft.com/office/powerpoint/2010/main">
          <mc:Choice Requires="p14">
            <p:contentPart p14:bwMode="auto" r:id="rId3">
              <p14:nvContentPartPr>
                <p14:cNvPr id="29" name="Ink 28">
                  <a:extLst>
                    <a:ext uri="{FF2B5EF4-FFF2-40B4-BE49-F238E27FC236}">
                      <a16:creationId xmlns:a16="http://schemas.microsoft.com/office/drawing/2014/main" id="{3BEFE175-41FF-B259-F23F-0B21B81FC457}"/>
                    </a:ext>
                  </a:extLst>
                </p14:cNvPr>
                <p14:cNvContentPartPr/>
                <p14:nvPr/>
              </p14:nvContentPartPr>
              <p14:xfrm>
                <a:off x="4013582" y="2098452"/>
                <a:ext cx="296280" cy="435960"/>
              </p14:xfrm>
            </p:contentPart>
          </mc:Choice>
          <mc:Fallback xmlns="">
            <p:pic>
              <p:nvPicPr>
                <p:cNvPr id="29" name="Ink 28">
                  <a:extLst>
                    <a:ext uri="{FF2B5EF4-FFF2-40B4-BE49-F238E27FC236}">
                      <a16:creationId xmlns:a16="http://schemas.microsoft.com/office/drawing/2014/main" id="{3BEFE175-41FF-B259-F23F-0B21B81FC457}"/>
                    </a:ext>
                  </a:extLst>
                </p:cNvPr>
                <p:cNvPicPr/>
                <p:nvPr/>
              </p:nvPicPr>
              <p:blipFill>
                <a:blip r:embed="rId4"/>
                <a:stretch>
                  <a:fillRect/>
                </a:stretch>
              </p:blipFill>
              <p:spPr>
                <a:xfrm>
                  <a:off x="4007462" y="2092332"/>
                  <a:ext cx="30852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0" name="Ink 29">
                  <a:extLst>
                    <a:ext uri="{FF2B5EF4-FFF2-40B4-BE49-F238E27FC236}">
                      <a16:creationId xmlns:a16="http://schemas.microsoft.com/office/drawing/2014/main" id="{2FB1D98E-7BB1-29B2-65CF-7A14ECB3734C}"/>
                    </a:ext>
                  </a:extLst>
                </p14:cNvPr>
                <p14:cNvContentPartPr/>
                <p14:nvPr/>
              </p14:nvContentPartPr>
              <p14:xfrm>
                <a:off x="4334342" y="2287812"/>
                <a:ext cx="189720" cy="159840"/>
              </p14:xfrm>
            </p:contentPart>
          </mc:Choice>
          <mc:Fallback xmlns="">
            <p:pic>
              <p:nvPicPr>
                <p:cNvPr id="30" name="Ink 29">
                  <a:extLst>
                    <a:ext uri="{FF2B5EF4-FFF2-40B4-BE49-F238E27FC236}">
                      <a16:creationId xmlns:a16="http://schemas.microsoft.com/office/drawing/2014/main" id="{2FB1D98E-7BB1-29B2-65CF-7A14ECB3734C}"/>
                    </a:ext>
                  </a:extLst>
                </p:cNvPr>
                <p:cNvPicPr/>
                <p:nvPr/>
              </p:nvPicPr>
              <p:blipFill>
                <a:blip r:embed="rId6"/>
                <a:stretch>
                  <a:fillRect/>
                </a:stretch>
              </p:blipFill>
              <p:spPr>
                <a:xfrm>
                  <a:off x="4328222" y="2281692"/>
                  <a:ext cx="20196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1" name="Ink 30">
                  <a:extLst>
                    <a:ext uri="{FF2B5EF4-FFF2-40B4-BE49-F238E27FC236}">
                      <a16:creationId xmlns:a16="http://schemas.microsoft.com/office/drawing/2014/main" id="{6E4C630C-A377-335A-8EE2-972FBDA5512E}"/>
                    </a:ext>
                  </a:extLst>
                </p14:cNvPr>
                <p14:cNvContentPartPr/>
                <p14:nvPr/>
              </p14:nvContentPartPr>
              <p14:xfrm>
                <a:off x="4508222" y="2282772"/>
                <a:ext cx="141120" cy="173880"/>
              </p14:xfrm>
            </p:contentPart>
          </mc:Choice>
          <mc:Fallback xmlns="">
            <p:pic>
              <p:nvPicPr>
                <p:cNvPr id="31" name="Ink 30">
                  <a:extLst>
                    <a:ext uri="{FF2B5EF4-FFF2-40B4-BE49-F238E27FC236}">
                      <a16:creationId xmlns:a16="http://schemas.microsoft.com/office/drawing/2014/main" id="{6E4C630C-A377-335A-8EE2-972FBDA5512E}"/>
                    </a:ext>
                  </a:extLst>
                </p:cNvPr>
                <p:cNvPicPr/>
                <p:nvPr/>
              </p:nvPicPr>
              <p:blipFill>
                <a:blip r:embed="rId8"/>
                <a:stretch>
                  <a:fillRect/>
                </a:stretch>
              </p:blipFill>
              <p:spPr>
                <a:xfrm>
                  <a:off x="4502102" y="2276652"/>
                  <a:ext cx="153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4" name="Ink 33">
                  <a:extLst>
                    <a:ext uri="{FF2B5EF4-FFF2-40B4-BE49-F238E27FC236}">
                      <a16:creationId xmlns:a16="http://schemas.microsoft.com/office/drawing/2014/main" id="{F7FBED60-FABB-4F97-27A1-E148BC2F64FA}"/>
                    </a:ext>
                  </a:extLst>
                </p14:cNvPr>
                <p14:cNvContentPartPr/>
                <p14:nvPr/>
              </p14:nvContentPartPr>
              <p14:xfrm>
                <a:off x="4710542" y="2250012"/>
                <a:ext cx="152640" cy="210960"/>
              </p14:xfrm>
            </p:contentPart>
          </mc:Choice>
          <mc:Fallback xmlns="">
            <p:pic>
              <p:nvPicPr>
                <p:cNvPr id="34" name="Ink 33">
                  <a:extLst>
                    <a:ext uri="{FF2B5EF4-FFF2-40B4-BE49-F238E27FC236}">
                      <a16:creationId xmlns:a16="http://schemas.microsoft.com/office/drawing/2014/main" id="{F7FBED60-FABB-4F97-27A1-E148BC2F64FA}"/>
                    </a:ext>
                  </a:extLst>
                </p:cNvPr>
                <p:cNvPicPr/>
                <p:nvPr/>
              </p:nvPicPr>
              <p:blipFill>
                <a:blip r:embed="rId10"/>
                <a:stretch>
                  <a:fillRect/>
                </a:stretch>
              </p:blipFill>
              <p:spPr>
                <a:xfrm>
                  <a:off x="4704422" y="2243892"/>
                  <a:ext cx="1648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5" name="Ink 34">
                  <a:extLst>
                    <a:ext uri="{FF2B5EF4-FFF2-40B4-BE49-F238E27FC236}">
                      <a16:creationId xmlns:a16="http://schemas.microsoft.com/office/drawing/2014/main" id="{E3626425-9FAD-F161-BAE9-01C09617F30F}"/>
                    </a:ext>
                  </a:extLst>
                </p14:cNvPr>
                <p14:cNvContentPartPr/>
                <p14:nvPr/>
              </p14:nvContentPartPr>
              <p14:xfrm>
                <a:off x="4697942" y="2031492"/>
                <a:ext cx="197640" cy="343440"/>
              </p14:xfrm>
            </p:contentPart>
          </mc:Choice>
          <mc:Fallback xmlns="">
            <p:pic>
              <p:nvPicPr>
                <p:cNvPr id="35" name="Ink 34">
                  <a:extLst>
                    <a:ext uri="{FF2B5EF4-FFF2-40B4-BE49-F238E27FC236}">
                      <a16:creationId xmlns:a16="http://schemas.microsoft.com/office/drawing/2014/main" id="{E3626425-9FAD-F161-BAE9-01C09617F30F}"/>
                    </a:ext>
                  </a:extLst>
                </p:cNvPr>
                <p:cNvPicPr/>
                <p:nvPr/>
              </p:nvPicPr>
              <p:blipFill>
                <a:blip r:embed="rId12"/>
                <a:stretch>
                  <a:fillRect/>
                </a:stretch>
              </p:blipFill>
              <p:spPr>
                <a:xfrm>
                  <a:off x="4691822" y="2025372"/>
                  <a:ext cx="209880" cy="35568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6" name="Ink 35">
                  <a:extLst>
                    <a:ext uri="{FF2B5EF4-FFF2-40B4-BE49-F238E27FC236}">
                      <a16:creationId xmlns:a16="http://schemas.microsoft.com/office/drawing/2014/main" id="{98700BDD-0038-9044-CA93-1AF39DCDFAD8}"/>
                    </a:ext>
                  </a:extLst>
                </p14:cNvPr>
                <p14:cNvContentPartPr/>
                <p14:nvPr/>
              </p14:nvContentPartPr>
              <p14:xfrm>
                <a:off x="4995302" y="1886412"/>
                <a:ext cx="372240" cy="684000"/>
              </p14:xfrm>
            </p:contentPart>
          </mc:Choice>
          <mc:Fallback xmlns="">
            <p:pic>
              <p:nvPicPr>
                <p:cNvPr id="36" name="Ink 35">
                  <a:extLst>
                    <a:ext uri="{FF2B5EF4-FFF2-40B4-BE49-F238E27FC236}">
                      <a16:creationId xmlns:a16="http://schemas.microsoft.com/office/drawing/2014/main" id="{98700BDD-0038-9044-CA93-1AF39DCDFAD8}"/>
                    </a:ext>
                  </a:extLst>
                </p:cNvPr>
                <p:cNvPicPr/>
                <p:nvPr/>
              </p:nvPicPr>
              <p:blipFill>
                <a:blip r:embed="rId14"/>
                <a:stretch>
                  <a:fillRect/>
                </a:stretch>
              </p:blipFill>
              <p:spPr>
                <a:xfrm>
                  <a:off x="4989182" y="1880292"/>
                  <a:ext cx="384480" cy="696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37" name="Ink 36">
                  <a:extLst>
                    <a:ext uri="{FF2B5EF4-FFF2-40B4-BE49-F238E27FC236}">
                      <a16:creationId xmlns:a16="http://schemas.microsoft.com/office/drawing/2014/main" id="{235CC93C-7C88-4999-9CA2-3639E7FC25BA}"/>
                    </a:ext>
                  </a:extLst>
                </p14:cNvPr>
                <p14:cNvContentPartPr/>
                <p14:nvPr/>
              </p14:nvContentPartPr>
              <p14:xfrm>
                <a:off x="5161622" y="2105652"/>
                <a:ext cx="315360" cy="274320"/>
              </p14:xfrm>
            </p:contentPart>
          </mc:Choice>
          <mc:Fallback xmlns="">
            <p:pic>
              <p:nvPicPr>
                <p:cNvPr id="37" name="Ink 36">
                  <a:extLst>
                    <a:ext uri="{FF2B5EF4-FFF2-40B4-BE49-F238E27FC236}">
                      <a16:creationId xmlns:a16="http://schemas.microsoft.com/office/drawing/2014/main" id="{235CC93C-7C88-4999-9CA2-3639E7FC25BA}"/>
                    </a:ext>
                  </a:extLst>
                </p:cNvPr>
                <p:cNvPicPr/>
                <p:nvPr/>
              </p:nvPicPr>
              <p:blipFill>
                <a:blip r:embed="rId16"/>
                <a:stretch>
                  <a:fillRect/>
                </a:stretch>
              </p:blipFill>
              <p:spPr>
                <a:xfrm>
                  <a:off x="5155502" y="2099532"/>
                  <a:ext cx="32760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8" name="Ink 37">
                  <a:extLst>
                    <a:ext uri="{FF2B5EF4-FFF2-40B4-BE49-F238E27FC236}">
                      <a16:creationId xmlns:a16="http://schemas.microsoft.com/office/drawing/2014/main" id="{95C54021-CEB2-DA3D-4962-B331B4D5CCFF}"/>
                    </a:ext>
                  </a:extLst>
                </p14:cNvPr>
                <p14:cNvContentPartPr/>
                <p14:nvPr/>
              </p14:nvContentPartPr>
              <p14:xfrm>
                <a:off x="5457182" y="2000532"/>
                <a:ext cx="258840" cy="222120"/>
              </p14:xfrm>
            </p:contentPart>
          </mc:Choice>
          <mc:Fallback xmlns="">
            <p:pic>
              <p:nvPicPr>
                <p:cNvPr id="38" name="Ink 37">
                  <a:extLst>
                    <a:ext uri="{FF2B5EF4-FFF2-40B4-BE49-F238E27FC236}">
                      <a16:creationId xmlns:a16="http://schemas.microsoft.com/office/drawing/2014/main" id="{95C54021-CEB2-DA3D-4962-B331B4D5CCFF}"/>
                    </a:ext>
                  </a:extLst>
                </p:cNvPr>
                <p:cNvPicPr/>
                <p:nvPr/>
              </p:nvPicPr>
              <p:blipFill>
                <a:blip r:embed="rId18"/>
                <a:stretch>
                  <a:fillRect/>
                </a:stretch>
              </p:blipFill>
              <p:spPr>
                <a:xfrm>
                  <a:off x="5451062" y="1994412"/>
                  <a:ext cx="2710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41" name="Ink 40">
                  <a:extLst>
                    <a:ext uri="{FF2B5EF4-FFF2-40B4-BE49-F238E27FC236}">
                      <a16:creationId xmlns:a16="http://schemas.microsoft.com/office/drawing/2014/main" id="{34423C1D-FE7B-9303-1851-419A0DE38944}"/>
                    </a:ext>
                  </a:extLst>
                </p14:cNvPr>
                <p14:cNvContentPartPr/>
                <p14:nvPr/>
              </p14:nvContentPartPr>
              <p14:xfrm>
                <a:off x="5029142" y="2053452"/>
                <a:ext cx="307440" cy="158400"/>
              </p14:xfrm>
            </p:contentPart>
          </mc:Choice>
          <mc:Fallback xmlns="">
            <p:pic>
              <p:nvPicPr>
                <p:cNvPr id="41" name="Ink 40">
                  <a:extLst>
                    <a:ext uri="{FF2B5EF4-FFF2-40B4-BE49-F238E27FC236}">
                      <a16:creationId xmlns:a16="http://schemas.microsoft.com/office/drawing/2014/main" id="{34423C1D-FE7B-9303-1851-419A0DE38944}"/>
                    </a:ext>
                  </a:extLst>
                </p:cNvPr>
                <p:cNvPicPr/>
                <p:nvPr/>
              </p:nvPicPr>
              <p:blipFill>
                <a:blip r:embed="rId20"/>
                <a:stretch>
                  <a:fillRect/>
                </a:stretch>
              </p:blipFill>
              <p:spPr>
                <a:xfrm>
                  <a:off x="5023022" y="2047332"/>
                  <a:ext cx="31968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44" name="Ink 43">
                  <a:extLst>
                    <a:ext uri="{FF2B5EF4-FFF2-40B4-BE49-F238E27FC236}">
                      <a16:creationId xmlns:a16="http://schemas.microsoft.com/office/drawing/2014/main" id="{625A2485-7D96-1A96-ABCC-333631ADCE8A}"/>
                    </a:ext>
                  </a:extLst>
                </p14:cNvPr>
                <p14:cNvContentPartPr/>
                <p14:nvPr/>
              </p14:nvContentPartPr>
              <p14:xfrm>
                <a:off x="4339022" y="2791452"/>
                <a:ext cx="205920" cy="209520"/>
              </p14:xfrm>
            </p:contentPart>
          </mc:Choice>
          <mc:Fallback xmlns="">
            <p:pic>
              <p:nvPicPr>
                <p:cNvPr id="44" name="Ink 43">
                  <a:extLst>
                    <a:ext uri="{FF2B5EF4-FFF2-40B4-BE49-F238E27FC236}">
                      <a16:creationId xmlns:a16="http://schemas.microsoft.com/office/drawing/2014/main" id="{625A2485-7D96-1A96-ABCC-333631ADCE8A}"/>
                    </a:ext>
                  </a:extLst>
                </p:cNvPr>
                <p:cNvPicPr/>
                <p:nvPr/>
              </p:nvPicPr>
              <p:blipFill>
                <a:blip r:embed="rId22"/>
                <a:stretch>
                  <a:fillRect/>
                </a:stretch>
              </p:blipFill>
              <p:spPr>
                <a:xfrm>
                  <a:off x="4332902" y="2785332"/>
                  <a:ext cx="218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45" name="Ink 44">
                  <a:extLst>
                    <a:ext uri="{FF2B5EF4-FFF2-40B4-BE49-F238E27FC236}">
                      <a16:creationId xmlns:a16="http://schemas.microsoft.com/office/drawing/2014/main" id="{547E67B3-4E7A-FF90-7D93-2BFCDE8338EC}"/>
                    </a:ext>
                  </a:extLst>
                </p14:cNvPr>
                <p14:cNvContentPartPr/>
                <p14:nvPr/>
              </p14:nvContentPartPr>
              <p14:xfrm>
                <a:off x="4560062" y="2704332"/>
                <a:ext cx="271800" cy="263520"/>
              </p14:xfrm>
            </p:contentPart>
          </mc:Choice>
          <mc:Fallback xmlns="">
            <p:pic>
              <p:nvPicPr>
                <p:cNvPr id="45" name="Ink 44">
                  <a:extLst>
                    <a:ext uri="{FF2B5EF4-FFF2-40B4-BE49-F238E27FC236}">
                      <a16:creationId xmlns:a16="http://schemas.microsoft.com/office/drawing/2014/main" id="{547E67B3-4E7A-FF90-7D93-2BFCDE8338EC}"/>
                    </a:ext>
                  </a:extLst>
                </p:cNvPr>
                <p:cNvPicPr/>
                <p:nvPr/>
              </p:nvPicPr>
              <p:blipFill>
                <a:blip r:embed="rId24"/>
                <a:stretch>
                  <a:fillRect/>
                </a:stretch>
              </p:blipFill>
              <p:spPr>
                <a:xfrm>
                  <a:off x="4553942" y="2698212"/>
                  <a:ext cx="28404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6" name="Ink 45">
                  <a:extLst>
                    <a:ext uri="{FF2B5EF4-FFF2-40B4-BE49-F238E27FC236}">
                      <a16:creationId xmlns:a16="http://schemas.microsoft.com/office/drawing/2014/main" id="{931EABCF-D801-7E6D-98BB-8D88B87CCDB4}"/>
                    </a:ext>
                  </a:extLst>
                </p14:cNvPr>
                <p14:cNvContentPartPr/>
                <p14:nvPr/>
              </p14:nvContentPartPr>
              <p14:xfrm>
                <a:off x="4747622" y="2487612"/>
                <a:ext cx="164880" cy="383040"/>
              </p14:xfrm>
            </p:contentPart>
          </mc:Choice>
          <mc:Fallback xmlns="">
            <p:pic>
              <p:nvPicPr>
                <p:cNvPr id="46" name="Ink 45">
                  <a:extLst>
                    <a:ext uri="{FF2B5EF4-FFF2-40B4-BE49-F238E27FC236}">
                      <a16:creationId xmlns:a16="http://schemas.microsoft.com/office/drawing/2014/main" id="{931EABCF-D801-7E6D-98BB-8D88B87CCDB4}"/>
                    </a:ext>
                  </a:extLst>
                </p:cNvPr>
                <p:cNvPicPr/>
                <p:nvPr/>
              </p:nvPicPr>
              <p:blipFill>
                <a:blip r:embed="rId26"/>
                <a:stretch>
                  <a:fillRect/>
                </a:stretch>
              </p:blipFill>
              <p:spPr>
                <a:xfrm>
                  <a:off x="4741502" y="2481492"/>
                  <a:ext cx="17712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7" name="Ink 46">
                  <a:extLst>
                    <a:ext uri="{FF2B5EF4-FFF2-40B4-BE49-F238E27FC236}">
                      <a16:creationId xmlns:a16="http://schemas.microsoft.com/office/drawing/2014/main" id="{52951A30-C657-9C5A-D627-98ED352D3BB2}"/>
                    </a:ext>
                  </a:extLst>
                </p14:cNvPr>
                <p14:cNvContentPartPr/>
                <p14:nvPr/>
              </p14:nvContentPartPr>
              <p14:xfrm>
                <a:off x="4864262" y="2624052"/>
                <a:ext cx="21960" cy="21600"/>
              </p14:xfrm>
            </p:contentPart>
          </mc:Choice>
          <mc:Fallback xmlns="">
            <p:pic>
              <p:nvPicPr>
                <p:cNvPr id="47" name="Ink 46">
                  <a:extLst>
                    <a:ext uri="{FF2B5EF4-FFF2-40B4-BE49-F238E27FC236}">
                      <a16:creationId xmlns:a16="http://schemas.microsoft.com/office/drawing/2014/main" id="{52951A30-C657-9C5A-D627-98ED352D3BB2}"/>
                    </a:ext>
                  </a:extLst>
                </p:cNvPr>
                <p:cNvPicPr/>
                <p:nvPr/>
              </p:nvPicPr>
              <p:blipFill>
                <a:blip r:embed="rId28"/>
                <a:stretch>
                  <a:fillRect/>
                </a:stretch>
              </p:blipFill>
              <p:spPr>
                <a:xfrm>
                  <a:off x="4858142" y="2617932"/>
                  <a:ext cx="342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8" name="Ink 47">
                  <a:extLst>
                    <a:ext uri="{FF2B5EF4-FFF2-40B4-BE49-F238E27FC236}">
                      <a16:creationId xmlns:a16="http://schemas.microsoft.com/office/drawing/2014/main" id="{4AA23A4D-4133-8970-5DED-AA6C8751742E}"/>
                    </a:ext>
                  </a:extLst>
                </p14:cNvPr>
                <p14:cNvContentPartPr/>
                <p14:nvPr/>
              </p14:nvContentPartPr>
              <p14:xfrm>
                <a:off x="4963622" y="2735652"/>
                <a:ext cx="97200" cy="92880"/>
              </p14:xfrm>
            </p:contentPart>
          </mc:Choice>
          <mc:Fallback xmlns="">
            <p:pic>
              <p:nvPicPr>
                <p:cNvPr id="48" name="Ink 47">
                  <a:extLst>
                    <a:ext uri="{FF2B5EF4-FFF2-40B4-BE49-F238E27FC236}">
                      <a16:creationId xmlns:a16="http://schemas.microsoft.com/office/drawing/2014/main" id="{4AA23A4D-4133-8970-5DED-AA6C8751742E}"/>
                    </a:ext>
                  </a:extLst>
                </p:cNvPr>
                <p:cNvPicPr/>
                <p:nvPr/>
              </p:nvPicPr>
              <p:blipFill>
                <a:blip r:embed="rId30"/>
                <a:stretch>
                  <a:fillRect/>
                </a:stretch>
              </p:blipFill>
              <p:spPr>
                <a:xfrm>
                  <a:off x="4957502" y="2729532"/>
                  <a:ext cx="1094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9" name="Ink 48">
                  <a:extLst>
                    <a:ext uri="{FF2B5EF4-FFF2-40B4-BE49-F238E27FC236}">
                      <a16:creationId xmlns:a16="http://schemas.microsoft.com/office/drawing/2014/main" id="{C3CDB17A-FA28-9677-C95F-E1229C0F3253}"/>
                    </a:ext>
                  </a:extLst>
                </p14:cNvPr>
                <p14:cNvContentPartPr/>
                <p14:nvPr/>
              </p14:nvContentPartPr>
              <p14:xfrm>
                <a:off x="5028782" y="2656812"/>
                <a:ext cx="188640" cy="198360"/>
              </p14:xfrm>
            </p:contentPart>
          </mc:Choice>
          <mc:Fallback xmlns="">
            <p:pic>
              <p:nvPicPr>
                <p:cNvPr id="49" name="Ink 48">
                  <a:extLst>
                    <a:ext uri="{FF2B5EF4-FFF2-40B4-BE49-F238E27FC236}">
                      <a16:creationId xmlns:a16="http://schemas.microsoft.com/office/drawing/2014/main" id="{C3CDB17A-FA28-9677-C95F-E1229C0F3253}"/>
                    </a:ext>
                  </a:extLst>
                </p:cNvPr>
                <p:cNvPicPr/>
                <p:nvPr/>
              </p:nvPicPr>
              <p:blipFill>
                <a:blip r:embed="rId32"/>
                <a:stretch>
                  <a:fillRect/>
                </a:stretch>
              </p:blipFill>
              <p:spPr>
                <a:xfrm>
                  <a:off x="5022662" y="2650692"/>
                  <a:ext cx="2008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50" name="Ink 49">
                  <a:extLst>
                    <a:ext uri="{FF2B5EF4-FFF2-40B4-BE49-F238E27FC236}">
                      <a16:creationId xmlns:a16="http://schemas.microsoft.com/office/drawing/2014/main" id="{E8006EC1-8EC5-52A5-6586-074763B85336}"/>
                    </a:ext>
                  </a:extLst>
                </p14:cNvPr>
                <p14:cNvContentPartPr/>
                <p14:nvPr/>
              </p14:nvContentPartPr>
              <p14:xfrm>
                <a:off x="5056142" y="2486172"/>
                <a:ext cx="213120" cy="257040"/>
              </p14:xfrm>
            </p:contentPart>
          </mc:Choice>
          <mc:Fallback xmlns="">
            <p:pic>
              <p:nvPicPr>
                <p:cNvPr id="50" name="Ink 49">
                  <a:extLst>
                    <a:ext uri="{FF2B5EF4-FFF2-40B4-BE49-F238E27FC236}">
                      <a16:creationId xmlns:a16="http://schemas.microsoft.com/office/drawing/2014/main" id="{E8006EC1-8EC5-52A5-6586-074763B85336}"/>
                    </a:ext>
                  </a:extLst>
                </p:cNvPr>
                <p:cNvPicPr/>
                <p:nvPr/>
              </p:nvPicPr>
              <p:blipFill>
                <a:blip r:embed="rId34"/>
                <a:stretch>
                  <a:fillRect/>
                </a:stretch>
              </p:blipFill>
              <p:spPr>
                <a:xfrm>
                  <a:off x="5050022" y="2480052"/>
                  <a:ext cx="22536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51" name="Ink 50">
                  <a:extLst>
                    <a:ext uri="{FF2B5EF4-FFF2-40B4-BE49-F238E27FC236}">
                      <a16:creationId xmlns:a16="http://schemas.microsoft.com/office/drawing/2014/main" id="{EC745E73-3BA4-D55B-A44E-CF38C5D933E1}"/>
                    </a:ext>
                  </a:extLst>
                </p14:cNvPr>
                <p14:cNvContentPartPr/>
                <p14:nvPr/>
              </p14:nvContentPartPr>
              <p14:xfrm>
                <a:off x="5363942" y="2577972"/>
                <a:ext cx="240840" cy="216720"/>
              </p14:xfrm>
            </p:contentPart>
          </mc:Choice>
          <mc:Fallback xmlns="">
            <p:pic>
              <p:nvPicPr>
                <p:cNvPr id="51" name="Ink 50">
                  <a:extLst>
                    <a:ext uri="{FF2B5EF4-FFF2-40B4-BE49-F238E27FC236}">
                      <a16:creationId xmlns:a16="http://schemas.microsoft.com/office/drawing/2014/main" id="{EC745E73-3BA4-D55B-A44E-CF38C5D933E1}"/>
                    </a:ext>
                  </a:extLst>
                </p:cNvPr>
                <p:cNvPicPr/>
                <p:nvPr/>
              </p:nvPicPr>
              <p:blipFill>
                <a:blip r:embed="rId36"/>
                <a:stretch>
                  <a:fillRect/>
                </a:stretch>
              </p:blipFill>
              <p:spPr>
                <a:xfrm>
                  <a:off x="5357822" y="2571852"/>
                  <a:ext cx="25308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52" name="Ink 51">
                  <a:extLst>
                    <a:ext uri="{FF2B5EF4-FFF2-40B4-BE49-F238E27FC236}">
                      <a16:creationId xmlns:a16="http://schemas.microsoft.com/office/drawing/2014/main" id="{4CE4CB10-9D17-9631-900D-4B72FE4FACA5}"/>
                    </a:ext>
                  </a:extLst>
                </p14:cNvPr>
                <p14:cNvContentPartPr/>
                <p14:nvPr/>
              </p14:nvContentPartPr>
              <p14:xfrm>
                <a:off x="5507942" y="2274132"/>
                <a:ext cx="195480" cy="441360"/>
              </p14:xfrm>
            </p:contentPart>
          </mc:Choice>
          <mc:Fallback xmlns="">
            <p:pic>
              <p:nvPicPr>
                <p:cNvPr id="52" name="Ink 51">
                  <a:extLst>
                    <a:ext uri="{FF2B5EF4-FFF2-40B4-BE49-F238E27FC236}">
                      <a16:creationId xmlns:a16="http://schemas.microsoft.com/office/drawing/2014/main" id="{4CE4CB10-9D17-9631-900D-4B72FE4FACA5}"/>
                    </a:ext>
                  </a:extLst>
                </p:cNvPr>
                <p:cNvPicPr/>
                <p:nvPr/>
              </p:nvPicPr>
              <p:blipFill>
                <a:blip r:embed="rId38"/>
                <a:stretch>
                  <a:fillRect/>
                </a:stretch>
              </p:blipFill>
              <p:spPr>
                <a:xfrm>
                  <a:off x="5501822" y="2268012"/>
                  <a:ext cx="20772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53" name="Ink 52">
                  <a:extLst>
                    <a:ext uri="{FF2B5EF4-FFF2-40B4-BE49-F238E27FC236}">
                      <a16:creationId xmlns:a16="http://schemas.microsoft.com/office/drawing/2014/main" id="{B5BBD556-DD7D-C544-D477-25FF76306B36}"/>
                    </a:ext>
                  </a:extLst>
                </p14:cNvPr>
                <p14:cNvContentPartPr/>
                <p14:nvPr/>
              </p14:nvContentPartPr>
              <p14:xfrm>
                <a:off x="5520542" y="2552772"/>
                <a:ext cx="107280" cy="87480"/>
              </p14:xfrm>
            </p:contentPart>
          </mc:Choice>
          <mc:Fallback xmlns="">
            <p:pic>
              <p:nvPicPr>
                <p:cNvPr id="53" name="Ink 52">
                  <a:extLst>
                    <a:ext uri="{FF2B5EF4-FFF2-40B4-BE49-F238E27FC236}">
                      <a16:creationId xmlns:a16="http://schemas.microsoft.com/office/drawing/2014/main" id="{B5BBD556-DD7D-C544-D477-25FF76306B36}"/>
                    </a:ext>
                  </a:extLst>
                </p:cNvPr>
                <p:cNvPicPr/>
                <p:nvPr/>
              </p:nvPicPr>
              <p:blipFill>
                <a:blip r:embed="rId40"/>
                <a:stretch>
                  <a:fillRect/>
                </a:stretch>
              </p:blipFill>
              <p:spPr>
                <a:xfrm>
                  <a:off x="5514422" y="2546652"/>
                  <a:ext cx="119520" cy="9972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54" name="Ink 53">
                  <a:extLst>
                    <a:ext uri="{FF2B5EF4-FFF2-40B4-BE49-F238E27FC236}">
                      <a16:creationId xmlns:a16="http://schemas.microsoft.com/office/drawing/2014/main" id="{61603BA9-CD49-ED24-DD42-073FCD38F8E2}"/>
                    </a:ext>
                  </a:extLst>
                </p14:cNvPr>
                <p14:cNvContentPartPr/>
                <p14:nvPr/>
              </p14:nvContentPartPr>
              <p14:xfrm>
                <a:off x="5617382" y="2467092"/>
                <a:ext cx="10440" cy="19440"/>
              </p14:xfrm>
            </p:contentPart>
          </mc:Choice>
          <mc:Fallback xmlns="">
            <p:pic>
              <p:nvPicPr>
                <p:cNvPr id="54" name="Ink 53">
                  <a:extLst>
                    <a:ext uri="{FF2B5EF4-FFF2-40B4-BE49-F238E27FC236}">
                      <a16:creationId xmlns:a16="http://schemas.microsoft.com/office/drawing/2014/main" id="{61603BA9-CD49-ED24-DD42-073FCD38F8E2}"/>
                    </a:ext>
                  </a:extLst>
                </p:cNvPr>
                <p:cNvPicPr/>
                <p:nvPr/>
              </p:nvPicPr>
              <p:blipFill>
                <a:blip r:embed="rId42"/>
                <a:stretch>
                  <a:fillRect/>
                </a:stretch>
              </p:blipFill>
              <p:spPr>
                <a:xfrm>
                  <a:off x="5611262" y="2460972"/>
                  <a:ext cx="22680" cy="316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55" name="Ink 54">
                  <a:extLst>
                    <a:ext uri="{FF2B5EF4-FFF2-40B4-BE49-F238E27FC236}">
                      <a16:creationId xmlns:a16="http://schemas.microsoft.com/office/drawing/2014/main" id="{CE80F143-1B05-13B2-CCBA-1F20F957B558}"/>
                    </a:ext>
                  </a:extLst>
                </p14:cNvPr>
                <p14:cNvContentPartPr/>
                <p14:nvPr/>
              </p14:nvContentPartPr>
              <p14:xfrm>
                <a:off x="5704142" y="2580492"/>
                <a:ext cx="69120" cy="76680"/>
              </p14:xfrm>
            </p:contentPart>
          </mc:Choice>
          <mc:Fallback xmlns="">
            <p:pic>
              <p:nvPicPr>
                <p:cNvPr id="55" name="Ink 54">
                  <a:extLst>
                    <a:ext uri="{FF2B5EF4-FFF2-40B4-BE49-F238E27FC236}">
                      <a16:creationId xmlns:a16="http://schemas.microsoft.com/office/drawing/2014/main" id="{CE80F143-1B05-13B2-CCBA-1F20F957B558}"/>
                    </a:ext>
                  </a:extLst>
                </p:cNvPr>
                <p:cNvPicPr/>
                <p:nvPr/>
              </p:nvPicPr>
              <p:blipFill>
                <a:blip r:embed="rId44"/>
                <a:stretch>
                  <a:fillRect/>
                </a:stretch>
              </p:blipFill>
              <p:spPr>
                <a:xfrm>
                  <a:off x="5698022" y="2574372"/>
                  <a:ext cx="81360" cy="88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6" name="Ink 55">
                  <a:extLst>
                    <a:ext uri="{FF2B5EF4-FFF2-40B4-BE49-F238E27FC236}">
                      <a16:creationId xmlns:a16="http://schemas.microsoft.com/office/drawing/2014/main" id="{3E0D682C-6A22-C0F1-98F6-CD964001EFF8}"/>
                    </a:ext>
                  </a:extLst>
                </p14:cNvPr>
                <p14:cNvContentPartPr/>
                <p14:nvPr/>
              </p14:nvContentPartPr>
              <p14:xfrm>
                <a:off x="5834102" y="2473932"/>
                <a:ext cx="186120" cy="221040"/>
              </p14:xfrm>
            </p:contentPart>
          </mc:Choice>
          <mc:Fallback xmlns="">
            <p:pic>
              <p:nvPicPr>
                <p:cNvPr id="56" name="Ink 55">
                  <a:extLst>
                    <a:ext uri="{FF2B5EF4-FFF2-40B4-BE49-F238E27FC236}">
                      <a16:creationId xmlns:a16="http://schemas.microsoft.com/office/drawing/2014/main" id="{3E0D682C-6A22-C0F1-98F6-CD964001EFF8}"/>
                    </a:ext>
                  </a:extLst>
                </p:cNvPr>
                <p:cNvPicPr/>
                <p:nvPr/>
              </p:nvPicPr>
              <p:blipFill>
                <a:blip r:embed="rId46"/>
                <a:stretch>
                  <a:fillRect/>
                </a:stretch>
              </p:blipFill>
              <p:spPr>
                <a:xfrm>
                  <a:off x="5827982" y="2467812"/>
                  <a:ext cx="198360" cy="2332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57" name="Ink 56">
                  <a:extLst>
                    <a:ext uri="{FF2B5EF4-FFF2-40B4-BE49-F238E27FC236}">
                      <a16:creationId xmlns:a16="http://schemas.microsoft.com/office/drawing/2014/main" id="{CD4B6D30-254E-E3E9-D7D0-50C7B100D7DB}"/>
                    </a:ext>
                  </a:extLst>
                </p14:cNvPr>
                <p14:cNvContentPartPr/>
                <p14:nvPr/>
              </p14:nvContentPartPr>
              <p14:xfrm>
                <a:off x="6042182" y="2399052"/>
                <a:ext cx="260280" cy="245880"/>
              </p14:xfrm>
            </p:contentPart>
          </mc:Choice>
          <mc:Fallback xmlns="">
            <p:pic>
              <p:nvPicPr>
                <p:cNvPr id="57" name="Ink 56">
                  <a:extLst>
                    <a:ext uri="{FF2B5EF4-FFF2-40B4-BE49-F238E27FC236}">
                      <a16:creationId xmlns:a16="http://schemas.microsoft.com/office/drawing/2014/main" id="{CD4B6D30-254E-E3E9-D7D0-50C7B100D7DB}"/>
                    </a:ext>
                  </a:extLst>
                </p:cNvPr>
                <p:cNvPicPr/>
                <p:nvPr/>
              </p:nvPicPr>
              <p:blipFill>
                <a:blip r:embed="rId48"/>
                <a:stretch>
                  <a:fillRect/>
                </a:stretch>
              </p:blipFill>
              <p:spPr>
                <a:xfrm>
                  <a:off x="6036062" y="2392932"/>
                  <a:ext cx="27252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9" name="Ink 58">
                  <a:extLst>
                    <a:ext uri="{FF2B5EF4-FFF2-40B4-BE49-F238E27FC236}">
                      <a16:creationId xmlns:a16="http://schemas.microsoft.com/office/drawing/2014/main" id="{869FE541-24C7-F093-541E-2A62D92BC6A5}"/>
                    </a:ext>
                  </a:extLst>
                </p14:cNvPr>
                <p14:cNvContentPartPr/>
                <p14:nvPr/>
              </p14:nvContentPartPr>
              <p14:xfrm>
                <a:off x="5322902" y="2850132"/>
                <a:ext cx="102600" cy="307800"/>
              </p14:xfrm>
            </p:contentPart>
          </mc:Choice>
          <mc:Fallback xmlns="">
            <p:pic>
              <p:nvPicPr>
                <p:cNvPr id="59" name="Ink 58">
                  <a:extLst>
                    <a:ext uri="{FF2B5EF4-FFF2-40B4-BE49-F238E27FC236}">
                      <a16:creationId xmlns:a16="http://schemas.microsoft.com/office/drawing/2014/main" id="{869FE541-24C7-F093-541E-2A62D92BC6A5}"/>
                    </a:ext>
                  </a:extLst>
                </p:cNvPr>
                <p:cNvPicPr/>
                <p:nvPr/>
              </p:nvPicPr>
              <p:blipFill>
                <a:blip r:embed="rId50"/>
                <a:stretch>
                  <a:fillRect/>
                </a:stretch>
              </p:blipFill>
              <p:spPr>
                <a:xfrm>
                  <a:off x="5316782" y="2844012"/>
                  <a:ext cx="1148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60" name="Ink 59">
                  <a:extLst>
                    <a:ext uri="{FF2B5EF4-FFF2-40B4-BE49-F238E27FC236}">
                      <a16:creationId xmlns:a16="http://schemas.microsoft.com/office/drawing/2014/main" id="{5B9E4FB9-5F4E-1D24-7B6F-D52EAFE5A030}"/>
                    </a:ext>
                  </a:extLst>
                </p14:cNvPr>
                <p14:cNvContentPartPr/>
                <p14:nvPr/>
              </p14:nvContentPartPr>
              <p14:xfrm>
                <a:off x="5219222" y="2947692"/>
                <a:ext cx="347760" cy="249120"/>
              </p14:xfrm>
            </p:contentPart>
          </mc:Choice>
          <mc:Fallback xmlns="">
            <p:pic>
              <p:nvPicPr>
                <p:cNvPr id="60" name="Ink 59">
                  <a:extLst>
                    <a:ext uri="{FF2B5EF4-FFF2-40B4-BE49-F238E27FC236}">
                      <a16:creationId xmlns:a16="http://schemas.microsoft.com/office/drawing/2014/main" id="{5B9E4FB9-5F4E-1D24-7B6F-D52EAFE5A030}"/>
                    </a:ext>
                  </a:extLst>
                </p:cNvPr>
                <p:cNvPicPr/>
                <p:nvPr/>
              </p:nvPicPr>
              <p:blipFill>
                <a:blip r:embed="rId52"/>
                <a:stretch>
                  <a:fillRect/>
                </a:stretch>
              </p:blipFill>
              <p:spPr>
                <a:xfrm>
                  <a:off x="5213102" y="2941572"/>
                  <a:ext cx="360000" cy="261360"/>
                </a:xfrm>
                <a:prstGeom prst="rect">
                  <a:avLst/>
                </a:prstGeom>
              </p:spPr>
            </p:pic>
          </mc:Fallback>
        </mc:AlternateContent>
      </p:grpSp>
    </p:spTree>
    <p:extLst>
      <p:ext uri="{BB962C8B-B14F-4D97-AF65-F5344CB8AC3E}">
        <p14:creationId xmlns:p14="http://schemas.microsoft.com/office/powerpoint/2010/main" val="38951072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10" y="1965960"/>
            <a:ext cx="3600000"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43789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437890" y="4193974"/>
            <a:ext cx="2284600"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getAge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setAge</a:t>
            </a:r>
            <a:r>
              <a:rPr lang="en-GB" sz="2800" b="1" dirty="0">
                <a:solidFill>
                  <a:schemeClr val="accent1"/>
                </a:solidFill>
              </a:rPr>
              <a:t>()</a:t>
            </a:r>
          </a:p>
        </p:txBody>
      </p:sp>
      <p:sp>
        <p:nvSpPr>
          <p:cNvPr id="21" name="Rectangle 20">
            <a:extLst>
              <a:ext uri="{FF2B5EF4-FFF2-40B4-BE49-F238E27FC236}">
                <a16:creationId xmlns:a16="http://schemas.microsoft.com/office/drawing/2014/main" id="{61BE2CD1-5F61-4B09-9AEC-39EA9BFBB6A9}"/>
              </a:ext>
            </a:extLst>
          </p:cNvPr>
          <p:cNvSpPr/>
          <p:nvPr/>
        </p:nvSpPr>
        <p:spPr>
          <a:xfrm>
            <a:off x="7514503" y="1964487"/>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149564" y="4249261"/>
            <a:ext cx="4669056" cy="459183"/>
          </a:xfrm>
          <a:prstGeom prst="callout1">
            <a:avLst>
              <a:gd name="adj1" fmla="val 50466"/>
              <a:gd name="adj2" fmla="val 100987"/>
              <a:gd name="adj3" fmla="val 51717"/>
              <a:gd name="adj4" fmla="val 14504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uses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p:grpSp>
        <p:nvGrpSpPr>
          <p:cNvPr id="52" name="Group 51">
            <a:extLst>
              <a:ext uri="{FF2B5EF4-FFF2-40B4-BE49-F238E27FC236}">
                <a16:creationId xmlns:a16="http://schemas.microsoft.com/office/drawing/2014/main" id="{77659C9B-94F4-3331-DA92-71CACDAD037D}"/>
              </a:ext>
            </a:extLst>
          </p:cNvPr>
          <p:cNvGrpSpPr/>
          <p:nvPr/>
        </p:nvGrpSpPr>
        <p:grpSpPr>
          <a:xfrm>
            <a:off x="7930742" y="2002668"/>
            <a:ext cx="4037400" cy="2071440"/>
            <a:chOff x="7930742" y="2002668"/>
            <a:chExt cx="4037400" cy="2071440"/>
          </a:xfrm>
        </p:grpSpPr>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F5EC4D25-4331-50CE-0960-48CA404576FB}"/>
                    </a:ext>
                  </a:extLst>
                </p14:cNvPr>
                <p14:cNvContentPartPr/>
                <p14:nvPr/>
              </p14:nvContentPartPr>
              <p14:xfrm>
                <a:off x="7930742" y="3439068"/>
                <a:ext cx="182880" cy="635040"/>
              </p14:xfrm>
            </p:contentPart>
          </mc:Choice>
          <mc:Fallback xmlns="">
            <p:pic>
              <p:nvPicPr>
                <p:cNvPr id="3" name="Ink 2">
                  <a:extLst>
                    <a:ext uri="{FF2B5EF4-FFF2-40B4-BE49-F238E27FC236}">
                      <a16:creationId xmlns:a16="http://schemas.microsoft.com/office/drawing/2014/main" id="{F5EC4D25-4331-50CE-0960-48CA404576FB}"/>
                    </a:ext>
                  </a:extLst>
                </p:cNvPr>
                <p:cNvPicPr/>
                <p:nvPr/>
              </p:nvPicPr>
              <p:blipFill>
                <a:blip r:embed="rId4"/>
                <a:stretch>
                  <a:fillRect/>
                </a:stretch>
              </p:blipFill>
              <p:spPr>
                <a:xfrm>
                  <a:off x="7924622" y="3432948"/>
                  <a:ext cx="195120" cy="6472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49B793EE-675E-3FFF-F7AA-45C9985F3C0E}"/>
                    </a:ext>
                  </a:extLst>
                </p14:cNvPr>
                <p14:cNvContentPartPr/>
                <p14:nvPr/>
              </p14:nvContentPartPr>
              <p14:xfrm>
                <a:off x="8184542" y="3679548"/>
                <a:ext cx="183240" cy="258480"/>
              </p14:xfrm>
            </p:contentPart>
          </mc:Choice>
          <mc:Fallback xmlns="">
            <p:pic>
              <p:nvPicPr>
                <p:cNvPr id="5" name="Ink 4">
                  <a:extLst>
                    <a:ext uri="{FF2B5EF4-FFF2-40B4-BE49-F238E27FC236}">
                      <a16:creationId xmlns:a16="http://schemas.microsoft.com/office/drawing/2014/main" id="{49B793EE-675E-3FFF-F7AA-45C9985F3C0E}"/>
                    </a:ext>
                  </a:extLst>
                </p:cNvPr>
                <p:cNvPicPr/>
                <p:nvPr/>
              </p:nvPicPr>
              <p:blipFill>
                <a:blip r:embed="rId6"/>
                <a:stretch>
                  <a:fillRect/>
                </a:stretch>
              </p:blipFill>
              <p:spPr>
                <a:xfrm>
                  <a:off x="8178422" y="3673428"/>
                  <a:ext cx="195480" cy="270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6" name="Ink 5">
                  <a:extLst>
                    <a:ext uri="{FF2B5EF4-FFF2-40B4-BE49-F238E27FC236}">
                      <a16:creationId xmlns:a16="http://schemas.microsoft.com/office/drawing/2014/main" id="{45AFBF53-33FF-9D07-F0E4-DBDF08007B16}"/>
                    </a:ext>
                  </a:extLst>
                </p14:cNvPr>
                <p14:cNvContentPartPr/>
                <p14:nvPr/>
              </p14:nvContentPartPr>
              <p14:xfrm>
                <a:off x="8457422" y="3568668"/>
                <a:ext cx="159480" cy="259920"/>
              </p14:xfrm>
            </p:contentPart>
          </mc:Choice>
          <mc:Fallback xmlns="">
            <p:pic>
              <p:nvPicPr>
                <p:cNvPr id="6" name="Ink 5">
                  <a:extLst>
                    <a:ext uri="{FF2B5EF4-FFF2-40B4-BE49-F238E27FC236}">
                      <a16:creationId xmlns:a16="http://schemas.microsoft.com/office/drawing/2014/main" id="{45AFBF53-33FF-9D07-F0E4-DBDF08007B16}"/>
                    </a:ext>
                  </a:extLst>
                </p:cNvPr>
                <p:cNvPicPr/>
                <p:nvPr/>
              </p:nvPicPr>
              <p:blipFill>
                <a:blip r:embed="rId8"/>
                <a:stretch>
                  <a:fillRect/>
                </a:stretch>
              </p:blipFill>
              <p:spPr>
                <a:xfrm>
                  <a:off x="8451302" y="3562548"/>
                  <a:ext cx="17172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7" name="Ink 6">
                  <a:extLst>
                    <a:ext uri="{FF2B5EF4-FFF2-40B4-BE49-F238E27FC236}">
                      <a16:creationId xmlns:a16="http://schemas.microsoft.com/office/drawing/2014/main" id="{210F45CC-878E-5359-1CBC-CED1DF81F38B}"/>
                    </a:ext>
                  </a:extLst>
                </p14:cNvPr>
                <p14:cNvContentPartPr/>
                <p14:nvPr/>
              </p14:nvContentPartPr>
              <p14:xfrm>
                <a:off x="8705102" y="3512148"/>
                <a:ext cx="186120" cy="225000"/>
              </p14:xfrm>
            </p:contentPart>
          </mc:Choice>
          <mc:Fallback xmlns="">
            <p:pic>
              <p:nvPicPr>
                <p:cNvPr id="7" name="Ink 6">
                  <a:extLst>
                    <a:ext uri="{FF2B5EF4-FFF2-40B4-BE49-F238E27FC236}">
                      <a16:creationId xmlns:a16="http://schemas.microsoft.com/office/drawing/2014/main" id="{210F45CC-878E-5359-1CBC-CED1DF81F38B}"/>
                    </a:ext>
                  </a:extLst>
                </p:cNvPr>
                <p:cNvPicPr/>
                <p:nvPr/>
              </p:nvPicPr>
              <p:blipFill>
                <a:blip r:embed="rId10"/>
                <a:stretch>
                  <a:fillRect/>
                </a:stretch>
              </p:blipFill>
              <p:spPr>
                <a:xfrm>
                  <a:off x="8698982" y="3506028"/>
                  <a:ext cx="198360" cy="237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1" name="Ink 10">
                  <a:extLst>
                    <a:ext uri="{FF2B5EF4-FFF2-40B4-BE49-F238E27FC236}">
                      <a16:creationId xmlns:a16="http://schemas.microsoft.com/office/drawing/2014/main" id="{7DD9500A-435B-FCB3-0A85-C3339C0F72E3}"/>
                    </a:ext>
                  </a:extLst>
                </p14:cNvPr>
                <p14:cNvContentPartPr/>
                <p14:nvPr/>
              </p14:nvContentPartPr>
              <p14:xfrm>
                <a:off x="8935862" y="3467508"/>
                <a:ext cx="201240" cy="222120"/>
              </p14:xfrm>
            </p:contentPart>
          </mc:Choice>
          <mc:Fallback xmlns="">
            <p:pic>
              <p:nvPicPr>
                <p:cNvPr id="11" name="Ink 10">
                  <a:extLst>
                    <a:ext uri="{FF2B5EF4-FFF2-40B4-BE49-F238E27FC236}">
                      <a16:creationId xmlns:a16="http://schemas.microsoft.com/office/drawing/2014/main" id="{7DD9500A-435B-FCB3-0A85-C3339C0F72E3}"/>
                    </a:ext>
                  </a:extLst>
                </p:cNvPr>
                <p:cNvPicPr/>
                <p:nvPr/>
              </p:nvPicPr>
              <p:blipFill>
                <a:blip r:embed="rId12"/>
                <a:stretch>
                  <a:fillRect/>
                </a:stretch>
              </p:blipFill>
              <p:spPr>
                <a:xfrm>
                  <a:off x="8929742" y="3461388"/>
                  <a:ext cx="213480" cy="2343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2" name="Ink 11">
                  <a:extLst>
                    <a:ext uri="{FF2B5EF4-FFF2-40B4-BE49-F238E27FC236}">
                      <a16:creationId xmlns:a16="http://schemas.microsoft.com/office/drawing/2014/main" id="{9980E13E-404E-4848-E430-DD0C71479C59}"/>
                    </a:ext>
                  </a:extLst>
                </p14:cNvPr>
                <p14:cNvContentPartPr/>
                <p14:nvPr/>
              </p14:nvContentPartPr>
              <p14:xfrm>
                <a:off x="8876102" y="3178428"/>
                <a:ext cx="190080" cy="391680"/>
              </p14:xfrm>
            </p:contentPart>
          </mc:Choice>
          <mc:Fallback xmlns="">
            <p:pic>
              <p:nvPicPr>
                <p:cNvPr id="12" name="Ink 11">
                  <a:extLst>
                    <a:ext uri="{FF2B5EF4-FFF2-40B4-BE49-F238E27FC236}">
                      <a16:creationId xmlns:a16="http://schemas.microsoft.com/office/drawing/2014/main" id="{9980E13E-404E-4848-E430-DD0C71479C59}"/>
                    </a:ext>
                  </a:extLst>
                </p:cNvPr>
                <p:cNvPicPr/>
                <p:nvPr/>
              </p:nvPicPr>
              <p:blipFill>
                <a:blip r:embed="rId14"/>
                <a:stretch>
                  <a:fillRect/>
                </a:stretch>
              </p:blipFill>
              <p:spPr>
                <a:xfrm>
                  <a:off x="8869982" y="3172308"/>
                  <a:ext cx="202320" cy="4039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4" name="Ink 23">
                  <a:extLst>
                    <a:ext uri="{FF2B5EF4-FFF2-40B4-BE49-F238E27FC236}">
                      <a16:creationId xmlns:a16="http://schemas.microsoft.com/office/drawing/2014/main" id="{3E5EA127-AA98-BA20-7A47-5FF3F95EF374}"/>
                    </a:ext>
                  </a:extLst>
                </p14:cNvPr>
                <p14:cNvContentPartPr/>
                <p14:nvPr/>
              </p14:nvContentPartPr>
              <p14:xfrm>
                <a:off x="9142142" y="3391188"/>
                <a:ext cx="125280" cy="255240"/>
              </p14:xfrm>
            </p:contentPart>
          </mc:Choice>
          <mc:Fallback xmlns="">
            <p:pic>
              <p:nvPicPr>
                <p:cNvPr id="24" name="Ink 23">
                  <a:extLst>
                    <a:ext uri="{FF2B5EF4-FFF2-40B4-BE49-F238E27FC236}">
                      <a16:creationId xmlns:a16="http://schemas.microsoft.com/office/drawing/2014/main" id="{3E5EA127-AA98-BA20-7A47-5FF3F95EF374}"/>
                    </a:ext>
                  </a:extLst>
                </p:cNvPr>
                <p:cNvPicPr/>
                <p:nvPr/>
              </p:nvPicPr>
              <p:blipFill>
                <a:blip r:embed="rId16"/>
                <a:stretch>
                  <a:fillRect/>
                </a:stretch>
              </p:blipFill>
              <p:spPr>
                <a:xfrm>
                  <a:off x="9136022" y="3385068"/>
                  <a:ext cx="13752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5" name="Ink 24">
                  <a:extLst>
                    <a:ext uri="{FF2B5EF4-FFF2-40B4-BE49-F238E27FC236}">
                      <a16:creationId xmlns:a16="http://schemas.microsoft.com/office/drawing/2014/main" id="{6D869DE1-1B6A-0CB4-3C87-DDB439A42B29}"/>
                    </a:ext>
                  </a:extLst>
                </p14:cNvPr>
                <p14:cNvContentPartPr/>
                <p14:nvPr/>
              </p14:nvContentPartPr>
              <p14:xfrm>
                <a:off x="9303782" y="3295428"/>
                <a:ext cx="124200" cy="215640"/>
              </p14:xfrm>
            </p:contentPart>
          </mc:Choice>
          <mc:Fallback xmlns="">
            <p:pic>
              <p:nvPicPr>
                <p:cNvPr id="25" name="Ink 24">
                  <a:extLst>
                    <a:ext uri="{FF2B5EF4-FFF2-40B4-BE49-F238E27FC236}">
                      <a16:creationId xmlns:a16="http://schemas.microsoft.com/office/drawing/2014/main" id="{6D869DE1-1B6A-0CB4-3C87-DDB439A42B29}"/>
                    </a:ext>
                  </a:extLst>
                </p:cNvPr>
                <p:cNvPicPr/>
                <p:nvPr/>
              </p:nvPicPr>
              <p:blipFill>
                <a:blip r:embed="rId18"/>
                <a:stretch>
                  <a:fillRect/>
                </a:stretch>
              </p:blipFill>
              <p:spPr>
                <a:xfrm>
                  <a:off x="9297662" y="3289308"/>
                  <a:ext cx="13644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26" name="Ink 25">
                  <a:extLst>
                    <a:ext uri="{FF2B5EF4-FFF2-40B4-BE49-F238E27FC236}">
                      <a16:creationId xmlns:a16="http://schemas.microsoft.com/office/drawing/2014/main" id="{7FBC85FF-CC8E-ABC1-2B14-B6E508869532}"/>
                    </a:ext>
                  </a:extLst>
                </p14:cNvPr>
                <p14:cNvContentPartPr/>
                <p14:nvPr/>
              </p14:nvContentPartPr>
              <p14:xfrm>
                <a:off x="9493142" y="3246828"/>
                <a:ext cx="223560" cy="225720"/>
              </p14:xfrm>
            </p:contentPart>
          </mc:Choice>
          <mc:Fallback xmlns="">
            <p:pic>
              <p:nvPicPr>
                <p:cNvPr id="26" name="Ink 25">
                  <a:extLst>
                    <a:ext uri="{FF2B5EF4-FFF2-40B4-BE49-F238E27FC236}">
                      <a16:creationId xmlns:a16="http://schemas.microsoft.com/office/drawing/2014/main" id="{7FBC85FF-CC8E-ABC1-2B14-B6E508869532}"/>
                    </a:ext>
                  </a:extLst>
                </p:cNvPr>
                <p:cNvPicPr/>
                <p:nvPr/>
              </p:nvPicPr>
              <p:blipFill>
                <a:blip r:embed="rId20"/>
                <a:stretch>
                  <a:fillRect/>
                </a:stretch>
              </p:blipFill>
              <p:spPr>
                <a:xfrm>
                  <a:off x="9487022" y="3240708"/>
                  <a:ext cx="23580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7" name="Ink 26">
                  <a:extLst>
                    <a:ext uri="{FF2B5EF4-FFF2-40B4-BE49-F238E27FC236}">
                      <a16:creationId xmlns:a16="http://schemas.microsoft.com/office/drawing/2014/main" id="{C75A5DAF-C4AA-82C8-7F45-28FC95C93AF4}"/>
                    </a:ext>
                  </a:extLst>
                </p14:cNvPr>
                <p14:cNvContentPartPr/>
                <p14:nvPr/>
              </p14:nvContentPartPr>
              <p14:xfrm>
                <a:off x="9739022" y="3185268"/>
                <a:ext cx="215280" cy="190800"/>
              </p14:xfrm>
            </p:contentPart>
          </mc:Choice>
          <mc:Fallback xmlns="">
            <p:pic>
              <p:nvPicPr>
                <p:cNvPr id="27" name="Ink 26">
                  <a:extLst>
                    <a:ext uri="{FF2B5EF4-FFF2-40B4-BE49-F238E27FC236}">
                      <a16:creationId xmlns:a16="http://schemas.microsoft.com/office/drawing/2014/main" id="{C75A5DAF-C4AA-82C8-7F45-28FC95C93AF4}"/>
                    </a:ext>
                  </a:extLst>
                </p:cNvPr>
                <p:cNvPicPr/>
                <p:nvPr/>
              </p:nvPicPr>
              <p:blipFill>
                <a:blip r:embed="rId22"/>
                <a:stretch>
                  <a:fillRect/>
                </a:stretch>
              </p:blipFill>
              <p:spPr>
                <a:xfrm>
                  <a:off x="9732902" y="3179148"/>
                  <a:ext cx="22752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8" name="Ink 27">
                  <a:extLst>
                    <a:ext uri="{FF2B5EF4-FFF2-40B4-BE49-F238E27FC236}">
                      <a16:creationId xmlns:a16="http://schemas.microsoft.com/office/drawing/2014/main" id="{4F039EEA-4C3F-8A3B-0AA1-FC9F63166D70}"/>
                    </a:ext>
                  </a:extLst>
                </p14:cNvPr>
                <p14:cNvContentPartPr/>
                <p14:nvPr/>
              </p14:nvContentPartPr>
              <p14:xfrm>
                <a:off x="9698702" y="2885388"/>
                <a:ext cx="246960" cy="295200"/>
              </p14:xfrm>
            </p:contentPart>
          </mc:Choice>
          <mc:Fallback xmlns="">
            <p:pic>
              <p:nvPicPr>
                <p:cNvPr id="28" name="Ink 27">
                  <a:extLst>
                    <a:ext uri="{FF2B5EF4-FFF2-40B4-BE49-F238E27FC236}">
                      <a16:creationId xmlns:a16="http://schemas.microsoft.com/office/drawing/2014/main" id="{4F039EEA-4C3F-8A3B-0AA1-FC9F63166D70}"/>
                    </a:ext>
                  </a:extLst>
                </p:cNvPr>
                <p:cNvPicPr/>
                <p:nvPr/>
              </p:nvPicPr>
              <p:blipFill>
                <a:blip r:embed="rId24"/>
                <a:stretch>
                  <a:fillRect/>
                </a:stretch>
              </p:blipFill>
              <p:spPr>
                <a:xfrm>
                  <a:off x="9692582" y="2879268"/>
                  <a:ext cx="25920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9" name="Ink 28">
                  <a:extLst>
                    <a:ext uri="{FF2B5EF4-FFF2-40B4-BE49-F238E27FC236}">
                      <a16:creationId xmlns:a16="http://schemas.microsoft.com/office/drawing/2014/main" id="{D32EB65B-57B5-33C7-EBD8-218DB0266885}"/>
                    </a:ext>
                  </a:extLst>
                </p14:cNvPr>
                <p14:cNvContentPartPr/>
                <p14:nvPr/>
              </p14:nvContentPartPr>
              <p14:xfrm>
                <a:off x="9998942" y="2957748"/>
                <a:ext cx="279360" cy="225360"/>
              </p14:xfrm>
            </p:contentPart>
          </mc:Choice>
          <mc:Fallback xmlns="">
            <p:pic>
              <p:nvPicPr>
                <p:cNvPr id="29" name="Ink 28">
                  <a:extLst>
                    <a:ext uri="{FF2B5EF4-FFF2-40B4-BE49-F238E27FC236}">
                      <a16:creationId xmlns:a16="http://schemas.microsoft.com/office/drawing/2014/main" id="{D32EB65B-57B5-33C7-EBD8-218DB0266885}"/>
                    </a:ext>
                  </a:extLst>
                </p:cNvPr>
                <p:cNvPicPr/>
                <p:nvPr/>
              </p:nvPicPr>
              <p:blipFill>
                <a:blip r:embed="rId26"/>
                <a:stretch>
                  <a:fillRect/>
                </a:stretch>
              </p:blipFill>
              <p:spPr>
                <a:xfrm>
                  <a:off x="9992822" y="2951628"/>
                  <a:ext cx="2916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0" name="Ink 29">
                  <a:extLst>
                    <a:ext uri="{FF2B5EF4-FFF2-40B4-BE49-F238E27FC236}">
                      <a16:creationId xmlns:a16="http://schemas.microsoft.com/office/drawing/2014/main" id="{D8A92A26-D642-9340-3C69-DAF18B304041}"/>
                    </a:ext>
                  </a:extLst>
                </p14:cNvPr>
                <p14:cNvContentPartPr/>
                <p14:nvPr/>
              </p14:nvContentPartPr>
              <p14:xfrm>
                <a:off x="10676102" y="2681628"/>
                <a:ext cx="89640" cy="274680"/>
              </p14:xfrm>
            </p:contentPart>
          </mc:Choice>
          <mc:Fallback xmlns="">
            <p:pic>
              <p:nvPicPr>
                <p:cNvPr id="30" name="Ink 29">
                  <a:extLst>
                    <a:ext uri="{FF2B5EF4-FFF2-40B4-BE49-F238E27FC236}">
                      <a16:creationId xmlns:a16="http://schemas.microsoft.com/office/drawing/2014/main" id="{D8A92A26-D642-9340-3C69-DAF18B304041}"/>
                    </a:ext>
                  </a:extLst>
                </p:cNvPr>
                <p:cNvPicPr/>
                <p:nvPr/>
              </p:nvPicPr>
              <p:blipFill>
                <a:blip r:embed="rId28"/>
                <a:stretch>
                  <a:fillRect/>
                </a:stretch>
              </p:blipFill>
              <p:spPr>
                <a:xfrm>
                  <a:off x="10669982" y="2675508"/>
                  <a:ext cx="101880" cy="2869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31" name="Ink 30">
                  <a:extLst>
                    <a:ext uri="{FF2B5EF4-FFF2-40B4-BE49-F238E27FC236}">
                      <a16:creationId xmlns:a16="http://schemas.microsoft.com/office/drawing/2014/main" id="{62C2690E-3F60-0B0B-A11E-E085F917BB3F}"/>
                    </a:ext>
                  </a:extLst>
                </p14:cNvPr>
                <p14:cNvContentPartPr/>
                <p14:nvPr/>
              </p14:nvContentPartPr>
              <p14:xfrm>
                <a:off x="10819022" y="2643828"/>
                <a:ext cx="140040" cy="253800"/>
              </p14:xfrm>
            </p:contentPart>
          </mc:Choice>
          <mc:Fallback xmlns="">
            <p:pic>
              <p:nvPicPr>
                <p:cNvPr id="31" name="Ink 30">
                  <a:extLst>
                    <a:ext uri="{FF2B5EF4-FFF2-40B4-BE49-F238E27FC236}">
                      <a16:creationId xmlns:a16="http://schemas.microsoft.com/office/drawing/2014/main" id="{62C2690E-3F60-0B0B-A11E-E085F917BB3F}"/>
                    </a:ext>
                  </a:extLst>
                </p:cNvPr>
                <p:cNvPicPr/>
                <p:nvPr/>
              </p:nvPicPr>
              <p:blipFill>
                <a:blip r:embed="rId30"/>
                <a:stretch>
                  <a:fillRect/>
                </a:stretch>
              </p:blipFill>
              <p:spPr>
                <a:xfrm>
                  <a:off x="10812902" y="2637708"/>
                  <a:ext cx="15228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2" name="Ink 31">
                  <a:extLst>
                    <a:ext uri="{FF2B5EF4-FFF2-40B4-BE49-F238E27FC236}">
                      <a16:creationId xmlns:a16="http://schemas.microsoft.com/office/drawing/2014/main" id="{FA6A8430-D26A-B99E-3B7A-8DCBB95DA2C7}"/>
                    </a:ext>
                  </a:extLst>
                </p14:cNvPr>
                <p14:cNvContentPartPr/>
                <p14:nvPr/>
              </p14:nvContentPartPr>
              <p14:xfrm>
                <a:off x="10969502" y="2585508"/>
                <a:ext cx="299880" cy="351000"/>
              </p14:xfrm>
            </p:contentPart>
          </mc:Choice>
          <mc:Fallback xmlns="">
            <p:pic>
              <p:nvPicPr>
                <p:cNvPr id="32" name="Ink 31">
                  <a:extLst>
                    <a:ext uri="{FF2B5EF4-FFF2-40B4-BE49-F238E27FC236}">
                      <a16:creationId xmlns:a16="http://schemas.microsoft.com/office/drawing/2014/main" id="{FA6A8430-D26A-B99E-3B7A-8DCBB95DA2C7}"/>
                    </a:ext>
                  </a:extLst>
                </p:cNvPr>
                <p:cNvPicPr/>
                <p:nvPr/>
              </p:nvPicPr>
              <p:blipFill>
                <a:blip r:embed="rId32"/>
                <a:stretch>
                  <a:fillRect/>
                </a:stretch>
              </p:blipFill>
              <p:spPr>
                <a:xfrm>
                  <a:off x="10963382" y="2579388"/>
                  <a:ext cx="31212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33" name="Ink 32">
                  <a:extLst>
                    <a:ext uri="{FF2B5EF4-FFF2-40B4-BE49-F238E27FC236}">
                      <a16:creationId xmlns:a16="http://schemas.microsoft.com/office/drawing/2014/main" id="{5FD56F2F-51DA-C746-73AB-947E4EC50828}"/>
                    </a:ext>
                  </a:extLst>
                </p14:cNvPr>
                <p14:cNvContentPartPr/>
                <p14:nvPr/>
              </p14:nvContentPartPr>
              <p14:xfrm>
                <a:off x="11202422" y="2473548"/>
                <a:ext cx="145440" cy="203760"/>
              </p14:xfrm>
            </p:contentPart>
          </mc:Choice>
          <mc:Fallback xmlns="">
            <p:pic>
              <p:nvPicPr>
                <p:cNvPr id="33" name="Ink 32">
                  <a:extLst>
                    <a:ext uri="{FF2B5EF4-FFF2-40B4-BE49-F238E27FC236}">
                      <a16:creationId xmlns:a16="http://schemas.microsoft.com/office/drawing/2014/main" id="{5FD56F2F-51DA-C746-73AB-947E4EC50828}"/>
                    </a:ext>
                  </a:extLst>
                </p:cNvPr>
                <p:cNvPicPr/>
                <p:nvPr/>
              </p:nvPicPr>
              <p:blipFill>
                <a:blip r:embed="rId34"/>
                <a:stretch>
                  <a:fillRect/>
                </a:stretch>
              </p:blipFill>
              <p:spPr>
                <a:xfrm>
                  <a:off x="11196302" y="2467428"/>
                  <a:ext cx="15768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36"/>
                <a:stretch>
                  <a:fillRect/>
                </a:stretch>
              </p:blipFill>
              <p:spPr>
                <a:xfrm>
                  <a:off x="11271182" y="2342868"/>
                  <a:ext cx="20520" cy="162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35" name="Ink 34">
                  <a:extLst>
                    <a:ext uri="{FF2B5EF4-FFF2-40B4-BE49-F238E27FC236}">
                      <a16:creationId xmlns:a16="http://schemas.microsoft.com/office/drawing/2014/main" id="{CB481B61-F4E1-C36B-7F4D-7C6AE0953484}"/>
                    </a:ext>
                  </a:extLst>
                </p14:cNvPr>
                <p14:cNvContentPartPr/>
                <p14:nvPr/>
              </p14:nvContentPartPr>
              <p14:xfrm>
                <a:off x="11400782" y="2521428"/>
                <a:ext cx="25200" cy="59760"/>
              </p14:xfrm>
            </p:contentPart>
          </mc:Choice>
          <mc:Fallback xmlns="">
            <p:pic>
              <p:nvPicPr>
                <p:cNvPr id="35" name="Ink 34">
                  <a:extLst>
                    <a:ext uri="{FF2B5EF4-FFF2-40B4-BE49-F238E27FC236}">
                      <a16:creationId xmlns:a16="http://schemas.microsoft.com/office/drawing/2014/main" id="{CB481B61-F4E1-C36B-7F4D-7C6AE0953484}"/>
                    </a:ext>
                  </a:extLst>
                </p:cNvPr>
                <p:cNvPicPr/>
                <p:nvPr/>
              </p:nvPicPr>
              <p:blipFill>
                <a:blip r:embed="rId38"/>
                <a:stretch>
                  <a:fillRect/>
                </a:stretch>
              </p:blipFill>
              <p:spPr>
                <a:xfrm>
                  <a:off x="11394662" y="2515308"/>
                  <a:ext cx="3744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36" name="Ink 35">
                  <a:extLst>
                    <a:ext uri="{FF2B5EF4-FFF2-40B4-BE49-F238E27FC236}">
                      <a16:creationId xmlns:a16="http://schemas.microsoft.com/office/drawing/2014/main" id="{24DCC460-1374-65D2-AA25-E320B10E894B}"/>
                    </a:ext>
                  </a:extLst>
                </p14:cNvPr>
                <p14:cNvContentPartPr/>
                <p14:nvPr/>
              </p14:nvContentPartPr>
              <p14:xfrm>
                <a:off x="11460182" y="2328468"/>
                <a:ext cx="127440" cy="198000"/>
              </p14:xfrm>
            </p:contentPart>
          </mc:Choice>
          <mc:Fallback xmlns="">
            <p:pic>
              <p:nvPicPr>
                <p:cNvPr id="36" name="Ink 35">
                  <a:extLst>
                    <a:ext uri="{FF2B5EF4-FFF2-40B4-BE49-F238E27FC236}">
                      <a16:creationId xmlns:a16="http://schemas.microsoft.com/office/drawing/2014/main" id="{24DCC460-1374-65D2-AA25-E320B10E894B}"/>
                    </a:ext>
                  </a:extLst>
                </p:cNvPr>
                <p:cNvPicPr/>
                <p:nvPr/>
              </p:nvPicPr>
              <p:blipFill>
                <a:blip r:embed="rId40"/>
                <a:stretch>
                  <a:fillRect/>
                </a:stretch>
              </p:blipFill>
              <p:spPr>
                <a:xfrm>
                  <a:off x="11454062" y="2322348"/>
                  <a:ext cx="13968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37" name="Ink 36">
                  <a:extLst>
                    <a:ext uri="{FF2B5EF4-FFF2-40B4-BE49-F238E27FC236}">
                      <a16:creationId xmlns:a16="http://schemas.microsoft.com/office/drawing/2014/main" id="{D22C1C7E-D00A-6881-B3FB-57A3B7110EFF}"/>
                    </a:ext>
                  </a:extLst>
                </p14:cNvPr>
                <p14:cNvContentPartPr/>
                <p14:nvPr/>
              </p14:nvContentPartPr>
              <p14:xfrm>
                <a:off x="11662142" y="2236308"/>
                <a:ext cx="155160" cy="219240"/>
              </p14:xfrm>
            </p:contentPart>
          </mc:Choice>
          <mc:Fallback xmlns="">
            <p:pic>
              <p:nvPicPr>
                <p:cNvPr id="37" name="Ink 36">
                  <a:extLst>
                    <a:ext uri="{FF2B5EF4-FFF2-40B4-BE49-F238E27FC236}">
                      <a16:creationId xmlns:a16="http://schemas.microsoft.com/office/drawing/2014/main" id="{D22C1C7E-D00A-6881-B3FB-57A3B7110EFF}"/>
                    </a:ext>
                  </a:extLst>
                </p:cNvPr>
                <p:cNvPicPr/>
                <p:nvPr/>
              </p:nvPicPr>
              <p:blipFill>
                <a:blip r:embed="rId42"/>
                <a:stretch>
                  <a:fillRect/>
                </a:stretch>
              </p:blipFill>
              <p:spPr>
                <a:xfrm>
                  <a:off x="11656022" y="2230188"/>
                  <a:ext cx="16740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38" name="Ink 37">
                  <a:extLst>
                    <a:ext uri="{FF2B5EF4-FFF2-40B4-BE49-F238E27FC236}">
                      <a16:creationId xmlns:a16="http://schemas.microsoft.com/office/drawing/2014/main" id="{0B129A8A-67DF-DF18-E914-F07D19F7D4A3}"/>
                    </a:ext>
                  </a:extLst>
                </p14:cNvPr>
                <p14:cNvContentPartPr/>
                <p14:nvPr/>
              </p14:nvContentPartPr>
              <p14:xfrm>
                <a:off x="11799302" y="2207508"/>
                <a:ext cx="146520" cy="176760"/>
              </p14:xfrm>
            </p:contentPart>
          </mc:Choice>
          <mc:Fallback xmlns="">
            <p:pic>
              <p:nvPicPr>
                <p:cNvPr id="38" name="Ink 37">
                  <a:extLst>
                    <a:ext uri="{FF2B5EF4-FFF2-40B4-BE49-F238E27FC236}">
                      <a16:creationId xmlns:a16="http://schemas.microsoft.com/office/drawing/2014/main" id="{0B129A8A-67DF-DF18-E914-F07D19F7D4A3}"/>
                    </a:ext>
                  </a:extLst>
                </p:cNvPr>
                <p:cNvPicPr/>
                <p:nvPr/>
              </p:nvPicPr>
              <p:blipFill>
                <a:blip r:embed="rId44"/>
                <a:stretch>
                  <a:fillRect/>
                </a:stretch>
              </p:blipFill>
              <p:spPr>
                <a:xfrm>
                  <a:off x="11793182" y="2201388"/>
                  <a:ext cx="158760" cy="1890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9" name="Ink 38">
                  <a:extLst>
                    <a:ext uri="{FF2B5EF4-FFF2-40B4-BE49-F238E27FC236}">
                      <a16:creationId xmlns:a16="http://schemas.microsoft.com/office/drawing/2014/main" id="{2EC18691-710D-F054-0702-75FAC01E1DA8}"/>
                    </a:ext>
                  </a:extLst>
                </p14:cNvPr>
                <p14:cNvContentPartPr/>
                <p14:nvPr/>
              </p14:nvContentPartPr>
              <p14:xfrm>
                <a:off x="11800022" y="2002668"/>
                <a:ext cx="168120" cy="295200"/>
              </p14:xfrm>
            </p:contentPart>
          </mc:Choice>
          <mc:Fallback xmlns="">
            <p:pic>
              <p:nvPicPr>
                <p:cNvPr id="39" name="Ink 38">
                  <a:extLst>
                    <a:ext uri="{FF2B5EF4-FFF2-40B4-BE49-F238E27FC236}">
                      <a16:creationId xmlns:a16="http://schemas.microsoft.com/office/drawing/2014/main" id="{2EC18691-710D-F054-0702-75FAC01E1DA8}"/>
                    </a:ext>
                  </a:extLst>
                </p:cNvPr>
                <p:cNvPicPr/>
                <p:nvPr/>
              </p:nvPicPr>
              <p:blipFill>
                <a:blip r:embed="rId46"/>
                <a:stretch>
                  <a:fillRect/>
                </a:stretch>
              </p:blipFill>
              <p:spPr>
                <a:xfrm>
                  <a:off x="11793902" y="1996548"/>
                  <a:ext cx="18036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0" name="Ink 39">
                  <a:extLst>
                    <a:ext uri="{FF2B5EF4-FFF2-40B4-BE49-F238E27FC236}">
                      <a16:creationId xmlns:a16="http://schemas.microsoft.com/office/drawing/2014/main" id="{FC27EBE7-954F-1417-CA24-AA2218CB42EC}"/>
                    </a:ext>
                  </a:extLst>
                </p14:cNvPr>
                <p14:cNvContentPartPr/>
                <p14:nvPr/>
              </p14:nvContentPartPr>
              <p14:xfrm>
                <a:off x="9367142" y="3542388"/>
                <a:ext cx="216360" cy="482400"/>
              </p14:xfrm>
            </p:contentPart>
          </mc:Choice>
          <mc:Fallback xmlns="">
            <p:pic>
              <p:nvPicPr>
                <p:cNvPr id="40" name="Ink 39">
                  <a:extLst>
                    <a:ext uri="{FF2B5EF4-FFF2-40B4-BE49-F238E27FC236}">
                      <a16:creationId xmlns:a16="http://schemas.microsoft.com/office/drawing/2014/main" id="{FC27EBE7-954F-1417-CA24-AA2218CB42EC}"/>
                    </a:ext>
                  </a:extLst>
                </p:cNvPr>
                <p:cNvPicPr/>
                <p:nvPr/>
              </p:nvPicPr>
              <p:blipFill>
                <a:blip r:embed="rId48"/>
                <a:stretch>
                  <a:fillRect/>
                </a:stretch>
              </p:blipFill>
              <p:spPr>
                <a:xfrm>
                  <a:off x="9361022" y="3536268"/>
                  <a:ext cx="228600" cy="49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1" name="Ink 40">
                  <a:extLst>
                    <a:ext uri="{FF2B5EF4-FFF2-40B4-BE49-F238E27FC236}">
                      <a16:creationId xmlns:a16="http://schemas.microsoft.com/office/drawing/2014/main" id="{9C0D2943-3A7C-A39D-9D58-0ECDE043793C}"/>
                    </a:ext>
                  </a:extLst>
                </p14:cNvPr>
                <p14:cNvContentPartPr/>
                <p14:nvPr/>
              </p14:nvContentPartPr>
              <p14:xfrm>
                <a:off x="9439862" y="3705828"/>
                <a:ext cx="278280" cy="158400"/>
              </p14:xfrm>
            </p:contentPart>
          </mc:Choice>
          <mc:Fallback xmlns="">
            <p:pic>
              <p:nvPicPr>
                <p:cNvPr id="41" name="Ink 40">
                  <a:extLst>
                    <a:ext uri="{FF2B5EF4-FFF2-40B4-BE49-F238E27FC236}">
                      <a16:creationId xmlns:a16="http://schemas.microsoft.com/office/drawing/2014/main" id="{9C0D2943-3A7C-A39D-9D58-0ECDE043793C}"/>
                    </a:ext>
                  </a:extLst>
                </p:cNvPr>
                <p:cNvPicPr/>
                <p:nvPr/>
              </p:nvPicPr>
              <p:blipFill>
                <a:blip r:embed="rId50"/>
                <a:stretch>
                  <a:fillRect/>
                </a:stretch>
              </p:blipFill>
              <p:spPr>
                <a:xfrm>
                  <a:off x="9433742" y="3699708"/>
                  <a:ext cx="290520" cy="1706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42" name="Ink 41">
                  <a:extLst>
                    <a:ext uri="{FF2B5EF4-FFF2-40B4-BE49-F238E27FC236}">
                      <a16:creationId xmlns:a16="http://schemas.microsoft.com/office/drawing/2014/main" id="{CECEA152-8BA0-DB32-ACDC-658012159D5B}"/>
                    </a:ext>
                  </a:extLst>
                </p14:cNvPr>
                <p14:cNvContentPartPr/>
                <p14:nvPr/>
              </p14:nvContentPartPr>
              <p14:xfrm>
                <a:off x="9721022" y="3595668"/>
                <a:ext cx="94680" cy="144720"/>
              </p14:xfrm>
            </p:contentPart>
          </mc:Choice>
          <mc:Fallback xmlns="">
            <p:pic>
              <p:nvPicPr>
                <p:cNvPr id="42" name="Ink 41">
                  <a:extLst>
                    <a:ext uri="{FF2B5EF4-FFF2-40B4-BE49-F238E27FC236}">
                      <a16:creationId xmlns:a16="http://schemas.microsoft.com/office/drawing/2014/main" id="{CECEA152-8BA0-DB32-ACDC-658012159D5B}"/>
                    </a:ext>
                  </a:extLst>
                </p:cNvPr>
                <p:cNvPicPr/>
                <p:nvPr/>
              </p:nvPicPr>
              <p:blipFill>
                <a:blip r:embed="rId52"/>
                <a:stretch>
                  <a:fillRect/>
                </a:stretch>
              </p:blipFill>
              <p:spPr>
                <a:xfrm>
                  <a:off x="9714902" y="3589548"/>
                  <a:ext cx="106920" cy="1569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43" name="Ink 42">
                  <a:extLst>
                    <a:ext uri="{FF2B5EF4-FFF2-40B4-BE49-F238E27FC236}">
                      <a16:creationId xmlns:a16="http://schemas.microsoft.com/office/drawing/2014/main" id="{D3B5D7A2-62DB-5520-E091-744711CB8D55}"/>
                    </a:ext>
                  </a:extLst>
                </p14:cNvPr>
                <p14:cNvContentPartPr/>
                <p14:nvPr/>
              </p14:nvContentPartPr>
              <p14:xfrm>
                <a:off x="10084622" y="3403068"/>
                <a:ext cx="324000" cy="272880"/>
              </p14:xfrm>
            </p:contentPart>
          </mc:Choice>
          <mc:Fallback xmlns="">
            <p:pic>
              <p:nvPicPr>
                <p:cNvPr id="43" name="Ink 42">
                  <a:extLst>
                    <a:ext uri="{FF2B5EF4-FFF2-40B4-BE49-F238E27FC236}">
                      <a16:creationId xmlns:a16="http://schemas.microsoft.com/office/drawing/2014/main" id="{D3B5D7A2-62DB-5520-E091-744711CB8D55}"/>
                    </a:ext>
                  </a:extLst>
                </p:cNvPr>
                <p:cNvPicPr/>
                <p:nvPr/>
              </p:nvPicPr>
              <p:blipFill>
                <a:blip r:embed="rId54"/>
                <a:stretch>
                  <a:fillRect/>
                </a:stretch>
              </p:blipFill>
              <p:spPr>
                <a:xfrm>
                  <a:off x="10078502" y="3396948"/>
                  <a:ext cx="336240" cy="2851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44" name="Ink 43">
                  <a:extLst>
                    <a:ext uri="{FF2B5EF4-FFF2-40B4-BE49-F238E27FC236}">
                      <a16:creationId xmlns:a16="http://schemas.microsoft.com/office/drawing/2014/main" id="{DCEF2641-F369-F327-6448-01B7528DFBA0}"/>
                    </a:ext>
                  </a:extLst>
                </p14:cNvPr>
                <p14:cNvContentPartPr/>
                <p14:nvPr/>
              </p14:nvContentPartPr>
              <p14:xfrm>
                <a:off x="10428782" y="3319188"/>
                <a:ext cx="203760" cy="195120"/>
              </p14:xfrm>
            </p:contentPart>
          </mc:Choice>
          <mc:Fallback xmlns="">
            <p:pic>
              <p:nvPicPr>
                <p:cNvPr id="44" name="Ink 43">
                  <a:extLst>
                    <a:ext uri="{FF2B5EF4-FFF2-40B4-BE49-F238E27FC236}">
                      <a16:creationId xmlns:a16="http://schemas.microsoft.com/office/drawing/2014/main" id="{DCEF2641-F369-F327-6448-01B7528DFBA0}"/>
                    </a:ext>
                  </a:extLst>
                </p:cNvPr>
                <p:cNvPicPr/>
                <p:nvPr/>
              </p:nvPicPr>
              <p:blipFill>
                <a:blip r:embed="rId56"/>
                <a:stretch>
                  <a:fillRect/>
                </a:stretch>
              </p:blipFill>
              <p:spPr>
                <a:xfrm>
                  <a:off x="10422662" y="3313068"/>
                  <a:ext cx="216000" cy="2073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45" name="Ink 44">
                  <a:extLst>
                    <a:ext uri="{FF2B5EF4-FFF2-40B4-BE49-F238E27FC236}">
                      <a16:creationId xmlns:a16="http://schemas.microsoft.com/office/drawing/2014/main" id="{ECE34DE5-9C6B-BBCB-B022-8DF05C984667}"/>
                    </a:ext>
                  </a:extLst>
                </p14:cNvPr>
                <p14:cNvContentPartPr/>
                <p14:nvPr/>
              </p14:nvContentPartPr>
              <p14:xfrm>
                <a:off x="10600862" y="3020748"/>
                <a:ext cx="153360" cy="396000"/>
              </p14:xfrm>
            </p:contentPart>
          </mc:Choice>
          <mc:Fallback xmlns="">
            <p:pic>
              <p:nvPicPr>
                <p:cNvPr id="45" name="Ink 44">
                  <a:extLst>
                    <a:ext uri="{FF2B5EF4-FFF2-40B4-BE49-F238E27FC236}">
                      <a16:creationId xmlns:a16="http://schemas.microsoft.com/office/drawing/2014/main" id="{ECE34DE5-9C6B-BBCB-B022-8DF05C984667}"/>
                    </a:ext>
                  </a:extLst>
                </p:cNvPr>
                <p:cNvPicPr/>
                <p:nvPr/>
              </p:nvPicPr>
              <p:blipFill>
                <a:blip r:embed="rId58"/>
                <a:stretch>
                  <a:fillRect/>
                </a:stretch>
              </p:blipFill>
              <p:spPr>
                <a:xfrm>
                  <a:off x="10594742" y="3014628"/>
                  <a:ext cx="165600" cy="4082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46" name="Ink 45">
                  <a:extLst>
                    <a:ext uri="{FF2B5EF4-FFF2-40B4-BE49-F238E27FC236}">
                      <a16:creationId xmlns:a16="http://schemas.microsoft.com/office/drawing/2014/main" id="{51D95C79-F352-D82C-EF18-41672B7777A0}"/>
                    </a:ext>
                  </a:extLst>
                </p14:cNvPr>
                <p14:cNvContentPartPr/>
                <p14:nvPr/>
              </p14:nvContentPartPr>
              <p14:xfrm>
                <a:off x="10567022" y="3167628"/>
                <a:ext cx="145080" cy="156600"/>
              </p14:xfrm>
            </p:contentPart>
          </mc:Choice>
          <mc:Fallback xmlns="">
            <p:pic>
              <p:nvPicPr>
                <p:cNvPr id="46" name="Ink 45">
                  <a:extLst>
                    <a:ext uri="{FF2B5EF4-FFF2-40B4-BE49-F238E27FC236}">
                      <a16:creationId xmlns:a16="http://schemas.microsoft.com/office/drawing/2014/main" id="{51D95C79-F352-D82C-EF18-41672B7777A0}"/>
                    </a:ext>
                  </a:extLst>
                </p:cNvPr>
                <p:cNvPicPr/>
                <p:nvPr/>
              </p:nvPicPr>
              <p:blipFill>
                <a:blip r:embed="rId60"/>
                <a:stretch>
                  <a:fillRect/>
                </a:stretch>
              </p:blipFill>
              <p:spPr>
                <a:xfrm>
                  <a:off x="10560902" y="3161508"/>
                  <a:ext cx="157320" cy="168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7" name="Ink 46">
                  <a:extLst>
                    <a:ext uri="{FF2B5EF4-FFF2-40B4-BE49-F238E27FC236}">
                      <a16:creationId xmlns:a16="http://schemas.microsoft.com/office/drawing/2014/main" id="{48DA61E7-2265-F09A-4DCB-665F9334768F}"/>
                    </a:ext>
                  </a:extLst>
                </p14:cNvPr>
                <p14:cNvContentPartPr/>
                <p14:nvPr/>
              </p14:nvContentPartPr>
              <p14:xfrm>
                <a:off x="10641542" y="2983308"/>
                <a:ext cx="306000" cy="369360"/>
              </p14:xfrm>
            </p:contentPart>
          </mc:Choice>
          <mc:Fallback xmlns="">
            <p:pic>
              <p:nvPicPr>
                <p:cNvPr id="47" name="Ink 46">
                  <a:extLst>
                    <a:ext uri="{FF2B5EF4-FFF2-40B4-BE49-F238E27FC236}">
                      <a16:creationId xmlns:a16="http://schemas.microsoft.com/office/drawing/2014/main" id="{48DA61E7-2265-F09A-4DCB-665F9334768F}"/>
                    </a:ext>
                  </a:extLst>
                </p:cNvPr>
                <p:cNvPicPr/>
                <p:nvPr/>
              </p:nvPicPr>
              <p:blipFill>
                <a:blip r:embed="rId62"/>
                <a:stretch>
                  <a:fillRect/>
                </a:stretch>
              </p:blipFill>
              <p:spPr>
                <a:xfrm>
                  <a:off x="10635422" y="2977188"/>
                  <a:ext cx="318240" cy="381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8" name="Ink 47">
                  <a:extLst>
                    <a:ext uri="{FF2B5EF4-FFF2-40B4-BE49-F238E27FC236}">
                      <a16:creationId xmlns:a16="http://schemas.microsoft.com/office/drawing/2014/main" id="{CDD43FAF-44B8-3D86-C52E-7D170FD54767}"/>
                    </a:ext>
                  </a:extLst>
                </p14:cNvPr>
                <p14:cNvContentPartPr/>
                <p14:nvPr/>
              </p14:nvContentPartPr>
              <p14:xfrm>
                <a:off x="10997582" y="3081588"/>
                <a:ext cx="124560" cy="190800"/>
              </p14:xfrm>
            </p:contentPart>
          </mc:Choice>
          <mc:Fallback xmlns="">
            <p:pic>
              <p:nvPicPr>
                <p:cNvPr id="48" name="Ink 47">
                  <a:extLst>
                    <a:ext uri="{FF2B5EF4-FFF2-40B4-BE49-F238E27FC236}">
                      <a16:creationId xmlns:a16="http://schemas.microsoft.com/office/drawing/2014/main" id="{CDD43FAF-44B8-3D86-C52E-7D170FD54767}"/>
                    </a:ext>
                  </a:extLst>
                </p:cNvPr>
                <p:cNvPicPr/>
                <p:nvPr/>
              </p:nvPicPr>
              <p:blipFill>
                <a:blip r:embed="rId64"/>
                <a:stretch>
                  <a:fillRect/>
                </a:stretch>
              </p:blipFill>
              <p:spPr>
                <a:xfrm>
                  <a:off x="10991462" y="3075468"/>
                  <a:ext cx="13680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9" name="Ink 48">
                  <a:extLst>
                    <a:ext uri="{FF2B5EF4-FFF2-40B4-BE49-F238E27FC236}">
                      <a16:creationId xmlns:a16="http://schemas.microsoft.com/office/drawing/2014/main" id="{2FA4C039-8E25-A81F-BB2F-FC976795BD65}"/>
                    </a:ext>
                  </a:extLst>
                </p14:cNvPr>
                <p14:cNvContentPartPr/>
                <p14:nvPr/>
              </p14:nvContentPartPr>
              <p14:xfrm>
                <a:off x="11118542" y="3027588"/>
                <a:ext cx="160200" cy="193680"/>
              </p14:xfrm>
            </p:contentPart>
          </mc:Choice>
          <mc:Fallback xmlns="">
            <p:pic>
              <p:nvPicPr>
                <p:cNvPr id="49" name="Ink 48">
                  <a:extLst>
                    <a:ext uri="{FF2B5EF4-FFF2-40B4-BE49-F238E27FC236}">
                      <a16:creationId xmlns:a16="http://schemas.microsoft.com/office/drawing/2014/main" id="{2FA4C039-8E25-A81F-BB2F-FC976795BD65}"/>
                    </a:ext>
                  </a:extLst>
                </p:cNvPr>
                <p:cNvPicPr/>
                <p:nvPr/>
              </p:nvPicPr>
              <p:blipFill>
                <a:blip r:embed="rId66"/>
                <a:stretch>
                  <a:fillRect/>
                </a:stretch>
              </p:blipFill>
              <p:spPr>
                <a:xfrm>
                  <a:off x="11112422" y="3021468"/>
                  <a:ext cx="17244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0" name="Ink 49">
                  <a:extLst>
                    <a:ext uri="{FF2B5EF4-FFF2-40B4-BE49-F238E27FC236}">
                      <a16:creationId xmlns:a16="http://schemas.microsoft.com/office/drawing/2014/main" id="{7F619074-1D0D-0E5C-8CDA-6E073E11A7FB}"/>
                    </a:ext>
                  </a:extLst>
                </p14:cNvPr>
                <p14:cNvContentPartPr/>
                <p14:nvPr/>
              </p14:nvContentPartPr>
              <p14:xfrm>
                <a:off x="11118182" y="2844708"/>
                <a:ext cx="160560" cy="299880"/>
              </p14:xfrm>
            </p:contentPart>
          </mc:Choice>
          <mc:Fallback xmlns="">
            <p:pic>
              <p:nvPicPr>
                <p:cNvPr id="50" name="Ink 49">
                  <a:extLst>
                    <a:ext uri="{FF2B5EF4-FFF2-40B4-BE49-F238E27FC236}">
                      <a16:creationId xmlns:a16="http://schemas.microsoft.com/office/drawing/2014/main" id="{7F619074-1D0D-0E5C-8CDA-6E073E11A7FB}"/>
                    </a:ext>
                  </a:extLst>
                </p:cNvPr>
                <p:cNvPicPr/>
                <p:nvPr/>
              </p:nvPicPr>
              <p:blipFill>
                <a:blip r:embed="rId68"/>
                <a:stretch>
                  <a:fillRect/>
                </a:stretch>
              </p:blipFill>
              <p:spPr>
                <a:xfrm>
                  <a:off x="11112062" y="2838588"/>
                  <a:ext cx="17280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51" name="Ink 50">
                  <a:extLst>
                    <a:ext uri="{FF2B5EF4-FFF2-40B4-BE49-F238E27FC236}">
                      <a16:creationId xmlns:a16="http://schemas.microsoft.com/office/drawing/2014/main" id="{3CB696CE-C115-8D14-437A-C435C50106B6}"/>
                    </a:ext>
                  </a:extLst>
                </p14:cNvPr>
                <p14:cNvContentPartPr/>
                <p14:nvPr/>
              </p14:nvContentPartPr>
              <p14:xfrm>
                <a:off x="11333102" y="2851908"/>
                <a:ext cx="249480" cy="262440"/>
              </p14:xfrm>
            </p:contentPart>
          </mc:Choice>
          <mc:Fallback xmlns="">
            <p:pic>
              <p:nvPicPr>
                <p:cNvPr id="51" name="Ink 50">
                  <a:extLst>
                    <a:ext uri="{FF2B5EF4-FFF2-40B4-BE49-F238E27FC236}">
                      <a16:creationId xmlns:a16="http://schemas.microsoft.com/office/drawing/2014/main" id="{3CB696CE-C115-8D14-437A-C435C50106B6}"/>
                    </a:ext>
                  </a:extLst>
                </p:cNvPr>
                <p:cNvPicPr/>
                <p:nvPr/>
              </p:nvPicPr>
              <p:blipFill>
                <a:blip r:embed="rId70"/>
                <a:stretch>
                  <a:fillRect/>
                </a:stretch>
              </p:blipFill>
              <p:spPr>
                <a:xfrm>
                  <a:off x="11326982" y="2845788"/>
                  <a:ext cx="261720" cy="274680"/>
                </a:xfrm>
                <a:prstGeom prst="rect">
                  <a:avLst/>
                </a:prstGeom>
              </p:spPr>
            </p:pic>
          </mc:Fallback>
        </mc:AlternateContent>
      </p:grpSp>
      <p:grpSp>
        <p:nvGrpSpPr>
          <p:cNvPr id="56" name="Group 55">
            <a:extLst>
              <a:ext uri="{FF2B5EF4-FFF2-40B4-BE49-F238E27FC236}">
                <a16:creationId xmlns:a16="http://schemas.microsoft.com/office/drawing/2014/main" id="{6D9B6BC0-881C-99D2-43F2-9581811EF4A7}"/>
              </a:ext>
            </a:extLst>
          </p:cNvPr>
          <p:cNvGrpSpPr/>
          <p:nvPr/>
        </p:nvGrpSpPr>
        <p:grpSpPr>
          <a:xfrm>
            <a:off x="6999062" y="3262308"/>
            <a:ext cx="744480" cy="1000440"/>
            <a:chOff x="6999062" y="3262308"/>
            <a:chExt cx="744480" cy="1000440"/>
          </a:xfrm>
        </p:grpSpPr>
        <mc:AlternateContent xmlns:mc="http://schemas.openxmlformats.org/markup-compatibility/2006" xmlns:p14="http://schemas.microsoft.com/office/powerpoint/2010/main">
          <mc:Choice Requires="p14">
            <p:contentPart p14:bwMode="auto" r:id="rId71">
              <p14:nvContentPartPr>
                <p14:cNvPr id="53" name="Ink 52">
                  <a:extLst>
                    <a:ext uri="{FF2B5EF4-FFF2-40B4-BE49-F238E27FC236}">
                      <a16:creationId xmlns:a16="http://schemas.microsoft.com/office/drawing/2014/main" id="{703F6C48-B202-0772-F255-75DE04ADAF6B}"/>
                    </a:ext>
                  </a:extLst>
                </p14:cNvPr>
                <p14:cNvContentPartPr/>
                <p14:nvPr/>
              </p14:nvContentPartPr>
              <p14:xfrm>
                <a:off x="6999062" y="3827868"/>
                <a:ext cx="207720" cy="434880"/>
              </p14:xfrm>
            </p:contentPart>
          </mc:Choice>
          <mc:Fallback xmlns="">
            <p:pic>
              <p:nvPicPr>
                <p:cNvPr id="53" name="Ink 52">
                  <a:extLst>
                    <a:ext uri="{FF2B5EF4-FFF2-40B4-BE49-F238E27FC236}">
                      <a16:creationId xmlns:a16="http://schemas.microsoft.com/office/drawing/2014/main" id="{703F6C48-B202-0772-F255-75DE04ADAF6B}"/>
                    </a:ext>
                  </a:extLst>
                </p:cNvPr>
                <p:cNvPicPr/>
                <p:nvPr/>
              </p:nvPicPr>
              <p:blipFill>
                <a:blip r:embed="rId72"/>
                <a:stretch>
                  <a:fillRect/>
                </a:stretch>
              </p:blipFill>
              <p:spPr>
                <a:xfrm>
                  <a:off x="6992942" y="3821748"/>
                  <a:ext cx="219960" cy="447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54" name="Ink 53">
                  <a:extLst>
                    <a:ext uri="{FF2B5EF4-FFF2-40B4-BE49-F238E27FC236}">
                      <a16:creationId xmlns:a16="http://schemas.microsoft.com/office/drawing/2014/main" id="{C6FD4B85-9746-8FB8-4781-3E62D0A63BBF}"/>
                    </a:ext>
                  </a:extLst>
                </p14:cNvPr>
                <p14:cNvContentPartPr/>
                <p14:nvPr/>
              </p14:nvContentPartPr>
              <p14:xfrm>
                <a:off x="7195982" y="3839388"/>
                <a:ext cx="319320" cy="322920"/>
              </p14:xfrm>
            </p:contentPart>
          </mc:Choice>
          <mc:Fallback xmlns="">
            <p:pic>
              <p:nvPicPr>
                <p:cNvPr id="54" name="Ink 53">
                  <a:extLst>
                    <a:ext uri="{FF2B5EF4-FFF2-40B4-BE49-F238E27FC236}">
                      <a16:creationId xmlns:a16="http://schemas.microsoft.com/office/drawing/2014/main" id="{C6FD4B85-9746-8FB8-4781-3E62D0A63BBF}"/>
                    </a:ext>
                  </a:extLst>
                </p:cNvPr>
                <p:cNvPicPr/>
                <p:nvPr/>
              </p:nvPicPr>
              <p:blipFill>
                <a:blip r:embed="rId74"/>
                <a:stretch>
                  <a:fillRect/>
                </a:stretch>
              </p:blipFill>
              <p:spPr>
                <a:xfrm>
                  <a:off x="7189862" y="3833268"/>
                  <a:ext cx="33156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55" name="Ink 54">
                  <a:extLst>
                    <a:ext uri="{FF2B5EF4-FFF2-40B4-BE49-F238E27FC236}">
                      <a16:creationId xmlns:a16="http://schemas.microsoft.com/office/drawing/2014/main" id="{B1BAD607-89D9-7EDC-C2A9-BF1D5A4A8C0B}"/>
                    </a:ext>
                  </a:extLst>
                </p14:cNvPr>
                <p14:cNvContentPartPr/>
                <p14:nvPr/>
              </p14:nvContentPartPr>
              <p14:xfrm>
                <a:off x="7535102" y="3262308"/>
                <a:ext cx="208440" cy="895320"/>
              </p14:xfrm>
            </p:contentPart>
          </mc:Choice>
          <mc:Fallback xmlns="">
            <p:pic>
              <p:nvPicPr>
                <p:cNvPr id="55" name="Ink 54">
                  <a:extLst>
                    <a:ext uri="{FF2B5EF4-FFF2-40B4-BE49-F238E27FC236}">
                      <a16:creationId xmlns:a16="http://schemas.microsoft.com/office/drawing/2014/main" id="{B1BAD607-89D9-7EDC-C2A9-BF1D5A4A8C0B}"/>
                    </a:ext>
                  </a:extLst>
                </p:cNvPr>
                <p:cNvPicPr/>
                <p:nvPr/>
              </p:nvPicPr>
              <p:blipFill>
                <a:blip r:embed="rId76"/>
                <a:stretch>
                  <a:fillRect/>
                </a:stretch>
              </p:blipFill>
              <p:spPr>
                <a:xfrm>
                  <a:off x="7528982" y="3256188"/>
                  <a:ext cx="220680" cy="907560"/>
                </a:xfrm>
                <a:prstGeom prst="rect">
                  <a:avLst/>
                </a:prstGeom>
              </p:spPr>
            </p:pic>
          </mc:Fallback>
        </mc:AlternateContent>
      </p:gr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10" y="1965960"/>
            <a:ext cx="3600000"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43789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437890" y="4193974"/>
            <a:ext cx="2284600"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getAge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setAge</a:t>
            </a:r>
            <a:r>
              <a:rPr lang="en-GB" sz="2800" b="1" dirty="0">
                <a:solidFill>
                  <a:schemeClr val="accent1"/>
                </a:solidFill>
              </a:rPr>
              <a:t>()</a:t>
            </a:r>
          </a:p>
        </p:txBody>
      </p:sp>
    </p:spTree>
    <p:extLst>
      <p:ext uri="{BB962C8B-B14F-4D97-AF65-F5344CB8AC3E}">
        <p14:creationId xmlns:p14="http://schemas.microsoft.com/office/powerpoint/2010/main" val="30666465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008141"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getYearGroup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exemplify and implement standard algorithms:</a:t>
            </a:r>
          </a:p>
          <a:p>
            <a:pPr lvl="1"/>
            <a:r>
              <a:rPr lang="en-GB" sz="2800" dirty="0"/>
              <a:t>linear search</a:t>
            </a:r>
          </a:p>
          <a:p>
            <a:pPr lvl="1"/>
            <a:r>
              <a:rPr lang="en-GB" sz="2800" dirty="0"/>
              <a:t>find minimum and maximum</a:t>
            </a:r>
          </a:p>
          <a:p>
            <a:pPr lvl="1"/>
            <a:r>
              <a:rPr lang="en-GB" sz="2800" dirty="0"/>
              <a:t>count occurrences</a:t>
            </a:r>
          </a:p>
        </p:txBody>
      </p:sp>
    </p:spTree>
    <p:extLst>
      <p:ext uri="{BB962C8B-B14F-4D97-AF65-F5344CB8AC3E}">
        <p14:creationId xmlns:p14="http://schemas.microsoft.com/office/powerpoint/2010/main" val="38611548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1035</Words>
  <Application>Microsoft Office PowerPoint</Application>
  <PresentationFormat>Widescreen</PresentationFormat>
  <Paragraphs>297</Paragraphs>
  <Slides>59</Slides>
  <Notes>24</Notes>
  <HiddenSlides>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59</vt:i4>
      </vt:variant>
    </vt:vector>
  </HeadingPairs>
  <TitlesOfParts>
    <vt:vector size="64"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Learning Intentions</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317</cp:revision>
  <cp:lastPrinted>2022-12-12T09:57:02Z</cp:lastPrinted>
  <dcterms:created xsi:type="dcterms:W3CDTF">2020-11-23T14:36:09Z</dcterms:created>
  <dcterms:modified xsi:type="dcterms:W3CDTF">2026-06-07T15:42:11Z</dcterms:modified>
</cp:coreProperties>
</file>