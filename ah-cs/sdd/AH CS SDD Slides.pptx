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1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7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8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2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75" r:id="rId10"/>
    <p:sldId id="876" r:id="rId11"/>
    <p:sldId id="877" r:id="rId12"/>
    <p:sldId id="874" r:id="rId13"/>
    <p:sldId id="867" r:id="rId14"/>
    <p:sldId id="632" r:id="rId15"/>
    <p:sldId id="866" r:id="rId16"/>
    <p:sldId id="535" r:id="rId17"/>
    <p:sldId id="546" r:id="rId18"/>
    <p:sldId id="633" r:id="rId19"/>
    <p:sldId id="539" r:id="rId20"/>
    <p:sldId id="855" r:id="rId21"/>
    <p:sldId id="611" r:id="rId22"/>
    <p:sldId id="541" r:id="rId23"/>
    <p:sldId id="425" r:id="rId24"/>
    <p:sldId id="428" r:id="rId25"/>
    <p:sldId id="856" r:id="rId26"/>
    <p:sldId id="537" r:id="rId27"/>
    <p:sldId id="860" r:id="rId28"/>
    <p:sldId id="612" r:id="rId29"/>
    <p:sldId id="614" r:id="rId30"/>
    <p:sldId id="854" r:id="rId31"/>
    <p:sldId id="859" r:id="rId32"/>
    <p:sldId id="857" r:id="rId33"/>
    <p:sldId id="858" r:id="rId34"/>
    <p:sldId id="505" r:id="rId35"/>
    <p:sldId id="624" r:id="rId36"/>
    <p:sldId id="472" r:id="rId37"/>
    <p:sldId id="471" r:id="rId38"/>
    <p:sldId id="825" r:id="rId39"/>
    <p:sldId id="826" r:id="rId40"/>
    <p:sldId id="424" r:id="rId41"/>
    <p:sldId id="564" r:id="rId42"/>
    <p:sldId id="615" r:id="rId43"/>
    <p:sldId id="514" r:id="rId44"/>
    <p:sldId id="616" r:id="rId45"/>
    <p:sldId id="336" r:id="rId46"/>
    <p:sldId id="476" r:id="rId47"/>
    <p:sldId id="563" r:id="rId48"/>
    <p:sldId id="617" r:id="rId49"/>
    <p:sldId id="565" r:id="rId50"/>
    <p:sldId id="618" r:id="rId51"/>
    <p:sldId id="421" r:id="rId52"/>
    <p:sldId id="477" r:id="rId53"/>
    <p:sldId id="512" r:id="rId54"/>
    <p:sldId id="619" r:id="rId55"/>
    <p:sldId id="566" r:id="rId56"/>
    <p:sldId id="620" r:id="rId57"/>
    <p:sldId id="422" r:id="rId58"/>
    <p:sldId id="478" r:id="rId59"/>
    <p:sldId id="621" r:id="rId60"/>
    <p:sldId id="622" r:id="rId61"/>
    <p:sldId id="423" r:id="rId62"/>
    <p:sldId id="479" r:id="rId63"/>
    <p:sldId id="480" r:id="rId64"/>
    <p:sldId id="358" r:id="rId65"/>
    <p:sldId id="487" r:id="rId66"/>
    <p:sldId id="481" r:id="rId67"/>
    <p:sldId id="623" r:id="rId68"/>
    <p:sldId id="482" r:id="rId69"/>
    <p:sldId id="488" r:id="rId70"/>
    <p:sldId id="483" r:id="rId71"/>
    <p:sldId id="492" r:id="rId72"/>
    <p:sldId id="485" r:id="rId73"/>
    <p:sldId id="489" r:id="rId74"/>
    <p:sldId id="486" r:id="rId75"/>
    <p:sldId id="491" r:id="rId76"/>
    <p:sldId id="484" r:id="rId77"/>
    <p:sldId id="545" r:id="rId78"/>
    <p:sldId id="547" r:id="rId79"/>
    <p:sldId id="54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3" r:id="rId103"/>
    <p:sldId id="444" r:id="rId104"/>
    <p:sldId id="836" r:id="rId105"/>
    <p:sldId id="453" r:id="rId106"/>
    <p:sldId id="454" r:id="rId107"/>
    <p:sldId id="837" r:id="rId108"/>
    <p:sldId id="445" r:id="rId109"/>
    <p:sldId id="456" r:id="rId110"/>
    <p:sldId id="556" r:id="rId111"/>
    <p:sldId id="457" r:id="rId112"/>
    <p:sldId id="557" r:id="rId113"/>
    <p:sldId id="446" r:id="rId114"/>
    <p:sldId id="380" r:id="rId115"/>
    <p:sldId id="838" r:id="rId116"/>
    <p:sldId id="561" r:id="rId117"/>
    <p:sldId id="438" r:id="rId118"/>
    <p:sldId id="827" r:id="rId119"/>
    <p:sldId id="550" r:id="rId120"/>
    <p:sldId id="828" r:id="rId121"/>
    <p:sldId id="442" r:id="rId122"/>
    <p:sldId id="625" r:id="rId123"/>
    <p:sldId id="630" r:id="rId124"/>
    <p:sldId id="631" r:id="rId125"/>
    <p:sldId id="552" r:id="rId126"/>
    <p:sldId id="841" r:id="rId127"/>
    <p:sldId id="610" r:id="rId128"/>
    <p:sldId id="626" r:id="rId129"/>
    <p:sldId id="628" r:id="rId130"/>
    <p:sldId id="629" r:id="rId131"/>
    <p:sldId id="840" r:id="rId132"/>
    <p:sldId id="842" r:id="rId133"/>
    <p:sldId id="554" r:id="rId134"/>
    <p:sldId id="839" r:id="rId135"/>
    <p:sldId id="559" r:id="rId136"/>
    <p:sldId id="560" r:id="rId137"/>
    <p:sldId id="458" r:id="rId138"/>
    <p:sldId id="460" r:id="rId139"/>
    <p:sldId id="461" r:id="rId140"/>
    <p:sldId id="465" r:id="rId141"/>
    <p:sldId id="462" r:id="rId142"/>
    <p:sldId id="646" r:id="rId143"/>
    <p:sldId id="636" r:id="rId144"/>
    <p:sldId id="640" r:id="rId145"/>
    <p:sldId id="463" r:id="rId146"/>
    <p:sldId id="641" r:id="rId147"/>
    <p:sldId id="639" r:id="rId148"/>
    <p:sldId id="642" r:id="rId149"/>
    <p:sldId id="468" r:id="rId150"/>
    <p:sldId id="643" r:id="rId151"/>
    <p:sldId id="627" r:id="rId152"/>
    <p:sldId id="644" r:id="rId153"/>
    <p:sldId id="638" r:id="rId154"/>
    <p:sldId id="645" r:id="rId155"/>
    <p:sldId id="567" r:id="rId156"/>
    <p:sldId id="568" r:id="rId157"/>
    <p:sldId id="820" r:id="rId158"/>
    <p:sldId id="822" r:id="rId159"/>
    <p:sldId id="821" r:id="rId160"/>
    <p:sldId id="823" r:id="rId161"/>
    <p:sldId id="516" r:id="rId162"/>
    <p:sldId id="853" r:id="rId163"/>
    <p:sldId id="495" r:id="rId164"/>
    <p:sldId id="579" r:id="rId165"/>
    <p:sldId id="600" r:id="rId166"/>
    <p:sldId id="848" r:id="rId167"/>
    <p:sldId id="602" r:id="rId168"/>
    <p:sldId id="849" r:id="rId169"/>
    <p:sldId id="603" r:id="rId170"/>
    <p:sldId id="850" r:id="rId171"/>
    <p:sldId id="873" r:id="rId172"/>
    <p:sldId id="572" r:id="rId173"/>
    <p:sldId id="573" r:id="rId174"/>
    <p:sldId id="574" r:id="rId175"/>
    <p:sldId id="420" r:id="rId176"/>
    <p:sldId id="862" r:id="rId177"/>
    <p:sldId id="861" r:id="rId178"/>
    <p:sldId id="864" r:id="rId179"/>
    <p:sldId id="575" r:id="rId180"/>
    <p:sldId id="576" r:id="rId181"/>
    <p:sldId id="502" r:id="rId182"/>
    <p:sldId id="504" r:id="rId183"/>
    <p:sldId id="870" r:id="rId184"/>
    <p:sldId id="871" r:id="rId185"/>
    <p:sldId id="503" r:id="rId186"/>
    <p:sldId id="816" r:id="rId187"/>
    <p:sldId id="847" r:id="rId188"/>
    <p:sldId id="817" r:id="rId189"/>
    <p:sldId id="868" r:id="rId190"/>
    <p:sldId id="818" r:id="rId191"/>
    <p:sldId id="869" r:id="rId192"/>
    <p:sldId id="824" r:id="rId193"/>
    <p:sldId id="846" r:id="rId194"/>
    <p:sldId id="577" r:id="rId195"/>
    <p:sldId id="578" r:id="rId196"/>
    <p:sldId id="814" r:id="rId197"/>
    <p:sldId id="872" r:id="rId198"/>
    <p:sldId id="843" r:id="rId199"/>
    <p:sldId id="815" r:id="rId200"/>
    <p:sldId id="844" r:id="rId201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Use Case Diagrams" id="{8FF03462-626E-4D1D-AC9E-9B36ACF6C895}">
          <p14:sldIdLst>
            <p14:sldId id="275"/>
            <p14:sldId id="634"/>
            <p14:sldId id="875"/>
            <p14:sldId id="876"/>
            <p14:sldId id="877"/>
            <p14:sldId id="87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840" autoAdjust="0"/>
  </p:normalViewPr>
  <p:slideViewPr>
    <p:cSldViewPr snapToGrid="0" showGuides="1">
      <p:cViewPr varScale="1">
        <p:scale>
          <a:sx n="45" d="100"/>
          <a:sy n="45" d="100"/>
        </p:scale>
        <p:origin x="60" y="2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tableStyles" Target="tableStyle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microsoft.com/office/2016/11/relationships/changesInfo" Target="changesInfos/changesInfo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notesMaster" Target="notesMasters/notesMaster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3-23T21:23:47.896" v="199" actId="20577"/>
      <pc:docMkLst>
        <pc:docMk/>
      </pc:docMkLst>
      <pc:sldChg chg="modSp mod">
        <pc:chgData name="Al Friend" userId="e5ed79da-d858-46d4-9eed-a7a24903f2de" providerId="ADAL" clId="{6CF5D3DD-A8C4-4611-8099-4AEB2E976A2E}" dt="2026-03-23T21:15:56.976" v="1" actId="113"/>
        <pc:sldMkLst>
          <pc:docMk/>
          <pc:sldMk cId="3379680109" sldId="579"/>
        </pc:sldMkLst>
        <pc:spChg chg="mod">
          <ac:chgData name="Al Friend" userId="e5ed79da-d858-46d4-9eed-a7a24903f2de" providerId="ADAL" clId="{6CF5D3DD-A8C4-4611-8099-4AEB2E976A2E}" dt="2026-03-23T21:15:56.976" v="1" actId="113"/>
          <ac:spMkLst>
            <pc:docMk/>
            <pc:sldMk cId="3379680109" sldId="579"/>
            <ac:spMk id="3" creationId="{00000000-0000-0000-0000-000000000000}"/>
          </ac:spMkLst>
        </pc:spChg>
      </pc:sldChg>
      <pc:sldChg chg="addSp modSp add mod addAnim delAnim modAnim">
        <pc:chgData name="Al Friend" userId="e5ed79da-d858-46d4-9eed-a7a24903f2de" providerId="ADAL" clId="{6CF5D3DD-A8C4-4611-8099-4AEB2E976A2E}" dt="2026-03-23T21:23:47.896" v="199" actId="20577"/>
        <pc:sldMkLst>
          <pc:docMk/>
          <pc:sldMk cId="127425882" sldId="873"/>
        </pc:sldMkLst>
        <pc:spChg chg="mod">
          <ac:chgData name="Al Friend" userId="e5ed79da-d858-46d4-9eed-a7a24903f2de" providerId="ADAL" clId="{6CF5D3DD-A8C4-4611-8099-4AEB2E976A2E}" dt="2026-03-23T21:16:18.214" v="12" actId="20577"/>
          <ac:spMkLst>
            <pc:docMk/>
            <pc:sldMk cId="127425882" sldId="873"/>
            <ac:spMk id="2" creationId="{B4597233-5500-FE22-C9D1-12FECB01E037}"/>
          </ac:spMkLst>
        </pc:spChg>
        <pc:spChg chg="mod">
          <ac:chgData name="Al Friend" userId="e5ed79da-d858-46d4-9eed-a7a24903f2de" providerId="ADAL" clId="{6CF5D3DD-A8C4-4611-8099-4AEB2E976A2E}" dt="2026-03-23T21:17:26.578" v="127" actId="5793"/>
          <ac:spMkLst>
            <pc:docMk/>
            <pc:sldMk cId="127425882" sldId="873"/>
            <ac:spMk id="3" creationId="{72D2448E-12FD-CF5F-C29D-76073CE6BC25}"/>
          </ac:spMkLst>
        </pc:spChg>
        <pc:spChg chg="add mod">
          <ac:chgData name="Al Friend" userId="e5ed79da-d858-46d4-9eed-a7a24903f2de" providerId="ADAL" clId="{6CF5D3DD-A8C4-4611-8099-4AEB2E976A2E}" dt="2026-03-23T21:23:40.023" v="195" actId="20577"/>
          <ac:spMkLst>
            <pc:docMk/>
            <pc:sldMk cId="127425882" sldId="873"/>
            <ac:spMk id="4" creationId="{6D44FC77-6CD5-8AEF-33EE-CDC95D00CB89}"/>
          </ac:spMkLst>
        </pc:spChg>
        <pc:spChg chg="add mod">
          <ac:chgData name="Al Friend" userId="e5ed79da-d858-46d4-9eed-a7a24903f2de" providerId="ADAL" clId="{6CF5D3DD-A8C4-4611-8099-4AEB2E976A2E}" dt="2026-03-23T21:23:44.272" v="197" actId="20577"/>
          <ac:spMkLst>
            <pc:docMk/>
            <pc:sldMk cId="127425882" sldId="873"/>
            <ac:spMk id="5" creationId="{C2ACC06D-C05C-4F32-DFEC-BA65AFC86642}"/>
          </ac:spMkLst>
        </pc:spChg>
        <pc:spChg chg="add mod">
          <ac:chgData name="Al Friend" userId="e5ed79da-d858-46d4-9eed-a7a24903f2de" providerId="ADAL" clId="{6CF5D3DD-A8C4-4611-8099-4AEB2E976A2E}" dt="2026-03-23T21:23:47.896" v="199" actId="20577"/>
          <ac:spMkLst>
            <pc:docMk/>
            <pc:sldMk cId="127425882" sldId="873"/>
            <ac:spMk id="6" creationId="{6AED17AD-637F-05B8-BF90-C1591FB6DA09}"/>
          </ac:spMkLst>
        </pc:spChg>
      </pc:sldChg>
    </pc:docChg>
  </pc:docChgLst>
  <pc:docChgLst>
    <pc:chgData name="Al Friend" userId="e5ed79da-d858-46d4-9eed-a7a24903f2de" providerId="ADAL" clId="{C674B5A1-E3B2-40E8-863B-82D707DB4736}"/>
    <pc:docChg chg="undo custSel addSld modSld">
      <pc:chgData name="Al Friend" userId="e5ed79da-d858-46d4-9eed-a7a24903f2de" providerId="ADAL" clId="{C674B5A1-E3B2-40E8-863B-82D707DB4736}" dt="2026-05-07T12:54:58.034" v="921" actId="15"/>
      <pc:docMkLst>
        <pc:docMk/>
      </pc:docMkLst>
      <pc:sldChg chg="modSp">
        <pc:chgData name="Al Friend" userId="e5ed79da-d858-46d4-9eed-a7a24903f2de" providerId="ADAL" clId="{C674B5A1-E3B2-40E8-863B-82D707DB4736}" dt="2026-05-07T09:55:22.314" v="34" actId="948"/>
        <pc:sldMkLst>
          <pc:docMk/>
          <pc:sldMk cId="814279176" sldId="275"/>
        </pc:sldMkLst>
        <pc:spChg chg="mod">
          <ac:chgData name="Al Friend" userId="e5ed79da-d858-46d4-9eed-a7a24903f2de" providerId="ADAL" clId="{C674B5A1-E3B2-40E8-863B-82D707DB4736}" dt="2026-05-07T09:55:22.314" v="34" actId="948"/>
          <ac:spMkLst>
            <pc:docMk/>
            <pc:sldMk cId="814279176" sldId="275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3:36.053" v="12" actId="20577"/>
        <pc:sldMkLst>
          <pc:docMk/>
          <pc:sldMk cId="4009330697" sldId="434"/>
        </pc:sldMkLst>
        <pc:spChg chg="mod">
          <ac:chgData name="Al Friend" userId="e5ed79da-d858-46d4-9eed-a7a24903f2de" providerId="ADAL" clId="{C674B5A1-E3B2-40E8-863B-82D707DB4736}" dt="2026-05-07T09:53:36.053" v="12" actId="20577"/>
          <ac:spMkLst>
            <pc:docMk/>
            <pc:sldMk cId="4009330697" sldId="434"/>
            <ac:spMk id="2" creationId="{00000000-0000-0000-0000-000000000000}"/>
          </ac:spMkLst>
        </pc:spChg>
      </pc:sldChg>
      <pc:sldChg chg="addSp delSp modSp delAnim modAnim modNotesTx">
        <pc:chgData name="Al Friend" userId="e5ed79da-d858-46d4-9eed-a7a24903f2de" providerId="ADAL" clId="{C674B5A1-E3B2-40E8-863B-82D707DB4736}" dt="2026-05-07T10:50:19.870" v="453"/>
        <pc:sldMkLst>
          <pc:docMk/>
          <pc:sldMk cId="3792360079" sldId="634"/>
        </pc:sldMkLst>
        <pc:spChg chg="mod">
          <ac:chgData name="Al Friend" userId="e5ed79da-d858-46d4-9eed-a7a24903f2de" providerId="ADAL" clId="{C674B5A1-E3B2-40E8-863B-82D707DB4736}" dt="2026-05-07T09:59:59.168" v="92" actId="20577"/>
          <ac:spMkLst>
            <pc:docMk/>
            <pc:sldMk cId="3792360079" sldId="634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07T10:00:12.316" v="94" actId="478"/>
          <ac:spMkLst>
            <pc:docMk/>
            <pc:sldMk cId="3792360079" sldId="634"/>
            <ac:spMk id="3" creationId="{7459AF07-0BB9-4B79-8FE7-83C2745C2AE5}"/>
          </ac:spMkLst>
        </pc:spChg>
        <pc:spChg chg="del">
          <ac:chgData name="Al Friend" userId="e5ed79da-d858-46d4-9eed-a7a24903f2de" providerId="ADAL" clId="{C674B5A1-E3B2-40E8-863B-82D707DB4736}" dt="2026-05-07T09:59:28.593" v="60" actId="478"/>
          <ac:spMkLst>
            <pc:docMk/>
            <pc:sldMk cId="3792360079" sldId="634"/>
            <ac:spMk id="4" creationId="{9384B7F1-BA4B-4730-F724-7D085D57DAB9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5" creationId="{CCE05E6E-A41D-4F17-976E-859832DCAAEB}"/>
          </ac:spMkLst>
        </pc:spChg>
        <pc:spChg chg="del">
          <ac:chgData name="Al Friend" userId="e5ed79da-d858-46d4-9eed-a7a24903f2de" providerId="ADAL" clId="{C674B5A1-E3B2-40E8-863B-82D707DB4736}" dt="2026-05-07T09:59:13.807" v="54" actId="478"/>
          <ac:spMkLst>
            <pc:docMk/>
            <pc:sldMk cId="3792360079" sldId="634"/>
            <ac:spMk id="8" creationId="{C96D15D4-1AB6-41A6-BFA0-B5265FD7746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10" creationId="{3B047DC7-344F-4A56-83D8-286EB77BF4E1}"/>
          </ac:spMkLst>
        </pc:spChg>
        <pc:spChg chg="del">
          <ac:chgData name="Al Friend" userId="e5ed79da-d858-46d4-9eed-a7a24903f2de" providerId="ADAL" clId="{C674B5A1-E3B2-40E8-863B-82D707DB4736}" dt="2026-05-07T09:59:27.311" v="59" actId="478"/>
          <ac:spMkLst>
            <pc:docMk/>
            <pc:sldMk cId="3792360079" sldId="634"/>
            <ac:spMk id="16" creationId="{33AAB01A-94DD-4613-BD71-1720FEFEFA8E}"/>
          </ac:spMkLst>
        </pc:spChg>
        <pc:spChg chg="del">
          <ac:chgData name="Al Friend" userId="e5ed79da-d858-46d4-9eed-a7a24903f2de" providerId="ADAL" clId="{C674B5A1-E3B2-40E8-863B-82D707DB4736}" dt="2026-05-07T09:59:25.723" v="58" actId="478"/>
          <ac:spMkLst>
            <pc:docMk/>
            <pc:sldMk cId="3792360079" sldId="634"/>
            <ac:spMk id="22" creationId="{F2924B22-3C77-4BE2-AEDF-DF4BE55E968F}"/>
          </ac:spMkLst>
        </pc:spChg>
        <pc:spChg chg="del">
          <ac:chgData name="Al Friend" userId="e5ed79da-d858-46d4-9eed-a7a24903f2de" providerId="ADAL" clId="{C674B5A1-E3B2-40E8-863B-82D707DB4736}" dt="2026-05-07T09:59:32.183" v="62" actId="478"/>
          <ac:spMkLst>
            <pc:docMk/>
            <pc:sldMk cId="3792360079" sldId="634"/>
            <ac:spMk id="28" creationId="{F011BBBB-743B-4F70-920B-92D86D92F2EF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3" creationId="{20BD216E-3A07-4ACF-B399-9EE44B4195D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5" creationId="{4945BC8F-E969-47AB-AA94-0700AEF4950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6" creationId="{A596FB08-E7CA-4052-9B88-984FB2912E57}"/>
          </ac:spMkLst>
        </pc:spChg>
        <pc:spChg chg="del">
          <ac:chgData name="Al Friend" userId="e5ed79da-d858-46d4-9eed-a7a24903f2de" providerId="ADAL" clId="{C674B5A1-E3B2-40E8-863B-82D707DB4736}" dt="2026-05-07T09:59:18.720" v="56" actId="478"/>
          <ac:spMkLst>
            <pc:docMk/>
            <pc:sldMk cId="3792360079" sldId="634"/>
            <ac:spMk id="39" creationId="{A4585091-739A-4D3F-99EE-3F1D384F15D3}"/>
          </ac:spMkLst>
        </pc:spChg>
        <pc:spChg chg="del">
          <ac:chgData name="Al Friend" userId="e5ed79da-d858-46d4-9eed-a7a24903f2de" providerId="ADAL" clId="{C674B5A1-E3B2-40E8-863B-82D707DB4736}" dt="2026-05-07T09:59:17.464" v="55" actId="478"/>
          <ac:spMkLst>
            <pc:docMk/>
            <pc:sldMk cId="3792360079" sldId="634"/>
            <ac:spMk id="42" creationId="{6E09A57C-89C4-4FAA-970E-9E980F126D2F}"/>
          </ac:spMkLst>
        </pc:spChg>
        <pc:grpChg chg="del">
          <ac:chgData name="Al Friend" userId="e5ed79da-d858-46d4-9eed-a7a24903f2de" providerId="ADAL" clId="{C674B5A1-E3B2-40E8-863B-82D707DB4736}" dt="2026-05-07T09:59:23.567" v="57" actId="478"/>
          <ac:grpSpMkLst>
            <pc:docMk/>
            <pc:sldMk cId="3792360079" sldId="634"/>
            <ac:grpSpMk id="26" creationId="{3DD65B88-6C76-4F80-9853-D5FF4D0B0487}"/>
          </ac:grpSpMkLst>
        </pc:grpChg>
        <pc:grpChg chg="del">
          <ac:chgData name="Al Friend" userId="e5ed79da-d858-46d4-9eed-a7a24903f2de" providerId="ADAL" clId="{C674B5A1-E3B2-40E8-863B-82D707DB4736}" dt="2026-05-07T09:59:17.464" v="55" actId="478"/>
          <ac:grpSpMkLst>
            <pc:docMk/>
            <pc:sldMk cId="3792360079" sldId="634"/>
            <ac:grpSpMk id="30" creationId="{E5DAD2C2-851F-4C0F-A70D-4FCD45DD6765}"/>
          </ac:grpSpMkLst>
        </pc:grpChg>
        <pc:grpChg chg="del">
          <ac:chgData name="Al Friend" userId="e5ed79da-d858-46d4-9eed-a7a24903f2de" providerId="ADAL" clId="{C674B5A1-E3B2-40E8-863B-82D707DB4736}" dt="2026-05-07T09:59:30.518" v="61" actId="478"/>
          <ac:grpSpMkLst>
            <pc:docMk/>
            <pc:sldMk cId="3792360079" sldId="634"/>
            <ac:grpSpMk id="38" creationId="{24BFCE82-B9F9-4B1B-BF54-8DB8FC78E5AE}"/>
          </ac:grpSpMkLst>
        </pc:grpChg>
        <pc:grpChg chg="del">
          <ac:chgData name="Al Friend" userId="e5ed79da-d858-46d4-9eed-a7a24903f2de" providerId="ADAL" clId="{C674B5A1-E3B2-40E8-863B-82D707DB4736}" dt="2026-05-07T09:59:12.355" v="53" actId="478"/>
          <ac:grpSpMkLst>
            <pc:docMk/>
            <pc:sldMk cId="3792360079" sldId="634"/>
            <ac:grpSpMk id="46" creationId="{9E3B922F-802F-4C50-943A-91EC600536A4}"/>
          </ac:grpSpMkLst>
        </pc:grpChg>
        <pc:picChg chg="add mod">
          <ac:chgData name="Al Friend" userId="e5ed79da-d858-46d4-9eed-a7a24903f2de" providerId="ADAL" clId="{C674B5A1-E3B2-40E8-863B-82D707DB4736}" dt="2026-05-07T10:15:33.817" v="298" actId="1038"/>
          <ac:picMkLst>
            <pc:docMk/>
            <pc:sldMk cId="3792360079" sldId="634"/>
            <ac:picMk id="7" creationId="{B026E70D-B3FD-4141-85F9-75190461CDA3}"/>
          </ac:picMkLst>
        </pc:picChg>
        <pc:cxnChg chg="add mod">
          <ac:chgData name="Al Friend" userId="e5ed79da-d858-46d4-9eed-a7a24903f2de" providerId="ADAL" clId="{C674B5A1-E3B2-40E8-863B-82D707DB4736}" dt="2026-05-07T10:15:33.817" v="298" actId="1038"/>
          <ac:cxnSpMkLst>
            <pc:docMk/>
            <pc:sldMk cId="3792360079" sldId="634"/>
            <ac:cxnSpMk id="12" creationId="{5DA4DAB6-55AE-451F-A496-DB8E57B81C0E}"/>
          </ac:cxnSpMkLst>
        </pc:cxnChg>
      </pc:sldChg>
      <pc:sldChg chg="add">
        <pc:chgData name="Al Friend" userId="e5ed79da-d858-46d4-9eed-a7a24903f2de" providerId="ADAL" clId="{C674B5A1-E3B2-40E8-863B-82D707DB4736}" dt="2026-05-07T09:58:49.894" v="35"/>
        <pc:sldMkLst>
          <pc:docMk/>
          <pc:sldMk cId="75966217" sldId="874"/>
        </pc:sldMkLst>
      </pc:sldChg>
      <pc:sldChg chg="addSp delSp modSp add modAnim modNotesTx">
        <pc:chgData name="Al Friend" userId="e5ed79da-d858-46d4-9eed-a7a24903f2de" providerId="ADAL" clId="{C674B5A1-E3B2-40E8-863B-82D707DB4736}" dt="2026-05-07T12:54:58.034" v="921" actId="15"/>
        <pc:sldMkLst>
          <pc:docMk/>
          <pc:sldMk cId="237343473" sldId="875"/>
        </pc:sldMkLst>
        <pc:spChg chg="mod">
          <ac:chgData name="Al Friend" userId="e5ed79da-d858-46d4-9eed-a7a24903f2de" providerId="ADAL" clId="{C674B5A1-E3B2-40E8-863B-82D707DB4736}" dt="2026-05-07T12:22:09.266" v="473" actId="20577"/>
          <ac:spMkLst>
            <pc:docMk/>
            <pc:sldMk cId="237343473" sldId="875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07T12:25:15.390" v="665"/>
          <ac:spMkLst>
            <pc:docMk/>
            <pc:sldMk cId="237343473" sldId="875"/>
            <ac:spMk id="4" creationId="{ADB2BE1F-358E-45F6-8468-79C52A43246C}"/>
          </ac:spMkLst>
        </pc:spChg>
        <pc:spChg chg="del mod">
          <ac:chgData name="Al Friend" userId="e5ed79da-d858-46d4-9eed-a7a24903f2de" providerId="ADAL" clId="{C674B5A1-E3B2-40E8-863B-82D707DB4736}" dt="2026-05-07T12:21:52.930" v="470" actId="478"/>
          <ac:spMkLst>
            <pc:docMk/>
            <pc:sldMk cId="237343473" sldId="875"/>
            <ac:spMk id="5" creationId="{CCE05E6E-A41D-4F17-976E-859832DCAAEB}"/>
          </ac:spMkLst>
        </pc:spChg>
        <pc:spChg chg="add del mod">
          <ac:chgData name="Al Friend" userId="e5ed79da-d858-46d4-9eed-a7a24903f2de" providerId="ADAL" clId="{C674B5A1-E3B2-40E8-863B-82D707DB4736}" dt="2026-05-07T12:25:15.390" v="665"/>
          <ac:spMkLst>
            <pc:docMk/>
            <pc:sldMk cId="237343473" sldId="875"/>
            <ac:spMk id="6" creationId="{595451B5-0F30-48CB-A919-2129621A4C0D}"/>
          </ac:spMkLst>
        </pc:spChg>
        <pc:spChg chg="del mod">
          <ac:chgData name="Al Friend" userId="e5ed79da-d858-46d4-9eed-a7a24903f2de" providerId="ADAL" clId="{C674B5A1-E3B2-40E8-863B-82D707DB4736}" dt="2026-05-07T12:21:53.730" v="471" actId="478"/>
          <ac:spMkLst>
            <pc:docMk/>
            <pc:sldMk cId="237343473" sldId="875"/>
            <ac:spMk id="9" creationId="{EE2EFB0E-AB56-4E96-9F15-7393AA54BFAA}"/>
          </ac:spMkLst>
        </pc:spChg>
        <pc:spChg chg="mod">
          <ac:chgData name="Al Friend" userId="e5ed79da-d858-46d4-9eed-a7a24903f2de" providerId="ADAL" clId="{C674B5A1-E3B2-40E8-863B-82D707DB4736}" dt="2026-05-07T12:53:17.819" v="901" actId="164"/>
          <ac:spMkLst>
            <pc:docMk/>
            <pc:sldMk cId="237343473" sldId="875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2:53:22.363" v="902" actId="164"/>
          <ac:spMkLst>
            <pc:docMk/>
            <pc:sldMk cId="237343473" sldId="875"/>
            <ac:spMk id="13" creationId="{0CAC0334-43B5-419F-AB51-243DA6DA4779}"/>
          </ac:spMkLst>
        </pc:spChg>
        <pc:spChg chg="add del mod">
          <ac:chgData name="Al Friend" userId="e5ed79da-d858-46d4-9eed-a7a24903f2de" providerId="ADAL" clId="{C674B5A1-E3B2-40E8-863B-82D707DB4736}" dt="2026-05-07T12:46:56.817" v="831" actId="478"/>
          <ac:spMkLst>
            <pc:docMk/>
            <pc:sldMk cId="237343473" sldId="875"/>
            <ac:spMk id="15" creationId="{A254E6C5-E390-440D-A8AE-CB82709F6CB5}"/>
          </ac:spMkLst>
        </pc:spChg>
        <pc:spChg chg="add del mod">
          <ac:chgData name="Al Friend" userId="e5ed79da-d858-46d4-9eed-a7a24903f2de" providerId="ADAL" clId="{C674B5A1-E3B2-40E8-863B-82D707DB4736}" dt="2026-05-07T10:44:41.729" v="394" actId="478"/>
          <ac:spMkLst>
            <pc:docMk/>
            <pc:sldMk cId="237343473" sldId="875"/>
            <ac:spMk id="16" creationId="{EB19D141-409C-4FCF-886B-F88A34939726}"/>
          </ac:spMkLst>
        </pc:spChg>
        <pc:spChg chg="add mod">
          <ac:chgData name="Al Friend" userId="e5ed79da-d858-46d4-9eed-a7a24903f2de" providerId="ADAL" clId="{C674B5A1-E3B2-40E8-863B-82D707DB4736}" dt="2026-05-07T10:45:25.170" v="408" actId="12788"/>
          <ac:spMkLst>
            <pc:docMk/>
            <pc:sldMk cId="237343473" sldId="875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07T12:54:58.034" v="921" actId="15"/>
          <ac:spMkLst>
            <pc:docMk/>
            <pc:sldMk cId="237343473" sldId="875"/>
            <ac:spMk id="18" creationId="{D88574CC-45EE-41B3-9E51-9F1267441FCF}"/>
          </ac:spMkLst>
        </pc:spChg>
        <pc:spChg chg="add del mod">
          <ac:chgData name="Al Friend" userId="e5ed79da-d858-46d4-9eed-a7a24903f2de" providerId="ADAL" clId="{C674B5A1-E3B2-40E8-863B-82D707DB4736}" dt="2026-05-07T12:31:47.224" v="805" actId="478"/>
          <ac:spMkLst>
            <pc:docMk/>
            <pc:sldMk cId="237343473" sldId="875"/>
            <ac:spMk id="22" creationId="{E5019292-C29A-4917-97C4-4860C6A657D3}"/>
          </ac:spMkLst>
        </pc:spChg>
        <pc:spChg chg="add del mod">
          <ac:chgData name="Al Friend" userId="e5ed79da-d858-46d4-9eed-a7a24903f2de" providerId="ADAL" clId="{C674B5A1-E3B2-40E8-863B-82D707DB4736}" dt="2026-05-07T12:31:51.655" v="808" actId="478"/>
          <ac:spMkLst>
            <pc:docMk/>
            <pc:sldMk cId="237343473" sldId="875"/>
            <ac:spMk id="23" creationId="{DE5098EC-0EFE-40B5-8C66-71328DF0920A}"/>
          </ac:spMkLst>
        </pc:spChg>
        <pc:spChg chg="del mod">
          <ac:chgData name="Al Friend" userId="e5ed79da-d858-46d4-9eed-a7a24903f2de" providerId="ADAL" clId="{C674B5A1-E3B2-40E8-863B-82D707DB4736}" dt="2026-05-07T10:43:02.489" v="368" actId="478"/>
          <ac:spMkLst>
            <pc:docMk/>
            <pc:sldMk cId="237343473" sldId="875"/>
            <ac:spMk id="33" creationId="{20BD216E-3A07-4ACF-B399-9EE44B4195D2}"/>
          </ac:spMkLst>
        </pc:spChg>
        <pc:spChg chg="del mod">
          <ac:chgData name="Al Friend" userId="e5ed79da-d858-46d4-9eed-a7a24903f2de" providerId="ADAL" clId="{C674B5A1-E3B2-40E8-863B-82D707DB4736}" dt="2026-05-07T10:42:55.829" v="366" actId="478"/>
          <ac:spMkLst>
            <pc:docMk/>
            <pc:sldMk cId="237343473" sldId="875"/>
            <ac:spMk id="35" creationId="{4945BC8F-E969-47AB-AA94-0700AEF4950A}"/>
          </ac:spMkLst>
        </pc:spChg>
        <pc:spChg chg="add del">
          <ac:chgData name="Al Friend" userId="e5ed79da-d858-46d4-9eed-a7a24903f2de" providerId="ADAL" clId="{C674B5A1-E3B2-40E8-863B-82D707DB4736}" dt="2026-05-07T10:42:59.359" v="367" actId="478"/>
          <ac:spMkLst>
            <pc:docMk/>
            <pc:sldMk cId="237343473" sldId="875"/>
            <ac:spMk id="36" creationId="{A596FB08-E7CA-4052-9B88-984FB2912E57}"/>
          </ac:spMkLst>
        </pc:spChg>
        <pc:grpChg chg="add mod">
          <ac:chgData name="Al Friend" userId="e5ed79da-d858-46d4-9eed-a7a24903f2de" providerId="ADAL" clId="{C674B5A1-E3B2-40E8-863B-82D707DB4736}" dt="2026-05-07T12:53:17.819" v="901" actId="164"/>
          <ac:grpSpMkLst>
            <pc:docMk/>
            <pc:sldMk cId="237343473" sldId="875"/>
            <ac:grpSpMk id="30" creationId="{418821E3-9E37-4A8C-BAE7-32612F048C17}"/>
          </ac:grpSpMkLst>
        </pc:grpChg>
        <pc:grpChg chg="add mod">
          <ac:chgData name="Al Friend" userId="e5ed79da-d858-46d4-9eed-a7a24903f2de" providerId="ADAL" clId="{C674B5A1-E3B2-40E8-863B-82D707DB4736}" dt="2026-05-07T12:53:22.363" v="902" actId="164"/>
          <ac:grpSpMkLst>
            <pc:docMk/>
            <pc:sldMk cId="237343473" sldId="875"/>
            <ac:grpSpMk id="31" creationId="{E9063C33-BE31-459D-AC9C-7ECDA468C472}"/>
          </ac:grpSpMkLst>
        </pc:grpChg>
        <pc:picChg chg="add del mod">
          <ac:chgData name="Al Friend" userId="e5ed79da-d858-46d4-9eed-a7a24903f2de" providerId="ADAL" clId="{C674B5A1-E3B2-40E8-863B-82D707DB4736}" dt="2026-05-07T12:53:17.819" v="901" actId="164"/>
          <ac:picMkLst>
            <pc:docMk/>
            <pc:sldMk cId="237343473" sldId="875"/>
            <ac:picMk id="7" creationId="{B026E70D-B3FD-4141-85F9-75190461CDA3}"/>
          </ac:picMkLst>
        </pc:picChg>
        <pc:picChg chg="add mod">
          <ac:chgData name="Al Friend" userId="e5ed79da-d858-46d4-9eed-a7a24903f2de" providerId="ADAL" clId="{C674B5A1-E3B2-40E8-863B-82D707DB4736}" dt="2026-05-07T12:53:22.363" v="902" actId="164"/>
          <ac:picMkLst>
            <pc:docMk/>
            <pc:sldMk cId="237343473" sldId="875"/>
            <ac:picMk id="11" creationId="{32A0F86B-CA07-4894-B384-CE8C6EE159C1}"/>
          </ac:picMkLst>
        </pc:picChg>
        <pc:picChg chg="add del mod">
          <ac:chgData name="Al Friend" userId="e5ed79da-d858-46d4-9eed-a7a24903f2de" providerId="ADAL" clId="{C674B5A1-E3B2-40E8-863B-82D707DB4736}" dt="2026-05-07T12:25:12.599" v="661"/>
          <ac:picMkLst>
            <pc:docMk/>
            <pc:sldMk cId="237343473" sldId="875"/>
            <ac:picMk id="21" creationId="{35479D58-6A08-4F78-A3D3-FD32D4D1F730}"/>
          </ac:picMkLst>
        </pc:picChg>
        <pc:cxnChg chg="del mod">
          <ac:chgData name="Al Friend" userId="e5ed79da-d858-46d4-9eed-a7a24903f2de" providerId="ADAL" clId="{C674B5A1-E3B2-40E8-863B-82D707DB4736}" dt="2026-05-07T12:21:52.133" v="469" actId="478"/>
          <ac:cxnSpMkLst>
            <pc:docMk/>
            <pc:sldMk cId="237343473" sldId="875"/>
            <ac:cxnSpMk id="12" creationId="{5DA4DAB6-55AE-451F-A496-DB8E57B81C0E}"/>
          </ac:cxnSpMkLst>
        </pc:cxnChg>
        <pc:cxnChg chg="add del mod">
          <ac:chgData name="Al Friend" userId="e5ed79da-d858-46d4-9eed-a7a24903f2de" providerId="ADAL" clId="{C674B5A1-E3B2-40E8-863B-82D707DB4736}" dt="2026-05-07T12:21:54.598" v="472" actId="478"/>
          <ac:cxnSpMkLst>
            <pc:docMk/>
            <pc:sldMk cId="237343473" sldId="875"/>
            <ac:cxnSpMk id="14" creationId="{4BC27613-8AD7-42F9-96C9-701E22C58D62}"/>
          </ac:cxnSpMkLst>
        </pc:cxnChg>
        <pc:cxnChg chg="add del mod">
          <ac:chgData name="Al Friend" userId="e5ed79da-d858-46d4-9eed-a7a24903f2de" providerId="ADAL" clId="{C674B5A1-E3B2-40E8-863B-82D707DB4736}" dt="2026-05-07T12:51:26.949" v="885" actId="478"/>
          <ac:cxnSpMkLst>
            <pc:docMk/>
            <pc:sldMk cId="237343473" sldId="875"/>
            <ac:cxnSpMk id="19" creationId="{2FF2A58D-B70C-4882-86BF-6ED467DF5A2D}"/>
          </ac:cxnSpMkLst>
        </pc:cxnChg>
        <pc:cxnChg chg="add del mod">
          <ac:chgData name="Al Friend" userId="e5ed79da-d858-46d4-9eed-a7a24903f2de" providerId="ADAL" clId="{C674B5A1-E3B2-40E8-863B-82D707DB4736}" dt="2026-05-07T12:31:50.760" v="807" actId="478"/>
          <ac:cxnSpMkLst>
            <pc:docMk/>
            <pc:sldMk cId="237343473" sldId="875"/>
            <ac:cxnSpMk id="24" creationId="{48C9282F-A6BC-4143-AC00-A9B17C828E70}"/>
          </ac:cxnSpMkLst>
        </pc:cxnChg>
        <pc:cxnChg chg="add del mod">
          <ac:chgData name="Al Friend" userId="e5ed79da-d858-46d4-9eed-a7a24903f2de" providerId="ADAL" clId="{C674B5A1-E3B2-40E8-863B-82D707DB4736}" dt="2026-05-07T12:31:49.526" v="806" actId="478"/>
          <ac:cxnSpMkLst>
            <pc:docMk/>
            <pc:sldMk cId="237343473" sldId="875"/>
            <ac:cxnSpMk id="25" creationId="{2ED581A7-9B37-4E38-8F43-5B6767AA97F8}"/>
          </ac:cxnSpMkLst>
        </pc:cxnChg>
        <pc:cxnChg chg="add mod">
          <ac:chgData name="Al Friend" userId="e5ed79da-d858-46d4-9eed-a7a24903f2de" providerId="ADAL" clId="{C674B5A1-E3B2-40E8-863B-82D707DB4736}" dt="2026-05-07T12:52:07.627" v="895" actId="692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modSp add modAnim">
        <pc:chgData name="Al Friend" userId="e5ed79da-d858-46d4-9eed-a7a24903f2de" providerId="ADAL" clId="{C674B5A1-E3B2-40E8-863B-82D707DB4736}" dt="2026-05-07T12:31:34.949" v="804"/>
        <pc:sldMkLst>
          <pc:docMk/>
          <pc:sldMk cId="515075891" sldId="876"/>
        </pc:sldMkLst>
        <pc:spChg chg="mod">
          <ac:chgData name="Al Friend" userId="e5ed79da-d858-46d4-9eed-a7a24903f2de" providerId="ADAL" clId="{C674B5A1-E3B2-40E8-863B-82D707DB4736}" dt="2026-05-07T12:30:05.392" v="790" actId="164"/>
          <ac:spMkLst>
            <pc:docMk/>
            <pc:sldMk cId="515075891" sldId="876"/>
            <ac:spMk id="10" creationId="{3B047DC7-344F-4A56-83D8-286EB77BF4E1}"/>
          </ac:spMkLst>
        </pc:spChg>
        <pc:spChg chg="mod">
          <ac:chgData name="Al Friend" userId="e5ed79da-d858-46d4-9eed-a7a24903f2de" providerId="ADAL" clId="{C674B5A1-E3B2-40E8-863B-82D707DB4736}" dt="2026-05-07T12:30:18.774" v="791" actId="164"/>
          <ac:spMkLst>
            <pc:docMk/>
            <pc:sldMk cId="515075891" sldId="876"/>
            <ac:spMk id="13" creationId="{0CAC0334-43B5-419F-AB51-243DA6DA4779}"/>
          </ac:spMkLst>
        </pc:spChg>
        <pc:spChg chg="mod">
          <ac:chgData name="Al Friend" userId="e5ed79da-d858-46d4-9eed-a7a24903f2de" providerId="ADAL" clId="{C674B5A1-E3B2-40E8-863B-82D707DB4736}" dt="2026-05-07T12:29:26.781" v="774" actId="1038"/>
          <ac:spMkLst>
            <pc:docMk/>
            <pc:sldMk cId="515075891" sldId="876"/>
            <ac:spMk id="15" creationId="{A254E6C5-E390-440D-A8AE-CB82709F6CB5}"/>
          </ac:spMkLst>
        </pc:spChg>
        <pc:spChg chg="add mod">
          <ac:chgData name="Al Friend" userId="e5ed79da-d858-46d4-9eed-a7a24903f2de" providerId="ADAL" clId="{C674B5A1-E3B2-40E8-863B-82D707DB4736}" dt="2026-05-07T12:26:56.615" v="727" actId="1076"/>
          <ac:spMkLst>
            <pc:docMk/>
            <pc:sldMk cId="515075891" sldId="876"/>
            <ac:spMk id="16" creationId="{05C02AEA-52DC-43FB-8EB1-B4FB03B24EA5}"/>
          </ac:spMkLst>
        </pc:spChg>
        <pc:spChg chg="mod">
          <ac:chgData name="Al Friend" userId="e5ed79da-d858-46d4-9eed-a7a24903f2de" providerId="ADAL" clId="{C674B5A1-E3B2-40E8-863B-82D707DB4736}" dt="2026-05-07T12:29:35.672" v="788" actId="1038"/>
          <ac:spMkLst>
            <pc:docMk/>
            <pc:sldMk cId="515075891" sldId="876"/>
            <ac:spMk id="17" creationId="{2F30E93A-CA2E-4A90-876C-B218CB0B7AAB}"/>
          </ac:spMkLst>
        </pc:spChg>
        <pc:spChg chg="add mod">
          <ac:chgData name="Al Friend" userId="e5ed79da-d858-46d4-9eed-a7a24903f2de" providerId="ADAL" clId="{C674B5A1-E3B2-40E8-863B-82D707DB4736}" dt="2026-05-07T12:27:13.679" v="729" actId="1076"/>
          <ac:spMkLst>
            <pc:docMk/>
            <pc:sldMk cId="515075891" sldId="876"/>
            <ac:spMk id="18" creationId="{1B38B5A5-FF85-4F91-98A2-2BD48295D2CE}"/>
          </ac:spMkLst>
        </pc:spChg>
        <pc:spChg chg="add mod">
          <ac:chgData name="Al Friend" userId="e5ed79da-d858-46d4-9eed-a7a24903f2de" providerId="ADAL" clId="{C674B5A1-E3B2-40E8-863B-82D707DB4736}" dt="2026-05-07T12:29:11.936" v="740" actId="164"/>
          <ac:spMkLst>
            <pc:docMk/>
            <pc:sldMk cId="515075891" sldId="876"/>
            <ac:spMk id="19" creationId="{B02181DF-8C43-4B92-9133-6B86B468ED6D}"/>
          </ac:spMkLst>
        </pc:spChg>
        <pc:spChg chg="add mod">
          <ac:chgData name="Al Friend" userId="e5ed79da-d858-46d4-9eed-a7a24903f2de" providerId="ADAL" clId="{C674B5A1-E3B2-40E8-863B-82D707DB4736}" dt="2026-05-07T12:29:00.020" v="738" actId="164"/>
          <ac:spMkLst>
            <pc:docMk/>
            <pc:sldMk cId="515075891" sldId="876"/>
            <ac:spMk id="20" creationId="{44912D79-A252-441D-ADFB-63054B0110F2}"/>
          </ac:spMkLst>
        </pc:spChg>
        <pc:grpChg chg="add mod">
          <ac:chgData name="Al Friend" userId="e5ed79da-d858-46d4-9eed-a7a24903f2de" providerId="ADAL" clId="{C674B5A1-E3B2-40E8-863B-82D707DB4736}" dt="2026-05-07T12:29:00.020" v="738" actId="164"/>
          <ac:grpSpMkLst>
            <pc:docMk/>
            <pc:sldMk cId="515075891" sldId="876"/>
            <ac:grpSpMk id="3" creationId="{61E0D0F6-AC11-40B4-9560-50DB55A6C2FD}"/>
          </ac:grpSpMkLst>
        </pc:grpChg>
        <pc:grpChg chg="add mod">
          <ac:chgData name="Al Friend" userId="e5ed79da-d858-46d4-9eed-a7a24903f2de" providerId="ADAL" clId="{C674B5A1-E3B2-40E8-863B-82D707DB4736}" dt="2026-05-07T12:29:11.936" v="740" actId="164"/>
          <ac:grpSpMkLst>
            <pc:docMk/>
            <pc:sldMk cId="515075891" sldId="876"/>
            <ac:grpSpMk id="4" creationId="{34D20305-79E5-43C9-97F3-E8CEACFE24FE}"/>
          </ac:grpSpMkLst>
        </pc:grpChg>
        <pc:grpChg chg="add mod">
          <ac:chgData name="Al Friend" userId="e5ed79da-d858-46d4-9eed-a7a24903f2de" providerId="ADAL" clId="{C674B5A1-E3B2-40E8-863B-82D707DB4736}" dt="2026-05-07T12:30:05.392" v="790" actId="164"/>
          <ac:grpSpMkLst>
            <pc:docMk/>
            <pc:sldMk cId="515075891" sldId="876"/>
            <ac:grpSpMk id="6" creationId="{0BB39DF7-79D3-4D6E-AF0C-2E487668613E}"/>
          </ac:grpSpMkLst>
        </pc:grpChg>
        <pc:grpChg chg="add mod">
          <ac:chgData name="Al Friend" userId="e5ed79da-d858-46d4-9eed-a7a24903f2de" providerId="ADAL" clId="{C674B5A1-E3B2-40E8-863B-82D707DB4736}" dt="2026-05-07T12:30:18.774" v="791" actId="164"/>
          <ac:grpSpMkLst>
            <pc:docMk/>
            <pc:sldMk cId="515075891" sldId="876"/>
            <ac:grpSpMk id="8" creationId="{B33DA13A-4070-4314-8B7C-AA37D17A2E41}"/>
          </ac:grpSpMkLst>
        </pc:grpChg>
        <pc:picChg chg="mod">
          <ac:chgData name="Al Friend" userId="e5ed79da-d858-46d4-9eed-a7a24903f2de" providerId="ADAL" clId="{C674B5A1-E3B2-40E8-863B-82D707DB4736}" dt="2026-05-07T12:30:05.392" v="790" actId="164"/>
          <ac:picMkLst>
            <pc:docMk/>
            <pc:sldMk cId="515075891" sldId="876"/>
            <ac:picMk id="7" creationId="{B026E70D-B3FD-4141-85F9-75190461CDA3}"/>
          </ac:picMkLst>
        </pc:picChg>
        <pc:picChg chg="mod">
          <ac:chgData name="Al Friend" userId="e5ed79da-d858-46d4-9eed-a7a24903f2de" providerId="ADAL" clId="{C674B5A1-E3B2-40E8-863B-82D707DB4736}" dt="2026-05-07T12:30:18.774" v="791" actId="164"/>
          <ac:picMkLst>
            <pc:docMk/>
            <pc:sldMk cId="515075891" sldId="876"/>
            <ac:picMk id="11" creationId="{32A0F86B-CA07-4894-B384-CE8C6EE159C1}"/>
          </ac:picMkLst>
        </pc:picChg>
        <pc:cxnChg chg="mod">
          <ac:chgData name="Al Friend" userId="e5ed79da-d858-46d4-9eed-a7a24903f2de" providerId="ADAL" clId="{C674B5A1-E3B2-40E8-863B-82D707DB4736}" dt="2026-05-07T12:29:11.936" v="740" actId="164"/>
          <ac:cxnSpMkLst>
            <pc:docMk/>
            <pc:sldMk cId="515075891" sldId="876"/>
            <ac:cxnSpMk id="12" creationId="{5DA4DAB6-55AE-451F-A496-DB8E57B81C0E}"/>
          </ac:cxnSpMkLst>
        </pc:cxnChg>
        <pc:cxnChg chg="mod">
          <ac:chgData name="Al Friend" userId="e5ed79da-d858-46d4-9eed-a7a24903f2de" providerId="ADAL" clId="{C674B5A1-E3B2-40E8-863B-82D707DB4736}" dt="2026-05-07T12:29:00.020" v="738" actId="164"/>
          <ac:cxnSpMkLst>
            <pc:docMk/>
            <pc:sldMk cId="515075891" sldId="876"/>
            <ac:cxnSpMk id="14" creationId="{4BC27613-8AD7-42F9-96C9-701E22C58D62}"/>
          </ac:cxnSpMkLst>
        </pc:cxnChg>
      </pc:sldChg>
      <pc:sldChg chg="addSp delSp modSp add delAnim">
        <pc:chgData name="Al Friend" userId="e5ed79da-d858-46d4-9eed-a7a24903f2de" providerId="ADAL" clId="{C674B5A1-E3B2-40E8-863B-82D707DB4736}" dt="2026-05-07T12:54:42.584" v="920" actId="478"/>
        <pc:sldMkLst>
          <pc:docMk/>
          <pc:sldMk cId="1159162935" sldId="877"/>
        </pc:sldMkLst>
        <pc:spChg chg="mod">
          <ac:chgData name="Al Friend" userId="e5ed79da-d858-46d4-9eed-a7a24903f2de" providerId="ADAL" clId="{C674B5A1-E3B2-40E8-863B-82D707DB4736}" dt="2026-05-07T12:54:32.927" v="915" actId="20577"/>
          <ac:spMkLst>
            <pc:docMk/>
            <pc:sldMk cId="1159162935" sldId="877"/>
            <ac:spMk id="2" creationId="{00000000-0000-0000-0000-000000000000}"/>
          </ac:spMkLst>
        </pc:spChg>
        <pc:spChg chg="add del">
          <ac:chgData name="Al Friend" userId="e5ed79da-d858-46d4-9eed-a7a24903f2de" providerId="ADAL" clId="{C674B5A1-E3B2-40E8-863B-82D707DB4736}" dt="2026-05-07T12:54:39.549" v="918" actId="478"/>
          <ac:spMkLst>
            <pc:docMk/>
            <pc:sldMk cId="1159162935" sldId="877"/>
            <ac:spMk id="18" creationId="{D88574CC-45EE-41B3-9E51-9F1267441FCF}"/>
          </ac:spMkLst>
        </pc:spChg>
        <pc:grpChg chg="del">
          <ac:chgData name="Al Friend" userId="e5ed79da-d858-46d4-9eed-a7a24903f2de" providerId="ADAL" clId="{C674B5A1-E3B2-40E8-863B-82D707DB4736}" dt="2026-05-07T12:54:41.361" v="919" actId="478"/>
          <ac:grpSpMkLst>
            <pc:docMk/>
            <pc:sldMk cId="1159162935" sldId="877"/>
            <ac:grpSpMk id="30" creationId="{418821E3-9E37-4A8C-BAE7-32612F048C17}"/>
          </ac:grpSpMkLst>
        </pc:grpChg>
        <pc:grpChg chg="del">
          <ac:chgData name="Al Friend" userId="e5ed79da-d858-46d4-9eed-a7a24903f2de" providerId="ADAL" clId="{C674B5A1-E3B2-40E8-863B-82D707DB4736}" dt="2026-05-07T12:54:42.584" v="920" actId="478"/>
          <ac:grpSpMkLst>
            <pc:docMk/>
            <pc:sldMk cId="1159162935" sldId="877"/>
            <ac:grpSpMk id="31" creationId="{E9063C33-BE31-459D-AC9C-7ECDA468C472}"/>
          </ac:grpSpMkLst>
        </pc:grpChg>
        <pc:cxnChg chg="del mod">
          <ac:chgData name="Al Friend" userId="e5ed79da-d858-46d4-9eed-a7a24903f2de" providerId="ADAL" clId="{C674B5A1-E3B2-40E8-863B-82D707DB4736}" dt="2026-05-07T12:54:37.176" v="916" actId="478"/>
          <ac:cxnSpMkLst>
            <pc:docMk/>
            <pc:sldMk cId="1159162935" sldId="877"/>
            <ac:cxnSpMk id="29" creationId="{FA43D775-B13A-41BA-A1F8-00B3CC6C3F2F}"/>
          </ac:cxnSpMkLst>
        </pc:cxnChg>
      </pc:sldChg>
    </pc:docChg>
  </pc:docChgLst>
  <pc:docChgLst>
    <pc:chgData name="Al Friend" userId="e5ed79da-d858-46d4-9eed-a7a24903f2de" providerId="ADAL" clId="{6ADAAC75-76CF-421F-ACA7-AE6D2938C08B}"/>
    <pc:docChg chg="addSld modSld">
      <pc:chgData name="Al Friend" userId="e5ed79da-d858-46d4-9eed-a7a24903f2de" providerId="ADAL" clId="{6ADAAC75-76CF-421F-ACA7-AE6D2938C08B}" dt="2026-03-11T15:31:08.718" v="61" actId="20577"/>
      <pc:docMkLst>
        <pc:docMk/>
      </pc:docMkLst>
      <pc:sldChg chg="modSp modAnim">
        <pc:chgData name="Al Friend" userId="e5ed79da-d858-46d4-9eed-a7a24903f2de" providerId="ADAL" clId="{6ADAAC75-76CF-421F-ACA7-AE6D2938C08B}" dt="2026-03-11T15:31:08.718" v="61" actId="20577"/>
        <pc:sldMkLst>
          <pc:docMk/>
          <pc:sldMk cId="2262972286" sldId="814"/>
        </pc:sldMkLst>
        <pc:spChg chg="mod">
          <ac:chgData name="Al Friend" userId="e5ed79da-d858-46d4-9eed-a7a24903f2de" providerId="ADAL" clId="{6ADAAC75-76CF-421F-ACA7-AE6D2938C08B}" dt="2026-03-11T15:31:08.718" v="61" actId="20577"/>
          <ac:spMkLst>
            <pc:docMk/>
            <pc:sldMk cId="2262972286" sldId="814"/>
            <ac:spMk id="2" creationId="{FFFBA94F-3381-C766-B0BF-762866DA3778}"/>
          </ac:spMkLst>
        </pc:spChg>
        <pc:spChg chg="mod">
          <ac:chgData name="Al Friend" userId="e5ed79da-d858-46d4-9eed-a7a24903f2de" providerId="ADAL" clId="{6ADAAC75-76CF-421F-ACA7-AE6D2938C08B}" dt="2026-03-11T15:30:51.487" v="57" actId="20577"/>
          <ac:spMkLst>
            <pc:docMk/>
            <pc:sldMk cId="2262972286" sldId="814"/>
            <ac:spMk id="3" creationId="{354D19E1-E6AB-ED1B-27CF-CDF6518FD27A}"/>
          </ac:spMkLst>
        </pc:spChg>
      </pc:sldChg>
      <pc:sldChg chg="add">
        <pc:chgData name="Al Friend" userId="e5ed79da-d858-46d4-9eed-a7a24903f2de" providerId="ADAL" clId="{6ADAAC75-76CF-421F-ACA7-AE6D2938C08B}" dt="2026-03-11T15:28:25.571" v="0"/>
        <pc:sldMkLst>
          <pc:docMk/>
          <pc:sldMk cId="2194133644" sldId="872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9288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endParaRPr lang="en-GB" dirty="0"/>
          </a:p>
          <a:p>
            <a:r>
              <a:rPr lang="en-GB" dirty="0"/>
              <a:t>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15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869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19613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07/05/2026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 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Describe, exemplify and implement Unified Modelling Language (UML) use case diagrams: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actors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use cases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047DC7-344F-4A56-83D8-286EB77BF4E1}"/>
              </a:ext>
            </a:extLst>
          </p:cNvPr>
          <p:cNvSpPr/>
          <p:nvPr/>
        </p:nvSpPr>
        <p:spPr>
          <a:xfrm>
            <a:off x="1965008" y="5482545"/>
            <a:ext cx="9954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Actor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BD216E-3A07-4ACF-B399-9EE44B4195D2}"/>
              </a:ext>
            </a:extLst>
          </p:cNvPr>
          <p:cNvSpPr/>
          <p:nvPr/>
        </p:nvSpPr>
        <p:spPr>
          <a:xfrm>
            <a:off x="7214794" y="1589574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5BC8F-E969-47AB-AA94-0700AEF4950A}"/>
              </a:ext>
            </a:extLst>
          </p:cNvPr>
          <p:cNvSpPr/>
          <p:nvPr/>
        </p:nvSpPr>
        <p:spPr>
          <a:xfrm>
            <a:off x="7846505" y="391007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</p:cNvCxnSpPr>
          <p:nvPr/>
        </p:nvCxnSpPr>
        <p:spPr>
          <a:xfrm>
            <a:off x="3388995" y="4137390"/>
            <a:ext cx="37800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596FB08-E7CA-4052-9B88-984FB2912E57}"/>
              </a:ext>
            </a:extLst>
          </p:cNvPr>
          <p:cNvSpPr/>
          <p:nvPr/>
        </p:nvSpPr>
        <p:spPr>
          <a:xfrm>
            <a:off x="4259613" y="3651480"/>
            <a:ext cx="20387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Relationship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/>
      <p:bldP spid="33" grpId="0"/>
      <p:bldP spid="35" grpId="0"/>
      <p:bldP spid="3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An actor uses the system to achieve an outcome.</a:t>
            </a:r>
          </a:p>
          <a:p>
            <a:pPr lvl="4"/>
            <a:r>
              <a:rPr lang="en-GB" sz="2800" dirty="0"/>
              <a:t>An actor can be:</a:t>
            </a:r>
          </a:p>
          <a:p>
            <a:pPr marL="2743200" lvl="5" indent="-457200"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743200" lvl="5" indent="-457200"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743200" lvl="5" indent="-457200"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stCxn id="11" idx="1"/>
            <a:endCxn id="7" idx="3"/>
          </p:cNvCxnSpPr>
          <p:nvPr/>
        </p:nvCxnSpPr>
        <p:spPr>
          <a:xfrm flipH="1">
            <a:off x="3204213" y="4171680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4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B39DF7-79D3-4D6E-AF0C-2E487668613E}"/>
              </a:ext>
            </a:extLst>
          </p:cNvPr>
          <p:cNvGrpSpPr/>
          <p:nvPr/>
        </p:nvGrpSpPr>
        <p:grpSpPr>
          <a:xfrm>
            <a:off x="843678" y="2712178"/>
            <a:ext cx="2620910" cy="3293587"/>
            <a:chOff x="843678" y="2712178"/>
            <a:chExt cx="262091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266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843678" y="5482545"/>
              <a:ext cx="262091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Primary Actor(s)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DA13A-4070-4314-8B7C-AA37D17A2E41}"/>
              </a:ext>
            </a:extLst>
          </p:cNvPr>
          <p:cNvGrpSpPr/>
          <p:nvPr/>
        </p:nvGrpSpPr>
        <p:grpSpPr>
          <a:xfrm>
            <a:off x="8526888" y="2712178"/>
            <a:ext cx="2999091" cy="3293587"/>
            <a:chOff x="8526888" y="2712178"/>
            <a:chExt cx="2999091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8496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8526888" y="5482545"/>
              <a:ext cx="299909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Secondary Actor(s)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93335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48825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C02AEA-52DC-43FB-8EB1-B4FB03B24EA5}"/>
              </a:ext>
            </a:extLst>
          </p:cNvPr>
          <p:cNvSpPr/>
          <p:nvPr/>
        </p:nvSpPr>
        <p:spPr>
          <a:xfrm>
            <a:off x="5337619" y="387578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D20305-79E5-43C9-97F3-E8CEACFE24FE}"/>
              </a:ext>
            </a:extLst>
          </p:cNvPr>
          <p:cNvGrpSpPr/>
          <p:nvPr/>
        </p:nvGrpSpPr>
        <p:grpSpPr>
          <a:xfrm>
            <a:off x="3015105" y="3648460"/>
            <a:ext cx="2038763" cy="523220"/>
            <a:chOff x="3015105" y="3648460"/>
            <a:chExt cx="2038763" cy="52322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DA4DAB6-55AE-451F-A496-DB8E57B81C0E}"/>
                </a:ext>
              </a:extLst>
            </p:cNvPr>
            <p:cNvCxnSpPr>
              <a:cxnSpLocks/>
            </p:cNvCxnSpPr>
            <p:nvPr/>
          </p:nvCxnSpPr>
          <p:spPr>
            <a:xfrm>
              <a:off x="3404486" y="4137390"/>
              <a:ext cx="12600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02181DF-8C43-4B92-9133-6B86B468ED6D}"/>
                </a:ext>
              </a:extLst>
            </p:cNvPr>
            <p:cNvSpPr/>
            <p:nvPr/>
          </p:nvSpPr>
          <p:spPr>
            <a:xfrm>
              <a:off x="3015105" y="3648460"/>
              <a:ext cx="203876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Relationship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1E0D0F6-AC11-40B4-9560-50DB55A6C2FD}"/>
              </a:ext>
            </a:extLst>
          </p:cNvPr>
          <p:cNvGrpSpPr/>
          <p:nvPr/>
        </p:nvGrpSpPr>
        <p:grpSpPr>
          <a:xfrm>
            <a:off x="7183647" y="3620609"/>
            <a:ext cx="2038763" cy="523220"/>
            <a:chOff x="7183647" y="3620609"/>
            <a:chExt cx="2038763" cy="52322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BC27613-8AD7-42F9-96C9-701E22C58D62}"/>
                </a:ext>
              </a:extLst>
            </p:cNvPr>
            <p:cNvCxnSpPr>
              <a:cxnSpLocks/>
            </p:cNvCxnSpPr>
            <p:nvPr/>
          </p:nvCxnSpPr>
          <p:spPr>
            <a:xfrm>
              <a:off x="7573028" y="4137390"/>
              <a:ext cx="12600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4912D79-A252-441D-ADFB-63054B0110F2}"/>
                </a:ext>
              </a:extLst>
            </p:cNvPr>
            <p:cNvSpPr/>
            <p:nvPr/>
          </p:nvSpPr>
          <p:spPr>
            <a:xfrm>
              <a:off x="7183647" y="3620609"/>
              <a:ext cx="203876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Relationship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5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- Description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An actor uses the system to achieve an outcome.</a:t>
            </a:r>
          </a:p>
          <a:p>
            <a:pPr lvl="4"/>
            <a:r>
              <a:rPr lang="en-GB" sz="2800" dirty="0"/>
              <a:t>An actor can be: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</p:spTree>
    <p:extLst>
      <p:ext uri="{BB962C8B-B14F-4D97-AF65-F5344CB8AC3E}">
        <p14:creationId xmlns:p14="http://schemas.microsoft.com/office/powerpoint/2010/main" val="11591629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7596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742949" y="5908197"/>
            <a:ext cx="3227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values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4656649" y="6343037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40073"/>
              <a:gd name="adj6" fmla="val -205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6358993" y="516029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5123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307</TotalTime>
  <Words>7922</Words>
  <Application>Microsoft Office PowerPoint</Application>
  <PresentationFormat>Widescreen</PresentationFormat>
  <Paragraphs>1867</Paragraphs>
  <Slides>200</Slides>
  <Notes>155</Notes>
  <HiddenSlides>84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200</vt:i4>
      </vt:variant>
    </vt:vector>
  </HeadingPairs>
  <TitlesOfParts>
    <vt:vector size="206" baseType="lpstr">
      <vt:lpstr>Arial</vt:lpstr>
      <vt:lpstr>Calibri</vt:lpstr>
      <vt:lpstr>Calibri Light</vt:lpstr>
      <vt:lpstr>Consolas</vt:lpstr>
      <vt:lpstr>Wingdings</vt:lpstr>
      <vt:lpstr>Office Theme</vt:lpstr>
      <vt:lpstr>Advanced Higher CS</vt:lpstr>
      <vt:lpstr>Plan</vt:lpstr>
      <vt:lpstr>Plan</vt:lpstr>
      <vt:lpstr>Assessment</vt:lpstr>
      <vt:lpstr>Assessment</vt:lpstr>
      <vt:lpstr>SDD Implementation</vt:lpstr>
      <vt:lpstr>Learning Intentions</vt:lpstr>
      <vt:lpstr>Use Case Diagram – Overview</vt:lpstr>
      <vt:lpstr>Actor - Description</vt:lpstr>
      <vt:lpstr>Actors</vt:lpstr>
      <vt:lpstr>Use Case - Description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 1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297</cp:revision>
  <cp:lastPrinted>2022-12-12T09:57:02Z</cp:lastPrinted>
  <dcterms:created xsi:type="dcterms:W3CDTF">2020-11-23T14:36:09Z</dcterms:created>
  <dcterms:modified xsi:type="dcterms:W3CDTF">2026-05-07T15:00:50Z</dcterms:modified>
</cp:coreProperties>
</file>