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6"/>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874" r:id="rId45"/>
    <p:sldId id="875" r:id="rId46"/>
    <p:sldId id="472" r:id="rId47"/>
    <p:sldId id="762" r:id="rId48"/>
    <p:sldId id="474" r:id="rId49"/>
    <p:sldId id="763" r:id="rId50"/>
    <p:sldId id="473" r:id="rId51"/>
    <p:sldId id="764" r:id="rId52"/>
    <p:sldId id="496" r:id="rId53"/>
    <p:sldId id="765" r:id="rId54"/>
    <p:sldId id="485" r:id="rId55"/>
    <p:sldId id="486" r:id="rId56"/>
    <p:sldId id="487" r:id="rId57"/>
    <p:sldId id="760" r:id="rId58"/>
    <p:sldId id="488" r:id="rId59"/>
    <p:sldId id="776" r:id="rId60"/>
    <p:sldId id="701" r:id="rId61"/>
    <p:sldId id="740" r:id="rId62"/>
    <p:sldId id="791" r:id="rId63"/>
    <p:sldId id="792" r:id="rId64"/>
    <p:sldId id="877" r:id="rId65"/>
    <p:sldId id="878" r:id="rId66"/>
    <p:sldId id="777" r:id="rId67"/>
    <p:sldId id="778" r:id="rId68"/>
    <p:sldId id="489" r:id="rId69"/>
    <p:sldId id="497" r:id="rId70"/>
    <p:sldId id="873" r:id="rId71"/>
    <p:sldId id="490" r:id="rId72"/>
    <p:sldId id="513" r:id="rId73"/>
    <p:sldId id="592" r:id="rId74"/>
    <p:sldId id="493" r:id="rId75"/>
    <p:sldId id="593" r:id="rId76"/>
    <p:sldId id="491" r:id="rId77"/>
    <p:sldId id="594" r:id="rId78"/>
    <p:sldId id="685" r:id="rId79"/>
    <p:sldId id="786" r:id="rId80"/>
    <p:sldId id="680" r:id="rId81"/>
    <p:sldId id="681" r:id="rId82"/>
    <p:sldId id="682" r:id="rId83"/>
    <p:sldId id="684" r:id="rId84"/>
    <p:sldId id="779" r:id="rId85"/>
    <p:sldId id="780" r:id="rId86"/>
    <p:sldId id="783" r:id="rId87"/>
    <p:sldId id="781" r:id="rId88"/>
    <p:sldId id="784" r:id="rId89"/>
    <p:sldId id="782" r:id="rId90"/>
    <p:sldId id="785" r:id="rId91"/>
    <p:sldId id="494" r:id="rId92"/>
    <p:sldId id="499" r:id="rId93"/>
    <p:sldId id="508" r:id="rId94"/>
    <p:sldId id="507" r:id="rId95"/>
    <p:sldId id="509" r:id="rId96"/>
    <p:sldId id="757" r:id="rId97"/>
    <p:sldId id="693" r:id="rId98"/>
    <p:sldId id="506" r:id="rId99"/>
    <p:sldId id="688" r:id="rId100"/>
    <p:sldId id="447" r:id="rId101"/>
    <p:sldId id="691" r:id="rId102"/>
    <p:sldId id="504" r:id="rId103"/>
    <p:sldId id="690" r:id="rId104"/>
    <p:sldId id="537" r:id="rId105"/>
    <p:sldId id="856" r:id="rId106"/>
    <p:sldId id="866" r:id="rId107"/>
    <p:sldId id="860" r:id="rId108"/>
    <p:sldId id="867" r:id="rId109"/>
    <p:sldId id="858" r:id="rId110"/>
    <p:sldId id="868" r:id="rId111"/>
    <p:sldId id="869" r:id="rId112"/>
    <p:sldId id="871" r:id="rId113"/>
    <p:sldId id="870" r:id="rId114"/>
    <p:sldId id="872" r:id="rId11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874"/>
            <p14:sldId id="875"/>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Lst>
        </p14:section>
        <p14:section name="Order of Operations" id="{61C6AB9F-6AFB-4C9B-A654-DCFA6901CB4C}">
          <p14:sldIdLst>
            <p14:sldId id="791"/>
            <p14:sldId id="792"/>
            <p14:sldId id="877"/>
            <p14:sldId id="878"/>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31" autoAdjust="0"/>
    <p:restoredTop sz="84865" autoAdjust="0"/>
  </p:normalViewPr>
  <p:slideViewPr>
    <p:cSldViewPr snapToGrid="0" showGuides="1">
      <p:cViewPr varScale="1">
        <p:scale>
          <a:sx n="56" d="100"/>
          <a:sy n="56" d="100"/>
        </p:scale>
        <p:origin x="516"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theme" Target="theme/theme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microsoft.com/office/2016/11/relationships/changesInfo" Target="changesInfos/changesInfo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redo custSel addSld delSld modSld sldOrd modSection">
      <pc:chgData name="Al Friend" userId="e5ed79da-d858-46d4-9eed-a7a24903f2de" providerId="ADAL" clId="{7EBC21C9-36A6-45B2-B043-A3E9805CDF51}" dt="2025-11-19T13:47:57.251" v="838"/>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9T10:29:05.370" v="627" actId="478"/>
        <pc:sldMkLst>
          <pc:docMk/>
          <pc:sldMk cId="1135862847" sldId="791"/>
        </pc:sldMkLst>
        <pc:spChg chg="add del mod">
          <ac:chgData name="Al Friend" userId="e5ed79da-d858-46d4-9eed-a7a24903f2de" providerId="ADAL" clId="{7EBC21C9-36A6-45B2-B043-A3E9805CDF51}" dt="2025-11-19T10:29:05.370" v="627" actId="47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sldChg chg="addSp delSp modSp add ord addAnim delAnim modAnim modNotesTx">
        <pc:chgData name="Al Friend" userId="e5ed79da-d858-46d4-9eed-a7a24903f2de" providerId="ADAL" clId="{7EBC21C9-36A6-45B2-B043-A3E9805CDF51}" dt="2025-11-18T15:27:19.307" v="625" actId="1076"/>
        <pc:sldMkLst>
          <pc:docMk/>
          <pc:sldMk cId="2034885504" sldId="874"/>
        </pc:sldMkLst>
        <pc:spChg chg="mod">
          <ac:chgData name="Al Friend" userId="e5ed79da-d858-46d4-9eed-a7a24903f2de" providerId="ADAL" clId="{7EBC21C9-36A6-45B2-B043-A3E9805CDF51}" dt="2025-11-18T13:31:10.629" v="364" actId="113"/>
          <ac:spMkLst>
            <pc:docMk/>
            <pc:sldMk cId="2034885504" sldId="874"/>
            <ac:spMk id="2" creationId="{2CE87805-17F2-4B70-B505-57FB17E1FEE3}"/>
          </ac:spMkLst>
        </pc:spChg>
        <pc:spChg chg="mod">
          <ac:chgData name="Al Friend" userId="e5ed79da-d858-46d4-9eed-a7a24903f2de" providerId="ADAL" clId="{7EBC21C9-36A6-45B2-B043-A3E9805CDF51}" dt="2025-11-18T13:33:49.133" v="510" actId="6549"/>
          <ac:spMkLst>
            <pc:docMk/>
            <pc:sldMk cId="2034885504" sldId="874"/>
            <ac:spMk id="3" creationId="{E4EE7085-4C5B-409B-8843-A8A3D3CB6E90}"/>
          </ac:spMkLst>
        </pc:spChg>
        <pc:spChg chg="add del mod">
          <ac:chgData name="Al Friend" userId="e5ed79da-d858-46d4-9eed-a7a24903f2de" providerId="ADAL" clId="{7EBC21C9-36A6-45B2-B043-A3E9805CDF51}" dt="2025-11-18T15:27:19.307" v="625" actId="1076"/>
          <ac:spMkLst>
            <pc:docMk/>
            <pc:sldMk cId="2034885504" sldId="874"/>
            <ac:spMk id="5" creationId="{C5786D92-2AB0-D36B-A2BC-31B1C89FF7DD}"/>
          </ac:spMkLst>
        </pc:spChg>
        <pc:spChg chg="mod">
          <ac:chgData name="Al Friend" userId="e5ed79da-d858-46d4-9eed-a7a24903f2de" providerId="ADAL" clId="{7EBC21C9-36A6-45B2-B043-A3E9805CDF51}" dt="2025-11-18T15:25:38.150" v="606" actId="20577"/>
          <ac:spMkLst>
            <pc:docMk/>
            <pc:sldMk cId="2034885504" sldId="874"/>
            <ac:spMk id="6" creationId="{9BD5C449-CB7A-4B99-8B0B-F56FF5209393}"/>
          </ac:spMkLst>
        </pc:spChg>
        <pc:spChg chg="add mod">
          <ac:chgData name="Al Friend" userId="e5ed79da-d858-46d4-9eed-a7a24903f2de" providerId="ADAL" clId="{7EBC21C9-36A6-45B2-B043-A3E9805CDF51}" dt="2025-11-18T15:25:57.593" v="620" actId="1037"/>
          <ac:spMkLst>
            <pc:docMk/>
            <pc:sldMk cId="2034885504" sldId="874"/>
            <ac:spMk id="7" creationId="{7663F016-3439-4629-B967-C2E3B66F9971}"/>
          </ac:spMkLst>
        </pc:spChg>
        <pc:spChg chg="add del">
          <ac:chgData name="Al Friend" userId="e5ed79da-d858-46d4-9eed-a7a24903f2de" providerId="ADAL" clId="{7EBC21C9-36A6-45B2-B043-A3E9805CDF51}" dt="2025-11-18T13:33:11.359" v="466"/>
          <ac:spMkLst>
            <pc:docMk/>
            <pc:sldMk cId="2034885504" sldId="874"/>
            <ac:spMk id="8" creationId="{0CDC8ED4-E810-45EE-9B17-9EF5C660FEDD}"/>
          </ac:spMkLst>
        </pc:spChg>
      </pc:sldChg>
      <pc:sldChg chg="delSp modSp add modTransition modAnim">
        <pc:chgData name="Al Friend" userId="e5ed79da-d858-46d4-9eed-a7a24903f2de" providerId="ADAL" clId="{7EBC21C9-36A6-45B2-B043-A3E9805CDF51}" dt="2025-11-18T14:01:27.987" v="604" actId="207"/>
        <pc:sldMkLst>
          <pc:docMk/>
          <pc:sldMk cId="4185411418" sldId="875"/>
        </pc:sldMkLst>
        <pc:spChg chg="mod">
          <ac:chgData name="Al Friend" userId="e5ed79da-d858-46d4-9eed-a7a24903f2de" providerId="ADAL" clId="{7EBC21C9-36A6-45B2-B043-A3E9805CDF51}" dt="2025-11-18T14:01:27.987" v="604" actId="207"/>
          <ac:spMkLst>
            <pc:docMk/>
            <pc:sldMk cId="4185411418" sldId="875"/>
            <ac:spMk id="2" creationId="{2CE87805-17F2-4B70-B505-57FB17E1FEE3}"/>
          </ac:spMkLst>
        </pc:spChg>
        <pc:spChg chg="del">
          <ac:chgData name="Al Friend" userId="e5ed79da-d858-46d4-9eed-a7a24903f2de" providerId="ADAL" clId="{7EBC21C9-36A6-45B2-B043-A3E9805CDF51}" dt="2025-11-18T14:01:19.848" v="603" actId="478"/>
          <ac:spMkLst>
            <pc:docMk/>
            <pc:sldMk cId="4185411418" sldId="875"/>
            <ac:spMk id="5" creationId="{C5786D92-2AB0-D36B-A2BC-31B1C89FF7DD}"/>
          </ac:spMkLst>
        </pc:spChg>
        <pc:spChg chg="del">
          <ac:chgData name="Al Friend" userId="e5ed79da-d858-46d4-9eed-a7a24903f2de" providerId="ADAL" clId="{7EBC21C9-36A6-45B2-B043-A3E9805CDF51}" dt="2025-11-18T14:01:18.229" v="602" actId="478"/>
          <ac:spMkLst>
            <pc:docMk/>
            <pc:sldMk cId="4185411418" sldId="875"/>
            <ac:spMk id="6" creationId="{9BD5C449-CB7A-4B99-8B0B-F56FF5209393}"/>
          </ac:spMkLst>
        </pc:spChg>
        <pc:spChg chg="del">
          <ac:chgData name="Al Friend" userId="e5ed79da-d858-46d4-9eed-a7a24903f2de" providerId="ADAL" clId="{7EBC21C9-36A6-45B2-B043-A3E9805CDF51}" dt="2025-11-18T14:01:16.544" v="601" actId="478"/>
          <ac:spMkLst>
            <pc:docMk/>
            <pc:sldMk cId="4185411418" sldId="875"/>
            <ac:spMk id="7" creationId="{7663F016-3439-4629-B967-C2E3B66F9971}"/>
          </ac:spMkLst>
        </pc:spChg>
      </pc:sldChg>
      <pc:sldChg chg="modSp del">
        <pc:chgData name="Al Friend" userId="e5ed79da-d858-46d4-9eed-a7a24903f2de" providerId="ADAL" clId="{7EBC21C9-36A6-45B2-B043-A3E9805CDF51}" dt="2025-11-19T13:11:42.677" v="804" actId="2696"/>
        <pc:sldMkLst>
          <pc:docMk/>
          <pc:sldMk cId="194540379" sldId="876"/>
        </pc:sldMkLst>
        <pc:spChg chg="mod">
          <ac:chgData name="Al Friend" userId="e5ed79da-d858-46d4-9eed-a7a24903f2de" providerId="ADAL" clId="{7EBC21C9-36A6-45B2-B043-A3E9805CDF51}" dt="2025-11-19T12:19:57.746" v="641" actId="20577"/>
          <ac:spMkLst>
            <pc:docMk/>
            <pc:sldMk cId="194540379" sldId="876"/>
            <ac:spMk id="2" creationId="{2CE87805-17F2-4B70-B505-57FB17E1FEE3}"/>
          </ac:spMkLst>
        </pc:spChg>
      </pc:sldChg>
      <pc:sldChg chg="addSp delSp modSp delAnim modAnim modNotesTx">
        <pc:chgData name="Al Friend" userId="e5ed79da-d858-46d4-9eed-a7a24903f2de" providerId="ADAL" clId="{7EBC21C9-36A6-45B2-B043-A3E9805CDF51}" dt="2025-11-19T13:47:57.251" v="838"/>
        <pc:sldMkLst>
          <pc:docMk/>
          <pc:sldMk cId="2227231068" sldId="877"/>
        </pc:sldMkLst>
        <pc:spChg chg="mod">
          <ac:chgData name="Al Friend" userId="e5ed79da-d858-46d4-9eed-a7a24903f2de" providerId="ADAL" clId="{7EBC21C9-36A6-45B2-B043-A3E9805CDF51}" dt="2025-11-19T13:09:31.398" v="756"/>
          <ac:spMkLst>
            <pc:docMk/>
            <pc:sldMk cId="2227231068" sldId="877"/>
            <ac:spMk id="2" creationId="{2CE87805-17F2-4B70-B505-57FB17E1FEE3}"/>
          </ac:spMkLst>
        </pc:spChg>
        <pc:spChg chg="mod">
          <ac:chgData name="Al Friend" userId="e5ed79da-d858-46d4-9eed-a7a24903f2de" providerId="ADAL" clId="{7EBC21C9-36A6-45B2-B043-A3E9805CDF51}" dt="2025-11-19T12:21:26.805" v="687" actId="20577"/>
          <ac:spMkLst>
            <pc:docMk/>
            <pc:sldMk cId="2227231068" sldId="877"/>
            <ac:spMk id="3" creationId="{E4EE7085-4C5B-409B-8843-A8A3D3CB6E90}"/>
          </ac:spMkLst>
        </pc:spChg>
        <pc:spChg chg="del mod">
          <ac:chgData name="Al Friend" userId="e5ed79da-d858-46d4-9eed-a7a24903f2de" providerId="ADAL" clId="{7EBC21C9-36A6-45B2-B043-A3E9805CDF51}" dt="2025-11-19T12:25:45.893" v="724" actId="478"/>
          <ac:spMkLst>
            <pc:docMk/>
            <pc:sldMk cId="2227231068" sldId="877"/>
            <ac:spMk id="4" creationId="{93721793-CA31-4B84-8EE1-CCC1FFFA35E8}"/>
          </ac:spMkLst>
        </pc:spChg>
        <pc:spChg chg="del">
          <ac:chgData name="Al Friend" userId="e5ed79da-d858-46d4-9eed-a7a24903f2de" providerId="ADAL" clId="{7EBC21C9-36A6-45B2-B043-A3E9805CDF51}" dt="2025-11-19T12:23:03.535" v="699" actId="478"/>
          <ac:spMkLst>
            <pc:docMk/>
            <pc:sldMk cId="2227231068" sldId="877"/>
            <ac:spMk id="5" creationId="{043215A2-63BF-4071-82E3-F5D3AD04ED7E}"/>
          </ac:spMkLst>
        </pc:spChg>
        <pc:spChg chg="add del mod">
          <ac:chgData name="Al Friend" userId="e5ed79da-d858-46d4-9eed-a7a24903f2de" providerId="ADAL" clId="{7EBC21C9-36A6-45B2-B043-A3E9805CDF51}" dt="2025-11-19T12:26:05.389" v="730" actId="478"/>
          <ac:spMkLst>
            <pc:docMk/>
            <pc:sldMk cId="2227231068" sldId="877"/>
            <ac:spMk id="6" creationId="{669072A3-48D2-43F0-9B6B-D0119C8E9735}"/>
          </ac:spMkLst>
        </pc:spChg>
        <pc:spChg chg="add del mod">
          <ac:chgData name="Al Friend" userId="e5ed79da-d858-46d4-9eed-a7a24903f2de" providerId="ADAL" clId="{7EBC21C9-36A6-45B2-B043-A3E9805CDF51}" dt="2025-11-19T12:24:52.908" v="710" actId="478"/>
          <ac:spMkLst>
            <pc:docMk/>
            <pc:sldMk cId="2227231068" sldId="877"/>
            <ac:spMk id="7" creationId="{184277B4-A599-41BA-A2B1-80BA1DBAC734}"/>
          </ac:spMkLst>
        </pc:spChg>
        <pc:spChg chg="add mod">
          <ac:chgData name="Al Friend" userId="e5ed79da-d858-46d4-9eed-a7a24903f2de" providerId="ADAL" clId="{7EBC21C9-36A6-45B2-B043-A3E9805CDF51}" dt="2025-11-19T13:09:38.863" v="763" actId="20577"/>
          <ac:spMkLst>
            <pc:docMk/>
            <pc:sldMk cId="2227231068" sldId="877"/>
            <ac:spMk id="8" creationId="{B7636D3F-B98F-4A74-A179-B13D59F6CE76}"/>
          </ac:spMkLst>
        </pc:spChg>
        <pc:spChg chg="add mod">
          <ac:chgData name="Al Friend" userId="e5ed79da-d858-46d4-9eed-a7a24903f2de" providerId="ADAL" clId="{7EBC21C9-36A6-45B2-B043-A3E9805CDF51}" dt="2025-11-19T13:09:42.596" v="768" actId="20577"/>
          <ac:spMkLst>
            <pc:docMk/>
            <pc:sldMk cId="2227231068" sldId="877"/>
            <ac:spMk id="9" creationId="{4E84388A-F5B3-4B2D-9012-782E05560C30}"/>
          </ac:spMkLst>
        </pc:spChg>
        <pc:spChg chg="add mod">
          <ac:chgData name="Al Friend" userId="e5ed79da-d858-46d4-9eed-a7a24903f2de" providerId="ADAL" clId="{7EBC21C9-36A6-45B2-B043-A3E9805CDF51}" dt="2025-11-19T13:09:45.611" v="773" actId="20577"/>
          <ac:spMkLst>
            <pc:docMk/>
            <pc:sldMk cId="2227231068" sldId="877"/>
            <ac:spMk id="10" creationId="{9CCEAE9F-3E25-453E-AC0E-71F0ECF82B6E}"/>
          </ac:spMkLst>
        </pc:spChg>
        <pc:spChg chg="add mod">
          <ac:chgData name="Al Friend" userId="e5ed79da-d858-46d4-9eed-a7a24903f2de" providerId="ADAL" clId="{7EBC21C9-36A6-45B2-B043-A3E9805CDF51}" dt="2025-11-19T13:09:48.655" v="778" actId="20577"/>
          <ac:spMkLst>
            <pc:docMk/>
            <pc:sldMk cId="2227231068" sldId="877"/>
            <ac:spMk id="11" creationId="{0D92C0D3-09E1-4FBE-ABF9-D41B303F499C}"/>
          </ac:spMkLst>
        </pc:spChg>
      </pc:sldChg>
      <pc:sldChg chg="delSp add modTransition delAnim modAnim">
        <pc:chgData name="Al Friend" userId="e5ed79da-d858-46d4-9eed-a7a24903f2de" providerId="ADAL" clId="{7EBC21C9-36A6-45B2-B043-A3E9805CDF51}" dt="2025-11-19T13:11:58.890" v="811"/>
        <pc:sldMkLst>
          <pc:docMk/>
          <pc:sldMk cId="946064030" sldId="878"/>
        </pc:sldMkLst>
        <pc:spChg chg="del">
          <ac:chgData name="Al Friend" userId="e5ed79da-d858-46d4-9eed-a7a24903f2de" providerId="ADAL" clId="{7EBC21C9-36A6-45B2-B043-A3E9805CDF51}" dt="2025-11-19T13:11:53.663" v="807" actId="478"/>
          <ac:spMkLst>
            <pc:docMk/>
            <pc:sldMk cId="946064030" sldId="878"/>
            <ac:spMk id="8" creationId="{B7636D3F-B98F-4A74-A179-B13D59F6CE76}"/>
          </ac:spMkLst>
        </pc:spChg>
        <pc:spChg chg="del">
          <ac:chgData name="Al Friend" userId="e5ed79da-d858-46d4-9eed-a7a24903f2de" providerId="ADAL" clId="{7EBC21C9-36A6-45B2-B043-A3E9805CDF51}" dt="2025-11-19T13:11:54.867" v="808" actId="478"/>
          <ac:spMkLst>
            <pc:docMk/>
            <pc:sldMk cId="946064030" sldId="878"/>
            <ac:spMk id="9" creationId="{4E84388A-F5B3-4B2D-9012-782E05560C30}"/>
          </ac:spMkLst>
        </pc:spChg>
        <pc:spChg chg="del">
          <ac:chgData name="Al Friend" userId="e5ed79da-d858-46d4-9eed-a7a24903f2de" providerId="ADAL" clId="{7EBC21C9-36A6-45B2-B043-A3E9805CDF51}" dt="2025-11-19T13:11:55.777" v="809" actId="478"/>
          <ac:spMkLst>
            <pc:docMk/>
            <pc:sldMk cId="946064030" sldId="878"/>
            <ac:spMk id="10" creationId="{9CCEAE9F-3E25-453E-AC0E-71F0ECF82B6E}"/>
          </ac:spMkLst>
        </pc:spChg>
        <pc:spChg chg="del">
          <ac:chgData name="Al Friend" userId="e5ed79da-d858-46d4-9eed-a7a24903f2de" providerId="ADAL" clId="{7EBC21C9-36A6-45B2-B043-A3E9805CDF51}" dt="2025-11-19T13:11:56.921" v="810" actId="478"/>
          <ac:spMkLst>
            <pc:docMk/>
            <pc:sldMk cId="946064030" sldId="878"/>
            <ac:spMk id="11" creationId="{0D92C0D3-09E1-4FBE-ABF9-D41B303F499C}"/>
          </ac:spMkLst>
        </pc:spChg>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19/11/2025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275108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1369112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1968120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0449756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solidFill>
                  <a:srgbClr val="FF0000"/>
                </a:solidFill>
              </a:rPr>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2014208" y="5530632"/>
            <a:ext cx="8163584" cy="646331"/>
          </a:xfrm>
          <a:prstGeom prst="rect">
            <a:avLst/>
          </a:prstGeom>
          <a:noFill/>
        </p:spPr>
        <p:txBody>
          <a:bodyPr wrap="square">
            <a:spAutoFit/>
          </a:bodyPr>
          <a:lstStyle/>
          <a:p>
            <a:pPr algn="ctr"/>
            <a:r>
              <a:rPr lang="en-GB" sz="3600" b="1" dirty="0">
                <a:solidFill>
                  <a:srgbClr val="7030A0"/>
                </a:solidFill>
                <a:latin typeface="Arial" panose="020B0604020202020204" pitchFamily="34" charset="0"/>
              </a:rPr>
              <a:t>The results are not always the same!</a:t>
            </a:r>
            <a:endParaRPr lang="en-GB" sz="3600" b="1" i="0" u="none" strike="noStrike" baseline="0" dirty="0">
              <a:solidFill>
                <a:srgbClr val="7030A0"/>
              </a:solidFill>
              <a:latin typeface="Arial" panose="020B0604020202020204" pitchFamily="34" charset="0"/>
            </a:endParaRP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6429991" y="1243943"/>
            <a:ext cx="419609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rows in query</a:t>
            </a:r>
          </a:p>
        </p:txBody>
      </p:sp>
      <p:sp>
        <p:nvSpPr>
          <p:cNvPr id="7" name="Callout: Bent Line with No Border 6">
            <a:extLst>
              <a:ext uri="{FF2B5EF4-FFF2-40B4-BE49-F238E27FC236}">
                <a16:creationId xmlns:a16="http://schemas.microsoft.com/office/drawing/2014/main" id="{7663F016-3439-4629-B967-C2E3B66F9971}"/>
              </a:ext>
            </a:extLst>
          </p:cNvPr>
          <p:cNvSpPr/>
          <p:nvPr/>
        </p:nvSpPr>
        <p:spPr>
          <a:xfrm>
            <a:off x="7599661" y="3042820"/>
            <a:ext cx="353696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non-null fields</a:t>
            </a:r>
          </a:p>
        </p:txBody>
      </p:sp>
    </p:spTree>
    <p:extLst>
      <p:ext uri="{BB962C8B-B14F-4D97-AF65-F5344CB8AC3E}">
        <p14:creationId xmlns:p14="http://schemas.microsoft.com/office/powerpoint/2010/main" val="203488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
                                        <p:tgtEl>
                                          <p:spTgt spid="3">
                                            <p:txEl>
                                              <p:pRg st="2" end="2"/>
                                            </p:txEl>
                                          </p:spTgt>
                                        </p:tgtEl>
                                      </p:cBhvr>
                                    </p:animEffect>
                                  </p:childTnLst>
                                </p:cTn>
                              </p:par>
                            </p:childTnLst>
                          </p:cTn>
                        </p:par>
                        <p:par>
                          <p:cTn id="22" fill="hold">
                            <p:stCondLst>
                              <p:cond delay="1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2000"/>
                                        <p:tgtEl>
                                          <p:spTgt spid="3">
                                            <p:txEl>
                                              <p:pRg st="3" end="3"/>
                                            </p:txEl>
                                          </p:spTgt>
                                        </p:tgtEl>
                                      </p:cBhvr>
                                    </p:animEffect>
                                  </p:childTnLst>
                                </p:cTn>
                              </p:par>
                            </p:childTnLst>
                          </p:cTn>
                        </p:par>
                        <p:par>
                          <p:cTn id="26" fill="hold">
                            <p:stCondLst>
                              <p:cond delay="201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1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left)">
                                      <p:cBhvr>
                                        <p:cTn id="3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Tree>
    <p:extLst>
      <p:ext uri="{BB962C8B-B14F-4D97-AF65-F5344CB8AC3E}">
        <p14:creationId xmlns:p14="http://schemas.microsoft.com/office/powerpoint/2010/main" val="4185411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8" name="TextBox 7">
            <a:extLst>
              <a:ext uri="{FF2B5EF4-FFF2-40B4-BE49-F238E27FC236}">
                <a16:creationId xmlns:a16="http://schemas.microsoft.com/office/drawing/2014/main" id="{B7636D3F-B98F-4A74-A179-B13D59F6CE76}"/>
              </a:ext>
            </a:extLst>
          </p:cNvPr>
          <p:cNvSpPr txBox="1"/>
          <p:nvPr/>
        </p:nvSpPr>
        <p:spPr>
          <a:xfrm>
            <a:off x="8966200" y="1964266"/>
            <a:ext cx="2169633" cy="523220"/>
          </a:xfrm>
          <a:prstGeom prst="rect">
            <a:avLst/>
          </a:prstGeom>
          <a:noFill/>
        </p:spPr>
        <p:txBody>
          <a:bodyPr wrap="none" rtlCol="0">
            <a:spAutoFit/>
          </a:bodyPr>
          <a:lstStyle/>
          <a:p>
            <a:r>
              <a:rPr lang="en-GB" sz="2800" b="1" dirty="0">
                <a:solidFill>
                  <a:srgbClr val="7030A0"/>
                </a:solidFill>
              </a:rPr>
              <a:t>Allowed here</a:t>
            </a:r>
            <a:endParaRPr lang="en-GB" sz="2800" dirty="0"/>
          </a:p>
        </p:txBody>
      </p:sp>
      <p:sp>
        <p:nvSpPr>
          <p:cNvPr id="9" name="TextBox 8">
            <a:extLst>
              <a:ext uri="{FF2B5EF4-FFF2-40B4-BE49-F238E27FC236}">
                <a16:creationId xmlns:a16="http://schemas.microsoft.com/office/drawing/2014/main" id="{4E84388A-F5B3-4B2D-9012-782E05560C30}"/>
              </a:ext>
            </a:extLst>
          </p:cNvPr>
          <p:cNvSpPr txBox="1"/>
          <p:nvPr/>
        </p:nvSpPr>
        <p:spPr>
          <a:xfrm>
            <a:off x="8966200" y="3132666"/>
            <a:ext cx="2806025" cy="523220"/>
          </a:xfrm>
          <a:prstGeom prst="rect">
            <a:avLst/>
          </a:prstGeom>
          <a:noFill/>
        </p:spPr>
        <p:txBody>
          <a:bodyPr wrap="none" rtlCol="0">
            <a:spAutoFit/>
          </a:bodyPr>
          <a:lstStyle/>
          <a:p>
            <a:r>
              <a:rPr lang="en-GB" sz="2800" b="1" dirty="0">
                <a:solidFill>
                  <a:srgbClr val="FF0000"/>
                </a:solidFill>
              </a:rPr>
              <a:t>Not Allowed here</a:t>
            </a:r>
            <a:endParaRPr lang="en-GB" sz="2800" dirty="0">
              <a:solidFill>
                <a:srgbClr val="FF0000"/>
              </a:solidFill>
            </a:endParaRPr>
          </a:p>
        </p:txBody>
      </p:sp>
      <p:sp>
        <p:nvSpPr>
          <p:cNvPr id="10" name="TextBox 9">
            <a:extLst>
              <a:ext uri="{FF2B5EF4-FFF2-40B4-BE49-F238E27FC236}">
                <a16:creationId xmlns:a16="http://schemas.microsoft.com/office/drawing/2014/main" id="{9CCEAE9F-3E25-453E-AC0E-71F0ECF82B6E}"/>
              </a:ext>
            </a:extLst>
          </p:cNvPr>
          <p:cNvSpPr txBox="1"/>
          <p:nvPr/>
        </p:nvSpPr>
        <p:spPr>
          <a:xfrm>
            <a:off x="8966200" y="3748361"/>
            <a:ext cx="2169633" cy="523220"/>
          </a:xfrm>
          <a:prstGeom prst="rect">
            <a:avLst/>
          </a:prstGeom>
          <a:noFill/>
        </p:spPr>
        <p:txBody>
          <a:bodyPr wrap="none" rtlCol="0">
            <a:spAutoFit/>
          </a:bodyPr>
          <a:lstStyle/>
          <a:p>
            <a:r>
              <a:rPr lang="en-GB" sz="2800" b="1" dirty="0">
                <a:solidFill>
                  <a:srgbClr val="7030A0"/>
                </a:solidFill>
              </a:rPr>
              <a:t>Allowed here</a:t>
            </a:r>
            <a:endParaRPr lang="en-GB" sz="2800" dirty="0"/>
          </a:p>
        </p:txBody>
      </p:sp>
      <p:sp>
        <p:nvSpPr>
          <p:cNvPr id="11" name="TextBox 10">
            <a:extLst>
              <a:ext uri="{FF2B5EF4-FFF2-40B4-BE49-F238E27FC236}">
                <a16:creationId xmlns:a16="http://schemas.microsoft.com/office/drawing/2014/main" id="{0D92C0D3-09E1-4FBE-ABF9-D41B303F499C}"/>
              </a:ext>
            </a:extLst>
          </p:cNvPr>
          <p:cNvSpPr txBox="1"/>
          <p:nvPr/>
        </p:nvSpPr>
        <p:spPr>
          <a:xfrm>
            <a:off x="8966200" y="4381925"/>
            <a:ext cx="2169633" cy="523220"/>
          </a:xfrm>
          <a:prstGeom prst="rect">
            <a:avLst/>
          </a:prstGeom>
          <a:noFill/>
        </p:spPr>
        <p:txBody>
          <a:bodyPr wrap="none" rtlCol="0">
            <a:spAutoFit/>
          </a:bodyPr>
          <a:lstStyle/>
          <a:p>
            <a:r>
              <a:rPr lang="en-GB" sz="2800" b="1" dirty="0">
                <a:solidFill>
                  <a:srgbClr val="7030A0"/>
                </a:solidFill>
              </a:rPr>
              <a:t>Allowed here</a:t>
            </a:r>
            <a:endParaRPr lang="en-GB" sz="2800" dirty="0"/>
          </a:p>
        </p:txBody>
      </p:sp>
    </p:spTree>
    <p:extLst>
      <p:ext uri="{BB962C8B-B14F-4D97-AF65-F5344CB8AC3E}">
        <p14:creationId xmlns:p14="http://schemas.microsoft.com/office/powerpoint/2010/main" val="2227231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left)">
                                      <p:cBhvr>
                                        <p:cTn id="22" dur="1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7"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P spid="8" grpId="0"/>
      <p:bldP spid="9" grpId="0"/>
      <p:bldP spid="10" grpId="0"/>
      <p:bldP spid="11" grpId="0"/>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9460640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2620</TotalTime>
  <Words>4913</Words>
  <Application>Microsoft Office PowerPoint</Application>
  <PresentationFormat>Widescreen</PresentationFormat>
  <Paragraphs>1567</Paragraphs>
  <Slides>114</Slides>
  <Notes>85</Notes>
  <HiddenSlides>51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114</vt:i4>
      </vt:variant>
    </vt:vector>
  </HeadingPairs>
  <TitlesOfParts>
    <vt:vector size="121"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COUNT – Caution!</vt:lpstr>
      <vt:lpstr>COUNT – Caution!</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Using an Alias</vt:lpstr>
      <vt:lpstr>Using an Alias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295</cp:revision>
  <cp:lastPrinted>2021-06-18T08:15:49Z</cp:lastPrinted>
  <dcterms:created xsi:type="dcterms:W3CDTF">2020-11-23T14:36:09Z</dcterms:created>
  <dcterms:modified xsi:type="dcterms:W3CDTF">2025-11-19T13:48:36Z</dcterms:modified>
</cp:coreProperties>
</file>